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ffe139f27d4aee" /><Relationship Type="http://schemas.openxmlformats.org/officeDocument/2006/relationships/extended-properties" Target="/docProps/app.xml" Id="R9edb4ff397184910" /><Relationship Type="http://schemas.openxmlformats.org/officeDocument/2006/relationships/officeDocument" Target="/ppt/presentation.xml" Id="R84947812cda94f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7f661a71aa46a2"/>
  </p:sldMasterIdLst>
  <p:notesMasterIdLst>
    <p:notesMasterId xmlns:r="http://schemas.openxmlformats.org/officeDocument/2006/relationships" r:id="R9bc12bd19ae6479b"/>
  </p:notesMasterIdLst>
  <p:sldIdLst>
    <p:sldId xmlns:r="http://schemas.openxmlformats.org/officeDocument/2006/relationships" id="256" r:id="Rd7c9dc9fb7ea4b87"/>
  </p:sldIdLst>
  <p:sldSz cx="14716125" cy="897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069d98a9f8466e" /><Relationship Type="http://schemas.openxmlformats.org/officeDocument/2006/relationships/slideMaster" Target="/ppt/slideMasters/slideMaster1.xml" Id="R7b7f661a71aa46a2" /><Relationship Type="http://schemas.openxmlformats.org/officeDocument/2006/relationships/notesMaster" Target="/ppt/notesMasters/notesMaster1.xml" Id="R9bc12bd19ae6479b" /><Relationship Type="http://schemas.openxmlformats.org/officeDocument/2006/relationships/presProps" Target="/ppt/presProps.xml" Id="R919e5aba30f04b5c" /><Relationship Type="http://schemas.openxmlformats.org/officeDocument/2006/relationships/tableStyles" Target="/ppt/tableStyles.xml" Id="R84efa23789694120" /><Relationship Type="http://schemas.openxmlformats.org/officeDocument/2006/relationships/slide" Target="/ppt/slides/slide1.xml" Id="Rd7c9dc9fb7ea4b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02292fdac64a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6feed997244338" /><Relationship Type="http://schemas.openxmlformats.org/officeDocument/2006/relationships/notesMaster" Target="/ppt/notesMasters/notesMaster1.xml" Id="Rf10082fb65d0421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素材ID：SE-055</ns1:t>
            </ns1:r>
          </ns1:p>
          <ns1:p>
            <ns1:r>
              <ns1:t>论文：Understanding Software Engineering Agents: A Study of Thought-Action-Result Trajectories</ns1:t>
            </ns1:r>
          </ns1:p>
          <ns1:p>
            <ns1:r>
              <ns1:t>会议：ASE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4，PDF第7页</ns1:t>
            </ns1:r>
          </ns1:p>
          <ns1:p>
            <ns1:r>
              <ns1:t>类型：实验图表</ns1:t>
            </ns1:r>
          </ns1:p>
          <ns1:p>
            <ns1:r>
              <ns1:t>借鉴点：先用分组柱形比较总频次，再用三个配色一致的堆积面积图展示归一化进程上的行为占比，嵌入文字标签避免大图例。</ns1:t>
            </ns1:r>
          </ns1:p>
          <ns1:p>
            <ns1:r>
              <ns1:t>论文URL：https://arxiv.org/pdf/2506.18824</ns1:t>
            </ns1:r>
          </ns1:p>
          <ns1:p>
            <ns1:r>
              <ns1:t>官方获奖URL：https://www2.sigsoft.org/awards/distinguishedpaper/#the-ieeeacm-international-conference-on-automated-software-engineering-ase-2025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零图片。左上柱形面板原矢量重建，其余三块面积图由发表图颜色区域描摹为原生多边形；坐标、图注、标签均为原生文字。只复刻发表图视觉，不声称重算统计。AutoCodeRover原蓝色Explain标签的百分比被Search标签覆盖不可读，因此移开Explain标签并不猜写百分比。其余标签数字按原图保留，细边缘和字体略有差异。</ns1:t>
            </ns1:r>
          </ns1:p>
          <ns1:p>
            <ns1:r>
              <ns1:t>复刻方式：native-manual-reconstruction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f161bd3204c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4ba8248a2149ac" /><Relationship Type="http://schemas.openxmlformats.org/officeDocument/2006/relationships/slideLayout" Target="/ppt/slideLayouts/slideLayout1.xml" Id="R774f219c54f94a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4f219c54f94a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3e5e9a99f431b" /><Relationship Type="http://schemas.openxmlformats.org/officeDocument/2006/relationships/notesSlide" Target="/ppt/notesSlides/notesSlide1.xml" Id="Rc4736570545745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7" name="Original native bar-chart element 1">
            <a:extLst xmlns:a="http://schemas.openxmlformats.org/drawingml/2006/main">
              <a:ext uri="{FF2B5EF4-FFF2-40B4-BE49-F238E27FC236}">
                <a16:creationId xmlns:a16="http://schemas.microsoft.com/office/drawing/2014/main" id="{C26D0D7C-428E-4AC8-93BC-7FF66282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" y="45217"/>
            <a:ext cx="7198020" cy="3599010"/>
          </a:xfrm>
          <a:custGeom xmlns:a="http://schemas.openxmlformats.org/drawingml/2006/main">
            <a:pathLst>
              <a:path w="7198020" h="3599010">
                <a:moveTo>
                  <a:pt x="0" y="3599010"/>
                </a:moveTo>
                <a:lnTo>
                  <a:pt x="7198020" y="3599010"/>
                </a:lnTo>
                <a:lnTo>
                  <a:pt x="7198020" y="0"/>
                </a:lnTo>
                <a:lnTo>
                  <a:pt x="0" y="0"/>
                </a:lnTo>
                <a:lnTo>
                  <a:pt x="0" y="35990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Original native bar-chart element 2">
            <a:extLst xmlns:a="http://schemas.openxmlformats.org/drawingml/2006/main">
              <a:ext uri="{FF2B5EF4-FFF2-40B4-BE49-F238E27FC236}">
                <a16:creationId xmlns:a16="http://schemas.microsoft.com/office/drawing/2014/main" id="{8337ABFF-0C22-4049-8BD8-E2158FB2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94" y="135193"/>
            <a:ext cx="6495296" cy="2146844"/>
          </a:xfrm>
          <a:custGeom xmlns:a="http://schemas.openxmlformats.org/drawingml/2006/main">
            <a:pathLst>
              <a:path w="6495296" h="2146844">
                <a:moveTo>
                  <a:pt x="0" y="2146844"/>
                </a:moveTo>
                <a:lnTo>
                  <a:pt x="6495296" y="2146844"/>
                </a:lnTo>
                <a:lnTo>
                  <a:pt x="6495296" y="0"/>
                </a:lnTo>
                <a:lnTo>
                  <a:pt x="0" y="0"/>
                </a:lnTo>
                <a:lnTo>
                  <a:pt x="0" y="21468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Original native bar-chart element 3">
            <a:extLst xmlns:a="http://schemas.openxmlformats.org/drawingml/2006/main">
              <a:ext uri="{FF2B5EF4-FFF2-40B4-BE49-F238E27FC236}">
                <a16:creationId xmlns:a16="http://schemas.microsoft.com/office/drawing/2014/main" id="{B5E8CF18-B708-49BE-9005-34AD5B4F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35" y="1787430"/>
            <a:ext cx="190478" cy="494607"/>
          </a:xfrm>
          <a:custGeom xmlns:a="http://schemas.openxmlformats.org/drawingml/2006/main">
            <a:pathLst>
              <a:path w="190478" h="494607">
                <a:moveTo>
                  <a:pt x="0" y="494607"/>
                </a:moveTo>
                <a:lnTo>
                  <a:pt x="190478" y="494607"/>
                </a:lnTo>
                <a:lnTo>
                  <a:pt x="190478" y="0"/>
                </a:lnTo>
                <a:lnTo>
                  <a:pt x="0" y="0"/>
                </a:lnTo>
                <a:lnTo>
                  <a:pt x="0" y="494607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4" name="Original native bar-chart element 4">
            <a:extLst xmlns:a="http://schemas.openxmlformats.org/drawingml/2006/main">
              <a:ext uri="{FF2B5EF4-FFF2-40B4-BE49-F238E27FC236}">
                <a16:creationId xmlns:a16="http://schemas.microsoft.com/office/drawing/2014/main" id="{0FC88FD1-BFED-4777-BCED-8C546DAF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447" y="1132322"/>
            <a:ext cx="190478" cy="1149715"/>
          </a:xfrm>
          <a:custGeom xmlns:a="http://schemas.openxmlformats.org/drawingml/2006/main">
            <a:pathLst>
              <a:path w="190478" h="1149715">
                <a:moveTo>
                  <a:pt x="0" y="1149715"/>
                </a:moveTo>
                <a:lnTo>
                  <a:pt x="190478" y="1149715"/>
                </a:lnTo>
                <a:lnTo>
                  <a:pt x="190478" y="0"/>
                </a:lnTo>
                <a:lnTo>
                  <a:pt x="0" y="0"/>
                </a:lnTo>
                <a:lnTo>
                  <a:pt x="0" y="1149715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5" name="Original native bar-chart element 5">
            <a:extLst xmlns:a="http://schemas.openxmlformats.org/drawingml/2006/main">
              <a:ext uri="{FF2B5EF4-FFF2-40B4-BE49-F238E27FC236}">
                <a16:creationId xmlns:a16="http://schemas.microsoft.com/office/drawing/2014/main" id="{E5323F7D-E195-4A0B-8204-B546656A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359" y="241375"/>
            <a:ext cx="190478" cy="2040661"/>
          </a:xfrm>
          <a:custGeom xmlns:a="http://schemas.openxmlformats.org/drawingml/2006/main">
            <a:pathLst>
              <a:path w="190478" h="2040661">
                <a:moveTo>
                  <a:pt x="0" y="2040661"/>
                </a:moveTo>
                <a:lnTo>
                  <a:pt x="190478" y="2040661"/>
                </a:lnTo>
                <a:lnTo>
                  <a:pt x="190478" y="0"/>
                </a:lnTo>
                <a:lnTo>
                  <a:pt x="0" y="0"/>
                </a:lnTo>
                <a:lnTo>
                  <a:pt x="0" y="2040661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6" name="Original native bar-chart element 6">
            <a:extLst xmlns:a="http://schemas.openxmlformats.org/drawingml/2006/main">
              <a:ext uri="{FF2B5EF4-FFF2-40B4-BE49-F238E27FC236}">
                <a16:creationId xmlns:a16="http://schemas.microsoft.com/office/drawing/2014/main" id="{24600017-5310-49F7-B09E-9A131234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270" y="1888971"/>
            <a:ext cx="190478" cy="393065"/>
          </a:xfrm>
          <a:custGeom xmlns:a="http://schemas.openxmlformats.org/drawingml/2006/main">
            <a:pathLst>
              <a:path w="190478" h="393065">
                <a:moveTo>
                  <a:pt x="0" y="393065"/>
                </a:moveTo>
                <a:lnTo>
                  <a:pt x="190478" y="393065"/>
                </a:lnTo>
                <a:lnTo>
                  <a:pt x="190478" y="0"/>
                </a:lnTo>
                <a:lnTo>
                  <a:pt x="0" y="0"/>
                </a:lnTo>
                <a:lnTo>
                  <a:pt x="0" y="393065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7" name="Original native bar-chart element 7">
            <a:extLst xmlns:a="http://schemas.openxmlformats.org/drawingml/2006/main">
              <a:ext uri="{FF2B5EF4-FFF2-40B4-BE49-F238E27FC236}">
                <a16:creationId xmlns:a16="http://schemas.microsoft.com/office/drawing/2014/main" id="{94A2A273-AA4C-4167-A94E-6102A354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182" y="2282036"/>
            <a:ext cx="190478" cy="10"/>
          </a:xfrm>
          <a:custGeom xmlns:a="http://schemas.openxmlformats.org/drawingml/2006/main">
            <a:pathLst>
              <a:path w="190478" h="10">
                <a:moveTo>
                  <a:pt x="0" y="0"/>
                </a:moveTo>
                <a:lnTo>
                  <a:pt x="19047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8" name="Original native bar-chart element 8">
            <a:extLst xmlns:a="http://schemas.openxmlformats.org/drawingml/2006/main">
              <a:ext uri="{FF2B5EF4-FFF2-40B4-BE49-F238E27FC236}">
                <a16:creationId xmlns:a16="http://schemas.microsoft.com/office/drawing/2014/main" id="{E1596190-DBFA-4359-BC98-FD18150B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093" y="2282036"/>
            <a:ext cx="190478" cy="10"/>
          </a:xfrm>
          <a:custGeom xmlns:a="http://schemas.openxmlformats.org/drawingml/2006/main">
            <a:pathLst>
              <a:path w="190478" h="10">
                <a:moveTo>
                  <a:pt x="0" y="0"/>
                </a:moveTo>
                <a:lnTo>
                  <a:pt x="19047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9" name="Original native bar-chart element 9">
            <a:extLst xmlns:a="http://schemas.openxmlformats.org/drawingml/2006/main">
              <a:ext uri="{FF2B5EF4-FFF2-40B4-BE49-F238E27FC236}">
                <a16:creationId xmlns:a16="http://schemas.microsoft.com/office/drawing/2014/main" id="{C65825A1-C910-4BF2-A396-DB828B31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005" y="1748123"/>
            <a:ext cx="190478" cy="533913"/>
          </a:xfrm>
          <a:custGeom xmlns:a="http://schemas.openxmlformats.org/drawingml/2006/main">
            <a:pathLst>
              <a:path w="190478" h="533913">
                <a:moveTo>
                  <a:pt x="0" y="533913"/>
                </a:moveTo>
                <a:lnTo>
                  <a:pt x="190478" y="533913"/>
                </a:lnTo>
                <a:lnTo>
                  <a:pt x="190478" y="0"/>
                </a:lnTo>
                <a:lnTo>
                  <a:pt x="0" y="0"/>
                </a:lnTo>
                <a:lnTo>
                  <a:pt x="0" y="533913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0" name="Original native bar-chart element 10">
            <a:extLst xmlns:a="http://schemas.openxmlformats.org/drawingml/2006/main">
              <a:ext uri="{FF2B5EF4-FFF2-40B4-BE49-F238E27FC236}">
                <a16:creationId xmlns:a16="http://schemas.microsoft.com/office/drawing/2014/main" id="{479B50A2-E30C-4426-AC5E-8BA23CD3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917" y="241375"/>
            <a:ext cx="190478" cy="2040661"/>
          </a:xfrm>
          <a:custGeom xmlns:a="http://schemas.openxmlformats.org/drawingml/2006/main">
            <a:pathLst>
              <a:path w="190478" h="2040661">
                <a:moveTo>
                  <a:pt x="0" y="2040661"/>
                </a:moveTo>
                <a:lnTo>
                  <a:pt x="190478" y="2040661"/>
                </a:lnTo>
                <a:lnTo>
                  <a:pt x="190478" y="0"/>
                </a:lnTo>
                <a:lnTo>
                  <a:pt x="0" y="0"/>
                </a:lnTo>
                <a:lnTo>
                  <a:pt x="0" y="2040661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1" name="Original native bar-chart element 11">
            <a:extLst xmlns:a="http://schemas.openxmlformats.org/drawingml/2006/main">
              <a:ext uri="{FF2B5EF4-FFF2-40B4-BE49-F238E27FC236}">
                <a16:creationId xmlns:a16="http://schemas.microsoft.com/office/drawing/2014/main" id="{F3B4891A-8015-453B-AA1F-FC32CAA2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13" y="2282036"/>
            <a:ext cx="190478" cy="10"/>
          </a:xfrm>
          <a:custGeom xmlns:a="http://schemas.openxmlformats.org/drawingml/2006/main">
            <a:pathLst>
              <a:path w="190478" h="10">
                <a:moveTo>
                  <a:pt x="0" y="0"/>
                </a:moveTo>
                <a:lnTo>
                  <a:pt x="19047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2" name="Original native bar-chart element 12">
            <a:extLst xmlns:a="http://schemas.openxmlformats.org/drawingml/2006/main">
              <a:ext uri="{FF2B5EF4-FFF2-40B4-BE49-F238E27FC236}">
                <a16:creationId xmlns:a16="http://schemas.microsoft.com/office/drawing/2014/main" id="{05FF68C9-E49C-4CFC-B2FF-054AE402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925" y="756977"/>
            <a:ext cx="190478" cy="1525059"/>
          </a:xfrm>
          <a:custGeom xmlns:a="http://schemas.openxmlformats.org/drawingml/2006/main">
            <a:pathLst>
              <a:path w="190478" h="1525059">
                <a:moveTo>
                  <a:pt x="0" y="1525059"/>
                </a:moveTo>
                <a:lnTo>
                  <a:pt x="190478" y="1525059"/>
                </a:lnTo>
                <a:lnTo>
                  <a:pt x="190478" y="0"/>
                </a:lnTo>
                <a:lnTo>
                  <a:pt x="0" y="0"/>
                </a:lnTo>
                <a:lnTo>
                  <a:pt x="0" y="1525059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3" name="Original native bar-chart element 13">
            <a:extLst xmlns:a="http://schemas.openxmlformats.org/drawingml/2006/main">
              <a:ext uri="{FF2B5EF4-FFF2-40B4-BE49-F238E27FC236}">
                <a16:creationId xmlns:a16="http://schemas.microsoft.com/office/drawing/2014/main" id="{E6900C81-858B-42E0-B77D-766C3F88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836" y="973127"/>
            <a:ext cx="190478" cy="1308909"/>
          </a:xfrm>
          <a:custGeom xmlns:a="http://schemas.openxmlformats.org/drawingml/2006/main">
            <a:pathLst>
              <a:path w="190478" h="1308909">
                <a:moveTo>
                  <a:pt x="0" y="1308909"/>
                </a:moveTo>
                <a:lnTo>
                  <a:pt x="190478" y="1308909"/>
                </a:lnTo>
                <a:lnTo>
                  <a:pt x="190478" y="0"/>
                </a:lnTo>
                <a:lnTo>
                  <a:pt x="0" y="0"/>
                </a:lnTo>
                <a:lnTo>
                  <a:pt x="0" y="1308909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4" name="Original native bar-chart element 14">
            <a:extLst xmlns:a="http://schemas.openxmlformats.org/drawingml/2006/main">
              <a:ext uri="{FF2B5EF4-FFF2-40B4-BE49-F238E27FC236}">
                <a16:creationId xmlns:a16="http://schemas.microsoft.com/office/drawing/2014/main" id="{5953BCE6-41B1-4FCD-8BC0-8B5BC4BF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748" y="2143940"/>
            <a:ext cx="190478" cy="138096"/>
          </a:xfrm>
          <a:custGeom xmlns:a="http://schemas.openxmlformats.org/drawingml/2006/main">
            <a:pathLst>
              <a:path w="190478" h="138096">
                <a:moveTo>
                  <a:pt x="0" y="138096"/>
                </a:moveTo>
                <a:lnTo>
                  <a:pt x="190478" y="138096"/>
                </a:lnTo>
                <a:lnTo>
                  <a:pt x="190478" y="0"/>
                </a:lnTo>
                <a:lnTo>
                  <a:pt x="0" y="0"/>
                </a:lnTo>
                <a:lnTo>
                  <a:pt x="0" y="13809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5" name="Original native bar-chart element 15">
            <a:extLst xmlns:a="http://schemas.openxmlformats.org/drawingml/2006/main">
              <a:ext uri="{FF2B5EF4-FFF2-40B4-BE49-F238E27FC236}">
                <a16:creationId xmlns:a16="http://schemas.microsoft.com/office/drawing/2014/main" id="{33C6AA2F-A8F9-416C-B21E-25E6A8EF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659" y="2143940"/>
            <a:ext cx="190478" cy="138096"/>
          </a:xfrm>
          <a:custGeom xmlns:a="http://schemas.openxmlformats.org/drawingml/2006/main">
            <a:pathLst>
              <a:path w="190478" h="138096">
                <a:moveTo>
                  <a:pt x="0" y="138096"/>
                </a:moveTo>
                <a:lnTo>
                  <a:pt x="190478" y="138096"/>
                </a:lnTo>
                <a:lnTo>
                  <a:pt x="190478" y="0"/>
                </a:lnTo>
                <a:lnTo>
                  <a:pt x="0" y="0"/>
                </a:lnTo>
                <a:lnTo>
                  <a:pt x="0" y="138096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6" name="Original native bar-chart element 16">
            <a:extLst xmlns:a="http://schemas.openxmlformats.org/drawingml/2006/main">
              <a:ext uri="{FF2B5EF4-FFF2-40B4-BE49-F238E27FC236}">
                <a16:creationId xmlns:a16="http://schemas.microsoft.com/office/drawing/2014/main" id="{71C4D313-2223-41E7-8DBD-9142DC99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571" y="1363398"/>
            <a:ext cx="190478" cy="918638"/>
          </a:xfrm>
          <a:custGeom xmlns:a="http://schemas.openxmlformats.org/drawingml/2006/main">
            <a:pathLst>
              <a:path w="190478" h="918638">
                <a:moveTo>
                  <a:pt x="0" y="918638"/>
                </a:moveTo>
                <a:lnTo>
                  <a:pt x="190478" y="918638"/>
                </a:lnTo>
                <a:lnTo>
                  <a:pt x="190478" y="0"/>
                </a:lnTo>
                <a:lnTo>
                  <a:pt x="0" y="0"/>
                </a:lnTo>
                <a:lnTo>
                  <a:pt x="0" y="918638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7" name="Original native bar-chart element 17">
            <a:extLst xmlns:a="http://schemas.openxmlformats.org/drawingml/2006/main">
              <a:ext uri="{FF2B5EF4-FFF2-40B4-BE49-F238E27FC236}">
                <a16:creationId xmlns:a16="http://schemas.microsoft.com/office/drawing/2014/main" id="{2DB62EDF-EEE1-4DF3-94D8-117441D6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482" y="1405427"/>
            <a:ext cx="190478" cy="876609"/>
          </a:xfrm>
          <a:custGeom xmlns:a="http://schemas.openxmlformats.org/drawingml/2006/main">
            <a:pathLst>
              <a:path w="190478" h="876609">
                <a:moveTo>
                  <a:pt x="0" y="876609"/>
                </a:moveTo>
                <a:lnTo>
                  <a:pt x="190478" y="876609"/>
                </a:lnTo>
                <a:lnTo>
                  <a:pt x="190478" y="0"/>
                </a:lnTo>
                <a:lnTo>
                  <a:pt x="0" y="0"/>
                </a:lnTo>
                <a:lnTo>
                  <a:pt x="0" y="876609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8" name="Original native bar-chart element 18">
            <a:extLst xmlns:a="http://schemas.openxmlformats.org/drawingml/2006/main">
              <a:ext uri="{FF2B5EF4-FFF2-40B4-BE49-F238E27FC236}">
                <a16:creationId xmlns:a16="http://schemas.microsoft.com/office/drawing/2014/main" id="{42AE5425-B455-4B4A-99AB-78005B3E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394" y="534822"/>
            <a:ext cx="190478" cy="1747214"/>
          </a:xfrm>
          <a:custGeom xmlns:a="http://schemas.openxmlformats.org/drawingml/2006/main">
            <a:pathLst>
              <a:path w="190478" h="1747214">
                <a:moveTo>
                  <a:pt x="0" y="1747214"/>
                </a:moveTo>
                <a:lnTo>
                  <a:pt x="190478" y="1747214"/>
                </a:lnTo>
                <a:lnTo>
                  <a:pt x="190478" y="0"/>
                </a:lnTo>
                <a:lnTo>
                  <a:pt x="0" y="0"/>
                </a:lnTo>
                <a:lnTo>
                  <a:pt x="0" y="174721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9" name="Original native bar-chart element 19">
            <a:extLst xmlns:a="http://schemas.openxmlformats.org/drawingml/2006/main">
              <a:ext uri="{FF2B5EF4-FFF2-40B4-BE49-F238E27FC236}">
                <a16:creationId xmlns:a16="http://schemas.microsoft.com/office/drawing/2014/main" id="{31E4BE3B-E356-4A4F-8059-AF63C36F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491" y="237423"/>
            <a:ext cx="190478" cy="2044613"/>
          </a:xfrm>
          <a:custGeom xmlns:a="http://schemas.openxmlformats.org/drawingml/2006/main">
            <a:pathLst>
              <a:path w="190478" h="2044613">
                <a:moveTo>
                  <a:pt x="0" y="2044613"/>
                </a:moveTo>
                <a:lnTo>
                  <a:pt x="190478" y="2044613"/>
                </a:lnTo>
                <a:lnTo>
                  <a:pt x="190478" y="0"/>
                </a:lnTo>
                <a:lnTo>
                  <a:pt x="0" y="0"/>
                </a:lnTo>
                <a:lnTo>
                  <a:pt x="0" y="2044613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>
            <a:noFill/>
          </a:ln>
        </p:spPr>
      </p:sp>
      <p:sp>
        <p:nvSpPr>
          <p:cNvPr id="20" name="Original native bar-chart element 20">
            <a:extLst xmlns:a="http://schemas.openxmlformats.org/drawingml/2006/main">
              <a:ext uri="{FF2B5EF4-FFF2-40B4-BE49-F238E27FC236}">
                <a16:creationId xmlns:a16="http://schemas.microsoft.com/office/drawing/2014/main" id="{828F9FAF-A291-4689-869C-37DC36B9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403" y="2251519"/>
            <a:ext cx="190478" cy="30517"/>
          </a:xfrm>
          <a:custGeom xmlns:a="http://schemas.openxmlformats.org/drawingml/2006/main">
            <a:pathLst>
              <a:path w="190478" h="30517">
                <a:moveTo>
                  <a:pt x="0" y="30517"/>
                </a:moveTo>
                <a:lnTo>
                  <a:pt x="190478" y="30517"/>
                </a:lnTo>
                <a:lnTo>
                  <a:pt x="190478" y="0"/>
                </a:lnTo>
                <a:lnTo>
                  <a:pt x="0" y="0"/>
                </a:lnTo>
                <a:lnTo>
                  <a:pt x="0" y="30517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>
            <a:noFill/>
          </a:ln>
        </p:spPr>
      </p:sp>
      <p:sp>
        <p:nvSpPr>
          <p:cNvPr id="21" name="Original native bar-chart element 21">
            <a:extLst xmlns:a="http://schemas.openxmlformats.org/drawingml/2006/main">
              <a:ext uri="{FF2B5EF4-FFF2-40B4-BE49-F238E27FC236}">
                <a16:creationId xmlns:a16="http://schemas.microsoft.com/office/drawing/2014/main" id="{4FD2D488-9C27-482F-9F10-30BE494D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314" y="1000338"/>
            <a:ext cx="190478" cy="1281698"/>
          </a:xfrm>
          <a:custGeom xmlns:a="http://schemas.openxmlformats.org/drawingml/2006/main">
            <a:pathLst>
              <a:path w="190478" h="1281698">
                <a:moveTo>
                  <a:pt x="0" y="1281698"/>
                </a:moveTo>
                <a:lnTo>
                  <a:pt x="190478" y="1281698"/>
                </a:lnTo>
                <a:lnTo>
                  <a:pt x="190478" y="0"/>
                </a:lnTo>
                <a:lnTo>
                  <a:pt x="0" y="0"/>
                </a:lnTo>
                <a:lnTo>
                  <a:pt x="0" y="1281698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>
            <a:noFill/>
          </a:ln>
        </p:spPr>
      </p:sp>
      <p:sp>
        <p:nvSpPr>
          <p:cNvPr id="22" name="Original native bar-chart element 22">
            <a:extLst xmlns:a="http://schemas.openxmlformats.org/drawingml/2006/main">
              <a:ext uri="{FF2B5EF4-FFF2-40B4-BE49-F238E27FC236}">
                <a16:creationId xmlns:a16="http://schemas.microsoft.com/office/drawing/2014/main" id="{62653C61-4794-4930-985E-D6261D65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226" y="664656"/>
            <a:ext cx="190478" cy="1617380"/>
          </a:xfrm>
          <a:custGeom xmlns:a="http://schemas.openxmlformats.org/drawingml/2006/main">
            <a:pathLst>
              <a:path w="190478" h="1617380">
                <a:moveTo>
                  <a:pt x="0" y="1617380"/>
                </a:moveTo>
                <a:lnTo>
                  <a:pt x="190478" y="1617380"/>
                </a:lnTo>
                <a:lnTo>
                  <a:pt x="190478" y="0"/>
                </a:lnTo>
                <a:lnTo>
                  <a:pt x="0" y="0"/>
                </a:lnTo>
                <a:lnTo>
                  <a:pt x="0" y="161738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>
            <a:noFill/>
          </a:ln>
        </p:spPr>
      </p:sp>
      <p:sp>
        <p:nvSpPr>
          <p:cNvPr id="23" name="Original native bar-chart element 23">
            <a:extLst xmlns:a="http://schemas.openxmlformats.org/drawingml/2006/main">
              <a:ext uri="{FF2B5EF4-FFF2-40B4-BE49-F238E27FC236}">
                <a16:creationId xmlns:a16="http://schemas.microsoft.com/office/drawing/2014/main" id="{DB6320C6-BCED-4956-936D-4CD7F107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137" y="2282036"/>
            <a:ext cx="190478" cy="10"/>
          </a:xfrm>
          <a:custGeom xmlns:a="http://schemas.openxmlformats.org/drawingml/2006/main">
            <a:pathLst>
              <a:path w="190478" h="10">
                <a:moveTo>
                  <a:pt x="0" y="0"/>
                </a:moveTo>
                <a:lnTo>
                  <a:pt x="19047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>
            <a:noFill/>
          </a:ln>
        </p:spPr>
      </p:sp>
      <p:sp>
        <p:nvSpPr>
          <p:cNvPr id="24" name="Original native bar-chart element 24">
            <a:extLst xmlns:a="http://schemas.openxmlformats.org/drawingml/2006/main">
              <a:ext uri="{FF2B5EF4-FFF2-40B4-BE49-F238E27FC236}">
                <a16:creationId xmlns:a16="http://schemas.microsoft.com/office/drawing/2014/main" id="{E2A1EB4E-5DCE-41E9-921C-C1AD1B93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049" y="2282036"/>
            <a:ext cx="190478" cy="10"/>
          </a:xfrm>
          <a:custGeom xmlns:a="http://schemas.openxmlformats.org/drawingml/2006/main">
            <a:pathLst>
              <a:path w="190478" h="10">
                <a:moveTo>
                  <a:pt x="0" y="0"/>
                </a:moveTo>
                <a:lnTo>
                  <a:pt x="19047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>
            <a:noFill/>
          </a:ln>
        </p:spPr>
      </p:sp>
      <p:sp>
        <p:nvSpPr>
          <p:cNvPr id="25" name="Original native bar-chart element 25">
            <a:extLst xmlns:a="http://schemas.openxmlformats.org/drawingml/2006/main">
              <a:ext uri="{FF2B5EF4-FFF2-40B4-BE49-F238E27FC236}">
                <a16:creationId xmlns:a16="http://schemas.microsoft.com/office/drawing/2014/main" id="{A9F26998-DDAD-4777-81C8-33D4C652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961" y="603623"/>
            <a:ext cx="190478" cy="1678414"/>
          </a:xfrm>
          <a:custGeom xmlns:a="http://schemas.openxmlformats.org/drawingml/2006/main">
            <a:pathLst>
              <a:path w="190478" h="1678414">
                <a:moveTo>
                  <a:pt x="0" y="1678414"/>
                </a:moveTo>
                <a:lnTo>
                  <a:pt x="190478" y="1678414"/>
                </a:lnTo>
                <a:lnTo>
                  <a:pt x="190478" y="0"/>
                </a:lnTo>
                <a:lnTo>
                  <a:pt x="0" y="0"/>
                </a:lnTo>
                <a:lnTo>
                  <a:pt x="0" y="167841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>
            <a:noFill/>
          </a:ln>
        </p:spPr>
      </p:sp>
      <p:sp>
        <p:nvSpPr>
          <p:cNvPr id="26" name="Original native bar-chart element 26">
            <a:extLst xmlns:a="http://schemas.openxmlformats.org/drawingml/2006/main">
              <a:ext uri="{FF2B5EF4-FFF2-40B4-BE49-F238E27FC236}">
                <a16:creationId xmlns:a16="http://schemas.microsoft.com/office/drawing/2014/main" id="{1E5500AC-3219-4222-BCA5-201120DC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9872" y="2282036"/>
            <a:ext cx="190478" cy="10"/>
          </a:xfrm>
          <a:custGeom xmlns:a="http://schemas.openxmlformats.org/drawingml/2006/main">
            <a:pathLst>
              <a:path w="190478" h="10">
                <a:moveTo>
                  <a:pt x="0" y="0"/>
                </a:moveTo>
                <a:lnTo>
                  <a:pt x="19047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>
            <a:noFill/>
          </a:ln>
        </p:spPr>
      </p:sp>
      <p:sp>
        <p:nvSpPr>
          <p:cNvPr id="27" name="Original native bar-chart element 27">
            <a:extLst xmlns:a="http://schemas.openxmlformats.org/drawingml/2006/main">
              <a:ext uri="{FF2B5EF4-FFF2-40B4-BE49-F238E27FC236}">
                <a16:creationId xmlns:a16="http://schemas.microsoft.com/office/drawing/2014/main" id="{00564598-2229-4AA9-89F8-222F7298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252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8" name="Original native bar-chart element 28">
            <a:extLst xmlns:a="http://schemas.openxmlformats.org/drawingml/2006/main">
              <a:ext uri="{FF2B5EF4-FFF2-40B4-BE49-F238E27FC236}">
                <a16:creationId xmlns:a16="http://schemas.microsoft.com/office/drawing/2014/main" id="{04FF334D-8274-4030-AD13-5CECD8D9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252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29" name="Original native bar-chart element 29">
            <a:extLst xmlns:a="http://schemas.openxmlformats.org/drawingml/2006/main">
              <a:ext uri="{FF2B5EF4-FFF2-40B4-BE49-F238E27FC236}">
                <a16:creationId xmlns:a16="http://schemas.microsoft.com/office/drawing/2014/main" id="{D4BD8E6F-5CB5-4DEF-93C8-A60985FE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56" y="2764691"/>
            <a:ext cx="162454" cy="161235"/>
          </a:xfrm>
          <a:custGeom xmlns:a="http://schemas.openxmlformats.org/drawingml/2006/main">
            <a:pathLst>
              <a:path w="162454" h="161235">
                <a:moveTo>
                  <a:pt x="0" y="62462"/>
                </a:moveTo>
                <a:lnTo>
                  <a:pt x="62462" y="0"/>
                </a:lnTo>
                <a:lnTo>
                  <a:pt x="73707" y="11246"/>
                </a:lnTo>
                <a:lnTo>
                  <a:pt x="24659" y="60294"/>
                </a:lnTo>
                <a:lnTo>
                  <a:pt x="53926" y="89560"/>
                </a:lnTo>
                <a:lnTo>
                  <a:pt x="100941" y="42544"/>
                </a:lnTo>
                <a:lnTo>
                  <a:pt x="112187" y="53790"/>
                </a:lnTo>
                <a:lnTo>
                  <a:pt x="65171" y="100806"/>
                </a:lnTo>
                <a:lnTo>
                  <a:pt x="100941" y="136575"/>
                </a:lnTo>
                <a:lnTo>
                  <a:pt x="151209" y="86308"/>
                </a:lnTo>
                <a:lnTo>
                  <a:pt x="162454" y="97554"/>
                </a:lnTo>
                <a:lnTo>
                  <a:pt x="98773" y="161235"/>
                </a:lnTo>
                <a:lnTo>
                  <a:pt x="0" y="624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0" name="Original native bar-chart element 30">
            <a:extLst xmlns:a="http://schemas.openxmlformats.org/drawingml/2006/main">
              <a:ext uri="{FF2B5EF4-FFF2-40B4-BE49-F238E27FC236}">
                <a16:creationId xmlns:a16="http://schemas.microsoft.com/office/drawing/2014/main" id="{CEBD0474-E3A1-46E9-9B0B-7872C8D0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536" y="2705075"/>
            <a:ext cx="143486" cy="144569"/>
          </a:xfrm>
          <a:custGeom xmlns:a="http://schemas.openxmlformats.org/drawingml/2006/main">
            <a:pathLst>
              <a:path w="143486" h="144569">
                <a:moveTo>
                  <a:pt x="68017" y="0"/>
                </a:moveTo>
                <a:lnTo>
                  <a:pt x="77230" y="62868"/>
                </a:lnTo>
                <a:lnTo>
                  <a:pt x="143486" y="72759"/>
                </a:lnTo>
                <a:lnTo>
                  <a:pt x="129123" y="87121"/>
                </a:lnTo>
                <a:lnTo>
                  <a:pt x="78450" y="79534"/>
                </a:lnTo>
                <a:lnTo>
                  <a:pt x="86037" y="130207"/>
                </a:lnTo>
                <a:lnTo>
                  <a:pt x="71675" y="144569"/>
                </a:lnTo>
                <a:lnTo>
                  <a:pt x="61649" y="77095"/>
                </a:lnTo>
                <a:lnTo>
                  <a:pt x="0" y="68017"/>
                </a:lnTo>
                <a:lnTo>
                  <a:pt x="14362" y="53655"/>
                </a:lnTo>
                <a:lnTo>
                  <a:pt x="60429" y="60429"/>
                </a:lnTo>
                <a:lnTo>
                  <a:pt x="53655" y="14362"/>
                </a:lnTo>
                <a:lnTo>
                  <a:pt x="6801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1" name="Original native bar-chart element 31">
            <a:extLst xmlns:a="http://schemas.openxmlformats.org/drawingml/2006/main">
              <a:ext uri="{FF2B5EF4-FFF2-40B4-BE49-F238E27FC236}">
                <a16:creationId xmlns:a16="http://schemas.microsoft.com/office/drawing/2014/main" id="{98338A84-5711-475A-9891-E2F9A21E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709" y="2636651"/>
            <a:ext cx="124517" cy="152428"/>
          </a:xfrm>
          <a:custGeom xmlns:a="http://schemas.openxmlformats.org/drawingml/2006/main">
            <a:pathLst>
              <a:path w="124517" h="152428">
                <a:moveTo>
                  <a:pt x="75198" y="101077"/>
                </a:moveTo>
                <a:lnTo>
                  <a:pt x="114355" y="140234"/>
                </a:lnTo>
                <a:lnTo>
                  <a:pt x="102161" y="152428"/>
                </a:lnTo>
                <a:lnTo>
                  <a:pt x="0" y="50267"/>
                </a:lnTo>
                <a:lnTo>
                  <a:pt x="12194" y="38073"/>
                </a:lnTo>
                <a:lnTo>
                  <a:pt x="23440" y="49319"/>
                </a:lnTo>
                <a:lnTo>
                  <a:pt x="23005" y="47631"/>
                </a:lnTo>
                <a:lnTo>
                  <a:pt x="22649" y="45955"/>
                </a:lnTo>
                <a:lnTo>
                  <a:pt x="22371" y="44291"/>
                </a:lnTo>
                <a:lnTo>
                  <a:pt x="22170" y="42640"/>
                </a:lnTo>
                <a:lnTo>
                  <a:pt x="22047" y="41002"/>
                </a:lnTo>
                <a:lnTo>
                  <a:pt x="22000" y="39377"/>
                </a:lnTo>
                <a:lnTo>
                  <a:pt x="22030" y="37767"/>
                </a:lnTo>
                <a:lnTo>
                  <a:pt x="22135" y="36171"/>
                </a:lnTo>
                <a:lnTo>
                  <a:pt x="22316" y="34591"/>
                </a:lnTo>
                <a:lnTo>
                  <a:pt x="22571" y="33025"/>
                </a:lnTo>
                <a:lnTo>
                  <a:pt x="22901" y="31476"/>
                </a:lnTo>
                <a:lnTo>
                  <a:pt x="23305" y="29944"/>
                </a:lnTo>
                <a:lnTo>
                  <a:pt x="23784" y="28425"/>
                </a:lnTo>
                <a:lnTo>
                  <a:pt x="24343" y="26918"/>
                </a:lnTo>
                <a:lnTo>
                  <a:pt x="24979" y="25424"/>
                </a:lnTo>
                <a:lnTo>
                  <a:pt x="25693" y="23942"/>
                </a:lnTo>
                <a:lnTo>
                  <a:pt x="26484" y="22473"/>
                </a:lnTo>
                <a:lnTo>
                  <a:pt x="27352" y="21018"/>
                </a:lnTo>
                <a:lnTo>
                  <a:pt x="28296" y="19577"/>
                </a:lnTo>
                <a:lnTo>
                  <a:pt x="29316" y="18151"/>
                </a:lnTo>
                <a:lnTo>
                  <a:pt x="30411" y="16740"/>
                </a:lnTo>
                <a:lnTo>
                  <a:pt x="31581" y="15344"/>
                </a:lnTo>
                <a:lnTo>
                  <a:pt x="32826" y="13964"/>
                </a:lnTo>
                <a:lnTo>
                  <a:pt x="34144" y="12601"/>
                </a:lnTo>
                <a:lnTo>
                  <a:pt x="36422" y="10475"/>
                </a:lnTo>
                <a:lnTo>
                  <a:pt x="38783" y="8569"/>
                </a:lnTo>
                <a:lnTo>
                  <a:pt x="41228" y="6880"/>
                </a:lnTo>
                <a:lnTo>
                  <a:pt x="43754" y="5410"/>
                </a:lnTo>
                <a:lnTo>
                  <a:pt x="46361" y="4155"/>
                </a:lnTo>
                <a:lnTo>
                  <a:pt x="49048" y="3116"/>
                </a:lnTo>
                <a:lnTo>
                  <a:pt x="51814" y="2292"/>
                </a:lnTo>
                <a:lnTo>
                  <a:pt x="54658" y="1681"/>
                </a:lnTo>
                <a:lnTo>
                  <a:pt x="57580" y="1283"/>
                </a:lnTo>
                <a:lnTo>
                  <a:pt x="60577" y="1096"/>
                </a:lnTo>
                <a:lnTo>
                  <a:pt x="63650" y="1121"/>
                </a:lnTo>
                <a:lnTo>
                  <a:pt x="66797" y="1355"/>
                </a:lnTo>
                <a:lnTo>
                  <a:pt x="69970" y="1863"/>
                </a:lnTo>
                <a:lnTo>
                  <a:pt x="73120" y="2576"/>
                </a:lnTo>
                <a:lnTo>
                  <a:pt x="76248" y="3493"/>
                </a:lnTo>
                <a:lnTo>
                  <a:pt x="79353" y="4617"/>
                </a:lnTo>
                <a:lnTo>
                  <a:pt x="82435" y="5947"/>
                </a:lnTo>
                <a:lnTo>
                  <a:pt x="85495" y="7486"/>
                </a:lnTo>
                <a:lnTo>
                  <a:pt x="88532" y="9233"/>
                </a:lnTo>
                <a:lnTo>
                  <a:pt x="91547" y="11191"/>
                </a:lnTo>
                <a:lnTo>
                  <a:pt x="94539" y="13359"/>
                </a:lnTo>
                <a:lnTo>
                  <a:pt x="97509" y="15738"/>
                </a:lnTo>
                <a:lnTo>
                  <a:pt x="100456" y="18331"/>
                </a:lnTo>
                <a:lnTo>
                  <a:pt x="103380" y="21137"/>
                </a:lnTo>
                <a:lnTo>
                  <a:pt x="106189" y="24064"/>
                </a:lnTo>
                <a:lnTo>
                  <a:pt x="108788" y="27017"/>
                </a:lnTo>
                <a:lnTo>
                  <a:pt x="111177" y="29997"/>
                </a:lnTo>
                <a:lnTo>
                  <a:pt x="113356" y="33000"/>
                </a:lnTo>
                <a:lnTo>
                  <a:pt x="115325" y="36025"/>
                </a:lnTo>
                <a:lnTo>
                  <a:pt x="117082" y="39072"/>
                </a:lnTo>
                <a:lnTo>
                  <a:pt x="118627" y="42139"/>
                </a:lnTo>
                <a:lnTo>
                  <a:pt x="119960" y="45224"/>
                </a:lnTo>
                <a:lnTo>
                  <a:pt x="121081" y="48326"/>
                </a:lnTo>
                <a:lnTo>
                  <a:pt x="121988" y="51443"/>
                </a:lnTo>
                <a:lnTo>
                  <a:pt x="122682" y="54575"/>
                </a:lnTo>
                <a:lnTo>
                  <a:pt x="123162" y="57719"/>
                </a:lnTo>
                <a:lnTo>
                  <a:pt x="123393" y="60864"/>
                </a:lnTo>
                <a:lnTo>
                  <a:pt x="123410" y="63929"/>
                </a:lnTo>
                <a:lnTo>
                  <a:pt x="123213" y="66916"/>
                </a:lnTo>
                <a:lnTo>
                  <a:pt x="122800" y="69823"/>
                </a:lnTo>
                <a:lnTo>
                  <a:pt x="122174" y="72652"/>
                </a:lnTo>
                <a:lnTo>
                  <a:pt x="121333" y="75401"/>
                </a:lnTo>
                <a:lnTo>
                  <a:pt x="120277" y="78071"/>
                </a:lnTo>
                <a:lnTo>
                  <a:pt x="119007" y="80663"/>
                </a:lnTo>
                <a:lnTo>
                  <a:pt x="117522" y="83175"/>
                </a:lnTo>
                <a:lnTo>
                  <a:pt x="115823" y="85608"/>
                </a:lnTo>
                <a:lnTo>
                  <a:pt x="113909" y="87962"/>
                </a:lnTo>
                <a:lnTo>
                  <a:pt x="111781" y="90237"/>
                </a:lnTo>
                <a:lnTo>
                  <a:pt x="110417" y="91556"/>
                </a:lnTo>
                <a:lnTo>
                  <a:pt x="109038" y="92800"/>
                </a:lnTo>
                <a:lnTo>
                  <a:pt x="107644" y="93972"/>
                </a:lnTo>
                <a:lnTo>
                  <a:pt x="106235" y="95070"/>
                </a:lnTo>
                <a:lnTo>
                  <a:pt x="104814" y="96095"/>
                </a:lnTo>
                <a:lnTo>
                  <a:pt x="103380" y="97046"/>
                </a:lnTo>
                <a:lnTo>
                  <a:pt x="101935" y="97924"/>
                </a:lnTo>
                <a:lnTo>
                  <a:pt x="100480" y="98728"/>
                </a:lnTo>
                <a:lnTo>
                  <a:pt x="99015" y="99459"/>
                </a:lnTo>
                <a:lnTo>
                  <a:pt x="97541" y="100117"/>
                </a:lnTo>
                <a:lnTo>
                  <a:pt x="96061" y="100701"/>
                </a:lnTo>
                <a:lnTo>
                  <a:pt x="94573" y="101212"/>
                </a:lnTo>
                <a:lnTo>
                  <a:pt x="93071" y="101647"/>
                </a:lnTo>
                <a:lnTo>
                  <a:pt x="91548" y="102002"/>
                </a:lnTo>
                <a:lnTo>
                  <a:pt x="90002" y="102277"/>
                </a:lnTo>
                <a:lnTo>
                  <a:pt x="88436" y="102472"/>
                </a:lnTo>
                <a:lnTo>
                  <a:pt x="86849" y="102586"/>
                </a:lnTo>
                <a:lnTo>
                  <a:pt x="85241" y="102618"/>
                </a:lnTo>
                <a:lnTo>
                  <a:pt x="83614" y="102568"/>
                </a:lnTo>
                <a:lnTo>
                  <a:pt x="81967" y="102437"/>
                </a:lnTo>
                <a:lnTo>
                  <a:pt x="80302" y="102222"/>
                </a:lnTo>
                <a:lnTo>
                  <a:pt x="78618" y="101924"/>
                </a:lnTo>
                <a:lnTo>
                  <a:pt x="76917" y="101543"/>
                </a:lnTo>
                <a:lnTo>
                  <a:pt x="75198" y="101077"/>
                </a:lnTo>
                <a:close/>
                <a:moveTo>
                  <a:pt x="90779" y="33737"/>
                </a:moveTo>
                <a:lnTo>
                  <a:pt x="88546" y="31583"/>
                </a:lnTo>
                <a:lnTo>
                  <a:pt x="86319" y="29592"/>
                </a:lnTo>
                <a:lnTo>
                  <a:pt x="84096" y="27761"/>
                </a:lnTo>
                <a:lnTo>
                  <a:pt x="81877" y="26090"/>
                </a:lnTo>
                <a:lnTo>
                  <a:pt x="79662" y="24576"/>
                </a:lnTo>
                <a:lnTo>
                  <a:pt x="77450" y="23220"/>
                </a:lnTo>
                <a:lnTo>
                  <a:pt x="75241" y="22019"/>
                </a:lnTo>
                <a:lnTo>
                  <a:pt x="73035" y="20971"/>
                </a:lnTo>
                <a:lnTo>
                  <a:pt x="70830" y="20076"/>
                </a:lnTo>
                <a:lnTo>
                  <a:pt x="68627" y="19332"/>
                </a:lnTo>
                <a:lnTo>
                  <a:pt x="66425" y="18738"/>
                </a:lnTo>
                <a:lnTo>
                  <a:pt x="64223" y="18291"/>
                </a:lnTo>
                <a:lnTo>
                  <a:pt x="62016" y="18032"/>
                </a:lnTo>
                <a:lnTo>
                  <a:pt x="59864" y="17931"/>
                </a:lnTo>
                <a:lnTo>
                  <a:pt x="57768" y="17989"/>
                </a:lnTo>
                <a:lnTo>
                  <a:pt x="55727" y="18206"/>
                </a:lnTo>
                <a:lnTo>
                  <a:pt x="53741" y="18583"/>
                </a:lnTo>
                <a:lnTo>
                  <a:pt x="51809" y="19121"/>
                </a:lnTo>
                <a:lnTo>
                  <a:pt x="49930" y="19820"/>
                </a:lnTo>
                <a:lnTo>
                  <a:pt x="48105" y="20680"/>
                </a:lnTo>
                <a:lnTo>
                  <a:pt x="46332" y="21702"/>
                </a:lnTo>
                <a:lnTo>
                  <a:pt x="44611" y="22886"/>
                </a:lnTo>
                <a:lnTo>
                  <a:pt x="42942" y="24233"/>
                </a:lnTo>
                <a:lnTo>
                  <a:pt x="41325" y="25743"/>
                </a:lnTo>
                <a:lnTo>
                  <a:pt x="39784" y="27392"/>
                </a:lnTo>
                <a:lnTo>
                  <a:pt x="38411" y="29086"/>
                </a:lnTo>
                <a:lnTo>
                  <a:pt x="37207" y="30826"/>
                </a:lnTo>
                <a:lnTo>
                  <a:pt x="36171" y="32613"/>
                </a:lnTo>
                <a:lnTo>
                  <a:pt x="35303" y="34447"/>
                </a:lnTo>
                <a:lnTo>
                  <a:pt x="34601" y="36329"/>
                </a:lnTo>
                <a:lnTo>
                  <a:pt x="34066" y="38258"/>
                </a:lnTo>
                <a:lnTo>
                  <a:pt x="33697" y="40236"/>
                </a:lnTo>
                <a:lnTo>
                  <a:pt x="33494" y="42263"/>
                </a:lnTo>
                <a:lnTo>
                  <a:pt x="33456" y="44339"/>
                </a:lnTo>
                <a:lnTo>
                  <a:pt x="33582" y="46465"/>
                </a:lnTo>
                <a:lnTo>
                  <a:pt x="33873" y="48641"/>
                </a:lnTo>
                <a:lnTo>
                  <a:pt x="34291" y="50872"/>
                </a:lnTo>
                <a:lnTo>
                  <a:pt x="34866" y="53093"/>
                </a:lnTo>
                <a:lnTo>
                  <a:pt x="35600" y="55306"/>
                </a:lnTo>
                <a:lnTo>
                  <a:pt x="36492" y="57514"/>
                </a:lnTo>
                <a:lnTo>
                  <a:pt x="37542" y="59718"/>
                </a:lnTo>
                <a:lnTo>
                  <a:pt x="38751" y="61920"/>
                </a:lnTo>
                <a:lnTo>
                  <a:pt x="40117" y="64122"/>
                </a:lnTo>
                <a:lnTo>
                  <a:pt x="41641" y="66326"/>
                </a:lnTo>
                <a:lnTo>
                  <a:pt x="43323" y="68533"/>
                </a:lnTo>
                <a:lnTo>
                  <a:pt x="45164" y="70747"/>
                </a:lnTo>
                <a:lnTo>
                  <a:pt x="47162" y="72968"/>
                </a:lnTo>
                <a:lnTo>
                  <a:pt x="49319" y="75198"/>
                </a:lnTo>
                <a:lnTo>
                  <a:pt x="51552" y="77357"/>
                </a:lnTo>
                <a:lnTo>
                  <a:pt x="53780" y="79363"/>
                </a:lnTo>
                <a:lnTo>
                  <a:pt x="56005" y="81214"/>
                </a:lnTo>
                <a:lnTo>
                  <a:pt x="58226" y="82911"/>
                </a:lnTo>
                <a:lnTo>
                  <a:pt x="60446" y="84451"/>
                </a:lnTo>
                <a:lnTo>
                  <a:pt x="62665" y="85834"/>
                </a:lnTo>
                <a:lnTo>
                  <a:pt x="64884" y="87059"/>
                </a:lnTo>
                <a:lnTo>
                  <a:pt x="67103" y="88125"/>
                </a:lnTo>
                <a:lnTo>
                  <a:pt x="69325" y="89031"/>
                </a:lnTo>
                <a:lnTo>
                  <a:pt x="71550" y="89776"/>
                </a:lnTo>
                <a:lnTo>
                  <a:pt x="73778" y="90359"/>
                </a:lnTo>
                <a:lnTo>
                  <a:pt x="76011" y="90779"/>
                </a:lnTo>
                <a:lnTo>
                  <a:pt x="78184" y="91067"/>
                </a:lnTo>
                <a:lnTo>
                  <a:pt x="80303" y="91186"/>
                </a:lnTo>
                <a:lnTo>
                  <a:pt x="82368" y="91137"/>
                </a:lnTo>
                <a:lnTo>
                  <a:pt x="84381" y="90920"/>
                </a:lnTo>
                <a:lnTo>
                  <a:pt x="86343" y="90535"/>
                </a:lnTo>
                <a:lnTo>
                  <a:pt x="88256" y="89983"/>
                </a:lnTo>
                <a:lnTo>
                  <a:pt x="90120" y="89265"/>
                </a:lnTo>
                <a:lnTo>
                  <a:pt x="91939" y="88381"/>
                </a:lnTo>
                <a:lnTo>
                  <a:pt x="93711" y="87331"/>
                </a:lnTo>
                <a:lnTo>
                  <a:pt x="95441" y="86116"/>
                </a:lnTo>
                <a:lnTo>
                  <a:pt x="97127" y="84736"/>
                </a:lnTo>
                <a:lnTo>
                  <a:pt x="98773" y="83192"/>
                </a:lnTo>
                <a:lnTo>
                  <a:pt x="100286" y="81577"/>
                </a:lnTo>
                <a:lnTo>
                  <a:pt x="101641" y="79916"/>
                </a:lnTo>
                <a:lnTo>
                  <a:pt x="102836" y="78206"/>
                </a:lnTo>
                <a:lnTo>
                  <a:pt x="103872" y="76447"/>
                </a:lnTo>
                <a:lnTo>
                  <a:pt x="104748" y="74638"/>
                </a:lnTo>
                <a:lnTo>
                  <a:pt x="105463" y="72776"/>
                </a:lnTo>
                <a:lnTo>
                  <a:pt x="106018" y="70860"/>
                </a:lnTo>
                <a:lnTo>
                  <a:pt x="106411" y="68890"/>
                </a:lnTo>
                <a:lnTo>
                  <a:pt x="106642" y="66863"/>
                </a:lnTo>
                <a:lnTo>
                  <a:pt x="106711" y="64778"/>
                </a:lnTo>
                <a:lnTo>
                  <a:pt x="106618" y="62634"/>
                </a:lnTo>
                <a:lnTo>
                  <a:pt x="106361" y="60429"/>
                </a:lnTo>
                <a:lnTo>
                  <a:pt x="105912" y="58225"/>
                </a:lnTo>
                <a:lnTo>
                  <a:pt x="105310" y="56015"/>
                </a:lnTo>
                <a:lnTo>
                  <a:pt x="104555" y="53801"/>
                </a:lnTo>
                <a:lnTo>
                  <a:pt x="103646" y="51582"/>
                </a:lnTo>
                <a:lnTo>
                  <a:pt x="102583" y="49360"/>
                </a:lnTo>
                <a:lnTo>
                  <a:pt x="101365" y="47134"/>
                </a:lnTo>
                <a:lnTo>
                  <a:pt x="99991" y="44906"/>
                </a:lnTo>
                <a:lnTo>
                  <a:pt x="98462" y="42675"/>
                </a:lnTo>
                <a:lnTo>
                  <a:pt x="96777" y="40442"/>
                </a:lnTo>
                <a:lnTo>
                  <a:pt x="94935" y="38208"/>
                </a:lnTo>
                <a:lnTo>
                  <a:pt x="92936" y="35973"/>
                </a:lnTo>
                <a:lnTo>
                  <a:pt x="90779" y="337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2" name="Original native bar-chart element 32">
            <a:extLst xmlns:a="http://schemas.openxmlformats.org/drawingml/2006/main">
              <a:ext uri="{FF2B5EF4-FFF2-40B4-BE49-F238E27FC236}">
                <a16:creationId xmlns:a16="http://schemas.microsoft.com/office/drawing/2014/main" id="{5A0EE0A1-B7E4-4644-8000-7F785998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292" y="2559421"/>
            <a:ext cx="115168" cy="115168"/>
          </a:xfrm>
          <a:custGeom xmlns:a="http://schemas.openxmlformats.org/drawingml/2006/main">
            <a:pathLst>
              <a:path w="115168" h="115168">
                <a:moveTo>
                  <a:pt x="0" y="12194"/>
                </a:moveTo>
                <a:lnTo>
                  <a:pt x="12194" y="0"/>
                </a:lnTo>
                <a:lnTo>
                  <a:pt x="115168" y="102974"/>
                </a:lnTo>
                <a:lnTo>
                  <a:pt x="102974" y="115168"/>
                </a:lnTo>
                <a:lnTo>
                  <a:pt x="0" y="121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3" name="Original native bar-chart element 33">
            <a:extLst xmlns:a="http://schemas.openxmlformats.org/drawingml/2006/main">
              <a:ext uri="{FF2B5EF4-FFF2-40B4-BE49-F238E27FC236}">
                <a16:creationId xmlns:a16="http://schemas.microsoft.com/office/drawing/2014/main" id="{2FC2EF67-37C6-4066-97A4-6234BF27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9" y="2519180"/>
            <a:ext cx="127904" cy="111510"/>
          </a:xfrm>
          <a:custGeom xmlns:a="http://schemas.openxmlformats.org/drawingml/2006/main">
            <a:pathLst>
              <a:path w="127904" h="111510">
                <a:moveTo>
                  <a:pt x="66391" y="46745"/>
                </a:moveTo>
                <a:lnTo>
                  <a:pt x="64008" y="49178"/>
                </a:lnTo>
                <a:lnTo>
                  <a:pt x="61805" y="51531"/>
                </a:lnTo>
                <a:lnTo>
                  <a:pt x="59779" y="53805"/>
                </a:lnTo>
                <a:lnTo>
                  <a:pt x="57930" y="55998"/>
                </a:lnTo>
                <a:lnTo>
                  <a:pt x="56256" y="58110"/>
                </a:lnTo>
                <a:lnTo>
                  <a:pt x="54756" y="60141"/>
                </a:lnTo>
                <a:lnTo>
                  <a:pt x="53427" y="62090"/>
                </a:lnTo>
                <a:lnTo>
                  <a:pt x="52270" y="63957"/>
                </a:lnTo>
                <a:lnTo>
                  <a:pt x="51281" y="65741"/>
                </a:lnTo>
                <a:lnTo>
                  <a:pt x="50461" y="67442"/>
                </a:lnTo>
                <a:lnTo>
                  <a:pt x="49807" y="69058"/>
                </a:lnTo>
                <a:lnTo>
                  <a:pt x="49319" y="70591"/>
                </a:lnTo>
                <a:lnTo>
                  <a:pt x="49017" y="72107"/>
                </a:lnTo>
                <a:lnTo>
                  <a:pt x="48857" y="73606"/>
                </a:lnTo>
                <a:lnTo>
                  <a:pt x="48838" y="75090"/>
                </a:lnTo>
                <a:lnTo>
                  <a:pt x="48963" y="76558"/>
                </a:lnTo>
                <a:lnTo>
                  <a:pt x="49230" y="78011"/>
                </a:lnTo>
                <a:lnTo>
                  <a:pt x="49641" y="79449"/>
                </a:lnTo>
                <a:lnTo>
                  <a:pt x="50195" y="80873"/>
                </a:lnTo>
                <a:lnTo>
                  <a:pt x="50895" y="82284"/>
                </a:lnTo>
                <a:lnTo>
                  <a:pt x="51739" y="83681"/>
                </a:lnTo>
                <a:lnTo>
                  <a:pt x="52728" y="85065"/>
                </a:lnTo>
                <a:lnTo>
                  <a:pt x="53863" y="86438"/>
                </a:lnTo>
                <a:lnTo>
                  <a:pt x="55145" y="87799"/>
                </a:lnTo>
                <a:lnTo>
                  <a:pt x="56240" y="88837"/>
                </a:lnTo>
                <a:lnTo>
                  <a:pt x="57357" y="89784"/>
                </a:lnTo>
                <a:lnTo>
                  <a:pt x="58496" y="90637"/>
                </a:lnTo>
                <a:lnTo>
                  <a:pt x="59656" y="91397"/>
                </a:lnTo>
                <a:lnTo>
                  <a:pt x="60837" y="92060"/>
                </a:lnTo>
                <a:lnTo>
                  <a:pt x="62038" y="92625"/>
                </a:lnTo>
                <a:lnTo>
                  <a:pt x="63259" y="93092"/>
                </a:lnTo>
                <a:lnTo>
                  <a:pt x="64499" y="93459"/>
                </a:lnTo>
                <a:lnTo>
                  <a:pt x="65758" y="93724"/>
                </a:lnTo>
                <a:lnTo>
                  <a:pt x="67035" y="93886"/>
                </a:lnTo>
                <a:lnTo>
                  <a:pt x="68330" y="93944"/>
                </a:lnTo>
                <a:lnTo>
                  <a:pt x="69643" y="93896"/>
                </a:lnTo>
                <a:lnTo>
                  <a:pt x="70992" y="93777"/>
                </a:lnTo>
                <a:lnTo>
                  <a:pt x="72330" y="93558"/>
                </a:lnTo>
                <a:lnTo>
                  <a:pt x="73657" y="93239"/>
                </a:lnTo>
                <a:lnTo>
                  <a:pt x="74972" y="92822"/>
                </a:lnTo>
                <a:lnTo>
                  <a:pt x="76276" y="92306"/>
                </a:lnTo>
                <a:lnTo>
                  <a:pt x="77569" y="91694"/>
                </a:lnTo>
                <a:lnTo>
                  <a:pt x="78850" y="90986"/>
                </a:lnTo>
                <a:lnTo>
                  <a:pt x="80121" y="90182"/>
                </a:lnTo>
                <a:lnTo>
                  <a:pt x="81380" y="89285"/>
                </a:lnTo>
                <a:lnTo>
                  <a:pt x="82627" y="88294"/>
                </a:lnTo>
                <a:lnTo>
                  <a:pt x="83864" y="87211"/>
                </a:lnTo>
                <a:lnTo>
                  <a:pt x="85089" y="86037"/>
                </a:lnTo>
                <a:lnTo>
                  <a:pt x="86706" y="84324"/>
                </a:lnTo>
                <a:lnTo>
                  <a:pt x="88170" y="82570"/>
                </a:lnTo>
                <a:lnTo>
                  <a:pt x="89479" y="80774"/>
                </a:lnTo>
                <a:lnTo>
                  <a:pt x="90634" y="78936"/>
                </a:lnTo>
                <a:lnTo>
                  <a:pt x="91632" y="77055"/>
                </a:lnTo>
                <a:lnTo>
                  <a:pt x="92473" y="75130"/>
                </a:lnTo>
                <a:lnTo>
                  <a:pt x="93156" y="73160"/>
                </a:lnTo>
                <a:lnTo>
                  <a:pt x="93680" y="71143"/>
                </a:lnTo>
                <a:lnTo>
                  <a:pt x="94044" y="69080"/>
                </a:lnTo>
                <a:lnTo>
                  <a:pt x="94247" y="66968"/>
                </a:lnTo>
                <a:lnTo>
                  <a:pt x="94288" y="64807"/>
                </a:lnTo>
                <a:lnTo>
                  <a:pt x="94167" y="62597"/>
                </a:lnTo>
                <a:lnTo>
                  <a:pt x="93921" y="60404"/>
                </a:lnTo>
                <a:lnTo>
                  <a:pt x="93523" y="58227"/>
                </a:lnTo>
                <a:lnTo>
                  <a:pt x="92973" y="56068"/>
                </a:lnTo>
                <a:lnTo>
                  <a:pt x="92270" y="53926"/>
                </a:lnTo>
                <a:lnTo>
                  <a:pt x="91414" y="51800"/>
                </a:lnTo>
                <a:lnTo>
                  <a:pt x="90407" y="49692"/>
                </a:lnTo>
                <a:lnTo>
                  <a:pt x="89247" y="47600"/>
                </a:lnTo>
                <a:lnTo>
                  <a:pt x="87934" y="45525"/>
                </a:lnTo>
                <a:lnTo>
                  <a:pt x="86469" y="43467"/>
                </a:lnTo>
                <a:lnTo>
                  <a:pt x="84852" y="41427"/>
                </a:lnTo>
                <a:lnTo>
                  <a:pt x="83082" y="39403"/>
                </a:lnTo>
                <a:lnTo>
                  <a:pt x="81159" y="37396"/>
                </a:lnTo>
                <a:lnTo>
                  <a:pt x="78450" y="34686"/>
                </a:lnTo>
                <a:lnTo>
                  <a:pt x="66391" y="46745"/>
                </a:lnTo>
                <a:close/>
                <a:moveTo>
                  <a:pt x="85631" y="17478"/>
                </a:moveTo>
                <a:lnTo>
                  <a:pt x="127904" y="59752"/>
                </a:lnTo>
                <a:lnTo>
                  <a:pt x="115710" y="71946"/>
                </a:lnTo>
                <a:lnTo>
                  <a:pt x="104464" y="60700"/>
                </a:lnTo>
                <a:lnTo>
                  <a:pt x="104862" y="62549"/>
                </a:lnTo>
                <a:lnTo>
                  <a:pt x="105177" y="64370"/>
                </a:lnTo>
                <a:lnTo>
                  <a:pt x="105408" y="66162"/>
                </a:lnTo>
                <a:lnTo>
                  <a:pt x="105558" y="67926"/>
                </a:lnTo>
                <a:lnTo>
                  <a:pt x="105627" y="69662"/>
                </a:lnTo>
                <a:lnTo>
                  <a:pt x="105616" y="71370"/>
                </a:lnTo>
                <a:lnTo>
                  <a:pt x="105525" y="73050"/>
                </a:lnTo>
                <a:lnTo>
                  <a:pt x="105357" y="74701"/>
                </a:lnTo>
                <a:lnTo>
                  <a:pt x="105112" y="76324"/>
                </a:lnTo>
                <a:lnTo>
                  <a:pt x="104790" y="77919"/>
                </a:lnTo>
                <a:lnTo>
                  <a:pt x="104393" y="79486"/>
                </a:lnTo>
                <a:lnTo>
                  <a:pt x="103922" y="81024"/>
                </a:lnTo>
                <a:lnTo>
                  <a:pt x="103372" y="82551"/>
                </a:lnTo>
                <a:lnTo>
                  <a:pt x="102737" y="84082"/>
                </a:lnTo>
                <a:lnTo>
                  <a:pt x="102019" y="85616"/>
                </a:lnTo>
                <a:lnTo>
                  <a:pt x="101217" y="87151"/>
                </a:lnTo>
                <a:lnTo>
                  <a:pt x="100333" y="88686"/>
                </a:lnTo>
                <a:lnTo>
                  <a:pt x="99366" y="90220"/>
                </a:lnTo>
                <a:lnTo>
                  <a:pt x="98318" y="91752"/>
                </a:lnTo>
                <a:lnTo>
                  <a:pt x="97188" y="93278"/>
                </a:lnTo>
                <a:lnTo>
                  <a:pt x="95977" y="94800"/>
                </a:lnTo>
                <a:lnTo>
                  <a:pt x="94685" y="96314"/>
                </a:lnTo>
                <a:lnTo>
                  <a:pt x="93314" y="97819"/>
                </a:lnTo>
                <a:lnTo>
                  <a:pt x="91863" y="99315"/>
                </a:lnTo>
                <a:lnTo>
                  <a:pt x="89955" y="101139"/>
                </a:lnTo>
                <a:lnTo>
                  <a:pt x="88024" y="102814"/>
                </a:lnTo>
                <a:lnTo>
                  <a:pt x="86071" y="104341"/>
                </a:lnTo>
                <a:lnTo>
                  <a:pt x="84095" y="105719"/>
                </a:lnTo>
                <a:lnTo>
                  <a:pt x="82097" y="106945"/>
                </a:lnTo>
                <a:lnTo>
                  <a:pt x="80075" y="108021"/>
                </a:lnTo>
                <a:lnTo>
                  <a:pt x="78032" y="108943"/>
                </a:lnTo>
                <a:lnTo>
                  <a:pt x="75966" y="109713"/>
                </a:lnTo>
                <a:lnTo>
                  <a:pt x="73877" y="110328"/>
                </a:lnTo>
                <a:lnTo>
                  <a:pt x="71765" y="110788"/>
                </a:lnTo>
                <a:lnTo>
                  <a:pt x="69631" y="111092"/>
                </a:lnTo>
                <a:lnTo>
                  <a:pt x="67475" y="111239"/>
                </a:lnTo>
                <a:lnTo>
                  <a:pt x="65324" y="111227"/>
                </a:lnTo>
                <a:lnTo>
                  <a:pt x="63206" y="111059"/>
                </a:lnTo>
                <a:lnTo>
                  <a:pt x="61121" y="110733"/>
                </a:lnTo>
                <a:lnTo>
                  <a:pt x="59069" y="110250"/>
                </a:lnTo>
                <a:lnTo>
                  <a:pt x="57049" y="109611"/>
                </a:lnTo>
                <a:lnTo>
                  <a:pt x="55060" y="108817"/>
                </a:lnTo>
                <a:lnTo>
                  <a:pt x="53103" y="107867"/>
                </a:lnTo>
                <a:lnTo>
                  <a:pt x="51176" y="106762"/>
                </a:lnTo>
                <a:lnTo>
                  <a:pt x="49279" y="105503"/>
                </a:lnTo>
                <a:lnTo>
                  <a:pt x="47411" y="104091"/>
                </a:lnTo>
                <a:lnTo>
                  <a:pt x="45573" y="102525"/>
                </a:lnTo>
                <a:lnTo>
                  <a:pt x="43764" y="100806"/>
                </a:lnTo>
                <a:lnTo>
                  <a:pt x="41796" y="98725"/>
                </a:lnTo>
                <a:lnTo>
                  <a:pt x="40027" y="96615"/>
                </a:lnTo>
                <a:lnTo>
                  <a:pt x="38456" y="94474"/>
                </a:lnTo>
                <a:lnTo>
                  <a:pt x="37085" y="92300"/>
                </a:lnTo>
                <a:lnTo>
                  <a:pt x="35912" y="90092"/>
                </a:lnTo>
                <a:lnTo>
                  <a:pt x="34940" y="87849"/>
                </a:lnTo>
                <a:lnTo>
                  <a:pt x="34168" y="85570"/>
                </a:lnTo>
                <a:lnTo>
                  <a:pt x="33597" y="83252"/>
                </a:lnTo>
                <a:lnTo>
                  <a:pt x="33227" y="80895"/>
                </a:lnTo>
                <a:lnTo>
                  <a:pt x="33059" y="78497"/>
                </a:lnTo>
                <a:lnTo>
                  <a:pt x="33094" y="76056"/>
                </a:lnTo>
                <a:lnTo>
                  <a:pt x="33331" y="73572"/>
                </a:lnTo>
                <a:lnTo>
                  <a:pt x="33769" y="71119"/>
                </a:lnTo>
                <a:lnTo>
                  <a:pt x="34405" y="68638"/>
                </a:lnTo>
                <a:lnTo>
                  <a:pt x="35240" y="66128"/>
                </a:lnTo>
                <a:lnTo>
                  <a:pt x="36277" y="63591"/>
                </a:lnTo>
                <a:lnTo>
                  <a:pt x="37514" y="61025"/>
                </a:lnTo>
                <a:lnTo>
                  <a:pt x="38954" y="58431"/>
                </a:lnTo>
                <a:lnTo>
                  <a:pt x="40597" y="55808"/>
                </a:lnTo>
                <a:lnTo>
                  <a:pt x="42444" y="53158"/>
                </a:lnTo>
                <a:lnTo>
                  <a:pt x="44496" y="50479"/>
                </a:lnTo>
                <a:lnTo>
                  <a:pt x="46755" y="47772"/>
                </a:lnTo>
                <a:lnTo>
                  <a:pt x="49220" y="45037"/>
                </a:lnTo>
                <a:lnTo>
                  <a:pt x="51893" y="42273"/>
                </a:lnTo>
                <a:lnTo>
                  <a:pt x="68965" y="25201"/>
                </a:lnTo>
                <a:lnTo>
                  <a:pt x="67746" y="23982"/>
                </a:lnTo>
                <a:lnTo>
                  <a:pt x="66343" y="22658"/>
                </a:lnTo>
                <a:lnTo>
                  <a:pt x="64912" y="21463"/>
                </a:lnTo>
                <a:lnTo>
                  <a:pt x="63454" y="20398"/>
                </a:lnTo>
                <a:lnTo>
                  <a:pt x="61970" y="19461"/>
                </a:lnTo>
                <a:lnTo>
                  <a:pt x="60459" y="18651"/>
                </a:lnTo>
                <a:lnTo>
                  <a:pt x="58922" y="17970"/>
                </a:lnTo>
                <a:lnTo>
                  <a:pt x="57360" y="17415"/>
                </a:lnTo>
                <a:lnTo>
                  <a:pt x="55772" y="16987"/>
                </a:lnTo>
                <a:lnTo>
                  <a:pt x="54161" y="16685"/>
                </a:lnTo>
                <a:lnTo>
                  <a:pt x="52525" y="16508"/>
                </a:lnTo>
                <a:lnTo>
                  <a:pt x="50866" y="16457"/>
                </a:lnTo>
                <a:lnTo>
                  <a:pt x="49183" y="16530"/>
                </a:lnTo>
                <a:lnTo>
                  <a:pt x="47521" y="16759"/>
                </a:lnTo>
                <a:lnTo>
                  <a:pt x="45854" y="17107"/>
                </a:lnTo>
                <a:lnTo>
                  <a:pt x="44183" y="17576"/>
                </a:lnTo>
                <a:lnTo>
                  <a:pt x="42509" y="18166"/>
                </a:lnTo>
                <a:lnTo>
                  <a:pt x="40834" y="18878"/>
                </a:lnTo>
                <a:lnTo>
                  <a:pt x="39157" y="19714"/>
                </a:lnTo>
                <a:lnTo>
                  <a:pt x="37481" y="20674"/>
                </a:lnTo>
                <a:lnTo>
                  <a:pt x="35805" y="21759"/>
                </a:lnTo>
                <a:lnTo>
                  <a:pt x="34131" y="22970"/>
                </a:lnTo>
                <a:lnTo>
                  <a:pt x="32460" y="24308"/>
                </a:lnTo>
                <a:lnTo>
                  <a:pt x="30793" y="25774"/>
                </a:lnTo>
                <a:lnTo>
                  <a:pt x="29131" y="27369"/>
                </a:lnTo>
                <a:lnTo>
                  <a:pt x="28064" y="28459"/>
                </a:lnTo>
                <a:lnTo>
                  <a:pt x="27029" y="29561"/>
                </a:lnTo>
                <a:lnTo>
                  <a:pt x="26027" y="30676"/>
                </a:lnTo>
                <a:lnTo>
                  <a:pt x="25056" y="31805"/>
                </a:lnTo>
                <a:lnTo>
                  <a:pt x="24115" y="32950"/>
                </a:lnTo>
                <a:lnTo>
                  <a:pt x="23203" y="34110"/>
                </a:lnTo>
                <a:lnTo>
                  <a:pt x="22319" y="35287"/>
                </a:lnTo>
                <a:lnTo>
                  <a:pt x="21463" y="36482"/>
                </a:lnTo>
                <a:lnTo>
                  <a:pt x="20633" y="37696"/>
                </a:lnTo>
                <a:lnTo>
                  <a:pt x="19828" y="38930"/>
                </a:lnTo>
                <a:lnTo>
                  <a:pt x="19048" y="40184"/>
                </a:lnTo>
                <a:lnTo>
                  <a:pt x="18291" y="41460"/>
                </a:lnTo>
                <a:lnTo>
                  <a:pt x="17560" y="42750"/>
                </a:lnTo>
                <a:lnTo>
                  <a:pt x="16857" y="44047"/>
                </a:lnTo>
                <a:lnTo>
                  <a:pt x="16181" y="45349"/>
                </a:lnTo>
                <a:lnTo>
                  <a:pt x="15531" y="46659"/>
                </a:lnTo>
                <a:lnTo>
                  <a:pt x="14908" y="47977"/>
                </a:lnTo>
                <a:lnTo>
                  <a:pt x="14311" y="49302"/>
                </a:lnTo>
                <a:lnTo>
                  <a:pt x="13740" y="50636"/>
                </a:lnTo>
                <a:lnTo>
                  <a:pt x="13193" y="51979"/>
                </a:lnTo>
                <a:lnTo>
                  <a:pt x="12671" y="53331"/>
                </a:lnTo>
                <a:lnTo>
                  <a:pt x="12172" y="54693"/>
                </a:lnTo>
                <a:lnTo>
                  <a:pt x="11698" y="56065"/>
                </a:lnTo>
                <a:lnTo>
                  <a:pt x="11246" y="57448"/>
                </a:lnTo>
                <a:lnTo>
                  <a:pt x="0" y="46203"/>
                </a:lnTo>
                <a:lnTo>
                  <a:pt x="683" y="44718"/>
                </a:lnTo>
                <a:lnTo>
                  <a:pt x="1378" y="43246"/>
                </a:lnTo>
                <a:lnTo>
                  <a:pt x="2085" y="41789"/>
                </a:lnTo>
                <a:lnTo>
                  <a:pt x="2805" y="40346"/>
                </a:lnTo>
                <a:lnTo>
                  <a:pt x="3538" y="38921"/>
                </a:lnTo>
                <a:lnTo>
                  <a:pt x="4285" y="37514"/>
                </a:lnTo>
                <a:lnTo>
                  <a:pt x="5046" y="36127"/>
                </a:lnTo>
                <a:lnTo>
                  <a:pt x="5821" y="34761"/>
                </a:lnTo>
                <a:lnTo>
                  <a:pt x="6612" y="33418"/>
                </a:lnTo>
                <a:lnTo>
                  <a:pt x="7418" y="32098"/>
                </a:lnTo>
                <a:lnTo>
                  <a:pt x="8240" y="30804"/>
                </a:lnTo>
                <a:lnTo>
                  <a:pt x="9078" y="29537"/>
                </a:lnTo>
                <a:lnTo>
                  <a:pt x="9928" y="28292"/>
                </a:lnTo>
                <a:lnTo>
                  <a:pt x="10785" y="27065"/>
                </a:lnTo>
                <a:lnTo>
                  <a:pt x="11650" y="25856"/>
                </a:lnTo>
                <a:lnTo>
                  <a:pt x="12525" y="24664"/>
                </a:lnTo>
                <a:lnTo>
                  <a:pt x="13412" y="23492"/>
                </a:lnTo>
                <a:lnTo>
                  <a:pt x="14311" y="22339"/>
                </a:lnTo>
                <a:lnTo>
                  <a:pt x="15225" y="21206"/>
                </a:lnTo>
                <a:lnTo>
                  <a:pt x="16154" y="20093"/>
                </a:lnTo>
                <a:lnTo>
                  <a:pt x="17099" y="19001"/>
                </a:lnTo>
                <a:lnTo>
                  <a:pt x="18064" y="17929"/>
                </a:lnTo>
                <a:lnTo>
                  <a:pt x="19048" y="16880"/>
                </a:lnTo>
                <a:lnTo>
                  <a:pt x="20053" y="15853"/>
                </a:lnTo>
                <a:lnTo>
                  <a:pt x="22731" y="13292"/>
                </a:lnTo>
                <a:lnTo>
                  <a:pt x="25415" y="10963"/>
                </a:lnTo>
                <a:lnTo>
                  <a:pt x="28104" y="8864"/>
                </a:lnTo>
                <a:lnTo>
                  <a:pt x="30797" y="6995"/>
                </a:lnTo>
                <a:lnTo>
                  <a:pt x="33493" y="5356"/>
                </a:lnTo>
                <a:lnTo>
                  <a:pt x="36193" y="3946"/>
                </a:lnTo>
                <a:lnTo>
                  <a:pt x="38896" y="2765"/>
                </a:lnTo>
                <a:lnTo>
                  <a:pt x="41601" y="1812"/>
                </a:lnTo>
                <a:lnTo>
                  <a:pt x="44308" y="1086"/>
                </a:lnTo>
                <a:lnTo>
                  <a:pt x="47016" y="588"/>
                </a:lnTo>
                <a:lnTo>
                  <a:pt x="49725" y="316"/>
                </a:lnTo>
                <a:lnTo>
                  <a:pt x="52435" y="271"/>
                </a:lnTo>
                <a:lnTo>
                  <a:pt x="55151" y="452"/>
                </a:lnTo>
                <a:lnTo>
                  <a:pt x="57877" y="859"/>
                </a:lnTo>
                <a:lnTo>
                  <a:pt x="60613" y="1493"/>
                </a:lnTo>
                <a:lnTo>
                  <a:pt x="63360" y="2354"/>
                </a:lnTo>
                <a:lnTo>
                  <a:pt x="66116" y="3442"/>
                </a:lnTo>
                <a:lnTo>
                  <a:pt x="68881" y="4759"/>
                </a:lnTo>
                <a:lnTo>
                  <a:pt x="71654" y="6305"/>
                </a:lnTo>
                <a:lnTo>
                  <a:pt x="74435" y="8079"/>
                </a:lnTo>
                <a:lnTo>
                  <a:pt x="77224" y="10084"/>
                </a:lnTo>
                <a:lnTo>
                  <a:pt x="80020" y="12318"/>
                </a:lnTo>
                <a:lnTo>
                  <a:pt x="82822" y="14783"/>
                </a:lnTo>
                <a:lnTo>
                  <a:pt x="85631" y="174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4" name="Original native bar-chart element 34">
            <a:extLst xmlns:a="http://schemas.openxmlformats.org/drawingml/2006/main">
              <a:ext uri="{FF2B5EF4-FFF2-40B4-BE49-F238E27FC236}">
                <a16:creationId xmlns:a16="http://schemas.microsoft.com/office/drawing/2014/main" id="{80464683-A955-4450-A570-416E15AD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16" y="2438698"/>
            <a:ext cx="115168" cy="115168"/>
          </a:xfrm>
          <a:custGeom xmlns:a="http://schemas.openxmlformats.org/drawingml/2006/main">
            <a:pathLst>
              <a:path w="115168" h="115168">
                <a:moveTo>
                  <a:pt x="28860" y="41054"/>
                </a:moveTo>
                <a:lnTo>
                  <a:pt x="41054" y="28860"/>
                </a:lnTo>
                <a:lnTo>
                  <a:pt x="115168" y="102974"/>
                </a:lnTo>
                <a:lnTo>
                  <a:pt x="102974" y="115168"/>
                </a:lnTo>
                <a:lnTo>
                  <a:pt x="28860" y="41054"/>
                </a:lnTo>
                <a:close/>
                <a:moveTo>
                  <a:pt x="0" y="12194"/>
                </a:moveTo>
                <a:lnTo>
                  <a:pt x="12194" y="0"/>
                </a:lnTo>
                <a:lnTo>
                  <a:pt x="27640" y="15446"/>
                </a:lnTo>
                <a:lnTo>
                  <a:pt x="15446" y="27640"/>
                </a:lnTo>
                <a:lnTo>
                  <a:pt x="0" y="121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5" name="Original native bar-chart element 35">
            <a:extLst xmlns:a="http://schemas.openxmlformats.org/drawingml/2006/main">
              <a:ext uri="{FF2B5EF4-FFF2-40B4-BE49-F238E27FC236}">
                <a16:creationId xmlns:a16="http://schemas.microsoft.com/office/drawing/2014/main" id="{9632A346-9818-414C-AB28-544ABE5E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135" y="2392360"/>
            <a:ext cx="136169" cy="124246"/>
          </a:xfrm>
          <a:custGeom xmlns:a="http://schemas.openxmlformats.org/drawingml/2006/main">
            <a:pathLst>
              <a:path w="136169" h="124246">
                <a:moveTo>
                  <a:pt x="91457" y="17478"/>
                </a:moveTo>
                <a:lnTo>
                  <a:pt x="136169" y="62191"/>
                </a:lnTo>
                <a:lnTo>
                  <a:pt x="123975" y="74385"/>
                </a:lnTo>
                <a:lnTo>
                  <a:pt x="79669" y="30079"/>
                </a:lnTo>
                <a:lnTo>
                  <a:pt x="77916" y="28388"/>
                </a:lnTo>
                <a:lnTo>
                  <a:pt x="76180" y="26836"/>
                </a:lnTo>
                <a:lnTo>
                  <a:pt x="74461" y="25422"/>
                </a:lnTo>
                <a:lnTo>
                  <a:pt x="72759" y="24143"/>
                </a:lnTo>
                <a:lnTo>
                  <a:pt x="71074" y="22997"/>
                </a:lnTo>
                <a:lnTo>
                  <a:pt x="69406" y="21984"/>
                </a:lnTo>
                <a:lnTo>
                  <a:pt x="67754" y="21100"/>
                </a:lnTo>
                <a:lnTo>
                  <a:pt x="66120" y="20344"/>
                </a:lnTo>
                <a:lnTo>
                  <a:pt x="64502" y="19714"/>
                </a:lnTo>
                <a:lnTo>
                  <a:pt x="62902" y="19208"/>
                </a:lnTo>
                <a:lnTo>
                  <a:pt x="61318" y="18825"/>
                </a:lnTo>
                <a:lnTo>
                  <a:pt x="59752" y="18562"/>
                </a:lnTo>
                <a:lnTo>
                  <a:pt x="58202" y="18424"/>
                </a:lnTo>
                <a:lnTo>
                  <a:pt x="56669" y="18416"/>
                </a:lnTo>
                <a:lnTo>
                  <a:pt x="55154" y="18537"/>
                </a:lnTo>
                <a:lnTo>
                  <a:pt x="53655" y="18788"/>
                </a:lnTo>
                <a:lnTo>
                  <a:pt x="52173" y="19169"/>
                </a:lnTo>
                <a:lnTo>
                  <a:pt x="50708" y="19680"/>
                </a:lnTo>
                <a:lnTo>
                  <a:pt x="49260" y="20321"/>
                </a:lnTo>
                <a:lnTo>
                  <a:pt x="47829" y="21092"/>
                </a:lnTo>
                <a:lnTo>
                  <a:pt x="46414" y="21992"/>
                </a:lnTo>
                <a:lnTo>
                  <a:pt x="45017" y="23022"/>
                </a:lnTo>
                <a:lnTo>
                  <a:pt x="43637" y="24182"/>
                </a:lnTo>
                <a:lnTo>
                  <a:pt x="42273" y="25472"/>
                </a:lnTo>
                <a:lnTo>
                  <a:pt x="40690" y="27146"/>
                </a:lnTo>
                <a:lnTo>
                  <a:pt x="39257" y="28848"/>
                </a:lnTo>
                <a:lnTo>
                  <a:pt x="37976" y="30579"/>
                </a:lnTo>
                <a:lnTo>
                  <a:pt x="36844" y="32337"/>
                </a:lnTo>
                <a:lnTo>
                  <a:pt x="35860" y="34124"/>
                </a:lnTo>
                <a:lnTo>
                  <a:pt x="35025" y="35939"/>
                </a:lnTo>
                <a:lnTo>
                  <a:pt x="34336" y="37782"/>
                </a:lnTo>
                <a:lnTo>
                  <a:pt x="33793" y="39654"/>
                </a:lnTo>
                <a:lnTo>
                  <a:pt x="33394" y="41554"/>
                </a:lnTo>
                <a:lnTo>
                  <a:pt x="33140" y="43481"/>
                </a:lnTo>
                <a:lnTo>
                  <a:pt x="33029" y="45438"/>
                </a:lnTo>
                <a:lnTo>
                  <a:pt x="33060" y="47422"/>
                </a:lnTo>
                <a:lnTo>
                  <a:pt x="33232" y="49412"/>
                </a:lnTo>
                <a:lnTo>
                  <a:pt x="33545" y="51385"/>
                </a:lnTo>
                <a:lnTo>
                  <a:pt x="34000" y="53341"/>
                </a:lnTo>
                <a:lnTo>
                  <a:pt x="34596" y="55281"/>
                </a:lnTo>
                <a:lnTo>
                  <a:pt x="35332" y="57203"/>
                </a:lnTo>
                <a:lnTo>
                  <a:pt x="36210" y="59108"/>
                </a:lnTo>
                <a:lnTo>
                  <a:pt x="37229" y="60997"/>
                </a:lnTo>
                <a:lnTo>
                  <a:pt x="38389" y="62868"/>
                </a:lnTo>
                <a:lnTo>
                  <a:pt x="39691" y="64723"/>
                </a:lnTo>
                <a:lnTo>
                  <a:pt x="41133" y="66560"/>
                </a:lnTo>
                <a:lnTo>
                  <a:pt x="42717" y="68381"/>
                </a:lnTo>
                <a:lnTo>
                  <a:pt x="44441" y="70185"/>
                </a:lnTo>
                <a:lnTo>
                  <a:pt x="86308" y="112051"/>
                </a:lnTo>
                <a:lnTo>
                  <a:pt x="74114" y="124246"/>
                </a:lnTo>
                <a:lnTo>
                  <a:pt x="0" y="50132"/>
                </a:lnTo>
                <a:lnTo>
                  <a:pt x="12194" y="37938"/>
                </a:lnTo>
                <a:lnTo>
                  <a:pt x="23711" y="49454"/>
                </a:lnTo>
                <a:lnTo>
                  <a:pt x="23370" y="47668"/>
                </a:lnTo>
                <a:lnTo>
                  <a:pt x="23092" y="45898"/>
                </a:lnTo>
                <a:lnTo>
                  <a:pt x="22879" y="44147"/>
                </a:lnTo>
                <a:lnTo>
                  <a:pt x="22732" y="42414"/>
                </a:lnTo>
                <a:lnTo>
                  <a:pt x="22654" y="40700"/>
                </a:lnTo>
                <a:lnTo>
                  <a:pt x="22644" y="39005"/>
                </a:lnTo>
                <a:lnTo>
                  <a:pt x="22705" y="37329"/>
                </a:lnTo>
                <a:lnTo>
                  <a:pt x="22838" y="35674"/>
                </a:lnTo>
                <a:lnTo>
                  <a:pt x="23044" y="34040"/>
                </a:lnTo>
                <a:lnTo>
                  <a:pt x="23325" y="32427"/>
                </a:lnTo>
                <a:lnTo>
                  <a:pt x="23683" y="30836"/>
                </a:lnTo>
                <a:lnTo>
                  <a:pt x="24117" y="29266"/>
                </a:lnTo>
                <a:lnTo>
                  <a:pt x="24592" y="27748"/>
                </a:lnTo>
                <a:lnTo>
                  <a:pt x="25134" y="26242"/>
                </a:lnTo>
                <a:lnTo>
                  <a:pt x="25746" y="24750"/>
                </a:lnTo>
                <a:lnTo>
                  <a:pt x="26426" y="23274"/>
                </a:lnTo>
                <a:lnTo>
                  <a:pt x="27176" y="21815"/>
                </a:lnTo>
                <a:lnTo>
                  <a:pt x="27996" y="20375"/>
                </a:lnTo>
                <a:lnTo>
                  <a:pt x="28887" y="18954"/>
                </a:lnTo>
                <a:lnTo>
                  <a:pt x="29848" y="17554"/>
                </a:lnTo>
                <a:lnTo>
                  <a:pt x="30881" y="16176"/>
                </a:lnTo>
                <a:lnTo>
                  <a:pt x="31987" y="14823"/>
                </a:lnTo>
                <a:lnTo>
                  <a:pt x="33164" y="13495"/>
                </a:lnTo>
                <a:lnTo>
                  <a:pt x="34415" y="12194"/>
                </a:lnTo>
                <a:lnTo>
                  <a:pt x="36532" y="10190"/>
                </a:lnTo>
                <a:lnTo>
                  <a:pt x="38681" y="8379"/>
                </a:lnTo>
                <a:lnTo>
                  <a:pt x="40861" y="6760"/>
                </a:lnTo>
                <a:lnTo>
                  <a:pt x="43071" y="5334"/>
                </a:lnTo>
                <a:lnTo>
                  <a:pt x="45309" y="4103"/>
                </a:lnTo>
                <a:lnTo>
                  <a:pt x="47574" y="3065"/>
                </a:lnTo>
                <a:lnTo>
                  <a:pt x="49865" y="2223"/>
                </a:lnTo>
                <a:lnTo>
                  <a:pt x="52179" y="1576"/>
                </a:lnTo>
                <a:lnTo>
                  <a:pt x="54516" y="1124"/>
                </a:lnTo>
                <a:lnTo>
                  <a:pt x="56874" y="869"/>
                </a:lnTo>
                <a:lnTo>
                  <a:pt x="59252" y="810"/>
                </a:lnTo>
                <a:lnTo>
                  <a:pt x="61649" y="948"/>
                </a:lnTo>
                <a:lnTo>
                  <a:pt x="64062" y="1279"/>
                </a:lnTo>
                <a:lnTo>
                  <a:pt x="66491" y="1797"/>
                </a:lnTo>
                <a:lnTo>
                  <a:pt x="68936" y="2502"/>
                </a:lnTo>
                <a:lnTo>
                  <a:pt x="71394" y="3397"/>
                </a:lnTo>
                <a:lnTo>
                  <a:pt x="73866" y="4482"/>
                </a:lnTo>
                <a:lnTo>
                  <a:pt x="76349" y="5758"/>
                </a:lnTo>
                <a:lnTo>
                  <a:pt x="78845" y="7226"/>
                </a:lnTo>
                <a:lnTo>
                  <a:pt x="81350" y="8887"/>
                </a:lnTo>
                <a:lnTo>
                  <a:pt x="83865" y="10742"/>
                </a:lnTo>
                <a:lnTo>
                  <a:pt x="86388" y="12791"/>
                </a:lnTo>
                <a:lnTo>
                  <a:pt x="88919" y="15037"/>
                </a:lnTo>
                <a:lnTo>
                  <a:pt x="91457" y="174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6" name="Original native bar-chart element 36">
            <a:extLst xmlns:a="http://schemas.openxmlformats.org/drawingml/2006/main">
              <a:ext uri="{FF2B5EF4-FFF2-40B4-BE49-F238E27FC236}">
                <a16:creationId xmlns:a16="http://schemas.microsoft.com/office/drawing/2014/main" id="{C2905F05-5E8B-4EBB-9268-0FC04C3C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64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7" name="Original native bar-chart element 37">
            <a:extLst xmlns:a="http://schemas.openxmlformats.org/drawingml/2006/main">
              <a:ext uri="{FF2B5EF4-FFF2-40B4-BE49-F238E27FC236}">
                <a16:creationId xmlns:a16="http://schemas.microsoft.com/office/drawing/2014/main" id="{068F69B5-098B-4F66-B52C-163240B1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64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38" name="Original native bar-chart element 38">
            <a:extLst xmlns:a="http://schemas.openxmlformats.org/drawingml/2006/main">
              <a:ext uri="{FF2B5EF4-FFF2-40B4-BE49-F238E27FC236}">
                <a16:creationId xmlns:a16="http://schemas.microsoft.com/office/drawing/2014/main" id="{002FED1E-4930-4CA8-AB85-945958A1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808" y="2777209"/>
            <a:ext cx="162454" cy="161235"/>
          </a:xfrm>
          <a:custGeom xmlns:a="http://schemas.openxmlformats.org/drawingml/2006/main">
            <a:pathLst>
              <a:path w="162454" h="161235">
                <a:moveTo>
                  <a:pt x="0" y="62462"/>
                </a:moveTo>
                <a:lnTo>
                  <a:pt x="62462" y="0"/>
                </a:lnTo>
                <a:lnTo>
                  <a:pt x="73707" y="11246"/>
                </a:lnTo>
                <a:lnTo>
                  <a:pt x="24659" y="60294"/>
                </a:lnTo>
                <a:lnTo>
                  <a:pt x="53926" y="89560"/>
                </a:lnTo>
                <a:lnTo>
                  <a:pt x="100941" y="42544"/>
                </a:lnTo>
                <a:lnTo>
                  <a:pt x="112187" y="53790"/>
                </a:lnTo>
                <a:lnTo>
                  <a:pt x="65171" y="100806"/>
                </a:lnTo>
                <a:lnTo>
                  <a:pt x="100941" y="136575"/>
                </a:lnTo>
                <a:lnTo>
                  <a:pt x="151209" y="86308"/>
                </a:lnTo>
                <a:lnTo>
                  <a:pt x="162454" y="97554"/>
                </a:lnTo>
                <a:lnTo>
                  <a:pt x="98773" y="161235"/>
                </a:lnTo>
                <a:lnTo>
                  <a:pt x="0" y="624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9" name="Original native bar-chart element 39">
            <a:extLst xmlns:a="http://schemas.openxmlformats.org/drawingml/2006/main">
              <a:ext uri="{FF2B5EF4-FFF2-40B4-BE49-F238E27FC236}">
                <a16:creationId xmlns:a16="http://schemas.microsoft.com/office/drawing/2014/main" id="{05756362-7C54-420C-8889-B9C56535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188" y="2717593"/>
            <a:ext cx="143486" cy="144569"/>
          </a:xfrm>
          <a:custGeom xmlns:a="http://schemas.openxmlformats.org/drawingml/2006/main">
            <a:pathLst>
              <a:path w="143486" h="144569">
                <a:moveTo>
                  <a:pt x="68017" y="0"/>
                </a:moveTo>
                <a:lnTo>
                  <a:pt x="77230" y="62868"/>
                </a:lnTo>
                <a:lnTo>
                  <a:pt x="143486" y="72759"/>
                </a:lnTo>
                <a:lnTo>
                  <a:pt x="129123" y="87121"/>
                </a:lnTo>
                <a:lnTo>
                  <a:pt x="78450" y="79534"/>
                </a:lnTo>
                <a:lnTo>
                  <a:pt x="86037" y="130207"/>
                </a:lnTo>
                <a:lnTo>
                  <a:pt x="71675" y="144569"/>
                </a:lnTo>
                <a:lnTo>
                  <a:pt x="61649" y="77095"/>
                </a:lnTo>
                <a:lnTo>
                  <a:pt x="0" y="68017"/>
                </a:lnTo>
                <a:lnTo>
                  <a:pt x="14362" y="53655"/>
                </a:lnTo>
                <a:lnTo>
                  <a:pt x="60429" y="60429"/>
                </a:lnTo>
                <a:lnTo>
                  <a:pt x="53655" y="14362"/>
                </a:lnTo>
                <a:lnTo>
                  <a:pt x="6801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0" name="Original native bar-chart element 40">
            <a:extLst xmlns:a="http://schemas.openxmlformats.org/drawingml/2006/main">
              <a:ext uri="{FF2B5EF4-FFF2-40B4-BE49-F238E27FC236}">
                <a16:creationId xmlns:a16="http://schemas.microsoft.com/office/drawing/2014/main" id="{DB20F7D1-2582-444F-B717-F9194A19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1" y="2649170"/>
            <a:ext cx="124517" cy="152428"/>
          </a:xfrm>
          <a:custGeom xmlns:a="http://schemas.openxmlformats.org/drawingml/2006/main">
            <a:pathLst>
              <a:path w="124517" h="152428">
                <a:moveTo>
                  <a:pt x="75198" y="101077"/>
                </a:moveTo>
                <a:lnTo>
                  <a:pt x="114355" y="140234"/>
                </a:lnTo>
                <a:lnTo>
                  <a:pt x="102161" y="152428"/>
                </a:lnTo>
                <a:lnTo>
                  <a:pt x="0" y="50267"/>
                </a:lnTo>
                <a:lnTo>
                  <a:pt x="12194" y="38073"/>
                </a:lnTo>
                <a:lnTo>
                  <a:pt x="23440" y="49319"/>
                </a:lnTo>
                <a:lnTo>
                  <a:pt x="23005" y="47631"/>
                </a:lnTo>
                <a:lnTo>
                  <a:pt x="22649" y="45955"/>
                </a:lnTo>
                <a:lnTo>
                  <a:pt x="22371" y="44291"/>
                </a:lnTo>
                <a:lnTo>
                  <a:pt x="22170" y="42640"/>
                </a:lnTo>
                <a:lnTo>
                  <a:pt x="22047" y="41002"/>
                </a:lnTo>
                <a:lnTo>
                  <a:pt x="22000" y="39377"/>
                </a:lnTo>
                <a:lnTo>
                  <a:pt x="22030" y="37767"/>
                </a:lnTo>
                <a:lnTo>
                  <a:pt x="22135" y="36171"/>
                </a:lnTo>
                <a:lnTo>
                  <a:pt x="22316" y="34591"/>
                </a:lnTo>
                <a:lnTo>
                  <a:pt x="22571" y="33025"/>
                </a:lnTo>
                <a:lnTo>
                  <a:pt x="22901" y="31476"/>
                </a:lnTo>
                <a:lnTo>
                  <a:pt x="23305" y="29944"/>
                </a:lnTo>
                <a:lnTo>
                  <a:pt x="23784" y="28425"/>
                </a:lnTo>
                <a:lnTo>
                  <a:pt x="24343" y="26918"/>
                </a:lnTo>
                <a:lnTo>
                  <a:pt x="24979" y="25424"/>
                </a:lnTo>
                <a:lnTo>
                  <a:pt x="25693" y="23942"/>
                </a:lnTo>
                <a:lnTo>
                  <a:pt x="26484" y="22473"/>
                </a:lnTo>
                <a:lnTo>
                  <a:pt x="27352" y="21018"/>
                </a:lnTo>
                <a:lnTo>
                  <a:pt x="28296" y="19577"/>
                </a:lnTo>
                <a:lnTo>
                  <a:pt x="29316" y="18151"/>
                </a:lnTo>
                <a:lnTo>
                  <a:pt x="30411" y="16740"/>
                </a:lnTo>
                <a:lnTo>
                  <a:pt x="31581" y="15344"/>
                </a:lnTo>
                <a:lnTo>
                  <a:pt x="32826" y="13964"/>
                </a:lnTo>
                <a:lnTo>
                  <a:pt x="34144" y="12601"/>
                </a:lnTo>
                <a:lnTo>
                  <a:pt x="36422" y="10475"/>
                </a:lnTo>
                <a:lnTo>
                  <a:pt x="38783" y="8569"/>
                </a:lnTo>
                <a:lnTo>
                  <a:pt x="41228" y="6880"/>
                </a:lnTo>
                <a:lnTo>
                  <a:pt x="43754" y="5410"/>
                </a:lnTo>
                <a:lnTo>
                  <a:pt x="46361" y="4155"/>
                </a:lnTo>
                <a:lnTo>
                  <a:pt x="49048" y="3116"/>
                </a:lnTo>
                <a:lnTo>
                  <a:pt x="51814" y="2292"/>
                </a:lnTo>
                <a:lnTo>
                  <a:pt x="54658" y="1681"/>
                </a:lnTo>
                <a:lnTo>
                  <a:pt x="57580" y="1283"/>
                </a:lnTo>
                <a:lnTo>
                  <a:pt x="60577" y="1096"/>
                </a:lnTo>
                <a:lnTo>
                  <a:pt x="63650" y="1121"/>
                </a:lnTo>
                <a:lnTo>
                  <a:pt x="66797" y="1355"/>
                </a:lnTo>
                <a:lnTo>
                  <a:pt x="69970" y="1863"/>
                </a:lnTo>
                <a:lnTo>
                  <a:pt x="73120" y="2576"/>
                </a:lnTo>
                <a:lnTo>
                  <a:pt x="76248" y="3493"/>
                </a:lnTo>
                <a:lnTo>
                  <a:pt x="79353" y="4617"/>
                </a:lnTo>
                <a:lnTo>
                  <a:pt x="82435" y="5947"/>
                </a:lnTo>
                <a:lnTo>
                  <a:pt x="85495" y="7486"/>
                </a:lnTo>
                <a:lnTo>
                  <a:pt x="88532" y="9233"/>
                </a:lnTo>
                <a:lnTo>
                  <a:pt x="91547" y="11191"/>
                </a:lnTo>
                <a:lnTo>
                  <a:pt x="94539" y="13359"/>
                </a:lnTo>
                <a:lnTo>
                  <a:pt x="97509" y="15738"/>
                </a:lnTo>
                <a:lnTo>
                  <a:pt x="100456" y="18331"/>
                </a:lnTo>
                <a:lnTo>
                  <a:pt x="103380" y="21137"/>
                </a:lnTo>
                <a:lnTo>
                  <a:pt x="106189" y="24064"/>
                </a:lnTo>
                <a:lnTo>
                  <a:pt x="108788" y="27017"/>
                </a:lnTo>
                <a:lnTo>
                  <a:pt x="111177" y="29997"/>
                </a:lnTo>
                <a:lnTo>
                  <a:pt x="113356" y="33000"/>
                </a:lnTo>
                <a:lnTo>
                  <a:pt x="115325" y="36025"/>
                </a:lnTo>
                <a:lnTo>
                  <a:pt x="117082" y="39072"/>
                </a:lnTo>
                <a:lnTo>
                  <a:pt x="118627" y="42139"/>
                </a:lnTo>
                <a:lnTo>
                  <a:pt x="119960" y="45224"/>
                </a:lnTo>
                <a:lnTo>
                  <a:pt x="121081" y="48326"/>
                </a:lnTo>
                <a:lnTo>
                  <a:pt x="121988" y="51443"/>
                </a:lnTo>
                <a:lnTo>
                  <a:pt x="122682" y="54575"/>
                </a:lnTo>
                <a:lnTo>
                  <a:pt x="123162" y="57719"/>
                </a:lnTo>
                <a:lnTo>
                  <a:pt x="123393" y="60864"/>
                </a:lnTo>
                <a:lnTo>
                  <a:pt x="123410" y="63929"/>
                </a:lnTo>
                <a:lnTo>
                  <a:pt x="123213" y="66916"/>
                </a:lnTo>
                <a:lnTo>
                  <a:pt x="122800" y="69823"/>
                </a:lnTo>
                <a:lnTo>
                  <a:pt x="122174" y="72652"/>
                </a:lnTo>
                <a:lnTo>
                  <a:pt x="121333" y="75401"/>
                </a:lnTo>
                <a:lnTo>
                  <a:pt x="120277" y="78071"/>
                </a:lnTo>
                <a:lnTo>
                  <a:pt x="119007" y="80663"/>
                </a:lnTo>
                <a:lnTo>
                  <a:pt x="117522" y="83175"/>
                </a:lnTo>
                <a:lnTo>
                  <a:pt x="115823" y="85608"/>
                </a:lnTo>
                <a:lnTo>
                  <a:pt x="113909" y="87962"/>
                </a:lnTo>
                <a:lnTo>
                  <a:pt x="111781" y="90237"/>
                </a:lnTo>
                <a:lnTo>
                  <a:pt x="110417" y="91556"/>
                </a:lnTo>
                <a:lnTo>
                  <a:pt x="109038" y="92800"/>
                </a:lnTo>
                <a:lnTo>
                  <a:pt x="107644" y="93972"/>
                </a:lnTo>
                <a:lnTo>
                  <a:pt x="106235" y="95070"/>
                </a:lnTo>
                <a:lnTo>
                  <a:pt x="104814" y="96095"/>
                </a:lnTo>
                <a:lnTo>
                  <a:pt x="103380" y="97046"/>
                </a:lnTo>
                <a:lnTo>
                  <a:pt x="101935" y="97924"/>
                </a:lnTo>
                <a:lnTo>
                  <a:pt x="100480" y="98728"/>
                </a:lnTo>
                <a:lnTo>
                  <a:pt x="99015" y="99459"/>
                </a:lnTo>
                <a:lnTo>
                  <a:pt x="97541" y="100117"/>
                </a:lnTo>
                <a:lnTo>
                  <a:pt x="96061" y="100701"/>
                </a:lnTo>
                <a:lnTo>
                  <a:pt x="94573" y="101212"/>
                </a:lnTo>
                <a:lnTo>
                  <a:pt x="93071" y="101647"/>
                </a:lnTo>
                <a:lnTo>
                  <a:pt x="91548" y="102002"/>
                </a:lnTo>
                <a:lnTo>
                  <a:pt x="90002" y="102277"/>
                </a:lnTo>
                <a:lnTo>
                  <a:pt x="88436" y="102472"/>
                </a:lnTo>
                <a:lnTo>
                  <a:pt x="86849" y="102586"/>
                </a:lnTo>
                <a:lnTo>
                  <a:pt x="85241" y="102618"/>
                </a:lnTo>
                <a:lnTo>
                  <a:pt x="83614" y="102568"/>
                </a:lnTo>
                <a:lnTo>
                  <a:pt x="81967" y="102437"/>
                </a:lnTo>
                <a:lnTo>
                  <a:pt x="80302" y="102222"/>
                </a:lnTo>
                <a:lnTo>
                  <a:pt x="78618" y="101924"/>
                </a:lnTo>
                <a:lnTo>
                  <a:pt x="76917" y="101543"/>
                </a:lnTo>
                <a:lnTo>
                  <a:pt x="75198" y="101077"/>
                </a:lnTo>
                <a:close/>
                <a:moveTo>
                  <a:pt x="90779" y="33737"/>
                </a:moveTo>
                <a:lnTo>
                  <a:pt x="88546" y="31583"/>
                </a:lnTo>
                <a:lnTo>
                  <a:pt x="86319" y="29592"/>
                </a:lnTo>
                <a:lnTo>
                  <a:pt x="84096" y="27761"/>
                </a:lnTo>
                <a:lnTo>
                  <a:pt x="81877" y="26090"/>
                </a:lnTo>
                <a:lnTo>
                  <a:pt x="79662" y="24576"/>
                </a:lnTo>
                <a:lnTo>
                  <a:pt x="77450" y="23220"/>
                </a:lnTo>
                <a:lnTo>
                  <a:pt x="75241" y="22019"/>
                </a:lnTo>
                <a:lnTo>
                  <a:pt x="73035" y="20971"/>
                </a:lnTo>
                <a:lnTo>
                  <a:pt x="70830" y="20076"/>
                </a:lnTo>
                <a:lnTo>
                  <a:pt x="68627" y="19332"/>
                </a:lnTo>
                <a:lnTo>
                  <a:pt x="66425" y="18738"/>
                </a:lnTo>
                <a:lnTo>
                  <a:pt x="64223" y="18291"/>
                </a:lnTo>
                <a:lnTo>
                  <a:pt x="62016" y="18032"/>
                </a:lnTo>
                <a:lnTo>
                  <a:pt x="59864" y="17931"/>
                </a:lnTo>
                <a:lnTo>
                  <a:pt x="57768" y="17989"/>
                </a:lnTo>
                <a:lnTo>
                  <a:pt x="55727" y="18206"/>
                </a:lnTo>
                <a:lnTo>
                  <a:pt x="53741" y="18583"/>
                </a:lnTo>
                <a:lnTo>
                  <a:pt x="51809" y="19121"/>
                </a:lnTo>
                <a:lnTo>
                  <a:pt x="49930" y="19820"/>
                </a:lnTo>
                <a:lnTo>
                  <a:pt x="48105" y="20680"/>
                </a:lnTo>
                <a:lnTo>
                  <a:pt x="46332" y="21702"/>
                </a:lnTo>
                <a:lnTo>
                  <a:pt x="44611" y="22886"/>
                </a:lnTo>
                <a:lnTo>
                  <a:pt x="42942" y="24233"/>
                </a:lnTo>
                <a:lnTo>
                  <a:pt x="41325" y="25743"/>
                </a:lnTo>
                <a:lnTo>
                  <a:pt x="39784" y="27392"/>
                </a:lnTo>
                <a:lnTo>
                  <a:pt x="38411" y="29086"/>
                </a:lnTo>
                <a:lnTo>
                  <a:pt x="37207" y="30826"/>
                </a:lnTo>
                <a:lnTo>
                  <a:pt x="36171" y="32613"/>
                </a:lnTo>
                <a:lnTo>
                  <a:pt x="35303" y="34447"/>
                </a:lnTo>
                <a:lnTo>
                  <a:pt x="34601" y="36329"/>
                </a:lnTo>
                <a:lnTo>
                  <a:pt x="34066" y="38258"/>
                </a:lnTo>
                <a:lnTo>
                  <a:pt x="33697" y="40236"/>
                </a:lnTo>
                <a:lnTo>
                  <a:pt x="33494" y="42263"/>
                </a:lnTo>
                <a:lnTo>
                  <a:pt x="33456" y="44339"/>
                </a:lnTo>
                <a:lnTo>
                  <a:pt x="33582" y="46465"/>
                </a:lnTo>
                <a:lnTo>
                  <a:pt x="33873" y="48641"/>
                </a:lnTo>
                <a:lnTo>
                  <a:pt x="34291" y="50872"/>
                </a:lnTo>
                <a:lnTo>
                  <a:pt x="34866" y="53093"/>
                </a:lnTo>
                <a:lnTo>
                  <a:pt x="35600" y="55306"/>
                </a:lnTo>
                <a:lnTo>
                  <a:pt x="36492" y="57514"/>
                </a:lnTo>
                <a:lnTo>
                  <a:pt x="37542" y="59718"/>
                </a:lnTo>
                <a:lnTo>
                  <a:pt x="38751" y="61920"/>
                </a:lnTo>
                <a:lnTo>
                  <a:pt x="40117" y="64122"/>
                </a:lnTo>
                <a:lnTo>
                  <a:pt x="41641" y="66326"/>
                </a:lnTo>
                <a:lnTo>
                  <a:pt x="43323" y="68533"/>
                </a:lnTo>
                <a:lnTo>
                  <a:pt x="45164" y="70747"/>
                </a:lnTo>
                <a:lnTo>
                  <a:pt x="47162" y="72968"/>
                </a:lnTo>
                <a:lnTo>
                  <a:pt x="49319" y="75198"/>
                </a:lnTo>
                <a:lnTo>
                  <a:pt x="51552" y="77357"/>
                </a:lnTo>
                <a:lnTo>
                  <a:pt x="53780" y="79363"/>
                </a:lnTo>
                <a:lnTo>
                  <a:pt x="56005" y="81214"/>
                </a:lnTo>
                <a:lnTo>
                  <a:pt x="58226" y="82911"/>
                </a:lnTo>
                <a:lnTo>
                  <a:pt x="60446" y="84451"/>
                </a:lnTo>
                <a:lnTo>
                  <a:pt x="62665" y="85834"/>
                </a:lnTo>
                <a:lnTo>
                  <a:pt x="64884" y="87059"/>
                </a:lnTo>
                <a:lnTo>
                  <a:pt x="67103" y="88125"/>
                </a:lnTo>
                <a:lnTo>
                  <a:pt x="69325" y="89031"/>
                </a:lnTo>
                <a:lnTo>
                  <a:pt x="71550" y="89776"/>
                </a:lnTo>
                <a:lnTo>
                  <a:pt x="73778" y="90359"/>
                </a:lnTo>
                <a:lnTo>
                  <a:pt x="76011" y="90779"/>
                </a:lnTo>
                <a:lnTo>
                  <a:pt x="78184" y="91067"/>
                </a:lnTo>
                <a:lnTo>
                  <a:pt x="80303" y="91186"/>
                </a:lnTo>
                <a:lnTo>
                  <a:pt x="82368" y="91137"/>
                </a:lnTo>
                <a:lnTo>
                  <a:pt x="84381" y="90920"/>
                </a:lnTo>
                <a:lnTo>
                  <a:pt x="86343" y="90535"/>
                </a:lnTo>
                <a:lnTo>
                  <a:pt x="88256" y="89983"/>
                </a:lnTo>
                <a:lnTo>
                  <a:pt x="90120" y="89265"/>
                </a:lnTo>
                <a:lnTo>
                  <a:pt x="91939" y="88381"/>
                </a:lnTo>
                <a:lnTo>
                  <a:pt x="93711" y="87331"/>
                </a:lnTo>
                <a:lnTo>
                  <a:pt x="95441" y="86116"/>
                </a:lnTo>
                <a:lnTo>
                  <a:pt x="97127" y="84736"/>
                </a:lnTo>
                <a:lnTo>
                  <a:pt x="98773" y="83192"/>
                </a:lnTo>
                <a:lnTo>
                  <a:pt x="100286" y="81577"/>
                </a:lnTo>
                <a:lnTo>
                  <a:pt x="101641" y="79916"/>
                </a:lnTo>
                <a:lnTo>
                  <a:pt x="102836" y="78206"/>
                </a:lnTo>
                <a:lnTo>
                  <a:pt x="103872" y="76447"/>
                </a:lnTo>
                <a:lnTo>
                  <a:pt x="104748" y="74638"/>
                </a:lnTo>
                <a:lnTo>
                  <a:pt x="105463" y="72776"/>
                </a:lnTo>
                <a:lnTo>
                  <a:pt x="106018" y="70860"/>
                </a:lnTo>
                <a:lnTo>
                  <a:pt x="106411" y="68890"/>
                </a:lnTo>
                <a:lnTo>
                  <a:pt x="106642" y="66863"/>
                </a:lnTo>
                <a:lnTo>
                  <a:pt x="106711" y="64778"/>
                </a:lnTo>
                <a:lnTo>
                  <a:pt x="106618" y="62634"/>
                </a:lnTo>
                <a:lnTo>
                  <a:pt x="106361" y="60429"/>
                </a:lnTo>
                <a:lnTo>
                  <a:pt x="105912" y="58225"/>
                </a:lnTo>
                <a:lnTo>
                  <a:pt x="105310" y="56015"/>
                </a:lnTo>
                <a:lnTo>
                  <a:pt x="104555" y="53801"/>
                </a:lnTo>
                <a:lnTo>
                  <a:pt x="103646" y="51582"/>
                </a:lnTo>
                <a:lnTo>
                  <a:pt x="102583" y="49360"/>
                </a:lnTo>
                <a:lnTo>
                  <a:pt x="101365" y="47134"/>
                </a:lnTo>
                <a:lnTo>
                  <a:pt x="99991" y="44906"/>
                </a:lnTo>
                <a:lnTo>
                  <a:pt x="98462" y="42675"/>
                </a:lnTo>
                <a:lnTo>
                  <a:pt x="96777" y="40442"/>
                </a:lnTo>
                <a:lnTo>
                  <a:pt x="94935" y="38208"/>
                </a:lnTo>
                <a:lnTo>
                  <a:pt x="92936" y="35973"/>
                </a:lnTo>
                <a:lnTo>
                  <a:pt x="90779" y="337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1" name="Original native bar-chart element 41">
            <a:extLst xmlns:a="http://schemas.openxmlformats.org/drawingml/2006/main">
              <a:ext uri="{FF2B5EF4-FFF2-40B4-BE49-F238E27FC236}">
                <a16:creationId xmlns:a16="http://schemas.microsoft.com/office/drawing/2014/main" id="{9DF3AD46-E16B-4E7C-8698-977C1801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945" y="2571939"/>
            <a:ext cx="115168" cy="115168"/>
          </a:xfrm>
          <a:custGeom xmlns:a="http://schemas.openxmlformats.org/drawingml/2006/main">
            <a:pathLst>
              <a:path w="115168" h="115168">
                <a:moveTo>
                  <a:pt x="0" y="12194"/>
                </a:moveTo>
                <a:lnTo>
                  <a:pt x="12194" y="0"/>
                </a:lnTo>
                <a:lnTo>
                  <a:pt x="115168" y="102974"/>
                </a:lnTo>
                <a:lnTo>
                  <a:pt x="102974" y="115168"/>
                </a:lnTo>
                <a:lnTo>
                  <a:pt x="0" y="121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2" name="Original native bar-chart element 42">
            <a:extLst xmlns:a="http://schemas.openxmlformats.org/drawingml/2006/main">
              <a:ext uri="{FF2B5EF4-FFF2-40B4-BE49-F238E27FC236}">
                <a16:creationId xmlns:a16="http://schemas.microsoft.com/office/drawing/2014/main" id="{06A69A3A-EC0D-43BC-80CA-4FDA22BA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853" y="2529531"/>
            <a:ext cx="108664" cy="108664"/>
          </a:xfrm>
          <a:custGeom xmlns:a="http://schemas.openxmlformats.org/drawingml/2006/main">
            <a:pathLst>
              <a:path w="108664" h="108664">
                <a:moveTo>
                  <a:pt x="25879" y="25608"/>
                </a:moveTo>
                <a:lnTo>
                  <a:pt x="24335" y="27259"/>
                </a:lnTo>
                <a:lnTo>
                  <a:pt x="22955" y="28961"/>
                </a:lnTo>
                <a:lnTo>
                  <a:pt x="21738" y="30714"/>
                </a:lnTo>
                <a:lnTo>
                  <a:pt x="20685" y="32518"/>
                </a:lnTo>
                <a:lnTo>
                  <a:pt x="19796" y="34373"/>
                </a:lnTo>
                <a:lnTo>
                  <a:pt x="19070" y="36278"/>
                </a:lnTo>
                <a:lnTo>
                  <a:pt x="18509" y="38234"/>
                </a:lnTo>
                <a:lnTo>
                  <a:pt x="18111" y="40241"/>
                </a:lnTo>
                <a:lnTo>
                  <a:pt x="17876" y="42299"/>
                </a:lnTo>
                <a:lnTo>
                  <a:pt x="17806" y="44407"/>
                </a:lnTo>
                <a:lnTo>
                  <a:pt x="17899" y="46567"/>
                </a:lnTo>
                <a:lnTo>
                  <a:pt x="18156" y="48777"/>
                </a:lnTo>
                <a:lnTo>
                  <a:pt x="18571" y="51010"/>
                </a:lnTo>
                <a:lnTo>
                  <a:pt x="19139" y="53238"/>
                </a:lnTo>
                <a:lnTo>
                  <a:pt x="19860" y="55460"/>
                </a:lnTo>
                <a:lnTo>
                  <a:pt x="20735" y="57679"/>
                </a:lnTo>
                <a:lnTo>
                  <a:pt x="21765" y="59894"/>
                </a:lnTo>
                <a:lnTo>
                  <a:pt x="22949" y="62106"/>
                </a:lnTo>
                <a:lnTo>
                  <a:pt x="24288" y="64315"/>
                </a:lnTo>
                <a:lnTo>
                  <a:pt x="25784" y="66521"/>
                </a:lnTo>
                <a:lnTo>
                  <a:pt x="27435" y="68726"/>
                </a:lnTo>
                <a:lnTo>
                  <a:pt x="29243" y="70929"/>
                </a:lnTo>
                <a:lnTo>
                  <a:pt x="31208" y="73131"/>
                </a:lnTo>
                <a:lnTo>
                  <a:pt x="33331" y="75333"/>
                </a:lnTo>
                <a:lnTo>
                  <a:pt x="35561" y="77490"/>
                </a:lnTo>
                <a:lnTo>
                  <a:pt x="37782" y="79488"/>
                </a:lnTo>
                <a:lnTo>
                  <a:pt x="39995" y="81329"/>
                </a:lnTo>
                <a:lnTo>
                  <a:pt x="42203" y="83011"/>
                </a:lnTo>
                <a:lnTo>
                  <a:pt x="44407" y="84535"/>
                </a:lnTo>
                <a:lnTo>
                  <a:pt x="46609" y="85902"/>
                </a:lnTo>
                <a:lnTo>
                  <a:pt x="48811" y="87110"/>
                </a:lnTo>
                <a:lnTo>
                  <a:pt x="51015" y="88160"/>
                </a:lnTo>
                <a:lnTo>
                  <a:pt x="53223" y="89052"/>
                </a:lnTo>
                <a:lnTo>
                  <a:pt x="55436" y="89786"/>
                </a:lnTo>
                <a:lnTo>
                  <a:pt x="57657" y="90362"/>
                </a:lnTo>
                <a:lnTo>
                  <a:pt x="59887" y="90779"/>
                </a:lnTo>
                <a:lnTo>
                  <a:pt x="62095" y="91033"/>
                </a:lnTo>
                <a:lnTo>
                  <a:pt x="64247" y="91119"/>
                </a:lnTo>
                <a:lnTo>
                  <a:pt x="66346" y="91035"/>
                </a:lnTo>
                <a:lnTo>
                  <a:pt x="68393" y="90784"/>
                </a:lnTo>
                <a:lnTo>
                  <a:pt x="70389" y="90366"/>
                </a:lnTo>
                <a:lnTo>
                  <a:pt x="72336" y="89780"/>
                </a:lnTo>
                <a:lnTo>
                  <a:pt x="74234" y="89028"/>
                </a:lnTo>
                <a:lnTo>
                  <a:pt x="76086" y="88110"/>
                </a:lnTo>
                <a:lnTo>
                  <a:pt x="77893" y="87026"/>
                </a:lnTo>
                <a:lnTo>
                  <a:pt x="79656" y="85777"/>
                </a:lnTo>
                <a:lnTo>
                  <a:pt x="81377" y="84363"/>
                </a:lnTo>
                <a:lnTo>
                  <a:pt x="83056" y="82785"/>
                </a:lnTo>
                <a:lnTo>
                  <a:pt x="84603" y="81137"/>
                </a:lnTo>
                <a:lnTo>
                  <a:pt x="85991" y="79442"/>
                </a:lnTo>
                <a:lnTo>
                  <a:pt x="87218" y="77700"/>
                </a:lnTo>
                <a:lnTo>
                  <a:pt x="88285" y="75910"/>
                </a:lnTo>
                <a:lnTo>
                  <a:pt x="89190" y="74072"/>
                </a:lnTo>
                <a:lnTo>
                  <a:pt x="89933" y="72183"/>
                </a:lnTo>
                <a:lnTo>
                  <a:pt x="90511" y="70244"/>
                </a:lnTo>
                <a:lnTo>
                  <a:pt x="90925" y="68253"/>
                </a:lnTo>
                <a:lnTo>
                  <a:pt x="91173" y="66209"/>
                </a:lnTo>
                <a:lnTo>
                  <a:pt x="91255" y="64111"/>
                </a:lnTo>
                <a:lnTo>
                  <a:pt x="91169" y="61959"/>
                </a:lnTo>
                <a:lnTo>
                  <a:pt x="90915" y="59752"/>
                </a:lnTo>
                <a:lnTo>
                  <a:pt x="90500" y="57519"/>
                </a:lnTo>
                <a:lnTo>
                  <a:pt x="89931" y="55291"/>
                </a:lnTo>
                <a:lnTo>
                  <a:pt x="89208" y="53066"/>
                </a:lnTo>
                <a:lnTo>
                  <a:pt x="88330" y="50844"/>
                </a:lnTo>
                <a:lnTo>
                  <a:pt x="87296" y="48625"/>
                </a:lnTo>
                <a:lnTo>
                  <a:pt x="86105" y="46406"/>
                </a:lnTo>
                <a:lnTo>
                  <a:pt x="84755" y="44187"/>
                </a:lnTo>
                <a:lnTo>
                  <a:pt x="83247" y="41967"/>
                </a:lnTo>
                <a:lnTo>
                  <a:pt x="81579" y="39746"/>
                </a:lnTo>
                <a:lnTo>
                  <a:pt x="79749" y="37521"/>
                </a:lnTo>
                <a:lnTo>
                  <a:pt x="77758" y="35293"/>
                </a:lnTo>
                <a:lnTo>
                  <a:pt x="75604" y="33060"/>
                </a:lnTo>
                <a:lnTo>
                  <a:pt x="73431" y="30966"/>
                </a:lnTo>
                <a:lnTo>
                  <a:pt x="71247" y="29019"/>
                </a:lnTo>
                <a:lnTo>
                  <a:pt x="69054" y="27221"/>
                </a:lnTo>
                <a:lnTo>
                  <a:pt x="66853" y="25573"/>
                </a:lnTo>
                <a:lnTo>
                  <a:pt x="64643" y="24075"/>
                </a:lnTo>
                <a:lnTo>
                  <a:pt x="62428" y="22729"/>
                </a:lnTo>
                <a:lnTo>
                  <a:pt x="60206" y="21535"/>
                </a:lnTo>
                <a:lnTo>
                  <a:pt x="57980" y="20494"/>
                </a:lnTo>
                <a:lnTo>
                  <a:pt x="55751" y="19608"/>
                </a:lnTo>
                <a:lnTo>
                  <a:pt x="53518" y="18877"/>
                </a:lnTo>
                <a:lnTo>
                  <a:pt x="51283" y="18302"/>
                </a:lnTo>
                <a:lnTo>
                  <a:pt x="49048" y="17885"/>
                </a:lnTo>
                <a:lnTo>
                  <a:pt x="46838" y="17628"/>
                </a:lnTo>
                <a:lnTo>
                  <a:pt x="44678" y="17535"/>
                </a:lnTo>
                <a:lnTo>
                  <a:pt x="42570" y="17605"/>
                </a:lnTo>
                <a:lnTo>
                  <a:pt x="40512" y="17840"/>
                </a:lnTo>
                <a:lnTo>
                  <a:pt x="38505" y="18238"/>
                </a:lnTo>
                <a:lnTo>
                  <a:pt x="36549" y="18799"/>
                </a:lnTo>
                <a:lnTo>
                  <a:pt x="34643" y="19525"/>
                </a:lnTo>
                <a:lnTo>
                  <a:pt x="32789" y="20414"/>
                </a:lnTo>
                <a:lnTo>
                  <a:pt x="30985" y="21467"/>
                </a:lnTo>
                <a:lnTo>
                  <a:pt x="29232" y="22684"/>
                </a:lnTo>
                <a:lnTo>
                  <a:pt x="27530" y="24064"/>
                </a:lnTo>
                <a:lnTo>
                  <a:pt x="25879" y="25608"/>
                </a:lnTo>
                <a:close/>
                <a:moveTo>
                  <a:pt x="15582" y="15311"/>
                </a:moveTo>
                <a:lnTo>
                  <a:pt x="18249" y="12790"/>
                </a:lnTo>
                <a:lnTo>
                  <a:pt x="20967" y="10510"/>
                </a:lnTo>
                <a:lnTo>
                  <a:pt x="23734" y="8470"/>
                </a:lnTo>
                <a:lnTo>
                  <a:pt x="26551" y="6669"/>
                </a:lnTo>
                <a:lnTo>
                  <a:pt x="29417" y="5105"/>
                </a:lnTo>
                <a:lnTo>
                  <a:pt x="32332" y="3777"/>
                </a:lnTo>
                <a:lnTo>
                  <a:pt x="35294" y="2683"/>
                </a:lnTo>
                <a:lnTo>
                  <a:pt x="38304" y="1822"/>
                </a:lnTo>
                <a:lnTo>
                  <a:pt x="41361" y="1192"/>
                </a:lnTo>
                <a:lnTo>
                  <a:pt x="44464" y="792"/>
                </a:lnTo>
                <a:lnTo>
                  <a:pt x="47614" y="621"/>
                </a:lnTo>
                <a:lnTo>
                  <a:pt x="50809" y="677"/>
                </a:lnTo>
                <a:lnTo>
                  <a:pt x="54022" y="1028"/>
                </a:lnTo>
                <a:lnTo>
                  <a:pt x="57222" y="1605"/>
                </a:lnTo>
                <a:lnTo>
                  <a:pt x="60410" y="2411"/>
                </a:lnTo>
                <a:lnTo>
                  <a:pt x="63586" y="3448"/>
                </a:lnTo>
                <a:lnTo>
                  <a:pt x="66748" y="4715"/>
                </a:lnTo>
                <a:lnTo>
                  <a:pt x="69897" y="6216"/>
                </a:lnTo>
                <a:lnTo>
                  <a:pt x="73031" y="7950"/>
                </a:lnTo>
                <a:lnTo>
                  <a:pt x="76151" y="9921"/>
                </a:lnTo>
                <a:lnTo>
                  <a:pt x="79256" y="12129"/>
                </a:lnTo>
                <a:lnTo>
                  <a:pt x="82346" y="14575"/>
                </a:lnTo>
                <a:lnTo>
                  <a:pt x="85419" y="17261"/>
                </a:lnTo>
                <a:lnTo>
                  <a:pt x="88476" y="20188"/>
                </a:lnTo>
                <a:lnTo>
                  <a:pt x="91403" y="23245"/>
                </a:lnTo>
                <a:lnTo>
                  <a:pt x="94089" y="26318"/>
                </a:lnTo>
                <a:lnTo>
                  <a:pt x="96533" y="29406"/>
                </a:lnTo>
                <a:lnTo>
                  <a:pt x="98738" y="32508"/>
                </a:lnTo>
                <a:lnTo>
                  <a:pt x="100704" y="35623"/>
                </a:lnTo>
                <a:lnTo>
                  <a:pt x="102432" y="38751"/>
                </a:lnTo>
                <a:lnTo>
                  <a:pt x="103922" y="41889"/>
                </a:lnTo>
                <a:lnTo>
                  <a:pt x="105177" y="45038"/>
                </a:lnTo>
                <a:lnTo>
                  <a:pt x="106196" y="48197"/>
                </a:lnTo>
                <a:lnTo>
                  <a:pt x="106981" y="51364"/>
                </a:lnTo>
                <a:lnTo>
                  <a:pt x="107532" y="54538"/>
                </a:lnTo>
                <a:lnTo>
                  <a:pt x="107851" y="57719"/>
                </a:lnTo>
                <a:lnTo>
                  <a:pt x="107936" y="60943"/>
                </a:lnTo>
                <a:lnTo>
                  <a:pt x="107784" y="64111"/>
                </a:lnTo>
                <a:lnTo>
                  <a:pt x="107394" y="67225"/>
                </a:lnTo>
                <a:lnTo>
                  <a:pt x="106767" y="70285"/>
                </a:lnTo>
                <a:lnTo>
                  <a:pt x="105904" y="73292"/>
                </a:lnTo>
                <a:lnTo>
                  <a:pt x="104803" y="76248"/>
                </a:lnTo>
                <a:lnTo>
                  <a:pt x="103465" y="79153"/>
                </a:lnTo>
                <a:lnTo>
                  <a:pt x="101890" y="82008"/>
                </a:lnTo>
                <a:lnTo>
                  <a:pt x="100077" y="84813"/>
                </a:lnTo>
                <a:lnTo>
                  <a:pt x="98028" y="87571"/>
                </a:lnTo>
                <a:lnTo>
                  <a:pt x="95742" y="90282"/>
                </a:lnTo>
                <a:lnTo>
                  <a:pt x="93218" y="92947"/>
                </a:lnTo>
                <a:lnTo>
                  <a:pt x="90520" y="95504"/>
                </a:lnTo>
                <a:lnTo>
                  <a:pt x="87776" y="97824"/>
                </a:lnTo>
                <a:lnTo>
                  <a:pt x="84987" y="99904"/>
                </a:lnTo>
                <a:lnTo>
                  <a:pt x="82153" y="101744"/>
                </a:lnTo>
                <a:lnTo>
                  <a:pt x="79274" y="103343"/>
                </a:lnTo>
                <a:lnTo>
                  <a:pt x="76349" y="104701"/>
                </a:lnTo>
                <a:lnTo>
                  <a:pt x="73380" y="105816"/>
                </a:lnTo>
                <a:lnTo>
                  <a:pt x="70365" y="106687"/>
                </a:lnTo>
                <a:lnTo>
                  <a:pt x="67305" y="107314"/>
                </a:lnTo>
                <a:lnTo>
                  <a:pt x="64200" y="107694"/>
                </a:lnTo>
                <a:lnTo>
                  <a:pt x="61050" y="107829"/>
                </a:lnTo>
                <a:lnTo>
                  <a:pt x="57855" y="107716"/>
                </a:lnTo>
                <a:lnTo>
                  <a:pt x="54676" y="107394"/>
                </a:lnTo>
                <a:lnTo>
                  <a:pt x="51509" y="106835"/>
                </a:lnTo>
                <a:lnTo>
                  <a:pt x="48354" y="106039"/>
                </a:lnTo>
                <a:lnTo>
                  <a:pt x="45209" y="105006"/>
                </a:lnTo>
                <a:lnTo>
                  <a:pt x="42076" y="103736"/>
                </a:lnTo>
                <a:lnTo>
                  <a:pt x="38954" y="102228"/>
                </a:lnTo>
                <a:lnTo>
                  <a:pt x="35843" y="100484"/>
                </a:lnTo>
                <a:lnTo>
                  <a:pt x="32744" y="98502"/>
                </a:lnTo>
                <a:lnTo>
                  <a:pt x="29656" y="96284"/>
                </a:lnTo>
                <a:lnTo>
                  <a:pt x="26579" y="93828"/>
                </a:lnTo>
                <a:lnTo>
                  <a:pt x="23513" y="91135"/>
                </a:lnTo>
                <a:lnTo>
                  <a:pt x="20459" y="88205"/>
                </a:lnTo>
                <a:lnTo>
                  <a:pt x="17529" y="85151"/>
                </a:lnTo>
                <a:lnTo>
                  <a:pt x="14836" y="82085"/>
                </a:lnTo>
                <a:lnTo>
                  <a:pt x="12378" y="79006"/>
                </a:lnTo>
                <a:lnTo>
                  <a:pt x="10157" y="75915"/>
                </a:lnTo>
                <a:lnTo>
                  <a:pt x="8170" y="72811"/>
                </a:lnTo>
                <a:lnTo>
                  <a:pt x="6419" y="69693"/>
                </a:lnTo>
                <a:lnTo>
                  <a:pt x="4902" y="66562"/>
                </a:lnTo>
                <a:lnTo>
                  <a:pt x="3618" y="63415"/>
                </a:lnTo>
                <a:lnTo>
                  <a:pt x="2568" y="60254"/>
                </a:lnTo>
                <a:lnTo>
                  <a:pt x="1751" y="57076"/>
                </a:lnTo>
                <a:lnTo>
                  <a:pt x="1166" y="53883"/>
                </a:lnTo>
                <a:lnTo>
                  <a:pt x="813" y="50674"/>
                </a:lnTo>
                <a:lnTo>
                  <a:pt x="728" y="47507"/>
                </a:lnTo>
                <a:lnTo>
                  <a:pt x="881" y="44375"/>
                </a:lnTo>
                <a:lnTo>
                  <a:pt x="1272" y="41280"/>
                </a:lnTo>
                <a:lnTo>
                  <a:pt x="1902" y="38224"/>
                </a:lnTo>
                <a:lnTo>
                  <a:pt x="2770" y="35206"/>
                </a:lnTo>
                <a:lnTo>
                  <a:pt x="3878" y="32230"/>
                </a:lnTo>
                <a:lnTo>
                  <a:pt x="5226" y="29296"/>
                </a:lnTo>
                <a:lnTo>
                  <a:pt x="6815" y="26406"/>
                </a:lnTo>
                <a:lnTo>
                  <a:pt x="8644" y="23561"/>
                </a:lnTo>
                <a:lnTo>
                  <a:pt x="10714" y="20762"/>
                </a:lnTo>
                <a:lnTo>
                  <a:pt x="13027" y="18012"/>
                </a:lnTo>
                <a:lnTo>
                  <a:pt x="15582" y="15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3" name="Original native bar-chart element 43">
            <a:extLst xmlns:a="http://schemas.openxmlformats.org/drawingml/2006/main">
              <a:ext uri="{FF2B5EF4-FFF2-40B4-BE49-F238E27FC236}">
                <a16:creationId xmlns:a16="http://schemas.microsoft.com/office/drawing/2014/main" id="{3E44238B-2C6B-4895-8FC4-E6DD862A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986" y="2448371"/>
            <a:ext cx="86308" cy="118555"/>
          </a:xfrm>
          <a:custGeom xmlns:a="http://schemas.openxmlformats.org/drawingml/2006/main">
            <a:pathLst>
              <a:path w="86308" h="118555">
                <a:moveTo>
                  <a:pt x="54739" y="12465"/>
                </a:moveTo>
                <a:lnTo>
                  <a:pt x="54199" y="12609"/>
                </a:lnTo>
                <a:lnTo>
                  <a:pt x="53665" y="12769"/>
                </a:lnTo>
                <a:lnTo>
                  <a:pt x="53136" y="12946"/>
                </a:lnTo>
                <a:lnTo>
                  <a:pt x="52611" y="13138"/>
                </a:lnTo>
                <a:lnTo>
                  <a:pt x="52090" y="13345"/>
                </a:lnTo>
                <a:lnTo>
                  <a:pt x="51571" y="13566"/>
                </a:lnTo>
                <a:lnTo>
                  <a:pt x="51056" y="13802"/>
                </a:lnTo>
                <a:lnTo>
                  <a:pt x="50543" y="14051"/>
                </a:lnTo>
                <a:lnTo>
                  <a:pt x="50032" y="14313"/>
                </a:lnTo>
                <a:lnTo>
                  <a:pt x="49523" y="14589"/>
                </a:lnTo>
                <a:lnTo>
                  <a:pt x="49014" y="14876"/>
                </a:lnTo>
                <a:lnTo>
                  <a:pt x="48506" y="15175"/>
                </a:lnTo>
                <a:lnTo>
                  <a:pt x="48029" y="15517"/>
                </a:lnTo>
                <a:lnTo>
                  <a:pt x="47547" y="15865"/>
                </a:lnTo>
                <a:lnTo>
                  <a:pt x="47062" y="16221"/>
                </a:lnTo>
                <a:lnTo>
                  <a:pt x="46574" y="16585"/>
                </a:lnTo>
                <a:lnTo>
                  <a:pt x="46084" y="16959"/>
                </a:lnTo>
                <a:lnTo>
                  <a:pt x="45593" y="17343"/>
                </a:lnTo>
                <a:lnTo>
                  <a:pt x="45102" y="17738"/>
                </a:lnTo>
                <a:lnTo>
                  <a:pt x="44612" y="18146"/>
                </a:lnTo>
                <a:lnTo>
                  <a:pt x="44124" y="18567"/>
                </a:lnTo>
                <a:lnTo>
                  <a:pt x="43638" y="19001"/>
                </a:lnTo>
                <a:lnTo>
                  <a:pt x="43157" y="19451"/>
                </a:lnTo>
                <a:lnTo>
                  <a:pt x="42680" y="19917"/>
                </a:lnTo>
                <a:lnTo>
                  <a:pt x="41034" y="21659"/>
                </a:lnTo>
                <a:lnTo>
                  <a:pt x="39552" y="23428"/>
                </a:lnTo>
                <a:lnTo>
                  <a:pt x="38232" y="25225"/>
                </a:lnTo>
                <a:lnTo>
                  <a:pt x="37074" y="27048"/>
                </a:lnTo>
                <a:lnTo>
                  <a:pt x="36079" y="28898"/>
                </a:lnTo>
                <a:lnTo>
                  <a:pt x="35245" y="30774"/>
                </a:lnTo>
                <a:lnTo>
                  <a:pt x="34571" y="32675"/>
                </a:lnTo>
                <a:lnTo>
                  <a:pt x="34059" y="34601"/>
                </a:lnTo>
                <a:lnTo>
                  <a:pt x="33706" y="36551"/>
                </a:lnTo>
                <a:lnTo>
                  <a:pt x="33512" y="38525"/>
                </a:lnTo>
                <a:lnTo>
                  <a:pt x="33478" y="40523"/>
                </a:lnTo>
                <a:lnTo>
                  <a:pt x="33602" y="42544"/>
                </a:lnTo>
                <a:lnTo>
                  <a:pt x="33853" y="44608"/>
                </a:lnTo>
                <a:lnTo>
                  <a:pt x="34267" y="46667"/>
                </a:lnTo>
                <a:lnTo>
                  <a:pt x="34845" y="48724"/>
                </a:lnTo>
                <a:lnTo>
                  <a:pt x="35584" y="50779"/>
                </a:lnTo>
                <a:lnTo>
                  <a:pt x="36485" y="52834"/>
                </a:lnTo>
                <a:lnTo>
                  <a:pt x="37548" y="54891"/>
                </a:lnTo>
                <a:lnTo>
                  <a:pt x="38772" y="56950"/>
                </a:lnTo>
                <a:lnTo>
                  <a:pt x="40156" y="59014"/>
                </a:lnTo>
                <a:lnTo>
                  <a:pt x="41700" y="61083"/>
                </a:lnTo>
                <a:lnTo>
                  <a:pt x="43403" y="63160"/>
                </a:lnTo>
                <a:lnTo>
                  <a:pt x="45266" y="65245"/>
                </a:lnTo>
                <a:lnTo>
                  <a:pt x="47287" y="67339"/>
                </a:lnTo>
                <a:lnTo>
                  <a:pt x="86308" y="106361"/>
                </a:lnTo>
                <a:lnTo>
                  <a:pt x="74114" y="118555"/>
                </a:lnTo>
                <a:lnTo>
                  <a:pt x="0" y="44441"/>
                </a:lnTo>
                <a:lnTo>
                  <a:pt x="12194" y="32247"/>
                </a:lnTo>
                <a:lnTo>
                  <a:pt x="23711" y="43764"/>
                </a:lnTo>
                <a:lnTo>
                  <a:pt x="23245" y="42039"/>
                </a:lnTo>
                <a:lnTo>
                  <a:pt x="22864" y="40322"/>
                </a:lnTo>
                <a:lnTo>
                  <a:pt x="22566" y="38613"/>
                </a:lnTo>
                <a:lnTo>
                  <a:pt x="22351" y="36914"/>
                </a:lnTo>
                <a:lnTo>
                  <a:pt x="22219" y="35226"/>
                </a:lnTo>
                <a:lnTo>
                  <a:pt x="22170" y="33551"/>
                </a:lnTo>
                <a:lnTo>
                  <a:pt x="22202" y="31890"/>
                </a:lnTo>
                <a:lnTo>
                  <a:pt x="22316" y="30245"/>
                </a:lnTo>
                <a:lnTo>
                  <a:pt x="22511" y="28616"/>
                </a:lnTo>
                <a:lnTo>
                  <a:pt x="22786" y="27006"/>
                </a:lnTo>
                <a:lnTo>
                  <a:pt x="23141" y="25416"/>
                </a:lnTo>
                <a:lnTo>
                  <a:pt x="23576" y="23847"/>
                </a:lnTo>
                <a:lnTo>
                  <a:pt x="24092" y="22291"/>
                </a:lnTo>
                <a:lnTo>
                  <a:pt x="24693" y="20741"/>
                </a:lnTo>
                <a:lnTo>
                  <a:pt x="25379" y="19197"/>
                </a:lnTo>
                <a:lnTo>
                  <a:pt x="26150" y="17659"/>
                </a:lnTo>
                <a:lnTo>
                  <a:pt x="27005" y="16126"/>
                </a:lnTo>
                <a:lnTo>
                  <a:pt x="27945" y="14599"/>
                </a:lnTo>
                <a:lnTo>
                  <a:pt x="28970" y="13078"/>
                </a:lnTo>
                <a:lnTo>
                  <a:pt x="30079" y="11562"/>
                </a:lnTo>
                <a:lnTo>
                  <a:pt x="31273" y="10052"/>
                </a:lnTo>
                <a:lnTo>
                  <a:pt x="32552" y="8547"/>
                </a:lnTo>
                <a:lnTo>
                  <a:pt x="33915" y="7048"/>
                </a:lnTo>
                <a:lnTo>
                  <a:pt x="35363" y="5555"/>
                </a:lnTo>
                <a:lnTo>
                  <a:pt x="35572" y="5352"/>
                </a:lnTo>
                <a:lnTo>
                  <a:pt x="35791" y="5147"/>
                </a:lnTo>
                <a:lnTo>
                  <a:pt x="36020" y="4941"/>
                </a:lnTo>
                <a:lnTo>
                  <a:pt x="36257" y="4732"/>
                </a:lnTo>
                <a:lnTo>
                  <a:pt x="36501" y="4519"/>
                </a:lnTo>
                <a:lnTo>
                  <a:pt x="36752" y="4302"/>
                </a:lnTo>
                <a:lnTo>
                  <a:pt x="37009" y="4079"/>
                </a:lnTo>
                <a:lnTo>
                  <a:pt x="37270" y="3849"/>
                </a:lnTo>
                <a:lnTo>
                  <a:pt x="37535" y="3612"/>
                </a:lnTo>
                <a:lnTo>
                  <a:pt x="37803" y="3366"/>
                </a:lnTo>
                <a:lnTo>
                  <a:pt x="38073" y="3111"/>
                </a:lnTo>
                <a:lnTo>
                  <a:pt x="38344" y="2845"/>
                </a:lnTo>
                <a:lnTo>
                  <a:pt x="38618" y="2639"/>
                </a:lnTo>
                <a:lnTo>
                  <a:pt x="38899" y="2428"/>
                </a:lnTo>
                <a:lnTo>
                  <a:pt x="39187" y="2210"/>
                </a:lnTo>
                <a:lnTo>
                  <a:pt x="39483" y="1987"/>
                </a:lnTo>
                <a:lnTo>
                  <a:pt x="39789" y="1759"/>
                </a:lnTo>
                <a:lnTo>
                  <a:pt x="40105" y="1524"/>
                </a:lnTo>
                <a:lnTo>
                  <a:pt x="40433" y="1284"/>
                </a:lnTo>
                <a:lnTo>
                  <a:pt x="40773" y="1039"/>
                </a:lnTo>
                <a:lnTo>
                  <a:pt x="41126" y="788"/>
                </a:lnTo>
                <a:lnTo>
                  <a:pt x="41493" y="531"/>
                </a:lnTo>
                <a:lnTo>
                  <a:pt x="41875" y="268"/>
                </a:lnTo>
                <a:lnTo>
                  <a:pt x="42273" y="0"/>
                </a:lnTo>
                <a:lnTo>
                  <a:pt x="54739" y="124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4" name="Original native bar-chart element 44">
            <a:extLst xmlns:a="http://schemas.openxmlformats.org/drawingml/2006/main">
              <a:ext uri="{FF2B5EF4-FFF2-40B4-BE49-F238E27FC236}">
                <a16:creationId xmlns:a16="http://schemas.microsoft.com/office/drawing/2014/main" id="{B62ADFE7-DC8F-4C26-A3A2-7E7B3E59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005" y="2392242"/>
            <a:ext cx="118013" cy="108258"/>
          </a:xfrm>
          <a:custGeom xmlns:a="http://schemas.openxmlformats.org/drawingml/2006/main">
            <a:pathLst>
              <a:path w="118013" h="108258">
                <a:moveTo>
                  <a:pt x="84547" y="18020"/>
                </a:moveTo>
                <a:lnTo>
                  <a:pt x="90508" y="23982"/>
                </a:lnTo>
                <a:lnTo>
                  <a:pt x="34550" y="79940"/>
                </a:lnTo>
                <a:lnTo>
                  <a:pt x="36786" y="81825"/>
                </a:lnTo>
                <a:lnTo>
                  <a:pt x="39022" y="83551"/>
                </a:lnTo>
                <a:lnTo>
                  <a:pt x="41257" y="85114"/>
                </a:lnTo>
                <a:lnTo>
                  <a:pt x="43493" y="86514"/>
                </a:lnTo>
                <a:lnTo>
                  <a:pt x="45728" y="87748"/>
                </a:lnTo>
                <a:lnTo>
                  <a:pt x="47964" y="88815"/>
                </a:lnTo>
                <a:lnTo>
                  <a:pt x="50200" y="89712"/>
                </a:lnTo>
                <a:lnTo>
                  <a:pt x="52435" y="90438"/>
                </a:lnTo>
                <a:lnTo>
                  <a:pt x="54671" y="90991"/>
                </a:lnTo>
                <a:lnTo>
                  <a:pt x="56906" y="91369"/>
                </a:lnTo>
                <a:lnTo>
                  <a:pt x="59142" y="91570"/>
                </a:lnTo>
                <a:lnTo>
                  <a:pt x="61378" y="91592"/>
                </a:lnTo>
                <a:lnTo>
                  <a:pt x="63571" y="91476"/>
                </a:lnTo>
                <a:lnTo>
                  <a:pt x="65748" y="91196"/>
                </a:lnTo>
                <a:lnTo>
                  <a:pt x="67909" y="90752"/>
                </a:lnTo>
                <a:lnTo>
                  <a:pt x="70054" y="90142"/>
                </a:lnTo>
                <a:lnTo>
                  <a:pt x="72184" y="89367"/>
                </a:lnTo>
                <a:lnTo>
                  <a:pt x="74300" y="88425"/>
                </a:lnTo>
                <a:lnTo>
                  <a:pt x="76402" y="87317"/>
                </a:lnTo>
                <a:lnTo>
                  <a:pt x="78490" y="86042"/>
                </a:lnTo>
                <a:lnTo>
                  <a:pt x="80565" y="84600"/>
                </a:lnTo>
                <a:lnTo>
                  <a:pt x="82627" y="82989"/>
                </a:lnTo>
                <a:lnTo>
                  <a:pt x="84676" y="81210"/>
                </a:lnTo>
                <a:lnTo>
                  <a:pt x="86715" y="79263"/>
                </a:lnTo>
                <a:lnTo>
                  <a:pt x="87855" y="78100"/>
                </a:lnTo>
                <a:lnTo>
                  <a:pt x="88972" y="76915"/>
                </a:lnTo>
                <a:lnTo>
                  <a:pt x="90064" y="75710"/>
                </a:lnTo>
                <a:lnTo>
                  <a:pt x="91131" y="74485"/>
                </a:lnTo>
                <a:lnTo>
                  <a:pt x="92171" y="73241"/>
                </a:lnTo>
                <a:lnTo>
                  <a:pt x="93184" y="71980"/>
                </a:lnTo>
                <a:lnTo>
                  <a:pt x="94169" y="70701"/>
                </a:lnTo>
                <a:lnTo>
                  <a:pt x="95125" y="69407"/>
                </a:lnTo>
                <a:lnTo>
                  <a:pt x="96051" y="68097"/>
                </a:lnTo>
                <a:lnTo>
                  <a:pt x="96945" y="66773"/>
                </a:lnTo>
                <a:lnTo>
                  <a:pt x="97808" y="65437"/>
                </a:lnTo>
                <a:lnTo>
                  <a:pt x="98638" y="64087"/>
                </a:lnTo>
                <a:lnTo>
                  <a:pt x="99439" y="62716"/>
                </a:lnTo>
                <a:lnTo>
                  <a:pt x="100217" y="61311"/>
                </a:lnTo>
                <a:lnTo>
                  <a:pt x="100971" y="59875"/>
                </a:lnTo>
                <a:lnTo>
                  <a:pt x="101699" y="58407"/>
                </a:lnTo>
                <a:lnTo>
                  <a:pt x="102401" y="56909"/>
                </a:lnTo>
                <a:lnTo>
                  <a:pt x="103075" y="55382"/>
                </a:lnTo>
                <a:lnTo>
                  <a:pt x="103721" y="53827"/>
                </a:lnTo>
                <a:lnTo>
                  <a:pt x="104339" y="52245"/>
                </a:lnTo>
                <a:lnTo>
                  <a:pt x="104925" y="50636"/>
                </a:lnTo>
                <a:lnTo>
                  <a:pt x="105481" y="49002"/>
                </a:lnTo>
                <a:lnTo>
                  <a:pt x="106005" y="47343"/>
                </a:lnTo>
                <a:lnTo>
                  <a:pt x="106496" y="45661"/>
                </a:lnTo>
                <a:lnTo>
                  <a:pt x="118013" y="57177"/>
                </a:lnTo>
                <a:lnTo>
                  <a:pt x="117392" y="58730"/>
                </a:lnTo>
                <a:lnTo>
                  <a:pt x="116747" y="60270"/>
                </a:lnTo>
                <a:lnTo>
                  <a:pt x="116078" y="61797"/>
                </a:lnTo>
                <a:lnTo>
                  <a:pt x="115384" y="63310"/>
                </a:lnTo>
                <a:lnTo>
                  <a:pt x="114663" y="64807"/>
                </a:lnTo>
                <a:lnTo>
                  <a:pt x="113915" y="66289"/>
                </a:lnTo>
                <a:lnTo>
                  <a:pt x="113138" y="67754"/>
                </a:lnTo>
                <a:lnTo>
                  <a:pt x="112333" y="69201"/>
                </a:lnTo>
                <a:lnTo>
                  <a:pt x="111497" y="70629"/>
                </a:lnTo>
                <a:lnTo>
                  <a:pt x="110630" y="72038"/>
                </a:lnTo>
                <a:lnTo>
                  <a:pt x="109731" y="73425"/>
                </a:lnTo>
                <a:lnTo>
                  <a:pt x="108800" y="74791"/>
                </a:lnTo>
                <a:lnTo>
                  <a:pt x="107843" y="76143"/>
                </a:lnTo>
                <a:lnTo>
                  <a:pt x="106869" y="77487"/>
                </a:lnTo>
                <a:lnTo>
                  <a:pt x="105878" y="78822"/>
                </a:lnTo>
                <a:lnTo>
                  <a:pt x="104870" y="80146"/>
                </a:lnTo>
                <a:lnTo>
                  <a:pt x="103846" y="81456"/>
                </a:lnTo>
                <a:lnTo>
                  <a:pt x="102804" y="82751"/>
                </a:lnTo>
                <a:lnTo>
                  <a:pt x="101746" y="84030"/>
                </a:lnTo>
                <a:lnTo>
                  <a:pt x="100670" y="85289"/>
                </a:lnTo>
                <a:lnTo>
                  <a:pt x="99578" y="86528"/>
                </a:lnTo>
                <a:lnTo>
                  <a:pt x="98468" y="87745"/>
                </a:lnTo>
                <a:lnTo>
                  <a:pt x="97342" y="88936"/>
                </a:lnTo>
                <a:lnTo>
                  <a:pt x="96199" y="90102"/>
                </a:lnTo>
                <a:lnTo>
                  <a:pt x="93201" y="92959"/>
                </a:lnTo>
                <a:lnTo>
                  <a:pt x="90169" y="95567"/>
                </a:lnTo>
                <a:lnTo>
                  <a:pt x="87102" y="97929"/>
                </a:lnTo>
                <a:lnTo>
                  <a:pt x="84000" y="100043"/>
                </a:lnTo>
                <a:lnTo>
                  <a:pt x="80862" y="101911"/>
                </a:lnTo>
                <a:lnTo>
                  <a:pt x="77687" y="103532"/>
                </a:lnTo>
                <a:lnTo>
                  <a:pt x="74477" y="104909"/>
                </a:lnTo>
                <a:lnTo>
                  <a:pt x="71228" y="106040"/>
                </a:lnTo>
                <a:lnTo>
                  <a:pt x="67943" y="106926"/>
                </a:lnTo>
                <a:lnTo>
                  <a:pt x="64619" y="107568"/>
                </a:lnTo>
                <a:lnTo>
                  <a:pt x="61256" y="107967"/>
                </a:lnTo>
                <a:lnTo>
                  <a:pt x="57855" y="108122"/>
                </a:lnTo>
                <a:lnTo>
                  <a:pt x="54453" y="108029"/>
                </a:lnTo>
                <a:lnTo>
                  <a:pt x="51092" y="107683"/>
                </a:lnTo>
                <a:lnTo>
                  <a:pt x="47769" y="107085"/>
                </a:lnTo>
                <a:lnTo>
                  <a:pt x="44486" y="106235"/>
                </a:lnTo>
                <a:lnTo>
                  <a:pt x="41243" y="105136"/>
                </a:lnTo>
                <a:lnTo>
                  <a:pt x="38039" y="103787"/>
                </a:lnTo>
                <a:lnTo>
                  <a:pt x="34875" y="102189"/>
                </a:lnTo>
                <a:lnTo>
                  <a:pt x="31750" y="100344"/>
                </a:lnTo>
                <a:lnTo>
                  <a:pt x="28665" y="98253"/>
                </a:lnTo>
                <a:lnTo>
                  <a:pt x="25619" y="95915"/>
                </a:lnTo>
                <a:lnTo>
                  <a:pt x="22613" y="93334"/>
                </a:lnTo>
                <a:lnTo>
                  <a:pt x="19646" y="90508"/>
                </a:lnTo>
                <a:lnTo>
                  <a:pt x="16750" y="87477"/>
                </a:lnTo>
                <a:lnTo>
                  <a:pt x="14091" y="84411"/>
                </a:lnTo>
                <a:lnTo>
                  <a:pt x="11669" y="81312"/>
                </a:lnTo>
                <a:lnTo>
                  <a:pt x="9484" y="78179"/>
                </a:lnTo>
                <a:lnTo>
                  <a:pt x="7537" y="75011"/>
                </a:lnTo>
                <a:lnTo>
                  <a:pt x="5826" y="71811"/>
                </a:lnTo>
                <a:lnTo>
                  <a:pt x="4353" y="68576"/>
                </a:lnTo>
                <a:lnTo>
                  <a:pt x="3116" y="65307"/>
                </a:lnTo>
                <a:lnTo>
                  <a:pt x="2117" y="62004"/>
                </a:lnTo>
                <a:lnTo>
                  <a:pt x="1355" y="58668"/>
                </a:lnTo>
                <a:lnTo>
                  <a:pt x="830" y="55297"/>
                </a:lnTo>
                <a:lnTo>
                  <a:pt x="542" y="51893"/>
                </a:lnTo>
                <a:lnTo>
                  <a:pt x="528" y="48526"/>
                </a:lnTo>
                <a:lnTo>
                  <a:pt x="756" y="45200"/>
                </a:lnTo>
                <a:lnTo>
                  <a:pt x="1228" y="41918"/>
                </a:lnTo>
                <a:lnTo>
                  <a:pt x="1942" y="38680"/>
                </a:lnTo>
                <a:lnTo>
                  <a:pt x="2899" y="35490"/>
                </a:lnTo>
                <a:lnTo>
                  <a:pt x="4099" y="32349"/>
                </a:lnTo>
                <a:lnTo>
                  <a:pt x="5541" y="29258"/>
                </a:lnTo>
                <a:lnTo>
                  <a:pt x="7226" y="26220"/>
                </a:lnTo>
                <a:lnTo>
                  <a:pt x="9154" y="23237"/>
                </a:lnTo>
                <a:lnTo>
                  <a:pt x="11325" y="20310"/>
                </a:lnTo>
                <a:lnTo>
                  <a:pt x="13738" y="17441"/>
                </a:lnTo>
                <a:lnTo>
                  <a:pt x="16394" y="14633"/>
                </a:lnTo>
                <a:lnTo>
                  <a:pt x="18924" y="12239"/>
                </a:lnTo>
                <a:lnTo>
                  <a:pt x="21498" y="10070"/>
                </a:lnTo>
                <a:lnTo>
                  <a:pt x="24117" y="8125"/>
                </a:lnTo>
                <a:lnTo>
                  <a:pt x="26782" y="6403"/>
                </a:lnTo>
                <a:lnTo>
                  <a:pt x="29492" y="4903"/>
                </a:lnTo>
                <a:lnTo>
                  <a:pt x="32247" y="3624"/>
                </a:lnTo>
                <a:lnTo>
                  <a:pt x="35047" y="2566"/>
                </a:lnTo>
                <a:lnTo>
                  <a:pt x="37892" y="1726"/>
                </a:lnTo>
                <a:lnTo>
                  <a:pt x="40783" y="1105"/>
                </a:lnTo>
                <a:lnTo>
                  <a:pt x="43719" y="701"/>
                </a:lnTo>
                <a:lnTo>
                  <a:pt x="46699" y="514"/>
                </a:lnTo>
                <a:lnTo>
                  <a:pt x="49725" y="542"/>
                </a:lnTo>
                <a:lnTo>
                  <a:pt x="52763" y="847"/>
                </a:lnTo>
                <a:lnTo>
                  <a:pt x="55777" y="1357"/>
                </a:lnTo>
                <a:lnTo>
                  <a:pt x="58767" y="2073"/>
                </a:lnTo>
                <a:lnTo>
                  <a:pt x="61734" y="2996"/>
                </a:lnTo>
                <a:lnTo>
                  <a:pt x="64676" y="4128"/>
                </a:lnTo>
                <a:lnTo>
                  <a:pt x="67593" y="5470"/>
                </a:lnTo>
                <a:lnTo>
                  <a:pt x="70485" y="7025"/>
                </a:lnTo>
                <a:lnTo>
                  <a:pt x="73351" y="8792"/>
                </a:lnTo>
                <a:lnTo>
                  <a:pt x="76191" y="10774"/>
                </a:lnTo>
                <a:lnTo>
                  <a:pt x="79003" y="12971"/>
                </a:lnTo>
                <a:lnTo>
                  <a:pt x="81789" y="15387"/>
                </a:lnTo>
                <a:lnTo>
                  <a:pt x="84547" y="18020"/>
                </a:lnTo>
                <a:close/>
                <a:moveTo>
                  <a:pt x="68830" y="26692"/>
                </a:moveTo>
                <a:lnTo>
                  <a:pt x="67128" y="25131"/>
                </a:lnTo>
                <a:lnTo>
                  <a:pt x="65409" y="23698"/>
                </a:lnTo>
                <a:lnTo>
                  <a:pt x="63673" y="22394"/>
                </a:lnTo>
                <a:lnTo>
                  <a:pt x="61920" y="21217"/>
                </a:lnTo>
                <a:lnTo>
                  <a:pt x="60150" y="20166"/>
                </a:lnTo>
                <a:lnTo>
                  <a:pt x="58363" y="19240"/>
                </a:lnTo>
                <a:lnTo>
                  <a:pt x="56559" y="18438"/>
                </a:lnTo>
                <a:lnTo>
                  <a:pt x="54739" y="17759"/>
                </a:lnTo>
                <a:lnTo>
                  <a:pt x="52901" y="17203"/>
                </a:lnTo>
                <a:lnTo>
                  <a:pt x="51046" y="16768"/>
                </a:lnTo>
                <a:lnTo>
                  <a:pt x="49175" y="16454"/>
                </a:lnTo>
                <a:lnTo>
                  <a:pt x="47287" y="16259"/>
                </a:lnTo>
                <a:lnTo>
                  <a:pt x="45404" y="16256"/>
                </a:lnTo>
                <a:lnTo>
                  <a:pt x="43550" y="16383"/>
                </a:lnTo>
                <a:lnTo>
                  <a:pt x="41727" y="16640"/>
                </a:lnTo>
                <a:lnTo>
                  <a:pt x="39935" y="17027"/>
                </a:lnTo>
                <a:lnTo>
                  <a:pt x="38175" y="17543"/>
                </a:lnTo>
                <a:lnTo>
                  <a:pt x="36447" y="18190"/>
                </a:lnTo>
                <a:lnTo>
                  <a:pt x="34754" y="18966"/>
                </a:lnTo>
                <a:lnTo>
                  <a:pt x="33095" y="19872"/>
                </a:lnTo>
                <a:lnTo>
                  <a:pt x="31472" y="20908"/>
                </a:lnTo>
                <a:lnTo>
                  <a:pt x="29886" y="22074"/>
                </a:lnTo>
                <a:lnTo>
                  <a:pt x="28337" y="23369"/>
                </a:lnTo>
                <a:lnTo>
                  <a:pt x="26827" y="24795"/>
                </a:lnTo>
                <a:lnTo>
                  <a:pt x="25204" y="26503"/>
                </a:lnTo>
                <a:lnTo>
                  <a:pt x="23721" y="28237"/>
                </a:lnTo>
                <a:lnTo>
                  <a:pt x="22377" y="29999"/>
                </a:lnTo>
                <a:lnTo>
                  <a:pt x="21172" y="31785"/>
                </a:lnTo>
                <a:lnTo>
                  <a:pt x="20104" y="33596"/>
                </a:lnTo>
                <a:lnTo>
                  <a:pt x="19172" y="35431"/>
                </a:lnTo>
                <a:lnTo>
                  <a:pt x="18376" y="37288"/>
                </a:lnTo>
                <a:lnTo>
                  <a:pt x="17714" y="39167"/>
                </a:lnTo>
                <a:lnTo>
                  <a:pt x="17186" y="41067"/>
                </a:lnTo>
                <a:lnTo>
                  <a:pt x="16791" y="42986"/>
                </a:lnTo>
                <a:lnTo>
                  <a:pt x="16527" y="44924"/>
                </a:lnTo>
                <a:lnTo>
                  <a:pt x="16394" y="46880"/>
                </a:lnTo>
                <a:lnTo>
                  <a:pt x="16395" y="48844"/>
                </a:lnTo>
                <a:lnTo>
                  <a:pt x="16531" y="50807"/>
                </a:lnTo>
                <a:lnTo>
                  <a:pt x="16803" y="52768"/>
                </a:lnTo>
                <a:lnTo>
                  <a:pt x="17212" y="54724"/>
                </a:lnTo>
                <a:lnTo>
                  <a:pt x="17759" y="56674"/>
                </a:lnTo>
                <a:lnTo>
                  <a:pt x="18444" y="58617"/>
                </a:lnTo>
                <a:lnTo>
                  <a:pt x="19267" y="60552"/>
                </a:lnTo>
                <a:lnTo>
                  <a:pt x="20228" y="62477"/>
                </a:lnTo>
                <a:lnTo>
                  <a:pt x="21329" y="64390"/>
                </a:lnTo>
                <a:lnTo>
                  <a:pt x="22570" y="66291"/>
                </a:lnTo>
                <a:lnTo>
                  <a:pt x="23951" y="68178"/>
                </a:lnTo>
                <a:lnTo>
                  <a:pt x="25472" y="70049"/>
                </a:lnTo>
                <a:lnTo>
                  <a:pt x="68830" y="26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5" name="Original native bar-chart element 45">
            <a:extLst xmlns:a="http://schemas.openxmlformats.org/drawingml/2006/main">
              <a:ext uri="{FF2B5EF4-FFF2-40B4-BE49-F238E27FC236}">
                <a16:creationId xmlns:a16="http://schemas.microsoft.com/office/drawing/2014/main" id="{EC68D498-F20C-4F02-A08D-5C08803F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075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6" name="Original native bar-chart element 46">
            <a:extLst xmlns:a="http://schemas.openxmlformats.org/drawingml/2006/main">
              <a:ext uri="{FF2B5EF4-FFF2-40B4-BE49-F238E27FC236}">
                <a16:creationId xmlns:a16="http://schemas.microsoft.com/office/drawing/2014/main" id="{6E4443D1-7B55-4E59-8181-3FB58675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075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47" name="Original native bar-chart element 47">
            <a:extLst xmlns:a="http://schemas.openxmlformats.org/drawingml/2006/main">
              <a:ext uri="{FF2B5EF4-FFF2-40B4-BE49-F238E27FC236}">
                <a16:creationId xmlns:a16="http://schemas.microsoft.com/office/drawing/2014/main" id="{90B4B1A9-FF46-4751-9E1D-809F4AC6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687" y="3122947"/>
            <a:ext cx="151344" cy="150531"/>
          </a:xfrm>
          <a:custGeom xmlns:a="http://schemas.openxmlformats.org/drawingml/2006/main">
            <a:pathLst>
              <a:path w="151344" h="150531">
                <a:moveTo>
                  <a:pt x="133188" y="87799"/>
                </a:moveTo>
                <a:lnTo>
                  <a:pt x="106632" y="61242"/>
                </a:lnTo>
                <a:lnTo>
                  <a:pt x="84818" y="83056"/>
                </a:lnTo>
                <a:lnTo>
                  <a:pt x="73843" y="72081"/>
                </a:lnTo>
                <a:lnTo>
                  <a:pt x="108935" y="36989"/>
                </a:lnTo>
                <a:lnTo>
                  <a:pt x="151344" y="79398"/>
                </a:lnTo>
                <a:lnTo>
                  <a:pt x="150972" y="81622"/>
                </a:lnTo>
                <a:lnTo>
                  <a:pt x="150532" y="83825"/>
                </a:lnTo>
                <a:lnTo>
                  <a:pt x="150025" y="86005"/>
                </a:lnTo>
                <a:lnTo>
                  <a:pt x="149452" y="88165"/>
                </a:lnTo>
                <a:lnTo>
                  <a:pt x="148813" y="90304"/>
                </a:lnTo>
                <a:lnTo>
                  <a:pt x="148109" y="92422"/>
                </a:lnTo>
                <a:lnTo>
                  <a:pt x="147340" y="94521"/>
                </a:lnTo>
                <a:lnTo>
                  <a:pt x="146506" y="96600"/>
                </a:lnTo>
                <a:lnTo>
                  <a:pt x="145609" y="98661"/>
                </a:lnTo>
                <a:lnTo>
                  <a:pt x="144648" y="100703"/>
                </a:lnTo>
                <a:lnTo>
                  <a:pt x="143624" y="102728"/>
                </a:lnTo>
                <a:lnTo>
                  <a:pt x="142537" y="104735"/>
                </a:lnTo>
                <a:lnTo>
                  <a:pt x="141394" y="106725"/>
                </a:lnTo>
                <a:lnTo>
                  <a:pt x="140199" y="108697"/>
                </a:lnTo>
                <a:lnTo>
                  <a:pt x="138953" y="110652"/>
                </a:lnTo>
                <a:lnTo>
                  <a:pt x="137654" y="112588"/>
                </a:lnTo>
                <a:lnTo>
                  <a:pt x="136303" y="114506"/>
                </a:lnTo>
                <a:lnTo>
                  <a:pt x="134899" y="116404"/>
                </a:lnTo>
                <a:lnTo>
                  <a:pt x="133441" y="118283"/>
                </a:lnTo>
                <a:lnTo>
                  <a:pt x="131929" y="120141"/>
                </a:lnTo>
                <a:lnTo>
                  <a:pt x="130362" y="121978"/>
                </a:lnTo>
                <a:lnTo>
                  <a:pt x="128740" y="123795"/>
                </a:lnTo>
                <a:lnTo>
                  <a:pt x="127063" y="125589"/>
                </a:lnTo>
                <a:lnTo>
                  <a:pt x="125330" y="127362"/>
                </a:lnTo>
                <a:lnTo>
                  <a:pt x="121443" y="131062"/>
                </a:lnTo>
                <a:lnTo>
                  <a:pt x="117506" y="134440"/>
                </a:lnTo>
                <a:lnTo>
                  <a:pt x="113521" y="137494"/>
                </a:lnTo>
                <a:lnTo>
                  <a:pt x="109487" y="140224"/>
                </a:lnTo>
                <a:lnTo>
                  <a:pt x="105407" y="142628"/>
                </a:lnTo>
                <a:lnTo>
                  <a:pt x="101280" y="144705"/>
                </a:lnTo>
                <a:lnTo>
                  <a:pt x="97108" y="146455"/>
                </a:lnTo>
                <a:lnTo>
                  <a:pt x="92892" y="147876"/>
                </a:lnTo>
                <a:lnTo>
                  <a:pt x="88633" y="148969"/>
                </a:lnTo>
                <a:lnTo>
                  <a:pt x="84331" y="149731"/>
                </a:lnTo>
                <a:lnTo>
                  <a:pt x="79988" y="150161"/>
                </a:lnTo>
                <a:lnTo>
                  <a:pt x="75604" y="150260"/>
                </a:lnTo>
                <a:lnTo>
                  <a:pt x="71215" y="150026"/>
                </a:lnTo>
                <a:lnTo>
                  <a:pt x="66854" y="149459"/>
                </a:lnTo>
                <a:lnTo>
                  <a:pt x="62523" y="148560"/>
                </a:lnTo>
                <a:lnTo>
                  <a:pt x="58221" y="147329"/>
                </a:lnTo>
                <a:lnTo>
                  <a:pt x="53950" y="145768"/>
                </a:lnTo>
                <a:lnTo>
                  <a:pt x="49708" y="143875"/>
                </a:lnTo>
                <a:lnTo>
                  <a:pt x="45498" y="141652"/>
                </a:lnTo>
                <a:lnTo>
                  <a:pt x="41320" y="139100"/>
                </a:lnTo>
                <a:lnTo>
                  <a:pt x="37173" y="136218"/>
                </a:lnTo>
                <a:lnTo>
                  <a:pt x="33059" y="133007"/>
                </a:lnTo>
                <a:lnTo>
                  <a:pt x="28978" y="129468"/>
                </a:lnTo>
                <a:lnTo>
                  <a:pt x="24930" y="125601"/>
                </a:lnTo>
                <a:lnTo>
                  <a:pt x="21094" y="121584"/>
                </a:lnTo>
                <a:lnTo>
                  <a:pt x="17581" y="117528"/>
                </a:lnTo>
                <a:lnTo>
                  <a:pt x="14390" y="113434"/>
                </a:lnTo>
                <a:lnTo>
                  <a:pt x="11522" y="109302"/>
                </a:lnTo>
                <a:lnTo>
                  <a:pt x="8978" y="105131"/>
                </a:lnTo>
                <a:lnTo>
                  <a:pt x="6758" y="100924"/>
                </a:lnTo>
                <a:lnTo>
                  <a:pt x="4862" y="96680"/>
                </a:lnTo>
                <a:lnTo>
                  <a:pt x="3292" y="92400"/>
                </a:lnTo>
                <a:lnTo>
                  <a:pt x="2047" y="88084"/>
                </a:lnTo>
                <a:lnTo>
                  <a:pt x="1128" y="83733"/>
                </a:lnTo>
                <a:lnTo>
                  <a:pt x="536" y="79347"/>
                </a:lnTo>
                <a:lnTo>
                  <a:pt x="271" y="74927"/>
                </a:lnTo>
                <a:lnTo>
                  <a:pt x="367" y="70541"/>
                </a:lnTo>
                <a:lnTo>
                  <a:pt x="790" y="66190"/>
                </a:lnTo>
                <a:lnTo>
                  <a:pt x="1541" y="61877"/>
                </a:lnTo>
                <a:lnTo>
                  <a:pt x="2620" y="57604"/>
                </a:lnTo>
                <a:lnTo>
                  <a:pt x="4025" y="53372"/>
                </a:lnTo>
                <a:lnTo>
                  <a:pt x="5758" y="49183"/>
                </a:lnTo>
                <a:lnTo>
                  <a:pt x="7819" y="45040"/>
                </a:lnTo>
                <a:lnTo>
                  <a:pt x="10207" y="40944"/>
                </a:lnTo>
                <a:lnTo>
                  <a:pt x="12923" y="36896"/>
                </a:lnTo>
                <a:lnTo>
                  <a:pt x="15965" y="32899"/>
                </a:lnTo>
                <a:lnTo>
                  <a:pt x="19336" y="28955"/>
                </a:lnTo>
                <a:lnTo>
                  <a:pt x="23034" y="25066"/>
                </a:lnTo>
                <a:lnTo>
                  <a:pt x="24637" y="23496"/>
                </a:lnTo>
                <a:lnTo>
                  <a:pt x="26263" y="21972"/>
                </a:lnTo>
                <a:lnTo>
                  <a:pt x="27911" y="20493"/>
                </a:lnTo>
                <a:lnTo>
                  <a:pt x="29582" y="19059"/>
                </a:lnTo>
                <a:lnTo>
                  <a:pt x="31276" y="17670"/>
                </a:lnTo>
                <a:lnTo>
                  <a:pt x="32992" y="16327"/>
                </a:lnTo>
                <a:lnTo>
                  <a:pt x="34731" y="15028"/>
                </a:lnTo>
                <a:lnTo>
                  <a:pt x="36492" y="13775"/>
                </a:lnTo>
                <a:lnTo>
                  <a:pt x="38276" y="12567"/>
                </a:lnTo>
                <a:lnTo>
                  <a:pt x="40083" y="11404"/>
                </a:lnTo>
                <a:lnTo>
                  <a:pt x="41912" y="10286"/>
                </a:lnTo>
                <a:lnTo>
                  <a:pt x="43764" y="9213"/>
                </a:lnTo>
                <a:lnTo>
                  <a:pt x="45632" y="8186"/>
                </a:lnTo>
                <a:lnTo>
                  <a:pt x="47512" y="7204"/>
                </a:lnTo>
                <a:lnTo>
                  <a:pt x="49401" y="6269"/>
                </a:lnTo>
                <a:lnTo>
                  <a:pt x="51301" y="5380"/>
                </a:lnTo>
                <a:lnTo>
                  <a:pt x="53210" y="4537"/>
                </a:lnTo>
                <a:lnTo>
                  <a:pt x="55128" y="3743"/>
                </a:lnTo>
                <a:lnTo>
                  <a:pt x="57055" y="2996"/>
                </a:lnTo>
                <a:lnTo>
                  <a:pt x="58989" y="2298"/>
                </a:lnTo>
                <a:lnTo>
                  <a:pt x="60931" y="1649"/>
                </a:lnTo>
                <a:lnTo>
                  <a:pt x="62880" y="1049"/>
                </a:lnTo>
                <a:lnTo>
                  <a:pt x="64836" y="500"/>
                </a:lnTo>
                <a:lnTo>
                  <a:pt x="66797" y="0"/>
                </a:lnTo>
                <a:lnTo>
                  <a:pt x="81024" y="14227"/>
                </a:lnTo>
                <a:lnTo>
                  <a:pt x="78769" y="14489"/>
                </a:lnTo>
                <a:lnTo>
                  <a:pt x="76541" y="14802"/>
                </a:lnTo>
                <a:lnTo>
                  <a:pt x="74343" y="15167"/>
                </a:lnTo>
                <a:lnTo>
                  <a:pt x="72172" y="15582"/>
                </a:lnTo>
                <a:lnTo>
                  <a:pt x="70029" y="16047"/>
                </a:lnTo>
                <a:lnTo>
                  <a:pt x="67915" y="16564"/>
                </a:lnTo>
                <a:lnTo>
                  <a:pt x="65829" y="17131"/>
                </a:lnTo>
                <a:lnTo>
                  <a:pt x="63771" y="17749"/>
                </a:lnTo>
                <a:lnTo>
                  <a:pt x="61742" y="18418"/>
                </a:lnTo>
                <a:lnTo>
                  <a:pt x="59740" y="19138"/>
                </a:lnTo>
                <a:lnTo>
                  <a:pt x="57767" y="19909"/>
                </a:lnTo>
                <a:lnTo>
                  <a:pt x="55823" y="20730"/>
                </a:lnTo>
                <a:lnTo>
                  <a:pt x="53909" y="21605"/>
                </a:lnTo>
                <a:lnTo>
                  <a:pt x="52029" y="22537"/>
                </a:lnTo>
                <a:lnTo>
                  <a:pt x="50183" y="23525"/>
                </a:lnTo>
                <a:lnTo>
                  <a:pt x="48370" y="24569"/>
                </a:lnTo>
                <a:lnTo>
                  <a:pt x="46592" y="25670"/>
                </a:lnTo>
                <a:lnTo>
                  <a:pt x="44848" y="26827"/>
                </a:lnTo>
                <a:lnTo>
                  <a:pt x="43137" y="28041"/>
                </a:lnTo>
                <a:lnTo>
                  <a:pt x="41460" y="29311"/>
                </a:lnTo>
                <a:lnTo>
                  <a:pt x="39818" y="30638"/>
                </a:lnTo>
                <a:lnTo>
                  <a:pt x="38209" y="32021"/>
                </a:lnTo>
                <a:lnTo>
                  <a:pt x="36634" y="33461"/>
                </a:lnTo>
                <a:lnTo>
                  <a:pt x="35092" y="34957"/>
                </a:lnTo>
                <a:lnTo>
                  <a:pt x="32179" y="38011"/>
                </a:lnTo>
                <a:lnTo>
                  <a:pt x="29537" y="41077"/>
                </a:lnTo>
                <a:lnTo>
                  <a:pt x="27166" y="44153"/>
                </a:lnTo>
                <a:lnTo>
                  <a:pt x="25066" y="47241"/>
                </a:lnTo>
                <a:lnTo>
                  <a:pt x="23237" y="50341"/>
                </a:lnTo>
                <a:lnTo>
                  <a:pt x="21679" y="53451"/>
                </a:lnTo>
                <a:lnTo>
                  <a:pt x="20391" y="56573"/>
                </a:lnTo>
                <a:lnTo>
                  <a:pt x="19375" y="59707"/>
                </a:lnTo>
                <a:lnTo>
                  <a:pt x="18630" y="62851"/>
                </a:lnTo>
                <a:lnTo>
                  <a:pt x="18156" y="66007"/>
                </a:lnTo>
                <a:lnTo>
                  <a:pt x="17953" y="69174"/>
                </a:lnTo>
                <a:lnTo>
                  <a:pt x="18020" y="72352"/>
                </a:lnTo>
                <a:lnTo>
                  <a:pt x="18322" y="75573"/>
                </a:lnTo>
                <a:lnTo>
                  <a:pt x="18889" y="78800"/>
                </a:lnTo>
                <a:lnTo>
                  <a:pt x="19720" y="82034"/>
                </a:lnTo>
                <a:lnTo>
                  <a:pt x="20816" y="85274"/>
                </a:lnTo>
                <a:lnTo>
                  <a:pt x="22174" y="88522"/>
                </a:lnTo>
                <a:lnTo>
                  <a:pt x="23796" y="91779"/>
                </a:lnTo>
                <a:lnTo>
                  <a:pt x="25680" y="95043"/>
                </a:lnTo>
                <a:lnTo>
                  <a:pt x="27826" y="98317"/>
                </a:lnTo>
                <a:lnTo>
                  <a:pt x="30234" y="101600"/>
                </a:lnTo>
                <a:lnTo>
                  <a:pt x="32902" y="104892"/>
                </a:lnTo>
                <a:lnTo>
                  <a:pt x="35832" y="108196"/>
                </a:lnTo>
                <a:lnTo>
                  <a:pt x="39022" y="111510"/>
                </a:lnTo>
                <a:lnTo>
                  <a:pt x="42367" y="114730"/>
                </a:lnTo>
                <a:lnTo>
                  <a:pt x="45696" y="117686"/>
                </a:lnTo>
                <a:lnTo>
                  <a:pt x="49010" y="120376"/>
                </a:lnTo>
                <a:lnTo>
                  <a:pt x="52310" y="122800"/>
                </a:lnTo>
                <a:lnTo>
                  <a:pt x="55597" y="124960"/>
                </a:lnTo>
                <a:lnTo>
                  <a:pt x="58871" y="126854"/>
                </a:lnTo>
                <a:lnTo>
                  <a:pt x="62134" y="128483"/>
                </a:lnTo>
                <a:lnTo>
                  <a:pt x="65387" y="129846"/>
                </a:lnTo>
                <a:lnTo>
                  <a:pt x="68631" y="130944"/>
                </a:lnTo>
                <a:lnTo>
                  <a:pt x="71866" y="131777"/>
                </a:lnTo>
                <a:lnTo>
                  <a:pt x="75093" y="132344"/>
                </a:lnTo>
                <a:lnTo>
                  <a:pt x="78314" y="132646"/>
                </a:lnTo>
                <a:lnTo>
                  <a:pt x="81490" y="132711"/>
                </a:lnTo>
                <a:lnTo>
                  <a:pt x="84650" y="132501"/>
                </a:lnTo>
                <a:lnTo>
                  <a:pt x="87794" y="132015"/>
                </a:lnTo>
                <a:lnTo>
                  <a:pt x="90925" y="131256"/>
                </a:lnTo>
                <a:lnTo>
                  <a:pt x="94042" y="130224"/>
                </a:lnTo>
                <a:lnTo>
                  <a:pt x="97147" y="128920"/>
                </a:lnTo>
                <a:lnTo>
                  <a:pt x="100241" y="127345"/>
                </a:lnTo>
                <a:lnTo>
                  <a:pt x="103325" y="125500"/>
                </a:lnTo>
                <a:lnTo>
                  <a:pt x="106399" y="123386"/>
                </a:lnTo>
                <a:lnTo>
                  <a:pt x="109465" y="121004"/>
                </a:lnTo>
                <a:lnTo>
                  <a:pt x="112523" y="118355"/>
                </a:lnTo>
                <a:lnTo>
                  <a:pt x="115574" y="115439"/>
                </a:lnTo>
                <a:lnTo>
                  <a:pt x="116709" y="114287"/>
                </a:lnTo>
                <a:lnTo>
                  <a:pt x="117810" y="113135"/>
                </a:lnTo>
                <a:lnTo>
                  <a:pt x="118877" y="111984"/>
                </a:lnTo>
                <a:lnTo>
                  <a:pt x="119910" y="110832"/>
                </a:lnTo>
                <a:lnTo>
                  <a:pt x="120909" y="109680"/>
                </a:lnTo>
                <a:lnTo>
                  <a:pt x="121875" y="108529"/>
                </a:lnTo>
                <a:lnTo>
                  <a:pt x="122806" y="107377"/>
                </a:lnTo>
                <a:lnTo>
                  <a:pt x="123704" y="106225"/>
                </a:lnTo>
                <a:lnTo>
                  <a:pt x="124568" y="105074"/>
                </a:lnTo>
                <a:lnTo>
                  <a:pt x="125397" y="103922"/>
                </a:lnTo>
                <a:lnTo>
                  <a:pt x="126193" y="102770"/>
                </a:lnTo>
                <a:lnTo>
                  <a:pt x="126956" y="101619"/>
                </a:lnTo>
                <a:lnTo>
                  <a:pt x="127681" y="100470"/>
                </a:lnTo>
                <a:lnTo>
                  <a:pt x="128368" y="99325"/>
                </a:lnTo>
                <a:lnTo>
                  <a:pt x="129015" y="98183"/>
                </a:lnTo>
                <a:lnTo>
                  <a:pt x="129625" y="97042"/>
                </a:lnTo>
                <a:lnTo>
                  <a:pt x="130197" y="95901"/>
                </a:lnTo>
                <a:lnTo>
                  <a:pt x="130732" y="94759"/>
                </a:lnTo>
                <a:lnTo>
                  <a:pt x="131231" y="93615"/>
                </a:lnTo>
                <a:lnTo>
                  <a:pt x="131693" y="92465"/>
                </a:lnTo>
                <a:lnTo>
                  <a:pt x="132119" y="91311"/>
                </a:lnTo>
                <a:lnTo>
                  <a:pt x="132510" y="90149"/>
                </a:lnTo>
                <a:lnTo>
                  <a:pt x="132866" y="88979"/>
                </a:lnTo>
                <a:lnTo>
                  <a:pt x="133188" y="877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8" name="Original native bar-chart element 48">
            <a:extLst xmlns:a="http://schemas.openxmlformats.org/drawingml/2006/main">
              <a:ext uri="{FF2B5EF4-FFF2-40B4-BE49-F238E27FC236}">
                <a16:creationId xmlns:a16="http://schemas.microsoft.com/office/drawing/2014/main" id="{F1E8D171-170A-4E5A-A309-A2BBB53D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849" y="3066176"/>
            <a:ext cx="118013" cy="108258"/>
          </a:xfrm>
          <a:custGeom xmlns:a="http://schemas.openxmlformats.org/drawingml/2006/main">
            <a:pathLst>
              <a:path w="118013" h="108258">
                <a:moveTo>
                  <a:pt x="84547" y="18020"/>
                </a:moveTo>
                <a:lnTo>
                  <a:pt x="90508" y="23982"/>
                </a:lnTo>
                <a:lnTo>
                  <a:pt x="34550" y="79940"/>
                </a:lnTo>
                <a:lnTo>
                  <a:pt x="36786" y="81825"/>
                </a:lnTo>
                <a:lnTo>
                  <a:pt x="39022" y="83551"/>
                </a:lnTo>
                <a:lnTo>
                  <a:pt x="41257" y="85114"/>
                </a:lnTo>
                <a:lnTo>
                  <a:pt x="43493" y="86514"/>
                </a:lnTo>
                <a:lnTo>
                  <a:pt x="45728" y="87748"/>
                </a:lnTo>
                <a:lnTo>
                  <a:pt x="47964" y="88815"/>
                </a:lnTo>
                <a:lnTo>
                  <a:pt x="50200" y="89712"/>
                </a:lnTo>
                <a:lnTo>
                  <a:pt x="52435" y="90438"/>
                </a:lnTo>
                <a:lnTo>
                  <a:pt x="54671" y="90991"/>
                </a:lnTo>
                <a:lnTo>
                  <a:pt x="56906" y="91369"/>
                </a:lnTo>
                <a:lnTo>
                  <a:pt x="59142" y="91570"/>
                </a:lnTo>
                <a:lnTo>
                  <a:pt x="61378" y="91592"/>
                </a:lnTo>
                <a:lnTo>
                  <a:pt x="63571" y="91476"/>
                </a:lnTo>
                <a:lnTo>
                  <a:pt x="65748" y="91196"/>
                </a:lnTo>
                <a:lnTo>
                  <a:pt x="67909" y="90752"/>
                </a:lnTo>
                <a:lnTo>
                  <a:pt x="70054" y="90142"/>
                </a:lnTo>
                <a:lnTo>
                  <a:pt x="72184" y="89367"/>
                </a:lnTo>
                <a:lnTo>
                  <a:pt x="74300" y="88425"/>
                </a:lnTo>
                <a:lnTo>
                  <a:pt x="76402" y="87317"/>
                </a:lnTo>
                <a:lnTo>
                  <a:pt x="78490" y="86042"/>
                </a:lnTo>
                <a:lnTo>
                  <a:pt x="80565" y="84600"/>
                </a:lnTo>
                <a:lnTo>
                  <a:pt x="82627" y="82989"/>
                </a:lnTo>
                <a:lnTo>
                  <a:pt x="84676" y="81210"/>
                </a:lnTo>
                <a:lnTo>
                  <a:pt x="86715" y="79263"/>
                </a:lnTo>
                <a:lnTo>
                  <a:pt x="87855" y="78100"/>
                </a:lnTo>
                <a:lnTo>
                  <a:pt x="88972" y="76915"/>
                </a:lnTo>
                <a:lnTo>
                  <a:pt x="90064" y="75710"/>
                </a:lnTo>
                <a:lnTo>
                  <a:pt x="91131" y="74485"/>
                </a:lnTo>
                <a:lnTo>
                  <a:pt x="92171" y="73241"/>
                </a:lnTo>
                <a:lnTo>
                  <a:pt x="93184" y="71980"/>
                </a:lnTo>
                <a:lnTo>
                  <a:pt x="94169" y="70701"/>
                </a:lnTo>
                <a:lnTo>
                  <a:pt x="95125" y="69407"/>
                </a:lnTo>
                <a:lnTo>
                  <a:pt x="96051" y="68097"/>
                </a:lnTo>
                <a:lnTo>
                  <a:pt x="96945" y="66773"/>
                </a:lnTo>
                <a:lnTo>
                  <a:pt x="97808" y="65437"/>
                </a:lnTo>
                <a:lnTo>
                  <a:pt x="98638" y="64087"/>
                </a:lnTo>
                <a:lnTo>
                  <a:pt x="99439" y="62716"/>
                </a:lnTo>
                <a:lnTo>
                  <a:pt x="100217" y="61311"/>
                </a:lnTo>
                <a:lnTo>
                  <a:pt x="100971" y="59875"/>
                </a:lnTo>
                <a:lnTo>
                  <a:pt x="101699" y="58407"/>
                </a:lnTo>
                <a:lnTo>
                  <a:pt x="102401" y="56909"/>
                </a:lnTo>
                <a:lnTo>
                  <a:pt x="103075" y="55382"/>
                </a:lnTo>
                <a:lnTo>
                  <a:pt x="103721" y="53827"/>
                </a:lnTo>
                <a:lnTo>
                  <a:pt x="104339" y="52245"/>
                </a:lnTo>
                <a:lnTo>
                  <a:pt x="104925" y="50636"/>
                </a:lnTo>
                <a:lnTo>
                  <a:pt x="105481" y="49002"/>
                </a:lnTo>
                <a:lnTo>
                  <a:pt x="106005" y="47343"/>
                </a:lnTo>
                <a:lnTo>
                  <a:pt x="106496" y="45661"/>
                </a:lnTo>
                <a:lnTo>
                  <a:pt x="118013" y="57177"/>
                </a:lnTo>
                <a:lnTo>
                  <a:pt x="117392" y="58730"/>
                </a:lnTo>
                <a:lnTo>
                  <a:pt x="116747" y="60270"/>
                </a:lnTo>
                <a:lnTo>
                  <a:pt x="116078" y="61797"/>
                </a:lnTo>
                <a:lnTo>
                  <a:pt x="115384" y="63310"/>
                </a:lnTo>
                <a:lnTo>
                  <a:pt x="114663" y="64807"/>
                </a:lnTo>
                <a:lnTo>
                  <a:pt x="113915" y="66289"/>
                </a:lnTo>
                <a:lnTo>
                  <a:pt x="113138" y="67754"/>
                </a:lnTo>
                <a:lnTo>
                  <a:pt x="112333" y="69201"/>
                </a:lnTo>
                <a:lnTo>
                  <a:pt x="111497" y="70629"/>
                </a:lnTo>
                <a:lnTo>
                  <a:pt x="110630" y="72038"/>
                </a:lnTo>
                <a:lnTo>
                  <a:pt x="109731" y="73425"/>
                </a:lnTo>
                <a:lnTo>
                  <a:pt x="108800" y="74791"/>
                </a:lnTo>
                <a:lnTo>
                  <a:pt x="107843" y="76143"/>
                </a:lnTo>
                <a:lnTo>
                  <a:pt x="106869" y="77487"/>
                </a:lnTo>
                <a:lnTo>
                  <a:pt x="105878" y="78822"/>
                </a:lnTo>
                <a:lnTo>
                  <a:pt x="104870" y="80146"/>
                </a:lnTo>
                <a:lnTo>
                  <a:pt x="103846" y="81456"/>
                </a:lnTo>
                <a:lnTo>
                  <a:pt x="102804" y="82751"/>
                </a:lnTo>
                <a:lnTo>
                  <a:pt x="101746" y="84030"/>
                </a:lnTo>
                <a:lnTo>
                  <a:pt x="100670" y="85289"/>
                </a:lnTo>
                <a:lnTo>
                  <a:pt x="99578" y="86528"/>
                </a:lnTo>
                <a:lnTo>
                  <a:pt x="98468" y="87745"/>
                </a:lnTo>
                <a:lnTo>
                  <a:pt x="97342" y="88936"/>
                </a:lnTo>
                <a:lnTo>
                  <a:pt x="96199" y="90102"/>
                </a:lnTo>
                <a:lnTo>
                  <a:pt x="93201" y="92959"/>
                </a:lnTo>
                <a:lnTo>
                  <a:pt x="90169" y="95567"/>
                </a:lnTo>
                <a:lnTo>
                  <a:pt x="87102" y="97929"/>
                </a:lnTo>
                <a:lnTo>
                  <a:pt x="84000" y="100043"/>
                </a:lnTo>
                <a:lnTo>
                  <a:pt x="80862" y="101911"/>
                </a:lnTo>
                <a:lnTo>
                  <a:pt x="77687" y="103532"/>
                </a:lnTo>
                <a:lnTo>
                  <a:pt x="74477" y="104909"/>
                </a:lnTo>
                <a:lnTo>
                  <a:pt x="71228" y="106040"/>
                </a:lnTo>
                <a:lnTo>
                  <a:pt x="67943" y="106926"/>
                </a:lnTo>
                <a:lnTo>
                  <a:pt x="64619" y="107568"/>
                </a:lnTo>
                <a:lnTo>
                  <a:pt x="61256" y="107967"/>
                </a:lnTo>
                <a:lnTo>
                  <a:pt x="57855" y="108122"/>
                </a:lnTo>
                <a:lnTo>
                  <a:pt x="54453" y="108029"/>
                </a:lnTo>
                <a:lnTo>
                  <a:pt x="51092" y="107683"/>
                </a:lnTo>
                <a:lnTo>
                  <a:pt x="47769" y="107085"/>
                </a:lnTo>
                <a:lnTo>
                  <a:pt x="44486" y="106235"/>
                </a:lnTo>
                <a:lnTo>
                  <a:pt x="41243" y="105136"/>
                </a:lnTo>
                <a:lnTo>
                  <a:pt x="38039" y="103787"/>
                </a:lnTo>
                <a:lnTo>
                  <a:pt x="34875" y="102189"/>
                </a:lnTo>
                <a:lnTo>
                  <a:pt x="31750" y="100344"/>
                </a:lnTo>
                <a:lnTo>
                  <a:pt x="28665" y="98253"/>
                </a:lnTo>
                <a:lnTo>
                  <a:pt x="25619" y="95915"/>
                </a:lnTo>
                <a:lnTo>
                  <a:pt x="22613" y="93334"/>
                </a:lnTo>
                <a:lnTo>
                  <a:pt x="19646" y="90508"/>
                </a:lnTo>
                <a:lnTo>
                  <a:pt x="16750" y="87477"/>
                </a:lnTo>
                <a:lnTo>
                  <a:pt x="14091" y="84411"/>
                </a:lnTo>
                <a:lnTo>
                  <a:pt x="11669" y="81312"/>
                </a:lnTo>
                <a:lnTo>
                  <a:pt x="9484" y="78179"/>
                </a:lnTo>
                <a:lnTo>
                  <a:pt x="7537" y="75011"/>
                </a:lnTo>
                <a:lnTo>
                  <a:pt x="5826" y="71811"/>
                </a:lnTo>
                <a:lnTo>
                  <a:pt x="4353" y="68576"/>
                </a:lnTo>
                <a:lnTo>
                  <a:pt x="3116" y="65307"/>
                </a:lnTo>
                <a:lnTo>
                  <a:pt x="2117" y="62004"/>
                </a:lnTo>
                <a:lnTo>
                  <a:pt x="1355" y="58668"/>
                </a:lnTo>
                <a:lnTo>
                  <a:pt x="830" y="55297"/>
                </a:lnTo>
                <a:lnTo>
                  <a:pt x="542" y="51893"/>
                </a:lnTo>
                <a:lnTo>
                  <a:pt x="528" y="48526"/>
                </a:lnTo>
                <a:lnTo>
                  <a:pt x="756" y="45200"/>
                </a:lnTo>
                <a:lnTo>
                  <a:pt x="1228" y="41918"/>
                </a:lnTo>
                <a:lnTo>
                  <a:pt x="1942" y="38680"/>
                </a:lnTo>
                <a:lnTo>
                  <a:pt x="2899" y="35490"/>
                </a:lnTo>
                <a:lnTo>
                  <a:pt x="4099" y="32349"/>
                </a:lnTo>
                <a:lnTo>
                  <a:pt x="5541" y="29258"/>
                </a:lnTo>
                <a:lnTo>
                  <a:pt x="7226" y="26220"/>
                </a:lnTo>
                <a:lnTo>
                  <a:pt x="9154" y="23237"/>
                </a:lnTo>
                <a:lnTo>
                  <a:pt x="11325" y="20310"/>
                </a:lnTo>
                <a:lnTo>
                  <a:pt x="13738" y="17441"/>
                </a:lnTo>
                <a:lnTo>
                  <a:pt x="16394" y="14633"/>
                </a:lnTo>
                <a:lnTo>
                  <a:pt x="18924" y="12239"/>
                </a:lnTo>
                <a:lnTo>
                  <a:pt x="21498" y="10070"/>
                </a:lnTo>
                <a:lnTo>
                  <a:pt x="24117" y="8125"/>
                </a:lnTo>
                <a:lnTo>
                  <a:pt x="26782" y="6403"/>
                </a:lnTo>
                <a:lnTo>
                  <a:pt x="29492" y="4903"/>
                </a:lnTo>
                <a:lnTo>
                  <a:pt x="32247" y="3624"/>
                </a:lnTo>
                <a:lnTo>
                  <a:pt x="35047" y="2566"/>
                </a:lnTo>
                <a:lnTo>
                  <a:pt x="37892" y="1726"/>
                </a:lnTo>
                <a:lnTo>
                  <a:pt x="40783" y="1105"/>
                </a:lnTo>
                <a:lnTo>
                  <a:pt x="43719" y="701"/>
                </a:lnTo>
                <a:lnTo>
                  <a:pt x="46699" y="514"/>
                </a:lnTo>
                <a:lnTo>
                  <a:pt x="49725" y="542"/>
                </a:lnTo>
                <a:lnTo>
                  <a:pt x="52763" y="847"/>
                </a:lnTo>
                <a:lnTo>
                  <a:pt x="55777" y="1357"/>
                </a:lnTo>
                <a:lnTo>
                  <a:pt x="58767" y="2073"/>
                </a:lnTo>
                <a:lnTo>
                  <a:pt x="61734" y="2996"/>
                </a:lnTo>
                <a:lnTo>
                  <a:pt x="64676" y="4128"/>
                </a:lnTo>
                <a:lnTo>
                  <a:pt x="67593" y="5470"/>
                </a:lnTo>
                <a:lnTo>
                  <a:pt x="70485" y="7025"/>
                </a:lnTo>
                <a:lnTo>
                  <a:pt x="73351" y="8792"/>
                </a:lnTo>
                <a:lnTo>
                  <a:pt x="76191" y="10774"/>
                </a:lnTo>
                <a:lnTo>
                  <a:pt x="79003" y="12971"/>
                </a:lnTo>
                <a:lnTo>
                  <a:pt x="81789" y="15387"/>
                </a:lnTo>
                <a:lnTo>
                  <a:pt x="84547" y="18020"/>
                </a:lnTo>
                <a:close/>
                <a:moveTo>
                  <a:pt x="68830" y="26692"/>
                </a:moveTo>
                <a:lnTo>
                  <a:pt x="67128" y="25131"/>
                </a:lnTo>
                <a:lnTo>
                  <a:pt x="65409" y="23698"/>
                </a:lnTo>
                <a:lnTo>
                  <a:pt x="63673" y="22394"/>
                </a:lnTo>
                <a:lnTo>
                  <a:pt x="61920" y="21217"/>
                </a:lnTo>
                <a:lnTo>
                  <a:pt x="60150" y="20166"/>
                </a:lnTo>
                <a:lnTo>
                  <a:pt x="58363" y="19240"/>
                </a:lnTo>
                <a:lnTo>
                  <a:pt x="56559" y="18438"/>
                </a:lnTo>
                <a:lnTo>
                  <a:pt x="54739" y="17759"/>
                </a:lnTo>
                <a:lnTo>
                  <a:pt x="52901" y="17203"/>
                </a:lnTo>
                <a:lnTo>
                  <a:pt x="51046" y="16768"/>
                </a:lnTo>
                <a:lnTo>
                  <a:pt x="49175" y="16454"/>
                </a:lnTo>
                <a:lnTo>
                  <a:pt x="47287" y="16259"/>
                </a:lnTo>
                <a:lnTo>
                  <a:pt x="45404" y="16256"/>
                </a:lnTo>
                <a:lnTo>
                  <a:pt x="43550" y="16383"/>
                </a:lnTo>
                <a:lnTo>
                  <a:pt x="41727" y="16640"/>
                </a:lnTo>
                <a:lnTo>
                  <a:pt x="39935" y="17027"/>
                </a:lnTo>
                <a:lnTo>
                  <a:pt x="38175" y="17543"/>
                </a:lnTo>
                <a:lnTo>
                  <a:pt x="36447" y="18190"/>
                </a:lnTo>
                <a:lnTo>
                  <a:pt x="34754" y="18966"/>
                </a:lnTo>
                <a:lnTo>
                  <a:pt x="33095" y="19872"/>
                </a:lnTo>
                <a:lnTo>
                  <a:pt x="31472" y="20908"/>
                </a:lnTo>
                <a:lnTo>
                  <a:pt x="29886" y="22074"/>
                </a:lnTo>
                <a:lnTo>
                  <a:pt x="28337" y="23369"/>
                </a:lnTo>
                <a:lnTo>
                  <a:pt x="26827" y="24795"/>
                </a:lnTo>
                <a:lnTo>
                  <a:pt x="25204" y="26503"/>
                </a:lnTo>
                <a:lnTo>
                  <a:pt x="23721" y="28237"/>
                </a:lnTo>
                <a:lnTo>
                  <a:pt x="22377" y="29999"/>
                </a:lnTo>
                <a:lnTo>
                  <a:pt x="21172" y="31785"/>
                </a:lnTo>
                <a:lnTo>
                  <a:pt x="20104" y="33596"/>
                </a:lnTo>
                <a:lnTo>
                  <a:pt x="19172" y="35431"/>
                </a:lnTo>
                <a:lnTo>
                  <a:pt x="18376" y="37288"/>
                </a:lnTo>
                <a:lnTo>
                  <a:pt x="17714" y="39167"/>
                </a:lnTo>
                <a:lnTo>
                  <a:pt x="17186" y="41067"/>
                </a:lnTo>
                <a:lnTo>
                  <a:pt x="16791" y="42986"/>
                </a:lnTo>
                <a:lnTo>
                  <a:pt x="16527" y="44924"/>
                </a:lnTo>
                <a:lnTo>
                  <a:pt x="16394" y="46880"/>
                </a:lnTo>
                <a:lnTo>
                  <a:pt x="16395" y="48844"/>
                </a:lnTo>
                <a:lnTo>
                  <a:pt x="16531" y="50807"/>
                </a:lnTo>
                <a:lnTo>
                  <a:pt x="16803" y="52768"/>
                </a:lnTo>
                <a:lnTo>
                  <a:pt x="17212" y="54724"/>
                </a:lnTo>
                <a:lnTo>
                  <a:pt x="17759" y="56674"/>
                </a:lnTo>
                <a:lnTo>
                  <a:pt x="18444" y="58617"/>
                </a:lnTo>
                <a:lnTo>
                  <a:pt x="19267" y="60552"/>
                </a:lnTo>
                <a:lnTo>
                  <a:pt x="20228" y="62477"/>
                </a:lnTo>
                <a:lnTo>
                  <a:pt x="21329" y="64390"/>
                </a:lnTo>
                <a:lnTo>
                  <a:pt x="22570" y="66291"/>
                </a:lnTo>
                <a:lnTo>
                  <a:pt x="23951" y="68178"/>
                </a:lnTo>
                <a:lnTo>
                  <a:pt x="25472" y="70049"/>
                </a:lnTo>
                <a:lnTo>
                  <a:pt x="68830" y="26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9" name="Original native bar-chart element 49">
            <a:extLst xmlns:a="http://schemas.openxmlformats.org/drawingml/2006/main">
              <a:ext uri="{FF2B5EF4-FFF2-40B4-BE49-F238E27FC236}">
                <a16:creationId xmlns:a16="http://schemas.microsoft.com/office/drawing/2014/main" id="{A69B58D0-38CC-4445-963F-B7385343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898" y="2980546"/>
            <a:ext cx="136169" cy="124246"/>
          </a:xfrm>
          <a:custGeom xmlns:a="http://schemas.openxmlformats.org/drawingml/2006/main">
            <a:pathLst>
              <a:path w="136169" h="124246">
                <a:moveTo>
                  <a:pt x="91457" y="17478"/>
                </a:moveTo>
                <a:lnTo>
                  <a:pt x="136169" y="62191"/>
                </a:lnTo>
                <a:lnTo>
                  <a:pt x="123975" y="74385"/>
                </a:lnTo>
                <a:lnTo>
                  <a:pt x="79669" y="30079"/>
                </a:lnTo>
                <a:lnTo>
                  <a:pt x="77916" y="28388"/>
                </a:lnTo>
                <a:lnTo>
                  <a:pt x="76180" y="26836"/>
                </a:lnTo>
                <a:lnTo>
                  <a:pt x="74461" y="25422"/>
                </a:lnTo>
                <a:lnTo>
                  <a:pt x="72759" y="24143"/>
                </a:lnTo>
                <a:lnTo>
                  <a:pt x="71074" y="22997"/>
                </a:lnTo>
                <a:lnTo>
                  <a:pt x="69406" y="21984"/>
                </a:lnTo>
                <a:lnTo>
                  <a:pt x="67754" y="21100"/>
                </a:lnTo>
                <a:lnTo>
                  <a:pt x="66120" y="20344"/>
                </a:lnTo>
                <a:lnTo>
                  <a:pt x="64502" y="19714"/>
                </a:lnTo>
                <a:lnTo>
                  <a:pt x="62902" y="19208"/>
                </a:lnTo>
                <a:lnTo>
                  <a:pt x="61318" y="18825"/>
                </a:lnTo>
                <a:lnTo>
                  <a:pt x="59752" y="18562"/>
                </a:lnTo>
                <a:lnTo>
                  <a:pt x="58202" y="18424"/>
                </a:lnTo>
                <a:lnTo>
                  <a:pt x="56669" y="18416"/>
                </a:lnTo>
                <a:lnTo>
                  <a:pt x="55154" y="18537"/>
                </a:lnTo>
                <a:lnTo>
                  <a:pt x="53655" y="18788"/>
                </a:lnTo>
                <a:lnTo>
                  <a:pt x="52173" y="19169"/>
                </a:lnTo>
                <a:lnTo>
                  <a:pt x="50708" y="19680"/>
                </a:lnTo>
                <a:lnTo>
                  <a:pt x="49260" y="20321"/>
                </a:lnTo>
                <a:lnTo>
                  <a:pt x="47829" y="21092"/>
                </a:lnTo>
                <a:lnTo>
                  <a:pt x="46414" y="21992"/>
                </a:lnTo>
                <a:lnTo>
                  <a:pt x="45017" y="23022"/>
                </a:lnTo>
                <a:lnTo>
                  <a:pt x="43637" y="24182"/>
                </a:lnTo>
                <a:lnTo>
                  <a:pt x="42273" y="25472"/>
                </a:lnTo>
                <a:lnTo>
                  <a:pt x="40690" y="27146"/>
                </a:lnTo>
                <a:lnTo>
                  <a:pt x="39257" y="28848"/>
                </a:lnTo>
                <a:lnTo>
                  <a:pt x="37976" y="30579"/>
                </a:lnTo>
                <a:lnTo>
                  <a:pt x="36844" y="32337"/>
                </a:lnTo>
                <a:lnTo>
                  <a:pt x="35860" y="34124"/>
                </a:lnTo>
                <a:lnTo>
                  <a:pt x="35025" y="35939"/>
                </a:lnTo>
                <a:lnTo>
                  <a:pt x="34336" y="37782"/>
                </a:lnTo>
                <a:lnTo>
                  <a:pt x="33793" y="39654"/>
                </a:lnTo>
                <a:lnTo>
                  <a:pt x="33394" y="41554"/>
                </a:lnTo>
                <a:lnTo>
                  <a:pt x="33140" y="43481"/>
                </a:lnTo>
                <a:lnTo>
                  <a:pt x="33029" y="45438"/>
                </a:lnTo>
                <a:lnTo>
                  <a:pt x="33060" y="47422"/>
                </a:lnTo>
                <a:lnTo>
                  <a:pt x="33232" y="49412"/>
                </a:lnTo>
                <a:lnTo>
                  <a:pt x="33545" y="51385"/>
                </a:lnTo>
                <a:lnTo>
                  <a:pt x="34000" y="53341"/>
                </a:lnTo>
                <a:lnTo>
                  <a:pt x="34596" y="55281"/>
                </a:lnTo>
                <a:lnTo>
                  <a:pt x="35332" y="57203"/>
                </a:lnTo>
                <a:lnTo>
                  <a:pt x="36210" y="59108"/>
                </a:lnTo>
                <a:lnTo>
                  <a:pt x="37229" y="60997"/>
                </a:lnTo>
                <a:lnTo>
                  <a:pt x="38389" y="62868"/>
                </a:lnTo>
                <a:lnTo>
                  <a:pt x="39691" y="64723"/>
                </a:lnTo>
                <a:lnTo>
                  <a:pt x="41133" y="66560"/>
                </a:lnTo>
                <a:lnTo>
                  <a:pt x="42717" y="68381"/>
                </a:lnTo>
                <a:lnTo>
                  <a:pt x="44441" y="70185"/>
                </a:lnTo>
                <a:lnTo>
                  <a:pt x="86308" y="112051"/>
                </a:lnTo>
                <a:lnTo>
                  <a:pt x="74114" y="124246"/>
                </a:lnTo>
                <a:lnTo>
                  <a:pt x="0" y="50132"/>
                </a:lnTo>
                <a:lnTo>
                  <a:pt x="12194" y="37938"/>
                </a:lnTo>
                <a:lnTo>
                  <a:pt x="23711" y="49454"/>
                </a:lnTo>
                <a:lnTo>
                  <a:pt x="23370" y="47668"/>
                </a:lnTo>
                <a:lnTo>
                  <a:pt x="23092" y="45898"/>
                </a:lnTo>
                <a:lnTo>
                  <a:pt x="22879" y="44147"/>
                </a:lnTo>
                <a:lnTo>
                  <a:pt x="22732" y="42414"/>
                </a:lnTo>
                <a:lnTo>
                  <a:pt x="22654" y="40700"/>
                </a:lnTo>
                <a:lnTo>
                  <a:pt x="22644" y="39005"/>
                </a:lnTo>
                <a:lnTo>
                  <a:pt x="22705" y="37329"/>
                </a:lnTo>
                <a:lnTo>
                  <a:pt x="22838" y="35674"/>
                </a:lnTo>
                <a:lnTo>
                  <a:pt x="23044" y="34040"/>
                </a:lnTo>
                <a:lnTo>
                  <a:pt x="23325" y="32427"/>
                </a:lnTo>
                <a:lnTo>
                  <a:pt x="23683" y="30836"/>
                </a:lnTo>
                <a:lnTo>
                  <a:pt x="24117" y="29266"/>
                </a:lnTo>
                <a:lnTo>
                  <a:pt x="24592" y="27748"/>
                </a:lnTo>
                <a:lnTo>
                  <a:pt x="25134" y="26242"/>
                </a:lnTo>
                <a:lnTo>
                  <a:pt x="25746" y="24750"/>
                </a:lnTo>
                <a:lnTo>
                  <a:pt x="26426" y="23274"/>
                </a:lnTo>
                <a:lnTo>
                  <a:pt x="27176" y="21815"/>
                </a:lnTo>
                <a:lnTo>
                  <a:pt x="27996" y="20375"/>
                </a:lnTo>
                <a:lnTo>
                  <a:pt x="28887" y="18954"/>
                </a:lnTo>
                <a:lnTo>
                  <a:pt x="29848" y="17554"/>
                </a:lnTo>
                <a:lnTo>
                  <a:pt x="30881" y="16176"/>
                </a:lnTo>
                <a:lnTo>
                  <a:pt x="31987" y="14823"/>
                </a:lnTo>
                <a:lnTo>
                  <a:pt x="33164" y="13495"/>
                </a:lnTo>
                <a:lnTo>
                  <a:pt x="34415" y="12194"/>
                </a:lnTo>
                <a:lnTo>
                  <a:pt x="36532" y="10190"/>
                </a:lnTo>
                <a:lnTo>
                  <a:pt x="38681" y="8379"/>
                </a:lnTo>
                <a:lnTo>
                  <a:pt x="40861" y="6760"/>
                </a:lnTo>
                <a:lnTo>
                  <a:pt x="43071" y="5334"/>
                </a:lnTo>
                <a:lnTo>
                  <a:pt x="45309" y="4103"/>
                </a:lnTo>
                <a:lnTo>
                  <a:pt x="47574" y="3065"/>
                </a:lnTo>
                <a:lnTo>
                  <a:pt x="49865" y="2223"/>
                </a:lnTo>
                <a:lnTo>
                  <a:pt x="52179" y="1576"/>
                </a:lnTo>
                <a:lnTo>
                  <a:pt x="54516" y="1124"/>
                </a:lnTo>
                <a:lnTo>
                  <a:pt x="56874" y="869"/>
                </a:lnTo>
                <a:lnTo>
                  <a:pt x="59252" y="810"/>
                </a:lnTo>
                <a:lnTo>
                  <a:pt x="61649" y="948"/>
                </a:lnTo>
                <a:lnTo>
                  <a:pt x="64062" y="1279"/>
                </a:lnTo>
                <a:lnTo>
                  <a:pt x="66491" y="1797"/>
                </a:lnTo>
                <a:lnTo>
                  <a:pt x="68936" y="2502"/>
                </a:lnTo>
                <a:lnTo>
                  <a:pt x="71394" y="3397"/>
                </a:lnTo>
                <a:lnTo>
                  <a:pt x="73866" y="4482"/>
                </a:lnTo>
                <a:lnTo>
                  <a:pt x="76349" y="5758"/>
                </a:lnTo>
                <a:lnTo>
                  <a:pt x="78845" y="7226"/>
                </a:lnTo>
                <a:lnTo>
                  <a:pt x="81350" y="8887"/>
                </a:lnTo>
                <a:lnTo>
                  <a:pt x="83865" y="10742"/>
                </a:lnTo>
                <a:lnTo>
                  <a:pt x="86388" y="12791"/>
                </a:lnTo>
                <a:lnTo>
                  <a:pt x="88919" y="15037"/>
                </a:lnTo>
                <a:lnTo>
                  <a:pt x="91457" y="174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0" name="Original native bar-chart element 50">
            <a:extLst xmlns:a="http://schemas.openxmlformats.org/drawingml/2006/main">
              <a:ext uri="{FF2B5EF4-FFF2-40B4-BE49-F238E27FC236}">
                <a16:creationId xmlns:a16="http://schemas.microsoft.com/office/drawing/2014/main" id="{CCAF96C8-E000-4A24-9F80-1385751A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078" y="2896947"/>
            <a:ext cx="118013" cy="108258"/>
          </a:xfrm>
          <a:custGeom xmlns:a="http://schemas.openxmlformats.org/drawingml/2006/main">
            <a:pathLst>
              <a:path w="118013" h="108258">
                <a:moveTo>
                  <a:pt x="84547" y="18020"/>
                </a:moveTo>
                <a:lnTo>
                  <a:pt x="90508" y="23982"/>
                </a:lnTo>
                <a:lnTo>
                  <a:pt x="34550" y="79940"/>
                </a:lnTo>
                <a:lnTo>
                  <a:pt x="36786" y="81825"/>
                </a:lnTo>
                <a:lnTo>
                  <a:pt x="39022" y="83551"/>
                </a:lnTo>
                <a:lnTo>
                  <a:pt x="41257" y="85114"/>
                </a:lnTo>
                <a:lnTo>
                  <a:pt x="43493" y="86514"/>
                </a:lnTo>
                <a:lnTo>
                  <a:pt x="45728" y="87748"/>
                </a:lnTo>
                <a:lnTo>
                  <a:pt x="47964" y="88815"/>
                </a:lnTo>
                <a:lnTo>
                  <a:pt x="50200" y="89712"/>
                </a:lnTo>
                <a:lnTo>
                  <a:pt x="52435" y="90438"/>
                </a:lnTo>
                <a:lnTo>
                  <a:pt x="54671" y="90991"/>
                </a:lnTo>
                <a:lnTo>
                  <a:pt x="56906" y="91369"/>
                </a:lnTo>
                <a:lnTo>
                  <a:pt x="59142" y="91570"/>
                </a:lnTo>
                <a:lnTo>
                  <a:pt x="61378" y="91592"/>
                </a:lnTo>
                <a:lnTo>
                  <a:pt x="63571" y="91476"/>
                </a:lnTo>
                <a:lnTo>
                  <a:pt x="65748" y="91196"/>
                </a:lnTo>
                <a:lnTo>
                  <a:pt x="67909" y="90752"/>
                </a:lnTo>
                <a:lnTo>
                  <a:pt x="70054" y="90142"/>
                </a:lnTo>
                <a:lnTo>
                  <a:pt x="72184" y="89367"/>
                </a:lnTo>
                <a:lnTo>
                  <a:pt x="74300" y="88425"/>
                </a:lnTo>
                <a:lnTo>
                  <a:pt x="76402" y="87317"/>
                </a:lnTo>
                <a:lnTo>
                  <a:pt x="78490" y="86042"/>
                </a:lnTo>
                <a:lnTo>
                  <a:pt x="80565" y="84600"/>
                </a:lnTo>
                <a:lnTo>
                  <a:pt x="82627" y="82989"/>
                </a:lnTo>
                <a:lnTo>
                  <a:pt x="84676" y="81210"/>
                </a:lnTo>
                <a:lnTo>
                  <a:pt x="86715" y="79263"/>
                </a:lnTo>
                <a:lnTo>
                  <a:pt x="87855" y="78100"/>
                </a:lnTo>
                <a:lnTo>
                  <a:pt x="88972" y="76915"/>
                </a:lnTo>
                <a:lnTo>
                  <a:pt x="90064" y="75710"/>
                </a:lnTo>
                <a:lnTo>
                  <a:pt x="91131" y="74485"/>
                </a:lnTo>
                <a:lnTo>
                  <a:pt x="92171" y="73241"/>
                </a:lnTo>
                <a:lnTo>
                  <a:pt x="93184" y="71980"/>
                </a:lnTo>
                <a:lnTo>
                  <a:pt x="94169" y="70701"/>
                </a:lnTo>
                <a:lnTo>
                  <a:pt x="95125" y="69407"/>
                </a:lnTo>
                <a:lnTo>
                  <a:pt x="96051" y="68097"/>
                </a:lnTo>
                <a:lnTo>
                  <a:pt x="96945" y="66773"/>
                </a:lnTo>
                <a:lnTo>
                  <a:pt x="97808" y="65437"/>
                </a:lnTo>
                <a:lnTo>
                  <a:pt x="98638" y="64087"/>
                </a:lnTo>
                <a:lnTo>
                  <a:pt x="99439" y="62716"/>
                </a:lnTo>
                <a:lnTo>
                  <a:pt x="100217" y="61311"/>
                </a:lnTo>
                <a:lnTo>
                  <a:pt x="100971" y="59875"/>
                </a:lnTo>
                <a:lnTo>
                  <a:pt x="101699" y="58407"/>
                </a:lnTo>
                <a:lnTo>
                  <a:pt x="102401" y="56909"/>
                </a:lnTo>
                <a:lnTo>
                  <a:pt x="103075" y="55382"/>
                </a:lnTo>
                <a:lnTo>
                  <a:pt x="103721" y="53827"/>
                </a:lnTo>
                <a:lnTo>
                  <a:pt x="104339" y="52245"/>
                </a:lnTo>
                <a:lnTo>
                  <a:pt x="104925" y="50636"/>
                </a:lnTo>
                <a:lnTo>
                  <a:pt x="105481" y="49002"/>
                </a:lnTo>
                <a:lnTo>
                  <a:pt x="106005" y="47343"/>
                </a:lnTo>
                <a:lnTo>
                  <a:pt x="106496" y="45661"/>
                </a:lnTo>
                <a:lnTo>
                  <a:pt x="118013" y="57177"/>
                </a:lnTo>
                <a:lnTo>
                  <a:pt x="117392" y="58730"/>
                </a:lnTo>
                <a:lnTo>
                  <a:pt x="116747" y="60270"/>
                </a:lnTo>
                <a:lnTo>
                  <a:pt x="116078" y="61797"/>
                </a:lnTo>
                <a:lnTo>
                  <a:pt x="115384" y="63310"/>
                </a:lnTo>
                <a:lnTo>
                  <a:pt x="114663" y="64807"/>
                </a:lnTo>
                <a:lnTo>
                  <a:pt x="113915" y="66289"/>
                </a:lnTo>
                <a:lnTo>
                  <a:pt x="113138" y="67754"/>
                </a:lnTo>
                <a:lnTo>
                  <a:pt x="112333" y="69201"/>
                </a:lnTo>
                <a:lnTo>
                  <a:pt x="111497" y="70629"/>
                </a:lnTo>
                <a:lnTo>
                  <a:pt x="110630" y="72038"/>
                </a:lnTo>
                <a:lnTo>
                  <a:pt x="109731" y="73425"/>
                </a:lnTo>
                <a:lnTo>
                  <a:pt x="108800" y="74791"/>
                </a:lnTo>
                <a:lnTo>
                  <a:pt x="107843" y="76143"/>
                </a:lnTo>
                <a:lnTo>
                  <a:pt x="106869" y="77487"/>
                </a:lnTo>
                <a:lnTo>
                  <a:pt x="105878" y="78822"/>
                </a:lnTo>
                <a:lnTo>
                  <a:pt x="104870" y="80146"/>
                </a:lnTo>
                <a:lnTo>
                  <a:pt x="103846" y="81456"/>
                </a:lnTo>
                <a:lnTo>
                  <a:pt x="102804" y="82751"/>
                </a:lnTo>
                <a:lnTo>
                  <a:pt x="101746" y="84030"/>
                </a:lnTo>
                <a:lnTo>
                  <a:pt x="100670" y="85289"/>
                </a:lnTo>
                <a:lnTo>
                  <a:pt x="99578" y="86528"/>
                </a:lnTo>
                <a:lnTo>
                  <a:pt x="98468" y="87745"/>
                </a:lnTo>
                <a:lnTo>
                  <a:pt x="97342" y="88936"/>
                </a:lnTo>
                <a:lnTo>
                  <a:pt x="96199" y="90102"/>
                </a:lnTo>
                <a:lnTo>
                  <a:pt x="93201" y="92959"/>
                </a:lnTo>
                <a:lnTo>
                  <a:pt x="90169" y="95567"/>
                </a:lnTo>
                <a:lnTo>
                  <a:pt x="87102" y="97929"/>
                </a:lnTo>
                <a:lnTo>
                  <a:pt x="84000" y="100043"/>
                </a:lnTo>
                <a:lnTo>
                  <a:pt x="80862" y="101911"/>
                </a:lnTo>
                <a:lnTo>
                  <a:pt x="77687" y="103532"/>
                </a:lnTo>
                <a:lnTo>
                  <a:pt x="74477" y="104909"/>
                </a:lnTo>
                <a:lnTo>
                  <a:pt x="71228" y="106040"/>
                </a:lnTo>
                <a:lnTo>
                  <a:pt x="67943" y="106926"/>
                </a:lnTo>
                <a:lnTo>
                  <a:pt x="64619" y="107568"/>
                </a:lnTo>
                <a:lnTo>
                  <a:pt x="61256" y="107967"/>
                </a:lnTo>
                <a:lnTo>
                  <a:pt x="57855" y="108122"/>
                </a:lnTo>
                <a:lnTo>
                  <a:pt x="54453" y="108029"/>
                </a:lnTo>
                <a:lnTo>
                  <a:pt x="51092" y="107683"/>
                </a:lnTo>
                <a:lnTo>
                  <a:pt x="47769" y="107085"/>
                </a:lnTo>
                <a:lnTo>
                  <a:pt x="44486" y="106235"/>
                </a:lnTo>
                <a:lnTo>
                  <a:pt x="41243" y="105136"/>
                </a:lnTo>
                <a:lnTo>
                  <a:pt x="38039" y="103787"/>
                </a:lnTo>
                <a:lnTo>
                  <a:pt x="34875" y="102189"/>
                </a:lnTo>
                <a:lnTo>
                  <a:pt x="31750" y="100344"/>
                </a:lnTo>
                <a:lnTo>
                  <a:pt x="28665" y="98253"/>
                </a:lnTo>
                <a:lnTo>
                  <a:pt x="25619" y="95915"/>
                </a:lnTo>
                <a:lnTo>
                  <a:pt x="22613" y="93334"/>
                </a:lnTo>
                <a:lnTo>
                  <a:pt x="19646" y="90508"/>
                </a:lnTo>
                <a:lnTo>
                  <a:pt x="16750" y="87477"/>
                </a:lnTo>
                <a:lnTo>
                  <a:pt x="14091" y="84411"/>
                </a:lnTo>
                <a:lnTo>
                  <a:pt x="11669" y="81312"/>
                </a:lnTo>
                <a:lnTo>
                  <a:pt x="9484" y="78179"/>
                </a:lnTo>
                <a:lnTo>
                  <a:pt x="7537" y="75011"/>
                </a:lnTo>
                <a:lnTo>
                  <a:pt x="5826" y="71811"/>
                </a:lnTo>
                <a:lnTo>
                  <a:pt x="4353" y="68576"/>
                </a:lnTo>
                <a:lnTo>
                  <a:pt x="3116" y="65307"/>
                </a:lnTo>
                <a:lnTo>
                  <a:pt x="2117" y="62004"/>
                </a:lnTo>
                <a:lnTo>
                  <a:pt x="1355" y="58668"/>
                </a:lnTo>
                <a:lnTo>
                  <a:pt x="830" y="55297"/>
                </a:lnTo>
                <a:lnTo>
                  <a:pt x="542" y="51893"/>
                </a:lnTo>
                <a:lnTo>
                  <a:pt x="528" y="48526"/>
                </a:lnTo>
                <a:lnTo>
                  <a:pt x="756" y="45200"/>
                </a:lnTo>
                <a:lnTo>
                  <a:pt x="1228" y="41918"/>
                </a:lnTo>
                <a:lnTo>
                  <a:pt x="1942" y="38680"/>
                </a:lnTo>
                <a:lnTo>
                  <a:pt x="2899" y="35490"/>
                </a:lnTo>
                <a:lnTo>
                  <a:pt x="4099" y="32349"/>
                </a:lnTo>
                <a:lnTo>
                  <a:pt x="5541" y="29258"/>
                </a:lnTo>
                <a:lnTo>
                  <a:pt x="7226" y="26220"/>
                </a:lnTo>
                <a:lnTo>
                  <a:pt x="9154" y="23237"/>
                </a:lnTo>
                <a:lnTo>
                  <a:pt x="11325" y="20310"/>
                </a:lnTo>
                <a:lnTo>
                  <a:pt x="13738" y="17441"/>
                </a:lnTo>
                <a:lnTo>
                  <a:pt x="16394" y="14633"/>
                </a:lnTo>
                <a:lnTo>
                  <a:pt x="18924" y="12239"/>
                </a:lnTo>
                <a:lnTo>
                  <a:pt x="21498" y="10070"/>
                </a:lnTo>
                <a:lnTo>
                  <a:pt x="24117" y="8125"/>
                </a:lnTo>
                <a:lnTo>
                  <a:pt x="26782" y="6403"/>
                </a:lnTo>
                <a:lnTo>
                  <a:pt x="29492" y="4903"/>
                </a:lnTo>
                <a:lnTo>
                  <a:pt x="32247" y="3624"/>
                </a:lnTo>
                <a:lnTo>
                  <a:pt x="35047" y="2566"/>
                </a:lnTo>
                <a:lnTo>
                  <a:pt x="37892" y="1726"/>
                </a:lnTo>
                <a:lnTo>
                  <a:pt x="40783" y="1105"/>
                </a:lnTo>
                <a:lnTo>
                  <a:pt x="43719" y="701"/>
                </a:lnTo>
                <a:lnTo>
                  <a:pt x="46699" y="514"/>
                </a:lnTo>
                <a:lnTo>
                  <a:pt x="49725" y="542"/>
                </a:lnTo>
                <a:lnTo>
                  <a:pt x="52763" y="847"/>
                </a:lnTo>
                <a:lnTo>
                  <a:pt x="55777" y="1357"/>
                </a:lnTo>
                <a:lnTo>
                  <a:pt x="58767" y="2073"/>
                </a:lnTo>
                <a:lnTo>
                  <a:pt x="61734" y="2996"/>
                </a:lnTo>
                <a:lnTo>
                  <a:pt x="64676" y="4128"/>
                </a:lnTo>
                <a:lnTo>
                  <a:pt x="67593" y="5470"/>
                </a:lnTo>
                <a:lnTo>
                  <a:pt x="70485" y="7025"/>
                </a:lnTo>
                <a:lnTo>
                  <a:pt x="73351" y="8792"/>
                </a:lnTo>
                <a:lnTo>
                  <a:pt x="76191" y="10774"/>
                </a:lnTo>
                <a:lnTo>
                  <a:pt x="79003" y="12971"/>
                </a:lnTo>
                <a:lnTo>
                  <a:pt x="81789" y="15387"/>
                </a:lnTo>
                <a:lnTo>
                  <a:pt x="84547" y="18020"/>
                </a:lnTo>
                <a:close/>
                <a:moveTo>
                  <a:pt x="68830" y="26692"/>
                </a:moveTo>
                <a:lnTo>
                  <a:pt x="67128" y="25131"/>
                </a:lnTo>
                <a:lnTo>
                  <a:pt x="65409" y="23698"/>
                </a:lnTo>
                <a:lnTo>
                  <a:pt x="63673" y="22394"/>
                </a:lnTo>
                <a:lnTo>
                  <a:pt x="61920" y="21217"/>
                </a:lnTo>
                <a:lnTo>
                  <a:pt x="60150" y="20166"/>
                </a:lnTo>
                <a:lnTo>
                  <a:pt x="58363" y="19240"/>
                </a:lnTo>
                <a:lnTo>
                  <a:pt x="56559" y="18438"/>
                </a:lnTo>
                <a:lnTo>
                  <a:pt x="54739" y="17759"/>
                </a:lnTo>
                <a:lnTo>
                  <a:pt x="52901" y="17203"/>
                </a:lnTo>
                <a:lnTo>
                  <a:pt x="51046" y="16768"/>
                </a:lnTo>
                <a:lnTo>
                  <a:pt x="49175" y="16454"/>
                </a:lnTo>
                <a:lnTo>
                  <a:pt x="47287" y="16259"/>
                </a:lnTo>
                <a:lnTo>
                  <a:pt x="45404" y="16256"/>
                </a:lnTo>
                <a:lnTo>
                  <a:pt x="43550" y="16383"/>
                </a:lnTo>
                <a:lnTo>
                  <a:pt x="41727" y="16640"/>
                </a:lnTo>
                <a:lnTo>
                  <a:pt x="39935" y="17027"/>
                </a:lnTo>
                <a:lnTo>
                  <a:pt x="38175" y="17543"/>
                </a:lnTo>
                <a:lnTo>
                  <a:pt x="36447" y="18190"/>
                </a:lnTo>
                <a:lnTo>
                  <a:pt x="34754" y="18966"/>
                </a:lnTo>
                <a:lnTo>
                  <a:pt x="33095" y="19872"/>
                </a:lnTo>
                <a:lnTo>
                  <a:pt x="31472" y="20908"/>
                </a:lnTo>
                <a:lnTo>
                  <a:pt x="29886" y="22074"/>
                </a:lnTo>
                <a:lnTo>
                  <a:pt x="28337" y="23369"/>
                </a:lnTo>
                <a:lnTo>
                  <a:pt x="26827" y="24795"/>
                </a:lnTo>
                <a:lnTo>
                  <a:pt x="25204" y="26503"/>
                </a:lnTo>
                <a:lnTo>
                  <a:pt x="23721" y="28237"/>
                </a:lnTo>
                <a:lnTo>
                  <a:pt x="22377" y="29999"/>
                </a:lnTo>
                <a:lnTo>
                  <a:pt x="21172" y="31785"/>
                </a:lnTo>
                <a:lnTo>
                  <a:pt x="20104" y="33596"/>
                </a:lnTo>
                <a:lnTo>
                  <a:pt x="19172" y="35431"/>
                </a:lnTo>
                <a:lnTo>
                  <a:pt x="18376" y="37288"/>
                </a:lnTo>
                <a:lnTo>
                  <a:pt x="17714" y="39167"/>
                </a:lnTo>
                <a:lnTo>
                  <a:pt x="17186" y="41067"/>
                </a:lnTo>
                <a:lnTo>
                  <a:pt x="16791" y="42986"/>
                </a:lnTo>
                <a:lnTo>
                  <a:pt x="16527" y="44924"/>
                </a:lnTo>
                <a:lnTo>
                  <a:pt x="16394" y="46880"/>
                </a:lnTo>
                <a:lnTo>
                  <a:pt x="16395" y="48844"/>
                </a:lnTo>
                <a:lnTo>
                  <a:pt x="16531" y="50807"/>
                </a:lnTo>
                <a:lnTo>
                  <a:pt x="16803" y="52768"/>
                </a:lnTo>
                <a:lnTo>
                  <a:pt x="17212" y="54724"/>
                </a:lnTo>
                <a:lnTo>
                  <a:pt x="17759" y="56674"/>
                </a:lnTo>
                <a:lnTo>
                  <a:pt x="18444" y="58617"/>
                </a:lnTo>
                <a:lnTo>
                  <a:pt x="19267" y="60552"/>
                </a:lnTo>
                <a:lnTo>
                  <a:pt x="20228" y="62477"/>
                </a:lnTo>
                <a:lnTo>
                  <a:pt x="21329" y="64390"/>
                </a:lnTo>
                <a:lnTo>
                  <a:pt x="22570" y="66291"/>
                </a:lnTo>
                <a:lnTo>
                  <a:pt x="23951" y="68178"/>
                </a:lnTo>
                <a:lnTo>
                  <a:pt x="25472" y="70049"/>
                </a:lnTo>
                <a:lnTo>
                  <a:pt x="68830" y="26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1" name="Original native bar-chart element 51">
            <a:extLst xmlns:a="http://schemas.openxmlformats.org/drawingml/2006/main">
              <a:ext uri="{FF2B5EF4-FFF2-40B4-BE49-F238E27FC236}">
                <a16:creationId xmlns:a16="http://schemas.microsoft.com/office/drawing/2014/main" id="{8035688E-FCD1-4B0A-AE0D-C6409CF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127" y="2817007"/>
            <a:ext cx="86308" cy="118555"/>
          </a:xfrm>
          <a:custGeom xmlns:a="http://schemas.openxmlformats.org/drawingml/2006/main">
            <a:pathLst>
              <a:path w="86308" h="118555">
                <a:moveTo>
                  <a:pt x="54739" y="12465"/>
                </a:moveTo>
                <a:lnTo>
                  <a:pt x="54199" y="12609"/>
                </a:lnTo>
                <a:lnTo>
                  <a:pt x="53665" y="12769"/>
                </a:lnTo>
                <a:lnTo>
                  <a:pt x="53136" y="12946"/>
                </a:lnTo>
                <a:lnTo>
                  <a:pt x="52611" y="13138"/>
                </a:lnTo>
                <a:lnTo>
                  <a:pt x="52090" y="13345"/>
                </a:lnTo>
                <a:lnTo>
                  <a:pt x="51571" y="13566"/>
                </a:lnTo>
                <a:lnTo>
                  <a:pt x="51056" y="13802"/>
                </a:lnTo>
                <a:lnTo>
                  <a:pt x="50543" y="14051"/>
                </a:lnTo>
                <a:lnTo>
                  <a:pt x="50032" y="14313"/>
                </a:lnTo>
                <a:lnTo>
                  <a:pt x="49523" y="14589"/>
                </a:lnTo>
                <a:lnTo>
                  <a:pt x="49014" y="14876"/>
                </a:lnTo>
                <a:lnTo>
                  <a:pt x="48506" y="15175"/>
                </a:lnTo>
                <a:lnTo>
                  <a:pt x="48029" y="15517"/>
                </a:lnTo>
                <a:lnTo>
                  <a:pt x="47547" y="15865"/>
                </a:lnTo>
                <a:lnTo>
                  <a:pt x="47062" y="16221"/>
                </a:lnTo>
                <a:lnTo>
                  <a:pt x="46574" y="16585"/>
                </a:lnTo>
                <a:lnTo>
                  <a:pt x="46084" y="16959"/>
                </a:lnTo>
                <a:lnTo>
                  <a:pt x="45593" y="17343"/>
                </a:lnTo>
                <a:lnTo>
                  <a:pt x="45102" y="17738"/>
                </a:lnTo>
                <a:lnTo>
                  <a:pt x="44612" y="18146"/>
                </a:lnTo>
                <a:lnTo>
                  <a:pt x="44124" y="18567"/>
                </a:lnTo>
                <a:lnTo>
                  <a:pt x="43638" y="19001"/>
                </a:lnTo>
                <a:lnTo>
                  <a:pt x="43157" y="19451"/>
                </a:lnTo>
                <a:lnTo>
                  <a:pt x="42680" y="19917"/>
                </a:lnTo>
                <a:lnTo>
                  <a:pt x="41034" y="21659"/>
                </a:lnTo>
                <a:lnTo>
                  <a:pt x="39552" y="23428"/>
                </a:lnTo>
                <a:lnTo>
                  <a:pt x="38232" y="25225"/>
                </a:lnTo>
                <a:lnTo>
                  <a:pt x="37074" y="27048"/>
                </a:lnTo>
                <a:lnTo>
                  <a:pt x="36079" y="28898"/>
                </a:lnTo>
                <a:lnTo>
                  <a:pt x="35245" y="30774"/>
                </a:lnTo>
                <a:lnTo>
                  <a:pt x="34571" y="32675"/>
                </a:lnTo>
                <a:lnTo>
                  <a:pt x="34059" y="34601"/>
                </a:lnTo>
                <a:lnTo>
                  <a:pt x="33706" y="36551"/>
                </a:lnTo>
                <a:lnTo>
                  <a:pt x="33512" y="38525"/>
                </a:lnTo>
                <a:lnTo>
                  <a:pt x="33478" y="40523"/>
                </a:lnTo>
                <a:lnTo>
                  <a:pt x="33602" y="42544"/>
                </a:lnTo>
                <a:lnTo>
                  <a:pt x="33853" y="44608"/>
                </a:lnTo>
                <a:lnTo>
                  <a:pt x="34267" y="46667"/>
                </a:lnTo>
                <a:lnTo>
                  <a:pt x="34845" y="48724"/>
                </a:lnTo>
                <a:lnTo>
                  <a:pt x="35584" y="50779"/>
                </a:lnTo>
                <a:lnTo>
                  <a:pt x="36485" y="52834"/>
                </a:lnTo>
                <a:lnTo>
                  <a:pt x="37548" y="54891"/>
                </a:lnTo>
                <a:lnTo>
                  <a:pt x="38772" y="56950"/>
                </a:lnTo>
                <a:lnTo>
                  <a:pt x="40156" y="59014"/>
                </a:lnTo>
                <a:lnTo>
                  <a:pt x="41700" y="61083"/>
                </a:lnTo>
                <a:lnTo>
                  <a:pt x="43403" y="63160"/>
                </a:lnTo>
                <a:lnTo>
                  <a:pt x="45266" y="65245"/>
                </a:lnTo>
                <a:lnTo>
                  <a:pt x="47287" y="67339"/>
                </a:lnTo>
                <a:lnTo>
                  <a:pt x="86308" y="106361"/>
                </a:lnTo>
                <a:lnTo>
                  <a:pt x="74114" y="118555"/>
                </a:lnTo>
                <a:lnTo>
                  <a:pt x="0" y="44441"/>
                </a:lnTo>
                <a:lnTo>
                  <a:pt x="12194" y="32247"/>
                </a:lnTo>
                <a:lnTo>
                  <a:pt x="23711" y="43764"/>
                </a:lnTo>
                <a:lnTo>
                  <a:pt x="23245" y="42039"/>
                </a:lnTo>
                <a:lnTo>
                  <a:pt x="22864" y="40322"/>
                </a:lnTo>
                <a:lnTo>
                  <a:pt x="22566" y="38613"/>
                </a:lnTo>
                <a:lnTo>
                  <a:pt x="22351" y="36914"/>
                </a:lnTo>
                <a:lnTo>
                  <a:pt x="22219" y="35226"/>
                </a:lnTo>
                <a:lnTo>
                  <a:pt x="22170" y="33551"/>
                </a:lnTo>
                <a:lnTo>
                  <a:pt x="22202" y="31890"/>
                </a:lnTo>
                <a:lnTo>
                  <a:pt x="22316" y="30245"/>
                </a:lnTo>
                <a:lnTo>
                  <a:pt x="22511" y="28616"/>
                </a:lnTo>
                <a:lnTo>
                  <a:pt x="22786" y="27006"/>
                </a:lnTo>
                <a:lnTo>
                  <a:pt x="23141" y="25416"/>
                </a:lnTo>
                <a:lnTo>
                  <a:pt x="23576" y="23847"/>
                </a:lnTo>
                <a:lnTo>
                  <a:pt x="24092" y="22291"/>
                </a:lnTo>
                <a:lnTo>
                  <a:pt x="24693" y="20741"/>
                </a:lnTo>
                <a:lnTo>
                  <a:pt x="25379" y="19197"/>
                </a:lnTo>
                <a:lnTo>
                  <a:pt x="26150" y="17659"/>
                </a:lnTo>
                <a:lnTo>
                  <a:pt x="27005" y="16126"/>
                </a:lnTo>
                <a:lnTo>
                  <a:pt x="27945" y="14599"/>
                </a:lnTo>
                <a:lnTo>
                  <a:pt x="28970" y="13078"/>
                </a:lnTo>
                <a:lnTo>
                  <a:pt x="30079" y="11562"/>
                </a:lnTo>
                <a:lnTo>
                  <a:pt x="31273" y="10052"/>
                </a:lnTo>
                <a:lnTo>
                  <a:pt x="32552" y="8547"/>
                </a:lnTo>
                <a:lnTo>
                  <a:pt x="33915" y="7048"/>
                </a:lnTo>
                <a:lnTo>
                  <a:pt x="35363" y="5555"/>
                </a:lnTo>
                <a:lnTo>
                  <a:pt x="35572" y="5352"/>
                </a:lnTo>
                <a:lnTo>
                  <a:pt x="35791" y="5147"/>
                </a:lnTo>
                <a:lnTo>
                  <a:pt x="36020" y="4941"/>
                </a:lnTo>
                <a:lnTo>
                  <a:pt x="36257" y="4732"/>
                </a:lnTo>
                <a:lnTo>
                  <a:pt x="36501" y="4519"/>
                </a:lnTo>
                <a:lnTo>
                  <a:pt x="36752" y="4302"/>
                </a:lnTo>
                <a:lnTo>
                  <a:pt x="37009" y="4079"/>
                </a:lnTo>
                <a:lnTo>
                  <a:pt x="37270" y="3849"/>
                </a:lnTo>
                <a:lnTo>
                  <a:pt x="37535" y="3612"/>
                </a:lnTo>
                <a:lnTo>
                  <a:pt x="37803" y="3366"/>
                </a:lnTo>
                <a:lnTo>
                  <a:pt x="38073" y="3111"/>
                </a:lnTo>
                <a:lnTo>
                  <a:pt x="38344" y="2845"/>
                </a:lnTo>
                <a:lnTo>
                  <a:pt x="38618" y="2639"/>
                </a:lnTo>
                <a:lnTo>
                  <a:pt x="38899" y="2428"/>
                </a:lnTo>
                <a:lnTo>
                  <a:pt x="39187" y="2210"/>
                </a:lnTo>
                <a:lnTo>
                  <a:pt x="39483" y="1987"/>
                </a:lnTo>
                <a:lnTo>
                  <a:pt x="39789" y="1759"/>
                </a:lnTo>
                <a:lnTo>
                  <a:pt x="40105" y="1524"/>
                </a:lnTo>
                <a:lnTo>
                  <a:pt x="40433" y="1284"/>
                </a:lnTo>
                <a:lnTo>
                  <a:pt x="40773" y="1039"/>
                </a:lnTo>
                <a:lnTo>
                  <a:pt x="41126" y="788"/>
                </a:lnTo>
                <a:lnTo>
                  <a:pt x="41493" y="531"/>
                </a:lnTo>
                <a:lnTo>
                  <a:pt x="41875" y="268"/>
                </a:lnTo>
                <a:lnTo>
                  <a:pt x="42273" y="0"/>
                </a:lnTo>
                <a:lnTo>
                  <a:pt x="54739" y="124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2" name="Original native bar-chart element 52">
            <a:extLst xmlns:a="http://schemas.openxmlformats.org/drawingml/2006/main">
              <a:ext uri="{FF2B5EF4-FFF2-40B4-BE49-F238E27FC236}">
                <a16:creationId xmlns:a16="http://schemas.microsoft.com/office/drawing/2014/main" id="{D567A398-48F6-453C-A332-C77B1C15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421" y="2761727"/>
            <a:ext cx="127904" cy="111510"/>
          </a:xfrm>
          <a:custGeom xmlns:a="http://schemas.openxmlformats.org/drawingml/2006/main">
            <a:pathLst>
              <a:path w="127904" h="111510">
                <a:moveTo>
                  <a:pt x="66391" y="46745"/>
                </a:moveTo>
                <a:lnTo>
                  <a:pt x="64008" y="49178"/>
                </a:lnTo>
                <a:lnTo>
                  <a:pt x="61805" y="51531"/>
                </a:lnTo>
                <a:lnTo>
                  <a:pt x="59779" y="53805"/>
                </a:lnTo>
                <a:lnTo>
                  <a:pt x="57930" y="55998"/>
                </a:lnTo>
                <a:lnTo>
                  <a:pt x="56256" y="58110"/>
                </a:lnTo>
                <a:lnTo>
                  <a:pt x="54756" y="60141"/>
                </a:lnTo>
                <a:lnTo>
                  <a:pt x="53427" y="62090"/>
                </a:lnTo>
                <a:lnTo>
                  <a:pt x="52270" y="63957"/>
                </a:lnTo>
                <a:lnTo>
                  <a:pt x="51281" y="65741"/>
                </a:lnTo>
                <a:lnTo>
                  <a:pt x="50461" y="67442"/>
                </a:lnTo>
                <a:lnTo>
                  <a:pt x="49807" y="69058"/>
                </a:lnTo>
                <a:lnTo>
                  <a:pt x="49319" y="70591"/>
                </a:lnTo>
                <a:lnTo>
                  <a:pt x="49017" y="72107"/>
                </a:lnTo>
                <a:lnTo>
                  <a:pt x="48857" y="73606"/>
                </a:lnTo>
                <a:lnTo>
                  <a:pt x="48838" y="75090"/>
                </a:lnTo>
                <a:lnTo>
                  <a:pt x="48963" y="76558"/>
                </a:lnTo>
                <a:lnTo>
                  <a:pt x="49230" y="78011"/>
                </a:lnTo>
                <a:lnTo>
                  <a:pt x="49641" y="79449"/>
                </a:lnTo>
                <a:lnTo>
                  <a:pt x="50195" y="80873"/>
                </a:lnTo>
                <a:lnTo>
                  <a:pt x="50895" y="82284"/>
                </a:lnTo>
                <a:lnTo>
                  <a:pt x="51739" y="83681"/>
                </a:lnTo>
                <a:lnTo>
                  <a:pt x="52728" y="85065"/>
                </a:lnTo>
                <a:lnTo>
                  <a:pt x="53863" y="86438"/>
                </a:lnTo>
                <a:lnTo>
                  <a:pt x="55145" y="87799"/>
                </a:lnTo>
                <a:lnTo>
                  <a:pt x="56240" y="88837"/>
                </a:lnTo>
                <a:lnTo>
                  <a:pt x="57357" y="89784"/>
                </a:lnTo>
                <a:lnTo>
                  <a:pt x="58496" y="90637"/>
                </a:lnTo>
                <a:lnTo>
                  <a:pt x="59656" y="91397"/>
                </a:lnTo>
                <a:lnTo>
                  <a:pt x="60837" y="92060"/>
                </a:lnTo>
                <a:lnTo>
                  <a:pt x="62038" y="92625"/>
                </a:lnTo>
                <a:lnTo>
                  <a:pt x="63259" y="93092"/>
                </a:lnTo>
                <a:lnTo>
                  <a:pt x="64499" y="93459"/>
                </a:lnTo>
                <a:lnTo>
                  <a:pt x="65758" y="93724"/>
                </a:lnTo>
                <a:lnTo>
                  <a:pt x="67035" y="93886"/>
                </a:lnTo>
                <a:lnTo>
                  <a:pt x="68330" y="93944"/>
                </a:lnTo>
                <a:lnTo>
                  <a:pt x="69643" y="93896"/>
                </a:lnTo>
                <a:lnTo>
                  <a:pt x="70992" y="93777"/>
                </a:lnTo>
                <a:lnTo>
                  <a:pt x="72330" y="93558"/>
                </a:lnTo>
                <a:lnTo>
                  <a:pt x="73657" y="93239"/>
                </a:lnTo>
                <a:lnTo>
                  <a:pt x="74972" y="92822"/>
                </a:lnTo>
                <a:lnTo>
                  <a:pt x="76276" y="92306"/>
                </a:lnTo>
                <a:lnTo>
                  <a:pt x="77569" y="91694"/>
                </a:lnTo>
                <a:lnTo>
                  <a:pt x="78850" y="90986"/>
                </a:lnTo>
                <a:lnTo>
                  <a:pt x="80121" y="90182"/>
                </a:lnTo>
                <a:lnTo>
                  <a:pt x="81380" y="89285"/>
                </a:lnTo>
                <a:lnTo>
                  <a:pt x="82627" y="88294"/>
                </a:lnTo>
                <a:lnTo>
                  <a:pt x="83864" y="87211"/>
                </a:lnTo>
                <a:lnTo>
                  <a:pt x="85089" y="86037"/>
                </a:lnTo>
                <a:lnTo>
                  <a:pt x="86706" y="84324"/>
                </a:lnTo>
                <a:lnTo>
                  <a:pt x="88170" y="82570"/>
                </a:lnTo>
                <a:lnTo>
                  <a:pt x="89479" y="80774"/>
                </a:lnTo>
                <a:lnTo>
                  <a:pt x="90634" y="78936"/>
                </a:lnTo>
                <a:lnTo>
                  <a:pt x="91632" y="77055"/>
                </a:lnTo>
                <a:lnTo>
                  <a:pt x="92473" y="75130"/>
                </a:lnTo>
                <a:lnTo>
                  <a:pt x="93156" y="73160"/>
                </a:lnTo>
                <a:lnTo>
                  <a:pt x="93680" y="71143"/>
                </a:lnTo>
                <a:lnTo>
                  <a:pt x="94044" y="69080"/>
                </a:lnTo>
                <a:lnTo>
                  <a:pt x="94247" y="66968"/>
                </a:lnTo>
                <a:lnTo>
                  <a:pt x="94288" y="64807"/>
                </a:lnTo>
                <a:lnTo>
                  <a:pt x="94167" y="62597"/>
                </a:lnTo>
                <a:lnTo>
                  <a:pt x="93921" y="60404"/>
                </a:lnTo>
                <a:lnTo>
                  <a:pt x="93523" y="58227"/>
                </a:lnTo>
                <a:lnTo>
                  <a:pt x="92973" y="56068"/>
                </a:lnTo>
                <a:lnTo>
                  <a:pt x="92270" y="53926"/>
                </a:lnTo>
                <a:lnTo>
                  <a:pt x="91414" y="51800"/>
                </a:lnTo>
                <a:lnTo>
                  <a:pt x="90407" y="49692"/>
                </a:lnTo>
                <a:lnTo>
                  <a:pt x="89247" y="47600"/>
                </a:lnTo>
                <a:lnTo>
                  <a:pt x="87934" y="45525"/>
                </a:lnTo>
                <a:lnTo>
                  <a:pt x="86469" y="43467"/>
                </a:lnTo>
                <a:lnTo>
                  <a:pt x="84852" y="41427"/>
                </a:lnTo>
                <a:lnTo>
                  <a:pt x="83082" y="39403"/>
                </a:lnTo>
                <a:lnTo>
                  <a:pt x="81159" y="37396"/>
                </a:lnTo>
                <a:lnTo>
                  <a:pt x="78450" y="34686"/>
                </a:lnTo>
                <a:lnTo>
                  <a:pt x="66391" y="46745"/>
                </a:lnTo>
                <a:close/>
                <a:moveTo>
                  <a:pt x="85631" y="17478"/>
                </a:moveTo>
                <a:lnTo>
                  <a:pt x="127904" y="59752"/>
                </a:lnTo>
                <a:lnTo>
                  <a:pt x="115710" y="71946"/>
                </a:lnTo>
                <a:lnTo>
                  <a:pt x="104464" y="60700"/>
                </a:lnTo>
                <a:lnTo>
                  <a:pt x="104862" y="62549"/>
                </a:lnTo>
                <a:lnTo>
                  <a:pt x="105177" y="64370"/>
                </a:lnTo>
                <a:lnTo>
                  <a:pt x="105408" y="66162"/>
                </a:lnTo>
                <a:lnTo>
                  <a:pt x="105558" y="67926"/>
                </a:lnTo>
                <a:lnTo>
                  <a:pt x="105627" y="69662"/>
                </a:lnTo>
                <a:lnTo>
                  <a:pt x="105616" y="71370"/>
                </a:lnTo>
                <a:lnTo>
                  <a:pt x="105525" y="73050"/>
                </a:lnTo>
                <a:lnTo>
                  <a:pt x="105357" y="74701"/>
                </a:lnTo>
                <a:lnTo>
                  <a:pt x="105112" y="76324"/>
                </a:lnTo>
                <a:lnTo>
                  <a:pt x="104790" y="77919"/>
                </a:lnTo>
                <a:lnTo>
                  <a:pt x="104393" y="79486"/>
                </a:lnTo>
                <a:lnTo>
                  <a:pt x="103922" y="81024"/>
                </a:lnTo>
                <a:lnTo>
                  <a:pt x="103372" y="82551"/>
                </a:lnTo>
                <a:lnTo>
                  <a:pt x="102737" y="84082"/>
                </a:lnTo>
                <a:lnTo>
                  <a:pt x="102019" y="85616"/>
                </a:lnTo>
                <a:lnTo>
                  <a:pt x="101217" y="87151"/>
                </a:lnTo>
                <a:lnTo>
                  <a:pt x="100333" y="88686"/>
                </a:lnTo>
                <a:lnTo>
                  <a:pt x="99366" y="90220"/>
                </a:lnTo>
                <a:lnTo>
                  <a:pt x="98318" y="91752"/>
                </a:lnTo>
                <a:lnTo>
                  <a:pt x="97188" y="93278"/>
                </a:lnTo>
                <a:lnTo>
                  <a:pt x="95977" y="94800"/>
                </a:lnTo>
                <a:lnTo>
                  <a:pt x="94685" y="96314"/>
                </a:lnTo>
                <a:lnTo>
                  <a:pt x="93314" y="97819"/>
                </a:lnTo>
                <a:lnTo>
                  <a:pt x="91863" y="99315"/>
                </a:lnTo>
                <a:lnTo>
                  <a:pt x="89955" y="101139"/>
                </a:lnTo>
                <a:lnTo>
                  <a:pt x="88024" y="102814"/>
                </a:lnTo>
                <a:lnTo>
                  <a:pt x="86071" y="104341"/>
                </a:lnTo>
                <a:lnTo>
                  <a:pt x="84095" y="105719"/>
                </a:lnTo>
                <a:lnTo>
                  <a:pt x="82097" y="106945"/>
                </a:lnTo>
                <a:lnTo>
                  <a:pt x="80075" y="108021"/>
                </a:lnTo>
                <a:lnTo>
                  <a:pt x="78032" y="108943"/>
                </a:lnTo>
                <a:lnTo>
                  <a:pt x="75966" y="109713"/>
                </a:lnTo>
                <a:lnTo>
                  <a:pt x="73877" y="110328"/>
                </a:lnTo>
                <a:lnTo>
                  <a:pt x="71765" y="110788"/>
                </a:lnTo>
                <a:lnTo>
                  <a:pt x="69631" y="111092"/>
                </a:lnTo>
                <a:lnTo>
                  <a:pt x="67475" y="111239"/>
                </a:lnTo>
                <a:lnTo>
                  <a:pt x="65324" y="111227"/>
                </a:lnTo>
                <a:lnTo>
                  <a:pt x="63206" y="111059"/>
                </a:lnTo>
                <a:lnTo>
                  <a:pt x="61121" y="110733"/>
                </a:lnTo>
                <a:lnTo>
                  <a:pt x="59069" y="110250"/>
                </a:lnTo>
                <a:lnTo>
                  <a:pt x="57049" y="109611"/>
                </a:lnTo>
                <a:lnTo>
                  <a:pt x="55060" y="108817"/>
                </a:lnTo>
                <a:lnTo>
                  <a:pt x="53103" y="107867"/>
                </a:lnTo>
                <a:lnTo>
                  <a:pt x="51176" y="106762"/>
                </a:lnTo>
                <a:lnTo>
                  <a:pt x="49279" y="105503"/>
                </a:lnTo>
                <a:lnTo>
                  <a:pt x="47411" y="104091"/>
                </a:lnTo>
                <a:lnTo>
                  <a:pt x="45573" y="102525"/>
                </a:lnTo>
                <a:lnTo>
                  <a:pt x="43764" y="100806"/>
                </a:lnTo>
                <a:lnTo>
                  <a:pt x="41796" y="98725"/>
                </a:lnTo>
                <a:lnTo>
                  <a:pt x="40027" y="96615"/>
                </a:lnTo>
                <a:lnTo>
                  <a:pt x="38456" y="94474"/>
                </a:lnTo>
                <a:lnTo>
                  <a:pt x="37085" y="92300"/>
                </a:lnTo>
                <a:lnTo>
                  <a:pt x="35912" y="90092"/>
                </a:lnTo>
                <a:lnTo>
                  <a:pt x="34940" y="87849"/>
                </a:lnTo>
                <a:lnTo>
                  <a:pt x="34168" y="85570"/>
                </a:lnTo>
                <a:lnTo>
                  <a:pt x="33597" y="83252"/>
                </a:lnTo>
                <a:lnTo>
                  <a:pt x="33227" y="80895"/>
                </a:lnTo>
                <a:lnTo>
                  <a:pt x="33059" y="78497"/>
                </a:lnTo>
                <a:lnTo>
                  <a:pt x="33094" y="76056"/>
                </a:lnTo>
                <a:lnTo>
                  <a:pt x="33331" y="73572"/>
                </a:lnTo>
                <a:lnTo>
                  <a:pt x="33769" y="71119"/>
                </a:lnTo>
                <a:lnTo>
                  <a:pt x="34405" y="68638"/>
                </a:lnTo>
                <a:lnTo>
                  <a:pt x="35240" y="66128"/>
                </a:lnTo>
                <a:lnTo>
                  <a:pt x="36277" y="63591"/>
                </a:lnTo>
                <a:lnTo>
                  <a:pt x="37514" y="61025"/>
                </a:lnTo>
                <a:lnTo>
                  <a:pt x="38954" y="58431"/>
                </a:lnTo>
                <a:lnTo>
                  <a:pt x="40597" y="55808"/>
                </a:lnTo>
                <a:lnTo>
                  <a:pt x="42444" y="53158"/>
                </a:lnTo>
                <a:lnTo>
                  <a:pt x="44496" y="50479"/>
                </a:lnTo>
                <a:lnTo>
                  <a:pt x="46755" y="47772"/>
                </a:lnTo>
                <a:lnTo>
                  <a:pt x="49220" y="45037"/>
                </a:lnTo>
                <a:lnTo>
                  <a:pt x="51893" y="42273"/>
                </a:lnTo>
                <a:lnTo>
                  <a:pt x="68965" y="25201"/>
                </a:lnTo>
                <a:lnTo>
                  <a:pt x="67746" y="23982"/>
                </a:lnTo>
                <a:lnTo>
                  <a:pt x="66343" y="22658"/>
                </a:lnTo>
                <a:lnTo>
                  <a:pt x="64912" y="21463"/>
                </a:lnTo>
                <a:lnTo>
                  <a:pt x="63454" y="20398"/>
                </a:lnTo>
                <a:lnTo>
                  <a:pt x="61970" y="19461"/>
                </a:lnTo>
                <a:lnTo>
                  <a:pt x="60459" y="18651"/>
                </a:lnTo>
                <a:lnTo>
                  <a:pt x="58922" y="17970"/>
                </a:lnTo>
                <a:lnTo>
                  <a:pt x="57360" y="17415"/>
                </a:lnTo>
                <a:lnTo>
                  <a:pt x="55772" y="16987"/>
                </a:lnTo>
                <a:lnTo>
                  <a:pt x="54161" y="16685"/>
                </a:lnTo>
                <a:lnTo>
                  <a:pt x="52525" y="16508"/>
                </a:lnTo>
                <a:lnTo>
                  <a:pt x="50866" y="16457"/>
                </a:lnTo>
                <a:lnTo>
                  <a:pt x="49183" y="16530"/>
                </a:lnTo>
                <a:lnTo>
                  <a:pt x="47521" y="16759"/>
                </a:lnTo>
                <a:lnTo>
                  <a:pt x="45854" y="17107"/>
                </a:lnTo>
                <a:lnTo>
                  <a:pt x="44183" y="17576"/>
                </a:lnTo>
                <a:lnTo>
                  <a:pt x="42509" y="18166"/>
                </a:lnTo>
                <a:lnTo>
                  <a:pt x="40834" y="18878"/>
                </a:lnTo>
                <a:lnTo>
                  <a:pt x="39157" y="19714"/>
                </a:lnTo>
                <a:lnTo>
                  <a:pt x="37481" y="20674"/>
                </a:lnTo>
                <a:lnTo>
                  <a:pt x="35805" y="21759"/>
                </a:lnTo>
                <a:lnTo>
                  <a:pt x="34131" y="22970"/>
                </a:lnTo>
                <a:lnTo>
                  <a:pt x="32460" y="24308"/>
                </a:lnTo>
                <a:lnTo>
                  <a:pt x="30793" y="25774"/>
                </a:lnTo>
                <a:lnTo>
                  <a:pt x="29131" y="27369"/>
                </a:lnTo>
                <a:lnTo>
                  <a:pt x="28064" y="28459"/>
                </a:lnTo>
                <a:lnTo>
                  <a:pt x="27029" y="29561"/>
                </a:lnTo>
                <a:lnTo>
                  <a:pt x="26027" y="30676"/>
                </a:lnTo>
                <a:lnTo>
                  <a:pt x="25056" y="31805"/>
                </a:lnTo>
                <a:lnTo>
                  <a:pt x="24115" y="32950"/>
                </a:lnTo>
                <a:lnTo>
                  <a:pt x="23203" y="34110"/>
                </a:lnTo>
                <a:lnTo>
                  <a:pt x="22319" y="35287"/>
                </a:lnTo>
                <a:lnTo>
                  <a:pt x="21463" y="36482"/>
                </a:lnTo>
                <a:lnTo>
                  <a:pt x="20633" y="37696"/>
                </a:lnTo>
                <a:lnTo>
                  <a:pt x="19828" y="38930"/>
                </a:lnTo>
                <a:lnTo>
                  <a:pt x="19048" y="40184"/>
                </a:lnTo>
                <a:lnTo>
                  <a:pt x="18291" y="41460"/>
                </a:lnTo>
                <a:lnTo>
                  <a:pt x="17560" y="42750"/>
                </a:lnTo>
                <a:lnTo>
                  <a:pt x="16857" y="44047"/>
                </a:lnTo>
                <a:lnTo>
                  <a:pt x="16181" y="45349"/>
                </a:lnTo>
                <a:lnTo>
                  <a:pt x="15531" y="46659"/>
                </a:lnTo>
                <a:lnTo>
                  <a:pt x="14908" y="47977"/>
                </a:lnTo>
                <a:lnTo>
                  <a:pt x="14311" y="49302"/>
                </a:lnTo>
                <a:lnTo>
                  <a:pt x="13740" y="50636"/>
                </a:lnTo>
                <a:lnTo>
                  <a:pt x="13193" y="51979"/>
                </a:lnTo>
                <a:lnTo>
                  <a:pt x="12671" y="53331"/>
                </a:lnTo>
                <a:lnTo>
                  <a:pt x="12172" y="54693"/>
                </a:lnTo>
                <a:lnTo>
                  <a:pt x="11698" y="56065"/>
                </a:lnTo>
                <a:lnTo>
                  <a:pt x="11246" y="57448"/>
                </a:lnTo>
                <a:lnTo>
                  <a:pt x="0" y="46203"/>
                </a:lnTo>
                <a:lnTo>
                  <a:pt x="683" y="44718"/>
                </a:lnTo>
                <a:lnTo>
                  <a:pt x="1378" y="43246"/>
                </a:lnTo>
                <a:lnTo>
                  <a:pt x="2085" y="41789"/>
                </a:lnTo>
                <a:lnTo>
                  <a:pt x="2805" y="40346"/>
                </a:lnTo>
                <a:lnTo>
                  <a:pt x="3538" y="38921"/>
                </a:lnTo>
                <a:lnTo>
                  <a:pt x="4285" y="37514"/>
                </a:lnTo>
                <a:lnTo>
                  <a:pt x="5046" y="36127"/>
                </a:lnTo>
                <a:lnTo>
                  <a:pt x="5821" y="34761"/>
                </a:lnTo>
                <a:lnTo>
                  <a:pt x="6612" y="33418"/>
                </a:lnTo>
                <a:lnTo>
                  <a:pt x="7418" y="32098"/>
                </a:lnTo>
                <a:lnTo>
                  <a:pt x="8240" y="30804"/>
                </a:lnTo>
                <a:lnTo>
                  <a:pt x="9078" y="29537"/>
                </a:lnTo>
                <a:lnTo>
                  <a:pt x="9928" y="28292"/>
                </a:lnTo>
                <a:lnTo>
                  <a:pt x="10785" y="27065"/>
                </a:lnTo>
                <a:lnTo>
                  <a:pt x="11650" y="25856"/>
                </a:lnTo>
                <a:lnTo>
                  <a:pt x="12525" y="24664"/>
                </a:lnTo>
                <a:lnTo>
                  <a:pt x="13412" y="23492"/>
                </a:lnTo>
                <a:lnTo>
                  <a:pt x="14311" y="22339"/>
                </a:lnTo>
                <a:lnTo>
                  <a:pt x="15225" y="21206"/>
                </a:lnTo>
                <a:lnTo>
                  <a:pt x="16154" y="20093"/>
                </a:lnTo>
                <a:lnTo>
                  <a:pt x="17099" y="19001"/>
                </a:lnTo>
                <a:lnTo>
                  <a:pt x="18064" y="17929"/>
                </a:lnTo>
                <a:lnTo>
                  <a:pt x="19048" y="16880"/>
                </a:lnTo>
                <a:lnTo>
                  <a:pt x="20053" y="15853"/>
                </a:lnTo>
                <a:lnTo>
                  <a:pt x="22731" y="13292"/>
                </a:lnTo>
                <a:lnTo>
                  <a:pt x="25415" y="10963"/>
                </a:lnTo>
                <a:lnTo>
                  <a:pt x="28104" y="8864"/>
                </a:lnTo>
                <a:lnTo>
                  <a:pt x="30797" y="6995"/>
                </a:lnTo>
                <a:lnTo>
                  <a:pt x="33493" y="5356"/>
                </a:lnTo>
                <a:lnTo>
                  <a:pt x="36193" y="3946"/>
                </a:lnTo>
                <a:lnTo>
                  <a:pt x="38896" y="2765"/>
                </a:lnTo>
                <a:lnTo>
                  <a:pt x="41601" y="1812"/>
                </a:lnTo>
                <a:lnTo>
                  <a:pt x="44308" y="1086"/>
                </a:lnTo>
                <a:lnTo>
                  <a:pt x="47016" y="588"/>
                </a:lnTo>
                <a:lnTo>
                  <a:pt x="49725" y="316"/>
                </a:lnTo>
                <a:lnTo>
                  <a:pt x="52435" y="271"/>
                </a:lnTo>
                <a:lnTo>
                  <a:pt x="55151" y="452"/>
                </a:lnTo>
                <a:lnTo>
                  <a:pt x="57877" y="859"/>
                </a:lnTo>
                <a:lnTo>
                  <a:pt x="60613" y="1493"/>
                </a:lnTo>
                <a:lnTo>
                  <a:pt x="63360" y="2354"/>
                </a:lnTo>
                <a:lnTo>
                  <a:pt x="66116" y="3442"/>
                </a:lnTo>
                <a:lnTo>
                  <a:pt x="68881" y="4759"/>
                </a:lnTo>
                <a:lnTo>
                  <a:pt x="71654" y="6305"/>
                </a:lnTo>
                <a:lnTo>
                  <a:pt x="74435" y="8079"/>
                </a:lnTo>
                <a:lnTo>
                  <a:pt x="77224" y="10084"/>
                </a:lnTo>
                <a:lnTo>
                  <a:pt x="80020" y="12318"/>
                </a:lnTo>
                <a:lnTo>
                  <a:pt x="82822" y="14783"/>
                </a:lnTo>
                <a:lnTo>
                  <a:pt x="85631" y="174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3" name="Original native bar-chart element 53">
            <a:extLst xmlns:a="http://schemas.openxmlformats.org/drawingml/2006/main">
              <a:ext uri="{FF2B5EF4-FFF2-40B4-BE49-F238E27FC236}">
                <a16:creationId xmlns:a16="http://schemas.microsoft.com/office/drawing/2014/main" id="{C9FA78BB-39E2-417A-BD8D-ABB5F292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140" y="2685174"/>
            <a:ext cx="132375" cy="100806"/>
          </a:xfrm>
          <a:custGeom xmlns:a="http://schemas.openxmlformats.org/drawingml/2006/main">
            <a:pathLst>
              <a:path w="132375" h="100806">
                <a:moveTo>
                  <a:pt x="12194" y="4065"/>
                </a:moveTo>
                <a:lnTo>
                  <a:pt x="33195" y="25066"/>
                </a:lnTo>
                <a:lnTo>
                  <a:pt x="58261" y="0"/>
                </a:lnTo>
                <a:lnTo>
                  <a:pt x="67746" y="9484"/>
                </a:lnTo>
                <a:lnTo>
                  <a:pt x="42680" y="34550"/>
                </a:lnTo>
                <a:lnTo>
                  <a:pt x="82921" y="74791"/>
                </a:lnTo>
                <a:lnTo>
                  <a:pt x="84417" y="76253"/>
                </a:lnTo>
                <a:lnTo>
                  <a:pt x="85856" y="77591"/>
                </a:lnTo>
                <a:lnTo>
                  <a:pt x="87237" y="78803"/>
                </a:lnTo>
                <a:lnTo>
                  <a:pt x="88561" y="79890"/>
                </a:lnTo>
                <a:lnTo>
                  <a:pt x="89827" y="80850"/>
                </a:lnTo>
                <a:lnTo>
                  <a:pt x="91033" y="81684"/>
                </a:lnTo>
                <a:lnTo>
                  <a:pt x="92181" y="82391"/>
                </a:lnTo>
                <a:lnTo>
                  <a:pt x="93268" y="82971"/>
                </a:lnTo>
                <a:lnTo>
                  <a:pt x="94296" y="83423"/>
                </a:lnTo>
                <a:lnTo>
                  <a:pt x="95262" y="83746"/>
                </a:lnTo>
                <a:lnTo>
                  <a:pt x="96168" y="83940"/>
                </a:lnTo>
                <a:lnTo>
                  <a:pt x="97012" y="84005"/>
                </a:lnTo>
                <a:lnTo>
                  <a:pt x="97876" y="83982"/>
                </a:lnTo>
                <a:lnTo>
                  <a:pt x="98774" y="83847"/>
                </a:lnTo>
                <a:lnTo>
                  <a:pt x="99707" y="83600"/>
                </a:lnTo>
                <a:lnTo>
                  <a:pt x="100675" y="83242"/>
                </a:lnTo>
                <a:lnTo>
                  <a:pt x="101679" y="82773"/>
                </a:lnTo>
                <a:lnTo>
                  <a:pt x="102720" y="82193"/>
                </a:lnTo>
                <a:lnTo>
                  <a:pt x="103796" y="81502"/>
                </a:lnTo>
                <a:lnTo>
                  <a:pt x="104911" y="80703"/>
                </a:lnTo>
                <a:lnTo>
                  <a:pt x="106062" y="79794"/>
                </a:lnTo>
                <a:lnTo>
                  <a:pt x="107252" y="78776"/>
                </a:lnTo>
                <a:lnTo>
                  <a:pt x="108481" y="77651"/>
                </a:lnTo>
                <a:lnTo>
                  <a:pt x="109748" y="76417"/>
                </a:lnTo>
                <a:lnTo>
                  <a:pt x="122213" y="63952"/>
                </a:lnTo>
                <a:lnTo>
                  <a:pt x="132375" y="74114"/>
                </a:lnTo>
                <a:lnTo>
                  <a:pt x="119910" y="86579"/>
                </a:lnTo>
                <a:lnTo>
                  <a:pt x="117564" y="88851"/>
                </a:lnTo>
                <a:lnTo>
                  <a:pt x="115269" y="90926"/>
                </a:lnTo>
                <a:lnTo>
                  <a:pt x="113025" y="92803"/>
                </a:lnTo>
                <a:lnTo>
                  <a:pt x="110832" y="94483"/>
                </a:lnTo>
                <a:lnTo>
                  <a:pt x="108690" y="95965"/>
                </a:lnTo>
                <a:lnTo>
                  <a:pt x="106598" y="97249"/>
                </a:lnTo>
                <a:lnTo>
                  <a:pt x="104557" y="98336"/>
                </a:lnTo>
                <a:lnTo>
                  <a:pt x="102567" y="99225"/>
                </a:lnTo>
                <a:lnTo>
                  <a:pt x="100628" y="99917"/>
                </a:lnTo>
                <a:lnTo>
                  <a:pt x="98739" y="100411"/>
                </a:lnTo>
                <a:lnTo>
                  <a:pt x="96902" y="100707"/>
                </a:lnTo>
                <a:lnTo>
                  <a:pt x="95115" y="100806"/>
                </a:lnTo>
                <a:lnTo>
                  <a:pt x="93331" y="100710"/>
                </a:lnTo>
                <a:lnTo>
                  <a:pt x="91502" y="100422"/>
                </a:lnTo>
                <a:lnTo>
                  <a:pt x="89628" y="99942"/>
                </a:lnTo>
                <a:lnTo>
                  <a:pt x="87708" y="99270"/>
                </a:lnTo>
                <a:lnTo>
                  <a:pt x="85744" y="98406"/>
                </a:lnTo>
                <a:lnTo>
                  <a:pt x="83734" y="97351"/>
                </a:lnTo>
                <a:lnTo>
                  <a:pt x="81679" y="96103"/>
                </a:lnTo>
                <a:lnTo>
                  <a:pt x="79579" y="94663"/>
                </a:lnTo>
                <a:lnTo>
                  <a:pt x="77433" y="93032"/>
                </a:lnTo>
                <a:lnTo>
                  <a:pt x="75243" y="91208"/>
                </a:lnTo>
                <a:lnTo>
                  <a:pt x="73007" y="89193"/>
                </a:lnTo>
                <a:lnTo>
                  <a:pt x="70727" y="86986"/>
                </a:lnTo>
                <a:lnTo>
                  <a:pt x="30486" y="46745"/>
                </a:lnTo>
                <a:lnTo>
                  <a:pt x="21543" y="55687"/>
                </a:lnTo>
                <a:lnTo>
                  <a:pt x="12059" y="46203"/>
                </a:lnTo>
                <a:lnTo>
                  <a:pt x="21001" y="37260"/>
                </a:lnTo>
                <a:lnTo>
                  <a:pt x="0" y="16259"/>
                </a:lnTo>
                <a:lnTo>
                  <a:pt x="12194" y="4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4" name="Original native bar-chart element 54">
            <a:extLst xmlns:a="http://schemas.openxmlformats.org/drawingml/2006/main">
              <a:ext uri="{FF2B5EF4-FFF2-40B4-BE49-F238E27FC236}">
                <a16:creationId xmlns:a16="http://schemas.microsoft.com/office/drawing/2014/main" id="{0BEE6DF6-1C8C-4FFA-975D-CBBEBBF1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2621764"/>
            <a:ext cx="118013" cy="108258"/>
          </a:xfrm>
          <a:custGeom xmlns:a="http://schemas.openxmlformats.org/drawingml/2006/main">
            <a:pathLst>
              <a:path w="118013" h="108258">
                <a:moveTo>
                  <a:pt x="84547" y="18020"/>
                </a:moveTo>
                <a:lnTo>
                  <a:pt x="90508" y="23982"/>
                </a:lnTo>
                <a:lnTo>
                  <a:pt x="34550" y="79940"/>
                </a:lnTo>
                <a:lnTo>
                  <a:pt x="36786" y="81825"/>
                </a:lnTo>
                <a:lnTo>
                  <a:pt x="39022" y="83551"/>
                </a:lnTo>
                <a:lnTo>
                  <a:pt x="41257" y="85114"/>
                </a:lnTo>
                <a:lnTo>
                  <a:pt x="43493" y="86514"/>
                </a:lnTo>
                <a:lnTo>
                  <a:pt x="45728" y="87748"/>
                </a:lnTo>
                <a:lnTo>
                  <a:pt x="47964" y="88815"/>
                </a:lnTo>
                <a:lnTo>
                  <a:pt x="50200" y="89712"/>
                </a:lnTo>
                <a:lnTo>
                  <a:pt x="52435" y="90438"/>
                </a:lnTo>
                <a:lnTo>
                  <a:pt x="54671" y="90991"/>
                </a:lnTo>
                <a:lnTo>
                  <a:pt x="56906" y="91369"/>
                </a:lnTo>
                <a:lnTo>
                  <a:pt x="59142" y="91570"/>
                </a:lnTo>
                <a:lnTo>
                  <a:pt x="61378" y="91592"/>
                </a:lnTo>
                <a:lnTo>
                  <a:pt x="63571" y="91476"/>
                </a:lnTo>
                <a:lnTo>
                  <a:pt x="65748" y="91196"/>
                </a:lnTo>
                <a:lnTo>
                  <a:pt x="67909" y="90752"/>
                </a:lnTo>
                <a:lnTo>
                  <a:pt x="70054" y="90142"/>
                </a:lnTo>
                <a:lnTo>
                  <a:pt x="72184" y="89367"/>
                </a:lnTo>
                <a:lnTo>
                  <a:pt x="74300" y="88425"/>
                </a:lnTo>
                <a:lnTo>
                  <a:pt x="76402" y="87317"/>
                </a:lnTo>
                <a:lnTo>
                  <a:pt x="78490" y="86042"/>
                </a:lnTo>
                <a:lnTo>
                  <a:pt x="80565" y="84600"/>
                </a:lnTo>
                <a:lnTo>
                  <a:pt x="82627" y="82989"/>
                </a:lnTo>
                <a:lnTo>
                  <a:pt x="84676" y="81210"/>
                </a:lnTo>
                <a:lnTo>
                  <a:pt x="86715" y="79263"/>
                </a:lnTo>
                <a:lnTo>
                  <a:pt x="87855" y="78100"/>
                </a:lnTo>
                <a:lnTo>
                  <a:pt x="88972" y="76915"/>
                </a:lnTo>
                <a:lnTo>
                  <a:pt x="90064" y="75710"/>
                </a:lnTo>
                <a:lnTo>
                  <a:pt x="91131" y="74485"/>
                </a:lnTo>
                <a:lnTo>
                  <a:pt x="92171" y="73241"/>
                </a:lnTo>
                <a:lnTo>
                  <a:pt x="93184" y="71980"/>
                </a:lnTo>
                <a:lnTo>
                  <a:pt x="94169" y="70701"/>
                </a:lnTo>
                <a:lnTo>
                  <a:pt x="95125" y="69407"/>
                </a:lnTo>
                <a:lnTo>
                  <a:pt x="96051" y="68097"/>
                </a:lnTo>
                <a:lnTo>
                  <a:pt x="96945" y="66773"/>
                </a:lnTo>
                <a:lnTo>
                  <a:pt x="97808" y="65437"/>
                </a:lnTo>
                <a:lnTo>
                  <a:pt x="98638" y="64087"/>
                </a:lnTo>
                <a:lnTo>
                  <a:pt x="99439" y="62716"/>
                </a:lnTo>
                <a:lnTo>
                  <a:pt x="100217" y="61311"/>
                </a:lnTo>
                <a:lnTo>
                  <a:pt x="100971" y="59875"/>
                </a:lnTo>
                <a:lnTo>
                  <a:pt x="101699" y="58407"/>
                </a:lnTo>
                <a:lnTo>
                  <a:pt x="102401" y="56909"/>
                </a:lnTo>
                <a:lnTo>
                  <a:pt x="103075" y="55382"/>
                </a:lnTo>
                <a:lnTo>
                  <a:pt x="103721" y="53827"/>
                </a:lnTo>
                <a:lnTo>
                  <a:pt x="104339" y="52245"/>
                </a:lnTo>
                <a:lnTo>
                  <a:pt x="104925" y="50636"/>
                </a:lnTo>
                <a:lnTo>
                  <a:pt x="105481" y="49002"/>
                </a:lnTo>
                <a:lnTo>
                  <a:pt x="106005" y="47343"/>
                </a:lnTo>
                <a:lnTo>
                  <a:pt x="106496" y="45661"/>
                </a:lnTo>
                <a:lnTo>
                  <a:pt x="118013" y="57177"/>
                </a:lnTo>
                <a:lnTo>
                  <a:pt x="117392" y="58730"/>
                </a:lnTo>
                <a:lnTo>
                  <a:pt x="116747" y="60270"/>
                </a:lnTo>
                <a:lnTo>
                  <a:pt x="116078" y="61797"/>
                </a:lnTo>
                <a:lnTo>
                  <a:pt x="115384" y="63310"/>
                </a:lnTo>
                <a:lnTo>
                  <a:pt x="114663" y="64807"/>
                </a:lnTo>
                <a:lnTo>
                  <a:pt x="113915" y="66289"/>
                </a:lnTo>
                <a:lnTo>
                  <a:pt x="113138" y="67754"/>
                </a:lnTo>
                <a:lnTo>
                  <a:pt x="112333" y="69201"/>
                </a:lnTo>
                <a:lnTo>
                  <a:pt x="111497" y="70629"/>
                </a:lnTo>
                <a:lnTo>
                  <a:pt x="110630" y="72038"/>
                </a:lnTo>
                <a:lnTo>
                  <a:pt x="109731" y="73425"/>
                </a:lnTo>
                <a:lnTo>
                  <a:pt x="108800" y="74791"/>
                </a:lnTo>
                <a:lnTo>
                  <a:pt x="107843" y="76143"/>
                </a:lnTo>
                <a:lnTo>
                  <a:pt x="106869" y="77487"/>
                </a:lnTo>
                <a:lnTo>
                  <a:pt x="105878" y="78822"/>
                </a:lnTo>
                <a:lnTo>
                  <a:pt x="104870" y="80146"/>
                </a:lnTo>
                <a:lnTo>
                  <a:pt x="103846" y="81456"/>
                </a:lnTo>
                <a:lnTo>
                  <a:pt x="102804" y="82751"/>
                </a:lnTo>
                <a:lnTo>
                  <a:pt x="101746" y="84030"/>
                </a:lnTo>
                <a:lnTo>
                  <a:pt x="100670" y="85289"/>
                </a:lnTo>
                <a:lnTo>
                  <a:pt x="99578" y="86528"/>
                </a:lnTo>
                <a:lnTo>
                  <a:pt x="98468" y="87745"/>
                </a:lnTo>
                <a:lnTo>
                  <a:pt x="97342" y="88936"/>
                </a:lnTo>
                <a:lnTo>
                  <a:pt x="96199" y="90102"/>
                </a:lnTo>
                <a:lnTo>
                  <a:pt x="93201" y="92959"/>
                </a:lnTo>
                <a:lnTo>
                  <a:pt x="90169" y="95567"/>
                </a:lnTo>
                <a:lnTo>
                  <a:pt x="87102" y="97929"/>
                </a:lnTo>
                <a:lnTo>
                  <a:pt x="84000" y="100043"/>
                </a:lnTo>
                <a:lnTo>
                  <a:pt x="80862" y="101911"/>
                </a:lnTo>
                <a:lnTo>
                  <a:pt x="77687" y="103532"/>
                </a:lnTo>
                <a:lnTo>
                  <a:pt x="74477" y="104909"/>
                </a:lnTo>
                <a:lnTo>
                  <a:pt x="71228" y="106040"/>
                </a:lnTo>
                <a:lnTo>
                  <a:pt x="67943" y="106926"/>
                </a:lnTo>
                <a:lnTo>
                  <a:pt x="64619" y="107568"/>
                </a:lnTo>
                <a:lnTo>
                  <a:pt x="61256" y="107967"/>
                </a:lnTo>
                <a:lnTo>
                  <a:pt x="57855" y="108122"/>
                </a:lnTo>
                <a:lnTo>
                  <a:pt x="54453" y="108029"/>
                </a:lnTo>
                <a:lnTo>
                  <a:pt x="51092" y="107683"/>
                </a:lnTo>
                <a:lnTo>
                  <a:pt x="47769" y="107085"/>
                </a:lnTo>
                <a:lnTo>
                  <a:pt x="44486" y="106235"/>
                </a:lnTo>
                <a:lnTo>
                  <a:pt x="41243" y="105136"/>
                </a:lnTo>
                <a:lnTo>
                  <a:pt x="38039" y="103787"/>
                </a:lnTo>
                <a:lnTo>
                  <a:pt x="34875" y="102189"/>
                </a:lnTo>
                <a:lnTo>
                  <a:pt x="31750" y="100344"/>
                </a:lnTo>
                <a:lnTo>
                  <a:pt x="28665" y="98253"/>
                </a:lnTo>
                <a:lnTo>
                  <a:pt x="25619" y="95915"/>
                </a:lnTo>
                <a:lnTo>
                  <a:pt x="22613" y="93334"/>
                </a:lnTo>
                <a:lnTo>
                  <a:pt x="19646" y="90508"/>
                </a:lnTo>
                <a:lnTo>
                  <a:pt x="16750" y="87477"/>
                </a:lnTo>
                <a:lnTo>
                  <a:pt x="14091" y="84411"/>
                </a:lnTo>
                <a:lnTo>
                  <a:pt x="11669" y="81312"/>
                </a:lnTo>
                <a:lnTo>
                  <a:pt x="9484" y="78179"/>
                </a:lnTo>
                <a:lnTo>
                  <a:pt x="7537" y="75011"/>
                </a:lnTo>
                <a:lnTo>
                  <a:pt x="5826" y="71811"/>
                </a:lnTo>
                <a:lnTo>
                  <a:pt x="4353" y="68576"/>
                </a:lnTo>
                <a:lnTo>
                  <a:pt x="3116" y="65307"/>
                </a:lnTo>
                <a:lnTo>
                  <a:pt x="2117" y="62004"/>
                </a:lnTo>
                <a:lnTo>
                  <a:pt x="1355" y="58668"/>
                </a:lnTo>
                <a:lnTo>
                  <a:pt x="830" y="55297"/>
                </a:lnTo>
                <a:lnTo>
                  <a:pt x="542" y="51893"/>
                </a:lnTo>
                <a:lnTo>
                  <a:pt x="528" y="48526"/>
                </a:lnTo>
                <a:lnTo>
                  <a:pt x="756" y="45200"/>
                </a:lnTo>
                <a:lnTo>
                  <a:pt x="1228" y="41918"/>
                </a:lnTo>
                <a:lnTo>
                  <a:pt x="1942" y="38680"/>
                </a:lnTo>
                <a:lnTo>
                  <a:pt x="2899" y="35490"/>
                </a:lnTo>
                <a:lnTo>
                  <a:pt x="4099" y="32349"/>
                </a:lnTo>
                <a:lnTo>
                  <a:pt x="5541" y="29258"/>
                </a:lnTo>
                <a:lnTo>
                  <a:pt x="7226" y="26220"/>
                </a:lnTo>
                <a:lnTo>
                  <a:pt x="9154" y="23237"/>
                </a:lnTo>
                <a:lnTo>
                  <a:pt x="11325" y="20310"/>
                </a:lnTo>
                <a:lnTo>
                  <a:pt x="13738" y="17441"/>
                </a:lnTo>
                <a:lnTo>
                  <a:pt x="16394" y="14633"/>
                </a:lnTo>
                <a:lnTo>
                  <a:pt x="18924" y="12239"/>
                </a:lnTo>
                <a:lnTo>
                  <a:pt x="21498" y="10070"/>
                </a:lnTo>
                <a:lnTo>
                  <a:pt x="24117" y="8125"/>
                </a:lnTo>
                <a:lnTo>
                  <a:pt x="26782" y="6403"/>
                </a:lnTo>
                <a:lnTo>
                  <a:pt x="29492" y="4903"/>
                </a:lnTo>
                <a:lnTo>
                  <a:pt x="32247" y="3624"/>
                </a:lnTo>
                <a:lnTo>
                  <a:pt x="35047" y="2566"/>
                </a:lnTo>
                <a:lnTo>
                  <a:pt x="37892" y="1726"/>
                </a:lnTo>
                <a:lnTo>
                  <a:pt x="40783" y="1105"/>
                </a:lnTo>
                <a:lnTo>
                  <a:pt x="43719" y="701"/>
                </a:lnTo>
                <a:lnTo>
                  <a:pt x="46699" y="514"/>
                </a:lnTo>
                <a:lnTo>
                  <a:pt x="49725" y="542"/>
                </a:lnTo>
                <a:lnTo>
                  <a:pt x="52763" y="847"/>
                </a:lnTo>
                <a:lnTo>
                  <a:pt x="55777" y="1357"/>
                </a:lnTo>
                <a:lnTo>
                  <a:pt x="58767" y="2073"/>
                </a:lnTo>
                <a:lnTo>
                  <a:pt x="61734" y="2996"/>
                </a:lnTo>
                <a:lnTo>
                  <a:pt x="64676" y="4128"/>
                </a:lnTo>
                <a:lnTo>
                  <a:pt x="67593" y="5470"/>
                </a:lnTo>
                <a:lnTo>
                  <a:pt x="70485" y="7025"/>
                </a:lnTo>
                <a:lnTo>
                  <a:pt x="73351" y="8792"/>
                </a:lnTo>
                <a:lnTo>
                  <a:pt x="76191" y="10774"/>
                </a:lnTo>
                <a:lnTo>
                  <a:pt x="79003" y="12971"/>
                </a:lnTo>
                <a:lnTo>
                  <a:pt x="81789" y="15387"/>
                </a:lnTo>
                <a:lnTo>
                  <a:pt x="84547" y="18020"/>
                </a:lnTo>
                <a:close/>
                <a:moveTo>
                  <a:pt x="68830" y="26692"/>
                </a:moveTo>
                <a:lnTo>
                  <a:pt x="67128" y="25131"/>
                </a:lnTo>
                <a:lnTo>
                  <a:pt x="65409" y="23698"/>
                </a:lnTo>
                <a:lnTo>
                  <a:pt x="63673" y="22394"/>
                </a:lnTo>
                <a:lnTo>
                  <a:pt x="61920" y="21217"/>
                </a:lnTo>
                <a:lnTo>
                  <a:pt x="60150" y="20166"/>
                </a:lnTo>
                <a:lnTo>
                  <a:pt x="58363" y="19240"/>
                </a:lnTo>
                <a:lnTo>
                  <a:pt x="56559" y="18438"/>
                </a:lnTo>
                <a:lnTo>
                  <a:pt x="54739" y="17759"/>
                </a:lnTo>
                <a:lnTo>
                  <a:pt x="52901" y="17203"/>
                </a:lnTo>
                <a:lnTo>
                  <a:pt x="51046" y="16768"/>
                </a:lnTo>
                <a:lnTo>
                  <a:pt x="49175" y="16454"/>
                </a:lnTo>
                <a:lnTo>
                  <a:pt x="47287" y="16259"/>
                </a:lnTo>
                <a:lnTo>
                  <a:pt x="45404" y="16256"/>
                </a:lnTo>
                <a:lnTo>
                  <a:pt x="43550" y="16383"/>
                </a:lnTo>
                <a:lnTo>
                  <a:pt x="41727" y="16640"/>
                </a:lnTo>
                <a:lnTo>
                  <a:pt x="39935" y="17027"/>
                </a:lnTo>
                <a:lnTo>
                  <a:pt x="38175" y="17543"/>
                </a:lnTo>
                <a:lnTo>
                  <a:pt x="36447" y="18190"/>
                </a:lnTo>
                <a:lnTo>
                  <a:pt x="34754" y="18966"/>
                </a:lnTo>
                <a:lnTo>
                  <a:pt x="33095" y="19872"/>
                </a:lnTo>
                <a:lnTo>
                  <a:pt x="31472" y="20908"/>
                </a:lnTo>
                <a:lnTo>
                  <a:pt x="29886" y="22074"/>
                </a:lnTo>
                <a:lnTo>
                  <a:pt x="28337" y="23369"/>
                </a:lnTo>
                <a:lnTo>
                  <a:pt x="26827" y="24795"/>
                </a:lnTo>
                <a:lnTo>
                  <a:pt x="25204" y="26503"/>
                </a:lnTo>
                <a:lnTo>
                  <a:pt x="23721" y="28237"/>
                </a:lnTo>
                <a:lnTo>
                  <a:pt x="22377" y="29999"/>
                </a:lnTo>
                <a:lnTo>
                  <a:pt x="21172" y="31785"/>
                </a:lnTo>
                <a:lnTo>
                  <a:pt x="20104" y="33596"/>
                </a:lnTo>
                <a:lnTo>
                  <a:pt x="19172" y="35431"/>
                </a:lnTo>
                <a:lnTo>
                  <a:pt x="18376" y="37288"/>
                </a:lnTo>
                <a:lnTo>
                  <a:pt x="17714" y="39167"/>
                </a:lnTo>
                <a:lnTo>
                  <a:pt x="17186" y="41067"/>
                </a:lnTo>
                <a:lnTo>
                  <a:pt x="16791" y="42986"/>
                </a:lnTo>
                <a:lnTo>
                  <a:pt x="16527" y="44924"/>
                </a:lnTo>
                <a:lnTo>
                  <a:pt x="16394" y="46880"/>
                </a:lnTo>
                <a:lnTo>
                  <a:pt x="16395" y="48844"/>
                </a:lnTo>
                <a:lnTo>
                  <a:pt x="16531" y="50807"/>
                </a:lnTo>
                <a:lnTo>
                  <a:pt x="16803" y="52768"/>
                </a:lnTo>
                <a:lnTo>
                  <a:pt x="17212" y="54724"/>
                </a:lnTo>
                <a:lnTo>
                  <a:pt x="17759" y="56674"/>
                </a:lnTo>
                <a:lnTo>
                  <a:pt x="18444" y="58617"/>
                </a:lnTo>
                <a:lnTo>
                  <a:pt x="19267" y="60552"/>
                </a:lnTo>
                <a:lnTo>
                  <a:pt x="20228" y="62477"/>
                </a:lnTo>
                <a:lnTo>
                  <a:pt x="21329" y="64390"/>
                </a:lnTo>
                <a:lnTo>
                  <a:pt x="22570" y="66291"/>
                </a:lnTo>
                <a:lnTo>
                  <a:pt x="23951" y="68178"/>
                </a:lnTo>
                <a:lnTo>
                  <a:pt x="25472" y="70049"/>
                </a:lnTo>
                <a:lnTo>
                  <a:pt x="68830" y="26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5" name="Original native bar-chart element 55">
            <a:extLst xmlns:a="http://schemas.openxmlformats.org/drawingml/2006/main">
              <a:ext uri="{FF2B5EF4-FFF2-40B4-BE49-F238E27FC236}">
                <a16:creationId xmlns:a16="http://schemas.microsoft.com/office/drawing/2014/main" id="{540FF33B-39A3-47B8-A142-74F7206D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685" y="2460800"/>
            <a:ext cx="112187" cy="155544"/>
          </a:xfrm>
          <a:custGeom xmlns:a="http://schemas.openxmlformats.org/drawingml/2006/main">
            <a:pathLst>
              <a:path w="112187" h="155544">
                <a:moveTo>
                  <a:pt x="0" y="56771"/>
                </a:moveTo>
                <a:lnTo>
                  <a:pt x="56771" y="0"/>
                </a:lnTo>
                <a:lnTo>
                  <a:pt x="68017" y="11246"/>
                </a:lnTo>
                <a:lnTo>
                  <a:pt x="24659" y="54603"/>
                </a:lnTo>
                <a:lnTo>
                  <a:pt x="53790" y="83734"/>
                </a:lnTo>
                <a:lnTo>
                  <a:pt x="92947" y="44577"/>
                </a:lnTo>
                <a:lnTo>
                  <a:pt x="104193" y="55823"/>
                </a:lnTo>
                <a:lnTo>
                  <a:pt x="65036" y="94980"/>
                </a:lnTo>
                <a:lnTo>
                  <a:pt x="112187" y="142131"/>
                </a:lnTo>
                <a:lnTo>
                  <a:pt x="98773" y="155544"/>
                </a:lnTo>
                <a:lnTo>
                  <a:pt x="0" y="567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6" name="Original native bar-chart element 56">
            <a:extLst xmlns:a="http://schemas.openxmlformats.org/drawingml/2006/main">
              <a:ext uri="{FF2B5EF4-FFF2-40B4-BE49-F238E27FC236}">
                <a16:creationId xmlns:a16="http://schemas.microsoft.com/office/drawing/2014/main" id="{082BA679-493A-4726-81B7-C4103050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002" y="2433660"/>
            <a:ext cx="115168" cy="115168"/>
          </a:xfrm>
          <a:custGeom xmlns:a="http://schemas.openxmlformats.org/drawingml/2006/main">
            <a:pathLst>
              <a:path w="115168" h="115168">
                <a:moveTo>
                  <a:pt x="28860" y="41054"/>
                </a:moveTo>
                <a:lnTo>
                  <a:pt x="41054" y="28860"/>
                </a:lnTo>
                <a:lnTo>
                  <a:pt x="115168" y="102974"/>
                </a:lnTo>
                <a:lnTo>
                  <a:pt x="102974" y="115168"/>
                </a:lnTo>
                <a:lnTo>
                  <a:pt x="28860" y="41054"/>
                </a:lnTo>
                <a:close/>
                <a:moveTo>
                  <a:pt x="0" y="12194"/>
                </a:moveTo>
                <a:lnTo>
                  <a:pt x="12194" y="0"/>
                </a:lnTo>
                <a:lnTo>
                  <a:pt x="27640" y="15446"/>
                </a:lnTo>
                <a:lnTo>
                  <a:pt x="15446" y="27640"/>
                </a:lnTo>
                <a:lnTo>
                  <a:pt x="0" y="121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7" name="Original native bar-chart element 57">
            <a:extLst xmlns:a="http://schemas.openxmlformats.org/drawingml/2006/main">
              <a:ext uri="{FF2B5EF4-FFF2-40B4-BE49-F238E27FC236}">
                <a16:creationId xmlns:a16="http://schemas.microsoft.com/office/drawing/2014/main" id="{3FCF531F-DE1B-4C73-95C7-05642D08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60" y="2375398"/>
            <a:ext cx="143486" cy="144569"/>
          </a:xfrm>
          <a:custGeom xmlns:a="http://schemas.openxmlformats.org/drawingml/2006/main">
            <a:pathLst>
              <a:path w="143486" h="144569">
                <a:moveTo>
                  <a:pt x="68017" y="0"/>
                </a:moveTo>
                <a:lnTo>
                  <a:pt x="77230" y="62868"/>
                </a:lnTo>
                <a:lnTo>
                  <a:pt x="143486" y="72759"/>
                </a:lnTo>
                <a:lnTo>
                  <a:pt x="129123" y="87121"/>
                </a:lnTo>
                <a:lnTo>
                  <a:pt x="78450" y="79534"/>
                </a:lnTo>
                <a:lnTo>
                  <a:pt x="86037" y="130207"/>
                </a:lnTo>
                <a:lnTo>
                  <a:pt x="71675" y="144569"/>
                </a:lnTo>
                <a:lnTo>
                  <a:pt x="61649" y="77095"/>
                </a:lnTo>
                <a:lnTo>
                  <a:pt x="0" y="68017"/>
                </a:lnTo>
                <a:lnTo>
                  <a:pt x="14362" y="53655"/>
                </a:lnTo>
                <a:lnTo>
                  <a:pt x="60429" y="60429"/>
                </a:lnTo>
                <a:lnTo>
                  <a:pt x="53655" y="14362"/>
                </a:lnTo>
                <a:lnTo>
                  <a:pt x="6801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8" name="Original native bar-chart element 58">
            <a:extLst xmlns:a="http://schemas.openxmlformats.org/drawingml/2006/main">
              <a:ext uri="{FF2B5EF4-FFF2-40B4-BE49-F238E27FC236}">
                <a16:creationId xmlns:a16="http://schemas.microsoft.com/office/drawing/2014/main" id="{6E565B97-F684-4281-B1A0-220765B8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987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9" name="Original native bar-chart element 59">
            <a:extLst xmlns:a="http://schemas.openxmlformats.org/drawingml/2006/main">
              <a:ext uri="{FF2B5EF4-FFF2-40B4-BE49-F238E27FC236}">
                <a16:creationId xmlns:a16="http://schemas.microsoft.com/office/drawing/2014/main" id="{969D5A9E-CC89-49BF-B59E-62836FF0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987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60" name="Original native bar-chart element 60">
            <a:extLst xmlns:a="http://schemas.openxmlformats.org/drawingml/2006/main">
              <a:ext uri="{FF2B5EF4-FFF2-40B4-BE49-F238E27FC236}">
                <a16:creationId xmlns:a16="http://schemas.microsoft.com/office/drawing/2014/main" id="{16CFE94C-3FC4-4372-8EF3-FCB53999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64" y="2767992"/>
            <a:ext cx="160286" cy="112187"/>
          </a:xfrm>
          <a:custGeom xmlns:a="http://schemas.openxmlformats.org/drawingml/2006/main">
            <a:pathLst>
              <a:path w="160286" h="112187">
                <a:moveTo>
                  <a:pt x="0" y="13414"/>
                </a:moveTo>
                <a:lnTo>
                  <a:pt x="13414" y="0"/>
                </a:lnTo>
                <a:lnTo>
                  <a:pt x="100941" y="87528"/>
                </a:lnTo>
                <a:lnTo>
                  <a:pt x="149041" y="39428"/>
                </a:lnTo>
                <a:lnTo>
                  <a:pt x="160286" y="50674"/>
                </a:lnTo>
                <a:lnTo>
                  <a:pt x="98773" y="112187"/>
                </a:lnTo>
                <a:lnTo>
                  <a:pt x="0" y="134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1" name="Original native bar-chart element 61">
            <a:extLst xmlns:a="http://schemas.openxmlformats.org/drawingml/2006/main">
              <a:ext uri="{FF2B5EF4-FFF2-40B4-BE49-F238E27FC236}">
                <a16:creationId xmlns:a16="http://schemas.microsoft.com/office/drawing/2014/main" id="{BFF2F79D-25F1-4B58-8CBC-44BBA7FF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2431" y="2687643"/>
            <a:ext cx="108664" cy="108664"/>
          </a:xfrm>
          <a:custGeom xmlns:a="http://schemas.openxmlformats.org/drawingml/2006/main">
            <a:pathLst>
              <a:path w="108664" h="108664">
                <a:moveTo>
                  <a:pt x="25879" y="25608"/>
                </a:moveTo>
                <a:lnTo>
                  <a:pt x="24335" y="27259"/>
                </a:lnTo>
                <a:lnTo>
                  <a:pt x="22955" y="28961"/>
                </a:lnTo>
                <a:lnTo>
                  <a:pt x="21738" y="30714"/>
                </a:lnTo>
                <a:lnTo>
                  <a:pt x="20685" y="32518"/>
                </a:lnTo>
                <a:lnTo>
                  <a:pt x="19796" y="34373"/>
                </a:lnTo>
                <a:lnTo>
                  <a:pt x="19070" y="36278"/>
                </a:lnTo>
                <a:lnTo>
                  <a:pt x="18509" y="38234"/>
                </a:lnTo>
                <a:lnTo>
                  <a:pt x="18111" y="40241"/>
                </a:lnTo>
                <a:lnTo>
                  <a:pt x="17876" y="42299"/>
                </a:lnTo>
                <a:lnTo>
                  <a:pt x="17806" y="44407"/>
                </a:lnTo>
                <a:lnTo>
                  <a:pt x="17899" y="46567"/>
                </a:lnTo>
                <a:lnTo>
                  <a:pt x="18156" y="48777"/>
                </a:lnTo>
                <a:lnTo>
                  <a:pt x="18571" y="51010"/>
                </a:lnTo>
                <a:lnTo>
                  <a:pt x="19139" y="53238"/>
                </a:lnTo>
                <a:lnTo>
                  <a:pt x="19860" y="55460"/>
                </a:lnTo>
                <a:lnTo>
                  <a:pt x="20735" y="57679"/>
                </a:lnTo>
                <a:lnTo>
                  <a:pt x="21765" y="59894"/>
                </a:lnTo>
                <a:lnTo>
                  <a:pt x="22949" y="62106"/>
                </a:lnTo>
                <a:lnTo>
                  <a:pt x="24288" y="64315"/>
                </a:lnTo>
                <a:lnTo>
                  <a:pt x="25784" y="66521"/>
                </a:lnTo>
                <a:lnTo>
                  <a:pt x="27435" y="68726"/>
                </a:lnTo>
                <a:lnTo>
                  <a:pt x="29243" y="70929"/>
                </a:lnTo>
                <a:lnTo>
                  <a:pt x="31208" y="73131"/>
                </a:lnTo>
                <a:lnTo>
                  <a:pt x="33331" y="75333"/>
                </a:lnTo>
                <a:lnTo>
                  <a:pt x="35561" y="77490"/>
                </a:lnTo>
                <a:lnTo>
                  <a:pt x="37782" y="79488"/>
                </a:lnTo>
                <a:lnTo>
                  <a:pt x="39995" y="81329"/>
                </a:lnTo>
                <a:lnTo>
                  <a:pt x="42203" y="83011"/>
                </a:lnTo>
                <a:lnTo>
                  <a:pt x="44407" y="84535"/>
                </a:lnTo>
                <a:lnTo>
                  <a:pt x="46609" y="85902"/>
                </a:lnTo>
                <a:lnTo>
                  <a:pt x="48811" y="87110"/>
                </a:lnTo>
                <a:lnTo>
                  <a:pt x="51015" y="88160"/>
                </a:lnTo>
                <a:lnTo>
                  <a:pt x="53223" y="89052"/>
                </a:lnTo>
                <a:lnTo>
                  <a:pt x="55436" y="89786"/>
                </a:lnTo>
                <a:lnTo>
                  <a:pt x="57657" y="90362"/>
                </a:lnTo>
                <a:lnTo>
                  <a:pt x="59887" y="90779"/>
                </a:lnTo>
                <a:lnTo>
                  <a:pt x="62095" y="91033"/>
                </a:lnTo>
                <a:lnTo>
                  <a:pt x="64247" y="91119"/>
                </a:lnTo>
                <a:lnTo>
                  <a:pt x="66346" y="91035"/>
                </a:lnTo>
                <a:lnTo>
                  <a:pt x="68393" y="90784"/>
                </a:lnTo>
                <a:lnTo>
                  <a:pt x="70389" y="90366"/>
                </a:lnTo>
                <a:lnTo>
                  <a:pt x="72336" y="89780"/>
                </a:lnTo>
                <a:lnTo>
                  <a:pt x="74234" y="89028"/>
                </a:lnTo>
                <a:lnTo>
                  <a:pt x="76086" y="88110"/>
                </a:lnTo>
                <a:lnTo>
                  <a:pt x="77893" y="87026"/>
                </a:lnTo>
                <a:lnTo>
                  <a:pt x="79656" y="85777"/>
                </a:lnTo>
                <a:lnTo>
                  <a:pt x="81377" y="84363"/>
                </a:lnTo>
                <a:lnTo>
                  <a:pt x="83056" y="82785"/>
                </a:lnTo>
                <a:lnTo>
                  <a:pt x="84603" y="81137"/>
                </a:lnTo>
                <a:lnTo>
                  <a:pt x="85991" y="79442"/>
                </a:lnTo>
                <a:lnTo>
                  <a:pt x="87218" y="77700"/>
                </a:lnTo>
                <a:lnTo>
                  <a:pt x="88285" y="75910"/>
                </a:lnTo>
                <a:lnTo>
                  <a:pt x="89190" y="74072"/>
                </a:lnTo>
                <a:lnTo>
                  <a:pt x="89933" y="72183"/>
                </a:lnTo>
                <a:lnTo>
                  <a:pt x="90511" y="70244"/>
                </a:lnTo>
                <a:lnTo>
                  <a:pt x="90925" y="68253"/>
                </a:lnTo>
                <a:lnTo>
                  <a:pt x="91173" y="66209"/>
                </a:lnTo>
                <a:lnTo>
                  <a:pt x="91255" y="64111"/>
                </a:lnTo>
                <a:lnTo>
                  <a:pt x="91169" y="61959"/>
                </a:lnTo>
                <a:lnTo>
                  <a:pt x="90915" y="59752"/>
                </a:lnTo>
                <a:lnTo>
                  <a:pt x="90500" y="57519"/>
                </a:lnTo>
                <a:lnTo>
                  <a:pt x="89931" y="55291"/>
                </a:lnTo>
                <a:lnTo>
                  <a:pt x="89208" y="53066"/>
                </a:lnTo>
                <a:lnTo>
                  <a:pt x="88330" y="50844"/>
                </a:lnTo>
                <a:lnTo>
                  <a:pt x="87296" y="48625"/>
                </a:lnTo>
                <a:lnTo>
                  <a:pt x="86105" y="46406"/>
                </a:lnTo>
                <a:lnTo>
                  <a:pt x="84755" y="44187"/>
                </a:lnTo>
                <a:lnTo>
                  <a:pt x="83247" y="41967"/>
                </a:lnTo>
                <a:lnTo>
                  <a:pt x="81579" y="39746"/>
                </a:lnTo>
                <a:lnTo>
                  <a:pt x="79749" y="37521"/>
                </a:lnTo>
                <a:lnTo>
                  <a:pt x="77758" y="35293"/>
                </a:lnTo>
                <a:lnTo>
                  <a:pt x="75604" y="33060"/>
                </a:lnTo>
                <a:lnTo>
                  <a:pt x="73431" y="30966"/>
                </a:lnTo>
                <a:lnTo>
                  <a:pt x="71247" y="29019"/>
                </a:lnTo>
                <a:lnTo>
                  <a:pt x="69054" y="27221"/>
                </a:lnTo>
                <a:lnTo>
                  <a:pt x="66853" y="25573"/>
                </a:lnTo>
                <a:lnTo>
                  <a:pt x="64643" y="24075"/>
                </a:lnTo>
                <a:lnTo>
                  <a:pt x="62428" y="22729"/>
                </a:lnTo>
                <a:lnTo>
                  <a:pt x="60206" y="21535"/>
                </a:lnTo>
                <a:lnTo>
                  <a:pt x="57980" y="20494"/>
                </a:lnTo>
                <a:lnTo>
                  <a:pt x="55751" y="19608"/>
                </a:lnTo>
                <a:lnTo>
                  <a:pt x="53518" y="18877"/>
                </a:lnTo>
                <a:lnTo>
                  <a:pt x="51283" y="18302"/>
                </a:lnTo>
                <a:lnTo>
                  <a:pt x="49048" y="17885"/>
                </a:lnTo>
                <a:lnTo>
                  <a:pt x="46838" y="17628"/>
                </a:lnTo>
                <a:lnTo>
                  <a:pt x="44678" y="17535"/>
                </a:lnTo>
                <a:lnTo>
                  <a:pt x="42570" y="17605"/>
                </a:lnTo>
                <a:lnTo>
                  <a:pt x="40512" y="17840"/>
                </a:lnTo>
                <a:lnTo>
                  <a:pt x="38505" y="18238"/>
                </a:lnTo>
                <a:lnTo>
                  <a:pt x="36549" y="18799"/>
                </a:lnTo>
                <a:lnTo>
                  <a:pt x="34643" y="19525"/>
                </a:lnTo>
                <a:lnTo>
                  <a:pt x="32789" y="20414"/>
                </a:lnTo>
                <a:lnTo>
                  <a:pt x="30985" y="21467"/>
                </a:lnTo>
                <a:lnTo>
                  <a:pt x="29232" y="22684"/>
                </a:lnTo>
                <a:lnTo>
                  <a:pt x="27530" y="24064"/>
                </a:lnTo>
                <a:lnTo>
                  <a:pt x="25879" y="25608"/>
                </a:lnTo>
                <a:close/>
                <a:moveTo>
                  <a:pt x="15582" y="15311"/>
                </a:moveTo>
                <a:lnTo>
                  <a:pt x="18249" y="12790"/>
                </a:lnTo>
                <a:lnTo>
                  <a:pt x="20967" y="10510"/>
                </a:lnTo>
                <a:lnTo>
                  <a:pt x="23734" y="8470"/>
                </a:lnTo>
                <a:lnTo>
                  <a:pt x="26551" y="6669"/>
                </a:lnTo>
                <a:lnTo>
                  <a:pt x="29417" y="5105"/>
                </a:lnTo>
                <a:lnTo>
                  <a:pt x="32332" y="3777"/>
                </a:lnTo>
                <a:lnTo>
                  <a:pt x="35294" y="2683"/>
                </a:lnTo>
                <a:lnTo>
                  <a:pt x="38304" y="1822"/>
                </a:lnTo>
                <a:lnTo>
                  <a:pt x="41361" y="1192"/>
                </a:lnTo>
                <a:lnTo>
                  <a:pt x="44464" y="792"/>
                </a:lnTo>
                <a:lnTo>
                  <a:pt x="47614" y="621"/>
                </a:lnTo>
                <a:lnTo>
                  <a:pt x="50809" y="677"/>
                </a:lnTo>
                <a:lnTo>
                  <a:pt x="54022" y="1028"/>
                </a:lnTo>
                <a:lnTo>
                  <a:pt x="57222" y="1605"/>
                </a:lnTo>
                <a:lnTo>
                  <a:pt x="60410" y="2411"/>
                </a:lnTo>
                <a:lnTo>
                  <a:pt x="63586" y="3448"/>
                </a:lnTo>
                <a:lnTo>
                  <a:pt x="66748" y="4715"/>
                </a:lnTo>
                <a:lnTo>
                  <a:pt x="69897" y="6216"/>
                </a:lnTo>
                <a:lnTo>
                  <a:pt x="73031" y="7950"/>
                </a:lnTo>
                <a:lnTo>
                  <a:pt x="76151" y="9921"/>
                </a:lnTo>
                <a:lnTo>
                  <a:pt x="79256" y="12129"/>
                </a:lnTo>
                <a:lnTo>
                  <a:pt x="82346" y="14575"/>
                </a:lnTo>
                <a:lnTo>
                  <a:pt x="85419" y="17261"/>
                </a:lnTo>
                <a:lnTo>
                  <a:pt x="88476" y="20188"/>
                </a:lnTo>
                <a:lnTo>
                  <a:pt x="91403" y="23245"/>
                </a:lnTo>
                <a:lnTo>
                  <a:pt x="94089" y="26318"/>
                </a:lnTo>
                <a:lnTo>
                  <a:pt x="96533" y="29406"/>
                </a:lnTo>
                <a:lnTo>
                  <a:pt x="98738" y="32508"/>
                </a:lnTo>
                <a:lnTo>
                  <a:pt x="100704" y="35623"/>
                </a:lnTo>
                <a:lnTo>
                  <a:pt x="102432" y="38751"/>
                </a:lnTo>
                <a:lnTo>
                  <a:pt x="103922" y="41889"/>
                </a:lnTo>
                <a:lnTo>
                  <a:pt x="105177" y="45038"/>
                </a:lnTo>
                <a:lnTo>
                  <a:pt x="106196" y="48197"/>
                </a:lnTo>
                <a:lnTo>
                  <a:pt x="106981" y="51364"/>
                </a:lnTo>
                <a:lnTo>
                  <a:pt x="107532" y="54538"/>
                </a:lnTo>
                <a:lnTo>
                  <a:pt x="107851" y="57719"/>
                </a:lnTo>
                <a:lnTo>
                  <a:pt x="107936" y="60943"/>
                </a:lnTo>
                <a:lnTo>
                  <a:pt x="107784" y="64111"/>
                </a:lnTo>
                <a:lnTo>
                  <a:pt x="107394" y="67225"/>
                </a:lnTo>
                <a:lnTo>
                  <a:pt x="106767" y="70285"/>
                </a:lnTo>
                <a:lnTo>
                  <a:pt x="105904" y="73292"/>
                </a:lnTo>
                <a:lnTo>
                  <a:pt x="104803" y="76248"/>
                </a:lnTo>
                <a:lnTo>
                  <a:pt x="103465" y="79153"/>
                </a:lnTo>
                <a:lnTo>
                  <a:pt x="101890" y="82008"/>
                </a:lnTo>
                <a:lnTo>
                  <a:pt x="100077" y="84813"/>
                </a:lnTo>
                <a:lnTo>
                  <a:pt x="98028" y="87571"/>
                </a:lnTo>
                <a:lnTo>
                  <a:pt x="95742" y="90282"/>
                </a:lnTo>
                <a:lnTo>
                  <a:pt x="93218" y="92947"/>
                </a:lnTo>
                <a:lnTo>
                  <a:pt x="90520" y="95504"/>
                </a:lnTo>
                <a:lnTo>
                  <a:pt x="87776" y="97824"/>
                </a:lnTo>
                <a:lnTo>
                  <a:pt x="84987" y="99904"/>
                </a:lnTo>
                <a:lnTo>
                  <a:pt x="82153" y="101744"/>
                </a:lnTo>
                <a:lnTo>
                  <a:pt x="79274" y="103343"/>
                </a:lnTo>
                <a:lnTo>
                  <a:pt x="76349" y="104701"/>
                </a:lnTo>
                <a:lnTo>
                  <a:pt x="73380" y="105816"/>
                </a:lnTo>
                <a:lnTo>
                  <a:pt x="70365" y="106687"/>
                </a:lnTo>
                <a:lnTo>
                  <a:pt x="67305" y="107314"/>
                </a:lnTo>
                <a:lnTo>
                  <a:pt x="64200" y="107694"/>
                </a:lnTo>
                <a:lnTo>
                  <a:pt x="61050" y="107829"/>
                </a:lnTo>
                <a:lnTo>
                  <a:pt x="57855" y="107716"/>
                </a:lnTo>
                <a:lnTo>
                  <a:pt x="54676" y="107394"/>
                </a:lnTo>
                <a:lnTo>
                  <a:pt x="51509" y="106835"/>
                </a:lnTo>
                <a:lnTo>
                  <a:pt x="48354" y="106039"/>
                </a:lnTo>
                <a:lnTo>
                  <a:pt x="45209" y="105006"/>
                </a:lnTo>
                <a:lnTo>
                  <a:pt x="42076" y="103736"/>
                </a:lnTo>
                <a:lnTo>
                  <a:pt x="38954" y="102228"/>
                </a:lnTo>
                <a:lnTo>
                  <a:pt x="35843" y="100484"/>
                </a:lnTo>
                <a:lnTo>
                  <a:pt x="32744" y="98502"/>
                </a:lnTo>
                <a:lnTo>
                  <a:pt x="29656" y="96284"/>
                </a:lnTo>
                <a:lnTo>
                  <a:pt x="26579" y="93828"/>
                </a:lnTo>
                <a:lnTo>
                  <a:pt x="23513" y="91135"/>
                </a:lnTo>
                <a:lnTo>
                  <a:pt x="20459" y="88205"/>
                </a:lnTo>
                <a:lnTo>
                  <a:pt x="17529" y="85151"/>
                </a:lnTo>
                <a:lnTo>
                  <a:pt x="14836" y="82085"/>
                </a:lnTo>
                <a:lnTo>
                  <a:pt x="12378" y="79006"/>
                </a:lnTo>
                <a:lnTo>
                  <a:pt x="10157" y="75915"/>
                </a:lnTo>
                <a:lnTo>
                  <a:pt x="8170" y="72811"/>
                </a:lnTo>
                <a:lnTo>
                  <a:pt x="6419" y="69693"/>
                </a:lnTo>
                <a:lnTo>
                  <a:pt x="4902" y="66562"/>
                </a:lnTo>
                <a:lnTo>
                  <a:pt x="3618" y="63415"/>
                </a:lnTo>
                <a:lnTo>
                  <a:pt x="2568" y="60254"/>
                </a:lnTo>
                <a:lnTo>
                  <a:pt x="1751" y="57076"/>
                </a:lnTo>
                <a:lnTo>
                  <a:pt x="1166" y="53883"/>
                </a:lnTo>
                <a:lnTo>
                  <a:pt x="813" y="50674"/>
                </a:lnTo>
                <a:lnTo>
                  <a:pt x="728" y="47507"/>
                </a:lnTo>
                <a:lnTo>
                  <a:pt x="881" y="44375"/>
                </a:lnTo>
                <a:lnTo>
                  <a:pt x="1272" y="41280"/>
                </a:lnTo>
                <a:lnTo>
                  <a:pt x="1902" y="38224"/>
                </a:lnTo>
                <a:lnTo>
                  <a:pt x="2770" y="35206"/>
                </a:lnTo>
                <a:lnTo>
                  <a:pt x="3878" y="32230"/>
                </a:lnTo>
                <a:lnTo>
                  <a:pt x="5226" y="29296"/>
                </a:lnTo>
                <a:lnTo>
                  <a:pt x="6815" y="26406"/>
                </a:lnTo>
                <a:lnTo>
                  <a:pt x="8644" y="23561"/>
                </a:lnTo>
                <a:lnTo>
                  <a:pt x="10714" y="20762"/>
                </a:lnTo>
                <a:lnTo>
                  <a:pt x="13027" y="18012"/>
                </a:lnTo>
                <a:lnTo>
                  <a:pt x="15582" y="15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2" name="Original native bar-chart element 62">
            <a:extLst xmlns:a="http://schemas.openxmlformats.org/drawingml/2006/main">
              <a:ext uri="{FF2B5EF4-FFF2-40B4-BE49-F238E27FC236}">
                <a16:creationId xmlns:a16="http://schemas.microsoft.com/office/drawing/2014/main" id="{8727D6E7-3EC7-4E52-A790-3F290695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977" y="2599980"/>
            <a:ext cx="111645" cy="111916"/>
          </a:xfrm>
          <a:custGeom xmlns:a="http://schemas.openxmlformats.org/drawingml/2006/main">
            <a:pathLst>
              <a:path w="111645" h="111916">
                <a:moveTo>
                  <a:pt x="43222" y="0"/>
                </a:moveTo>
                <a:lnTo>
                  <a:pt x="54603" y="11381"/>
                </a:lnTo>
                <a:lnTo>
                  <a:pt x="53262" y="11796"/>
                </a:lnTo>
                <a:lnTo>
                  <a:pt x="51948" y="12229"/>
                </a:lnTo>
                <a:lnTo>
                  <a:pt x="50659" y="12679"/>
                </a:lnTo>
                <a:lnTo>
                  <a:pt x="49394" y="13148"/>
                </a:lnTo>
                <a:lnTo>
                  <a:pt x="48152" y="13635"/>
                </a:lnTo>
                <a:lnTo>
                  <a:pt x="46931" y="14142"/>
                </a:lnTo>
                <a:lnTo>
                  <a:pt x="45730" y="14668"/>
                </a:lnTo>
                <a:lnTo>
                  <a:pt x="44547" y="15215"/>
                </a:lnTo>
                <a:lnTo>
                  <a:pt x="43381" y="15783"/>
                </a:lnTo>
                <a:lnTo>
                  <a:pt x="42230" y="16371"/>
                </a:lnTo>
                <a:lnTo>
                  <a:pt x="41094" y="16982"/>
                </a:lnTo>
                <a:lnTo>
                  <a:pt x="39970" y="17614"/>
                </a:lnTo>
                <a:lnTo>
                  <a:pt x="38863" y="18263"/>
                </a:lnTo>
                <a:lnTo>
                  <a:pt x="37779" y="18926"/>
                </a:lnTo>
                <a:lnTo>
                  <a:pt x="36716" y="19602"/>
                </a:lnTo>
                <a:lnTo>
                  <a:pt x="35674" y="20294"/>
                </a:lnTo>
                <a:lnTo>
                  <a:pt x="34653" y="21002"/>
                </a:lnTo>
                <a:lnTo>
                  <a:pt x="33653" y="21729"/>
                </a:lnTo>
                <a:lnTo>
                  <a:pt x="32672" y="22476"/>
                </a:lnTo>
                <a:lnTo>
                  <a:pt x="31710" y="23244"/>
                </a:lnTo>
                <a:lnTo>
                  <a:pt x="30767" y="24035"/>
                </a:lnTo>
                <a:lnTo>
                  <a:pt x="29843" y="24850"/>
                </a:lnTo>
                <a:lnTo>
                  <a:pt x="28936" y="25690"/>
                </a:lnTo>
                <a:lnTo>
                  <a:pt x="28047" y="26556"/>
                </a:lnTo>
                <a:lnTo>
                  <a:pt x="26170" y="28540"/>
                </a:lnTo>
                <a:lnTo>
                  <a:pt x="24468" y="30563"/>
                </a:lnTo>
                <a:lnTo>
                  <a:pt x="22943" y="32622"/>
                </a:lnTo>
                <a:lnTo>
                  <a:pt x="21593" y="34716"/>
                </a:lnTo>
                <a:lnTo>
                  <a:pt x="20421" y="36844"/>
                </a:lnTo>
                <a:lnTo>
                  <a:pt x="19426" y="39005"/>
                </a:lnTo>
                <a:lnTo>
                  <a:pt x="18609" y="41196"/>
                </a:lnTo>
                <a:lnTo>
                  <a:pt x="17970" y="43418"/>
                </a:lnTo>
                <a:lnTo>
                  <a:pt x="17510" y="45667"/>
                </a:lnTo>
                <a:lnTo>
                  <a:pt x="17229" y="47943"/>
                </a:lnTo>
                <a:lnTo>
                  <a:pt x="17128" y="50245"/>
                </a:lnTo>
                <a:lnTo>
                  <a:pt x="17207" y="52571"/>
                </a:lnTo>
                <a:lnTo>
                  <a:pt x="17464" y="54905"/>
                </a:lnTo>
                <a:lnTo>
                  <a:pt x="17896" y="57233"/>
                </a:lnTo>
                <a:lnTo>
                  <a:pt x="18501" y="59555"/>
                </a:lnTo>
                <a:lnTo>
                  <a:pt x="19280" y="61869"/>
                </a:lnTo>
                <a:lnTo>
                  <a:pt x="20232" y="64176"/>
                </a:lnTo>
                <a:lnTo>
                  <a:pt x="21357" y="66476"/>
                </a:lnTo>
                <a:lnTo>
                  <a:pt x="22654" y="68766"/>
                </a:lnTo>
                <a:lnTo>
                  <a:pt x="24123" y="71048"/>
                </a:lnTo>
                <a:lnTo>
                  <a:pt x="25762" y="73320"/>
                </a:lnTo>
                <a:lnTo>
                  <a:pt x="27573" y="75582"/>
                </a:lnTo>
                <a:lnTo>
                  <a:pt x="29554" y="77834"/>
                </a:lnTo>
                <a:lnTo>
                  <a:pt x="31705" y="80075"/>
                </a:lnTo>
                <a:lnTo>
                  <a:pt x="33977" y="82257"/>
                </a:lnTo>
                <a:lnTo>
                  <a:pt x="36255" y="84264"/>
                </a:lnTo>
                <a:lnTo>
                  <a:pt x="38539" y="86096"/>
                </a:lnTo>
                <a:lnTo>
                  <a:pt x="40828" y="87753"/>
                </a:lnTo>
                <a:lnTo>
                  <a:pt x="43123" y="89235"/>
                </a:lnTo>
                <a:lnTo>
                  <a:pt x="45424" y="90542"/>
                </a:lnTo>
                <a:lnTo>
                  <a:pt x="47730" y="91674"/>
                </a:lnTo>
                <a:lnTo>
                  <a:pt x="50042" y="92631"/>
                </a:lnTo>
                <a:lnTo>
                  <a:pt x="52359" y="93413"/>
                </a:lnTo>
                <a:lnTo>
                  <a:pt x="54682" y="94020"/>
                </a:lnTo>
                <a:lnTo>
                  <a:pt x="57011" y="94452"/>
                </a:lnTo>
                <a:lnTo>
                  <a:pt x="59345" y="94709"/>
                </a:lnTo>
                <a:lnTo>
                  <a:pt x="61668" y="94785"/>
                </a:lnTo>
                <a:lnTo>
                  <a:pt x="63963" y="94677"/>
                </a:lnTo>
                <a:lnTo>
                  <a:pt x="66228" y="94385"/>
                </a:lnTo>
                <a:lnTo>
                  <a:pt x="68463" y="93911"/>
                </a:lnTo>
                <a:lnTo>
                  <a:pt x="70669" y="93256"/>
                </a:lnTo>
                <a:lnTo>
                  <a:pt x="72844" y="92422"/>
                </a:lnTo>
                <a:lnTo>
                  <a:pt x="74987" y="91410"/>
                </a:lnTo>
                <a:lnTo>
                  <a:pt x="77100" y="90222"/>
                </a:lnTo>
                <a:lnTo>
                  <a:pt x="79180" y="88859"/>
                </a:lnTo>
                <a:lnTo>
                  <a:pt x="81228" y="87322"/>
                </a:lnTo>
                <a:lnTo>
                  <a:pt x="83243" y="85613"/>
                </a:lnTo>
                <a:lnTo>
                  <a:pt x="85224" y="83734"/>
                </a:lnTo>
                <a:lnTo>
                  <a:pt x="86094" y="82847"/>
                </a:lnTo>
                <a:lnTo>
                  <a:pt x="86941" y="81948"/>
                </a:lnTo>
                <a:lnTo>
                  <a:pt x="87767" y="81035"/>
                </a:lnTo>
                <a:lnTo>
                  <a:pt x="88571" y="80106"/>
                </a:lnTo>
                <a:lnTo>
                  <a:pt x="89355" y="79160"/>
                </a:lnTo>
                <a:lnTo>
                  <a:pt x="90119" y="78196"/>
                </a:lnTo>
                <a:lnTo>
                  <a:pt x="90863" y="77212"/>
                </a:lnTo>
                <a:lnTo>
                  <a:pt x="91587" y="76206"/>
                </a:lnTo>
                <a:lnTo>
                  <a:pt x="92293" y="75179"/>
                </a:lnTo>
                <a:lnTo>
                  <a:pt x="92980" y="74127"/>
                </a:lnTo>
                <a:lnTo>
                  <a:pt x="93650" y="73050"/>
                </a:lnTo>
                <a:lnTo>
                  <a:pt x="94302" y="71946"/>
                </a:lnTo>
                <a:lnTo>
                  <a:pt x="94932" y="70820"/>
                </a:lnTo>
                <a:lnTo>
                  <a:pt x="95535" y="69676"/>
                </a:lnTo>
                <a:lnTo>
                  <a:pt x="96112" y="68514"/>
                </a:lnTo>
                <a:lnTo>
                  <a:pt x="96666" y="67334"/>
                </a:lnTo>
                <a:lnTo>
                  <a:pt x="97197" y="66135"/>
                </a:lnTo>
                <a:lnTo>
                  <a:pt x="97706" y="64917"/>
                </a:lnTo>
                <a:lnTo>
                  <a:pt x="98196" y="63680"/>
                </a:lnTo>
                <a:lnTo>
                  <a:pt x="98668" y="62421"/>
                </a:lnTo>
                <a:lnTo>
                  <a:pt x="99123" y="61143"/>
                </a:lnTo>
                <a:lnTo>
                  <a:pt x="99562" y="59843"/>
                </a:lnTo>
                <a:lnTo>
                  <a:pt x="99987" y="58521"/>
                </a:lnTo>
                <a:lnTo>
                  <a:pt x="100399" y="57177"/>
                </a:lnTo>
                <a:lnTo>
                  <a:pt x="111645" y="68423"/>
                </a:lnTo>
                <a:lnTo>
                  <a:pt x="111162" y="69702"/>
                </a:lnTo>
                <a:lnTo>
                  <a:pt x="110662" y="70963"/>
                </a:lnTo>
                <a:lnTo>
                  <a:pt x="110144" y="72206"/>
                </a:lnTo>
                <a:lnTo>
                  <a:pt x="109608" y="73431"/>
                </a:lnTo>
                <a:lnTo>
                  <a:pt x="109052" y="74638"/>
                </a:lnTo>
                <a:lnTo>
                  <a:pt x="108478" y="75824"/>
                </a:lnTo>
                <a:lnTo>
                  <a:pt x="107884" y="76992"/>
                </a:lnTo>
                <a:lnTo>
                  <a:pt x="107269" y="78138"/>
                </a:lnTo>
                <a:lnTo>
                  <a:pt x="106634" y="79265"/>
                </a:lnTo>
                <a:lnTo>
                  <a:pt x="105978" y="80370"/>
                </a:lnTo>
                <a:lnTo>
                  <a:pt x="105300" y="81453"/>
                </a:lnTo>
                <a:lnTo>
                  <a:pt x="104599" y="82514"/>
                </a:lnTo>
                <a:lnTo>
                  <a:pt x="103843" y="83598"/>
                </a:lnTo>
                <a:lnTo>
                  <a:pt x="103064" y="84681"/>
                </a:lnTo>
                <a:lnTo>
                  <a:pt x="102262" y="85762"/>
                </a:lnTo>
                <a:lnTo>
                  <a:pt x="101438" y="86840"/>
                </a:lnTo>
                <a:lnTo>
                  <a:pt x="100591" y="87914"/>
                </a:lnTo>
                <a:lnTo>
                  <a:pt x="99722" y="88984"/>
                </a:lnTo>
                <a:lnTo>
                  <a:pt x="98830" y="90048"/>
                </a:lnTo>
                <a:lnTo>
                  <a:pt x="97915" y="91106"/>
                </a:lnTo>
                <a:lnTo>
                  <a:pt x="96978" y="92155"/>
                </a:lnTo>
                <a:lnTo>
                  <a:pt x="96018" y="93197"/>
                </a:lnTo>
                <a:lnTo>
                  <a:pt x="95036" y="94229"/>
                </a:lnTo>
                <a:lnTo>
                  <a:pt x="94031" y="95251"/>
                </a:lnTo>
                <a:lnTo>
                  <a:pt x="91228" y="97912"/>
                </a:lnTo>
                <a:lnTo>
                  <a:pt x="88374" y="100340"/>
                </a:lnTo>
                <a:lnTo>
                  <a:pt x="85470" y="102533"/>
                </a:lnTo>
                <a:lnTo>
                  <a:pt x="82514" y="104489"/>
                </a:lnTo>
                <a:lnTo>
                  <a:pt x="79508" y="106206"/>
                </a:lnTo>
                <a:lnTo>
                  <a:pt x="76451" y="107682"/>
                </a:lnTo>
                <a:lnTo>
                  <a:pt x="73343" y="108915"/>
                </a:lnTo>
                <a:lnTo>
                  <a:pt x="70185" y="109904"/>
                </a:lnTo>
                <a:lnTo>
                  <a:pt x="66975" y="110646"/>
                </a:lnTo>
                <a:lnTo>
                  <a:pt x="63715" y="111139"/>
                </a:lnTo>
                <a:lnTo>
                  <a:pt x="60404" y="111383"/>
                </a:lnTo>
                <a:lnTo>
                  <a:pt x="57042" y="111374"/>
                </a:lnTo>
                <a:lnTo>
                  <a:pt x="53672" y="111182"/>
                </a:lnTo>
                <a:lnTo>
                  <a:pt x="50335" y="110743"/>
                </a:lnTo>
                <a:lnTo>
                  <a:pt x="47032" y="110057"/>
                </a:lnTo>
                <a:lnTo>
                  <a:pt x="43764" y="109126"/>
                </a:lnTo>
                <a:lnTo>
                  <a:pt x="40529" y="107950"/>
                </a:lnTo>
                <a:lnTo>
                  <a:pt x="37328" y="106530"/>
                </a:lnTo>
                <a:lnTo>
                  <a:pt x="34161" y="104868"/>
                </a:lnTo>
                <a:lnTo>
                  <a:pt x="31028" y="102964"/>
                </a:lnTo>
                <a:lnTo>
                  <a:pt x="27928" y="100818"/>
                </a:lnTo>
                <a:lnTo>
                  <a:pt x="24863" y="98433"/>
                </a:lnTo>
                <a:lnTo>
                  <a:pt x="21831" y="95809"/>
                </a:lnTo>
                <a:lnTo>
                  <a:pt x="18833" y="92947"/>
                </a:lnTo>
                <a:lnTo>
                  <a:pt x="15940" y="89918"/>
                </a:lnTo>
                <a:lnTo>
                  <a:pt x="13290" y="86861"/>
                </a:lnTo>
                <a:lnTo>
                  <a:pt x="10884" y="83774"/>
                </a:lnTo>
                <a:lnTo>
                  <a:pt x="8722" y="80658"/>
                </a:lnTo>
                <a:lnTo>
                  <a:pt x="6804" y="77511"/>
                </a:lnTo>
                <a:lnTo>
                  <a:pt x="5132" y="74334"/>
                </a:lnTo>
                <a:lnTo>
                  <a:pt x="3705" y="71126"/>
                </a:lnTo>
                <a:lnTo>
                  <a:pt x="2524" y="67886"/>
                </a:lnTo>
                <a:lnTo>
                  <a:pt x="1590" y="64615"/>
                </a:lnTo>
                <a:lnTo>
                  <a:pt x="903" y="61311"/>
                </a:lnTo>
                <a:lnTo>
                  <a:pt x="463" y="57974"/>
                </a:lnTo>
                <a:lnTo>
                  <a:pt x="271" y="54603"/>
                </a:lnTo>
                <a:lnTo>
                  <a:pt x="325" y="51236"/>
                </a:lnTo>
                <a:lnTo>
                  <a:pt x="622" y="47908"/>
                </a:lnTo>
                <a:lnTo>
                  <a:pt x="1164" y="44619"/>
                </a:lnTo>
                <a:lnTo>
                  <a:pt x="1952" y="41370"/>
                </a:lnTo>
                <a:lnTo>
                  <a:pt x="2986" y="38161"/>
                </a:lnTo>
                <a:lnTo>
                  <a:pt x="4268" y="34991"/>
                </a:lnTo>
                <a:lnTo>
                  <a:pt x="5798" y="31860"/>
                </a:lnTo>
                <a:lnTo>
                  <a:pt x="7577" y="28769"/>
                </a:lnTo>
                <a:lnTo>
                  <a:pt x="9607" y="25718"/>
                </a:lnTo>
                <a:lnTo>
                  <a:pt x="11888" y="22706"/>
                </a:lnTo>
                <a:lnTo>
                  <a:pt x="14421" y="19734"/>
                </a:lnTo>
                <a:lnTo>
                  <a:pt x="17207" y="16801"/>
                </a:lnTo>
                <a:lnTo>
                  <a:pt x="18162" y="15864"/>
                </a:lnTo>
                <a:lnTo>
                  <a:pt x="19127" y="14949"/>
                </a:lnTo>
                <a:lnTo>
                  <a:pt x="20104" y="14057"/>
                </a:lnTo>
                <a:lnTo>
                  <a:pt x="21092" y="13188"/>
                </a:lnTo>
                <a:lnTo>
                  <a:pt x="22091" y="12341"/>
                </a:lnTo>
                <a:lnTo>
                  <a:pt x="23101" y="11517"/>
                </a:lnTo>
                <a:lnTo>
                  <a:pt x="24123" y="10715"/>
                </a:lnTo>
                <a:lnTo>
                  <a:pt x="25156" y="9936"/>
                </a:lnTo>
                <a:lnTo>
                  <a:pt x="26201" y="9180"/>
                </a:lnTo>
                <a:lnTo>
                  <a:pt x="27256" y="8446"/>
                </a:lnTo>
                <a:lnTo>
                  <a:pt x="28323" y="7734"/>
                </a:lnTo>
                <a:lnTo>
                  <a:pt x="29402" y="7046"/>
                </a:lnTo>
                <a:lnTo>
                  <a:pt x="30491" y="6374"/>
                </a:lnTo>
                <a:lnTo>
                  <a:pt x="31592" y="5714"/>
                </a:lnTo>
                <a:lnTo>
                  <a:pt x="32704" y="5068"/>
                </a:lnTo>
                <a:lnTo>
                  <a:pt x="33828" y="4436"/>
                </a:lnTo>
                <a:lnTo>
                  <a:pt x="34962" y="3819"/>
                </a:lnTo>
                <a:lnTo>
                  <a:pt x="36108" y="3218"/>
                </a:lnTo>
                <a:lnTo>
                  <a:pt x="37266" y="2634"/>
                </a:lnTo>
                <a:lnTo>
                  <a:pt x="38434" y="2068"/>
                </a:lnTo>
                <a:lnTo>
                  <a:pt x="39614" y="1520"/>
                </a:lnTo>
                <a:lnTo>
                  <a:pt x="40806" y="992"/>
                </a:lnTo>
                <a:lnTo>
                  <a:pt x="42008" y="485"/>
                </a:lnTo>
                <a:lnTo>
                  <a:pt x="432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3" name="Original native bar-chart element 63">
            <a:extLst xmlns:a="http://schemas.openxmlformats.org/drawingml/2006/main">
              <a:ext uri="{FF2B5EF4-FFF2-40B4-BE49-F238E27FC236}">
                <a16:creationId xmlns:a16="http://schemas.microsoft.com/office/drawing/2014/main" id="{A24661FA-5809-4A7E-83A6-6D7EF2B0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691" y="2532370"/>
            <a:ext cx="127904" cy="111510"/>
          </a:xfrm>
          <a:custGeom xmlns:a="http://schemas.openxmlformats.org/drawingml/2006/main">
            <a:pathLst>
              <a:path w="127904" h="111510">
                <a:moveTo>
                  <a:pt x="66391" y="46745"/>
                </a:moveTo>
                <a:lnTo>
                  <a:pt x="64008" y="49178"/>
                </a:lnTo>
                <a:lnTo>
                  <a:pt x="61805" y="51531"/>
                </a:lnTo>
                <a:lnTo>
                  <a:pt x="59779" y="53805"/>
                </a:lnTo>
                <a:lnTo>
                  <a:pt x="57930" y="55998"/>
                </a:lnTo>
                <a:lnTo>
                  <a:pt x="56256" y="58110"/>
                </a:lnTo>
                <a:lnTo>
                  <a:pt x="54756" y="60141"/>
                </a:lnTo>
                <a:lnTo>
                  <a:pt x="53427" y="62090"/>
                </a:lnTo>
                <a:lnTo>
                  <a:pt x="52270" y="63957"/>
                </a:lnTo>
                <a:lnTo>
                  <a:pt x="51281" y="65741"/>
                </a:lnTo>
                <a:lnTo>
                  <a:pt x="50461" y="67442"/>
                </a:lnTo>
                <a:lnTo>
                  <a:pt x="49807" y="69058"/>
                </a:lnTo>
                <a:lnTo>
                  <a:pt x="49319" y="70591"/>
                </a:lnTo>
                <a:lnTo>
                  <a:pt x="49017" y="72107"/>
                </a:lnTo>
                <a:lnTo>
                  <a:pt x="48857" y="73606"/>
                </a:lnTo>
                <a:lnTo>
                  <a:pt x="48838" y="75090"/>
                </a:lnTo>
                <a:lnTo>
                  <a:pt x="48963" y="76558"/>
                </a:lnTo>
                <a:lnTo>
                  <a:pt x="49230" y="78011"/>
                </a:lnTo>
                <a:lnTo>
                  <a:pt x="49641" y="79449"/>
                </a:lnTo>
                <a:lnTo>
                  <a:pt x="50195" y="80873"/>
                </a:lnTo>
                <a:lnTo>
                  <a:pt x="50895" y="82284"/>
                </a:lnTo>
                <a:lnTo>
                  <a:pt x="51739" y="83681"/>
                </a:lnTo>
                <a:lnTo>
                  <a:pt x="52728" y="85065"/>
                </a:lnTo>
                <a:lnTo>
                  <a:pt x="53863" y="86438"/>
                </a:lnTo>
                <a:lnTo>
                  <a:pt x="55145" y="87799"/>
                </a:lnTo>
                <a:lnTo>
                  <a:pt x="56240" y="88837"/>
                </a:lnTo>
                <a:lnTo>
                  <a:pt x="57357" y="89784"/>
                </a:lnTo>
                <a:lnTo>
                  <a:pt x="58496" y="90637"/>
                </a:lnTo>
                <a:lnTo>
                  <a:pt x="59656" y="91397"/>
                </a:lnTo>
                <a:lnTo>
                  <a:pt x="60837" y="92060"/>
                </a:lnTo>
                <a:lnTo>
                  <a:pt x="62038" y="92625"/>
                </a:lnTo>
                <a:lnTo>
                  <a:pt x="63259" y="93092"/>
                </a:lnTo>
                <a:lnTo>
                  <a:pt x="64499" y="93459"/>
                </a:lnTo>
                <a:lnTo>
                  <a:pt x="65758" y="93724"/>
                </a:lnTo>
                <a:lnTo>
                  <a:pt x="67035" y="93886"/>
                </a:lnTo>
                <a:lnTo>
                  <a:pt x="68330" y="93944"/>
                </a:lnTo>
                <a:lnTo>
                  <a:pt x="69643" y="93896"/>
                </a:lnTo>
                <a:lnTo>
                  <a:pt x="70992" y="93777"/>
                </a:lnTo>
                <a:lnTo>
                  <a:pt x="72330" y="93558"/>
                </a:lnTo>
                <a:lnTo>
                  <a:pt x="73657" y="93239"/>
                </a:lnTo>
                <a:lnTo>
                  <a:pt x="74972" y="92822"/>
                </a:lnTo>
                <a:lnTo>
                  <a:pt x="76276" y="92306"/>
                </a:lnTo>
                <a:lnTo>
                  <a:pt x="77569" y="91694"/>
                </a:lnTo>
                <a:lnTo>
                  <a:pt x="78850" y="90986"/>
                </a:lnTo>
                <a:lnTo>
                  <a:pt x="80121" y="90182"/>
                </a:lnTo>
                <a:lnTo>
                  <a:pt x="81380" y="89285"/>
                </a:lnTo>
                <a:lnTo>
                  <a:pt x="82627" y="88294"/>
                </a:lnTo>
                <a:lnTo>
                  <a:pt x="83864" y="87211"/>
                </a:lnTo>
                <a:lnTo>
                  <a:pt x="85089" y="86037"/>
                </a:lnTo>
                <a:lnTo>
                  <a:pt x="86706" y="84324"/>
                </a:lnTo>
                <a:lnTo>
                  <a:pt x="88170" y="82570"/>
                </a:lnTo>
                <a:lnTo>
                  <a:pt x="89479" y="80774"/>
                </a:lnTo>
                <a:lnTo>
                  <a:pt x="90634" y="78936"/>
                </a:lnTo>
                <a:lnTo>
                  <a:pt x="91632" y="77055"/>
                </a:lnTo>
                <a:lnTo>
                  <a:pt x="92473" y="75130"/>
                </a:lnTo>
                <a:lnTo>
                  <a:pt x="93156" y="73160"/>
                </a:lnTo>
                <a:lnTo>
                  <a:pt x="93680" y="71143"/>
                </a:lnTo>
                <a:lnTo>
                  <a:pt x="94044" y="69080"/>
                </a:lnTo>
                <a:lnTo>
                  <a:pt x="94247" y="66968"/>
                </a:lnTo>
                <a:lnTo>
                  <a:pt x="94288" y="64807"/>
                </a:lnTo>
                <a:lnTo>
                  <a:pt x="94167" y="62597"/>
                </a:lnTo>
                <a:lnTo>
                  <a:pt x="93921" y="60404"/>
                </a:lnTo>
                <a:lnTo>
                  <a:pt x="93523" y="58227"/>
                </a:lnTo>
                <a:lnTo>
                  <a:pt x="92973" y="56068"/>
                </a:lnTo>
                <a:lnTo>
                  <a:pt x="92270" y="53926"/>
                </a:lnTo>
                <a:lnTo>
                  <a:pt x="91414" y="51800"/>
                </a:lnTo>
                <a:lnTo>
                  <a:pt x="90407" y="49692"/>
                </a:lnTo>
                <a:lnTo>
                  <a:pt x="89247" y="47600"/>
                </a:lnTo>
                <a:lnTo>
                  <a:pt x="87934" y="45525"/>
                </a:lnTo>
                <a:lnTo>
                  <a:pt x="86469" y="43467"/>
                </a:lnTo>
                <a:lnTo>
                  <a:pt x="84852" y="41427"/>
                </a:lnTo>
                <a:lnTo>
                  <a:pt x="83082" y="39403"/>
                </a:lnTo>
                <a:lnTo>
                  <a:pt x="81159" y="37396"/>
                </a:lnTo>
                <a:lnTo>
                  <a:pt x="78450" y="34686"/>
                </a:lnTo>
                <a:lnTo>
                  <a:pt x="66391" y="46745"/>
                </a:lnTo>
                <a:close/>
                <a:moveTo>
                  <a:pt x="85631" y="17478"/>
                </a:moveTo>
                <a:lnTo>
                  <a:pt x="127904" y="59752"/>
                </a:lnTo>
                <a:lnTo>
                  <a:pt x="115710" y="71946"/>
                </a:lnTo>
                <a:lnTo>
                  <a:pt x="104464" y="60700"/>
                </a:lnTo>
                <a:lnTo>
                  <a:pt x="104862" y="62549"/>
                </a:lnTo>
                <a:lnTo>
                  <a:pt x="105177" y="64370"/>
                </a:lnTo>
                <a:lnTo>
                  <a:pt x="105408" y="66162"/>
                </a:lnTo>
                <a:lnTo>
                  <a:pt x="105558" y="67926"/>
                </a:lnTo>
                <a:lnTo>
                  <a:pt x="105627" y="69662"/>
                </a:lnTo>
                <a:lnTo>
                  <a:pt x="105616" y="71370"/>
                </a:lnTo>
                <a:lnTo>
                  <a:pt x="105525" y="73050"/>
                </a:lnTo>
                <a:lnTo>
                  <a:pt x="105357" y="74701"/>
                </a:lnTo>
                <a:lnTo>
                  <a:pt x="105112" y="76324"/>
                </a:lnTo>
                <a:lnTo>
                  <a:pt x="104790" y="77919"/>
                </a:lnTo>
                <a:lnTo>
                  <a:pt x="104393" y="79486"/>
                </a:lnTo>
                <a:lnTo>
                  <a:pt x="103922" y="81024"/>
                </a:lnTo>
                <a:lnTo>
                  <a:pt x="103372" y="82551"/>
                </a:lnTo>
                <a:lnTo>
                  <a:pt x="102737" y="84082"/>
                </a:lnTo>
                <a:lnTo>
                  <a:pt x="102019" y="85616"/>
                </a:lnTo>
                <a:lnTo>
                  <a:pt x="101217" y="87151"/>
                </a:lnTo>
                <a:lnTo>
                  <a:pt x="100333" y="88686"/>
                </a:lnTo>
                <a:lnTo>
                  <a:pt x="99366" y="90220"/>
                </a:lnTo>
                <a:lnTo>
                  <a:pt x="98318" y="91752"/>
                </a:lnTo>
                <a:lnTo>
                  <a:pt x="97188" y="93278"/>
                </a:lnTo>
                <a:lnTo>
                  <a:pt x="95977" y="94800"/>
                </a:lnTo>
                <a:lnTo>
                  <a:pt x="94685" y="96314"/>
                </a:lnTo>
                <a:lnTo>
                  <a:pt x="93314" y="97819"/>
                </a:lnTo>
                <a:lnTo>
                  <a:pt x="91863" y="99315"/>
                </a:lnTo>
                <a:lnTo>
                  <a:pt x="89955" y="101139"/>
                </a:lnTo>
                <a:lnTo>
                  <a:pt x="88024" y="102814"/>
                </a:lnTo>
                <a:lnTo>
                  <a:pt x="86071" y="104341"/>
                </a:lnTo>
                <a:lnTo>
                  <a:pt x="84095" y="105719"/>
                </a:lnTo>
                <a:lnTo>
                  <a:pt x="82097" y="106945"/>
                </a:lnTo>
                <a:lnTo>
                  <a:pt x="80075" y="108021"/>
                </a:lnTo>
                <a:lnTo>
                  <a:pt x="78032" y="108943"/>
                </a:lnTo>
                <a:lnTo>
                  <a:pt x="75966" y="109713"/>
                </a:lnTo>
                <a:lnTo>
                  <a:pt x="73877" y="110328"/>
                </a:lnTo>
                <a:lnTo>
                  <a:pt x="71765" y="110788"/>
                </a:lnTo>
                <a:lnTo>
                  <a:pt x="69631" y="111092"/>
                </a:lnTo>
                <a:lnTo>
                  <a:pt x="67475" y="111239"/>
                </a:lnTo>
                <a:lnTo>
                  <a:pt x="65324" y="111227"/>
                </a:lnTo>
                <a:lnTo>
                  <a:pt x="63206" y="111059"/>
                </a:lnTo>
                <a:lnTo>
                  <a:pt x="61121" y="110733"/>
                </a:lnTo>
                <a:lnTo>
                  <a:pt x="59069" y="110250"/>
                </a:lnTo>
                <a:lnTo>
                  <a:pt x="57049" y="109611"/>
                </a:lnTo>
                <a:lnTo>
                  <a:pt x="55060" y="108817"/>
                </a:lnTo>
                <a:lnTo>
                  <a:pt x="53103" y="107867"/>
                </a:lnTo>
                <a:lnTo>
                  <a:pt x="51176" y="106762"/>
                </a:lnTo>
                <a:lnTo>
                  <a:pt x="49279" y="105503"/>
                </a:lnTo>
                <a:lnTo>
                  <a:pt x="47411" y="104091"/>
                </a:lnTo>
                <a:lnTo>
                  <a:pt x="45573" y="102525"/>
                </a:lnTo>
                <a:lnTo>
                  <a:pt x="43764" y="100806"/>
                </a:lnTo>
                <a:lnTo>
                  <a:pt x="41796" y="98725"/>
                </a:lnTo>
                <a:lnTo>
                  <a:pt x="40027" y="96615"/>
                </a:lnTo>
                <a:lnTo>
                  <a:pt x="38456" y="94474"/>
                </a:lnTo>
                <a:lnTo>
                  <a:pt x="37085" y="92300"/>
                </a:lnTo>
                <a:lnTo>
                  <a:pt x="35912" y="90092"/>
                </a:lnTo>
                <a:lnTo>
                  <a:pt x="34940" y="87849"/>
                </a:lnTo>
                <a:lnTo>
                  <a:pt x="34168" y="85570"/>
                </a:lnTo>
                <a:lnTo>
                  <a:pt x="33597" y="83252"/>
                </a:lnTo>
                <a:lnTo>
                  <a:pt x="33227" y="80895"/>
                </a:lnTo>
                <a:lnTo>
                  <a:pt x="33059" y="78497"/>
                </a:lnTo>
                <a:lnTo>
                  <a:pt x="33094" y="76056"/>
                </a:lnTo>
                <a:lnTo>
                  <a:pt x="33331" y="73572"/>
                </a:lnTo>
                <a:lnTo>
                  <a:pt x="33769" y="71119"/>
                </a:lnTo>
                <a:lnTo>
                  <a:pt x="34405" y="68638"/>
                </a:lnTo>
                <a:lnTo>
                  <a:pt x="35240" y="66128"/>
                </a:lnTo>
                <a:lnTo>
                  <a:pt x="36277" y="63591"/>
                </a:lnTo>
                <a:lnTo>
                  <a:pt x="37514" y="61025"/>
                </a:lnTo>
                <a:lnTo>
                  <a:pt x="38954" y="58431"/>
                </a:lnTo>
                <a:lnTo>
                  <a:pt x="40597" y="55808"/>
                </a:lnTo>
                <a:lnTo>
                  <a:pt x="42444" y="53158"/>
                </a:lnTo>
                <a:lnTo>
                  <a:pt x="44496" y="50479"/>
                </a:lnTo>
                <a:lnTo>
                  <a:pt x="46755" y="47772"/>
                </a:lnTo>
                <a:lnTo>
                  <a:pt x="49220" y="45037"/>
                </a:lnTo>
                <a:lnTo>
                  <a:pt x="51893" y="42273"/>
                </a:lnTo>
                <a:lnTo>
                  <a:pt x="68965" y="25201"/>
                </a:lnTo>
                <a:lnTo>
                  <a:pt x="67746" y="23982"/>
                </a:lnTo>
                <a:lnTo>
                  <a:pt x="66343" y="22658"/>
                </a:lnTo>
                <a:lnTo>
                  <a:pt x="64912" y="21463"/>
                </a:lnTo>
                <a:lnTo>
                  <a:pt x="63454" y="20398"/>
                </a:lnTo>
                <a:lnTo>
                  <a:pt x="61970" y="19461"/>
                </a:lnTo>
                <a:lnTo>
                  <a:pt x="60459" y="18651"/>
                </a:lnTo>
                <a:lnTo>
                  <a:pt x="58922" y="17970"/>
                </a:lnTo>
                <a:lnTo>
                  <a:pt x="57360" y="17415"/>
                </a:lnTo>
                <a:lnTo>
                  <a:pt x="55772" y="16987"/>
                </a:lnTo>
                <a:lnTo>
                  <a:pt x="54161" y="16685"/>
                </a:lnTo>
                <a:lnTo>
                  <a:pt x="52525" y="16508"/>
                </a:lnTo>
                <a:lnTo>
                  <a:pt x="50866" y="16457"/>
                </a:lnTo>
                <a:lnTo>
                  <a:pt x="49183" y="16530"/>
                </a:lnTo>
                <a:lnTo>
                  <a:pt x="47521" y="16759"/>
                </a:lnTo>
                <a:lnTo>
                  <a:pt x="45854" y="17107"/>
                </a:lnTo>
                <a:lnTo>
                  <a:pt x="44183" y="17576"/>
                </a:lnTo>
                <a:lnTo>
                  <a:pt x="42509" y="18166"/>
                </a:lnTo>
                <a:lnTo>
                  <a:pt x="40834" y="18878"/>
                </a:lnTo>
                <a:lnTo>
                  <a:pt x="39157" y="19714"/>
                </a:lnTo>
                <a:lnTo>
                  <a:pt x="37481" y="20674"/>
                </a:lnTo>
                <a:lnTo>
                  <a:pt x="35805" y="21759"/>
                </a:lnTo>
                <a:lnTo>
                  <a:pt x="34131" y="22970"/>
                </a:lnTo>
                <a:lnTo>
                  <a:pt x="32460" y="24308"/>
                </a:lnTo>
                <a:lnTo>
                  <a:pt x="30793" y="25774"/>
                </a:lnTo>
                <a:lnTo>
                  <a:pt x="29131" y="27369"/>
                </a:lnTo>
                <a:lnTo>
                  <a:pt x="28064" y="28459"/>
                </a:lnTo>
                <a:lnTo>
                  <a:pt x="27029" y="29561"/>
                </a:lnTo>
                <a:lnTo>
                  <a:pt x="26027" y="30676"/>
                </a:lnTo>
                <a:lnTo>
                  <a:pt x="25056" y="31805"/>
                </a:lnTo>
                <a:lnTo>
                  <a:pt x="24115" y="32950"/>
                </a:lnTo>
                <a:lnTo>
                  <a:pt x="23203" y="34110"/>
                </a:lnTo>
                <a:lnTo>
                  <a:pt x="22319" y="35287"/>
                </a:lnTo>
                <a:lnTo>
                  <a:pt x="21463" y="36482"/>
                </a:lnTo>
                <a:lnTo>
                  <a:pt x="20633" y="37696"/>
                </a:lnTo>
                <a:lnTo>
                  <a:pt x="19828" y="38930"/>
                </a:lnTo>
                <a:lnTo>
                  <a:pt x="19048" y="40184"/>
                </a:lnTo>
                <a:lnTo>
                  <a:pt x="18291" y="41460"/>
                </a:lnTo>
                <a:lnTo>
                  <a:pt x="17560" y="42750"/>
                </a:lnTo>
                <a:lnTo>
                  <a:pt x="16857" y="44047"/>
                </a:lnTo>
                <a:lnTo>
                  <a:pt x="16181" y="45349"/>
                </a:lnTo>
                <a:lnTo>
                  <a:pt x="15531" y="46659"/>
                </a:lnTo>
                <a:lnTo>
                  <a:pt x="14908" y="47977"/>
                </a:lnTo>
                <a:lnTo>
                  <a:pt x="14311" y="49302"/>
                </a:lnTo>
                <a:lnTo>
                  <a:pt x="13740" y="50636"/>
                </a:lnTo>
                <a:lnTo>
                  <a:pt x="13193" y="51979"/>
                </a:lnTo>
                <a:lnTo>
                  <a:pt x="12671" y="53331"/>
                </a:lnTo>
                <a:lnTo>
                  <a:pt x="12172" y="54693"/>
                </a:lnTo>
                <a:lnTo>
                  <a:pt x="11698" y="56065"/>
                </a:lnTo>
                <a:lnTo>
                  <a:pt x="11246" y="57448"/>
                </a:lnTo>
                <a:lnTo>
                  <a:pt x="0" y="46203"/>
                </a:lnTo>
                <a:lnTo>
                  <a:pt x="683" y="44718"/>
                </a:lnTo>
                <a:lnTo>
                  <a:pt x="1378" y="43246"/>
                </a:lnTo>
                <a:lnTo>
                  <a:pt x="2085" y="41789"/>
                </a:lnTo>
                <a:lnTo>
                  <a:pt x="2805" y="40346"/>
                </a:lnTo>
                <a:lnTo>
                  <a:pt x="3538" y="38921"/>
                </a:lnTo>
                <a:lnTo>
                  <a:pt x="4285" y="37514"/>
                </a:lnTo>
                <a:lnTo>
                  <a:pt x="5046" y="36127"/>
                </a:lnTo>
                <a:lnTo>
                  <a:pt x="5821" y="34761"/>
                </a:lnTo>
                <a:lnTo>
                  <a:pt x="6612" y="33418"/>
                </a:lnTo>
                <a:lnTo>
                  <a:pt x="7418" y="32098"/>
                </a:lnTo>
                <a:lnTo>
                  <a:pt x="8240" y="30804"/>
                </a:lnTo>
                <a:lnTo>
                  <a:pt x="9078" y="29537"/>
                </a:lnTo>
                <a:lnTo>
                  <a:pt x="9928" y="28292"/>
                </a:lnTo>
                <a:lnTo>
                  <a:pt x="10785" y="27065"/>
                </a:lnTo>
                <a:lnTo>
                  <a:pt x="11650" y="25856"/>
                </a:lnTo>
                <a:lnTo>
                  <a:pt x="12525" y="24664"/>
                </a:lnTo>
                <a:lnTo>
                  <a:pt x="13412" y="23492"/>
                </a:lnTo>
                <a:lnTo>
                  <a:pt x="14311" y="22339"/>
                </a:lnTo>
                <a:lnTo>
                  <a:pt x="15225" y="21206"/>
                </a:lnTo>
                <a:lnTo>
                  <a:pt x="16154" y="20093"/>
                </a:lnTo>
                <a:lnTo>
                  <a:pt x="17099" y="19001"/>
                </a:lnTo>
                <a:lnTo>
                  <a:pt x="18064" y="17929"/>
                </a:lnTo>
                <a:lnTo>
                  <a:pt x="19048" y="16880"/>
                </a:lnTo>
                <a:lnTo>
                  <a:pt x="20053" y="15853"/>
                </a:lnTo>
                <a:lnTo>
                  <a:pt x="22731" y="13292"/>
                </a:lnTo>
                <a:lnTo>
                  <a:pt x="25415" y="10963"/>
                </a:lnTo>
                <a:lnTo>
                  <a:pt x="28104" y="8864"/>
                </a:lnTo>
                <a:lnTo>
                  <a:pt x="30797" y="6995"/>
                </a:lnTo>
                <a:lnTo>
                  <a:pt x="33493" y="5356"/>
                </a:lnTo>
                <a:lnTo>
                  <a:pt x="36193" y="3946"/>
                </a:lnTo>
                <a:lnTo>
                  <a:pt x="38896" y="2765"/>
                </a:lnTo>
                <a:lnTo>
                  <a:pt x="41601" y="1812"/>
                </a:lnTo>
                <a:lnTo>
                  <a:pt x="44308" y="1086"/>
                </a:lnTo>
                <a:lnTo>
                  <a:pt x="47016" y="588"/>
                </a:lnTo>
                <a:lnTo>
                  <a:pt x="49725" y="316"/>
                </a:lnTo>
                <a:lnTo>
                  <a:pt x="52435" y="271"/>
                </a:lnTo>
                <a:lnTo>
                  <a:pt x="55151" y="452"/>
                </a:lnTo>
                <a:lnTo>
                  <a:pt x="57877" y="859"/>
                </a:lnTo>
                <a:lnTo>
                  <a:pt x="60613" y="1493"/>
                </a:lnTo>
                <a:lnTo>
                  <a:pt x="63360" y="2354"/>
                </a:lnTo>
                <a:lnTo>
                  <a:pt x="66116" y="3442"/>
                </a:lnTo>
                <a:lnTo>
                  <a:pt x="68881" y="4759"/>
                </a:lnTo>
                <a:lnTo>
                  <a:pt x="71654" y="6305"/>
                </a:lnTo>
                <a:lnTo>
                  <a:pt x="74435" y="8079"/>
                </a:lnTo>
                <a:lnTo>
                  <a:pt x="77224" y="10084"/>
                </a:lnTo>
                <a:lnTo>
                  <a:pt x="80020" y="12318"/>
                </a:lnTo>
                <a:lnTo>
                  <a:pt x="82822" y="14783"/>
                </a:lnTo>
                <a:lnTo>
                  <a:pt x="85631" y="174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4" name="Original native bar-chart element 64">
            <a:extLst xmlns:a="http://schemas.openxmlformats.org/drawingml/2006/main">
              <a:ext uri="{FF2B5EF4-FFF2-40B4-BE49-F238E27FC236}">
                <a16:creationId xmlns:a16="http://schemas.microsoft.com/office/drawing/2014/main" id="{118FB866-0616-4DCA-A691-A9087643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410" y="2455817"/>
            <a:ext cx="132375" cy="100806"/>
          </a:xfrm>
          <a:custGeom xmlns:a="http://schemas.openxmlformats.org/drawingml/2006/main">
            <a:pathLst>
              <a:path w="132375" h="100806">
                <a:moveTo>
                  <a:pt x="12194" y="4065"/>
                </a:moveTo>
                <a:lnTo>
                  <a:pt x="33195" y="25066"/>
                </a:lnTo>
                <a:lnTo>
                  <a:pt x="58261" y="0"/>
                </a:lnTo>
                <a:lnTo>
                  <a:pt x="67746" y="9484"/>
                </a:lnTo>
                <a:lnTo>
                  <a:pt x="42680" y="34550"/>
                </a:lnTo>
                <a:lnTo>
                  <a:pt x="82921" y="74791"/>
                </a:lnTo>
                <a:lnTo>
                  <a:pt x="84417" y="76253"/>
                </a:lnTo>
                <a:lnTo>
                  <a:pt x="85856" y="77591"/>
                </a:lnTo>
                <a:lnTo>
                  <a:pt x="87237" y="78803"/>
                </a:lnTo>
                <a:lnTo>
                  <a:pt x="88561" y="79890"/>
                </a:lnTo>
                <a:lnTo>
                  <a:pt x="89827" y="80850"/>
                </a:lnTo>
                <a:lnTo>
                  <a:pt x="91033" y="81684"/>
                </a:lnTo>
                <a:lnTo>
                  <a:pt x="92181" y="82391"/>
                </a:lnTo>
                <a:lnTo>
                  <a:pt x="93268" y="82971"/>
                </a:lnTo>
                <a:lnTo>
                  <a:pt x="94296" y="83423"/>
                </a:lnTo>
                <a:lnTo>
                  <a:pt x="95262" y="83746"/>
                </a:lnTo>
                <a:lnTo>
                  <a:pt x="96168" y="83940"/>
                </a:lnTo>
                <a:lnTo>
                  <a:pt x="97012" y="84005"/>
                </a:lnTo>
                <a:lnTo>
                  <a:pt x="97876" y="83982"/>
                </a:lnTo>
                <a:lnTo>
                  <a:pt x="98774" y="83847"/>
                </a:lnTo>
                <a:lnTo>
                  <a:pt x="99707" y="83600"/>
                </a:lnTo>
                <a:lnTo>
                  <a:pt x="100675" y="83242"/>
                </a:lnTo>
                <a:lnTo>
                  <a:pt x="101679" y="82773"/>
                </a:lnTo>
                <a:lnTo>
                  <a:pt x="102720" y="82193"/>
                </a:lnTo>
                <a:lnTo>
                  <a:pt x="103796" y="81502"/>
                </a:lnTo>
                <a:lnTo>
                  <a:pt x="104911" y="80703"/>
                </a:lnTo>
                <a:lnTo>
                  <a:pt x="106062" y="79794"/>
                </a:lnTo>
                <a:lnTo>
                  <a:pt x="107252" y="78776"/>
                </a:lnTo>
                <a:lnTo>
                  <a:pt x="108481" y="77651"/>
                </a:lnTo>
                <a:lnTo>
                  <a:pt x="109748" y="76417"/>
                </a:lnTo>
                <a:lnTo>
                  <a:pt x="122213" y="63952"/>
                </a:lnTo>
                <a:lnTo>
                  <a:pt x="132375" y="74114"/>
                </a:lnTo>
                <a:lnTo>
                  <a:pt x="119910" y="86579"/>
                </a:lnTo>
                <a:lnTo>
                  <a:pt x="117564" y="88851"/>
                </a:lnTo>
                <a:lnTo>
                  <a:pt x="115269" y="90926"/>
                </a:lnTo>
                <a:lnTo>
                  <a:pt x="113025" y="92803"/>
                </a:lnTo>
                <a:lnTo>
                  <a:pt x="110832" y="94483"/>
                </a:lnTo>
                <a:lnTo>
                  <a:pt x="108690" y="95965"/>
                </a:lnTo>
                <a:lnTo>
                  <a:pt x="106598" y="97249"/>
                </a:lnTo>
                <a:lnTo>
                  <a:pt x="104557" y="98336"/>
                </a:lnTo>
                <a:lnTo>
                  <a:pt x="102567" y="99225"/>
                </a:lnTo>
                <a:lnTo>
                  <a:pt x="100628" y="99917"/>
                </a:lnTo>
                <a:lnTo>
                  <a:pt x="98739" y="100411"/>
                </a:lnTo>
                <a:lnTo>
                  <a:pt x="96902" y="100707"/>
                </a:lnTo>
                <a:lnTo>
                  <a:pt x="95115" y="100806"/>
                </a:lnTo>
                <a:lnTo>
                  <a:pt x="93331" y="100710"/>
                </a:lnTo>
                <a:lnTo>
                  <a:pt x="91502" y="100422"/>
                </a:lnTo>
                <a:lnTo>
                  <a:pt x="89628" y="99942"/>
                </a:lnTo>
                <a:lnTo>
                  <a:pt x="87708" y="99270"/>
                </a:lnTo>
                <a:lnTo>
                  <a:pt x="85744" y="98406"/>
                </a:lnTo>
                <a:lnTo>
                  <a:pt x="83734" y="97351"/>
                </a:lnTo>
                <a:lnTo>
                  <a:pt x="81679" y="96103"/>
                </a:lnTo>
                <a:lnTo>
                  <a:pt x="79579" y="94663"/>
                </a:lnTo>
                <a:lnTo>
                  <a:pt x="77433" y="93032"/>
                </a:lnTo>
                <a:lnTo>
                  <a:pt x="75243" y="91208"/>
                </a:lnTo>
                <a:lnTo>
                  <a:pt x="73007" y="89193"/>
                </a:lnTo>
                <a:lnTo>
                  <a:pt x="70727" y="86986"/>
                </a:lnTo>
                <a:lnTo>
                  <a:pt x="30486" y="46745"/>
                </a:lnTo>
                <a:lnTo>
                  <a:pt x="21543" y="55687"/>
                </a:lnTo>
                <a:lnTo>
                  <a:pt x="12059" y="46203"/>
                </a:lnTo>
                <a:lnTo>
                  <a:pt x="21001" y="37260"/>
                </a:lnTo>
                <a:lnTo>
                  <a:pt x="0" y="16259"/>
                </a:lnTo>
                <a:lnTo>
                  <a:pt x="12194" y="4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5" name="Original native bar-chart element 65">
            <a:extLst xmlns:a="http://schemas.openxmlformats.org/drawingml/2006/main">
              <a:ext uri="{FF2B5EF4-FFF2-40B4-BE49-F238E27FC236}">
                <a16:creationId xmlns:a16="http://schemas.microsoft.com/office/drawing/2014/main" id="{A116AB18-4D08-45F0-B3FA-A91DE14A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31" y="2392407"/>
            <a:ext cx="118013" cy="108258"/>
          </a:xfrm>
          <a:custGeom xmlns:a="http://schemas.openxmlformats.org/drawingml/2006/main">
            <a:pathLst>
              <a:path w="118013" h="108258">
                <a:moveTo>
                  <a:pt x="84547" y="18020"/>
                </a:moveTo>
                <a:lnTo>
                  <a:pt x="90508" y="23982"/>
                </a:lnTo>
                <a:lnTo>
                  <a:pt x="34550" y="79940"/>
                </a:lnTo>
                <a:lnTo>
                  <a:pt x="36786" y="81825"/>
                </a:lnTo>
                <a:lnTo>
                  <a:pt x="39022" y="83551"/>
                </a:lnTo>
                <a:lnTo>
                  <a:pt x="41257" y="85114"/>
                </a:lnTo>
                <a:lnTo>
                  <a:pt x="43493" y="86514"/>
                </a:lnTo>
                <a:lnTo>
                  <a:pt x="45728" y="87748"/>
                </a:lnTo>
                <a:lnTo>
                  <a:pt x="47964" y="88815"/>
                </a:lnTo>
                <a:lnTo>
                  <a:pt x="50200" y="89712"/>
                </a:lnTo>
                <a:lnTo>
                  <a:pt x="52435" y="90438"/>
                </a:lnTo>
                <a:lnTo>
                  <a:pt x="54671" y="90991"/>
                </a:lnTo>
                <a:lnTo>
                  <a:pt x="56906" y="91369"/>
                </a:lnTo>
                <a:lnTo>
                  <a:pt x="59142" y="91570"/>
                </a:lnTo>
                <a:lnTo>
                  <a:pt x="61378" y="91592"/>
                </a:lnTo>
                <a:lnTo>
                  <a:pt x="63571" y="91476"/>
                </a:lnTo>
                <a:lnTo>
                  <a:pt x="65748" y="91196"/>
                </a:lnTo>
                <a:lnTo>
                  <a:pt x="67909" y="90752"/>
                </a:lnTo>
                <a:lnTo>
                  <a:pt x="70054" y="90142"/>
                </a:lnTo>
                <a:lnTo>
                  <a:pt x="72184" y="89367"/>
                </a:lnTo>
                <a:lnTo>
                  <a:pt x="74300" y="88425"/>
                </a:lnTo>
                <a:lnTo>
                  <a:pt x="76402" y="87317"/>
                </a:lnTo>
                <a:lnTo>
                  <a:pt x="78490" y="86042"/>
                </a:lnTo>
                <a:lnTo>
                  <a:pt x="80565" y="84600"/>
                </a:lnTo>
                <a:lnTo>
                  <a:pt x="82627" y="82989"/>
                </a:lnTo>
                <a:lnTo>
                  <a:pt x="84676" y="81210"/>
                </a:lnTo>
                <a:lnTo>
                  <a:pt x="86715" y="79263"/>
                </a:lnTo>
                <a:lnTo>
                  <a:pt x="87855" y="78100"/>
                </a:lnTo>
                <a:lnTo>
                  <a:pt x="88972" y="76915"/>
                </a:lnTo>
                <a:lnTo>
                  <a:pt x="90064" y="75710"/>
                </a:lnTo>
                <a:lnTo>
                  <a:pt x="91131" y="74485"/>
                </a:lnTo>
                <a:lnTo>
                  <a:pt x="92171" y="73241"/>
                </a:lnTo>
                <a:lnTo>
                  <a:pt x="93184" y="71980"/>
                </a:lnTo>
                <a:lnTo>
                  <a:pt x="94169" y="70701"/>
                </a:lnTo>
                <a:lnTo>
                  <a:pt x="95125" y="69407"/>
                </a:lnTo>
                <a:lnTo>
                  <a:pt x="96051" y="68097"/>
                </a:lnTo>
                <a:lnTo>
                  <a:pt x="96945" y="66773"/>
                </a:lnTo>
                <a:lnTo>
                  <a:pt x="97808" y="65437"/>
                </a:lnTo>
                <a:lnTo>
                  <a:pt x="98638" y="64087"/>
                </a:lnTo>
                <a:lnTo>
                  <a:pt x="99439" y="62716"/>
                </a:lnTo>
                <a:lnTo>
                  <a:pt x="100217" y="61311"/>
                </a:lnTo>
                <a:lnTo>
                  <a:pt x="100971" y="59875"/>
                </a:lnTo>
                <a:lnTo>
                  <a:pt x="101699" y="58407"/>
                </a:lnTo>
                <a:lnTo>
                  <a:pt x="102401" y="56909"/>
                </a:lnTo>
                <a:lnTo>
                  <a:pt x="103075" y="55382"/>
                </a:lnTo>
                <a:lnTo>
                  <a:pt x="103721" y="53827"/>
                </a:lnTo>
                <a:lnTo>
                  <a:pt x="104339" y="52245"/>
                </a:lnTo>
                <a:lnTo>
                  <a:pt x="104925" y="50636"/>
                </a:lnTo>
                <a:lnTo>
                  <a:pt x="105481" y="49002"/>
                </a:lnTo>
                <a:lnTo>
                  <a:pt x="106005" y="47343"/>
                </a:lnTo>
                <a:lnTo>
                  <a:pt x="106496" y="45661"/>
                </a:lnTo>
                <a:lnTo>
                  <a:pt x="118013" y="57177"/>
                </a:lnTo>
                <a:lnTo>
                  <a:pt x="117392" y="58730"/>
                </a:lnTo>
                <a:lnTo>
                  <a:pt x="116747" y="60270"/>
                </a:lnTo>
                <a:lnTo>
                  <a:pt x="116078" y="61797"/>
                </a:lnTo>
                <a:lnTo>
                  <a:pt x="115384" y="63310"/>
                </a:lnTo>
                <a:lnTo>
                  <a:pt x="114663" y="64807"/>
                </a:lnTo>
                <a:lnTo>
                  <a:pt x="113915" y="66289"/>
                </a:lnTo>
                <a:lnTo>
                  <a:pt x="113138" y="67754"/>
                </a:lnTo>
                <a:lnTo>
                  <a:pt x="112333" y="69201"/>
                </a:lnTo>
                <a:lnTo>
                  <a:pt x="111497" y="70629"/>
                </a:lnTo>
                <a:lnTo>
                  <a:pt x="110630" y="72038"/>
                </a:lnTo>
                <a:lnTo>
                  <a:pt x="109731" y="73425"/>
                </a:lnTo>
                <a:lnTo>
                  <a:pt x="108800" y="74791"/>
                </a:lnTo>
                <a:lnTo>
                  <a:pt x="107843" y="76143"/>
                </a:lnTo>
                <a:lnTo>
                  <a:pt x="106869" y="77487"/>
                </a:lnTo>
                <a:lnTo>
                  <a:pt x="105878" y="78822"/>
                </a:lnTo>
                <a:lnTo>
                  <a:pt x="104870" y="80146"/>
                </a:lnTo>
                <a:lnTo>
                  <a:pt x="103846" y="81456"/>
                </a:lnTo>
                <a:lnTo>
                  <a:pt x="102804" y="82751"/>
                </a:lnTo>
                <a:lnTo>
                  <a:pt x="101746" y="84030"/>
                </a:lnTo>
                <a:lnTo>
                  <a:pt x="100670" y="85289"/>
                </a:lnTo>
                <a:lnTo>
                  <a:pt x="99578" y="86528"/>
                </a:lnTo>
                <a:lnTo>
                  <a:pt x="98468" y="87745"/>
                </a:lnTo>
                <a:lnTo>
                  <a:pt x="97342" y="88936"/>
                </a:lnTo>
                <a:lnTo>
                  <a:pt x="96199" y="90102"/>
                </a:lnTo>
                <a:lnTo>
                  <a:pt x="93201" y="92959"/>
                </a:lnTo>
                <a:lnTo>
                  <a:pt x="90169" y="95567"/>
                </a:lnTo>
                <a:lnTo>
                  <a:pt x="87102" y="97929"/>
                </a:lnTo>
                <a:lnTo>
                  <a:pt x="84000" y="100043"/>
                </a:lnTo>
                <a:lnTo>
                  <a:pt x="80862" y="101911"/>
                </a:lnTo>
                <a:lnTo>
                  <a:pt x="77687" y="103532"/>
                </a:lnTo>
                <a:lnTo>
                  <a:pt x="74477" y="104909"/>
                </a:lnTo>
                <a:lnTo>
                  <a:pt x="71228" y="106040"/>
                </a:lnTo>
                <a:lnTo>
                  <a:pt x="67943" y="106926"/>
                </a:lnTo>
                <a:lnTo>
                  <a:pt x="64619" y="107568"/>
                </a:lnTo>
                <a:lnTo>
                  <a:pt x="61256" y="107967"/>
                </a:lnTo>
                <a:lnTo>
                  <a:pt x="57855" y="108122"/>
                </a:lnTo>
                <a:lnTo>
                  <a:pt x="54453" y="108029"/>
                </a:lnTo>
                <a:lnTo>
                  <a:pt x="51092" y="107683"/>
                </a:lnTo>
                <a:lnTo>
                  <a:pt x="47769" y="107085"/>
                </a:lnTo>
                <a:lnTo>
                  <a:pt x="44486" y="106235"/>
                </a:lnTo>
                <a:lnTo>
                  <a:pt x="41243" y="105136"/>
                </a:lnTo>
                <a:lnTo>
                  <a:pt x="38039" y="103787"/>
                </a:lnTo>
                <a:lnTo>
                  <a:pt x="34875" y="102189"/>
                </a:lnTo>
                <a:lnTo>
                  <a:pt x="31750" y="100344"/>
                </a:lnTo>
                <a:lnTo>
                  <a:pt x="28665" y="98253"/>
                </a:lnTo>
                <a:lnTo>
                  <a:pt x="25619" y="95915"/>
                </a:lnTo>
                <a:lnTo>
                  <a:pt x="22613" y="93334"/>
                </a:lnTo>
                <a:lnTo>
                  <a:pt x="19646" y="90508"/>
                </a:lnTo>
                <a:lnTo>
                  <a:pt x="16750" y="87477"/>
                </a:lnTo>
                <a:lnTo>
                  <a:pt x="14091" y="84411"/>
                </a:lnTo>
                <a:lnTo>
                  <a:pt x="11669" y="81312"/>
                </a:lnTo>
                <a:lnTo>
                  <a:pt x="9484" y="78179"/>
                </a:lnTo>
                <a:lnTo>
                  <a:pt x="7537" y="75011"/>
                </a:lnTo>
                <a:lnTo>
                  <a:pt x="5826" y="71811"/>
                </a:lnTo>
                <a:lnTo>
                  <a:pt x="4353" y="68576"/>
                </a:lnTo>
                <a:lnTo>
                  <a:pt x="3116" y="65307"/>
                </a:lnTo>
                <a:lnTo>
                  <a:pt x="2117" y="62004"/>
                </a:lnTo>
                <a:lnTo>
                  <a:pt x="1355" y="58668"/>
                </a:lnTo>
                <a:lnTo>
                  <a:pt x="830" y="55297"/>
                </a:lnTo>
                <a:lnTo>
                  <a:pt x="542" y="51893"/>
                </a:lnTo>
                <a:lnTo>
                  <a:pt x="528" y="48526"/>
                </a:lnTo>
                <a:lnTo>
                  <a:pt x="756" y="45200"/>
                </a:lnTo>
                <a:lnTo>
                  <a:pt x="1228" y="41918"/>
                </a:lnTo>
                <a:lnTo>
                  <a:pt x="1942" y="38680"/>
                </a:lnTo>
                <a:lnTo>
                  <a:pt x="2899" y="35490"/>
                </a:lnTo>
                <a:lnTo>
                  <a:pt x="4099" y="32349"/>
                </a:lnTo>
                <a:lnTo>
                  <a:pt x="5541" y="29258"/>
                </a:lnTo>
                <a:lnTo>
                  <a:pt x="7226" y="26220"/>
                </a:lnTo>
                <a:lnTo>
                  <a:pt x="9154" y="23237"/>
                </a:lnTo>
                <a:lnTo>
                  <a:pt x="11325" y="20310"/>
                </a:lnTo>
                <a:lnTo>
                  <a:pt x="13738" y="17441"/>
                </a:lnTo>
                <a:lnTo>
                  <a:pt x="16394" y="14633"/>
                </a:lnTo>
                <a:lnTo>
                  <a:pt x="18924" y="12239"/>
                </a:lnTo>
                <a:lnTo>
                  <a:pt x="21498" y="10070"/>
                </a:lnTo>
                <a:lnTo>
                  <a:pt x="24117" y="8125"/>
                </a:lnTo>
                <a:lnTo>
                  <a:pt x="26782" y="6403"/>
                </a:lnTo>
                <a:lnTo>
                  <a:pt x="29492" y="4903"/>
                </a:lnTo>
                <a:lnTo>
                  <a:pt x="32247" y="3624"/>
                </a:lnTo>
                <a:lnTo>
                  <a:pt x="35047" y="2566"/>
                </a:lnTo>
                <a:lnTo>
                  <a:pt x="37892" y="1726"/>
                </a:lnTo>
                <a:lnTo>
                  <a:pt x="40783" y="1105"/>
                </a:lnTo>
                <a:lnTo>
                  <a:pt x="43719" y="701"/>
                </a:lnTo>
                <a:lnTo>
                  <a:pt x="46699" y="514"/>
                </a:lnTo>
                <a:lnTo>
                  <a:pt x="49725" y="542"/>
                </a:lnTo>
                <a:lnTo>
                  <a:pt x="52763" y="847"/>
                </a:lnTo>
                <a:lnTo>
                  <a:pt x="55777" y="1357"/>
                </a:lnTo>
                <a:lnTo>
                  <a:pt x="58767" y="2073"/>
                </a:lnTo>
                <a:lnTo>
                  <a:pt x="61734" y="2996"/>
                </a:lnTo>
                <a:lnTo>
                  <a:pt x="64676" y="4128"/>
                </a:lnTo>
                <a:lnTo>
                  <a:pt x="67593" y="5470"/>
                </a:lnTo>
                <a:lnTo>
                  <a:pt x="70485" y="7025"/>
                </a:lnTo>
                <a:lnTo>
                  <a:pt x="73351" y="8792"/>
                </a:lnTo>
                <a:lnTo>
                  <a:pt x="76191" y="10774"/>
                </a:lnTo>
                <a:lnTo>
                  <a:pt x="79003" y="12971"/>
                </a:lnTo>
                <a:lnTo>
                  <a:pt x="81789" y="15387"/>
                </a:lnTo>
                <a:lnTo>
                  <a:pt x="84547" y="18020"/>
                </a:lnTo>
                <a:close/>
                <a:moveTo>
                  <a:pt x="68830" y="26692"/>
                </a:moveTo>
                <a:lnTo>
                  <a:pt x="67128" y="25131"/>
                </a:lnTo>
                <a:lnTo>
                  <a:pt x="65409" y="23698"/>
                </a:lnTo>
                <a:lnTo>
                  <a:pt x="63673" y="22394"/>
                </a:lnTo>
                <a:lnTo>
                  <a:pt x="61920" y="21217"/>
                </a:lnTo>
                <a:lnTo>
                  <a:pt x="60150" y="20166"/>
                </a:lnTo>
                <a:lnTo>
                  <a:pt x="58363" y="19240"/>
                </a:lnTo>
                <a:lnTo>
                  <a:pt x="56559" y="18438"/>
                </a:lnTo>
                <a:lnTo>
                  <a:pt x="54739" y="17759"/>
                </a:lnTo>
                <a:lnTo>
                  <a:pt x="52901" y="17203"/>
                </a:lnTo>
                <a:lnTo>
                  <a:pt x="51046" y="16768"/>
                </a:lnTo>
                <a:lnTo>
                  <a:pt x="49175" y="16454"/>
                </a:lnTo>
                <a:lnTo>
                  <a:pt x="47287" y="16259"/>
                </a:lnTo>
                <a:lnTo>
                  <a:pt x="45404" y="16256"/>
                </a:lnTo>
                <a:lnTo>
                  <a:pt x="43550" y="16383"/>
                </a:lnTo>
                <a:lnTo>
                  <a:pt x="41727" y="16640"/>
                </a:lnTo>
                <a:lnTo>
                  <a:pt x="39935" y="17027"/>
                </a:lnTo>
                <a:lnTo>
                  <a:pt x="38175" y="17543"/>
                </a:lnTo>
                <a:lnTo>
                  <a:pt x="36447" y="18190"/>
                </a:lnTo>
                <a:lnTo>
                  <a:pt x="34754" y="18966"/>
                </a:lnTo>
                <a:lnTo>
                  <a:pt x="33095" y="19872"/>
                </a:lnTo>
                <a:lnTo>
                  <a:pt x="31472" y="20908"/>
                </a:lnTo>
                <a:lnTo>
                  <a:pt x="29886" y="22074"/>
                </a:lnTo>
                <a:lnTo>
                  <a:pt x="28337" y="23369"/>
                </a:lnTo>
                <a:lnTo>
                  <a:pt x="26827" y="24795"/>
                </a:lnTo>
                <a:lnTo>
                  <a:pt x="25204" y="26503"/>
                </a:lnTo>
                <a:lnTo>
                  <a:pt x="23721" y="28237"/>
                </a:lnTo>
                <a:lnTo>
                  <a:pt x="22377" y="29999"/>
                </a:lnTo>
                <a:lnTo>
                  <a:pt x="21172" y="31785"/>
                </a:lnTo>
                <a:lnTo>
                  <a:pt x="20104" y="33596"/>
                </a:lnTo>
                <a:lnTo>
                  <a:pt x="19172" y="35431"/>
                </a:lnTo>
                <a:lnTo>
                  <a:pt x="18376" y="37288"/>
                </a:lnTo>
                <a:lnTo>
                  <a:pt x="17714" y="39167"/>
                </a:lnTo>
                <a:lnTo>
                  <a:pt x="17186" y="41067"/>
                </a:lnTo>
                <a:lnTo>
                  <a:pt x="16791" y="42986"/>
                </a:lnTo>
                <a:lnTo>
                  <a:pt x="16527" y="44924"/>
                </a:lnTo>
                <a:lnTo>
                  <a:pt x="16394" y="46880"/>
                </a:lnTo>
                <a:lnTo>
                  <a:pt x="16395" y="48844"/>
                </a:lnTo>
                <a:lnTo>
                  <a:pt x="16531" y="50807"/>
                </a:lnTo>
                <a:lnTo>
                  <a:pt x="16803" y="52768"/>
                </a:lnTo>
                <a:lnTo>
                  <a:pt x="17212" y="54724"/>
                </a:lnTo>
                <a:lnTo>
                  <a:pt x="17759" y="56674"/>
                </a:lnTo>
                <a:lnTo>
                  <a:pt x="18444" y="58617"/>
                </a:lnTo>
                <a:lnTo>
                  <a:pt x="19267" y="60552"/>
                </a:lnTo>
                <a:lnTo>
                  <a:pt x="20228" y="62477"/>
                </a:lnTo>
                <a:lnTo>
                  <a:pt x="21329" y="64390"/>
                </a:lnTo>
                <a:lnTo>
                  <a:pt x="22570" y="66291"/>
                </a:lnTo>
                <a:lnTo>
                  <a:pt x="23951" y="68178"/>
                </a:lnTo>
                <a:lnTo>
                  <a:pt x="25472" y="70049"/>
                </a:lnTo>
                <a:lnTo>
                  <a:pt x="68830" y="26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6" name="Original native bar-chart element 66">
            <a:extLst xmlns:a="http://schemas.openxmlformats.org/drawingml/2006/main">
              <a:ext uri="{FF2B5EF4-FFF2-40B4-BE49-F238E27FC236}">
                <a16:creationId xmlns:a16="http://schemas.microsoft.com/office/drawing/2014/main" id="{48503D5E-5948-4C11-8C33-57D25395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898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7" name="Original native bar-chart element 67">
            <a:extLst xmlns:a="http://schemas.openxmlformats.org/drawingml/2006/main">
              <a:ext uri="{FF2B5EF4-FFF2-40B4-BE49-F238E27FC236}">
                <a16:creationId xmlns:a16="http://schemas.microsoft.com/office/drawing/2014/main" id="{A5B26B7B-84E7-4D99-8CF1-89B11C76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898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68" name="Original native bar-chart element 68">
            <a:extLst xmlns:a="http://schemas.openxmlformats.org/drawingml/2006/main">
              <a:ext uri="{FF2B5EF4-FFF2-40B4-BE49-F238E27FC236}">
                <a16:creationId xmlns:a16="http://schemas.microsoft.com/office/drawing/2014/main" id="{8CD4C96F-3451-47E2-A790-7D755FCC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490" y="2850593"/>
            <a:ext cx="175733" cy="147957"/>
          </a:xfrm>
          <a:custGeom xmlns:a="http://schemas.openxmlformats.org/drawingml/2006/main">
            <a:pathLst>
              <a:path w="175733" h="147957">
                <a:moveTo>
                  <a:pt x="99315" y="54739"/>
                </a:moveTo>
                <a:lnTo>
                  <a:pt x="100317" y="54318"/>
                </a:lnTo>
                <a:lnTo>
                  <a:pt x="101359" y="53938"/>
                </a:lnTo>
                <a:lnTo>
                  <a:pt x="102440" y="53600"/>
                </a:lnTo>
                <a:lnTo>
                  <a:pt x="103561" y="53303"/>
                </a:lnTo>
                <a:lnTo>
                  <a:pt x="104721" y="53050"/>
                </a:lnTo>
                <a:lnTo>
                  <a:pt x="105921" y="52842"/>
                </a:lnTo>
                <a:lnTo>
                  <a:pt x="107160" y="52678"/>
                </a:lnTo>
                <a:lnTo>
                  <a:pt x="108438" y="52561"/>
                </a:lnTo>
                <a:lnTo>
                  <a:pt x="109757" y="52490"/>
                </a:lnTo>
                <a:lnTo>
                  <a:pt x="111114" y="52468"/>
                </a:lnTo>
                <a:lnTo>
                  <a:pt x="112512" y="52494"/>
                </a:lnTo>
                <a:lnTo>
                  <a:pt x="113948" y="52571"/>
                </a:lnTo>
                <a:lnTo>
                  <a:pt x="115461" y="52729"/>
                </a:lnTo>
                <a:lnTo>
                  <a:pt x="117020" y="52933"/>
                </a:lnTo>
                <a:lnTo>
                  <a:pt x="118625" y="53183"/>
                </a:lnTo>
                <a:lnTo>
                  <a:pt x="120276" y="53479"/>
                </a:lnTo>
                <a:lnTo>
                  <a:pt x="121975" y="53823"/>
                </a:lnTo>
                <a:lnTo>
                  <a:pt x="123721" y="54214"/>
                </a:lnTo>
                <a:lnTo>
                  <a:pt x="125515" y="54653"/>
                </a:lnTo>
                <a:lnTo>
                  <a:pt x="127357" y="55140"/>
                </a:lnTo>
                <a:lnTo>
                  <a:pt x="129248" y="55676"/>
                </a:lnTo>
                <a:lnTo>
                  <a:pt x="131189" y="56262"/>
                </a:lnTo>
                <a:lnTo>
                  <a:pt x="133180" y="56898"/>
                </a:lnTo>
                <a:lnTo>
                  <a:pt x="135221" y="57584"/>
                </a:lnTo>
                <a:lnTo>
                  <a:pt x="175733" y="70998"/>
                </a:lnTo>
                <a:lnTo>
                  <a:pt x="161370" y="85360"/>
                </a:lnTo>
                <a:lnTo>
                  <a:pt x="123433" y="72623"/>
                </a:lnTo>
                <a:lnTo>
                  <a:pt x="121037" y="71853"/>
                </a:lnTo>
                <a:lnTo>
                  <a:pt x="118727" y="71167"/>
                </a:lnTo>
                <a:lnTo>
                  <a:pt x="116506" y="70566"/>
                </a:lnTo>
                <a:lnTo>
                  <a:pt x="114375" y="70049"/>
                </a:lnTo>
                <a:lnTo>
                  <a:pt x="112336" y="69617"/>
                </a:lnTo>
                <a:lnTo>
                  <a:pt x="110392" y="69270"/>
                </a:lnTo>
                <a:lnTo>
                  <a:pt x="108543" y="69008"/>
                </a:lnTo>
                <a:lnTo>
                  <a:pt x="106792" y="68830"/>
                </a:lnTo>
                <a:lnTo>
                  <a:pt x="105141" y="68737"/>
                </a:lnTo>
                <a:lnTo>
                  <a:pt x="103592" y="68728"/>
                </a:lnTo>
                <a:lnTo>
                  <a:pt x="102146" y="68804"/>
                </a:lnTo>
                <a:lnTo>
                  <a:pt x="100806" y="68965"/>
                </a:lnTo>
                <a:lnTo>
                  <a:pt x="99485" y="69247"/>
                </a:lnTo>
                <a:lnTo>
                  <a:pt x="98164" y="69620"/>
                </a:lnTo>
                <a:lnTo>
                  <a:pt x="96843" y="70083"/>
                </a:lnTo>
                <a:lnTo>
                  <a:pt x="95522" y="70636"/>
                </a:lnTo>
                <a:lnTo>
                  <a:pt x="94200" y="71280"/>
                </a:lnTo>
                <a:lnTo>
                  <a:pt x="92879" y="72014"/>
                </a:lnTo>
                <a:lnTo>
                  <a:pt x="91558" y="72838"/>
                </a:lnTo>
                <a:lnTo>
                  <a:pt x="90237" y="73753"/>
                </a:lnTo>
                <a:lnTo>
                  <a:pt x="88916" y="74757"/>
                </a:lnTo>
                <a:lnTo>
                  <a:pt x="87595" y="75853"/>
                </a:lnTo>
                <a:lnTo>
                  <a:pt x="86274" y="77038"/>
                </a:lnTo>
                <a:lnTo>
                  <a:pt x="84953" y="78314"/>
                </a:lnTo>
                <a:lnTo>
                  <a:pt x="70456" y="92812"/>
                </a:lnTo>
                <a:lnTo>
                  <a:pt x="112187" y="134543"/>
                </a:lnTo>
                <a:lnTo>
                  <a:pt x="98773" y="147957"/>
                </a:lnTo>
                <a:lnTo>
                  <a:pt x="0" y="49183"/>
                </a:lnTo>
                <a:lnTo>
                  <a:pt x="30215" y="18969"/>
                </a:lnTo>
                <a:lnTo>
                  <a:pt x="33017" y="16267"/>
                </a:lnTo>
                <a:lnTo>
                  <a:pt x="35802" y="13785"/>
                </a:lnTo>
                <a:lnTo>
                  <a:pt x="38569" y="11521"/>
                </a:lnTo>
                <a:lnTo>
                  <a:pt x="41315" y="9474"/>
                </a:lnTo>
                <a:lnTo>
                  <a:pt x="44041" y="7644"/>
                </a:lnTo>
                <a:lnTo>
                  <a:pt x="46745" y="6029"/>
                </a:lnTo>
                <a:lnTo>
                  <a:pt x="49426" y="4629"/>
                </a:lnTo>
                <a:lnTo>
                  <a:pt x="52084" y="3442"/>
                </a:lnTo>
                <a:lnTo>
                  <a:pt x="54717" y="2468"/>
                </a:lnTo>
                <a:lnTo>
                  <a:pt x="57325" y="1706"/>
                </a:lnTo>
                <a:lnTo>
                  <a:pt x="59907" y="1155"/>
                </a:lnTo>
                <a:lnTo>
                  <a:pt x="62462" y="813"/>
                </a:lnTo>
                <a:lnTo>
                  <a:pt x="65030" y="717"/>
                </a:lnTo>
                <a:lnTo>
                  <a:pt x="67586" y="836"/>
                </a:lnTo>
                <a:lnTo>
                  <a:pt x="70130" y="1169"/>
                </a:lnTo>
                <a:lnTo>
                  <a:pt x="72659" y="1716"/>
                </a:lnTo>
                <a:lnTo>
                  <a:pt x="75173" y="2478"/>
                </a:lnTo>
                <a:lnTo>
                  <a:pt x="77671" y="3455"/>
                </a:lnTo>
                <a:lnTo>
                  <a:pt x="80152" y="4646"/>
                </a:lnTo>
                <a:lnTo>
                  <a:pt x="82615" y="6052"/>
                </a:lnTo>
                <a:lnTo>
                  <a:pt x="85059" y="7672"/>
                </a:lnTo>
                <a:lnTo>
                  <a:pt x="87484" y="9507"/>
                </a:lnTo>
                <a:lnTo>
                  <a:pt x="89887" y="11556"/>
                </a:lnTo>
                <a:lnTo>
                  <a:pt x="92270" y="13820"/>
                </a:lnTo>
                <a:lnTo>
                  <a:pt x="93777" y="15389"/>
                </a:lnTo>
                <a:lnTo>
                  <a:pt x="95182" y="16980"/>
                </a:lnTo>
                <a:lnTo>
                  <a:pt x="96485" y="18590"/>
                </a:lnTo>
                <a:lnTo>
                  <a:pt x="97684" y="20218"/>
                </a:lnTo>
                <a:lnTo>
                  <a:pt x="98780" y="21864"/>
                </a:lnTo>
                <a:lnTo>
                  <a:pt x="99773" y="23525"/>
                </a:lnTo>
                <a:lnTo>
                  <a:pt x="100660" y="25200"/>
                </a:lnTo>
                <a:lnTo>
                  <a:pt x="101443" y="26888"/>
                </a:lnTo>
                <a:lnTo>
                  <a:pt x="102120" y="28587"/>
                </a:lnTo>
                <a:lnTo>
                  <a:pt x="102692" y="30296"/>
                </a:lnTo>
                <a:lnTo>
                  <a:pt x="103157" y="32013"/>
                </a:lnTo>
                <a:lnTo>
                  <a:pt x="103516" y="33737"/>
                </a:lnTo>
                <a:lnTo>
                  <a:pt x="103736" y="35499"/>
                </a:lnTo>
                <a:lnTo>
                  <a:pt x="103854" y="37260"/>
                </a:lnTo>
                <a:lnTo>
                  <a:pt x="103869" y="39019"/>
                </a:lnTo>
                <a:lnTo>
                  <a:pt x="103781" y="40778"/>
                </a:lnTo>
                <a:lnTo>
                  <a:pt x="103590" y="42535"/>
                </a:lnTo>
                <a:lnTo>
                  <a:pt x="103295" y="44289"/>
                </a:lnTo>
                <a:lnTo>
                  <a:pt x="102896" y="46040"/>
                </a:lnTo>
                <a:lnTo>
                  <a:pt x="102391" y="47788"/>
                </a:lnTo>
                <a:lnTo>
                  <a:pt x="101782" y="49533"/>
                </a:lnTo>
                <a:lnTo>
                  <a:pt x="101066" y="51273"/>
                </a:lnTo>
                <a:lnTo>
                  <a:pt x="100244" y="53008"/>
                </a:lnTo>
                <a:lnTo>
                  <a:pt x="99315" y="54739"/>
                </a:lnTo>
                <a:close/>
                <a:moveTo>
                  <a:pt x="24388" y="46745"/>
                </a:moveTo>
                <a:lnTo>
                  <a:pt x="59481" y="81837"/>
                </a:lnTo>
                <a:lnTo>
                  <a:pt x="76282" y="65036"/>
                </a:lnTo>
                <a:lnTo>
                  <a:pt x="77812" y="63444"/>
                </a:lnTo>
                <a:lnTo>
                  <a:pt x="79217" y="61853"/>
                </a:lnTo>
                <a:lnTo>
                  <a:pt x="80497" y="60262"/>
                </a:lnTo>
                <a:lnTo>
                  <a:pt x="81651" y="58673"/>
                </a:lnTo>
                <a:lnTo>
                  <a:pt x="82680" y="57086"/>
                </a:lnTo>
                <a:lnTo>
                  <a:pt x="83581" y="55501"/>
                </a:lnTo>
                <a:lnTo>
                  <a:pt x="84356" y="53919"/>
                </a:lnTo>
                <a:lnTo>
                  <a:pt x="85003" y="52340"/>
                </a:lnTo>
                <a:lnTo>
                  <a:pt x="85523" y="50765"/>
                </a:lnTo>
                <a:lnTo>
                  <a:pt x="85914" y="49194"/>
                </a:lnTo>
                <a:lnTo>
                  <a:pt x="86176" y="47628"/>
                </a:lnTo>
                <a:lnTo>
                  <a:pt x="86308" y="46067"/>
                </a:lnTo>
                <a:lnTo>
                  <a:pt x="86316" y="44512"/>
                </a:lnTo>
                <a:lnTo>
                  <a:pt x="86205" y="42963"/>
                </a:lnTo>
                <a:lnTo>
                  <a:pt x="85971" y="41420"/>
                </a:lnTo>
                <a:lnTo>
                  <a:pt x="85616" y="39885"/>
                </a:lnTo>
                <a:lnTo>
                  <a:pt x="85135" y="38357"/>
                </a:lnTo>
                <a:lnTo>
                  <a:pt x="84530" y="36837"/>
                </a:lnTo>
                <a:lnTo>
                  <a:pt x="83797" y="35325"/>
                </a:lnTo>
                <a:lnTo>
                  <a:pt x="82936" y="33823"/>
                </a:lnTo>
                <a:lnTo>
                  <a:pt x="81945" y="32330"/>
                </a:lnTo>
                <a:lnTo>
                  <a:pt x="80823" y="30846"/>
                </a:lnTo>
                <a:lnTo>
                  <a:pt x="79568" y="29373"/>
                </a:lnTo>
                <a:lnTo>
                  <a:pt x="78179" y="27911"/>
                </a:lnTo>
                <a:lnTo>
                  <a:pt x="76748" y="26553"/>
                </a:lnTo>
                <a:lnTo>
                  <a:pt x="75301" y="25324"/>
                </a:lnTo>
                <a:lnTo>
                  <a:pt x="73839" y="24223"/>
                </a:lnTo>
                <a:lnTo>
                  <a:pt x="72363" y="23249"/>
                </a:lnTo>
                <a:lnTo>
                  <a:pt x="70873" y="22401"/>
                </a:lnTo>
                <a:lnTo>
                  <a:pt x="69372" y="21679"/>
                </a:lnTo>
                <a:lnTo>
                  <a:pt x="67859" y="21080"/>
                </a:lnTo>
                <a:lnTo>
                  <a:pt x="66336" y="20605"/>
                </a:lnTo>
                <a:lnTo>
                  <a:pt x="64803" y="20252"/>
                </a:lnTo>
                <a:lnTo>
                  <a:pt x="63262" y="20020"/>
                </a:lnTo>
                <a:lnTo>
                  <a:pt x="61713" y="19909"/>
                </a:lnTo>
                <a:lnTo>
                  <a:pt x="60158" y="19917"/>
                </a:lnTo>
                <a:lnTo>
                  <a:pt x="58597" y="20050"/>
                </a:lnTo>
                <a:lnTo>
                  <a:pt x="57031" y="20312"/>
                </a:lnTo>
                <a:lnTo>
                  <a:pt x="55460" y="20703"/>
                </a:lnTo>
                <a:lnTo>
                  <a:pt x="53885" y="21222"/>
                </a:lnTo>
                <a:lnTo>
                  <a:pt x="52307" y="21869"/>
                </a:lnTo>
                <a:lnTo>
                  <a:pt x="50725" y="22644"/>
                </a:lnTo>
                <a:lnTo>
                  <a:pt x="49140" y="23546"/>
                </a:lnTo>
                <a:lnTo>
                  <a:pt x="47553" y="24574"/>
                </a:lnTo>
                <a:lnTo>
                  <a:pt x="45963" y="25729"/>
                </a:lnTo>
                <a:lnTo>
                  <a:pt x="44373" y="27009"/>
                </a:lnTo>
                <a:lnTo>
                  <a:pt x="42781" y="28414"/>
                </a:lnTo>
                <a:lnTo>
                  <a:pt x="41189" y="29944"/>
                </a:lnTo>
                <a:lnTo>
                  <a:pt x="24388" y="467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9" name="Original native bar-chart element 69">
            <a:extLst xmlns:a="http://schemas.openxmlformats.org/drawingml/2006/main">
              <a:ext uri="{FF2B5EF4-FFF2-40B4-BE49-F238E27FC236}">
                <a16:creationId xmlns:a16="http://schemas.microsoft.com/office/drawing/2014/main" id="{0E660F1B-719B-436E-8855-AC6C923D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571" y="2789464"/>
            <a:ext cx="118013" cy="108258"/>
          </a:xfrm>
          <a:custGeom xmlns:a="http://schemas.openxmlformats.org/drawingml/2006/main">
            <a:pathLst>
              <a:path w="118013" h="108258">
                <a:moveTo>
                  <a:pt x="84547" y="18020"/>
                </a:moveTo>
                <a:lnTo>
                  <a:pt x="90508" y="23982"/>
                </a:lnTo>
                <a:lnTo>
                  <a:pt x="34550" y="79940"/>
                </a:lnTo>
                <a:lnTo>
                  <a:pt x="36786" y="81825"/>
                </a:lnTo>
                <a:lnTo>
                  <a:pt x="39022" y="83551"/>
                </a:lnTo>
                <a:lnTo>
                  <a:pt x="41257" y="85114"/>
                </a:lnTo>
                <a:lnTo>
                  <a:pt x="43493" y="86514"/>
                </a:lnTo>
                <a:lnTo>
                  <a:pt x="45728" y="87748"/>
                </a:lnTo>
                <a:lnTo>
                  <a:pt x="47964" y="88815"/>
                </a:lnTo>
                <a:lnTo>
                  <a:pt x="50200" y="89712"/>
                </a:lnTo>
                <a:lnTo>
                  <a:pt x="52435" y="90438"/>
                </a:lnTo>
                <a:lnTo>
                  <a:pt x="54671" y="90991"/>
                </a:lnTo>
                <a:lnTo>
                  <a:pt x="56906" y="91369"/>
                </a:lnTo>
                <a:lnTo>
                  <a:pt x="59142" y="91570"/>
                </a:lnTo>
                <a:lnTo>
                  <a:pt x="61378" y="91592"/>
                </a:lnTo>
                <a:lnTo>
                  <a:pt x="63571" y="91476"/>
                </a:lnTo>
                <a:lnTo>
                  <a:pt x="65748" y="91196"/>
                </a:lnTo>
                <a:lnTo>
                  <a:pt x="67909" y="90752"/>
                </a:lnTo>
                <a:lnTo>
                  <a:pt x="70054" y="90142"/>
                </a:lnTo>
                <a:lnTo>
                  <a:pt x="72184" y="89367"/>
                </a:lnTo>
                <a:lnTo>
                  <a:pt x="74300" y="88425"/>
                </a:lnTo>
                <a:lnTo>
                  <a:pt x="76402" y="87317"/>
                </a:lnTo>
                <a:lnTo>
                  <a:pt x="78490" y="86042"/>
                </a:lnTo>
                <a:lnTo>
                  <a:pt x="80565" y="84600"/>
                </a:lnTo>
                <a:lnTo>
                  <a:pt x="82627" y="82989"/>
                </a:lnTo>
                <a:lnTo>
                  <a:pt x="84676" y="81210"/>
                </a:lnTo>
                <a:lnTo>
                  <a:pt x="86715" y="79263"/>
                </a:lnTo>
                <a:lnTo>
                  <a:pt x="87855" y="78100"/>
                </a:lnTo>
                <a:lnTo>
                  <a:pt x="88972" y="76915"/>
                </a:lnTo>
                <a:lnTo>
                  <a:pt x="90064" y="75710"/>
                </a:lnTo>
                <a:lnTo>
                  <a:pt x="91131" y="74485"/>
                </a:lnTo>
                <a:lnTo>
                  <a:pt x="92171" y="73241"/>
                </a:lnTo>
                <a:lnTo>
                  <a:pt x="93184" y="71980"/>
                </a:lnTo>
                <a:lnTo>
                  <a:pt x="94169" y="70701"/>
                </a:lnTo>
                <a:lnTo>
                  <a:pt x="95125" y="69407"/>
                </a:lnTo>
                <a:lnTo>
                  <a:pt x="96051" y="68097"/>
                </a:lnTo>
                <a:lnTo>
                  <a:pt x="96945" y="66773"/>
                </a:lnTo>
                <a:lnTo>
                  <a:pt x="97808" y="65437"/>
                </a:lnTo>
                <a:lnTo>
                  <a:pt x="98638" y="64087"/>
                </a:lnTo>
                <a:lnTo>
                  <a:pt x="99439" y="62716"/>
                </a:lnTo>
                <a:lnTo>
                  <a:pt x="100217" y="61311"/>
                </a:lnTo>
                <a:lnTo>
                  <a:pt x="100971" y="59875"/>
                </a:lnTo>
                <a:lnTo>
                  <a:pt x="101699" y="58407"/>
                </a:lnTo>
                <a:lnTo>
                  <a:pt x="102401" y="56909"/>
                </a:lnTo>
                <a:lnTo>
                  <a:pt x="103075" y="55382"/>
                </a:lnTo>
                <a:lnTo>
                  <a:pt x="103721" y="53827"/>
                </a:lnTo>
                <a:lnTo>
                  <a:pt x="104339" y="52245"/>
                </a:lnTo>
                <a:lnTo>
                  <a:pt x="104925" y="50636"/>
                </a:lnTo>
                <a:lnTo>
                  <a:pt x="105481" y="49002"/>
                </a:lnTo>
                <a:lnTo>
                  <a:pt x="106005" y="47343"/>
                </a:lnTo>
                <a:lnTo>
                  <a:pt x="106496" y="45661"/>
                </a:lnTo>
                <a:lnTo>
                  <a:pt x="118013" y="57177"/>
                </a:lnTo>
                <a:lnTo>
                  <a:pt x="117392" y="58730"/>
                </a:lnTo>
                <a:lnTo>
                  <a:pt x="116747" y="60270"/>
                </a:lnTo>
                <a:lnTo>
                  <a:pt x="116078" y="61797"/>
                </a:lnTo>
                <a:lnTo>
                  <a:pt x="115384" y="63310"/>
                </a:lnTo>
                <a:lnTo>
                  <a:pt x="114663" y="64807"/>
                </a:lnTo>
                <a:lnTo>
                  <a:pt x="113915" y="66289"/>
                </a:lnTo>
                <a:lnTo>
                  <a:pt x="113138" y="67754"/>
                </a:lnTo>
                <a:lnTo>
                  <a:pt x="112333" y="69201"/>
                </a:lnTo>
                <a:lnTo>
                  <a:pt x="111497" y="70629"/>
                </a:lnTo>
                <a:lnTo>
                  <a:pt x="110630" y="72038"/>
                </a:lnTo>
                <a:lnTo>
                  <a:pt x="109731" y="73425"/>
                </a:lnTo>
                <a:lnTo>
                  <a:pt x="108800" y="74791"/>
                </a:lnTo>
                <a:lnTo>
                  <a:pt x="107843" y="76143"/>
                </a:lnTo>
                <a:lnTo>
                  <a:pt x="106869" y="77487"/>
                </a:lnTo>
                <a:lnTo>
                  <a:pt x="105878" y="78822"/>
                </a:lnTo>
                <a:lnTo>
                  <a:pt x="104870" y="80146"/>
                </a:lnTo>
                <a:lnTo>
                  <a:pt x="103846" y="81456"/>
                </a:lnTo>
                <a:lnTo>
                  <a:pt x="102804" y="82751"/>
                </a:lnTo>
                <a:lnTo>
                  <a:pt x="101746" y="84030"/>
                </a:lnTo>
                <a:lnTo>
                  <a:pt x="100670" y="85289"/>
                </a:lnTo>
                <a:lnTo>
                  <a:pt x="99578" y="86528"/>
                </a:lnTo>
                <a:lnTo>
                  <a:pt x="98468" y="87745"/>
                </a:lnTo>
                <a:lnTo>
                  <a:pt x="97342" y="88936"/>
                </a:lnTo>
                <a:lnTo>
                  <a:pt x="96199" y="90102"/>
                </a:lnTo>
                <a:lnTo>
                  <a:pt x="93201" y="92959"/>
                </a:lnTo>
                <a:lnTo>
                  <a:pt x="90169" y="95567"/>
                </a:lnTo>
                <a:lnTo>
                  <a:pt x="87102" y="97929"/>
                </a:lnTo>
                <a:lnTo>
                  <a:pt x="84000" y="100043"/>
                </a:lnTo>
                <a:lnTo>
                  <a:pt x="80862" y="101911"/>
                </a:lnTo>
                <a:lnTo>
                  <a:pt x="77687" y="103532"/>
                </a:lnTo>
                <a:lnTo>
                  <a:pt x="74477" y="104909"/>
                </a:lnTo>
                <a:lnTo>
                  <a:pt x="71228" y="106040"/>
                </a:lnTo>
                <a:lnTo>
                  <a:pt x="67943" y="106926"/>
                </a:lnTo>
                <a:lnTo>
                  <a:pt x="64619" y="107568"/>
                </a:lnTo>
                <a:lnTo>
                  <a:pt x="61256" y="107967"/>
                </a:lnTo>
                <a:lnTo>
                  <a:pt x="57855" y="108122"/>
                </a:lnTo>
                <a:lnTo>
                  <a:pt x="54453" y="108029"/>
                </a:lnTo>
                <a:lnTo>
                  <a:pt x="51092" y="107683"/>
                </a:lnTo>
                <a:lnTo>
                  <a:pt x="47769" y="107085"/>
                </a:lnTo>
                <a:lnTo>
                  <a:pt x="44486" y="106235"/>
                </a:lnTo>
                <a:lnTo>
                  <a:pt x="41243" y="105136"/>
                </a:lnTo>
                <a:lnTo>
                  <a:pt x="38039" y="103787"/>
                </a:lnTo>
                <a:lnTo>
                  <a:pt x="34875" y="102189"/>
                </a:lnTo>
                <a:lnTo>
                  <a:pt x="31750" y="100344"/>
                </a:lnTo>
                <a:lnTo>
                  <a:pt x="28665" y="98253"/>
                </a:lnTo>
                <a:lnTo>
                  <a:pt x="25619" y="95915"/>
                </a:lnTo>
                <a:lnTo>
                  <a:pt x="22613" y="93334"/>
                </a:lnTo>
                <a:lnTo>
                  <a:pt x="19646" y="90508"/>
                </a:lnTo>
                <a:lnTo>
                  <a:pt x="16750" y="87477"/>
                </a:lnTo>
                <a:lnTo>
                  <a:pt x="14091" y="84411"/>
                </a:lnTo>
                <a:lnTo>
                  <a:pt x="11669" y="81312"/>
                </a:lnTo>
                <a:lnTo>
                  <a:pt x="9484" y="78179"/>
                </a:lnTo>
                <a:lnTo>
                  <a:pt x="7537" y="75011"/>
                </a:lnTo>
                <a:lnTo>
                  <a:pt x="5826" y="71811"/>
                </a:lnTo>
                <a:lnTo>
                  <a:pt x="4353" y="68576"/>
                </a:lnTo>
                <a:lnTo>
                  <a:pt x="3116" y="65307"/>
                </a:lnTo>
                <a:lnTo>
                  <a:pt x="2117" y="62004"/>
                </a:lnTo>
                <a:lnTo>
                  <a:pt x="1355" y="58668"/>
                </a:lnTo>
                <a:lnTo>
                  <a:pt x="830" y="55297"/>
                </a:lnTo>
                <a:lnTo>
                  <a:pt x="542" y="51893"/>
                </a:lnTo>
                <a:lnTo>
                  <a:pt x="528" y="48526"/>
                </a:lnTo>
                <a:lnTo>
                  <a:pt x="756" y="45200"/>
                </a:lnTo>
                <a:lnTo>
                  <a:pt x="1228" y="41918"/>
                </a:lnTo>
                <a:lnTo>
                  <a:pt x="1942" y="38680"/>
                </a:lnTo>
                <a:lnTo>
                  <a:pt x="2899" y="35490"/>
                </a:lnTo>
                <a:lnTo>
                  <a:pt x="4099" y="32349"/>
                </a:lnTo>
                <a:lnTo>
                  <a:pt x="5541" y="29258"/>
                </a:lnTo>
                <a:lnTo>
                  <a:pt x="7226" y="26220"/>
                </a:lnTo>
                <a:lnTo>
                  <a:pt x="9154" y="23237"/>
                </a:lnTo>
                <a:lnTo>
                  <a:pt x="11325" y="20310"/>
                </a:lnTo>
                <a:lnTo>
                  <a:pt x="13738" y="17441"/>
                </a:lnTo>
                <a:lnTo>
                  <a:pt x="16394" y="14633"/>
                </a:lnTo>
                <a:lnTo>
                  <a:pt x="18924" y="12239"/>
                </a:lnTo>
                <a:lnTo>
                  <a:pt x="21498" y="10070"/>
                </a:lnTo>
                <a:lnTo>
                  <a:pt x="24117" y="8125"/>
                </a:lnTo>
                <a:lnTo>
                  <a:pt x="26782" y="6403"/>
                </a:lnTo>
                <a:lnTo>
                  <a:pt x="29492" y="4903"/>
                </a:lnTo>
                <a:lnTo>
                  <a:pt x="32247" y="3624"/>
                </a:lnTo>
                <a:lnTo>
                  <a:pt x="35047" y="2566"/>
                </a:lnTo>
                <a:lnTo>
                  <a:pt x="37892" y="1726"/>
                </a:lnTo>
                <a:lnTo>
                  <a:pt x="40783" y="1105"/>
                </a:lnTo>
                <a:lnTo>
                  <a:pt x="43719" y="701"/>
                </a:lnTo>
                <a:lnTo>
                  <a:pt x="46699" y="514"/>
                </a:lnTo>
                <a:lnTo>
                  <a:pt x="49725" y="542"/>
                </a:lnTo>
                <a:lnTo>
                  <a:pt x="52763" y="847"/>
                </a:lnTo>
                <a:lnTo>
                  <a:pt x="55777" y="1357"/>
                </a:lnTo>
                <a:lnTo>
                  <a:pt x="58767" y="2073"/>
                </a:lnTo>
                <a:lnTo>
                  <a:pt x="61734" y="2996"/>
                </a:lnTo>
                <a:lnTo>
                  <a:pt x="64676" y="4128"/>
                </a:lnTo>
                <a:lnTo>
                  <a:pt x="67593" y="5470"/>
                </a:lnTo>
                <a:lnTo>
                  <a:pt x="70485" y="7025"/>
                </a:lnTo>
                <a:lnTo>
                  <a:pt x="73351" y="8792"/>
                </a:lnTo>
                <a:lnTo>
                  <a:pt x="76191" y="10774"/>
                </a:lnTo>
                <a:lnTo>
                  <a:pt x="79003" y="12971"/>
                </a:lnTo>
                <a:lnTo>
                  <a:pt x="81789" y="15387"/>
                </a:lnTo>
                <a:lnTo>
                  <a:pt x="84547" y="18020"/>
                </a:lnTo>
                <a:close/>
                <a:moveTo>
                  <a:pt x="68830" y="26692"/>
                </a:moveTo>
                <a:lnTo>
                  <a:pt x="67128" y="25131"/>
                </a:lnTo>
                <a:lnTo>
                  <a:pt x="65409" y="23698"/>
                </a:lnTo>
                <a:lnTo>
                  <a:pt x="63673" y="22394"/>
                </a:lnTo>
                <a:lnTo>
                  <a:pt x="61920" y="21217"/>
                </a:lnTo>
                <a:lnTo>
                  <a:pt x="60150" y="20166"/>
                </a:lnTo>
                <a:lnTo>
                  <a:pt x="58363" y="19240"/>
                </a:lnTo>
                <a:lnTo>
                  <a:pt x="56559" y="18438"/>
                </a:lnTo>
                <a:lnTo>
                  <a:pt x="54739" y="17759"/>
                </a:lnTo>
                <a:lnTo>
                  <a:pt x="52901" y="17203"/>
                </a:lnTo>
                <a:lnTo>
                  <a:pt x="51046" y="16768"/>
                </a:lnTo>
                <a:lnTo>
                  <a:pt x="49175" y="16454"/>
                </a:lnTo>
                <a:lnTo>
                  <a:pt x="47287" y="16259"/>
                </a:lnTo>
                <a:lnTo>
                  <a:pt x="45404" y="16256"/>
                </a:lnTo>
                <a:lnTo>
                  <a:pt x="43550" y="16383"/>
                </a:lnTo>
                <a:lnTo>
                  <a:pt x="41727" y="16640"/>
                </a:lnTo>
                <a:lnTo>
                  <a:pt x="39935" y="17027"/>
                </a:lnTo>
                <a:lnTo>
                  <a:pt x="38175" y="17543"/>
                </a:lnTo>
                <a:lnTo>
                  <a:pt x="36447" y="18190"/>
                </a:lnTo>
                <a:lnTo>
                  <a:pt x="34754" y="18966"/>
                </a:lnTo>
                <a:lnTo>
                  <a:pt x="33095" y="19872"/>
                </a:lnTo>
                <a:lnTo>
                  <a:pt x="31472" y="20908"/>
                </a:lnTo>
                <a:lnTo>
                  <a:pt x="29886" y="22074"/>
                </a:lnTo>
                <a:lnTo>
                  <a:pt x="28337" y="23369"/>
                </a:lnTo>
                <a:lnTo>
                  <a:pt x="26827" y="24795"/>
                </a:lnTo>
                <a:lnTo>
                  <a:pt x="25204" y="26503"/>
                </a:lnTo>
                <a:lnTo>
                  <a:pt x="23721" y="28237"/>
                </a:lnTo>
                <a:lnTo>
                  <a:pt x="22377" y="29999"/>
                </a:lnTo>
                <a:lnTo>
                  <a:pt x="21172" y="31785"/>
                </a:lnTo>
                <a:lnTo>
                  <a:pt x="20104" y="33596"/>
                </a:lnTo>
                <a:lnTo>
                  <a:pt x="19172" y="35431"/>
                </a:lnTo>
                <a:lnTo>
                  <a:pt x="18376" y="37288"/>
                </a:lnTo>
                <a:lnTo>
                  <a:pt x="17714" y="39167"/>
                </a:lnTo>
                <a:lnTo>
                  <a:pt x="17186" y="41067"/>
                </a:lnTo>
                <a:lnTo>
                  <a:pt x="16791" y="42986"/>
                </a:lnTo>
                <a:lnTo>
                  <a:pt x="16527" y="44924"/>
                </a:lnTo>
                <a:lnTo>
                  <a:pt x="16394" y="46880"/>
                </a:lnTo>
                <a:lnTo>
                  <a:pt x="16395" y="48844"/>
                </a:lnTo>
                <a:lnTo>
                  <a:pt x="16531" y="50807"/>
                </a:lnTo>
                <a:lnTo>
                  <a:pt x="16803" y="52768"/>
                </a:lnTo>
                <a:lnTo>
                  <a:pt x="17212" y="54724"/>
                </a:lnTo>
                <a:lnTo>
                  <a:pt x="17759" y="56674"/>
                </a:lnTo>
                <a:lnTo>
                  <a:pt x="18444" y="58617"/>
                </a:lnTo>
                <a:lnTo>
                  <a:pt x="19267" y="60552"/>
                </a:lnTo>
                <a:lnTo>
                  <a:pt x="20228" y="62477"/>
                </a:lnTo>
                <a:lnTo>
                  <a:pt x="21329" y="64390"/>
                </a:lnTo>
                <a:lnTo>
                  <a:pt x="22570" y="66291"/>
                </a:lnTo>
                <a:lnTo>
                  <a:pt x="23951" y="68178"/>
                </a:lnTo>
                <a:lnTo>
                  <a:pt x="25472" y="70049"/>
                </a:lnTo>
                <a:lnTo>
                  <a:pt x="68830" y="26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0" name="Original native bar-chart element 70">
            <a:extLst xmlns:a="http://schemas.openxmlformats.org/drawingml/2006/main">
              <a:ext uri="{FF2B5EF4-FFF2-40B4-BE49-F238E27FC236}">
                <a16:creationId xmlns:a16="http://schemas.microsoft.com/office/drawing/2014/main" id="{6771813D-2A4E-4FDD-80D6-140FA7C0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581" y="2687168"/>
            <a:ext cx="103787" cy="138472"/>
          </a:xfrm>
          <a:custGeom xmlns:a="http://schemas.openxmlformats.org/drawingml/2006/main">
            <a:pathLst>
              <a:path w="103787" h="138472">
                <a:moveTo>
                  <a:pt x="24117" y="0"/>
                </a:moveTo>
                <a:lnTo>
                  <a:pt x="34279" y="10162"/>
                </a:lnTo>
                <a:lnTo>
                  <a:pt x="22627" y="21814"/>
                </a:lnTo>
                <a:lnTo>
                  <a:pt x="21588" y="22892"/>
                </a:lnTo>
                <a:lnTo>
                  <a:pt x="20641" y="23958"/>
                </a:lnTo>
                <a:lnTo>
                  <a:pt x="19784" y="25009"/>
                </a:lnTo>
                <a:lnTo>
                  <a:pt x="19019" y="26044"/>
                </a:lnTo>
                <a:lnTo>
                  <a:pt x="18346" y="27063"/>
                </a:lnTo>
                <a:lnTo>
                  <a:pt x="17766" y="28064"/>
                </a:lnTo>
                <a:lnTo>
                  <a:pt x="17279" y="29044"/>
                </a:lnTo>
                <a:lnTo>
                  <a:pt x="16886" y="30004"/>
                </a:lnTo>
                <a:lnTo>
                  <a:pt x="16587" y="30941"/>
                </a:lnTo>
                <a:lnTo>
                  <a:pt x="16383" y="31854"/>
                </a:lnTo>
                <a:lnTo>
                  <a:pt x="16273" y="32741"/>
                </a:lnTo>
                <a:lnTo>
                  <a:pt x="16259" y="33602"/>
                </a:lnTo>
                <a:lnTo>
                  <a:pt x="16307" y="34491"/>
                </a:lnTo>
                <a:lnTo>
                  <a:pt x="16451" y="35398"/>
                </a:lnTo>
                <a:lnTo>
                  <a:pt x="16691" y="36324"/>
                </a:lnTo>
                <a:lnTo>
                  <a:pt x="17027" y="37270"/>
                </a:lnTo>
                <a:lnTo>
                  <a:pt x="17459" y="38237"/>
                </a:lnTo>
                <a:lnTo>
                  <a:pt x="17987" y="39225"/>
                </a:lnTo>
                <a:lnTo>
                  <a:pt x="18610" y="40235"/>
                </a:lnTo>
                <a:lnTo>
                  <a:pt x="19330" y="41270"/>
                </a:lnTo>
                <a:lnTo>
                  <a:pt x="20146" y="42328"/>
                </a:lnTo>
                <a:lnTo>
                  <a:pt x="21058" y="43412"/>
                </a:lnTo>
                <a:lnTo>
                  <a:pt x="22065" y="44523"/>
                </a:lnTo>
                <a:lnTo>
                  <a:pt x="23169" y="45661"/>
                </a:lnTo>
                <a:lnTo>
                  <a:pt x="29673" y="52164"/>
                </a:lnTo>
                <a:lnTo>
                  <a:pt x="49725" y="32111"/>
                </a:lnTo>
                <a:lnTo>
                  <a:pt x="59210" y="41596"/>
                </a:lnTo>
                <a:lnTo>
                  <a:pt x="39157" y="61649"/>
                </a:lnTo>
                <a:lnTo>
                  <a:pt x="103787" y="126278"/>
                </a:lnTo>
                <a:lnTo>
                  <a:pt x="91592" y="138472"/>
                </a:lnTo>
                <a:lnTo>
                  <a:pt x="26963" y="73843"/>
                </a:lnTo>
                <a:lnTo>
                  <a:pt x="15311" y="85495"/>
                </a:lnTo>
                <a:lnTo>
                  <a:pt x="5826" y="76011"/>
                </a:lnTo>
                <a:lnTo>
                  <a:pt x="17478" y="64358"/>
                </a:lnTo>
                <a:lnTo>
                  <a:pt x="12330" y="59210"/>
                </a:lnTo>
                <a:lnTo>
                  <a:pt x="10379" y="57180"/>
                </a:lnTo>
                <a:lnTo>
                  <a:pt x="8594" y="55158"/>
                </a:lnTo>
                <a:lnTo>
                  <a:pt x="6974" y="53142"/>
                </a:lnTo>
                <a:lnTo>
                  <a:pt x="5520" y="51136"/>
                </a:lnTo>
                <a:lnTo>
                  <a:pt x="4234" y="49138"/>
                </a:lnTo>
                <a:lnTo>
                  <a:pt x="3116" y="47151"/>
                </a:lnTo>
                <a:lnTo>
                  <a:pt x="2168" y="45175"/>
                </a:lnTo>
                <a:lnTo>
                  <a:pt x="1390" y="43212"/>
                </a:lnTo>
                <a:lnTo>
                  <a:pt x="783" y="41261"/>
                </a:lnTo>
                <a:lnTo>
                  <a:pt x="349" y="39325"/>
                </a:lnTo>
                <a:lnTo>
                  <a:pt x="87" y="37404"/>
                </a:lnTo>
                <a:lnTo>
                  <a:pt x="0" y="35499"/>
                </a:lnTo>
                <a:lnTo>
                  <a:pt x="88" y="33593"/>
                </a:lnTo>
                <a:lnTo>
                  <a:pt x="350" y="31671"/>
                </a:lnTo>
                <a:lnTo>
                  <a:pt x="788" y="29732"/>
                </a:lnTo>
                <a:lnTo>
                  <a:pt x="1400" y="27776"/>
                </a:lnTo>
                <a:lnTo>
                  <a:pt x="2188" y="25803"/>
                </a:lnTo>
                <a:lnTo>
                  <a:pt x="3150" y="23813"/>
                </a:lnTo>
                <a:lnTo>
                  <a:pt x="4288" y="21806"/>
                </a:lnTo>
                <a:lnTo>
                  <a:pt x="5600" y="19782"/>
                </a:lnTo>
                <a:lnTo>
                  <a:pt x="7088" y="17741"/>
                </a:lnTo>
                <a:lnTo>
                  <a:pt x="8750" y="15683"/>
                </a:lnTo>
                <a:lnTo>
                  <a:pt x="10588" y="13608"/>
                </a:lnTo>
                <a:lnTo>
                  <a:pt x="12601" y="11517"/>
                </a:lnTo>
                <a:lnTo>
                  <a:pt x="2411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1" name="Original native bar-chart element 71">
            <a:extLst xmlns:a="http://schemas.openxmlformats.org/drawingml/2006/main">
              <a:ext uri="{FF2B5EF4-FFF2-40B4-BE49-F238E27FC236}">
                <a16:creationId xmlns:a16="http://schemas.microsoft.com/office/drawing/2014/main" id="{06512EEC-0DED-4843-BC08-2495B8B5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920" y="2662238"/>
            <a:ext cx="127904" cy="111510"/>
          </a:xfrm>
          <a:custGeom xmlns:a="http://schemas.openxmlformats.org/drawingml/2006/main">
            <a:pathLst>
              <a:path w="127904" h="111510">
                <a:moveTo>
                  <a:pt x="66391" y="46745"/>
                </a:moveTo>
                <a:lnTo>
                  <a:pt x="64008" y="49178"/>
                </a:lnTo>
                <a:lnTo>
                  <a:pt x="61805" y="51531"/>
                </a:lnTo>
                <a:lnTo>
                  <a:pt x="59779" y="53805"/>
                </a:lnTo>
                <a:lnTo>
                  <a:pt x="57930" y="55998"/>
                </a:lnTo>
                <a:lnTo>
                  <a:pt x="56256" y="58110"/>
                </a:lnTo>
                <a:lnTo>
                  <a:pt x="54756" y="60141"/>
                </a:lnTo>
                <a:lnTo>
                  <a:pt x="53427" y="62090"/>
                </a:lnTo>
                <a:lnTo>
                  <a:pt x="52270" y="63957"/>
                </a:lnTo>
                <a:lnTo>
                  <a:pt x="51281" y="65741"/>
                </a:lnTo>
                <a:lnTo>
                  <a:pt x="50461" y="67442"/>
                </a:lnTo>
                <a:lnTo>
                  <a:pt x="49807" y="69058"/>
                </a:lnTo>
                <a:lnTo>
                  <a:pt x="49319" y="70591"/>
                </a:lnTo>
                <a:lnTo>
                  <a:pt x="49017" y="72107"/>
                </a:lnTo>
                <a:lnTo>
                  <a:pt x="48857" y="73606"/>
                </a:lnTo>
                <a:lnTo>
                  <a:pt x="48838" y="75090"/>
                </a:lnTo>
                <a:lnTo>
                  <a:pt x="48963" y="76558"/>
                </a:lnTo>
                <a:lnTo>
                  <a:pt x="49230" y="78011"/>
                </a:lnTo>
                <a:lnTo>
                  <a:pt x="49641" y="79449"/>
                </a:lnTo>
                <a:lnTo>
                  <a:pt x="50195" y="80873"/>
                </a:lnTo>
                <a:lnTo>
                  <a:pt x="50895" y="82284"/>
                </a:lnTo>
                <a:lnTo>
                  <a:pt x="51739" y="83681"/>
                </a:lnTo>
                <a:lnTo>
                  <a:pt x="52728" y="85065"/>
                </a:lnTo>
                <a:lnTo>
                  <a:pt x="53863" y="86438"/>
                </a:lnTo>
                <a:lnTo>
                  <a:pt x="55145" y="87799"/>
                </a:lnTo>
                <a:lnTo>
                  <a:pt x="56240" y="88837"/>
                </a:lnTo>
                <a:lnTo>
                  <a:pt x="57357" y="89784"/>
                </a:lnTo>
                <a:lnTo>
                  <a:pt x="58496" y="90637"/>
                </a:lnTo>
                <a:lnTo>
                  <a:pt x="59656" y="91397"/>
                </a:lnTo>
                <a:lnTo>
                  <a:pt x="60837" y="92060"/>
                </a:lnTo>
                <a:lnTo>
                  <a:pt x="62038" y="92625"/>
                </a:lnTo>
                <a:lnTo>
                  <a:pt x="63259" y="93092"/>
                </a:lnTo>
                <a:lnTo>
                  <a:pt x="64499" y="93459"/>
                </a:lnTo>
                <a:lnTo>
                  <a:pt x="65758" y="93724"/>
                </a:lnTo>
                <a:lnTo>
                  <a:pt x="67035" y="93886"/>
                </a:lnTo>
                <a:lnTo>
                  <a:pt x="68330" y="93944"/>
                </a:lnTo>
                <a:lnTo>
                  <a:pt x="69643" y="93896"/>
                </a:lnTo>
                <a:lnTo>
                  <a:pt x="70992" y="93777"/>
                </a:lnTo>
                <a:lnTo>
                  <a:pt x="72330" y="93558"/>
                </a:lnTo>
                <a:lnTo>
                  <a:pt x="73657" y="93239"/>
                </a:lnTo>
                <a:lnTo>
                  <a:pt x="74972" y="92822"/>
                </a:lnTo>
                <a:lnTo>
                  <a:pt x="76276" y="92306"/>
                </a:lnTo>
                <a:lnTo>
                  <a:pt x="77569" y="91694"/>
                </a:lnTo>
                <a:lnTo>
                  <a:pt x="78850" y="90986"/>
                </a:lnTo>
                <a:lnTo>
                  <a:pt x="80121" y="90182"/>
                </a:lnTo>
                <a:lnTo>
                  <a:pt x="81380" y="89285"/>
                </a:lnTo>
                <a:lnTo>
                  <a:pt x="82627" y="88294"/>
                </a:lnTo>
                <a:lnTo>
                  <a:pt x="83864" y="87211"/>
                </a:lnTo>
                <a:lnTo>
                  <a:pt x="85089" y="86037"/>
                </a:lnTo>
                <a:lnTo>
                  <a:pt x="86706" y="84324"/>
                </a:lnTo>
                <a:lnTo>
                  <a:pt x="88170" y="82570"/>
                </a:lnTo>
                <a:lnTo>
                  <a:pt x="89479" y="80774"/>
                </a:lnTo>
                <a:lnTo>
                  <a:pt x="90634" y="78936"/>
                </a:lnTo>
                <a:lnTo>
                  <a:pt x="91632" y="77055"/>
                </a:lnTo>
                <a:lnTo>
                  <a:pt x="92473" y="75130"/>
                </a:lnTo>
                <a:lnTo>
                  <a:pt x="93156" y="73160"/>
                </a:lnTo>
                <a:lnTo>
                  <a:pt x="93680" y="71143"/>
                </a:lnTo>
                <a:lnTo>
                  <a:pt x="94044" y="69080"/>
                </a:lnTo>
                <a:lnTo>
                  <a:pt x="94247" y="66968"/>
                </a:lnTo>
                <a:lnTo>
                  <a:pt x="94288" y="64807"/>
                </a:lnTo>
                <a:lnTo>
                  <a:pt x="94167" y="62597"/>
                </a:lnTo>
                <a:lnTo>
                  <a:pt x="93921" y="60404"/>
                </a:lnTo>
                <a:lnTo>
                  <a:pt x="93523" y="58227"/>
                </a:lnTo>
                <a:lnTo>
                  <a:pt x="92973" y="56068"/>
                </a:lnTo>
                <a:lnTo>
                  <a:pt x="92270" y="53926"/>
                </a:lnTo>
                <a:lnTo>
                  <a:pt x="91414" y="51800"/>
                </a:lnTo>
                <a:lnTo>
                  <a:pt x="90407" y="49692"/>
                </a:lnTo>
                <a:lnTo>
                  <a:pt x="89247" y="47600"/>
                </a:lnTo>
                <a:lnTo>
                  <a:pt x="87934" y="45525"/>
                </a:lnTo>
                <a:lnTo>
                  <a:pt x="86469" y="43467"/>
                </a:lnTo>
                <a:lnTo>
                  <a:pt x="84852" y="41427"/>
                </a:lnTo>
                <a:lnTo>
                  <a:pt x="83082" y="39403"/>
                </a:lnTo>
                <a:lnTo>
                  <a:pt x="81159" y="37396"/>
                </a:lnTo>
                <a:lnTo>
                  <a:pt x="78450" y="34686"/>
                </a:lnTo>
                <a:lnTo>
                  <a:pt x="66391" y="46745"/>
                </a:lnTo>
                <a:close/>
                <a:moveTo>
                  <a:pt x="85631" y="17478"/>
                </a:moveTo>
                <a:lnTo>
                  <a:pt x="127904" y="59752"/>
                </a:lnTo>
                <a:lnTo>
                  <a:pt x="115710" y="71946"/>
                </a:lnTo>
                <a:lnTo>
                  <a:pt x="104464" y="60700"/>
                </a:lnTo>
                <a:lnTo>
                  <a:pt x="104862" y="62549"/>
                </a:lnTo>
                <a:lnTo>
                  <a:pt x="105177" y="64370"/>
                </a:lnTo>
                <a:lnTo>
                  <a:pt x="105408" y="66162"/>
                </a:lnTo>
                <a:lnTo>
                  <a:pt x="105558" y="67926"/>
                </a:lnTo>
                <a:lnTo>
                  <a:pt x="105627" y="69662"/>
                </a:lnTo>
                <a:lnTo>
                  <a:pt x="105616" y="71370"/>
                </a:lnTo>
                <a:lnTo>
                  <a:pt x="105525" y="73050"/>
                </a:lnTo>
                <a:lnTo>
                  <a:pt x="105357" y="74701"/>
                </a:lnTo>
                <a:lnTo>
                  <a:pt x="105112" y="76324"/>
                </a:lnTo>
                <a:lnTo>
                  <a:pt x="104790" y="77919"/>
                </a:lnTo>
                <a:lnTo>
                  <a:pt x="104393" y="79486"/>
                </a:lnTo>
                <a:lnTo>
                  <a:pt x="103922" y="81024"/>
                </a:lnTo>
                <a:lnTo>
                  <a:pt x="103372" y="82551"/>
                </a:lnTo>
                <a:lnTo>
                  <a:pt x="102737" y="84082"/>
                </a:lnTo>
                <a:lnTo>
                  <a:pt x="102019" y="85616"/>
                </a:lnTo>
                <a:lnTo>
                  <a:pt x="101217" y="87151"/>
                </a:lnTo>
                <a:lnTo>
                  <a:pt x="100333" y="88686"/>
                </a:lnTo>
                <a:lnTo>
                  <a:pt x="99366" y="90220"/>
                </a:lnTo>
                <a:lnTo>
                  <a:pt x="98318" y="91752"/>
                </a:lnTo>
                <a:lnTo>
                  <a:pt x="97188" y="93278"/>
                </a:lnTo>
                <a:lnTo>
                  <a:pt x="95977" y="94800"/>
                </a:lnTo>
                <a:lnTo>
                  <a:pt x="94685" y="96314"/>
                </a:lnTo>
                <a:lnTo>
                  <a:pt x="93314" y="97819"/>
                </a:lnTo>
                <a:lnTo>
                  <a:pt x="91863" y="99315"/>
                </a:lnTo>
                <a:lnTo>
                  <a:pt x="89955" y="101139"/>
                </a:lnTo>
                <a:lnTo>
                  <a:pt x="88024" y="102814"/>
                </a:lnTo>
                <a:lnTo>
                  <a:pt x="86071" y="104341"/>
                </a:lnTo>
                <a:lnTo>
                  <a:pt x="84095" y="105719"/>
                </a:lnTo>
                <a:lnTo>
                  <a:pt x="82097" y="106945"/>
                </a:lnTo>
                <a:lnTo>
                  <a:pt x="80075" y="108021"/>
                </a:lnTo>
                <a:lnTo>
                  <a:pt x="78032" y="108943"/>
                </a:lnTo>
                <a:lnTo>
                  <a:pt x="75966" y="109713"/>
                </a:lnTo>
                <a:lnTo>
                  <a:pt x="73877" y="110328"/>
                </a:lnTo>
                <a:lnTo>
                  <a:pt x="71765" y="110788"/>
                </a:lnTo>
                <a:lnTo>
                  <a:pt x="69631" y="111092"/>
                </a:lnTo>
                <a:lnTo>
                  <a:pt x="67475" y="111239"/>
                </a:lnTo>
                <a:lnTo>
                  <a:pt x="65324" y="111227"/>
                </a:lnTo>
                <a:lnTo>
                  <a:pt x="63206" y="111059"/>
                </a:lnTo>
                <a:lnTo>
                  <a:pt x="61121" y="110733"/>
                </a:lnTo>
                <a:lnTo>
                  <a:pt x="59069" y="110250"/>
                </a:lnTo>
                <a:lnTo>
                  <a:pt x="57049" y="109611"/>
                </a:lnTo>
                <a:lnTo>
                  <a:pt x="55060" y="108817"/>
                </a:lnTo>
                <a:lnTo>
                  <a:pt x="53103" y="107867"/>
                </a:lnTo>
                <a:lnTo>
                  <a:pt x="51176" y="106762"/>
                </a:lnTo>
                <a:lnTo>
                  <a:pt x="49279" y="105503"/>
                </a:lnTo>
                <a:lnTo>
                  <a:pt x="47411" y="104091"/>
                </a:lnTo>
                <a:lnTo>
                  <a:pt x="45573" y="102525"/>
                </a:lnTo>
                <a:lnTo>
                  <a:pt x="43764" y="100806"/>
                </a:lnTo>
                <a:lnTo>
                  <a:pt x="41796" y="98725"/>
                </a:lnTo>
                <a:lnTo>
                  <a:pt x="40027" y="96615"/>
                </a:lnTo>
                <a:lnTo>
                  <a:pt x="38456" y="94474"/>
                </a:lnTo>
                <a:lnTo>
                  <a:pt x="37085" y="92300"/>
                </a:lnTo>
                <a:lnTo>
                  <a:pt x="35912" y="90092"/>
                </a:lnTo>
                <a:lnTo>
                  <a:pt x="34940" y="87849"/>
                </a:lnTo>
                <a:lnTo>
                  <a:pt x="34168" y="85570"/>
                </a:lnTo>
                <a:lnTo>
                  <a:pt x="33597" y="83252"/>
                </a:lnTo>
                <a:lnTo>
                  <a:pt x="33227" y="80895"/>
                </a:lnTo>
                <a:lnTo>
                  <a:pt x="33059" y="78497"/>
                </a:lnTo>
                <a:lnTo>
                  <a:pt x="33094" y="76056"/>
                </a:lnTo>
                <a:lnTo>
                  <a:pt x="33331" y="73572"/>
                </a:lnTo>
                <a:lnTo>
                  <a:pt x="33769" y="71119"/>
                </a:lnTo>
                <a:lnTo>
                  <a:pt x="34405" y="68638"/>
                </a:lnTo>
                <a:lnTo>
                  <a:pt x="35240" y="66128"/>
                </a:lnTo>
                <a:lnTo>
                  <a:pt x="36277" y="63591"/>
                </a:lnTo>
                <a:lnTo>
                  <a:pt x="37514" y="61025"/>
                </a:lnTo>
                <a:lnTo>
                  <a:pt x="38954" y="58431"/>
                </a:lnTo>
                <a:lnTo>
                  <a:pt x="40597" y="55808"/>
                </a:lnTo>
                <a:lnTo>
                  <a:pt x="42444" y="53158"/>
                </a:lnTo>
                <a:lnTo>
                  <a:pt x="44496" y="50479"/>
                </a:lnTo>
                <a:lnTo>
                  <a:pt x="46755" y="47772"/>
                </a:lnTo>
                <a:lnTo>
                  <a:pt x="49220" y="45037"/>
                </a:lnTo>
                <a:lnTo>
                  <a:pt x="51893" y="42273"/>
                </a:lnTo>
                <a:lnTo>
                  <a:pt x="68965" y="25201"/>
                </a:lnTo>
                <a:lnTo>
                  <a:pt x="67746" y="23982"/>
                </a:lnTo>
                <a:lnTo>
                  <a:pt x="66343" y="22658"/>
                </a:lnTo>
                <a:lnTo>
                  <a:pt x="64912" y="21463"/>
                </a:lnTo>
                <a:lnTo>
                  <a:pt x="63454" y="20398"/>
                </a:lnTo>
                <a:lnTo>
                  <a:pt x="61970" y="19461"/>
                </a:lnTo>
                <a:lnTo>
                  <a:pt x="60459" y="18651"/>
                </a:lnTo>
                <a:lnTo>
                  <a:pt x="58922" y="17970"/>
                </a:lnTo>
                <a:lnTo>
                  <a:pt x="57360" y="17415"/>
                </a:lnTo>
                <a:lnTo>
                  <a:pt x="55772" y="16987"/>
                </a:lnTo>
                <a:lnTo>
                  <a:pt x="54161" y="16685"/>
                </a:lnTo>
                <a:lnTo>
                  <a:pt x="52525" y="16508"/>
                </a:lnTo>
                <a:lnTo>
                  <a:pt x="50866" y="16457"/>
                </a:lnTo>
                <a:lnTo>
                  <a:pt x="49183" y="16530"/>
                </a:lnTo>
                <a:lnTo>
                  <a:pt x="47521" y="16759"/>
                </a:lnTo>
                <a:lnTo>
                  <a:pt x="45854" y="17107"/>
                </a:lnTo>
                <a:lnTo>
                  <a:pt x="44183" y="17576"/>
                </a:lnTo>
                <a:lnTo>
                  <a:pt x="42509" y="18166"/>
                </a:lnTo>
                <a:lnTo>
                  <a:pt x="40834" y="18878"/>
                </a:lnTo>
                <a:lnTo>
                  <a:pt x="39157" y="19714"/>
                </a:lnTo>
                <a:lnTo>
                  <a:pt x="37481" y="20674"/>
                </a:lnTo>
                <a:lnTo>
                  <a:pt x="35805" y="21759"/>
                </a:lnTo>
                <a:lnTo>
                  <a:pt x="34131" y="22970"/>
                </a:lnTo>
                <a:lnTo>
                  <a:pt x="32460" y="24308"/>
                </a:lnTo>
                <a:lnTo>
                  <a:pt x="30793" y="25774"/>
                </a:lnTo>
                <a:lnTo>
                  <a:pt x="29131" y="27369"/>
                </a:lnTo>
                <a:lnTo>
                  <a:pt x="28064" y="28459"/>
                </a:lnTo>
                <a:lnTo>
                  <a:pt x="27029" y="29561"/>
                </a:lnTo>
                <a:lnTo>
                  <a:pt x="26027" y="30676"/>
                </a:lnTo>
                <a:lnTo>
                  <a:pt x="25056" y="31805"/>
                </a:lnTo>
                <a:lnTo>
                  <a:pt x="24115" y="32950"/>
                </a:lnTo>
                <a:lnTo>
                  <a:pt x="23203" y="34110"/>
                </a:lnTo>
                <a:lnTo>
                  <a:pt x="22319" y="35287"/>
                </a:lnTo>
                <a:lnTo>
                  <a:pt x="21463" y="36482"/>
                </a:lnTo>
                <a:lnTo>
                  <a:pt x="20633" y="37696"/>
                </a:lnTo>
                <a:lnTo>
                  <a:pt x="19828" y="38930"/>
                </a:lnTo>
                <a:lnTo>
                  <a:pt x="19048" y="40184"/>
                </a:lnTo>
                <a:lnTo>
                  <a:pt x="18291" y="41460"/>
                </a:lnTo>
                <a:lnTo>
                  <a:pt x="17560" y="42750"/>
                </a:lnTo>
                <a:lnTo>
                  <a:pt x="16857" y="44047"/>
                </a:lnTo>
                <a:lnTo>
                  <a:pt x="16181" y="45349"/>
                </a:lnTo>
                <a:lnTo>
                  <a:pt x="15531" y="46659"/>
                </a:lnTo>
                <a:lnTo>
                  <a:pt x="14908" y="47977"/>
                </a:lnTo>
                <a:lnTo>
                  <a:pt x="14311" y="49302"/>
                </a:lnTo>
                <a:lnTo>
                  <a:pt x="13740" y="50636"/>
                </a:lnTo>
                <a:lnTo>
                  <a:pt x="13193" y="51979"/>
                </a:lnTo>
                <a:lnTo>
                  <a:pt x="12671" y="53331"/>
                </a:lnTo>
                <a:lnTo>
                  <a:pt x="12172" y="54693"/>
                </a:lnTo>
                <a:lnTo>
                  <a:pt x="11698" y="56065"/>
                </a:lnTo>
                <a:lnTo>
                  <a:pt x="11246" y="57448"/>
                </a:lnTo>
                <a:lnTo>
                  <a:pt x="0" y="46203"/>
                </a:lnTo>
                <a:lnTo>
                  <a:pt x="683" y="44718"/>
                </a:lnTo>
                <a:lnTo>
                  <a:pt x="1378" y="43246"/>
                </a:lnTo>
                <a:lnTo>
                  <a:pt x="2085" y="41789"/>
                </a:lnTo>
                <a:lnTo>
                  <a:pt x="2805" y="40346"/>
                </a:lnTo>
                <a:lnTo>
                  <a:pt x="3538" y="38921"/>
                </a:lnTo>
                <a:lnTo>
                  <a:pt x="4285" y="37514"/>
                </a:lnTo>
                <a:lnTo>
                  <a:pt x="5046" y="36127"/>
                </a:lnTo>
                <a:lnTo>
                  <a:pt x="5821" y="34761"/>
                </a:lnTo>
                <a:lnTo>
                  <a:pt x="6612" y="33418"/>
                </a:lnTo>
                <a:lnTo>
                  <a:pt x="7418" y="32098"/>
                </a:lnTo>
                <a:lnTo>
                  <a:pt x="8240" y="30804"/>
                </a:lnTo>
                <a:lnTo>
                  <a:pt x="9078" y="29537"/>
                </a:lnTo>
                <a:lnTo>
                  <a:pt x="9928" y="28292"/>
                </a:lnTo>
                <a:lnTo>
                  <a:pt x="10785" y="27065"/>
                </a:lnTo>
                <a:lnTo>
                  <a:pt x="11650" y="25856"/>
                </a:lnTo>
                <a:lnTo>
                  <a:pt x="12525" y="24664"/>
                </a:lnTo>
                <a:lnTo>
                  <a:pt x="13412" y="23492"/>
                </a:lnTo>
                <a:lnTo>
                  <a:pt x="14311" y="22339"/>
                </a:lnTo>
                <a:lnTo>
                  <a:pt x="15225" y="21206"/>
                </a:lnTo>
                <a:lnTo>
                  <a:pt x="16154" y="20093"/>
                </a:lnTo>
                <a:lnTo>
                  <a:pt x="17099" y="19001"/>
                </a:lnTo>
                <a:lnTo>
                  <a:pt x="18064" y="17929"/>
                </a:lnTo>
                <a:lnTo>
                  <a:pt x="19048" y="16880"/>
                </a:lnTo>
                <a:lnTo>
                  <a:pt x="20053" y="15853"/>
                </a:lnTo>
                <a:lnTo>
                  <a:pt x="22731" y="13292"/>
                </a:lnTo>
                <a:lnTo>
                  <a:pt x="25415" y="10963"/>
                </a:lnTo>
                <a:lnTo>
                  <a:pt x="28104" y="8864"/>
                </a:lnTo>
                <a:lnTo>
                  <a:pt x="30797" y="6995"/>
                </a:lnTo>
                <a:lnTo>
                  <a:pt x="33493" y="5356"/>
                </a:lnTo>
                <a:lnTo>
                  <a:pt x="36193" y="3946"/>
                </a:lnTo>
                <a:lnTo>
                  <a:pt x="38896" y="2765"/>
                </a:lnTo>
                <a:lnTo>
                  <a:pt x="41601" y="1812"/>
                </a:lnTo>
                <a:lnTo>
                  <a:pt x="44308" y="1086"/>
                </a:lnTo>
                <a:lnTo>
                  <a:pt x="47016" y="588"/>
                </a:lnTo>
                <a:lnTo>
                  <a:pt x="49725" y="316"/>
                </a:lnTo>
                <a:lnTo>
                  <a:pt x="52435" y="271"/>
                </a:lnTo>
                <a:lnTo>
                  <a:pt x="55151" y="452"/>
                </a:lnTo>
                <a:lnTo>
                  <a:pt x="57877" y="859"/>
                </a:lnTo>
                <a:lnTo>
                  <a:pt x="60613" y="1493"/>
                </a:lnTo>
                <a:lnTo>
                  <a:pt x="63360" y="2354"/>
                </a:lnTo>
                <a:lnTo>
                  <a:pt x="66116" y="3442"/>
                </a:lnTo>
                <a:lnTo>
                  <a:pt x="68881" y="4759"/>
                </a:lnTo>
                <a:lnTo>
                  <a:pt x="71654" y="6305"/>
                </a:lnTo>
                <a:lnTo>
                  <a:pt x="74435" y="8079"/>
                </a:lnTo>
                <a:lnTo>
                  <a:pt x="77224" y="10084"/>
                </a:lnTo>
                <a:lnTo>
                  <a:pt x="80020" y="12318"/>
                </a:lnTo>
                <a:lnTo>
                  <a:pt x="82822" y="14783"/>
                </a:lnTo>
                <a:lnTo>
                  <a:pt x="85631" y="174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2" name="Original native bar-chart element 72">
            <a:extLst xmlns:a="http://schemas.openxmlformats.org/drawingml/2006/main">
              <a:ext uri="{FF2B5EF4-FFF2-40B4-BE49-F238E27FC236}">
                <a16:creationId xmlns:a16="http://schemas.microsoft.com/office/drawing/2014/main" id="{EB1A2A10-6403-4B24-A66F-B6EA9D96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784" y="2572271"/>
            <a:ext cx="111645" cy="111916"/>
          </a:xfrm>
          <a:custGeom xmlns:a="http://schemas.openxmlformats.org/drawingml/2006/main">
            <a:pathLst>
              <a:path w="111645" h="111916">
                <a:moveTo>
                  <a:pt x="43222" y="0"/>
                </a:moveTo>
                <a:lnTo>
                  <a:pt x="54603" y="11381"/>
                </a:lnTo>
                <a:lnTo>
                  <a:pt x="53262" y="11796"/>
                </a:lnTo>
                <a:lnTo>
                  <a:pt x="51948" y="12229"/>
                </a:lnTo>
                <a:lnTo>
                  <a:pt x="50659" y="12679"/>
                </a:lnTo>
                <a:lnTo>
                  <a:pt x="49394" y="13148"/>
                </a:lnTo>
                <a:lnTo>
                  <a:pt x="48152" y="13635"/>
                </a:lnTo>
                <a:lnTo>
                  <a:pt x="46931" y="14142"/>
                </a:lnTo>
                <a:lnTo>
                  <a:pt x="45730" y="14668"/>
                </a:lnTo>
                <a:lnTo>
                  <a:pt x="44547" y="15215"/>
                </a:lnTo>
                <a:lnTo>
                  <a:pt x="43381" y="15783"/>
                </a:lnTo>
                <a:lnTo>
                  <a:pt x="42230" y="16371"/>
                </a:lnTo>
                <a:lnTo>
                  <a:pt x="41094" y="16982"/>
                </a:lnTo>
                <a:lnTo>
                  <a:pt x="39970" y="17614"/>
                </a:lnTo>
                <a:lnTo>
                  <a:pt x="38863" y="18263"/>
                </a:lnTo>
                <a:lnTo>
                  <a:pt x="37779" y="18926"/>
                </a:lnTo>
                <a:lnTo>
                  <a:pt x="36716" y="19602"/>
                </a:lnTo>
                <a:lnTo>
                  <a:pt x="35674" y="20294"/>
                </a:lnTo>
                <a:lnTo>
                  <a:pt x="34653" y="21002"/>
                </a:lnTo>
                <a:lnTo>
                  <a:pt x="33653" y="21729"/>
                </a:lnTo>
                <a:lnTo>
                  <a:pt x="32672" y="22476"/>
                </a:lnTo>
                <a:lnTo>
                  <a:pt x="31710" y="23244"/>
                </a:lnTo>
                <a:lnTo>
                  <a:pt x="30767" y="24035"/>
                </a:lnTo>
                <a:lnTo>
                  <a:pt x="29843" y="24850"/>
                </a:lnTo>
                <a:lnTo>
                  <a:pt x="28936" y="25690"/>
                </a:lnTo>
                <a:lnTo>
                  <a:pt x="28047" y="26556"/>
                </a:lnTo>
                <a:lnTo>
                  <a:pt x="26170" y="28540"/>
                </a:lnTo>
                <a:lnTo>
                  <a:pt x="24468" y="30563"/>
                </a:lnTo>
                <a:lnTo>
                  <a:pt x="22943" y="32622"/>
                </a:lnTo>
                <a:lnTo>
                  <a:pt x="21593" y="34716"/>
                </a:lnTo>
                <a:lnTo>
                  <a:pt x="20421" y="36844"/>
                </a:lnTo>
                <a:lnTo>
                  <a:pt x="19426" y="39005"/>
                </a:lnTo>
                <a:lnTo>
                  <a:pt x="18609" y="41196"/>
                </a:lnTo>
                <a:lnTo>
                  <a:pt x="17970" y="43418"/>
                </a:lnTo>
                <a:lnTo>
                  <a:pt x="17510" y="45667"/>
                </a:lnTo>
                <a:lnTo>
                  <a:pt x="17229" y="47943"/>
                </a:lnTo>
                <a:lnTo>
                  <a:pt x="17128" y="50245"/>
                </a:lnTo>
                <a:lnTo>
                  <a:pt x="17207" y="52571"/>
                </a:lnTo>
                <a:lnTo>
                  <a:pt x="17464" y="54905"/>
                </a:lnTo>
                <a:lnTo>
                  <a:pt x="17896" y="57233"/>
                </a:lnTo>
                <a:lnTo>
                  <a:pt x="18501" y="59555"/>
                </a:lnTo>
                <a:lnTo>
                  <a:pt x="19280" y="61869"/>
                </a:lnTo>
                <a:lnTo>
                  <a:pt x="20232" y="64176"/>
                </a:lnTo>
                <a:lnTo>
                  <a:pt x="21357" y="66476"/>
                </a:lnTo>
                <a:lnTo>
                  <a:pt x="22654" y="68766"/>
                </a:lnTo>
                <a:lnTo>
                  <a:pt x="24123" y="71048"/>
                </a:lnTo>
                <a:lnTo>
                  <a:pt x="25762" y="73320"/>
                </a:lnTo>
                <a:lnTo>
                  <a:pt x="27573" y="75582"/>
                </a:lnTo>
                <a:lnTo>
                  <a:pt x="29554" y="77834"/>
                </a:lnTo>
                <a:lnTo>
                  <a:pt x="31705" y="80075"/>
                </a:lnTo>
                <a:lnTo>
                  <a:pt x="33977" y="82257"/>
                </a:lnTo>
                <a:lnTo>
                  <a:pt x="36255" y="84264"/>
                </a:lnTo>
                <a:lnTo>
                  <a:pt x="38539" y="86096"/>
                </a:lnTo>
                <a:lnTo>
                  <a:pt x="40828" y="87753"/>
                </a:lnTo>
                <a:lnTo>
                  <a:pt x="43123" y="89235"/>
                </a:lnTo>
                <a:lnTo>
                  <a:pt x="45424" y="90542"/>
                </a:lnTo>
                <a:lnTo>
                  <a:pt x="47730" y="91674"/>
                </a:lnTo>
                <a:lnTo>
                  <a:pt x="50042" y="92631"/>
                </a:lnTo>
                <a:lnTo>
                  <a:pt x="52359" y="93413"/>
                </a:lnTo>
                <a:lnTo>
                  <a:pt x="54682" y="94020"/>
                </a:lnTo>
                <a:lnTo>
                  <a:pt x="57011" y="94452"/>
                </a:lnTo>
                <a:lnTo>
                  <a:pt x="59345" y="94709"/>
                </a:lnTo>
                <a:lnTo>
                  <a:pt x="61668" y="94785"/>
                </a:lnTo>
                <a:lnTo>
                  <a:pt x="63963" y="94677"/>
                </a:lnTo>
                <a:lnTo>
                  <a:pt x="66228" y="94385"/>
                </a:lnTo>
                <a:lnTo>
                  <a:pt x="68463" y="93911"/>
                </a:lnTo>
                <a:lnTo>
                  <a:pt x="70669" y="93256"/>
                </a:lnTo>
                <a:lnTo>
                  <a:pt x="72844" y="92422"/>
                </a:lnTo>
                <a:lnTo>
                  <a:pt x="74987" y="91410"/>
                </a:lnTo>
                <a:lnTo>
                  <a:pt x="77100" y="90222"/>
                </a:lnTo>
                <a:lnTo>
                  <a:pt x="79180" y="88859"/>
                </a:lnTo>
                <a:lnTo>
                  <a:pt x="81228" y="87322"/>
                </a:lnTo>
                <a:lnTo>
                  <a:pt x="83243" y="85613"/>
                </a:lnTo>
                <a:lnTo>
                  <a:pt x="85224" y="83734"/>
                </a:lnTo>
                <a:lnTo>
                  <a:pt x="86094" y="82847"/>
                </a:lnTo>
                <a:lnTo>
                  <a:pt x="86941" y="81948"/>
                </a:lnTo>
                <a:lnTo>
                  <a:pt x="87767" y="81035"/>
                </a:lnTo>
                <a:lnTo>
                  <a:pt x="88571" y="80106"/>
                </a:lnTo>
                <a:lnTo>
                  <a:pt x="89355" y="79160"/>
                </a:lnTo>
                <a:lnTo>
                  <a:pt x="90119" y="78196"/>
                </a:lnTo>
                <a:lnTo>
                  <a:pt x="90863" y="77212"/>
                </a:lnTo>
                <a:lnTo>
                  <a:pt x="91587" y="76206"/>
                </a:lnTo>
                <a:lnTo>
                  <a:pt x="92293" y="75179"/>
                </a:lnTo>
                <a:lnTo>
                  <a:pt x="92980" y="74127"/>
                </a:lnTo>
                <a:lnTo>
                  <a:pt x="93650" y="73050"/>
                </a:lnTo>
                <a:lnTo>
                  <a:pt x="94302" y="71946"/>
                </a:lnTo>
                <a:lnTo>
                  <a:pt x="94932" y="70820"/>
                </a:lnTo>
                <a:lnTo>
                  <a:pt x="95535" y="69676"/>
                </a:lnTo>
                <a:lnTo>
                  <a:pt x="96112" y="68514"/>
                </a:lnTo>
                <a:lnTo>
                  <a:pt x="96666" y="67334"/>
                </a:lnTo>
                <a:lnTo>
                  <a:pt x="97197" y="66135"/>
                </a:lnTo>
                <a:lnTo>
                  <a:pt x="97706" y="64917"/>
                </a:lnTo>
                <a:lnTo>
                  <a:pt x="98196" y="63680"/>
                </a:lnTo>
                <a:lnTo>
                  <a:pt x="98668" y="62421"/>
                </a:lnTo>
                <a:lnTo>
                  <a:pt x="99123" y="61143"/>
                </a:lnTo>
                <a:lnTo>
                  <a:pt x="99562" y="59843"/>
                </a:lnTo>
                <a:lnTo>
                  <a:pt x="99987" y="58521"/>
                </a:lnTo>
                <a:lnTo>
                  <a:pt x="100399" y="57177"/>
                </a:lnTo>
                <a:lnTo>
                  <a:pt x="111645" y="68423"/>
                </a:lnTo>
                <a:lnTo>
                  <a:pt x="111162" y="69702"/>
                </a:lnTo>
                <a:lnTo>
                  <a:pt x="110662" y="70963"/>
                </a:lnTo>
                <a:lnTo>
                  <a:pt x="110144" y="72206"/>
                </a:lnTo>
                <a:lnTo>
                  <a:pt x="109608" y="73431"/>
                </a:lnTo>
                <a:lnTo>
                  <a:pt x="109052" y="74638"/>
                </a:lnTo>
                <a:lnTo>
                  <a:pt x="108478" y="75824"/>
                </a:lnTo>
                <a:lnTo>
                  <a:pt x="107884" y="76992"/>
                </a:lnTo>
                <a:lnTo>
                  <a:pt x="107269" y="78138"/>
                </a:lnTo>
                <a:lnTo>
                  <a:pt x="106634" y="79265"/>
                </a:lnTo>
                <a:lnTo>
                  <a:pt x="105978" y="80370"/>
                </a:lnTo>
                <a:lnTo>
                  <a:pt x="105300" y="81453"/>
                </a:lnTo>
                <a:lnTo>
                  <a:pt x="104599" y="82514"/>
                </a:lnTo>
                <a:lnTo>
                  <a:pt x="103843" y="83598"/>
                </a:lnTo>
                <a:lnTo>
                  <a:pt x="103064" y="84681"/>
                </a:lnTo>
                <a:lnTo>
                  <a:pt x="102262" y="85762"/>
                </a:lnTo>
                <a:lnTo>
                  <a:pt x="101438" y="86840"/>
                </a:lnTo>
                <a:lnTo>
                  <a:pt x="100591" y="87914"/>
                </a:lnTo>
                <a:lnTo>
                  <a:pt x="99722" y="88984"/>
                </a:lnTo>
                <a:lnTo>
                  <a:pt x="98830" y="90048"/>
                </a:lnTo>
                <a:lnTo>
                  <a:pt x="97915" y="91106"/>
                </a:lnTo>
                <a:lnTo>
                  <a:pt x="96978" y="92155"/>
                </a:lnTo>
                <a:lnTo>
                  <a:pt x="96018" y="93197"/>
                </a:lnTo>
                <a:lnTo>
                  <a:pt x="95036" y="94229"/>
                </a:lnTo>
                <a:lnTo>
                  <a:pt x="94031" y="95251"/>
                </a:lnTo>
                <a:lnTo>
                  <a:pt x="91228" y="97912"/>
                </a:lnTo>
                <a:lnTo>
                  <a:pt x="88374" y="100340"/>
                </a:lnTo>
                <a:lnTo>
                  <a:pt x="85470" y="102533"/>
                </a:lnTo>
                <a:lnTo>
                  <a:pt x="82514" y="104489"/>
                </a:lnTo>
                <a:lnTo>
                  <a:pt x="79508" y="106206"/>
                </a:lnTo>
                <a:lnTo>
                  <a:pt x="76451" y="107682"/>
                </a:lnTo>
                <a:lnTo>
                  <a:pt x="73343" y="108915"/>
                </a:lnTo>
                <a:lnTo>
                  <a:pt x="70185" y="109904"/>
                </a:lnTo>
                <a:lnTo>
                  <a:pt x="66975" y="110646"/>
                </a:lnTo>
                <a:lnTo>
                  <a:pt x="63715" y="111139"/>
                </a:lnTo>
                <a:lnTo>
                  <a:pt x="60404" y="111383"/>
                </a:lnTo>
                <a:lnTo>
                  <a:pt x="57042" y="111374"/>
                </a:lnTo>
                <a:lnTo>
                  <a:pt x="53672" y="111182"/>
                </a:lnTo>
                <a:lnTo>
                  <a:pt x="50335" y="110743"/>
                </a:lnTo>
                <a:lnTo>
                  <a:pt x="47032" y="110057"/>
                </a:lnTo>
                <a:lnTo>
                  <a:pt x="43764" y="109126"/>
                </a:lnTo>
                <a:lnTo>
                  <a:pt x="40529" y="107950"/>
                </a:lnTo>
                <a:lnTo>
                  <a:pt x="37328" y="106530"/>
                </a:lnTo>
                <a:lnTo>
                  <a:pt x="34161" y="104868"/>
                </a:lnTo>
                <a:lnTo>
                  <a:pt x="31028" y="102964"/>
                </a:lnTo>
                <a:lnTo>
                  <a:pt x="27928" y="100818"/>
                </a:lnTo>
                <a:lnTo>
                  <a:pt x="24863" y="98433"/>
                </a:lnTo>
                <a:lnTo>
                  <a:pt x="21831" y="95809"/>
                </a:lnTo>
                <a:lnTo>
                  <a:pt x="18833" y="92947"/>
                </a:lnTo>
                <a:lnTo>
                  <a:pt x="15940" y="89918"/>
                </a:lnTo>
                <a:lnTo>
                  <a:pt x="13290" y="86861"/>
                </a:lnTo>
                <a:lnTo>
                  <a:pt x="10884" y="83774"/>
                </a:lnTo>
                <a:lnTo>
                  <a:pt x="8722" y="80658"/>
                </a:lnTo>
                <a:lnTo>
                  <a:pt x="6804" y="77511"/>
                </a:lnTo>
                <a:lnTo>
                  <a:pt x="5132" y="74334"/>
                </a:lnTo>
                <a:lnTo>
                  <a:pt x="3705" y="71126"/>
                </a:lnTo>
                <a:lnTo>
                  <a:pt x="2524" y="67886"/>
                </a:lnTo>
                <a:lnTo>
                  <a:pt x="1590" y="64615"/>
                </a:lnTo>
                <a:lnTo>
                  <a:pt x="903" y="61311"/>
                </a:lnTo>
                <a:lnTo>
                  <a:pt x="463" y="57974"/>
                </a:lnTo>
                <a:lnTo>
                  <a:pt x="271" y="54603"/>
                </a:lnTo>
                <a:lnTo>
                  <a:pt x="325" y="51236"/>
                </a:lnTo>
                <a:lnTo>
                  <a:pt x="622" y="47908"/>
                </a:lnTo>
                <a:lnTo>
                  <a:pt x="1164" y="44619"/>
                </a:lnTo>
                <a:lnTo>
                  <a:pt x="1952" y="41370"/>
                </a:lnTo>
                <a:lnTo>
                  <a:pt x="2986" y="38161"/>
                </a:lnTo>
                <a:lnTo>
                  <a:pt x="4268" y="34991"/>
                </a:lnTo>
                <a:lnTo>
                  <a:pt x="5798" y="31860"/>
                </a:lnTo>
                <a:lnTo>
                  <a:pt x="7577" y="28769"/>
                </a:lnTo>
                <a:lnTo>
                  <a:pt x="9607" y="25718"/>
                </a:lnTo>
                <a:lnTo>
                  <a:pt x="11888" y="22706"/>
                </a:lnTo>
                <a:lnTo>
                  <a:pt x="14421" y="19734"/>
                </a:lnTo>
                <a:lnTo>
                  <a:pt x="17207" y="16801"/>
                </a:lnTo>
                <a:lnTo>
                  <a:pt x="18162" y="15864"/>
                </a:lnTo>
                <a:lnTo>
                  <a:pt x="19127" y="14949"/>
                </a:lnTo>
                <a:lnTo>
                  <a:pt x="20104" y="14057"/>
                </a:lnTo>
                <a:lnTo>
                  <a:pt x="21092" y="13188"/>
                </a:lnTo>
                <a:lnTo>
                  <a:pt x="22091" y="12341"/>
                </a:lnTo>
                <a:lnTo>
                  <a:pt x="23101" y="11517"/>
                </a:lnTo>
                <a:lnTo>
                  <a:pt x="24123" y="10715"/>
                </a:lnTo>
                <a:lnTo>
                  <a:pt x="25156" y="9936"/>
                </a:lnTo>
                <a:lnTo>
                  <a:pt x="26201" y="9180"/>
                </a:lnTo>
                <a:lnTo>
                  <a:pt x="27256" y="8446"/>
                </a:lnTo>
                <a:lnTo>
                  <a:pt x="28323" y="7734"/>
                </a:lnTo>
                <a:lnTo>
                  <a:pt x="29402" y="7046"/>
                </a:lnTo>
                <a:lnTo>
                  <a:pt x="30491" y="6374"/>
                </a:lnTo>
                <a:lnTo>
                  <a:pt x="31592" y="5714"/>
                </a:lnTo>
                <a:lnTo>
                  <a:pt x="32704" y="5068"/>
                </a:lnTo>
                <a:lnTo>
                  <a:pt x="33828" y="4436"/>
                </a:lnTo>
                <a:lnTo>
                  <a:pt x="34962" y="3819"/>
                </a:lnTo>
                <a:lnTo>
                  <a:pt x="36108" y="3218"/>
                </a:lnTo>
                <a:lnTo>
                  <a:pt x="37266" y="2634"/>
                </a:lnTo>
                <a:lnTo>
                  <a:pt x="38434" y="2068"/>
                </a:lnTo>
                <a:lnTo>
                  <a:pt x="39614" y="1520"/>
                </a:lnTo>
                <a:lnTo>
                  <a:pt x="40806" y="992"/>
                </a:lnTo>
                <a:lnTo>
                  <a:pt x="42008" y="485"/>
                </a:lnTo>
                <a:lnTo>
                  <a:pt x="432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3" name="Original native bar-chart element 73">
            <a:extLst xmlns:a="http://schemas.openxmlformats.org/drawingml/2006/main">
              <a:ext uri="{FF2B5EF4-FFF2-40B4-BE49-F238E27FC236}">
                <a16:creationId xmlns:a16="http://schemas.microsoft.com/office/drawing/2014/main" id="{B577A004-E156-44B4-A77F-EAAAFEB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160" y="2511165"/>
            <a:ext cx="132375" cy="100806"/>
          </a:xfrm>
          <a:custGeom xmlns:a="http://schemas.openxmlformats.org/drawingml/2006/main">
            <a:pathLst>
              <a:path w="132375" h="100806">
                <a:moveTo>
                  <a:pt x="12194" y="4065"/>
                </a:moveTo>
                <a:lnTo>
                  <a:pt x="33195" y="25066"/>
                </a:lnTo>
                <a:lnTo>
                  <a:pt x="58261" y="0"/>
                </a:lnTo>
                <a:lnTo>
                  <a:pt x="67746" y="9484"/>
                </a:lnTo>
                <a:lnTo>
                  <a:pt x="42680" y="34550"/>
                </a:lnTo>
                <a:lnTo>
                  <a:pt x="82921" y="74791"/>
                </a:lnTo>
                <a:lnTo>
                  <a:pt x="84417" y="76253"/>
                </a:lnTo>
                <a:lnTo>
                  <a:pt x="85856" y="77591"/>
                </a:lnTo>
                <a:lnTo>
                  <a:pt x="87237" y="78803"/>
                </a:lnTo>
                <a:lnTo>
                  <a:pt x="88561" y="79890"/>
                </a:lnTo>
                <a:lnTo>
                  <a:pt x="89827" y="80850"/>
                </a:lnTo>
                <a:lnTo>
                  <a:pt x="91033" y="81684"/>
                </a:lnTo>
                <a:lnTo>
                  <a:pt x="92181" y="82391"/>
                </a:lnTo>
                <a:lnTo>
                  <a:pt x="93268" y="82971"/>
                </a:lnTo>
                <a:lnTo>
                  <a:pt x="94296" y="83423"/>
                </a:lnTo>
                <a:lnTo>
                  <a:pt x="95262" y="83746"/>
                </a:lnTo>
                <a:lnTo>
                  <a:pt x="96168" y="83940"/>
                </a:lnTo>
                <a:lnTo>
                  <a:pt x="97012" y="84005"/>
                </a:lnTo>
                <a:lnTo>
                  <a:pt x="97876" y="83982"/>
                </a:lnTo>
                <a:lnTo>
                  <a:pt x="98774" y="83847"/>
                </a:lnTo>
                <a:lnTo>
                  <a:pt x="99707" y="83600"/>
                </a:lnTo>
                <a:lnTo>
                  <a:pt x="100675" y="83242"/>
                </a:lnTo>
                <a:lnTo>
                  <a:pt x="101679" y="82773"/>
                </a:lnTo>
                <a:lnTo>
                  <a:pt x="102720" y="82193"/>
                </a:lnTo>
                <a:lnTo>
                  <a:pt x="103796" y="81502"/>
                </a:lnTo>
                <a:lnTo>
                  <a:pt x="104911" y="80703"/>
                </a:lnTo>
                <a:lnTo>
                  <a:pt x="106062" y="79794"/>
                </a:lnTo>
                <a:lnTo>
                  <a:pt x="107252" y="78776"/>
                </a:lnTo>
                <a:lnTo>
                  <a:pt x="108481" y="77651"/>
                </a:lnTo>
                <a:lnTo>
                  <a:pt x="109748" y="76417"/>
                </a:lnTo>
                <a:lnTo>
                  <a:pt x="122213" y="63952"/>
                </a:lnTo>
                <a:lnTo>
                  <a:pt x="132375" y="74114"/>
                </a:lnTo>
                <a:lnTo>
                  <a:pt x="119910" y="86579"/>
                </a:lnTo>
                <a:lnTo>
                  <a:pt x="117564" y="88851"/>
                </a:lnTo>
                <a:lnTo>
                  <a:pt x="115269" y="90926"/>
                </a:lnTo>
                <a:lnTo>
                  <a:pt x="113025" y="92803"/>
                </a:lnTo>
                <a:lnTo>
                  <a:pt x="110832" y="94483"/>
                </a:lnTo>
                <a:lnTo>
                  <a:pt x="108690" y="95965"/>
                </a:lnTo>
                <a:lnTo>
                  <a:pt x="106598" y="97249"/>
                </a:lnTo>
                <a:lnTo>
                  <a:pt x="104557" y="98336"/>
                </a:lnTo>
                <a:lnTo>
                  <a:pt x="102567" y="99225"/>
                </a:lnTo>
                <a:lnTo>
                  <a:pt x="100628" y="99917"/>
                </a:lnTo>
                <a:lnTo>
                  <a:pt x="98739" y="100411"/>
                </a:lnTo>
                <a:lnTo>
                  <a:pt x="96902" y="100707"/>
                </a:lnTo>
                <a:lnTo>
                  <a:pt x="95115" y="100806"/>
                </a:lnTo>
                <a:lnTo>
                  <a:pt x="93331" y="100710"/>
                </a:lnTo>
                <a:lnTo>
                  <a:pt x="91502" y="100422"/>
                </a:lnTo>
                <a:lnTo>
                  <a:pt x="89628" y="99942"/>
                </a:lnTo>
                <a:lnTo>
                  <a:pt x="87708" y="99270"/>
                </a:lnTo>
                <a:lnTo>
                  <a:pt x="85744" y="98406"/>
                </a:lnTo>
                <a:lnTo>
                  <a:pt x="83734" y="97351"/>
                </a:lnTo>
                <a:lnTo>
                  <a:pt x="81679" y="96103"/>
                </a:lnTo>
                <a:lnTo>
                  <a:pt x="79579" y="94663"/>
                </a:lnTo>
                <a:lnTo>
                  <a:pt x="77433" y="93032"/>
                </a:lnTo>
                <a:lnTo>
                  <a:pt x="75243" y="91208"/>
                </a:lnTo>
                <a:lnTo>
                  <a:pt x="73007" y="89193"/>
                </a:lnTo>
                <a:lnTo>
                  <a:pt x="70727" y="86986"/>
                </a:lnTo>
                <a:lnTo>
                  <a:pt x="30486" y="46745"/>
                </a:lnTo>
                <a:lnTo>
                  <a:pt x="21543" y="55687"/>
                </a:lnTo>
                <a:lnTo>
                  <a:pt x="12059" y="46203"/>
                </a:lnTo>
                <a:lnTo>
                  <a:pt x="21001" y="37260"/>
                </a:lnTo>
                <a:lnTo>
                  <a:pt x="0" y="16259"/>
                </a:lnTo>
                <a:lnTo>
                  <a:pt x="12194" y="4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4" name="Original native bar-chart element 74">
            <a:extLst xmlns:a="http://schemas.openxmlformats.org/drawingml/2006/main">
              <a:ext uri="{FF2B5EF4-FFF2-40B4-BE49-F238E27FC236}">
                <a16:creationId xmlns:a16="http://schemas.microsoft.com/office/drawing/2014/main" id="{7441BC43-49C7-48DC-A14F-E8CA9EC1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791" y="2449381"/>
            <a:ext cx="108664" cy="108664"/>
          </a:xfrm>
          <a:custGeom xmlns:a="http://schemas.openxmlformats.org/drawingml/2006/main">
            <a:pathLst>
              <a:path w="108664" h="108664">
                <a:moveTo>
                  <a:pt x="25879" y="25608"/>
                </a:moveTo>
                <a:lnTo>
                  <a:pt x="24335" y="27259"/>
                </a:lnTo>
                <a:lnTo>
                  <a:pt x="22955" y="28961"/>
                </a:lnTo>
                <a:lnTo>
                  <a:pt x="21738" y="30714"/>
                </a:lnTo>
                <a:lnTo>
                  <a:pt x="20685" y="32518"/>
                </a:lnTo>
                <a:lnTo>
                  <a:pt x="19796" y="34373"/>
                </a:lnTo>
                <a:lnTo>
                  <a:pt x="19070" y="36278"/>
                </a:lnTo>
                <a:lnTo>
                  <a:pt x="18509" y="38234"/>
                </a:lnTo>
                <a:lnTo>
                  <a:pt x="18111" y="40241"/>
                </a:lnTo>
                <a:lnTo>
                  <a:pt x="17876" y="42299"/>
                </a:lnTo>
                <a:lnTo>
                  <a:pt x="17806" y="44407"/>
                </a:lnTo>
                <a:lnTo>
                  <a:pt x="17899" y="46567"/>
                </a:lnTo>
                <a:lnTo>
                  <a:pt x="18156" y="48777"/>
                </a:lnTo>
                <a:lnTo>
                  <a:pt x="18571" y="51010"/>
                </a:lnTo>
                <a:lnTo>
                  <a:pt x="19139" y="53238"/>
                </a:lnTo>
                <a:lnTo>
                  <a:pt x="19860" y="55460"/>
                </a:lnTo>
                <a:lnTo>
                  <a:pt x="20735" y="57679"/>
                </a:lnTo>
                <a:lnTo>
                  <a:pt x="21765" y="59894"/>
                </a:lnTo>
                <a:lnTo>
                  <a:pt x="22949" y="62106"/>
                </a:lnTo>
                <a:lnTo>
                  <a:pt x="24288" y="64315"/>
                </a:lnTo>
                <a:lnTo>
                  <a:pt x="25784" y="66521"/>
                </a:lnTo>
                <a:lnTo>
                  <a:pt x="27435" y="68726"/>
                </a:lnTo>
                <a:lnTo>
                  <a:pt x="29243" y="70929"/>
                </a:lnTo>
                <a:lnTo>
                  <a:pt x="31208" y="73131"/>
                </a:lnTo>
                <a:lnTo>
                  <a:pt x="33331" y="75333"/>
                </a:lnTo>
                <a:lnTo>
                  <a:pt x="35561" y="77490"/>
                </a:lnTo>
                <a:lnTo>
                  <a:pt x="37782" y="79488"/>
                </a:lnTo>
                <a:lnTo>
                  <a:pt x="39995" y="81329"/>
                </a:lnTo>
                <a:lnTo>
                  <a:pt x="42203" y="83011"/>
                </a:lnTo>
                <a:lnTo>
                  <a:pt x="44407" y="84535"/>
                </a:lnTo>
                <a:lnTo>
                  <a:pt x="46609" y="85902"/>
                </a:lnTo>
                <a:lnTo>
                  <a:pt x="48811" y="87110"/>
                </a:lnTo>
                <a:lnTo>
                  <a:pt x="51015" y="88160"/>
                </a:lnTo>
                <a:lnTo>
                  <a:pt x="53223" y="89052"/>
                </a:lnTo>
                <a:lnTo>
                  <a:pt x="55436" y="89786"/>
                </a:lnTo>
                <a:lnTo>
                  <a:pt x="57657" y="90362"/>
                </a:lnTo>
                <a:lnTo>
                  <a:pt x="59887" y="90779"/>
                </a:lnTo>
                <a:lnTo>
                  <a:pt x="62095" y="91033"/>
                </a:lnTo>
                <a:lnTo>
                  <a:pt x="64247" y="91119"/>
                </a:lnTo>
                <a:lnTo>
                  <a:pt x="66346" y="91035"/>
                </a:lnTo>
                <a:lnTo>
                  <a:pt x="68393" y="90784"/>
                </a:lnTo>
                <a:lnTo>
                  <a:pt x="70389" y="90366"/>
                </a:lnTo>
                <a:lnTo>
                  <a:pt x="72336" y="89780"/>
                </a:lnTo>
                <a:lnTo>
                  <a:pt x="74234" y="89028"/>
                </a:lnTo>
                <a:lnTo>
                  <a:pt x="76086" y="88110"/>
                </a:lnTo>
                <a:lnTo>
                  <a:pt x="77893" y="87026"/>
                </a:lnTo>
                <a:lnTo>
                  <a:pt x="79656" y="85777"/>
                </a:lnTo>
                <a:lnTo>
                  <a:pt x="81377" y="84363"/>
                </a:lnTo>
                <a:lnTo>
                  <a:pt x="83056" y="82785"/>
                </a:lnTo>
                <a:lnTo>
                  <a:pt x="84603" y="81137"/>
                </a:lnTo>
                <a:lnTo>
                  <a:pt x="85991" y="79442"/>
                </a:lnTo>
                <a:lnTo>
                  <a:pt x="87218" y="77700"/>
                </a:lnTo>
                <a:lnTo>
                  <a:pt x="88285" y="75910"/>
                </a:lnTo>
                <a:lnTo>
                  <a:pt x="89190" y="74072"/>
                </a:lnTo>
                <a:lnTo>
                  <a:pt x="89933" y="72183"/>
                </a:lnTo>
                <a:lnTo>
                  <a:pt x="90511" y="70244"/>
                </a:lnTo>
                <a:lnTo>
                  <a:pt x="90925" y="68253"/>
                </a:lnTo>
                <a:lnTo>
                  <a:pt x="91173" y="66209"/>
                </a:lnTo>
                <a:lnTo>
                  <a:pt x="91255" y="64111"/>
                </a:lnTo>
                <a:lnTo>
                  <a:pt x="91169" y="61959"/>
                </a:lnTo>
                <a:lnTo>
                  <a:pt x="90915" y="59752"/>
                </a:lnTo>
                <a:lnTo>
                  <a:pt x="90500" y="57519"/>
                </a:lnTo>
                <a:lnTo>
                  <a:pt x="89931" y="55291"/>
                </a:lnTo>
                <a:lnTo>
                  <a:pt x="89208" y="53066"/>
                </a:lnTo>
                <a:lnTo>
                  <a:pt x="88330" y="50844"/>
                </a:lnTo>
                <a:lnTo>
                  <a:pt x="87296" y="48625"/>
                </a:lnTo>
                <a:lnTo>
                  <a:pt x="86105" y="46406"/>
                </a:lnTo>
                <a:lnTo>
                  <a:pt x="84755" y="44187"/>
                </a:lnTo>
                <a:lnTo>
                  <a:pt x="83247" y="41967"/>
                </a:lnTo>
                <a:lnTo>
                  <a:pt x="81579" y="39746"/>
                </a:lnTo>
                <a:lnTo>
                  <a:pt x="79749" y="37521"/>
                </a:lnTo>
                <a:lnTo>
                  <a:pt x="77758" y="35293"/>
                </a:lnTo>
                <a:lnTo>
                  <a:pt x="75604" y="33060"/>
                </a:lnTo>
                <a:lnTo>
                  <a:pt x="73431" y="30966"/>
                </a:lnTo>
                <a:lnTo>
                  <a:pt x="71247" y="29019"/>
                </a:lnTo>
                <a:lnTo>
                  <a:pt x="69054" y="27221"/>
                </a:lnTo>
                <a:lnTo>
                  <a:pt x="66853" y="25573"/>
                </a:lnTo>
                <a:lnTo>
                  <a:pt x="64643" y="24075"/>
                </a:lnTo>
                <a:lnTo>
                  <a:pt x="62428" y="22729"/>
                </a:lnTo>
                <a:lnTo>
                  <a:pt x="60206" y="21535"/>
                </a:lnTo>
                <a:lnTo>
                  <a:pt x="57980" y="20494"/>
                </a:lnTo>
                <a:lnTo>
                  <a:pt x="55751" y="19608"/>
                </a:lnTo>
                <a:lnTo>
                  <a:pt x="53518" y="18877"/>
                </a:lnTo>
                <a:lnTo>
                  <a:pt x="51283" y="18302"/>
                </a:lnTo>
                <a:lnTo>
                  <a:pt x="49048" y="17885"/>
                </a:lnTo>
                <a:lnTo>
                  <a:pt x="46838" y="17628"/>
                </a:lnTo>
                <a:lnTo>
                  <a:pt x="44678" y="17535"/>
                </a:lnTo>
                <a:lnTo>
                  <a:pt x="42570" y="17605"/>
                </a:lnTo>
                <a:lnTo>
                  <a:pt x="40512" y="17840"/>
                </a:lnTo>
                <a:lnTo>
                  <a:pt x="38505" y="18238"/>
                </a:lnTo>
                <a:lnTo>
                  <a:pt x="36549" y="18799"/>
                </a:lnTo>
                <a:lnTo>
                  <a:pt x="34643" y="19525"/>
                </a:lnTo>
                <a:lnTo>
                  <a:pt x="32789" y="20414"/>
                </a:lnTo>
                <a:lnTo>
                  <a:pt x="30985" y="21467"/>
                </a:lnTo>
                <a:lnTo>
                  <a:pt x="29232" y="22684"/>
                </a:lnTo>
                <a:lnTo>
                  <a:pt x="27530" y="24064"/>
                </a:lnTo>
                <a:lnTo>
                  <a:pt x="25879" y="25608"/>
                </a:lnTo>
                <a:close/>
                <a:moveTo>
                  <a:pt x="15582" y="15311"/>
                </a:moveTo>
                <a:lnTo>
                  <a:pt x="18249" y="12790"/>
                </a:lnTo>
                <a:lnTo>
                  <a:pt x="20967" y="10510"/>
                </a:lnTo>
                <a:lnTo>
                  <a:pt x="23734" y="8470"/>
                </a:lnTo>
                <a:lnTo>
                  <a:pt x="26551" y="6669"/>
                </a:lnTo>
                <a:lnTo>
                  <a:pt x="29417" y="5105"/>
                </a:lnTo>
                <a:lnTo>
                  <a:pt x="32332" y="3777"/>
                </a:lnTo>
                <a:lnTo>
                  <a:pt x="35294" y="2683"/>
                </a:lnTo>
                <a:lnTo>
                  <a:pt x="38304" y="1822"/>
                </a:lnTo>
                <a:lnTo>
                  <a:pt x="41361" y="1192"/>
                </a:lnTo>
                <a:lnTo>
                  <a:pt x="44464" y="792"/>
                </a:lnTo>
                <a:lnTo>
                  <a:pt x="47614" y="621"/>
                </a:lnTo>
                <a:lnTo>
                  <a:pt x="50809" y="677"/>
                </a:lnTo>
                <a:lnTo>
                  <a:pt x="54022" y="1028"/>
                </a:lnTo>
                <a:lnTo>
                  <a:pt x="57222" y="1605"/>
                </a:lnTo>
                <a:lnTo>
                  <a:pt x="60410" y="2411"/>
                </a:lnTo>
                <a:lnTo>
                  <a:pt x="63586" y="3448"/>
                </a:lnTo>
                <a:lnTo>
                  <a:pt x="66748" y="4715"/>
                </a:lnTo>
                <a:lnTo>
                  <a:pt x="69897" y="6216"/>
                </a:lnTo>
                <a:lnTo>
                  <a:pt x="73031" y="7950"/>
                </a:lnTo>
                <a:lnTo>
                  <a:pt x="76151" y="9921"/>
                </a:lnTo>
                <a:lnTo>
                  <a:pt x="79256" y="12129"/>
                </a:lnTo>
                <a:lnTo>
                  <a:pt x="82346" y="14575"/>
                </a:lnTo>
                <a:lnTo>
                  <a:pt x="85419" y="17261"/>
                </a:lnTo>
                <a:lnTo>
                  <a:pt x="88476" y="20188"/>
                </a:lnTo>
                <a:lnTo>
                  <a:pt x="91403" y="23245"/>
                </a:lnTo>
                <a:lnTo>
                  <a:pt x="94089" y="26318"/>
                </a:lnTo>
                <a:lnTo>
                  <a:pt x="96533" y="29406"/>
                </a:lnTo>
                <a:lnTo>
                  <a:pt x="98738" y="32508"/>
                </a:lnTo>
                <a:lnTo>
                  <a:pt x="100704" y="35623"/>
                </a:lnTo>
                <a:lnTo>
                  <a:pt x="102432" y="38751"/>
                </a:lnTo>
                <a:lnTo>
                  <a:pt x="103922" y="41889"/>
                </a:lnTo>
                <a:lnTo>
                  <a:pt x="105177" y="45038"/>
                </a:lnTo>
                <a:lnTo>
                  <a:pt x="106196" y="48197"/>
                </a:lnTo>
                <a:lnTo>
                  <a:pt x="106981" y="51364"/>
                </a:lnTo>
                <a:lnTo>
                  <a:pt x="107532" y="54538"/>
                </a:lnTo>
                <a:lnTo>
                  <a:pt x="107851" y="57719"/>
                </a:lnTo>
                <a:lnTo>
                  <a:pt x="107936" y="60943"/>
                </a:lnTo>
                <a:lnTo>
                  <a:pt x="107784" y="64111"/>
                </a:lnTo>
                <a:lnTo>
                  <a:pt x="107394" y="67225"/>
                </a:lnTo>
                <a:lnTo>
                  <a:pt x="106767" y="70285"/>
                </a:lnTo>
                <a:lnTo>
                  <a:pt x="105904" y="73292"/>
                </a:lnTo>
                <a:lnTo>
                  <a:pt x="104803" y="76248"/>
                </a:lnTo>
                <a:lnTo>
                  <a:pt x="103465" y="79153"/>
                </a:lnTo>
                <a:lnTo>
                  <a:pt x="101890" y="82008"/>
                </a:lnTo>
                <a:lnTo>
                  <a:pt x="100077" y="84813"/>
                </a:lnTo>
                <a:lnTo>
                  <a:pt x="98028" y="87571"/>
                </a:lnTo>
                <a:lnTo>
                  <a:pt x="95742" y="90282"/>
                </a:lnTo>
                <a:lnTo>
                  <a:pt x="93218" y="92947"/>
                </a:lnTo>
                <a:lnTo>
                  <a:pt x="90520" y="95504"/>
                </a:lnTo>
                <a:lnTo>
                  <a:pt x="87776" y="97824"/>
                </a:lnTo>
                <a:lnTo>
                  <a:pt x="84987" y="99904"/>
                </a:lnTo>
                <a:lnTo>
                  <a:pt x="82153" y="101744"/>
                </a:lnTo>
                <a:lnTo>
                  <a:pt x="79274" y="103343"/>
                </a:lnTo>
                <a:lnTo>
                  <a:pt x="76349" y="104701"/>
                </a:lnTo>
                <a:lnTo>
                  <a:pt x="73380" y="105816"/>
                </a:lnTo>
                <a:lnTo>
                  <a:pt x="70365" y="106687"/>
                </a:lnTo>
                <a:lnTo>
                  <a:pt x="67305" y="107314"/>
                </a:lnTo>
                <a:lnTo>
                  <a:pt x="64200" y="107694"/>
                </a:lnTo>
                <a:lnTo>
                  <a:pt x="61050" y="107829"/>
                </a:lnTo>
                <a:lnTo>
                  <a:pt x="57855" y="107716"/>
                </a:lnTo>
                <a:lnTo>
                  <a:pt x="54676" y="107394"/>
                </a:lnTo>
                <a:lnTo>
                  <a:pt x="51509" y="106835"/>
                </a:lnTo>
                <a:lnTo>
                  <a:pt x="48354" y="106039"/>
                </a:lnTo>
                <a:lnTo>
                  <a:pt x="45209" y="105006"/>
                </a:lnTo>
                <a:lnTo>
                  <a:pt x="42076" y="103736"/>
                </a:lnTo>
                <a:lnTo>
                  <a:pt x="38954" y="102228"/>
                </a:lnTo>
                <a:lnTo>
                  <a:pt x="35843" y="100484"/>
                </a:lnTo>
                <a:lnTo>
                  <a:pt x="32744" y="98502"/>
                </a:lnTo>
                <a:lnTo>
                  <a:pt x="29656" y="96284"/>
                </a:lnTo>
                <a:lnTo>
                  <a:pt x="26579" y="93828"/>
                </a:lnTo>
                <a:lnTo>
                  <a:pt x="23513" y="91135"/>
                </a:lnTo>
                <a:lnTo>
                  <a:pt x="20459" y="88205"/>
                </a:lnTo>
                <a:lnTo>
                  <a:pt x="17529" y="85151"/>
                </a:lnTo>
                <a:lnTo>
                  <a:pt x="14836" y="82085"/>
                </a:lnTo>
                <a:lnTo>
                  <a:pt x="12378" y="79006"/>
                </a:lnTo>
                <a:lnTo>
                  <a:pt x="10157" y="75915"/>
                </a:lnTo>
                <a:lnTo>
                  <a:pt x="8170" y="72811"/>
                </a:lnTo>
                <a:lnTo>
                  <a:pt x="6419" y="69693"/>
                </a:lnTo>
                <a:lnTo>
                  <a:pt x="4902" y="66562"/>
                </a:lnTo>
                <a:lnTo>
                  <a:pt x="3618" y="63415"/>
                </a:lnTo>
                <a:lnTo>
                  <a:pt x="2568" y="60254"/>
                </a:lnTo>
                <a:lnTo>
                  <a:pt x="1751" y="57076"/>
                </a:lnTo>
                <a:lnTo>
                  <a:pt x="1166" y="53883"/>
                </a:lnTo>
                <a:lnTo>
                  <a:pt x="813" y="50674"/>
                </a:lnTo>
                <a:lnTo>
                  <a:pt x="728" y="47507"/>
                </a:lnTo>
                <a:lnTo>
                  <a:pt x="881" y="44375"/>
                </a:lnTo>
                <a:lnTo>
                  <a:pt x="1272" y="41280"/>
                </a:lnTo>
                <a:lnTo>
                  <a:pt x="1902" y="38224"/>
                </a:lnTo>
                <a:lnTo>
                  <a:pt x="2770" y="35206"/>
                </a:lnTo>
                <a:lnTo>
                  <a:pt x="3878" y="32230"/>
                </a:lnTo>
                <a:lnTo>
                  <a:pt x="5226" y="29296"/>
                </a:lnTo>
                <a:lnTo>
                  <a:pt x="6815" y="26406"/>
                </a:lnTo>
                <a:lnTo>
                  <a:pt x="8644" y="23561"/>
                </a:lnTo>
                <a:lnTo>
                  <a:pt x="10714" y="20762"/>
                </a:lnTo>
                <a:lnTo>
                  <a:pt x="13027" y="18012"/>
                </a:lnTo>
                <a:lnTo>
                  <a:pt x="15582" y="15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5" name="Original native bar-chart element 75">
            <a:extLst xmlns:a="http://schemas.openxmlformats.org/drawingml/2006/main">
              <a:ext uri="{FF2B5EF4-FFF2-40B4-BE49-F238E27FC236}">
                <a16:creationId xmlns:a16="http://schemas.microsoft.com/office/drawing/2014/main" id="{274D12B4-4241-4F4B-B676-EE725BF2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923" y="2368221"/>
            <a:ext cx="86308" cy="118555"/>
          </a:xfrm>
          <a:custGeom xmlns:a="http://schemas.openxmlformats.org/drawingml/2006/main">
            <a:pathLst>
              <a:path w="86308" h="118555">
                <a:moveTo>
                  <a:pt x="54739" y="12465"/>
                </a:moveTo>
                <a:lnTo>
                  <a:pt x="54199" y="12609"/>
                </a:lnTo>
                <a:lnTo>
                  <a:pt x="53665" y="12769"/>
                </a:lnTo>
                <a:lnTo>
                  <a:pt x="53136" y="12946"/>
                </a:lnTo>
                <a:lnTo>
                  <a:pt x="52611" y="13138"/>
                </a:lnTo>
                <a:lnTo>
                  <a:pt x="52090" y="13345"/>
                </a:lnTo>
                <a:lnTo>
                  <a:pt x="51571" y="13566"/>
                </a:lnTo>
                <a:lnTo>
                  <a:pt x="51056" y="13802"/>
                </a:lnTo>
                <a:lnTo>
                  <a:pt x="50543" y="14051"/>
                </a:lnTo>
                <a:lnTo>
                  <a:pt x="50032" y="14313"/>
                </a:lnTo>
                <a:lnTo>
                  <a:pt x="49523" y="14589"/>
                </a:lnTo>
                <a:lnTo>
                  <a:pt x="49014" y="14876"/>
                </a:lnTo>
                <a:lnTo>
                  <a:pt x="48506" y="15175"/>
                </a:lnTo>
                <a:lnTo>
                  <a:pt x="48029" y="15517"/>
                </a:lnTo>
                <a:lnTo>
                  <a:pt x="47547" y="15865"/>
                </a:lnTo>
                <a:lnTo>
                  <a:pt x="47062" y="16221"/>
                </a:lnTo>
                <a:lnTo>
                  <a:pt x="46574" y="16585"/>
                </a:lnTo>
                <a:lnTo>
                  <a:pt x="46084" y="16959"/>
                </a:lnTo>
                <a:lnTo>
                  <a:pt x="45593" y="17343"/>
                </a:lnTo>
                <a:lnTo>
                  <a:pt x="45102" y="17738"/>
                </a:lnTo>
                <a:lnTo>
                  <a:pt x="44612" y="18146"/>
                </a:lnTo>
                <a:lnTo>
                  <a:pt x="44124" y="18567"/>
                </a:lnTo>
                <a:lnTo>
                  <a:pt x="43638" y="19001"/>
                </a:lnTo>
                <a:lnTo>
                  <a:pt x="43157" y="19451"/>
                </a:lnTo>
                <a:lnTo>
                  <a:pt x="42680" y="19917"/>
                </a:lnTo>
                <a:lnTo>
                  <a:pt x="41034" y="21659"/>
                </a:lnTo>
                <a:lnTo>
                  <a:pt x="39552" y="23428"/>
                </a:lnTo>
                <a:lnTo>
                  <a:pt x="38232" y="25225"/>
                </a:lnTo>
                <a:lnTo>
                  <a:pt x="37074" y="27048"/>
                </a:lnTo>
                <a:lnTo>
                  <a:pt x="36079" y="28898"/>
                </a:lnTo>
                <a:lnTo>
                  <a:pt x="35245" y="30774"/>
                </a:lnTo>
                <a:lnTo>
                  <a:pt x="34571" y="32675"/>
                </a:lnTo>
                <a:lnTo>
                  <a:pt x="34059" y="34601"/>
                </a:lnTo>
                <a:lnTo>
                  <a:pt x="33706" y="36551"/>
                </a:lnTo>
                <a:lnTo>
                  <a:pt x="33512" y="38525"/>
                </a:lnTo>
                <a:lnTo>
                  <a:pt x="33478" y="40523"/>
                </a:lnTo>
                <a:lnTo>
                  <a:pt x="33602" y="42544"/>
                </a:lnTo>
                <a:lnTo>
                  <a:pt x="33853" y="44608"/>
                </a:lnTo>
                <a:lnTo>
                  <a:pt x="34267" y="46667"/>
                </a:lnTo>
                <a:lnTo>
                  <a:pt x="34845" y="48724"/>
                </a:lnTo>
                <a:lnTo>
                  <a:pt x="35584" y="50779"/>
                </a:lnTo>
                <a:lnTo>
                  <a:pt x="36485" y="52834"/>
                </a:lnTo>
                <a:lnTo>
                  <a:pt x="37548" y="54891"/>
                </a:lnTo>
                <a:lnTo>
                  <a:pt x="38772" y="56950"/>
                </a:lnTo>
                <a:lnTo>
                  <a:pt x="40156" y="59014"/>
                </a:lnTo>
                <a:lnTo>
                  <a:pt x="41700" y="61083"/>
                </a:lnTo>
                <a:lnTo>
                  <a:pt x="43403" y="63160"/>
                </a:lnTo>
                <a:lnTo>
                  <a:pt x="45266" y="65245"/>
                </a:lnTo>
                <a:lnTo>
                  <a:pt x="47287" y="67339"/>
                </a:lnTo>
                <a:lnTo>
                  <a:pt x="86308" y="106361"/>
                </a:lnTo>
                <a:lnTo>
                  <a:pt x="74114" y="118555"/>
                </a:lnTo>
                <a:lnTo>
                  <a:pt x="0" y="44441"/>
                </a:lnTo>
                <a:lnTo>
                  <a:pt x="12194" y="32247"/>
                </a:lnTo>
                <a:lnTo>
                  <a:pt x="23711" y="43764"/>
                </a:lnTo>
                <a:lnTo>
                  <a:pt x="23245" y="42039"/>
                </a:lnTo>
                <a:lnTo>
                  <a:pt x="22864" y="40322"/>
                </a:lnTo>
                <a:lnTo>
                  <a:pt x="22566" y="38613"/>
                </a:lnTo>
                <a:lnTo>
                  <a:pt x="22351" y="36914"/>
                </a:lnTo>
                <a:lnTo>
                  <a:pt x="22219" y="35226"/>
                </a:lnTo>
                <a:lnTo>
                  <a:pt x="22170" y="33551"/>
                </a:lnTo>
                <a:lnTo>
                  <a:pt x="22202" y="31890"/>
                </a:lnTo>
                <a:lnTo>
                  <a:pt x="22316" y="30245"/>
                </a:lnTo>
                <a:lnTo>
                  <a:pt x="22511" y="28616"/>
                </a:lnTo>
                <a:lnTo>
                  <a:pt x="22786" y="27006"/>
                </a:lnTo>
                <a:lnTo>
                  <a:pt x="23141" y="25416"/>
                </a:lnTo>
                <a:lnTo>
                  <a:pt x="23576" y="23847"/>
                </a:lnTo>
                <a:lnTo>
                  <a:pt x="24092" y="22291"/>
                </a:lnTo>
                <a:lnTo>
                  <a:pt x="24693" y="20741"/>
                </a:lnTo>
                <a:lnTo>
                  <a:pt x="25379" y="19197"/>
                </a:lnTo>
                <a:lnTo>
                  <a:pt x="26150" y="17659"/>
                </a:lnTo>
                <a:lnTo>
                  <a:pt x="27005" y="16126"/>
                </a:lnTo>
                <a:lnTo>
                  <a:pt x="27945" y="14599"/>
                </a:lnTo>
                <a:lnTo>
                  <a:pt x="28970" y="13078"/>
                </a:lnTo>
                <a:lnTo>
                  <a:pt x="30079" y="11562"/>
                </a:lnTo>
                <a:lnTo>
                  <a:pt x="31273" y="10052"/>
                </a:lnTo>
                <a:lnTo>
                  <a:pt x="32552" y="8547"/>
                </a:lnTo>
                <a:lnTo>
                  <a:pt x="33915" y="7048"/>
                </a:lnTo>
                <a:lnTo>
                  <a:pt x="35363" y="5555"/>
                </a:lnTo>
                <a:lnTo>
                  <a:pt x="35572" y="5352"/>
                </a:lnTo>
                <a:lnTo>
                  <a:pt x="35791" y="5147"/>
                </a:lnTo>
                <a:lnTo>
                  <a:pt x="36020" y="4941"/>
                </a:lnTo>
                <a:lnTo>
                  <a:pt x="36257" y="4732"/>
                </a:lnTo>
                <a:lnTo>
                  <a:pt x="36501" y="4519"/>
                </a:lnTo>
                <a:lnTo>
                  <a:pt x="36752" y="4302"/>
                </a:lnTo>
                <a:lnTo>
                  <a:pt x="37009" y="4079"/>
                </a:lnTo>
                <a:lnTo>
                  <a:pt x="37270" y="3849"/>
                </a:lnTo>
                <a:lnTo>
                  <a:pt x="37535" y="3612"/>
                </a:lnTo>
                <a:lnTo>
                  <a:pt x="37803" y="3366"/>
                </a:lnTo>
                <a:lnTo>
                  <a:pt x="38073" y="3111"/>
                </a:lnTo>
                <a:lnTo>
                  <a:pt x="38344" y="2845"/>
                </a:lnTo>
                <a:lnTo>
                  <a:pt x="38618" y="2639"/>
                </a:lnTo>
                <a:lnTo>
                  <a:pt x="38899" y="2428"/>
                </a:lnTo>
                <a:lnTo>
                  <a:pt x="39187" y="2210"/>
                </a:lnTo>
                <a:lnTo>
                  <a:pt x="39483" y="1987"/>
                </a:lnTo>
                <a:lnTo>
                  <a:pt x="39789" y="1759"/>
                </a:lnTo>
                <a:lnTo>
                  <a:pt x="40105" y="1524"/>
                </a:lnTo>
                <a:lnTo>
                  <a:pt x="40433" y="1284"/>
                </a:lnTo>
                <a:lnTo>
                  <a:pt x="40773" y="1039"/>
                </a:lnTo>
                <a:lnTo>
                  <a:pt x="41126" y="788"/>
                </a:lnTo>
                <a:lnTo>
                  <a:pt x="41493" y="531"/>
                </a:lnTo>
                <a:lnTo>
                  <a:pt x="41875" y="268"/>
                </a:lnTo>
                <a:lnTo>
                  <a:pt x="42273" y="0"/>
                </a:lnTo>
                <a:lnTo>
                  <a:pt x="54739" y="124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6" name="Original native bar-chart element 76">
            <a:extLst xmlns:a="http://schemas.openxmlformats.org/drawingml/2006/main">
              <a:ext uri="{FF2B5EF4-FFF2-40B4-BE49-F238E27FC236}">
                <a16:creationId xmlns:a16="http://schemas.microsoft.com/office/drawing/2014/main" id="{1F91ED46-E1F6-448B-B80D-8F0249E4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810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7" name="Original native bar-chart element 77">
            <a:extLst xmlns:a="http://schemas.openxmlformats.org/drawingml/2006/main">
              <a:ext uri="{FF2B5EF4-FFF2-40B4-BE49-F238E27FC236}">
                <a16:creationId xmlns:a16="http://schemas.microsoft.com/office/drawing/2014/main" id="{DDF43643-CE19-4207-824D-9C8D9892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810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78" name="Original native bar-chart element 78">
            <a:extLst xmlns:a="http://schemas.openxmlformats.org/drawingml/2006/main">
              <a:ext uri="{FF2B5EF4-FFF2-40B4-BE49-F238E27FC236}">
                <a16:creationId xmlns:a16="http://schemas.microsoft.com/office/drawing/2014/main" id="{BE97689A-601B-415A-BDF2-ED00886A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175" y="3005046"/>
            <a:ext cx="175733" cy="147957"/>
          </a:xfrm>
          <a:custGeom xmlns:a="http://schemas.openxmlformats.org/drawingml/2006/main">
            <a:pathLst>
              <a:path w="175733" h="147957">
                <a:moveTo>
                  <a:pt x="99315" y="54739"/>
                </a:moveTo>
                <a:lnTo>
                  <a:pt x="100317" y="54318"/>
                </a:lnTo>
                <a:lnTo>
                  <a:pt x="101359" y="53938"/>
                </a:lnTo>
                <a:lnTo>
                  <a:pt x="102440" y="53600"/>
                </a:lnTo>
                <a:lnTo>
                  <a:pt x="103561" y="53303"/>
                </a:lnTo>
                <a:lnTo>
                  <a:pt x="104721" y="53050"/>
                </a:lnTo>
                <a:lnTo>
                  <a:pt x="105921" y="52842"/>
                </a:lnTo>
                <a:lnTo>
                  <a:pt x="107160" y="52678"/>
                </a:lnTo>
                <a:lnTo>
                  <a:pt x="108438" y="52561"/>
                </a:lnTo>
                <a:lnTo>
                  <a:pt x="109757" y="52490"/>
                </a:lnTo>
                <a:lnTo>
                  <a:pt x="111114" y="52468"/>
                </a:lnTo>
                <a:lnTo>
                  <a:pt x="112512" y="52494"/>
                </a:lnTo>
                <a:lnTo>
                  <a:pt x="113948" y="52571"/>
                </a:lnTo>
                <a:lnTo>
                  <a:pt x="115461" y="52729"/>
                </a:lnTo>
                <a:lnTo>
                  <a:pt x="117020" y="52933"/>
                </a:lnTo>
                <a:lnTo>
                  <a:pt x="118625" y="53183"/>
                </a:lnTo>
                <a:lnTo>
                  <a:pt x="120276" y="53479"/>
                </a:lnTo>
                <a:lnTo>
                  <a:pt x="121975" y="53823"/>
                </a:lnTo>
                <a:lnTo>
                  <a:pt x="123721" y="54214"/>
                </a:lnTo>
                <a:lnTo>
                  <a:pt x="125515" y="54653"/>
                </a:lnTo>
                <a:lnTo>
                  <a:pt x="127357" y="55140"/>
                </a:lnTo>
                <a:lnTo>
                  <a:pt x="129248" y="55676"/>
                </a:lnTo>
                <a:lnTo>
                  <a:pt x="131189" y="56262"/>
                </a:lnTo>
                <a:lnTo>
                  <a:pt x="133180" y="56898"/>
                </a:lnTo>
                <a:lnTo>
                  <a:pt x="135221" y="57584"/>
                </a:lnTo>
                <a:lnTo>
                  <a:pt x="175733" y="70998"/>
                </a:lnTo>
                <a:lnTo>
                  <a:pt x="161370" y="85360"/>
                </a:lnTo>
                <a:lnTo>
                  <a:pt x="123433" y="72623"/>
                </a:lnTo>
                <a:lnTo>
                  <a:pt x="121037" y="71853"/>
                </a:lnTo>
                <a:lnTo>
                  <a:pt x="118727" y="71167"/>
                </a:lnTo>
                <a:lnTo>
                  <a:pt x="116506" y="70566"/>
                </a:lnTo>
                <a:lnTo>
                  <a:pt x="114375" y="70049"/>
                </a:lnTo>
                <a:lnTo>
                  <a:pt x="112336" y="69617"/>
                </a:lnTo>
                <a:lnTo>
                  <a:pt x="110392" y="69270"/>
                </a:lnTo>
                <a:lnTo>
                  <a:pt x="108543" y="69008"/>
                </a:lnTo>
                <a:lnTo>
                  <a:pt x="106792" y="68830"/>
                </a:lnTo>
                <a:lnTo>
                  <a:pt x="105141" y="68737"/>
                </a:lnTo>
                <a:lnTo>
                  <a:pt x="103592" y="68728"/>
                </a:lnTo>
                <a:lnTo>
                  <a:pt x="102146" y="68804"/>
                </a:lnTo>
                <a:lnTo>
                  <a:pt x="100806" y="68965"/>
                </a:lnTo>
                <a:lnTo>
                  <a:pt x="99485" y="69247"/>
                </a:lnTo>
                <a:lnTo>
                  <a:pt x="98164" y="69620"/>
                </a:lnTo>
                <a:lnTo>
                  <a:pt x="96843" y="70083"/>
                </a:lnTo>
                <a:lnTo>
                  <a:pt x="95522" y="70636"/>
                </a:lnTo>
                <a:lnTo>
                  <a:pt x="94200" y="71280"/>
                </a:lnTo>
                <a:lnTo>
                  <a:pt x="92879" y="72014"/>
                </a:lnTo>
                <a:lnTo>
                  <a:pt x="91558" y="72838"/>
                </a:lnTo>
                <a:lnTo>
                  <a:pt x="90237" y="73753"/>
                </a:lnTo>
                <a:lnTo>
                  <a:pt x="88916" y="74757"/>
                </a:lnTo>
                <a:lnTo>
                  <a:pt x="87595" y="75853"/>
                </a:lnTo>
                <a:lnTo>
                  <a:pt x="86274" y="77038"/>
                </a:lnTo>
                <a:lnTo>
                  <a:pt x="84953" y="78314"/>
                </a:lnTo>
                <a:lnTo>
                  <a:pt x="70456" y="92812"/>
                </a:lnTo>
                <a:lnTo>
                  <a:pt x="112187" y="134543"/>
                </a:lnTo>
                <a:lnTo>
                  <a:pt x="98773" y="147957"/>
                </a:lnTo>
                <a:lnTo>
                  <a:pt x="0" y="49183"/>
                </a:lnTo>
                <a:lnTo>
                  <a:pt x="30215" y="18969"/>
                </a:lnTo>
                <a:lnTo>
                  <a:pt x="33017" y="16267"/>
                </a:lnTo>
                <a:lnTo>
                  <a:pt x="35802" y="13785"/>
                </a:lnTo>
                <a:lnTo>
                  <a:pt x="38569" y="11521"/>
                </a:lnTo>
                <a:lnTo>
                  <a:pt x="41315" y="9474"/>
                </a:lnTo>
                <a:lnTo>
                  <a:pt x="44041" y="7644"/>
                </a:lnTo>
                <a:lnTo>
                  <a:pt x="46745" y="6029"/>
                </a:lnTo>
                <a:lnTo>
                  <a:pt x="49426" y="4629"/>
                </a:lnTo>
                <a:lnTo>
                  <a:pt x="52084" y="3442"/>
                </a:lnTo>
                <a:lnTo>
                  <a:pt x="54717" y="2468"/>
                </a:lnTo>
                <a:lnTo>
                  <a:pt x="57325" y="1706"/>
                </a:lnTo>
                <a:lnTo>
                  <a:pt x="59907" y="1155"/>
                </a:lnTo>
                <a:lnTo>
                  <a:pt x="62462" y="813"/>
                </a:lnTo>
                <a:lnTo>
                  <a:pt x="65030" y="717"/>
                </a:lnTo>
                <a:lnTo>
                  <a:pt x="67586" y="836"/>
                </a:lnTo>
                <a:lnTo>
                  <a:pt x="70130" y="1169"/>
                </a:lnTo>
                <a:lnTo>
                  <a:pt x="72659" y="1716"/>
                </a:lnTo>
                <a:lnTo>
                  <a:pt x="75173" y="2478"/>
                </a:lnTo>
                <a:lnTo>
                  <a:pt x="77671" y="3455"/>
                </a:lnTo>
                <a:lnTo>
                  <a:pt x="80152" y="4646"/>
                </a:lnTo>
                <a:lnTo>
                  <a:pt x="82615" y="6052"/>
                </a:lnTo>
                <a:lnTo>
                  <a:pt x="85059" y="7672"/>
                </a:lnTo>
                <a:lnTo>
                  <a:pt x="87484" y="9507"/>
                </a:lnTo>
                <a:lnTo>
                  <a:pt x="89887" y="11556"/>
                </a:lnTo>
                <a:lnTo>
                  <a:pt x="92270" y="13820"/>
                </a:lnTo>
                <a:lnTo>
                  <a:pt x="93777" y="15389"/>
                </a:lnTo>
                <a:lnTo>
                  <a:pt x="95182" y="16980"/>
                </a:lnTo>
                <a:lnTo>
                  <a:pt x="96485" y="18590"/>
                </a:lnTo>
                <a:lnTo>
                  <a:pt x="97684" y="20218"/>
                </a:lnTo>
                <a:lnTo>
                  <a:pt x="98780" y="21864"/>
                </a:lnTo>
                <a:lnTo>
                  <a:pt x="99773" y="23525"/>
                </a:lnTo>
                <a:lnTo>
                  <a:pt x="100660" y="25200"/>
                </a:lnTo>
                <a:lnTo>
                  <a:pt x="101443" y="26888"/>
                </a:lnTo>
                <a:lnTo>
                  <a:pt x="102120" y="28587"/>
                </a:lnTo>
                <a:lnTo>
                  <a:pt x="102692" y="30296"/>
                </a:lnTo>
                <a:lnTo>
                  <a:pt x="103157" y="32013"/>
                </a:lnTo>
                <a:lnTo>
                  <a:pt x="103516" y="33737"/>
                </a:lnTo>
                <a:lnTo>
                  <a:pt x="103736" y="35499"/>
                </a:lnTo>
                <a:lnTo>
                  <a:pt x="103854" y="37260"/>
                </a:lnTo>
                <a:lnTo>
                  <a:pt x="103869" y="39019"/>
                </a:lnTo>
                <a:lnTo>
                  <a:pt x="103781" y="40778"/>
                </a:lnTo>
                <a:lnTo>
                  <a:pt x="103590" y="42535"/>
                </a:lnTo>
                <a:lnTo>
                  <a:pt x="103295" y="44289"/>
                </a:lnTo>
                <a:lnTo>
                  <a:pt x="102896" y="46040"/>
                </a:lnTo>
                <a:lnTo>
                  <a:pt x="102391" y="47788"/>
                </a:lnTo>
                <a:lnTo>
                  <a:pt x="101782" y="49533"/>
                </a:lnTo>
                <a:lnTo>
                  <a:pt x="101066" y="51273"/>
                </a:lnTo>
                <a:lnTo>
                  <a:pt x="100244" y="53008"/>
                </a:lnTo>
                <a:lnTo>
                  <a:pt x="99315" y="54739"/>
                </a:lnTo>
                <a:close/>
                <a:moveTo>
                  <a:pt x="24388" y="46745"/>
                </a:moveTo>
                <a:lnTo>
                  <a:pt x="59481" y="81837"/>
                </a:lnTo>
                <a:lnTo>
                  <a:pt x="76282" y="65036"/>
                </a:lnTo>
                <a:lnTo>
                  <a:pt x="77812" y="63444"/>
                </a:lnTo>
                <a:lnTo>
                  <a:pt x="79217" y="61853"/>
                </a:lnTo>
                <a:lnTo>
                  <a:pt x="80497" y="60262"/>
                </a:lnTo>
                <a:lnTo>
                  <a:pt x="81651" y="58673"/>
                </a:lnTo>
                <a:lnTo>
                  <a:pt x="82680" y="57086"/>
                </a:lnTo>
                <a:lnTo>
                  <a:pt x="83581" y="55501"/>
                </a:lnTo>
                <a:lnTo>
                  <a:pt x="84356" y="53919"/>
                </a:lnTo>
                <a:lnTo>
                  <a:pt x="85003" y="52340"/>
                </a:lnTo>
                <a:lnTo>
                  <a:pt x="85523" y="50765"/>
                </a:lnTo>
                <a:lnTo>
                  <a:pt x="85914" y="49194"/>
                </a:lnTo>
                <a:lnTo>
                  <a:pt x="86176" y="47628"/>
                </a:lnTo>
                <a:lnTo>
                  <a:pt x="86308" y="46067"/>
                </a:lnTo>
                <a:lnTo>
                  <a:pt x="86316" y="44512"/>
                </a:lnTo>
                <a:lnTo>
                  <a:pt x="86205" y="42963"/>
                </a:lnTo>
                <a:lnTo>
                  <a:pt x="85971" y="41420"/>
                </a:lnTo>
                <a:lnTo>
                  <a:pt x="85616" y="39885"/>
                </a:lnTo>
                <a:lnTo>
                  <a:pt x="85135" y="38357"/>
                </a:lnTo>
                <a:lnTo>
                  <a:pt x="84530" y="36837"/>
                </a:lnTo>
                <a:lnTo>
                  <a:pt x="83797" y="35325"/>
                </a:lnTo>
                <a:lnTo>
                  <a:pt x="82936" y="33823"/>
                </a:lnTo>
                <a:lnTo>
                  <a:pt x="81945" y="32330"/>
                </a:lnTo>
                <a:lnTo>
                  <a:pt x="80823" y="30846"/>
                </a:lnTo>
                <a:lnTo>
                  <a:pt x="79568" y="29373"/>
                </a:lnTo>
                <a:lnTo>
                  <a:pt x="78179" y="27911"/>
                </a:lnTo>
                <a:lnTo>
                  <a:pt x="76748" y="26553"/>
                </a:lnTo>
                <a:lnTo>
                  <a:pt x="75301" y="25324"/>
                </a:lnTo>
                <a:lnTo>
                  <a:pt x="73839" y="24223"/>
                </a:lnTo>
                <a:lnTo>
                  <a:pt x="72363" y="23249"/>
                </a:lnTo>
                <a:lnTo>
                  <a:pt x="70873" y="22401"/>
                </a:lnTo>
                <a:lnTo>
                  <a:pt x="69372" y="21679"/>
                </a:lnTo>
                <a:lnTo>
                  <a:pt x="67859" y="21080"/>
                </a:lnTo>
                <a:lnTo>
                  <a:pt x="66336" y="20605"/>
                </a:lnTo>
                <a:lnTo>
                  <a:pt x="64803" y="20252"/>
                </a:lnTo>
                <a:lnTo>
                  <a:pt x="63262" y="20020"/>
                </a:lnTo>
                <a:lnTo>
                  <a:pt x="61713" y="19909"/>
                </a:lnTo>
                <a:lnTo>
                  <a:pt x="60158" y="19917"/>
                </a:lnTo>
                <a:lnTo>
                  <a:pt x="58597" y="20050"/>
                </a:lnTo>
                <a:lnTo>
                  <a:pt x="57031" y="20312"/>
                </a:lnTo>
                <a:lnTo>
                  <a:pt x="55460" y="20703"/>
                </a:lnTo>
                <a:lnTo>
                  <a:pt x="53885" y="21222"/>
                </a:lnTo>
                <a:lnTo>
                  <a:pt x="52307" y="21869"/>
                </a:lnTo>
                <a:lnTo>
                  <a:pt x="50725" y="22644"/>
                </a:lnTo>
                <a:lnTo>
                  <a:pt x="49140" y="23546"/>
                </a:lnTo>
                <a:lnTo>
                  <a:pt x="47553" y="24574"/>
                </a:lnTo>
                <a:lnTo>
                  <a:pt x="45963" y="25729"/>
                </a:lnTo>
                <a:lnTo>
                  <a:pt x="44373" y="27009"/>
                </a:lnTo>
                <a:lnTo>
                  <a:pt x="42781" y="28414"/>
                </a:lnTo>
                <a:lnTo>
                  <a:pt x="41189" y="29944"/>
                </a:lnTo>
                <a:lnTo>
                  <a:pt x="24388" y="467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9" name="Original native bar-chart element 79">
            <a:extLst xmlns:a="http://schemas.openxmlformats.org/drawingml/2006/main">
              <a:ext uri="{FF2B5EF4-FFF2-40B4-BE49-F238E27FC236}">
                <a16:creationId xmlns:a16="http://schemas.microsoft.com/office/drawing/2014/main" id="{6D858D8D-1654-4D82-9FD7-985B4EA5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256" y="2943917"/>
            <a:ext cx="118013" cy="108258"/>
          </a:xfrm>
          <a:custGeom xmlns:a="http://schemas.openxmlformats.org/drawingml/2006/main">
            <a:pathLst>
              <a:path w="118013" h="108258">
                <a:moveTo>
                  <a:pt x="84547" y="18020"/>
                </a:moveTo>
                <a:lnTo>
                  <a:pt x="90508" y="23982"/>
                </a:lnTo>
                <a:lnTo>
                  <a:pt x="34550" y="79940"/>
                </a:lnTo>
                <a:lnTo>
                  <a:pt x="36786" y="81825"/>
                </a:lnTo>
                <a:lnTo>
                  <a:pt x="39022" y="83551"/>
                </a:lnTo>
                <a:lnTo>
                  <a:pt x="41257" y="85114"/>
                </a:lnTo>
                <a:lnTo>
                  <a:pt x="43493" y="86514"/>
                </a:lnTo>
                <a:lnTo>
                  <a:pt x="45728" y="87748"/>
                </a:lnTo>
                <a:lnTo>
                  <a:pt x="47964" y="88815"/>
                </a:lnTo>
                <a:lnTo>
                  <a:pt x="50200" y="89712"/>
                </a:lnTo>
                <a:lnTo>
                  <a:pt x="52435" y="90438"/>
                </a:lnTo>
                <a:lnTo>
                  <a:pt x="54671" y="90991"/>
                </a:lnTo>
                <a:lnTo>
                  <a:pt x="56906" y="91369"/>
                </a:lnTo>
                <a:lnTo>
                  <a:pt x="59142" y="91570"/>
                </a:lnTo>
                <a:lnTo>
                  <a:pt x="61378" y="91592"/>
                </a:lnTo>
                <a:lnTo>
                  <a:pt x="63571" y="91476"/>
                </a:lnTo>
                <a:lnTo>
                  <a:pt x="65748" y="91196"/>
                </a:lnTo>
                <a:lnTo>
                  <a:pt x="67909" y="90752"/>
                </a:lnTo>
                <a:lnTo>
                  <a:pt x="70054" y="90142"/>
                </a:lnTo>
                <a:lnTo>
                  <a:pt x="72184" y="89367"/>
                </a:lnTo>
                <a:lnTo>
                  <a:pt x="74300" y="88425"/>
                </a:lnTo>
                <a:lnTo>
                  <a:pt x="76402" y="87317"/>
                </a:lnTo>
                <a:lnTo>
                  <a:pt x="78490" y="86042"/>
                </a:lnTo>
                <a:lnTo>
                  <a:pt x="80565" y="84600"/>
                </a:lnTo>
                <a:lnTo>
                  <a:pt x="82627" y="82989"/>
                </a:lnTo>
                <a:lnTo>
                  <a:pt x="84676" y="81210"/>
                </a:lnTo>
                <a:lnTo>
                  <a:pt x="86715" y="79263"/>
                </a:lnTo>
                <a:lnTo>
                  <a:pt x="87855" y="78100"/>
                </a:lnTo>
                <a:lnTo>
                  <a:pt x="88972" y="76915"/>
                </a:lnTo>
                <a:lnTo>
                  <a:pt x="90064" y="75710"/>
                </a:lnTo>
                <a:lnTo>
                  <a:pt x="91131" y="74485"/>
                </a:lnTo>
                <a:lnTo>
                  <a:pt x="92171" y="73241"/>
                </a:lnTo>
                <a:lnTo>
                  <a:pt x="93184" y="71980"/>
                </a:lnTo>
                <a:lnTo>
                  <a:pt x="94169" y="70701"/>
                </a:lnTo>
                <a:lnTo>
                  <a:pt x="95125" y="69407"/>
                </a:lnTo>
                <a:lnTo>
                  <a:pt x="96051" y="68097"/>
                </a:lnTo>
                <a:lnTo>
                  <a:pt x="96945" y="66773"/>
                </a:lnTo>
                <a:lnTo>
                  <a:pt x="97808" y="65437"/>
                </a:lnTo>
                <a:lnTo>
                  <a:pt x="98638" y="64087"/>
                </a:lnTo>
                <a:lnTo>
                  <a:pt x="99439" y="62716"/>
                </a:lnTo>
                <a:lnTo>
                  <a:pt x="100217" y="61311"/>
                </a:lnTo>
                <a:lnTo>
                  <a:pt x="100971" y="59875"/>
                </a:lnTo>
                <a:lnTo>
                  <a:pt x="101699" y="58407"/>
                </a:lnTo>
                <a:lnTo>
                  <a:pt x="102401" y="56909"/>
                </a:lnTo>
                <a:lnTo>
                  <a:pt x="103075" y="55382"/>
                </a:lnTo>
                <a:lnTo>
                  <a:pt x="103721" y="53827"/>
                </a:lnTo>
                <a:lnTo>
                  <a:pt x="104339" y="52245"/>
                </a:lnTo>
                <a:lnTo>
                  <a:pt x="104925" y="50636"/>
                </a:lnTo>
                <a:lnTo>
                  <a:pt x="105481" y="49002"/>
                </a:lnTo>
                <a:lnTo>
                  <a:pt x="106005" y="47343"/>
                </a:lnTo>
                <a:lnTo>
                  <a:pt x="106496" y="45661"/>
                </a:lnTo>
                <a:lnTo>
                  <a:pt x="118013" y="57177"/>
                </a:lnTo>
                <a:lnTo>
                  <a:pt x="117392" y="58730"/>
                </a:lnTo>
                <a:lnTo>
                  <a:pt x="116747" y="60270"/>
                </a:lnTo>
                <a:lnTo>
                  <a:pt x="116078" y="61797"/>
                </a:lnTo>
                <a:lnTo>
                  <a:pt x="115384" y="63310"/>
                </a:lnTo>
                <a:lnTo>
                  <a:pt x="114663" y="64807"/>
                </a:lnTo>
                <a:lnTo>
                  <a:pt x="113915" y="66289"/>
                </a:lnTo>
                <a:lnTo>
                  <a:pt x="113138" y="67754"/>
                </a:lnTo>
                <a:lnTo>
                  <a:pt x="112333" y="69201"/>
                </a:lnTo>
                <a:lnTo>
                  <a:pt x="111497" y="70629"/>
                </a:lnTo>
                <a:lnTo>
                  <a:pt x="110630" y="72038"/>
                </a:lnTo>
                <a:lnTo>
                  <a:pt x="109731" y="73425"/>
                </a:lnTo>
                <a:lnTo>
                  <a:pt x="108800" y="74791"/>
                </a:lnTo>
                <a:lnTo>
                  <a:pt x="107843" y="76143"/>
                </a:lnTo>
                <a:lnTo>
                  <a:pt x="106869" y="77487"/>
                </a:lnTo>
                <a:lnTo>
                  <a:pt x="105878" y="78822"/>
                </a:lnTo>
                <a:lnTo>
                  <a:pt x="104870" y="80146"/>
                </a:lnTo>
                <a:lnTo>
                  <a:pt x="103846" y="81456"/>
                </a:lnTo>
                <a:lnTo>
                  <a:pt x="102804" y="82751"/>
                </a:lnTo>
                <a:lnTo>
                  <a:pt x="101746" y="84030"/>
                </a:lnTo>
                <a:lnTo>
                  <a:pt x="100670" y="85289"/>
                </a:lnTo>
                <a:lnTo>
                  <a:pt x="99578" y="86528"/>
                </a:lnTo>
                <a:lnTo>
                  <a:pt x="98468" y="87745"/>
                </a:lnTo>
                <a:lnTo>
                  <a:pt x="97342" y="88936"/>
                </a:lnTo>
                <a:lnTo>
                  <a:pt x="96199" y="90102"/>
                </a:lnTo>
                <a:lnTo>
                  <a:pt x="93201" y="92959"/>
                </a:lnTo>
                <a:lnTo>
                  <a:pt x="90169" y="95567"/>
                </a:lnTo>
                <a:lnTo>
                  <a:pt x="87102" y="97929"/>
                </a:lnTo>
                <a:lnTo>
                  <a:pt x="84000" y="100043"/>
                </a:lnTo>
                <a:lnTo>
                  <a:pt x="80862" y="101911"/>
                </a:lnTo>
                <a:lnTo>
                  <a:pt x="77687" y="103532"/>
                </a:lnTo>
                <a:lnTo>
                  <a:pt x="74477" y="104909"/>
                </a:lnTo>
                <a:lnTo>
                  <a:pt x="71228" y="106040"/>
                </a:lnTo>
                <a:lnTo>
                  <a:pt x="67943" y="106926"/>
                </a:lnTo>
                <a:lnTo>
                  <a:pt x="64619" y="107568"/>
                </a:lnTo>
                <a:lnTo>
                  <a:pt x="61256" y="107967"/>
                </a:lnTo>
                <a:lnTo>
                  <a:pt x="57855" y="108122"/>
                </a:lnTo>
                <a:lnTo>
                  <a:pt x="54453" y="108029"/>
                </a:lnTo>
                <a:lnTo>
                  <a:pt x="51092" y="107683"/>
                </a:lnTo>
                <a:lnTo>
                  <a:pt x="47769" y="107085"/>
                </a:lnTo>
                <a:lnTo>
                  <a:pt x="44486" y="106235"/>
                </a:lnTo>
                <a:lnTo>
                  <a:pt x="41243" y="105136"/>
                </a:lnTo>
                <a:lnTo>
                  <a:pt x="38039" y="103787"/>
                </a:lnTo>
                <a:lnTo>
                  <a:pt x="34875" y="102189"/>
                </a:lnTo>
                <a:lnTo>
                  <a:pt x="31750" y="100344"/>
                </a:lnTo>
                <a:lnTo>
                  <a:pt x="28665" y="98253"/>
                </a:lnTo>
                <a:lnTo>
                  <a:pt x="25619" y="95915"/>
                </a:lnTo>
                <a:lnTo>
                  <a:pt x="22613" y="93334"/>
                </a:lnTo>
                <a:lnTo>
                  <a:pt x="19646" y="90508"/>
                </a:lnTo>
                <a:lnTo>
                  <a:pt x="16750" y="87477"/>
                </a:lnTo>
                <a:lnTo>
                  <a:pt x="14091" y="84411"/>
                </a:lnTo>
                <a:lnTo>
                  <a:pt x="11669" y="81312"/>
                </a:lnTo>
                <a:lnTo>
                  <a:pt x="9484" y="78179"/>
                </a:lnTo>
                <a:lnTo>
                  <a:pt x="7537" y="75011"/>
                </a:lnTo>
                <a:lnTo>
                  <a:pt x="5826" y="71811"/>
                </a:lnTo>
                <a:lnTo>
                  <a:pt x="4353" y="68576"/>
                </a:lnTo>
                <a:lnTo>
                  <a:pt x="3116" y="65307"/>
                </a:lnTo>
                <a:lnTo>
                  <a:pt x="2117" y="62004"/>
                </a:lnTo>
                <a:lnTo>
                  <a:pt x="1355" y="58668"/>
                </a:lnTo>
                <a:lnTo>
                  <a:pt x="830" y="55297"/>
                </a:lnTo>
                <a:lnTo>
                  <a:pt x="542" y="51893"/>
                </a:lnTo>
                <a:lnTo>
                  <a:pt x="528" y="48526"/>
                </a:lnTo>
                <a:lnTo>
                  <a:pt x="756" y="45200"/>
                </a:lnTo>
                <a:lnTo>
                  <a:pt x="1228" y="41918"/>
                </a:lnTo>
                <a:lnTo>
                  <a:pt x="1942" y="38680"/>
                </a:lnTo>
                <a:lnTo>
                  <a:pt x="2899" y="35490"/>
                </a:lnTo>
                <a:lnTo>
                  <a:pt x="4099" y="32349"/>
                </a:lnTo>
                <a:lnTo>
                  <a:pt x="5541" y="29258"/>
                </a:lnTo>
                <a:lnTo>
                  <a:pt x="7226" y="26220"/>
                </a:lnTo>
                <a:lnTo>
                  <a:pt x="9154" y="23237"/>
                </a:lnTo>
                <a:lnTo>
                  <a:pt x="11325" y="20310"/>
                </a:lnTo>
                <a:lnTo>
                  <a:pt x="13738" y="17441"/>
                </a:lnTo>
                <a:lnTo>
                  <a:pt x="16394" y="14633"/>
                </a:lnTo>
                <a:lnTo>
                  <a:pt x="18924" y="12239"/>
                </a:lnTo>
                <a:lnTo>
                  <a:pt x="21498" y="10070"/>
                </a:lnTo>
                <a:lnTo>
                  <a:pt x="24117" y="8125"/>
                </a:lnTo>
                <a:lnTo>
                  <a:pt x="26782" y="6403"/>
                </a:lnTo>
                <a:lnTo>
                  <a:pt x="29492" y="4903"/>
                </a:lnTo>
                <a:lnTo>
                  <a:pt x="32247" y="3624"/>
                </a:lnTo>
                <a:lnTo>
                  <a:pt x="35047" y="2566"/>
                </a:lnTo>
                <a:lnTo>
                  <a:pt x="37892" y="1726"/>
                </a:lnTo>
                <a:lnTo>
                  <a:pt x="40783" y="1105"/>
                </a:lnTo>
                <a:lnTo>
                  <a:pt x="43719" y="701"/>
                </a:lnTo>
                <a:lnTo>
                  <a:pt x="46699" y="514"/>
                </a:lnTo>
                <a:lnTo>
                  <a:pt x="49725" y="542"/>
                </a:lnTo>
                <a:lnTo>
                  <a:pt x="52763" y="847"/>
                </a:lnTo>
                <a:lnTo>
                  <a:pt x="55777" y="1357"/>
                </a:lnTo>
                <a:lnTo>
                  <a:pt x="58767" y="2073"/>
                </a:lnTo>
                <a:lnTo>
                  <a:pt x="61734" y="2996"/>
                </a:lnTo>
                <a:lnTo>
                  <a:pt x="64676" y="4128"/>
                </a:lnTo>
                <a:lnTo>
                  <a:pt x="67593" y="5470"/>
                </a:lnTo>
                <a:lnTo>
                  <a:pt x="70485" y="7025"/>
                </a:lnTo>
                <a:lnTo>
                  <a:pt x="73351" y="8792"/>
                </a:lnTo>
                <a:lnTo>
                  <a:pt x="76191" y="10774"/>
                </a:lnTo>
                <a:lnTo>
                  <a:pt x="79003" y="12971"/>
                </a:lnTo>
                <a:lnTo>
                  <a:pt x="81789" y="15387"/>
                </a:lnTo>
                <a:lnTo>
                  <a:pt x="84547" y="18020"/>
                </a:lnTo>
                <a:close/>
                <a:moveTo>
                  <a:pt x="68830" y="26692"/>
                </a:moveTo>
                <a:lnTo>
                  <a:pt x="67128" y="25131"/>
                </a:lnTo>
                <a:lnTo>
                  <a:pt x="65409" y="23698"/>
                </a:lnTo>
                <a:lnTo>
                  <a:pt x="63673" y="22394"/>
                </a:lnTo>
                <a:lnTo>
                  <a:pt x="61920" y="21217"/>
                </a:lnTo>
                <a:lnTo>
                  <a:pt x="60150" y="20166"/>
                </a:lnTo>
                <a:lnTo>
                  <a:pt x="58363" y="19240"/>
                </a:lnTo>
                <a:lnTo>
                  <a:pt x="56559" y="18438"/>
                </a:lnTo>
                <a:lnTo>
                  <a:pt x="54739" y="17759"/>
                </a:lnTo>
                <a:lnTo>
                  <a:pt x="52901" y="17203"/>
                </a:lnTo>
                <a:lnTo>
                  <a:pt x="51046" y="16768"/>
                </a:lnTo>
                <a:lnTo>
                  <a:pt x="49175" y="16454"/>
                </a:lnTo>
                <a:lnTo>
                  <a:pt x="47287" y="16259"/>
                </a:lnTo>
                <a:lnTo>
                  <a:pt x="45404" y="16256"/>
                </a:lnTo>
                <a:lnTo>
                  <a:pt x="43550" y="16383"/>
                </a:lnTo>
                <a:lnTo>
                  <a:pt x="41727" y="16640"/>
                </a:lnTo>
                <a:lnTo>
                  <a:pt x="39935" y="17027"/>
                </a:lnTo>
                <a:lnTo>
                  <a:pt x="38175" y="17543"/>
                </a:lnTo>
                <a:lnTo>
                  <a:pt x="36447" y="18190"/>
                </a:lnTo>
                <a:lnTo>
                  <a:pt x="34754" y="18966"/>
                </a:lnTo>
                <a:lnTo>
                  <a:pt x="33095" y="19872"/>
                </a:lnTo>
                <a:lnTo>
                  <a:pt x="31472" y="20908"/>
                </a:lnTo>
                <a:lnTo>
                  <a:pt x="29886" y="22074"/>
                </a:lnTo>
                <a:lnTo>
                  <a:pt x="28337" y="23369"/>
                </a:lnTo>
                <a:lnTo>
                  <a:pt x="26827" y="24795"/>
                </a:lnTo>
                <a:lnTo>
                  <a:pt x="25204" y="26503"/>
                </a:lnTo>
                <a:lnTo>
                  <a:pt x="23721" y="28237"/>
                </a:lnTo>
                <a:lnTo>
                  <a:pt x="22377" y="29999"/>
                </a:lnTo>
                <a:lnTo>
                  <a:pt x="21172" y="31785"/>
                </a:lnTo>
                <a:lnTo>
                  <a:pt x="20104" y="33596"/>
                </a:lnTo>
                <a:lnTo>
                  <a:pt x="19172" y="35431"/>
                </a:lnTo>
                <a:lnTo>
                  <a:pt x="18376" y="37288"/>
                </a:lnTo>
                <a:lnTo>
                  <a:pt x="17714" y="39167"/>
                </a:lnTo>
                <a:lnTo>
                  <a:pt x="17186" y="41067"/>
                </a:lnTo>
                <a:lnTo>
                  <a:pt x="16791" y="42986"/>
                </a:lnTo>
                <a:lnTo>
                  <a:pt x="16527" y="44924"/>
                </a:lnTo>
                <a:lnTo>
                  <a:pt x="16394" y="46880"/>
                </a:lnTo>
                <a:lnTo>
                  <a:pt x="16395" y="48844"/>
                </a:lnTo>
                <a:lnTo>
                  <a:pt x="16531" y="50807"/>
                </a:lnTo>
                <a:lnTo>
                  <a:pt x="16803" y="52768"/>
                </a:lnTo>
                <a:lnTo>
                  <a:pt x="17212" y="54724"/>
                </a:lnTo>
                <a:lnTo>
                  <a:pt x="17759" y="56674"/>
                </a:lnTo>
                <a:lnTo>
                  <a:pt x="18444" y="58617"/>
                </a:lnTo>
                <a:lnTo>
                  <a:pt x="19267" y="60552"/>
                </a:lnTo>
                <a:lnTo>
                  <a:pt x="20228" y="62477"/>
                </a:lnTo>
                <a:lnTo>
                  <a:pt x="21329" y="64390"/>
                </a:lnTo>
                <a:lnTo>
                  <a:pt x="22570" y="66291"/>
                </a:lnTo>
                <a:lnTo>
                  <a:pt x="23951" y="68178"/>
                </a:lnTo>
                <a:lnTo>
                  <a:pt x="25472" y="70049"/>
                </a:lnTo>
                <a:lnTo>
                  <a:pt x="68830" y="26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0" name="Original native bar-chart element 80">
            <a:extLst xmlns:a="http://schemas.openxmlformats.org/drawingml/2006/main">
              <a:ext uri="{FF2B5EF4-FFF2-40B4-BE49-F238E27FC236}">
                <a16:creationId xmlns:a16="http://schemas.microsoft.com/office/drawing/2014/main" id="{A1196476-22AD-4C3F-9C33-1A0B4151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305" y="2858151"/>
            <a:ext cx="124517" cy="152428"/>
          </a:xfrm>
          <a:custGeom xmlns:a="http://schemas.openxmlformats.org/drawingml/2006/main">
            <a:pathLst>
              <a:path w="124517" h="152428">
                <a:moveTo>
                  <a:pt x="75198" y="101077"/>
                </a:moveTo>
                <a:lnTo>
                  <a:pt x="114355" y="140234"/>
                </a:lnTo>
                <a:lnTo>
                  <a:pt x="102161" y="152428"/>
                </a:lnTo>
                <a:lnTo>
                  <a:pt x="0" y="50267"/>
                </a:lnTo>
                <a:lnTo>
                  <a:pt x="12194" y="38073"/>
                </a:lnTo>
                <a:lnTo>
                  <a:pt x="23440" y="49319"/>
                </a:lnTo>
                <a:lnTo>
                  <a:pt x="23005" y="47631"/>
                </a:lnTo>
                <a:lnTo>
                  <a:pt x="22649" y="45955"/>
                </a:lnTo>
                <a:lnTo>
                  <a:pt x="22371" y="44291"/>
                </a:lnTo>
                <a:lnTo>
                  <a:pt x="22170" y="42640"/>
                </a:lnTo>
                <a:lnTo>
                  <a:pt x="22047" y="41002"/>
                </a:lnTo>
                <a:lnTo>
                  <a:pt x="22000" y="39377"/>
                </a:lnTo>
                <a:lnTo>
                  <a:pt x="22030" y="37767"/>
                </a:lnTo>
                <a:lnTo>
                  <a:pt x="22135" y="36171"/>
                </a:lnTo>
                <a:lnTo>
                  <a:pt x="22316" y="34591"/>
                </a:lnTo>
                <a:lnTo>
                  <a:pt x="22571" y="33025"/>
                </a:lnTo>
                <a:lnTo>
                  <a:pt x="22901" y="31476"/>
                </a:lnTo>
                <a:lnTo>
                  <a:pt x="23305" y="29944"/>
                </a:lnTo>
                <a:lnTo>
                  <a:pt x="23784" y="28425"/>
                </a:lnTo>
                <a:lnTo>
                  <a:pt x="24343" y="26918"/>
                </a:lnTo>
                <a:lnTo>
                  <a:pt x="24979" y="25424"/>
                </a:lnTo>
                <a:lnTo>
                  <a:pt x="25693" y="23942"/>
                </a:lnTo>
                <a:lnTo>
                  <a:pt x="26484" y="22473"/>
                </a:lnTo>
                <a:lnTo>
                  <a:pt x="27352" y="21018"/>
                </a:lnTo>
                <a:lnTo>
                  <a:pt x="28296" y="19577"/>
                </a:lnTo>
                <a:lnTo>
                  <a:pt x="29316" y="18151"/>
                </a:lnTo>
                <a:lnTo>
                  <a:pt x="30411" y="16740"/>
                </a:lnTo>
                <a:lnTo>
                  <a:pt x="31581" y="15344"/>
                </a:lnTo>
                <a:lnTo>
                  <a:pt x="32826" y="13964"/>
                </a:lnTo>
                <a:lnTo>
                  <a:pt x="34144" y="12601"/>
                </a:lnTo>
                <a:lnTo>
                  <a:pt x="36422" y="10475"/>
                </a:lnTo>
                <a:lnTo>
                  <a:pt x="38783" y="8569"/>
                </a:lnTo>
                <a:lnTo>
                  <a:pt x="41228" y="6880"/>
                </a:lnTo>
                <a:lnTo>
                  <a:pt x="43754" y="5410"/>
                </a:lnTo>
                <a:lnTo>
                  <a:pt x="46361" y="4155"/>
                </a:lnTo>
                <a:lnTo>
                  <a:pt x="49048" y="3116"/>
                </a:lnTo>
                <a:lnTo>
                  <a:pt x="51814" y="2292"/>
                </a:lnTo>
                <a:lnTo>
                  <a:pt x="54658" y="1681"/>
                </a:lnTo>
                <a:lnTo>
                  <a:pt x="57580" y="1283"/>
                </a:lnTo>
                <a:lnTo>
                  <a:pt x="60577" y="1096"/>
                </a:lnTo>
                <a:lnTo>
                  <a:pt x="63650" y="1121"/>
                </a:lnTo>
                <a:lnTo>
                  <a:pt x="66797" y="1355"/>
                </a:lnTo>
                <a:lnTo>
                  <a:pt x="69970" y="1863"/>
                </a:lnTo>
                <a:lnTo>
                  <a:pt x="73120" y="2576"/>
                </a:lnTo>
                <a:lnTo>
                  <a:pt x="76248" y="3493"/>
                </a:lnTo>
                <a:lnTo>
                  <a:pt x="79353" y="4617"/>
                </a:lnTo>
                <a:lnTo>
                  <a:pt x="82435" y="5947"/>
                </a:lnTo>
                <a:lnTo>
                  <a:pt x="85495" y="7486"/>
                </a:lnTo>
                <a:lnTo>
                  <a:pt x="88532" y="9233"/>
                </a:lnTo>
                <a:lnTo>
                  <a:pt x="91547" y="11191"/>
                </a:lnTo>
                <a:lnTo>
                  <a:pt x="94539" y="13359"/>
                </a:lnTo>
                <a:lnTo>
                  <a:pt x="97509" y="15738"/>
                </a:lnTo>
                <a:lnTo>
                  <a:pt x="100456" y="18331"/>
                </a:lnTo>
                <a:lnTo>
                  <a:pt x="103380" y="21137"/>
                </a:lnTo>
                <a:lnTo>
                  <a:pt x="106189" y="24064"/>
                </a:lnTo>
                <a:lnTo>
                  <a:pt x="108788" y="27017"/>
                </a:lnTo>
                <a:lnTo>
                  <a:pt x="111177" y="29997"/>
                </a:lnTo>
                <a:lnTo>
                  <a:pt x="113356" y="33000"/>
                </a:lnTo>
                <a:lnTo>
                  <a:pt x="115325" y="36025"/>
                </a:lnTo>
                <a:lnTo>
                  <a:pt x="117082" y="39072"/>
                </a:lnTo>
                <a:lnTo>
                  <a:pt x="118627" y="42139"/>
                </a:lnTo>
                <a:lnTo>
                  <a:pt x="119960" y="45224"/>
                </a:lnTo>
                <a:lnTo>
                  <a:pt x="121081" y="48326"/>
                </a:lnTo>
                <a:lnTo>
                  <a:pt x="121988" y="51443"/>
                </a:lnTo>
                <a:lnTo>
                  <a:pt x="122682" y="54575"/>
                </a:lnTo>
                <a:lnTo>
                  <a:pt x="123162" y="57719"/>
                </a:lnTo>
                <a:lnTo>
                  <a:pt x="123393" y="60864"/>
                </a:lnTo>
                <a:lnTo>
                  <a:pt x="123410" y="63929"/>
                </a:lnTo>
                <a:lnTo>
                  <a:pt x="123213" y="66916"/>
                </a:lnTo>
                <a:lnTo>
                  <a:pt x="122800" y="69823"/>
                </a:lnTo>
                <a:lnTo>
                  <a:pt x="122174" y="72652"/>
                </a:lnTo>
                <a:lnTo>
                  <a:pt x="121333" y="75401"/>
                </a:lnTo>
                <a:lnTo>
                  <a:pt x="120277" y="78071"/>
                </a:lnTo>
                <a:lnTo>
                  <a:pt x="119007" y="80663"/>
                </a:lnTo>
                <a:lnTo>
                  <a:pt x="117522" y="83175"/>
                </a:lnTo>
                <a:lnTo>
                  <a:pt x="115823" y="85608"/>
                </a:lnTo>
                <a:lnTo>
                  <a:pt x="113909" y="87962"/>
                </a:lnTo>
                <a:lnTo>
                  <a:pt x="111781" y="90237"/>
                </a:lnTo>
                <a:lnTo>
                  <a:pt x="110417" y="91556"/>
                </a:lnTo>
                <a:lnTo>
                  <a:pt x="109038" y="92800"/>
                </a:lnTo>
                <a:lnTo>
                  <a:pt x="107644" y="93972"/>
                </a:lnTo>
                <a:lnTo>
                  <a:pt x="106235" y="95070"/>
                </a:lnTo>
                <a:lnTo>
                  <a:pt x="104814" y="96095"/>
                </a:lnTo>
                <a:lnTo>
                  <a:pt x="103380" y="97046"/>
                </a:lnTo>
                <a:lnTo>
                  <a:pt x="101935" y="97924"/>
                </a:lnTo>
                <a:lnTo>
                  <a:pt x="100480" y="98728"/>
                </a:lnTo>
                <a:lnTo>
                  <a:pt x="99015" y="99459"/>
                </a:lnTo>
                <a:lnTo>
                  <a:pt x="97541" y="100117"/>
                </a:lnTo>
                <a:lnTo>
                  <a:pt x="96061" y="100701"/>
                </a:lnTo>
                <a:lnTo>
                  <a:pt x="94573" y="101212"/>
                </a:lnTo>
                <a:lnTo>
                  <a:pt x="93071" y="101647"/>
                </a:lnTo>
                <a:lnTo>
                  <a:pt x="91548" y="102002"/>
                </a:lnTo>
                <a:lnTo>
                  <a:pt x="90002" y="102277"/>
                </a:lnTo>
                <a:lnTo>
                  <a:pt x="88436" y="102472"/>
                </a:lnTo>
                <a:lnTo>
                  <a:pt x="86849" y="102586"/>
                </a:lnTo>
                <a:lnTo>
                  <a:pt x="85241" y="102618"/>
                </a:lnTo>
                <a:lnTo>
                  <a:pt x="83614" y="102568"/>
                </a:lnTo>
                <a:lnTo>
                  <a:pt x="81967" y="102437"/>
                </a:lnTo>
                <a:lnTo>
                  <a:pt x="80302" y="102222"/>
                </a:lnTo>
                <a:lnTo>
                  <a:pt x="78618" y="101924"/>
                </a:lnTo>
                <a:lnTo>
                  <a:pt x="76917" y="101543"/>
                </a:lnTo>
                <a:lnTo>
                  <a:pt x="75198" y="101077"/>
                </a:lnTo>
                <a:close/>
                <a:moveTo>
                  <a:pt x="90779" y="33737"/>
                </a:moveTo>
                <a:lnTo>
                  <a:pt x="88546" y="31583"/>
                </a:lnTo>
                <a:lnTo>
                  <a:pt x="86319" y="29592"/>
                </a:lnTo>
                <a:lnTo>
                  <a:pt x="84096" y="27761"/>
                </a:lnTo>
                <a:lnTo>
                  <a:pt x="81877" y="26090"/>
                </a:lnTo>
                <a:lnTo>
                  <a:pt x="79662" y="24576"/>
                </a:lnTo>
                <a:lnTo>
                  <a:pt x="77450" y="23220"/>
                </a:lnTo>
                <a:lnTo>
                  <a:pt x="75241" y="22019"/>
                </a:lnTo>
                <a:lnTo>
                  <a:pt x="73035" y="20971"/>
                </a:lnTo>
                <a:lnTo>
                  <a:pt x="70830" y="20076"/>
                </a:lnTo>
                <a:lnTo>
                  <a:pt x="68627" y="19332"/>
                </a:lnTo>
                <a:lnTo>
                  <a:pt x="66425" y="18738"/>
                </a:lnTo>
                <a:lnTo>
                  <a:pt x="64223" y="18291"/>
                </a:lnTo>
                <a:lnTo>
                  <a:pt x="62016" y="18032"/>
                </a:lnTo>
                <a:lnTo>
                  <a:pt x="59864" y="17931"/>
                </a:lnTo>
                <a:lnTo>
                  <a:pt x="57768" y="17989"/>
                </a:lnTo>
                <a:lnTo>
                  <a:pt x="55727" y="18206"/>
                </a:lnTo>
                <a:lnTo>
                  <a:pt x="53741" y="18583"/>
                </a:lnTo>
                <a:lnTo>
                  <a:pt x="51809" y="19121"/>
                </a:lnTo>
                <a:lnTo>
                  <a:pt x="49930" y="19820"/>
                </a:lnTo>
                <a:lnTo>
                  <a:pt x="48105" y="20680"/>
                </a:lnTo>
                <a:lnTo>
                  <a:pt x="46332" y="21702"/>
                </a:lnTo>
                <a:lnTo>
                  <a:pt x="44611" y="22886"/>
                </a:lnTo>
                <a:lnTo>
                  <a:pt x="42942" y="24233"/>
                </a:lnTo>
                <a:lnTo>
                  <a:pt x="41325" y="25743"/>
                </a:lnTo>
                <a:lnTo>
                  <a:pt x="39784" y="27392"/>
                </a:lnTo>
                <a:lnTo>
                  <a:pt x="38411" y="29086"/>
                </a:lnTo>
                <a:lnTo>
                  <a:pt x="37207" y="30826"/>
                </a:lnTo>
                <a:lnTo>
                  <a:pt x="36171" y="32613"/>
                </a:lnTo>
                <a:lnTo>
                  <a:pt x="35303" y="34447"/>
                </a:lnTo>
                <a:lnTo>
                  <a:pt x="34601" y="36329"/>
                </a:lnTo>
                <a:lnTo>
                  <a:pt x="34066" y="38258"/>
                </a:lnTo>
                <a:lnTo>
                  <a:pt x="33697" y="40236"/>
                </a:lnTo>
                <a:lnTo>
                  <a:pt x="33494" y="42263"/>
                </a:lnTo>
                <a:lnTo>
                  <a:pt x="33456" y="44339"/>
                </a:lnTo>
                <a:lnTo>
                  <a:pt x="33582" y="46465"/>
                </a:lnTo>
                <a:lnTo>
                  <a:pt x="33873" y="48641"/>
                </a:lnTo>
                <a:lnTo>
                  <a:pt x="34291" y="50872"/>
                </a:lnTo>
                <a:lnTo>
                  <a:pt x="34866" y="53093"/>
                </a:lnTo>
                <a:lnTo>
                  <a:pt x="35600" y="55306"/>
                </a:lnTo>
                <a:lnTo>
                  <a:pt x="36492" y="57514"/>
                </a:lnTo>
                <a:lnTo>
                  <a:pt x="37542" y="59718"/>
                </a:lnTo>
                <a:lnTo>
                  <a:pt x="38751" y="61920"/>
                </a:lnTo>
                <a:lnTo>
                  <a:pt x="40117" y="64122"/>
                </a:lnTo>
                <a:lnTo>
                  <a:pt x="41641" y="66326"/>
                </a:lnTo>
                <a:lnTo>
                  <a:pt x="43323" y="68533"/>
                </a:lnTo>
                <a:lnTo>
                  <a:pt x="45164" y="70747"/>
                </a:lnTo>
                <a:lnTo>
                  <a:pt x="47162" y="72968"/>
                </a:lnTo>
                <a:lnTo>
                  <a:pt x="49319" y="75198"/>
                </a:lnTo>
                <a:lnTo>
                  <a:pt x="51552" y="77357"/>
                </a:lnTo>
                <a:lnTo>
                  <a:pt x="53780" y="79363"/>
                </a:lnTo>
                <a:lnTo>
                  <a:pt x="56005" y="81214"/>
                </a:lnTo>
                <a:lnTo>
                  <a:pt x="58226" y="82911"/>
                </a:lnTo>
                <a:lnTo>
                  <a:pt x="60446" y="84451"/>
                </a:lnTo>
                <a:lnTo>
                  <a:pt x="62665" y="85834"/>
                </a:lnTo>
                <a:lnTo>
                  <a:pt x="64884" y="87059"/>
                </a:lnTo>
                <a:lnTo>
                  <a:pt x="67103" y="88125"/>
                </a:lnTo>
                <a:lnTo>
                  <a:pt x="69325" y="89031"/>
                </a:lnTo>
                <a:lnTo>
                  <a:pt x="71550" y="89776"/>
                </a:lnTo>
                <a:lnTo>
                  <a:pt x="73778" y="90359"/>
                </a:lnTo>
                <a:lnTo>
                  <a:pt x="76011" y="90779"/>
                </a:lnTo>
                <a:lnTo>
                  <a:pt x="78184" y="91067"/>
                </a:lnTo>
                <a:lnTo>
                  <a:pt x="80303" y="91186"/>
                </a:lnTo>
                <a:lnTo>
                  <a:pt x="82368" y="91137"/>
                </a:lnTo>
                <a:lnTo>
                  <a:pt x="84381" y="90920"/>
                </a:lnTo>
                <a:lnTo>
                  <a:pt x="86343" y="90535"/>
                </a:lnTo>
                <a:lnTo>
                  <a:pt x="88256" y="89983"/>
                </a:lnTo>
                <a:lnTo>
                  <a:pt x="90120" y="89265"/>
                </a:lnTo>
                <a:lnTo>
                  <a:pt x="91939" y="88381"/>
                </a:lnTo>
                <a:lnTo>
                  <a:pt x="93711" y="87331"/>
                </a:lnTo>
                <a:lnTo>
                  <a:pt x="95441" y="86116"/>
                </a:lnTo>
                <a:lnTo>
                  <a:pt x="97127" y="84736"/>
                </a:lnTo>
                <a:lnTo>
                  <a:pt x="98773" y="83192"/>
                </a:lnTo>
                <a:lnTo>
                  <a:pt x="100286" y="81577"/>
                </a:lnTo>
                <a:lnTo>
                  <a:pt x="101641" y="79916"/>
                </a:lnTo>
                <a:lnTo>
                  <a:pt x="102836" y="78206"/>
                </a:lnTo>
                <a:lnTo>
                  <a:pt x="103872" y="76447"/>
                </a:lnTo>
                <a:lnTo>
                  <a:pt x="104748" y="74638"/>
                </a:lnTo>
                <a:lnTo>
                  <a:pt x="105463" y="72776"/>
                </a:lnTo>
                <a:lnTo>
                  <a:pt x="106018" y="70860"/>
                </a:lnTo>
                <a:lnTo>
                  <a:pt x="106411" y="68890"/>
                </a:lnTo>
                <a:lnTo>
                  <a:pt x="106642" y="66863"/>
                </a:lnTo>
                <a:lnTo>
                  <a:pt x="106711" y="64778"/>
                </a:lnTo>
                <a:lnTo>
                  <a:pt x="106618" y="62634"/>
                </a:lnTo>
                <a:lnTo>
                  <a:pt x="106361" y="60429"/>
                </a:lnTo>
                <a:lnTo>
                  <a:pt x="105912" y="58225"/>
                </a:lnTo>
                <a:lnTo>
                  <a:pt x="105310" y="56015"/>
                </a:lnTo>
                <a:lnTo>
                  <a:pt x="104555" y="53801"/>
                </a:lnTo>
                <a:lnTo>
                  <a:pt x="103646" y="51582"/>
                </a:lnTo>
                <a:lnTo>
                  <a:pt x="102583" y="49360"/>
                </a:lnTo>
                <a:lnTo>
                  <a:pt x="101365" y="47134"/>
                </a:lnTo>
                <a:lnTo>
                  <a:pt x="99991" y="44906"/>
                </a:lnTo>
                <a:lnTo>
                  <a:pt x="98462" y="42675"/>
                </a:lnTo>
                <a:lnTo>
                  <a:pt x="96777" y="40442"/>
                </a:lnTo>
                <a:lnTo>
                  <a:pt x="94935" y="38208"/>
                </a:lnTo>
                <a:lnTo>
                  <a:pt x="92936" y="35973"/>
                </a:lnTo>
                <a:lnTo>
                  <a:pt x="90779" y="337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1" name="Original native bar-chart element 81">
            <a:extLst xmlns:a="http://schemas.openxmlformats.org/drawingml/2006/main">
              <a:ext uri="{FF2B5EF4-FFF2-40B4-BE49-F238E27FC236}">
                <a16:creationId xmlns:a16="http://schemas.microsoft.com/office/drawing/2014/main" id="{FC57D4FE-4291-421D-9E4C-A1605D9D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342" y="2777940"/>
            <a:ext cx="86308" cy="118555"/>
          </a:xfrm>
          <a:custGeom xmlns:a="http://schemas.openxmlformats.org/drawingml/2006/main">
            <a:pathLst>
              <a:path w="86308" h="118555">
                <a:moveTo>
                  <a:pt x="54739" y="12465"/>
                </a:moveTo>
                <a:lnTo>
                  <a:pt x="54199" y="12609"/>
                </a:lnTo>
                <a:lnTo>
                  <a:pt x="53665" y="12769"/>
                </a:lnTo>
                <a:lnTo>
                  <a:pt x="53136" y="12946"/>
                </a:lnTo>
                <a:lnTo>
                  <a:pt x="52611" y="13138"/>
                </a:lnTo>
                <a:lnTo>
                  <a:pt x="52090" y="13345"/>
                </a:lnTo>
                <a:lnTo>
                  <a:pt x="51571" y="13566"/>
                </a:lnTo>
                <a:lnTo>
                  <a:pt x="51056" y="13802"/>
                </a:lnTo>
                <a:lnTo>
                  <a:pt x="50543" y="14051"/>
                </a:lnTo>
                <a:lnTo>
                  <a:pt x="50032" y="14313"/>
                </a:lnTo>
                <a:lnTo>
                  <a:pt x="49523" y="14589"/>
                </a:lnTo>
                <a:lnTo>
                  <a:pt x="49014" y="14876"/>
                </a:lnTo>
                <a:lnTo>
                  <a:pt x="48506" y="15175"/>
                </a:lnTo>
                <a:lnTo>
                  <a:pt x="48029" y="15517"/>
                </a:lnTo>
                <a:lnTo>
                  <a:pt x="47547" y="15865"/>
                </a:lnTo>
                <a:lnTo>
                  <a:pt x="47062" y="16221"/>
                </a:lnTo>
                <a:lnTo>
                  <a:pt x="46574" y="16585"/>
                </a:lnTo>
                <a:lnTo>
                  <a:pt x="46084" y="16959"/>
                </a:lnTo>
                <a:lnTo>
                  <a:pt x="45593" y="17343"/>
                </a:lnTo>
                <a:lnTo>
                  <a:pt x="45102" y="17738"/>
                </a:lnTo>
                <a:lnTo>
                  <a:pt x="44612" y="18146"/>
                </a:lnTo>
                <a:lnTo>
                  <a:pt x="44124" y="18567"/>
                </a:lnTo>
                <a:lnTo>
                  <a:pt x="43638" y="19001"/>
                </a:lnTo>
                <a:lnTo>
                  <a:pt x="43157" y="19451"/>
                </a:lnTo>
                <a:lnTo>
                  <a:pt x="42680" y="19917"/>
                </a:lnTo>
                <a:lnTo>
                  <a:pt x="41034" y="21659"/>
                </a:lnTo>
                <a:lnTo>
                  <a:pt x="39552" y="23428"/>
                </a:lnTo>
                <a:lnTo>
                  <a:pt x="38232" y="25225"/>
                </a:lnTo>
                <a:lnTo>
                  <a:pt x="37074" y="27048"/>
                </a:lnTo>
                <a:lnTo>
                  <a:pt x="36079" y="28898"/>
                </a:lnTo>
                <a:lnTo>
                  <a:pt x="35245" y="30774"/>
                </a:lnTo>
                <a:lnTo>
                  <a:pt x="34571" y="32675"/>
                </a:lnTo>
                <a:lnTo>
                  <a:pt x="34059" y="34601"/>
                </a:lnTo>
                <a:lnTo>
                  <a:pt x="33706" y="36551"/>
                </a:lnTo>
                <a:lnTo>
                  <a:pt x="33512" y="38525"/>
                </a:lnTo>
                <a:lnTo>
                  <a:pt x="33478" y="40523"/>
                </a:lnTo>
                <a:lnTo>
                  <a:pt x="33602" y="42544"/>
                </a:lnTo>
                <a:lnTo>
                  <a:pt x="33853" y="44608"/>
                </a:lnTo>
                <a:lnTo>
                  <a:pt x="34267" y="46667"/>
                </a:lnTo>
                <a:lnTo>
                  <a:pt x="34845" y="48724"/>
                </a:lnTo>
                <a:lnTo>
                  <a:pt x="35584" y="50779"/>
                </a:lnTo>
                <a:lnTo>
                  <a:pt x="36485" y="52834"/>
                </a:lnTo>
                <a:lnTo>
                  <a:pt x="37548" y="54891"/>
                </a:lnTo>
                <a:lnTo>
                  <a:pt x="38772" y="56950"/>
                </a:lnTo>
                <a:lnTo>
                  <a:pt x="40156" y="59014"/>
                </a:lnTo>
                <a:lnTo>
                  <a:pt x="41700" y="61083"/>
                </a:lnTo>
                <a:lnTo>
                  <a:pt x="43403" y="63160"/>
                </a:lnTo>
                <a:lnTo>
                  <a:pt x="45266" y="65245"/>
                </a:lnTo>
                <a:lnTo>
                  <a:pt x="47287" y="67339"/>
                </a:lnTo>
                <a:lnTo>
                  <a:pt x="86308" y="106361"/>
                </a:lnTo>
                <a:lnTo>
                  <a:pt x="74114" y="118555"/>
                </a:lnTo>
                <a:lnTo>
                  <a:pt x="0" y="44441"/>
                </a:lnTo>
                <a:lnTo>
                  <a:pt x="12194" y="32247"/>
                </a:lnTo>
                <a:lnTo>
                  <a:pt x="23711" y="43764"/>
                </a:lnTo>
                <a:lnTo>
                  <a:pt x="23245" y="42039"/>
                </a:lnTo>
                <a:lnTo>
                  <a:pt x="22864" y="40322"/>
                </a:lnTo>
                <a:lnTo>
                  <a:pt x="22566" y="38613"/>
                </a:lnTo>
                <a:lnTo>
                  <a:pt x="22351" y="36914"/>
                </a:lnTo>
                <a:lnTo>
                  <a:pt x="22219" y="35226"/>
                </a:lnTo>
                <a:lnTo>
                  <a:pt x="22170" y="33551"/>
                </a:lnTo>
                <a:lnTo>
                  <a:pt x="22202" y="31890"/>
                </a:lnTo>
                <a:lnTo>
                  <a:pt x="22316" y="30245"/>
                </a:lnTo>
                <a:lnTo>
                  <a:pt x="22511" y="28616"/>
                </a:lnTo>
                <a:lnTo>
                  <a:pt x="22786" y="27006"/>
                </a:lnTo>
                <a:lnTo>
                  <a:pt x="23141" y="25416"/>
                </a:lnTo>
                <a:lnTo>
                  <a:pt x="23576" y="23847"/>
                </a:lnTo>
                <a:lnTo>
                  <a:pt x="24092" y="22291"/>
                </a:lnTo>
                <a:lnTo>
                  <a:pt x="24693" y="20741"/>
                </a:lnTo>
                <a:lnTo>
                  <a:pt x="25379" y="19197"/>
                </a:lnTo>
                <a:lnTo>
                  <a:pt x="26150" y="17659"/>
                </a:lnTo>
                <a:lnTo>
                  <a:pt x="27005" y="16126"/>
                </a:lnTo>
                <a:lnTo>
                  <a:pt x="27945" y="14599"/>
                </a:lnTo>
                <a:lnTo>
                  <a:pt x="28970" y="13078"/>
                </a:lnTo>
                <a:lnTo>
                  <a:pt x="30079" y="11562"/>
                </a:lnTo>
                <a:lnTo>
                  <a:pt x="31273" y="10052"/>
                </a:lnTo>
                <a:lnTo>
                  <a:pt x="32552" y="8547"/>
                </a:lnTo>
                <a:lnTo>
                  <a:pt x="33915" y="7048"/>
                </a:lnTo>
                <a:lnTo>
                  <a:pt x="35363" y="5555"/>
                </a:lnTo>
                <a:lnTo>
                  <a:pt x="35572" y="5352"/>
                </a:lnTo>
                <a:lnTo>
                  <a:pt x="35791" y="5147"/>
                </a:lnTo>
                <a:lnTo>
                  <a:pt x="36020" y="4941"/>
                </a:lnTo>
                <a:lnTo>
                  <a:pt x="36257" y="4732"/>
                </a:lnTo>
                <a:lnTo>
                  <a:pt x="36501" y="4519"/>
                </a:lnTo>
                <a:lnTo>
                  <a:pt x="36752" y="4302"/>
                </a:lnTo>
                <a:lnTo>
                  <a:pt x="37009" y="4079"/>
                </a:lnTo>
                <a:lnTo>
                  <a:pt x="37270" y="3849"/>
                </a:lnTo>
                <a:lnTo>
                  <a:pt x="37535" y="3612"/>
                </a:lnTo>
                <a:lnTo>
                  <a:pt x="37803" y="3366"/>
                </a:lnTo>
                <a:lnTo>
                  <a:pt x="38073" y="3111"/>
                </a:lnTo>
                <a:lnTo>
                  <a:pt x="38344" y="2845"/>
                </a:lnTo>
                <a:lnTo>
                  <a:pt x="38618" y="2639"/>
                </a:lnTo>
                <a:lnTo>
                  <a:pt x="38899" y="2428"/>
                </a:lnTo>
                <a:lnTo>
                  <a:pt x="39187" y="2210"/>
                </a:lnTo>
                <a:lnTo>
                  <a:pt x="39483" y="1987"/>
                </a:lnTo>
                <a:lnTo>
                  <a:pt x="39789" y="1759"/>
                </a:lnTo>
                <a:lnTo>
                  <a:pt x="40105" y="1524"/>
                </a:lnTo>
                <a:lnTo>
                  <a:pt x="40433" y="1284"/>
                </a:lnTo>
                <a:lnTo>
                  <a:pt x="40773" y="1039"/>
                </a:lnTo>
                <a:lnTo>
                  <a:pt x="41126" y="788"/>
                </a:lnTo>
                <a:lnTo>
                  <a:pt x="41493" y="531"/>
                </a:lnTo>
                <a:lnTo>
                  <a:pt x="41875" y="268"/>
                </a:lnTo>
                <a:lnTo>
                  <a:pt x="42273" y="0"/>
                </a:lnTo>
                <a:lnTo>
                  <a:pt x="54739" y="124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2" name="Original native bar-chart element 82">
            <a:extLst xmlns:a="http://schemas.openxmlformats.org/drawingml/2006/main">
              <a:ext uri="{FF2B5EF4-FFF2-40B4-BE49-F238E27FC236}">
                <a16:creationId xmlns:a16="http://schemas.microsoft.com/office/drawing/2014/main" id="{04A8A9EB-BFFB-4DC4-BC6E-82096951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872" y="2723437"/>
            <a:ext cx="108664" cy="108664"/>
          </a:xfrm>
          <a:custGeom xmlns:a="http://schemas.openxmlformats.org/drawingml/2006/main">
            <a:pathLst>
              <a:path w="108664" h="108664">
                <a:moveTo>
                  <a:pt x="25879" y="25608"/>
                </a:moveTo>
                <a:lnTo>
                  <a:pt x="24335" y="27259"/>
                </a:lnTo>
                <a:lnTo>
                  <a:pt x="22955" y="28961"/>
                </a:lnTo>
                <a:lnTo>
                  <a:pt x="21738" y="30714"/>
                </a:lnTo>
                <a:lnTo>
                  <a:pt x="20685" y="32518"/>
                </a:lnTo>
                <a:lnTo>
                  <a:pt x="19796" y="34373"/>
                </a:lnTo>
                <a:lnTo>
                  <a:pt x="19070" y="36278"/>
                </a:lnTo>
                <a:lnTo>
                  <a:pt x="18509" y="38234"/>
                </a:lnTo>
                <a:lnTo>
                  <a:pt x="18111" y="40241"/>
                </a:lnTo>
                <a:lnTo>
                  <a:pt x="17876" y="42299"/>
                </a:lnTo>
                <a:lnTo>
                  <a:pt x="17806" y="44407"/>
                </a:lnTo>
                <a:lnTo>
                  <a:pt x="17899" y="46567"/>
                </a:lnTo>
                <a:lnTo>
                  <a:pt x="18156" y="48777"/>
                </a:lnTo>
                <a:lnTo>
                  <a:pt x="18571" y="51010"/>
                </a:lnTo>
                <a:lnTo>
                  <a:pt x="19139" y="53238"/>
                </a:lnTo>
                <a:lnTo>
                  <a:pt x="19860" y="55460"/>
                </a:lnTo>
                <a:lnTo>
                  <a:pt x="20735" y="57679"/>
                </a:lnTo>
                <a:lnTo>
                  <a:pt x="21765" y="59894"/>
                </a:lnTo>
                <a:lnTo>
                  <a:pt x="22949" y="62106"/>
                </a:lnTo>
                <a:lnTo>
                  <a:pt x="24288" y="64315"/>
                </a:lnTo>
                <a:lnTo>
                  <a:pt x="25784" y="66521"/>
                </a:lnTo>
                <a:lnTo>
                  <a:pt x="27435" y="68726"/>
                </a:lnTo>
                <a:lnTo>
                  <a:pt x="29243" y="70929"/>
                </a:lnTo>
                <a:lnTo>
                  <a:pt x="31208" y="73131"/>
                </a:lnTo>
                <a:lnTo>
                  <a:pt x="33331" y="75333"/>
                </a:lnTo>
                <a:lnTo>
                  <a:pt x="35561" y="77490"/>
                </a:lnTo>
                <a:lnTo>
                  <a:pt x="37782" y="79488"/>
                </a:lnTo>
                <a:lnTo>
                  <a:pt x="39995" y="81329"/>
                </a:lnTo>
                <a:lnTo>
                  <a:pt x="42203" y="83011"/>
                </a:lnTo>
                <a:lnTo>
                  <a:pt x="44407" y="84535"/>
                </a:lnTo>
                <a:lnTo>
                  <a:pt x="46609" y="85902"/>
                </a:lnTo>
                <a:lnTo>
                  <a:pt x="48811" y="87110"/>
                </a:lnTo>
                <a:lnTo>
                  <a:pt x="51015" y="88160"/>
                </a:lnTo>
                <a:lnTo>
                  <a:pt x="53223" y="89052"/>
                </a:lnTo>
                <a:lnTo>
                  <a:pt x="55436" y="89786"/>
                </a:lnTo>
                <a:lnTo>
                  <a:pt x="57657" y="90362"/>
                </a:lnTo>
                <a:lnTo>
                  <a:pt x="59887" y="90779"/>
                </a:lnTo>
                <a:lnTo>
                  <a:pt x="62095" y="91033"/>
                </a:lnTo>
                <a:lnTo>
                  <a:pt x="64247" y="91119"/>
                </a:lnTo>
                <a:lnTo>
                  <a:pt x="66346" y="91035"/>
                </a:lnTo>
                <a:lnTo>
                  <a:pt x="68393" y="90784"/>
                </a:lnTo>
                <a:lnTo>
                  <a:pt x="70389" y="90366"/>
                </a:lnTo>
                <a:lnTo>
                  <a:pt x="72336" y="89780"/>
                </a:lnTo>
                <a:lnTo>
                  <a:pt x="74234" y="89028"/>
                </a:lnTo>
                <a:lnTo>
                  <a:pt x="76086" y="88110"/>
                </a:lnTo>
                <a:lnTo>
                  <a:pt x="77893" y="87026"/>
                </a:lnTo>
                <a:lnTo>
                  <a:pt x="79656" y="85777"/>
                </a:lnTo>
                <a:lnTo>
                  <a:pt x="81377" y="84363"/>
                </a:lnTo>
                <a:lnTo>
                  <a:pt x="83056" y="82785"/>
                </a:lnTo>
                <a:lnTo>
                  <a:pt x="84603" y="81137"/>
                </a:lnTo>
                <a:lnTo>
                  <a:pt x="85991" y="79442"/>
                </a:lnTo>
                <a:lnTo>
                  <a:pt x="87218" y="77700"/>
                </a:lnTo>
                <a:lnTo>
                  <a:pt x="88285" y="75910"/>
                </a:lnTo>
                <a:lnTo>
                  <a:pt x="89190" y="74072"/>
                </a:lnTo>
                <a:lnTo>
                  <a:pt x="89933" y="72183"/>
                </a:lnTo>
                <a:lnTo>
                  <a:pt x="90511" y="70244"/>
                </a:lnTo>
                <a:lnTo>
                  <a:pt x="90925" y="68253"/>
                </a:lnTo>
                <a:lnTo>
                  <a:pt x="91173" y="66209"/>
                </a:lnTo>
                <a:lnTo>
                  <a:pt x="91255" y="64111"/>
                </a:lnTo>
                <a:lnTo>
                  <a:pt x="91169" y="61959"/>
                </a:lnTo>
                <a:lnTo>
                  <a:pt x="90915" y="59752"/>
                </a:lnTo>
                <a:lnTo>
                  <a:pt x="90500" y="57519"/>
                </a:lnTo>
                <a:lnTo>
                  <a:pt x="89931" y="55291"/>
                </a:lnTo>
                <a:lnTo>
                  <a:pt x="89208" y="53066"/>
                </a:lnTo>
                <a:lnTo>
                  <a:pt x="88330" y="50844"/>
                </a:lnTo>
                <a:lnTo>
                  <a:pt x="87296" y="48625"/>
                </a:lnTo>
                <a:lnTo>
                  <a:pt x="86105" y="46406"/>
                </a:lnTo>
                <a:lnTo>
                  <a:pt x="84755" y="44187"/>
                </a:lnTo>
                <a:lnTo>
                  <a:pt x="83247" y="41967"/>
                </a:lnTo>
                <a:lnTo>
                  <a:pt x="81579" y="39746"/>
                </a:lnTo>
                <a:lnTo>
                  <a:pt x="79749" y="37521"/>
                </a:lnTo>
                <a:lnTo>
                  <a:pt x="77758" y="35293"/>
                </a:lnTo>
                <a:lnTo>
                  <a:pt x="75604" y="33060"/>
                </a:lnTo>
                <a:lnTo>
                  <a:pt x="73431" y="30966"/>
                </a:lnTo>
                <a:lnTo>
                  <a:pt x="71247" y="29019"/>
                </a:lnTo>
                <a:lnTo>
                  <a:pt x="69054" y="27221"/>
                </a:lnTo>
                <a:lnTo>
                  <a:pt x="66853" y="25573"/>
                </a:lnTo>
                <a:lnTo>
                  <a:pt x="64643" y="24075"/>
                </a:lnTo>
                <a:lnTo>
                  <a:pt x="62428" y="22729"/>
                </a:lnTo>
                <a:lnTo>
                  <a:pt x="60206" y="21535"/>
                </a:lnTo>
                <a:lnTo>
                  <a:pt x="57980" y="20494"/>
                </a:lnTo>
                <a:lnTo>
                  <a:pt x="55751" y="19608"/>
                </a:lnTo>
                <a:lnTo>
                  <a:pt x="53518" y="18877"/>
                </a:lnTo>
                <a:lnTo>
                  <a:pt x="51283" y="18302"/>
                </a:lnTo>
                <a:lnTo>
                  <a:pt x="49048" y="17885"/>
                </a:lnTo>
                <a:lnTo>
                  <a:pt x="46838" y="17628"/>
                </a:lnTo>
                <a:lnTo>
                  <a:pt x="44678" y="17535"/>
                </a:lnTo>
                <a:lnTo>
                  <a:pt x="42570" y="17605"/>
                </a:lnTo>
                <a:lnTo>
                  <a:pt x="40512" y="17840"/>
                </a:lnTo>
                <a:lnTo>
                  <a:pt x="38505" y="18238"/>
                </a:lnTo>
                <a:lnTo>
                  <a:pt x="36549" y="18799"/>
                </a:lnTo>
                <a:lnTo>
                  <a:pt x="34643" y="19525"/>
                </a:lnTo>
                <a:lnTo>
                  <a:pt x="32789" y="20414"/>
                </a:lnTo>
                <a:lnTo>
                  <a:pt x="30985" y="21467"/>
                </a:lnTo>
                <a:lnTo>
                  <a:pt x="29232" y="22684"/>
                </a:lnTo>
                <a:lnTo>
                  <a:pt x="27530" y="24064"/>
                </a:lnTo>
                <a:lnTo>
                  <a:pt x="25879" y="25608"/>
                </a:lnTo>
                <a:close/>
                <a:moveTo>
                  <a:pt x="15582" y="15311"/>
                </a:moveTo>
                <a:lnTo>
                  <a:pt x="18249" y="12790"/>
                </a:lnTo>
                <a:lnTo>
                  <a:pt x="20967" y="10510"/>
                </a:lnTo>
                <a:lnTo>
                  <a:pt x="23734" y="8470"/>
                </a:lnTo>
                <a:lnTo>
                  <a:pt x="26551" y="6669"/>
                </a:lnTo>
                <a:lnTo>
                  <a:pt x="29417" y="5105"/>
                </a:lnTo>
                <a:lnTo>
                  <a:pt x="32332" y="3777"/>
                </a:lnTo>
                <a:lnTo>
                  <a:pt x="35294" y="2683"/>
                </a:lnTo>
                <a:lnTo>
                  <a:pt x="38304" y="1822"/>
                </a:lnTo>
                <a:lnTo>
                  <a:pt x="41361" y="1192"/>
                </a:lnTo>
                <a:lnTo>
                  <a:pt x="44464" y="792"/>
                </a:lnTo>
                <a:lnTo>
                  <a:pt x="47614" y="621"/>
                </a:lnTo>
                <a:lnTo>
                  <a:pt x="50809" y="677"/>
                </a:lnTo>
                <a:lnTo>
                  <a:pt x="54022" y="1028"/>
                </a:lnTo>
                <a:lnTo>
                  <a:pt x="57222" y="1605"/>
                </a:lnTo>
                <a:lnTo>
                  <a:pt x="60410" y="2411"/>
                </a:lnTo>
                <a:lnTo>
                  <a:pt x="63586" y="3448"/>
                </a:lnTo>
                <a:lnTo>
                  <a:pt x="66748" y="4715"/>
                </a:lnTo>
                <a:lnTo>
                  <a:pt x="69897" y="6216"/>
                </a:lnTo>
                <a:lnTo>
                  <a:pt x="73031" y="7950"/>
                </a:lnTo>
                <a:lnTo>
                  <a:pt x="76151" y="9921"/>
                </a:lnTo>
                <a:lnTo>
                  <a:pt x="79256" y="12129"/>
                </a:lnTo>
                <a:lnTo>
                  <a:pt x="82346" y="14575"/>
                </a:lnTo>
                <a:lnTo>
                  <a:pt x="85419" y="17261"/>
                </a:lnTo>
                <a:lnTo>
                  <a:pt x="88476" y="20188"/>
                </a:lnTo>
                <a:lnTo>
                  <a:pt x="91403" y="23245"/>
                </a:lnTo>
                <a:lnTo>
                  <a:pt x="94089" y="26318"/>
                </a:lnTo>
                <a:lnTo>
                  <a:pt x="96533" y="29406"/>
                </a:lnTo>
                <a:lnTo>
                  <a:pt x="98738" y="32508"/>
                </a:lnTo>
                <a:lnTo>
                  <a:pt x="100704" y="35623"/>
                </a:lnTo>
                <a:lnTo>
                  <a:pt x="102432" y="38751"/>
                </a:lnTo>
                <a:lnTo>
                  <a:pt x="103922" y="41889"/>
                </a:lnTo>
                <a:lnTo>
                  <a:pt x="105177" y="45038"/>
                </a:lnTo>
                <a:lnTo>
                  <a:pt x="106196" y="48197"/>
                </a:lnTo>
                <a:lnTo>
                  <a:pt x="106981" y="51364"/>
                </a:lnTo>
                <a:lnTo>
                  <a:pt x="107532" y="54538"/>
                </a:lnTo>
                <a:lnTo>
                  <a:pt x="107851" y="57719"/>
                </a:lnTo>
                <a:lnTo>
                  <a:pt x="107936" y="60943"/>
                </a:lnTo>
                <a:lnTo>
                  <a:pt x="107784" y="64111"/>
                </a:lnTo>
                <a:lnTo>
                  <a:pt x="107394" y="67225"/>
                </a:lnTo>
                <a:lnTo>
                  <a:pt x="106767" y="70285"/>
                </a:lnTo>
                <a:lnTo>
                  <a:pt x="105904" y="73292"/>
                </a:lnTo>
                <a:lnTo>
                  <a:pt x="104803" y="76248"/>
                </a:lnTo>
                <a:lnTo>
                  <a:pt x="103465" y="79153"/>
                </a:lnTo>
                <a:lnTo>
                  <a:pt x="101890" y="82008"/>
                </a:lnTo>
                <a:lnTo>
                  <a:pt x="100077" y="84813"/>
                </a:lnTo>
                <a:lnTo>
                  <a:pt x="98028" y="87571"/>
                </a:lnTo>
                <a:lnTo>
                  <a:pt x="95742" y="90282"/>
                </a:lnTo>
                <a:lnTo>
                  <a:pt x="93218" y="92947"/>
                </a:lnTo>
                <a:lnTo>
                  <a:pt x="90520" y="95504"/>
                </a:lnTo>
                <a:lnTo>
                  <a:pt x="87776" y="97824"/>
                </a:lnTo>
                <a:lnTo>
                  <a:pt x="84987" y="99904"/>
                </a:lnTo>
                <a:lnTo>
                  <a:pt x="82153" y="101744"/>
                </a:lnTo>
                <a:lnTo>
                  <a:pt x="79274" y="103343"/>
                </a:lnTo>
                <a:lnTo>
                  <a:pt x="76349" y="104701"/>
                </a:lnTo>
                <a:lnTo>
                  <a:pt x="73380" y="105816"/>
                </a:lnTo>
                <a:lnTo>
                  <a:pt x="70365" y="106687"/>
                </a:lnTo>
                <a:lnTo>
                  <a:pt x="67305" y="107314"/>
                </a:lnTo>
                <a:lnTo>
                  <a:pt x="64200" y="107694"/>
                </a:lnTo>
                <a:lnTo>
                  <a:pt x="61050" y="107829"/>
                </a:lnTo>
                <a:lnTo>
                  <a:pt x="57855" y="107716"/>
                </a:lnTo>
                <a:lnTo>
                  <a:pt x="54676" y="107394"/>
                </a:lnTo>
                <a:lnTo>
                  <a:pt x="51509" y="106835"/>
                </a:lnTo>
                <a:lnTo>
                  <a:pt x="48354" y="106039"/>
                </a:lnTo>
                <a:lnTo>
                  <a:pt x="45209" y="105006"/>
                </a:lnTo>
                <a:lnTo>
                  <a:pt x="42076" y="103736"/>
                </a:lnTo>
                <a:lnTo>
                  <a:pt x="38954" y="102228"/>
                </a:lnTo>
                <a:lnTo>
                  <a:pt x="35843" y="100484"/>
                </a:lnTo>
                <a:lnTo>
                  <a:pt x="32744" y="98502"/>
                </a:lnTo>
                <a:lnTo>
                  <a:pt x="29656" y="96284"/>
                </a:lnTo>
                <a:lnTo>
                  <a:pt x="26579" y="93828"/>
                </a:lnTo>
                <a:lnTo>
                  <a:pt x="23513" y="91135"/>
                </a:lnTo>
                <a:lnTo>
                  <a:pt x="20459" y="88205"/>
                </a:lnTo>
                <a:lnTo>
                  <a:pt x="17529" y="85151"/>
                </a:lnTo>
                <a:lnTo>
                  <a:pt x="14836" y="82085"/>
                </a:lnTo>
                <a:lnTo>
                  <a:pt x="12378" y="79006"/>
                </a:lnTo>
                <a:lnTo>
                  <a:pt x="10157" y="75915"/>
                </a:lnTo>
                <a:lnTo>
                  <a:pt x="8170" y="72811"/>
                </a:lnTo>
                <a:lnTo>
                  <a:pt x="6419" y="69693"/>
                </a:lnTo>
                <a:lnTo>
                  <a:pt x="4902" y="66562"/>
                </a:lnTo>
                <a:lnTo>
                  <a:pt x="3618" y="63415"/>
                </a:lnTo>
                <a:lnTo>
                  <a:pt x="2568" y="60254"/>
                </a:lnTo>
                <a:lnTo>
                  <a:pt x="1751" y="57076"/>
                </a:lnTo>
                <a:lnTo>
                  <a:pt x="1166" y="53883"/>
                </a:lnTo>
                <a:lnTo>
                  <a:pt x="813" y="50674"/>
                </a:lnTo>
                <a:lnTo>
                  <a:pt x="728" y="47507"/>
                </a:lnTo>
                <a:lnTo>
                  <a:pt x="881" y="44375"/>
                </a:lnTo>
                <a:lnTo>
                  <a:pt x="1272" y="41280"/>
                </a:lnTo>
                <a:lnTo>
                  <a:pt x="1902" y="38224"/>
                </a:lnTo>
                <a:lnTo>
                  <a:pt x="2770" y="35206"/>
                </a:lnTo>
                <a:lnTo>
                  <a:pt x="3878" y="32230"/>
                </a:lnTo>
                <a:lnTo>
                  <a:pt x="5226" y="29296"/>
                </a:lnTo>
                <a:lnTo>
                  <a:pt x="6815" y="26406"/>
                </a:lnTo>
                <a:lnTo>
                  <a:pt x="8644" y="23561"/>
                </a:lnTo>
                <a:lnTo>
                  <a:pt x="10714" y="20762"/>
                </a:lnTo>
                <a:lnTo>
                  <a:pt x="13027" y="18012"/>
                </a:lnTo>
                <a:lnTo>
                  <a:pt x="15582" y="15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3" name="Original native bar-chart element 83">
            <a:extLst xmlns:a="http://schemas.openxmlformats.org/drawingml/2006/main">
              <a:ext uri="{FF2B5EF4-FFF2-40B4-BE49-F238E27FC236}">
                <a16:creationId xmlns:a16="http://schemas.microsoft.com/office/drawing/2014/main" id="{99A8650C-93C0-40C7-AAE4-06914D37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115" y="2596482"/>
            <a:ext cx="124381" cy="153376"/>
          </a:xfrm>
          <a:custGeom xmlns:a="http://schemas.openxmlformats.org/drawingml/2006/main">
            <a:pathLst>
              <a:path w="124381" h="153376">
                <a:moveTo>
                  <a:pt x="49319" y="52300"/>
                </a:moveTo>
                <a:lnTo>
                  <a:pt x="9213" y="12194"/>
                </a:lnTo>
                <a:lnTo>
                  <a:pt x="21408" y="0"/>
                </a:lnTo>
                <a:lnTo>
                  <a:pt x="124381" y="102974"/>
                </a:lnTo>
                <a:lnTo>
                  <a:pt x="112187" y="115168"/>
                </a:lnTo>
                <a:lnTo>
                  <a:pt x="101077" y="104057"/>
                </a:lnTo>
                <a:lnTo>
                  <a:pt x="101511" y="105808"/>
                </a:lnTo>
                <a:lnTo>
                  <a:pt x="101867" y="107535"/>
                </a:lnTo>
                <a:lnTo>
                  <a:pt x="102144" y="109240"/>
                </a:lnTo>
                <a:lnTo>
                  <a:pt x="102341" y="110922"/>
                </a:lnTo>
                <a:lnTo>
                  <a:pt x="102460" y="112582"/>
                </a:lnTo>
                <a:lnTo>
                  <a:pt x="102499" y="114219"/>
                </a:lnTo>
                <a:lnTo>
                  <a:pt x="102460" y="115834"/>
                </a:lnTo>
                <a:lnTo>
                  <a:pt x="102341" y="117426"/>
                </a:lnTo>
                <a:lnTo>
                  <a:pt x="102144" y="118995"/>
                </a:lnTo>
                <a:lnTo>
                  <a:pt x="101867" y="120542"/>
                </a:lnTo>
                <a:lnTo>
                  <a:pt x="101511" y="122067"/>
                </a:lnTo>
                <a:lnTo>
                  <a:pt x="101077" y="123568"/>
                </a:lnTo>
                <a:lnTo>
                  <a:pt x="100568" y="125053"/>
                </a:lnTo>
                <a:lnTo>
                  <a:pt x="99991" y="126527"/>
                </a:lnTo>
                <a:lnTo>
                  <a:pt x="99345" y="127989"/>
                </a:lnTo>
                <a:lnTo>
                  <a:pt x="98628" y="129440"/>
                </a:lnTo>
                <a:lnTo>
                  <a:pt x="97839" y="130879"/>
                </a:lnTo>
                <a:lnTo>
                  <a:pt x="96978" y="132307"/>
                </a:lnTo>
                <a:lnTo>
                  <a:pt x="96044" y="133724"/>
                </a:lnTo>
                <a:lnTo>
                  <a:pt x="95035" y="135130"/>
                </a:lnTo>
                <a:lnTo>
                  <a:pt x="93951" y="136525"/>
                </a:lnTo>
                <a:lnTo>
                  <a:pt x="92790" y="137908"/>
                </a:lnTo>
                <a:lnTo>
                  <a:pt x="91553" y="139280"/>
                </a:lnTo>
                <a:lnTo>
                  <a:pt x="90237" y="140640"/>
                </a:lnTo>
                <a:lnTo>
                  <a:pt x="87962" y="142769"/>
                </a:lnTo>
                <a:lnTo>
                  <a:pt x="85608" y="144682"/>
                </a:lnTo>
                <a:lnTo>
                  <a:pt x="83175" y="146382"/>
                </a:lnTo>
                <a:lnTo>
                  <a:pt x="80663" y="147866"/>
                </a:lnTo>
                <a:lnTo>
                  <a:pt x="78071" y="149137"/>
                </a:lnTo>
                <a:lnTo>
                  <a:pt x="75401" y="150192"/>
                </a:lnTo>
                <a:lnTo>
                  <a:pt x="72652" y="151034"/>
                </a:lnTo>
                <a:lnTo>
                  <a:pt x="69823" y="151660"/>
                </a:lnTo>
                <a:lnTo>
                  <a:pt x="66916" y="152072"/>
                </a:lnTo>
                <a:lnTo>
                  <a:pt x="63929" y="152270"/>
                </a:lnTo>
                <a:lnTo>
                  <a:pt x="60864" y="152253"/>
                </a:lnTo>
                <a:lnTo>
                  <a:pt x="57719" y="152021"/>
                </a:lnTo>
                <a:lnTo>
                  <a:pt x="54547" y="151570"/>
                </a:lnTo>
                <a:lnTo>
                  <a:pt x="51396" y="150895"/>
                </a:lnTo>
                <a:lnTo>
                  <a:pt x="48269" y="149998"/>
                </a:lnTo>
                <a:lnTo>
                  <a:pt x="45164" y="148880"/>
                </a:lnTo>
                <a:lnTo>
                  <a:pt x="42081" y="147544"/>
                </a:lnTo>
                <a:lnTo>
                  <a:pt x="39022" y="145992"/>
                </a:lnTo>
                <a:lnTo>
                  <a:pt x="35984" y="144225"/>
                </a:lnTo>
                <a:lnTo>
                  <a:pt x="32970" y="142246"/>
                </a:lnTo>
                <a:lnTo>
                  <a:pt x="29978" y="140056"/>
                </a:lnTo>
                <a:lnTo>
                  <a:pt x="27008" y="137657"/>
                </a:lnTo>
                <a:lnTo>
                  <a:pt x="24061" y="135051"/>
                </a:lnTo>
                <a:lnTo>
                  <a:pt x="21137" y="132240"/>
                </a:lnTo>
                <a:lnTo>
                  <a:pt x="18328" y="129318"/>
                </a:lnTo>
                <a:lnTo>
                  <a:pt x="15729" y="126378"/>
                </a:lnTo>
                <a:lnTo>
                  <a:pt x="13340" y="123418"/>
                </a:lnTo>
                <a:lnTo>
                  <a:pt x="11160" y="120437"/>
                </a:lnTo>
                <a:lnTo>
                  <a:pt x="9192" y="117433"/>
                </a:lnTo>
                <a:lnTo>
                  <a:pt x="7435" y="114406"/>
                </a:lnTo>
                <a:lnTo>
                  <a:pt x="5890" y="111353"/>
                </a:lnTo>
                <a:lnTo>
                  <a:pt x="4557" y="108273"/>
                </a:lnTo>
                <a:lnTo>
                  <a:pt x="3436" y="105165"/>
                </a:lnTo>
                <a:lnTo>
                  <a:pt x="2529" y="102027"/>
                </a:lnTo>
                <a:lnTo>
                  <a:pt x="1835" y="98858"/>
                </a:lnTo>
                <a:lnTo>
                  <a:pt x="1355" y="95657"/>
                </a:lnTo>
                <a:lnTo>
                  <a:pt x="1121" y="92510"/>
                </a:lnTo>
                <a:lnTo>
                  <a:pt x="1096" y="89437"/>
                </a:lnTo>
                <a:lnTo>
                  <a:pt x="1283" y="86439"/>
                </a:lnTo>
                <a:lnTo>
                  <a:pt x="1681" y="83518"/>
                </a:lnTo>
                <a:lnTo>
                  <a:pt x="2292" y="80674"/>
                </a:lnTo>
                <a:lnTo>
                  <a:pt x="3116" y="77908"/>
                </a:lnTo>
                <a:lnTo>
                  <a:pt x="4155" y="75221"/>
                </a:lnTo>
                <a:lnTo>
                  <a:pt x="5410" y="72613"/>
                </a:lnTo>
                <a:lnTo>
                  <a:pt x="6880" y="70087"/>
                </a:lnTo>
                <a:lnTo>
                  <a:pt x="8569" y="67643"/>
                </a:lnTo>
                <a:lnTo>
                  <a:pt x="10475" y="65281"/>
                </a:lnTo>
                <a:lnTo>
                  <a:pt x="12601" y="63004"/>
                </a:lnTo>
                <a:lnTo>
                  <a:pt x="13961" y="61688"/>
                </a:lnTo>
                <a:lnTo>
                  <a:pt x="15334" y="60451"/>
                </a:lnTo>
                <a:lnTo>
                  <a:pt x="16718" y="59292"/>
                </a:lnTo>
                <a:lnTo>
                  <a:pt x="18116" y="58211"/>
                </a:lnTo>
                <a:lnTo>
                  <a:pt x="19526" y="57207"/>
                </a:lnTo>
                <a:lnTo>
                  <a:pt x="20950" y="56280"/>
                </a:lnTo>
                <a:lnTo>
                  <a:pt x="22389" y="55429"/>
                </a:lnTo>
                <a:lnTo>
                  <a:pt x="23841" y="54653"/>
                </a:lnTo>
                <a:lnTo>
                  <a:pt x="25309" y="53953"/>
                </a:lnTo>
                <a:lnTo>
                  <a:pt x="26793" y="53328"/>
                </a:lnTo>
                <a:lnTo>
                  <a:pt x="28292" y="52777"/>
                </a:lnTo>
                <a:lnTo>
                  <a:pt x="29808" y="52300"/>
                </a:lnTo>
                <a:lnTo>
                  <a:pt x="31341" y="51896"/>
                </a:lnTo>
                <a:lnTo>
                  <a:pt x="32891" y="51566"/>
                </a:lnTo>
                <a:lnTo>
                  <a:pt x="34457" y="51309"/>
                </a:lnTo>
                <a:lnTo>
                  <a:pt x="36041" y="51125"/>
                </a:lnTo>
                <a:lnTo>
                  <a:pt x="37641" y="51015"/>
                </a:lnTo>
                <a:lnTo>
                  <a:pt x="39259" y="50979"/>
                </a:lnTo>
                <a:lnTo>
                  <a:pt x="40893" y="51015"/>
                </a:lnTo>
                <a:lnTo>
                  <a:pt x="42544" y="51125"/>
                </a:lnTo>
                <a:lnTo>
                  <a:pt x="44213" y="51309"/>
                </a:lnTo>
                <a:lnTo>
                  <a:pt x="45898" y="51566"/>
                </a:lnTo>
                <a:lnTo>
                  <a:pt x="47600" y="51896"/>
                </a:lnTo>
                <a:lnTo>
                  <a:pt x="49319" y="52300"/>
                </a:lnTo>
                <a:close/>
                <a:moveTo>
                  <a:pt x="33737" y="119639"/>
                </a:moveTo>
                <a:lnTo>
                  <a:pt x="35970" y="121798"/>
                </a:lnTo>
                <a:lnTo>
                  <a:pt x="38198" y="123805"/>
                </a:lnTo>
                <a:lnTo>
                  <a:pt x="40421" y="125658"/>
                </a:lnTo>
                <a:lnTo>
                  <a:pt x="42640" y="127357"/>
                </a:lnTo>
                <a:lnTo>
                  <a:pt x="44855" y="128902"/>
                </a:lnTo>
                <a:lnTo>
                  <a:pt x="47066" y="130292"/>
                </a:lnTo>
                <a:lnTo>
                  <a:pt x="49275" y="131527"/>
                </a:lnTo>
                <a:lnTo>
                  <a:pt x="51482" y="132606"/>
                </a:lnTo>
                <a:lnTo>
                  <a:pt x="53686" y="133529"/>
                </a:lnTo>
                <a:lnTo>
                  <a:pt x="55890" y="134295"/>
                </a:lnTo>
                <a:lnTo>
                  <a:pt x="58092" y="134904"/>
                </a:lnTo>
                <a:lnTo>
                  <a:pt x="60294" y="135356"/>
                </a:lnTo>
                <a:lnTo>
                  <a:pt x="62467" y="135644"/>
                </a:lnTo>
                <a:lnTo>
                  <a:pt x="64586" y="135763"/>
                </a:lnTo>
                <a:lnTo>
                  <a:pt x="66651" y="135714"/>
                </a:lnTo>
                <a:lnTo>
                  <a:pt x="68664" y="135497"/>
                </a:lnTo>
                <a:lnTo>
                  <a:pt x="70626" y="135112"/>
                </a:lnTo>
                <a:lnTo>
                  <a:pt x="72539" y="134560"/>
                </a:lnTo>
                <a:lnTo>
                  <a:pt x="74403" y="133842"/>
                </a:lnTo>
                <a:lnTo>
                  <a:pt x="76222" y="132957"/>
                </a:lnTo>
                <a:lnTo>
                  <a:pt x="77994" y="131907"/>
                </a:lnTo>
                <a:lnTo>
                  <a:pt x="79724" y="130692"/>
                </a:lnTo>
                <a:lnTo>
                  <a:pt x="81410" y="129312"/>
                </a:lnTo>
                <a:lnTo>
                  <a:pt x="83056" y="127769"/>
                </a:lnTo>
                <a:lnTo>
                  <a:pt x="84600" y="126123"/>
                </a:lnTo>
                <a:lnTo>
                  <a:pt x="85981" y="124435"/>
                </a:lnTo>
                <a:lnTo>
                  <a:pt x="87197" y="122705"/>
                </a:lnTo>
                <a:lnTo>
                  <a:pt x="88250" y="120929"/>
                </a:lnTo>
                <a:lnTo>
                  <a:pt x="89139" y="119106"/>
                </a:lnTo>
                <a:lnTo>
                  <a:pt x="89865" y="117234"/>
                </a:lnTo>
                <a:lnTo>
                  <a:pt x="90426" y="115311"/>
                </a:lnTo>
                <a:lnTo>
                  <a:pt x="90824" y="113336"/>
                </a:lnTo>
                <a:lnTo>
                  <a:pt x="91059" y="111306"/>
                </a:lnTo>
                <a:lnTo>
                  <a:pt x="91129" y="109220"/>
                </a:lnTo>
                <a:lnTo>
                  <a:pt x="91036" y="107075"/>
                </a:lnTo>
                <a:lnTo>
                  <a:pt x="90779" y="104870"/>
                </a:lnTo>
                <a:lnTo>
                  <a:pt x="90330" y="102666"/>
                </a:lnTo>
                <a:lnTo>
                  <a:pt x="89729" y="100456"/>
                </a:lnTo>
                <a:lnTo>
                  <a:pt x="88973" y="98242"/>
                </a:lnTo>
                <a:lnTo>
                  <a:pt x="88064" y="96023"/>
                </a:lnTo>
                <a:lnTo>
                  <a:pt x="87001" y="93801"/>
                </a:lnTo>
                <a:lnTo>
                  <a:pt x="85783" y="91575"/>
                </a:lnTo>
                <a:lnTo>
                  <a:pt x="84410" y="89347"/>
                </a:lnTo>
                <a:lnTo>
                  <a:pt x="82881" y="87116"/>
                </a:lnTo>
                <a:lnTo>
                  <a:pt x="81195" y="84883"/>
                </a:lnTo>
                <a:lnTo>
                  <a:pt x="79353" y="82649"/>
                </a:lnTo>
                <a:lnTo>
                  <a:pt x="77354" y="80414"/>
                </a:lnTo>
                <a:lnTo>
                  <a:pt x="75198" y="78179"/>
                </a:lnTo>
                <a:lnTo>
                  <a:pt x="72965" y="76025"/>
                </a:lnTo>
                <a:lnTo>
                  <a:pt x="70737" y="74033"/>
                </a:lnTo>
                <a:lnTo>
                  <a:pt x="68514" y="72202"/>
                </a:lnTo>
                <a:lnTo>
                  <a:pt x="66296" y="70531"/>
                </a:lnTo>
                <a:lnTo>
                  <a:pt x="64081" y="69018"/>
                </a:lnTo>
                <a:lnTo>
                  <a:pt x="61869" y="67661"/>
                </a:lnTo>
                <a:lnTo>
                  <a:pt x="59660" y="66460"/>
                </a:lnTo>
                <a:lnTo>
                  <a:pt x="57453" y="65412"/>
                </a:lnTo>
                <a:lnTo>
                  <a:pt x="55249" y="64517"/>
                </a:lnTo>
                <a:lnTo>
                  <a:pt x="53046" y="63773"/>
                </a:lnTo>
                <a:lnTo>
                  <a:pt x="50843" y="63179"/>
                </a:lnTo>
                <a:lnTo>
                  <a:pt x="48641" y="62733"/>
                </a:lnTo>
                <a:lnTo>
                  <a:pt x="46434" y="62473"/>
                </a:lnTo>
                <a:lnTo>
                  <a:pt x="44282" y="62373"/>
                </a:lnTo>
                <a:lnTo>
                  <a:pt x="42184" y="62432"/>
                </a:lnTo>
                <a:lnTo>
                  <a:pt x="40141" y="62652"/>
                </a:lnTo>
                <a:lnTo>
                  <a:pt x="38149" y="63034"/>
                </a:lnTo>
                <a:lnTo>
                  <a:pt x="36210" y="63579"/>
                </a:lnTo>
                <a:lnTo>
                  <a:pt x="34322" y="64288"/>
                </a:lnTo>
                <a:lnTo>
                  <a:pt x="32483" y="65161"/>
                </a:lnTo>
                <a:lnTo>
                  <a:pt x="30693" y="66200"/>
                </a:lnTo>
                <a:lnTo>
                  <a:pt x="28951" y="67406"/>
                </a:lnTo>
                <a:lnTo>
                  <a:pt x="27257" y="68779"/>
                </a:lnTo>
                <a:lnTo>
                  <a:pt x="25608" y="70320"/>
                </a:lnTo>
                <a:lnTo>
                  <a:pt x="24067" y="71969"/>
                </a:lnTo>
                <a:lnTo>
                  <a:pt x="22694" y="73663"/>
                </a:lnTo>
                <a:lnTo>
                  <a:pt x="21490" y="75403"/>
                </a:lnTo>
                <a:lnTo>
                  <a:pt x="20454" y="77190"/>
                </a:lnTo>
                <a:lnTo>
                  <a:pt x="19586" y="79024"/>
                </a:lnTo>
                <a:lnTo>
                  <a:pt x="18884" y="80905"/>
                </a:lnTo>
                <a:lnTo>
                  <a:pt x="18349" y="82835"/>
                </a:lnTo>
                <a:lnTo>
                  <a:pt x="17980" y="84813"/>
                </a:lnTo>
                <a:lnTo>
                  <a:pt x="17777" y="86839"/>
                </a:lnTo>
                <a:lnTo>
                  <a:pt x="17739" y="88916"/>
                </a:lnTo>
                <a:lnTo>
                  <a:pt x="17865" y="91042"/>
                </a:lnTo>
                <a:lnTo>
                  <a:pt x="18156" y="93218"/>
                </a:lnTo>
                <a:lnTo>
                  <a:pt x="18605" y="95417"/>
                </a:lnTo>
                <a:lnTo>
                  <a:pt x="19207" y="97612"/>
                </a:lnTo>
                <a:lnTo>
                  <a:pt x="19962" y="99804"/>
                </a:lnTo>
                <a:lnTo>
                  <a:pt x="20871" y="101995"/>
                </a:lnTo>
                <a:lnTo>
                  <a:pt x="21934" y="104186"/>
                </a:lnTo>
                <a:lnTo>
                  <a:pt x="23152" y="106378"/>
                </a:lnTo>
                <a:lnTo>
                  <a:pt x="24525" y="108573"/>
                </a:lnTo>
                <a:lnTo>
                  <a:pt x="26055" y="110772"/>
                </a:lnTo>
                <a:lnTo>
                  <a:pt x="27740" y="112977"/>
                </a:lnTo>
                <a:lnTo>
                  <a:pt x="29582" y="115188"/>
                </a:lnTo>
                <a:lnTo>
                  <a:pt x="31581" y="117409"/>
                </a:lnTo>
                <a:lnTo>
                  <a:pt x="33737" y="1196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4" name="Original native bar-chart element 84">
            <a:extLst xmlns:a="http://schemas.openxmlformats.org/drawingml/2006/main">
              <a:ext uri="{FF2B5EF4-FFF2-40B4-BE49-F238E27FC236}">
                <a16:creationId xmlns:a16="http://schemas.microsoft.com/office/drawing/2014/main" id="{14400110-AAEC-4FF7-959A-6D7E5928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229" y="2539440"/>
            <a:ext cx="136169" cy="124381"/>
          </a:xfrm>
          <a:custGeom xmlns:a="http://schemas.openxmlformats.org/drawingml/2006/main">
            <a:pathLst>
              <a:path w="136169" h="124381">
                <a:moveTo>
                  <a:pt x="44848" y="106903"/>
                </a:moveTo>
                <a:lnTo>
                  <a:pt x="0" y="62055"/>
                </a:lnTo>
                <a:lnTo>
                  <a:pt x="12194" y="49861"/>
                </a:lnTo>
                <a:lnTo>
                  <a:pt x="56635" y="94302"/>
                </a:lnTo>
                <a:lnTo>
                  <a:pt x="58386" y="95996"/>
                </a:lnTo>
                <a:lnTo>
                  <a:pt x="60114" y="97555"/>
                </a:lnTo>
                <a:lnTo>
                  <a:pt x="61822" y="98981"/>
                </a:lnTo>
                <a:lnTo>
                  <a:pt x="63510" y="100274"/>
                </a:lnTo>
                <a:lnTo>
                  <a:pt x="65180" y="101435"/>
                </a:lnTo>
                <a:lnTo>
                  <a:pt x="66831" y="102465"/>
                </a:lnTo>
                <a:lnTo>
                  <a:pt x="68466" y="103366"/>
                </a:lnTo>
                <a:lnTo>
                  <a:pt x="70084" y="104138"/>
                </a:lnTo>
                <a:lnTo>
                  <a:pt x="71688" y="104782"/>
                </a:lnTo>
                <a:lnTo>
                  <a:pt x="73277" y="105298"/>
                </a:lnTo>
                <a:lnTo>
                  <a:pt x="74853" y="105689"/>
                </a:lnTo>
                <a:lnTo>
                  <a:pt x="76417" y="105954"/>
                </a:lnTo>
                <a:lnTo>
                  <a:pt x="77967" y="106093"/>
                </a:lnTo>
                <a:lnTo>
                  <a:pt x="79500" y="106101"/>
                </a:lnTo>
                <a:lnTo>
                  <a:pt x="81018" y="105978"/>
                </a:lnTo>
                <a:lnTo>
                  <a:pt x="82519" y="105724"/>
                </a:lnTo>
                <a:lnTo>
                  <a:pt x="84006" y="105338"/>
                </a:lnTo>
                <a:lnTo>
                  <a:pt x="85478" y="104820"/>
                </a:lnTo>
                <a:lnTo>
                  <a:pt x="86936" y="104169"/>
                </a:lnTo>
                <a:lnTo>
                  <a:pt x="88381" y="103385"/>
                </a:lnTo>
                <a:lnTo>
                  <a:pt x="89812" y="102468"/>
                </a:lnTo>
                <a:lnTo>
                  <a:pt x="91230" y="101416"/>
                </a:lnTo>
                <a:lnTo>
                  <a:pt x="92637" y="100230"/>
                </a:lnTo>
                <a:lnTo>
                  <a:pt x="94031" y="98909"/>
                </a:lnTo>
                <a:lnTo>
                  <a:pt x="95589" y="97266"/>
                </a:lnTo>
                <a:lnTo>
                  <a:pt x="97010" y="95590"/>
                </a:lnTo>
                <a:lnTo>
                  <a:pt x="98293" y="93881"/>
                </a:lnTo>
                <a:lnTo>
                  <a:pt x="99436" y="92139"/>
                </a:lnTo>
                <a:lnTo>
                  <a:pt x="100438" y="90366"/>
                </a:lnTo>
                <a:lnTo>
                  <a:pt x="101297" y="88561"/>
                </a:lnTo>
                <a:lnTo>
                  <a:pt x="102012" y="86725"/>
                </a:lnTo>
                <a:lnTo>
                  <a:pt x="102582" y="84858"/>
                </a:lnTo>
                <a:lnTo>
                  <a:pt x="103005" y="82961"/>
                </a:lnTo>
                <a:lnTo>
                  <a:pt x="103280" y="81035"/>
                </a:lnTo>
                <a:lnTo>
                  <a:pt x="103406" y="79079"/>
                </a:lnTo>
                <a:lnTo>
                  <a:pt x="103380" y="77095"/>
                </a:lnTo>
                <a:lnTo>
                  <a:pt x="103208" y="75105"/>
                </a:lnTo>
                <a:lnTo>
                  <a:pt x="102894" y="73131"/>
                </a:lnTo>
                <a:lnTo>
                  <a:pt x="102438" y="71173"/>
                </a:lnTo>
                <a:lnTo>
                  <a:pt x="101839" y="69231"/>
                </a:lnTo>
                <a:lnTo>
                  <a:pt x="101098" y="67304"/>
                </a:lnTo>
                <a:lnTo>
                  <a:pt x="100213" y="65392"/>
                </a:lnTo>
                <a:lnTo>
                  <a:pt x="99184" y="63493"/>
                </a:lnTo>
                <a:lnTo>
                  <a:pt x="98011" y="61608"/>
                </a:lnTo>
                <a:lnTo>
                  <a:pt x="96692" y="59737"/>
                </a:lnTo>
                <a:lnTo>
                  <a:pt x="95229" y="57878"/>
                </a:lnTo>
                <a:lnTo>
                  <a:pt x="93619" y="56031"/>
                </a:lnTo>
                <a:lnTo>
                  <a:pt x="91863" y="54197"/>
                </a:lnTo>
                <a:lnTo>
                  <a:pt x="49861" y="12194"/>
                </a:lnTo>
                <a:lnTo>
                  <a:pt x="62055" y="0"/>
                </a:lnTo>
                <a:lnTo>
                  <a:pt x="136169" y="74114"/>
                </a:lnTo>
                <a:lnTo>
                  <a:pt x="123975" y="86308"/>
                </a:lnTo>
                <a:lnTo>
                  <a:pt x="112593" y="74927"/>
                </a:lnTo>
                <a:lnTo>
                  <a:pt x="112961" y="76807"/>
                </a:lnTo>
                <a:lnTo>
                  <a:pt x="113251" y="78653"/>
                </a:lnTo>
                <a:lnTo>
                  <a:pt x="113466" y="80465"/>
                </a:lnTo>
                <a:lnTo>
                  <a:pt x="113607" y="82243"/>
                </a:lnTo>
                <a:lnTo>
                  <a:pt x="113677" y="83988"/>
                </a:lnTo>
                <a:lnTo>
                  <a:pt x="113677" y="85698"/>
                </a:lnTo>
                <a:lnTo>
                  <a:pt x="113610" y="87375"/>
                </a:lnTo>
                <a:lnTo>
                  <a:pt x="113477" y="89018"/>
                </a:lnTo>
                <a:lnTo>
                  <a:pt x="113279" y="90627"/>
                </a:lnTo>
                <a:lnTo>
                  <a:pt x="113020" y="92202"/>
                </a:lnTo>
                <a:lnTo>
                  <a:pt x="112700" y="93743"/>
                </a:lnTo>
                <a:lnTo>
                  <a:pt x="112322" y="95251"/>
                </a:lnTo>
                <a:lnTo>
                  <a:pt x="111817" y="96732"/>
                </a:lnTo>
                <a:lnTo>
                  <a:pt x="111249" y="98197"/>
                </a:lnTo>
                <a:lnTo>
                  <a:pt x="110616" y="99646"/>
                </a:lnTo>
                <a:lnTo>
                  <a:pt x="109919" y="101077"/>
                </a:lnTo>
                <a:lnTo>
                  <a:pt x="109156" y="102491"/>
                </a:lnTo>
                <a:lnTo>
                  <a:pt x="108325" y="103888"/>
                </a:lnTo>
                <a:lnTo>
                  <a:pt x="107428" y="105268"/>
                </a:lnTo>
                <a:lnTo>
                  <a:pt x="106461" y="106632"/>
                </a:lnTo>
                <a:lnTo>
                  <a:pt x="105425" y="107978"/>
                </a:lnTo>
                <a:lnTo>
                  <a:pt x="104318" y="109308"/>
                </a:lnTo>
                <a:lnTo>
                  <a:pt x="103140" y="110620"/>
                </a:lnTo>
                <a:lnTo>
                  <a:pt x="101890" y="111916"/>
                </a:lnTo>
                <a:lnTo>
                  <a:pt x="99744" y="113954"/>
                </a:lnTo>
                <a:lnTo>
                  <a:pt x="97576" y="115799"/>
                </a:lnTo>
                <a:lnTo>
                  <a:pt x="95386" y="117450"/>
                </a:lnTo>
                <a:lnTo>
                  <a:pt x="93173" y="118906"/>
                </a:lnTo>
                <a:lnTo>
                  <a:pt x="90937" y="120167"/>
                </a:lnTo>
                <a:lnTo>
                  <a:pt x="88679" y="121231"/>
                </a:lnTo>
                <a:lnTo>
                  <a:pt x="86398" y="122097"/>
                </a:lnTo>
                <a:lnTo>
                  <a:pt x="84095" y="122765"/>
                </a:lnTo>
                <a:lnTo>
                  <a:pt x="81769" y="123234"/>
                </a:lnTo>
                <a:lnTo>
                  <a:pt x="79421" y="123502"/>
                </a:lnTo>
                <a:lnTo>
                  <a:pt x="77050" y="123568"/>
                </a:lnTo>
                <a:lnTo>
                  <a:pt x="74656" y="123433"/>
                </a:lnTo>
                <a:lnTo>
                  <a:pt x="72245" y="123162"/>
                </a:lnTo>
                <a:lnTo>
                  <a:pt x="69823" y="122688"/>
                </a:lnTo>
                <a:lnTo>
                  <a:pt x="67388" y="122012"/>
                </a:lnTo>
                <a:lnTo>
                  <a:pt x="64941" y="121134"/>
                </a:lnTo>
                <a:lnTo>
                  <a:pt x="62480" y="120055"/>
                </a:lnTo>
                <a:lnTo>
                  <a:pt x="60006" y="118775"/>
                </a:lnTo>
                <a:lnTo>
                  <a:pt x="57517" y="117295"/>
                </a:lnTo>
                <a:lnTo>
                  <a:pt x="55015" y="115614"/>
                </a:lnTo>
                <a:lnTo>
                  <a:pt x="52497" y="113735"/>
                </a:lnTo>
                <a:lnTo>
                  <a:pt x="49963" y="111656"/>
                </a:lnTo>
                <a:lnTo>
                  <a:pt x="47414" y="109378"/>
                </a:lnTo>
                <a:lnTo>
                  <a:pt x="44848" y="106903"/>
                </a:lnTo>
                <a:close/>
                <a:moveTo>
                  <a:pt x="28860" y="29673"/>
                </a:moveTo>
                <a:lnTo>
                  <a:pt x="28860" y="296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5" name="Original native bar-chart element 85">
            <a:extLst xmlns:a="http://schemas.openxmlformats.org/drawingml/2006/main">
              <a:ext uri="{FF2B5EF4-FFF2-40B4-BE49-F238E27FC236}">
                <a16:creationId xmlns:a16="http://schemas.microsoft.com/office/drawing/2014/main" id="{06EB1AD7-666B-46E6-A788-C4D92F68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357" y="2463836"/>
            <a:ext cx="111645" cy="111916"/>
          </a:xfrm>
          <a:custGeom xmlns:a="http://schemas.openxmlformats.org/drawingml/2006/main">
            <a:pathLst>
              <a:path w="111645" h="111916">
                <a:moveTo>
                  <a:pt x="43222" y="0"/>
                </a:moveTo>
                <a:lnTo>
                  <a:pt x="54603" y="11381"/>
                </a:lnTo>
                <a:lnTo>
                  <a:pt x="53262" y="11796"/>
                </a:lnTo>
                <a:lnTo>
                  <a:pt x="51948" y="12229"/>
                </a:lnTo>
                <a:lnTo>
                  <a:pt x="50659" y="12679"/>
                </a:lnTo>
                <a:lnTo>
                  <a:pt x="49394" y="13148"/>
                </a:lnTo>
                <a:lnTo>
                  <a:pt x="48152" y="13635"/>
                </a:lnTo>
                <a:lnTo>
                  <a:pt x="46931" y="14142"/>
                </a:lnTo>
                <a:lnTo>
                  <a:pt x="45730" y="14668"/>
                </a:lnTo>
                <a:lnTo>
                  <a:pt x="44547" y="15215"/>
                </a:lnTo>
                <a:lnTo>
                  <a:pt x="43381" y="15783"/>
                </a:lnTo>
                <a:lnTo>
                  <a:pt x="42230" y="16371"/>
                </a:lnTo>
                <a:lnTo>
                  <a:pt x="41094" y="16982"/>
                </a:lnTo>
                <a:lnTo>
                  <a:pt x="39970" y="17614"/>
                </a:lnTo>
                <a:lnTo>
                  <a:pt x="38863" y="18263"/>
                </a:lnTo>
                <a:lnTo>
                  <a:pt x="37779" y="18926"/>
                </a:lnTo>
                <a:lnTo>
                  <a:pt x="36716" y="19602"/>
                </a:lnTo>
                <a:lnTo>
                  <a:pt x="35674" y="20294"/>
                </a:lnTo>
                <a:lnTo>
                  <a:pt x="34653" y="21002"/>
                </a:lnTo>
                <a:lnTo>
                  <a:pt x="33653" y="21729"/>
                </a:lnTo>
                <a:lnTo>
                  <a:pt x="32672" y="22476"/>
                </a:lnTo>
                <a:lnTo>
                  <a:pt x="31710" y="23244"/>
                </a:lnTo>
                <a:lnTo>
                  <a:pt x="30767" y="24035"/>
                </a:lnTo>
                <a:lnTo>
                  <a:pt x="29843" y="24850"/>
                </a:lnTo>
                <a:lnTo>
                  <a:pt x="28936" y="25690"/>
                </a:lnTo>
                <a:lnTo>
                  <a:pt x="28047" y="26556"/>
                </a:lnTo>
                <a:lnTo>
                  <a:pt x="26170" y="28540"/>
                </a:lnTo>
                <a:lnTo>
                  <a:pt x="24468" y="30563"/>
                </a:lnTo>
                <a:lnTo>
                  <a:pt x="22943" y="32622"/>
                </a:lnTo>
                <a:lnTo>
                  <a:pt x="21593" y="34716"/>
                </a:lnTo>
                <a:lnTo>
                  <a:pt x="20421" y="36844"/>
                </a:lnTo>
                <a:lnTo>
                  <a:pt x="19426" y="39005"/>
                </a:lnTo>
                <a:lnTo>
                  <a:pt x="18609" y="41196"/>
                </a:lnTo>
                <a:lnTo>
                  <a:pt x="17970" y="43418"/>
                </a:lnTo>
                <a:lnTo>
                  <a:pt x="17510" y="45667"/>
                </a:lnTo>
                <a:lnTo>
                  <a:pt x="17229" y="47943"/>
                </a:lnTo>
                <a:lnTo>
                  <a:pt x="17128" y="50245"/>
                </a:lnTo>
                <a:lnTo>
                  <a:pt x="17207" y="52571"/>
                </a:lnTo>
                <a:lnTo>
                  <a:pt x="17464" y="54905"/>
                </a:lnTo>
                <a:lnTo>
                  <a:pt x="17896" y="57233"/>
                </a:lnTo>
                <a:lnTo>
                  <a:pt x="18501" y="59555"/>
                </a:lnTo>
                <a:lnTo>
                  <a:pt x="19280" y="61869"/>
                </a:lnTo>
                <a:lnTo>
                  <a:pt x="20232" y="64176"/>
                </a:lnTo>
                <a:lnTo>
                  <a:pt x="21357" y="66476"/>
                </a:lnTo>
                <a:lnTo>
                  <a:pt x="22654" y="68766"/>
                </a:lnTo>
                <a:lnTo>
                  <a:pt x="24123" y="71048"/>
                </a:lnTo>
                <a:lnTo>
                  <a:pt x="25762" y="73320"/>
                </a:lnTo>
                <a:lnTo>
                  <a:pt x="27573" y="75582"/>
                </a:lnTo>
                <a:lnTo>
                  <a:pt x="29554" y="77834"/>
                </a:lnTo>
                <a:lnTo>
                  <a:pt x="31705" y="80075"/>
                </a:lnTo>
                <a:lnTo>
                  <a:pt x="33977" y="82257"/>
                </a:lnTo>
                <a:lnTo>
                  <a:pt x="36255" y="84264"/>
                </a:lnTo>
                <a:lnTo>
                  <a:pt x="38539" y="86096"/>
                </a:lnTo>
                <a:lnTo>
                  <a:pt x="40828" y="87753"/>
                </a:lnTo>
                <a:lnTo>
                  <a:pt x="43123" y="89235"/>
                </a:lnTo>
                <a:lnTo>
                  <a:pt x="45424" y="90542"/>
                </a:lnTo>
                <a:lnTo>
                  <a:pt x="47730" y="91674"/>
                </a:lnTo>
                <a:lnTo>
                  <a:pt x="50042" y="92631"/>
                </a:lnTo>
                <a:lnTo>
                  <a:pt x="52359" y="93413"/>
                </a:lnTo>
                <a:lnTo>
                  <a:pt x="54682" y="94020"/>
                </a:lnTo>
                <a:lnTo>
                  <a:pt x="57011" y="94452"/>
                </a:lnTo>
                <a:lnTo>
                  <a:pt x="59345" y="94709"/>
                </a:lnTo>
                <a:lnTo>
                  <a:pt x="61668" y="94785"/>
                </a:lnTo>
                <a:lnTo>
                  <a:pt x="63963" y="94677"/>
                </a:lnTo>
                <a:lnTo>
                  <a:pt x="66228" y="94385"/>
                </a:lnTo>
                <a:lnTo>
                  <a:pt x="68463" y="93911"/>
                </a:lnTo>
                <a:lnTo>
                  <a:pt x="70669" y="93256"/>
                </a:lnTo>
                <a:lnTo>
                  <a:pt x="72844" y="92422"/>
                </a:lnTo>
                <a:lnTo>
                  <a:pt x="74987" y="91410"/>
                </a:lnTo>
                <a:lnTo>
                  <a:pt x="77100" y="90222"/>
                </a:lnTo>
                <a:lnTo>
                  <a:pt x="79180" y="88859"/>
                </a:lnTo>
                <a:lnTo>
                  <a:pt x="81228" y="87322"/>
                </a:lnTo>
                <a:lnTo>
                  <a:pt x="83243" y="85613"/>
                </a:lnTo>
                <a:lnTo>
                  <a:pt x="85224" y="83734"/>
                </a:lnTo>
                <a:lnTo>
                  <a:pt x="86094" y="82847"/>
                </a:lnTo>
                <a:lnTo>
                  <a:pt x="86941" y="81948"/>
                </a:lnTo>
                <a:lnTo>
                  <a:pt x="87767" y="81035"/>
                </a:lnTo>
                <a:lnTo>
                  <a:pt x="88571" y="80106"/>
                </a:lnTo>
                <a:lnTo>
                  <a:pt x="89355" y="79160"/>
                </a:lnTo>
                <a:lnTo>
                  <a:pt x="90119" y="78196"/>
                </a:lnTo>
                <a:lnTo>
                  <a:pt x="90863" y="77212"/>
                </a:lnTo>
                <a:lnTo>
                  <a:pt x="91587" y="76206"/>
                </a:lnTo>
                <a:lnTo>
                  <a:pt x="92293" y="75179"/>
                </a:lnTo>
                <a:lnTo>
                  <a:pt x="92980" y="74127"/>
                </a:lnTo>
                <a:lnTo>
                  <a:pt x="93650" y="73050"/>
                </a:lnTo>
                <a:lnTo>
                  <a:pt x="94302" y="71946"/>
                </a:lnTo>
                <a:lnTo>
                  <a:pt x="94932" y="70820"/>
                </a:lnTo>
                <a:lnTo>
                  <a:pt x="95535" y="69676"/>
                </a:lnTo>
                <a:lnTo>
                  <a:pt x="96112" y="68514"/>
                </a:lnTo>
                <a:lnTo>
                  <a:pt x="96666" y="67334"/>
                </a:lnTo>
                <a:lnTo>
                  <a:pt x="97197" y="66135"/>
                </a:lnTo>
                <a:lnTo>
                  <a:pt x="97706" y="64917"/>
                </a:lnTo>
                <a:lnTo>
                  <a:pt x="98196" y="63680"/>
                </a:lnTo>
                <a:lnTo>
                  <a:pt x="98668" y="62421"/>
                </a:lnTo>
                <a:lnTo>
                  <a:pt x="99123" y="61143"/>
                </a:lnTo>
                <a:lnTo>
                  <a:pt x="99562" y="59843"/>
                </a:lnTo>
                <a:lnTo>
                  <a:pt x="99987" y="58521"/>
                </a:lnTo>
                <a:lnTo>
                  <a:pt x="100399" y="57177"/>
                </a:lnTo>
                <a:lnTo>
                  <a:pt x="111645" y="68423"/>
                </a:lnTo>
                <a:lnTo>
                  <a:pt x="111162" y="69702"/>
                </a:lnTo>
                <a:lnTo>
                  <a:pt x="110662" y="70963"/>
                </a:lnTo>
                <a:lnTo>
                  <a:pt x="110144" y="72206"/>
                </a:lnTo>
                <a:lnTo>
                  <a:pt x="109608" y="73431"/>
                </a:lnTo>
                <a:lnTo>
                  <a:pt x="109052" y="74638"/>
                </a:lnTo>
                <a:lnTo>
                  <a:pt x="108478" y="75824"/>
                </a:lnTo>
                <a:lnTo>
                  <a:pt x="107884" y="76992"/>
                </a:lnTo>
                <a:lnTo>
                  <a:pt x="107269" y="78138"/>
                </a:lnTo>
                <a:lnTo>
                  <a:pt x="106634" y="79265"/>
                </a:lnTo>
                <a:lnTo>
                  <a:pt x="105978" y="80370"/>
                </a:lnTo>
                <a:lnTo>
                  <a:pt x="105300" y="81453"/>
                </a:lnTo>
                <a:lnTo>
                  <a:pt x="104599" y="82514"/>
                </a:lnTo>
                <a:lnTo>
                  <a:pt x="103843" y="83598"/>
                </a:lnTo>
                <a:lnTo>
                  <a:pt x="103064" y="84681"/>
                </a:lnTo>
                <a:lnTo>
                  <a:pt x="102262" y="85762"/>
                </a:lnTo>
                <a:lnTo>
                  <a:pt x="101438" y="86840"/>
                </a:lnTo>
                <a:lnTo>
                  <a:pt x="100591" y="87914"/>
                </a:lnTo>
                <a:lnTo>
                  <a:pt x="99722" y="88984"/>
                </a:lnTo>
                <a:lnTo>
                  <a:pt x="98830" y="90048"/>
                </a:lnTo>
                <a:lnTo>
                  <a:pt x="97915" y="91106"/>
                </a:lnTo>
                <a:lnTo>
                  <a:pt x="96978" y="92155"/>
                </a:lnTo>
                <a:lnTo>
                  <a:pt x="96018" y="93197"/>
                </a:lnTo>
                <a:lnTo>
                  <a:pt x="95036" y="94229"/>
                </a:lnTo>
                <a:lnTo>
                  <a:pt x="94031" y="95251"/>
                </a:lnTo>
                <a:lnTo>
                  <a:pt x="91228" y="97912"/>
                </a:lnTo>
                <a:lnTo>
                  <a:pt x="88374" y="100340"/>
                </a:lnTo>
                <a:lnTo>
                  <a:pt x="85470" y="102533"/>
                </a:lnTo>
                <a:lnTo>
                  <a:pt x="82514" y="104489"/>
                </a:lnTo>
                <a:lnTo>
                  <a:pt x="79508" y="106206"/>
                </a:lnTo>
                <a:lnTo>
                  <a:pt x="76451" y="107682"/>
                </a:lnTo>
                <a:lnTo>
                  <a:pt x="73343" y="108915"/>
                </a:lnTo>
                <a:lnTo>
                  <a:pt x="70185" y="109904"/>
                </a:lnTo>
                <a:lnTo>
                  <a:pt x="66975" y="110646"/>
                </a:lnTo>
                <a:lnTo>
                  <a:pt x="63715" y="111139"/>
                </a:lnTo>
                <a:lnTo>
                  <a:pt x="60404" y="111383"/>
                </a:lnTo>
                <a:lnTo>
                  <a:pt x="57042" y="111374"/>
                </a:lnTo>
                <a:lnTo>
                  <a:pt x="53672" y="111182"/>
                </a:lnTo>
                <a:lnTo>
                  <a:pt x="50335" y="110743"/>
                </a:lnTo>
                <a:lnTo>
                  <a:pt x="47032" y="110057"/>
                </a:lnTo>
                <a:lnTo>
                  <a:pt x="43764" y="109126"/>
                </a:lnTo>
                <a:lnTo>
                  <a:pt x="40529" y="107950"/>
                </a:lnTo>
                <a:lnTo>
                  <a:pt x="37328" y="106530"/>
                </a:lnTo>
                <a:lnTo>
                  <a:pt x="34161" y="104868"/>
                </a:lnTo>
                <a:lnTo>
                  <a:pt x="31028" y="102964"/>
                </a:lnTo>
                <a:lnTo>
                  <a:pt x="27928" y="100818"/>
                </a:lnTo>
                <a:lnTo>
                  <a:pt x="24863" y="98433"/>
                </a:lnTo>
                <a:lnTo>
                  <a:pt x="21831" y="95809"/>
                </a:lnTo>
                <a:lnTo>
                  <a:pt x="18833" y="92947"/>
                </a:lnTo>
                <a:lnTo>
                  <a:pt x="15940" y="89918"/>
                </a:lnTo>
                <a:lnTo>
                  <a:pt x="13290" y="86861"/>
                </a:lnTo>
                <a:lnTo>
                  <a:pt x="10884" y="83774"/>
                </a:lnTo>
                <a:lnTo>
                  <a:pt x="8722" y="80658"/>
                </a:lnTo>
                <a:lnTo>
                  <a:pt x="6804" y="77511"/>
                </a:lnTo>
                <a:lnTo>
                  <a:pt x="5132" y="74334"/>
                </a:lnTo>
                <a:lnTo>
                  <a:pt x="3705" y="71126"/>
                </a:lnTo>
                <a:lnTo>
                  <a:pt x="2524" y="67886"/>
                </a:lnTo>
                <a:lnTo>
                  <a:pt x="1590" y="64615"/>
                </a:lnTo>
                <a:lnTo>
                  <a:pt x="903" y="61311"/>
                </a:lnTo>
                <a:lnTo>
                  <a:pt x="463" y="57974"/>
                </a:lnTo>
                <a:lnTo>
                  <a:pt x="271" y="54603"/>
                </a:lnTo>
                <a:lnTo>
                  <a:pt x="325" y="51236"/>
                </a:lnTo>
                <a:lnTo>
                  <a:pt x="622" y="47908"/>
                </a:lnTo>
                <a:lnTo>
                  <a:pt x="1164" y="44619"/>
                </a:lnTo>
                <a:lnTo>
                  <a:pt x="1952" y="41370"/>
                </a:lnTo>
                <a:lnTo>
                  <a:pt x="2986" y="38161"/>
                </a:lnTo>
                <a:lnTo>
                  <a:pt x="4268" y="34991"/>
                </a:lnTo>
                <a:lnTo>
                  <a:pt x="5798" y="31860"/>
                </a:lnTo>
                <a:lnTo>
                  <a:pt x="7577" y="28769"/>
                </a:lnTo>
                <a:lnTo>
                  <a:pt x="9607" y="25718"/>
                </a:lnTo>
                <a:lnTo>
                  <a:pt x="11888" y="22706"/>
                </a:lnTo>
                <a:lnTo>
                  <a:pt x="14421" y="19734"/>
                </a:lnTo>
                <a:lnTo>
                  <a:pt x="17207" y="16801"/>
                </a:lnTo>
                <a:lnTo>
                  <a:pt x="18162" y="15864"/>
                </a:lnTo>
                <a:lnTo>
                  <a:pt x="19127" y="14949"/>
                </a:lnTo>
                <a:lnTo>
                  <a:pt x="20104" y="14057"/>
                </a:lnTo>
                <a:lnTo>
                  <a:pt x="21092" y="13188"/>
                </a:lnTo>
                <a:lnTo>
                  <a:pt x="22091" y="12341"/>
                </a:lnTo>
                <a:lnTo>
                  <a:pt x="23101" y="11517"/>
                </a:lnTo>
                <a:lnTo>
                  <a:pt x="24123" y="10715"/>
                </a:lnTo>
                <a:lnTo>
                  <a:pt x="25156" y="9936"/>
                </a:lnTo>
                <a:lnTo>
                  <a:pt x="26201" y="9180"/>
                </a:lnTo>
                <a:lnTo>
                  <a:pt x="27256" y="8446"/>
                </a:lnTo>
                <a:lnTo>
                  <a:pt x="28323" y="7734"/>
                </a:lnTo>
                <a:lnTo>
                  <a:pt x="29402" y="7046"/>
                </a:lnTo>
                <a:lnTo>
                  <a:pt x="30491" y="6374"/>
                </a:lnTo>
                <a:lnTo>
                  <a:pt x="31592" y="5714"/>
                </a:lnTo>
                <a:lnTo>
                  <a:pt x="32704" y="5068"/>
                </a:lnTo>
                <a:lnTo>
                  <a:pt x="33828" y="4436"/>
                </a:lnTo>
                <a:lnTo>
                  <a:pt x="34962" y="3819"/>
                </a:lnTo>
                <a:lnTo>
                  <a:pt x="36108" y="3218"/>
                </a:lnTo>
                <a:lnTo>
                  <a:pt x="37266" y="2634"/>
                </a:lnTo>
                <a:lnTo>
                  <a:pt x="38434" y="2068"/>
                </a:lnTo>
                <a:lnTo>
                  <a:pt x="39614" y="1520"/>
                </a:lnTo>
                <a:lnTo>
                  <a:pt x="40806" y="992"/>
                </a:lnTo>
                <a:lnTo>
                  <a:pt x="42008" y="485"/>
                </a:lnTo>
                <a:lnTo>
                  <a:pt x="432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6" name="Original native bar-chart element 86">
            <a:extLst xmlns:a="http://schemas.openxmlformats.org/drawingml/2006/main">
              <a:ext uri="{FF2B5EF4-FFF2-40B4-BE49-F238E27FC236}">
                <a16:creationId xmlns:a16="http://schemas.microsoft.com/office/drawing/2014/main" id="{EFF5C3BB-ED00-4033-AF60-5862DF5C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742" y="2392431"/>
            <a:ext cx="118013" cy="108258"/>
          </a:xfrm>
          <a:custGeom xmlns:a="http://schemas.openxmlformats.org/drawingml/2006/main">
            <a:pathLst>
              <a:path w="118013" h="108258">
                <a:moveTo>
                  <a:pt x="84547" y="18020"/>
                </a:moveTo>
                <a:lnTo>
                  <a:pt x="90508" y="23982"/>
                </a:lnTo>
                <a:lnTo>
                  <a:pt x="34550" y="79940"/>
                </a:lnTo>
                <a:lnTo>
                  <a:pt x="36786" y="81825"/>
                </a:lnTo>
                <a:lnTo>
                  <a:pt x="39022" y="83551"/>
                </a:lnTo>
                <a:lnTo>
                  <a:pt x="41257" y="85114"/>
                </a:lnTo>
                <a:lnTo>
                  <a:pt x="43493" y="86514"/>
                </a:lnTo>
                <a:lnTo>
                  <a:pt x="45728" y="87748"/>
                </a:lnTo>
                <a:lnTo>
                  <a:pt x="47964" y="88815"/>
                </a:lnTo>
                <a:lnTo>
                  <a:pt x="50200" y="89712"/>
                </a:lnTo>
                <a:lnTo>
                  <a:pt x="52435" y="90438"/>
                </a:lnTo>
                <a:lnTo>
                  <a:pt x="54671" y="90991"/>
                </a:lnTo>
                <a:lnTo>
                  <a:pt x="56906" y="91369"/>
                </a:lnTo>
                <a:lnTo>
                  <a:pt x="59142" y="91570"/>
                </a:lnTo>
                <a:lnTo>
                  <a:pt x="61378" y="91592"/>
                </a:lnTo>
                <a:lnTo>
                  <a:pt x="63571" y="91476"/>
                </a:lnTo>
                <a:lnTo>
                  <a:pt x="65748" y="91196"/>
                </a:lnTo>
                <a:lnTo>
                  <a:pt x="67909" y="90752"/>
                </a:lnTo>
                <a:lnTo>
                  <a:pt x="70054" y="90142"/>
                </a:lnTo>
                <a:lnTo>
                  <a:pt x="72184" y="89367"/>
                </a:lnTo>
                <a:lnTo>
                  <a:pt x="74300" y="88425"/>
                </a:lnTo>
                <a:lnTo>
                  <a:pt x="76402" y="87317"/>
                </a:lnTo>
                <a:lnTo>
                  <a:pt x="78490" y="86042"/>
                </a:lnTo>
                <a:lnTo>
                  <a:pt x="80565" y="84600"/>
                </a:lnTo>
                <a:lnTo>
                  <a:pt x="82627" y="82989"/>
                </a:lnTo>
                <a:lnTo>
                  <a:pt x="84676" y="81210"/>
                </a:lnTo>
                <a:lnTo>
                  <a:pt x="86715" y="79263"/>
                </a:lnTo>
                <a:lnTo>
                  <a:pt x="87855" y="78100"/>
                </a:lnTo>
                <a:lnTo>
                  <a:pt x="88972" y="76915"/>
                </a:lnTo>
                <a:lnTo>
                  <a:pt x="90064" y="75710"/>
                </a:lnTo>
                <a:lnTo>
                  <a:pt x="91131" y="74485"/>
                </a:lnTo>
                <a:lnTo>
                  <a:pt x="92171" y="73241"/>
                </a:lnTo>
                <a:lnTo>
                  <a:pt x="93184" y="71980"/>
                </a:lnTo>
                <a:lnTo>
                  <a:pt x="94169" y="70701"/>
                </a:lnTo>
                <a:lnTo>
                  <a:pt x="95125" y="69407"/>
                </a:lnTo>
                <a:lnTo>
                  <a:pt x="96051" y="68097"/>
                </a:lnTo>
                <a:lnTo>
                  <a:pt x="96945" y="66773"/>
                </a:lnTo>
                <a:lnTo>
                  <a:pt x="97808" y="65437"/>
                </a:lnTo>
                <a:lnTo>
                  <a:pt x="98638" y="64087"/>
                </a:lnTo>
                <a:lnTo>
                  <a:pt x="99439" y="62716"/>
                </a:lnTo>
                <a:lnTo>
                  <a:pt x="100217" y="61311"/>
                </a:lnTo>
                <a:lnTo>
                  <a:pt x="100971" y="59875"/>
                </a:lnTo>
                <a:lnTo>
                  <a:pt x="101699" y="58407"/>
                </a:lnTo>
                <a:lnTo>
                  <a:pt x="102401" y="56909"/>
                </a:lnTo>
                <a:lnTo>
                  <a:pt x="103075" y="55382"/>
                </a:lnTo>
                <a:lnTo>
                  <a:pt x="103721" y="53827"/>
                </a:lnTo>
                <a:lnTo>
                  <a:pt x="104339" y="52245"/>
                </a:lnTo>
                <a:lnTo>
                  <a:pt x="104925" y="50636"/>
                </a:lnTo>
                <a:lnTo>
                  <a:pt x="105481" y="49002"/>
                </a:lnTo>
                <a:lnTo>
                  <a:pt x="106005" y="47343"/>
                </a:lnTo>
                <a:lnTo>
                  <a:pt x="106496" y="45661"/>
                </a:lnTo>
                <a:lnTo>
                  <a:pt x="118013" y="57177"/>
                </a:lnTo>
                <a:lnTo>
                  <a:pt x="117392" y="58730"/>
                </a:lnTo>
                <a:lnTo>
                  <a:pt x="116747" y="60270"/>
                </a:lnTo>
                <a:lnTo>
                  <a:pt x="116078" y="61797"/>
                </a:lnTo>
                <a:lnTo>
                  <a:pt x="115384" y="63310"/>
                </a:lnTo>
                <a:lnTo>
                  <a:pt x="114663" y="64807"/>
                </a:lnTo>
                <a:lnTo>
                  <a:pt x="113915" y="66289"/>
                </a:lnTo>
                <a:lnTo>
                  <a:pt x="113138" y="67754"/>
                </a:lnTo>
                <a:lnTo>
                  <a:pt x="112333" y="69201"/>
                </a:lnTo>
                <a:lnTo>
                  <a:pt x="111497" y="70629"/>
                </a:lnTo>
                <a:lnTo>
                  <a:pt x="110630" y="72038"/>
                </a:lnTo>
                <a:lnTo>
                  <a:pt x="109731" y="73425"/>
                </a:lnTo>
                <a:lnTo>
                  <a:pt x="108800" y="74791"/>
                </a:lnTo>
                <a:lnTo>
                  <a:pt x="107843" y="76143"/>
                </a:lnTo>
                <a:lnTo>
                  <a:pt x="106869" y="77487"/>
                </a:lnTo>
                <a:lnTo>
                  <a:pt x="105878" y="78822"/>
                </a:lnTo>
                <a:lnTo>
                  <a:pt x="104870" y="80146"/>
                </a:lnTo>
                <a:lnTo>
                  <a:pt x="103846" y="81456"/>
                </a:lnTo>
                <a:lnTo>
                  <a:pt x="102804" y="82751"/>
                </a:lnTo>
                <a:lnTo>
                  <a:pt x="101746" y="84030"/>
                </a:lnTo>
                <a:lnTo>
                  <a:pt x="100670" y="85289"/>
                </a:lnTo>
                <a:lnTo>
                  <a:pt x="99578" y="86528"/>
                </a:lnTo>
                <a:lnTo>
                  <a:pt x="98468" y="87745"/>
                </a:lnTo>
                <a:lnTo>
                  <a:pt x="97342" y="88936"/>
                </a:lnTo>
                <a:lnTo>
                  <a:pt x="96199" y="90102"/>
                </a:lnTo>
                <a:lnTo>
                  <a:pt x="93201" y="92959"/>
                </a:lnTo>
                <a:lnTo>
                  <a:pt x="90169" y="95567"/>
                </a:lnTo>
                <a:lnTo>
                  <a:pt x="87102" y="97929"/>
                </a:lnTo>
                <a:lnTo>
                  <a:pt x="84000" y="100043"/>
                </a:lnTo>
                <a:lnTo>
                  <a:pt x="80862" y="101911"/>
                </a:lnTo>
                <a:lnTo>
                  <a:pt x="77687" y="103532"/>
                </a:lnTo>
                <a:lnTo>
                  <a:pt x="74477" y="104909"/>
                </a:lnTo>
                <a:lnTo>
                  <a:pt x="71228" y="106040"/>
                </a:lnTo>
                <a:lnTo>
                  <a:pt x="67943" y="106926"/>
                </a:lnTo>
                <a:lnTo>
                  <a:pt x="64619" y="107568"/>
                </a:lnTo>
                <a:lnTo>
                  <a:pt x="61256" y="107967"/>
                </a:lnTo>
                <a:lnTo>
                  <a:pt x="57855" y="108122"/>
                </a:lnTo>
                <a:lnTo>
                  <a:pt x="54453" y="108029"/>
                </a:lnTo>
                <a:lnTo>
                  <a:pt x="51092" y="107683"/>
                </a:lnTo>
                <a:lnTo>
                  <a:pt x="47769" y="107085"/>
                </a:lnTo>
                <a:lnTo>
                  <a:pt x="44486" y="106235"/>
                </a:lnTo>
                <a:lnTo>
                  <a:pt x="41243" y="105136"/>
                </a:lnTo>
                <a:lnTo>
                  <a:pt x="38039" y="103787"/>
                </a:lnTo>
                <a:lnTo>
                  <a:pt x="34875" y="102189"/>
                </a:lnTo>
                <a:lnTo>
                  <a:pt x="31750" y="100344"/>
                </a:lnTo>
                <a:lnTo>
                  <a:pt x="28665" y="98253"/>
                </a:lnTo>
                <a:lnTo>
                  <a:pt x="25619" y="95915"/>
                </a:lnTo>
                <a:lnTo>
                  <a:pt x="22613" y="93334"/>
                </a:lnTo>
                <a:lnTo>
                  <a:pt x="19646" y="90508"/>
                </a:lnTo>
                <a:lnTo>
                  <a:pt x="16750" y="87477"/>
                </a:lnTo>
                <a:lnTo>
                  <a:pt x="14091" y="84411"/>
                </a:lnTo>
                <a:lnTo>
                  <a:pt x="11669" y="81312"/>
                </a:lnTo>
                <a:lnTo>
                  <a:pt x="9484" y="78179"/>
                </a:lnTo>
                <a:lnTo>
                  <a:pt x="7537" y="75011"/>
                </a:lnTo>
                <a:lnTo>
                  <a:pt x="5826" y="71811"/>
                </a:lnTo>
                <a:lnTo>
                  <a:pt x="4353" y="68576"/>
                </a:lnTo>
                <a:lnTo>
                  <a:pt x="3116" y="65307"/>
                </a:lnTo>
                <a:lnTo>
                  <a:pt x="2117" y="62004"/>
                </a:lnTo>
                <a:lnTo>
                  <a:pt x="1355" y="58668"/>
                </a:lnTo>
                <a:lnTo>
                  <a:pt x="830" y="55297"/>
                </a:lnTo>
                <a:lnTo>
                  <a:pt x="542" y="51893"/>
                </a:lnTo>
                <a:lnTo>
                  <a:pt x="528" y="48526"/>
                </a:lnTo>
                <a:lnTo>
                  <a:pt x="756" y="45200"/>
                </a:lnTo>
                <a:lnTo>
                  <a:pt x="1228" y="41918"/>
                </a:lnTo>
                <a:lnTo>
                  <a:pt x="1942" y="38680"/>
                </a:lnTo>
                <a:lnTo>
                  <a:pt x="2899" y="35490"/>
                </a:lnTo>
                <a:lnTo>
                  <a:pt x="4099" y="32349"/>
                </a:lnTo>
                <a:lnTo>
                  <a:pt x="5541" y="29258"/>
                </a:lnTo>
                <a:lnTo>
                  <a:pt x="7226" y="26220"/>
                </a:lnTo>
                <a:lnTo>
                  <a:pt x="9154" y="23237"/>
                </a:lnTo>
                <a:lnTo>
                  <a:pt x="11325" y="20310"/>
                </a:lnTo>
                <a:lnTo>
                  <a:pt x="13738" y="17441"/>
                </a:lnTo>
                <a:lnTo>
                  <a:pt x="16394" y="14633"/>
                </a:lnTo>
                <a:lnTo>
                  <a:pt x="18924" y="12239"/>
                </a:lnTo>
                <a:lnTo>
                  <a:pt x="21498" y="10070"/>
                </a:lnTo>
                <a:lnTo>
                  <a:pt x="24117" y="8125"/>
                </a:lnTo>
                <a:lnTo>
                  <a:pt x="26782" y="6403"/>
                </a:lnTo>
                <a:lnTo>
                  <a:pt x="29492" y="4903"/>
                </a:lnTo>
                <a:lnTo>
                  <a:pt x="32247" y="3624"/>
                </a:lnTo>
                <a:lnTo>
                  <a:pt x="35047" y="2566"/>
                </a:lnTo>
                <a:lnTo>
                  <a:pt x="37892" y="1726"/>
                </a:lnTo>
                <a:lnTo>
                  <a:pt x="40783" y="1105"/>
                </a:lnTo>
                <a:lnTo>
                  <a:pt x="43719" y="701"/>
                </a:lnTo>
                <a:lnTo>
                  <a:pt x="46699" y="514"/>
                </a:lnTo>
                <a:lnTo>
                  <a:pt x="49725" y="542"/>
                </a:lnTo>
                <a:lnTo>
                  <a:pt x="52763" y="847"/>
                </a:lnTo>
                <a:lnTo>
                  <a:pt x="55777" y="1357"/>
                </a:lnTo>
                <a:lnTo>
                  <a:pt x="58767" y="2073"/>
                </a:lnTo>
                <a:lnTo>
                  <a:pt x="61734" y="2996"/>
                </a:lnTo>
                <a:lnTo>
                  <a:pt x="64676" y="4128"/>
                </a:lnTo>
                <a:lnTo>
                  <a:pt x="67593" y="5470"/>
                </a:lnTo>
                <a:lnTo>
                  <a:pt x="70485" y="7025"/>
                </a:lnTo>
                <a:lnTo>
                  <a:pt x="73351" y="8792"/>
                </a:lnTo>
                <a:lnTo>
                  <a:pt x="76191" y="10774"/>
                </a:lnTo>
                <a:lnTo>
                  <a:pt x="79003" y="12971"/>
                </a:lnTo>
                <a:lnTo>
                  <a:pt x="81789" y="15387"/>
                </a:lnTo>
                <a:lnTo>
                  <a:pt x="84547" y="18020"/>
                </a:lnTo>
                <a:close/>
                <a:moveTo>
                  <a:pt x="68830" y="26692"/>
                </a:moveTo>
                <a:lnTo>
                  <a:pt x="67128" y="25131"/>
                </a:lnTo>
                <a:lnTo>
                  <a:pt x="65409" y="23698"/>
                </a:lnTo>
                <a:lnTo>
                  <a:pt x="63673" y="22394"/>
                </a:lnTo>
                <a:lnTo>
                  <a:pt x="61920" y="21217"/>
                </a:lnTo>
                <a:lnTo>
                  <a:pt x="60150" y="20166"/>
                </a:lnTo>
                <a:lnTo>
                  <a:pt x="58363" y="19240"/>
                </a:lnTo>
                <a:lnTo>
                  <a:pt x="56559" y="18438"/>
                </a:lnTo>
                <a:lnTo>
                  <a:pt x="54739" y="17759"/>
                </a:lnTo>
                <a:lnTo>
                  <a:pt x="52901" y="17203"/>
                </a:lnTo>
                <a:lnTo>
                  <a:pt x="51046" y="16768"/>
                </a:lnTo>
                <a:lnTo>
                  <a:pt x="49175" y="16454"/>
                </a:lnTo>
                <a:lnTo>
                  <a:pt x="47287" y="16259"/>
                </a:lnTo>
                <a:lnTo>
                  <a:pt x="45404" y="16256"/>
                </a:lnTo>
                <a:lnTo>
                  <a:pt x="43550" y="16383"/>
                </a:lnTo>
                <a:lnTo>
                  <a:pt x="41727" y="16640"/>
                </a:lnTo>
                <a:lnTo>
                  <a:pt x="39935" y="17027"/>
                </a:lnTo>
                <a:lnTo>
                  <a:pt x="38175" y="17543"/>
                </a:lnTo>
                <a:lnTo>
                  <a:pt x="36447" y="18190"/>
                </a:lnTo>
                <a:lnTo>
                  <a:pt x="34754" y="18966"/>
                </a:lnTo>
                <a:lnTo>
                  <a:pt x="33095" y="19872"/>
                </a:lnTo>
                <a:lnTo>
                  <a:pt x="31472" y="20908"/>
                </a:lnTo>
                <a:lnTo>
                  <a:pt x="29886" y="22074"/>
                </a:lnTo>
                <a:lnTo>
                  <a:pt x="28337" y="23369"/>
                </a:lnTo>
                <a:lnTo>
                  <a:pt x="26827" y="24795"/>
                </a:lnTo>
                <a:lnTo>
                  <a:pt x="25204" y="26503"/>
                </a:lnTo>
                <a:lnTo>
                  <a:pt x="23721" y="28237"/>
                </a:lnTo>
                <a:lnTo>
                  <a:pt x="22377" y="29999"/>
                </a:lnTo>
                <a:lnTo>
                  <a:pt x="21172" y="31785"/>
                </a:lnTo>
                <a:lnTo>
                  <a:pt x="20104" y="33596"/>
                </a:lnTo>
                <a:lnTo>
                  <a:pt x="19172" y="35431"/>
                </a:lnTo>
                <a:lnTo>
                  <a:pt x="18376" y="37288"/>
                </a:lnTo>
                <a:lnTo>
                  <a:pt x="17714" y="39167"/>
                </a:lnTo>
                <a:lnTo>
                  <a:pt x="17186" y="41067"/>
                </a:lnTo>
                <a:lnTo>
                  <a:pt x="16791" y="42986"/>
                </a:lnTo>
                <a:lnTo>
                  <a:pt x="16527" y="44924"/>
                </a:lnTo>
                <a:lnTo>
                  <a:pt x="16394" y="46880"/>
                </a:lnTo>
                <a:lnTo>
                  <a:pt x="16395" y="48844"/>
                </a:lnTo>
                <a:lnTo>
                  <a:pt x="16531" y="50807"/>
                </a:lnTo>
                <a:lnTo>
                  <a:pt x="16803" y="52768"/>
                </a:lnTo>
                <a:lnTo>
                  <a:pt x="17212" y="54724"/>
                </a:lnTo>
                <a:lnTo>
                  <a:pt x="17759" y="56674"/>
                </a:lnTo>
                <a:lnTo>
                  <a:pt x="18444" y="58617"/>
                </a:lnTo>
                <a:lnTo>
                  <a:pt x="19267" y="60552"/>
                </a:lnTo>
                <a:lnTo>
                  <a:pt x="20228" y="62477"/>
                </a:lnTo>
                <a:lnTo>
                  <a:pt x="21329" y="64390"/>
                </a:lnTo>
                <a:lnTo>
                  <a:pt x="22570" y="66291"/>
                </a:lnTo>
                <a:lnTo>
                  <a:pt x="23951" y="68178"/>
                </a:lnTo>
                <a:lnTo>
                  <a:pt x="25472" y="70049"/>
                </a:lnTo>
                <a:lnTo>
                  <a:pt x="68830" y="26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7" name="Original native bar-chart element 87">
            <a:extLst xmlns:a="http://schemas.openxmlformats.org/drawingml/2006/main">
              <a:ext uri="{FF2B5EF4-FFF2-40B4-BE49-F238E27FC236}">
                <a16:creationId xmlns:a16="http://schemas.microsoft.com/office/drawing/2014/main" id="{57685DA7-61A1-48F4-A3B4-F67213F0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722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8" name="Original native bar-chart element 88">
            <a:extLst xmlns:a="http://schemas.openxmlformats.org/drawingml/2006/main">
              <a:ext uri="{FF2B5EF4-FFF2-40B4-BE49-F238E27FC236}">
                <a16:creationId xmlns:a16="http://schemas.microsoft.com/office/drawing/2014/main" id="{E8DEE3EA-238F-4A7D-82E7-8A06C6F1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722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89" name="Original native bar-chart element 89">
            <a:extLst xmlns:a="http://schemas.openxmlformats.org/drawingml/2006/main">
              <a:ext uri="{FF2B5EF4-FFF2-40B4-BE49-F238E27FC236}">
                <a16:creationId xmlns:a16="http://schemas.microsoft.com/office/drawing/2014/main" id="{C805E7D0-1959-44D0-9337-0FF87883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344" y="2740727"/>
            <a:ext cx="140776" cy="154325"/>
          </a:xfrm>
          <a:custGeom xmlns:a="http://schemas.openxmlformats.org/drawingml/2006/main">
            <a:pathLst>
              <a:path w="140776" h="154325">
                <a:moveTo>
                  <a:pt x="52977" y="0"/>
                </a:moveTo>
                <a:lnTo>
                  <a:pt x="65984" y="13007"/>
                </a:lnTo>
                <a:lnTo>
                  <a:pt x="64110" y="13690"/>
                </a:lnTo>
                <a:lnTo>
                  <a:pt x="62280" y="14385"/>
                </a:lnTo>
                <a:lnTo>
                  <a:pt x="60493" y="15090"/>
                </a:lnTo>
                <a:lnTo>
                  <a:pt x="58748" y="15807"/>
                </a:lnTo>
                <a:lnTo>
                  <a:pt x="57045" y="16536"/>
                </a:lnTo>
                <a:lnTo>
                  <a:pt x="55382" y="17275"/>
                </a:lnTo>
                <a:lnTo>
                  <a:pt x="53759" y="18026"/>
                </a:lnTo>
                <a:lnTo>
                  <a:pt x="52174" y="18788"/>
                </a:lnTo>
                <a:lnTo>
                  <a:pt x="50627" y="19562"/>
                </a:lnTo>
                <a:lnTo>
                  <a:pt x="49117" y="20346"/>
                </a:lnTo>
                <a:lnTo>
                  <a:pt x="47642" y="21142"/>
                </a:lnTo>
                <a:lnTo>
                  <a:pt x="46203" y="21950"/>
                </a:lnTo>
                <a:lnTo>
                  <a:pt x="44794" y="22833"/>
                </a:lnTo>
                <a:lnTo>
                  <a:pt x="43415" y="23724"/>
                </a:lnTo>
                <a:lnTo>
                  <a:pt x="42066" y="24621"/>
                </a:lnTo>
                <a:lnTo>
                  <a:pt x="40748" y="25528"/>
                </a:lnTo>
                <a:lnTo>
                  <a:pt x="39462" y="26443"/>
                </a:lnTo>
                <a:lnTo>
                  <a:pt x="38209" y="27369"/>
                </a:lnTo>
                <a:lnTo>
                  <a:pt x="36989" y="28307"/>
                </a:lnTo>
                <a:lnTo>
                  <a:pt x="35805" y="29256"/>
                </a:lnTo>
                <a:lnTo>
                  <a:pt x="34656" y="30219"/>
                </a:lnTo>
                <a:lnTo>
                  <a:pt x="33544" y="31196"/>
                </a:lnTo>
                <a:lnTo>
                  <a:pt x="32470" y="32188"/>
                </a:lnTo>
                <a:lnTo>
                  <a:pt x="31434" y="33195"/>
                </a:lnTo>
                <a:lnTo>
                  <a:pt x="29670" y="35022"/>
                </a:lnTo>
                <a:lnTo>
                  <a:pt x="28035" y="36841"/>
                </a:lnTo>
                <a:lnTo>
                  <a:pt x="26529" y="38651"/>
                </a:lnTo>
                <a:lnTo>
                  <a:pt x="25151" y="40452"/>
                </a:lnTo>
                <a:lnTo>
                  <a:pt x="23902" y="42241"/>
                </a:lnTo>
                <a:lnTo>
                  <a:pt x="22780" y="44018"/>
                </a:lnTo>
                <a:lnTo>
                  <a:pt x="21784" y="45780"/>
                </a:lnTo>
                <a:lnTo>
                  <a:pt x="20916" y="47527"/>
                </a:lnTo>
                <a:lnTo>
                  <a:pt x="20173" y="49258"/>
                </a:lnTo>
                <a:lnTo>
                  <a:pt x="19557" y="50969"/>
                </a:lnTo>
                <a:lnTo>
                  <a:pt x="19065" y="52661"/>
                </a:lnTo>
                <a:lnTo>
                  <a:pt x="18698" y="54332"/>
                </a:lnTo>
                <a:lnTo>
                  <a:pt x="18494" y="56009"/>
                </a:lnTo>
                <a:lnTo>
                  <a:pt x="18426" y="57652"/>
                </a:lnTo>
                <a:lnTo>
                  <a:pt x="18490" y="59261"/>
                </a:lnTo>
                <a:lnTo>
                  <a:pt x="18688" y="60836"/>
                </a:lnTo>
                <a:lnTo>
                  <a:pt x="19017" y="62377"/>
                </a:lnTo>
                <a:lnTo>
                  <a:pt x="19477" y="63884"/>
                </a:lnTo>
                <a:lnTo>
                  <a:pt x="20067" y="65358"/>
                </a:lnTo>
                <a:lnTo>
                  <a:pt x="20785" y="66797"/>
                </a:lnTo>
                <a:lnTo>
                  <a:pt x="21632" y="68203"/>
                </a:lnTo>
                <a:lnTo>
                  <a:pt x="22606" y="69575"/>
                </a:lnTo>
                <a:lnTo>
                  <a:pt x="23706" y="70913"/>
                </a:lnTo>
                <a:lnTo>
                  <a:pt x="24930" y="72217"/>
                </a:lnTo>
                <a:lnTo>
                  <a:pt x="26020" y="73255"/>
                </a:lnTo>
                <a:lnTo>
                  <a:pt x="27121" y="74202"/>
                </a:lnTo>
                <a:lnTo>
                  <a:pt x="28233" y="75054"/>
                </a:lnTo>
                <a:lnTo>
                  <a:pt x="29356" y="75810"/>
                </a:lnTo>
                <a:lnTo>
                  <a:pt x="30491" y="76468"/>
                </a:lnTo>
                <a:lnTo>
                  <a:pt x="31637" y="77027"/>
                </a:lnTo>
                <a:lnTo>
                  <a:pt x="32795" y="77484"/>
                </a:lnTo>
                <a:lnTo>
                  <a:pt x="33963" y="77837"/>
                </a:lnTo>
                <a:lnTo>
                  <a:pt x="35143" y="78085"/>
                </a:lnTo>
                <a:lnTo>
                  <a:pt x="36334" y="78226"/>
                </a:lnTo>
                <a:lnTo>
                  <a:pt x="37537" y="78258"/>
                </a:lnTo>
                <a:lnTo>
                  <a:pt x="38751" y="78179"/>
                </a:lnTo>
                <a:lnTo>
                  <a:pt x="40010" y="78049"/>
                </a:lnTo>
                <a:lnTo>
                  <a:pt x="41347" y="77796"/>
                </a:lnTo>
                <a:lnTo>
                  <a:pt x="42765" y="77421"/>
                </a:lnTo>
                <a:lnTo>
                  <a:pt x="44261" y="76924"/>
                </a:lnTo>
                <a:lnTo>
                  <a:pt x="45836" y="76307"/>
                </a:lnTo>
                <a:lnTo>
                  <a:pt x="47490" y="75570"/>
                </a:lnTo>
                <a:lnTo>
                  <a:pt x="49223" y="74715"/>
                </a:lnTo>
                <a:lnTo>
                  <a:pt x="51035" y="73743"/>
                </a:lnTo>
                <a:lnTo>
                  <a:pt x="52926" y="72653"/>
                </a:lnTo>
                <a:lnTo>
                  <a:pt x="54897" y="71448"/>
                </a:lnTo>
                <a:lnTo>
                  <a:pt x="56946" y="70128"/>
                </a:lnTo>
                <a:lnTo>
                  <a:pt x="59074" y="68694"/>
                </a:lnTo>
                <a:lnTo>
                  <a:pt x="68830" y="62191"/>
                </a:lnTo>
                <a:lnTo>
                  <a:pt x="71754" y="60277"/>
                </a:lnTo>
                <a:lnTo>
                  <a:pt x="74633" y="58532"/>
                </a:lnTo>
                <a:lnTo>
                  <a:pt x="77465" y="56955"/>
                </a:lnTo>
                <a:lnTo>
                  <a:pt x="80251" y="55547"/>
                </a:lnTo>
                <a:lnTo>
                  <a:pt x="82990" y="54305"/>
                </a:lnTo>
                <a:lnTo>
                  <a:pt x="85681" y="53231"/>
                </a:lnTo>
                <a:lnTo>
                  <a:pt x="88325" y="52324"/>
                </a:lnTo>
                <a:lnTo>
                  <a:pt x="90920" y="51582"/>
                </a:lnTo>
                <a:lnTo>
                  <a:pt x="93466" y="51006"/>
                </a:lnTo>
                <a:lnTo>
                  <a:pt x="95963" y="50595"/>
                </a:lnTo>
                <a:lnTo>
                  <a:pt x="98409" y="50349"/>
                </a:lnTo>
                <a:lnTo>
                  <a:pt x="100806" y="50267"/>
                </a:lnTo>
                <a:lnTo>
                  <a:pt x="103194" y="50380"/>
                </a:lnTo>
                <a:lnTo>
                  <a:pt x="105548" y="50653"/>
                </a:lnTo>
                <a:lnTo>
                  <a:pt x="107868" y="51085"/>
                </a:lnTo>
                <a:lnTo>
                  <a:pt x="110155" y="51677"/>
                </a:lnTo>
                <a:lnTo>
                  <a:pt x="112407" y="52432"/>
                </a:lnTo>
                <a:lnTo>
                  <a:pt x="114626" y="53350"/>
                </a:lnTo>
                <a:lnTo>
                  <a:pt x="116811" y="54431"/>
                </a:lnTo>
                <a:lnTo>
                  <a:pt x="118962" y="55677"/>
                </a:lnTo>
                <a:lnTo>
                  <a:pt x="121079" y="57089"/>
                </a:lnTo>
                <a:lnTo>
                  <a:pt x="123162" y="58667"/>
                </a:lnTo>
                <a:lnTo>
                  <a:pt x="125211" y="60412"/>
                </a:lnTo>
                <a:lnTo>
                  <a:pt x="127227" y="62326"/>
                </a:lnTo>
                <a:lnTo>
                  <a:pt x="129513" y="64748"/>
                </a:lnTo>
                <a:lnTo>
                  <a:pt x="131564" y="67204"/>
                </a:lnTo>
                <a:lnTo>
                  <a:pt x="133379" y="69693"/>
                </a:lnTo>
                <a:lnTo>
                  <a:pt x="134960" y="72217"/>
                </a:lnTo>
                <a:lnTo>
                  <a:pt x="136307" y="74774"/>
                </a:lnTo>
                <a:lnTo>
                  <a:pt x="137422" y="77366"/>
                </a:lnTo>
                <a:lnTo>
                  <a:pt x="138306" y="79991"/>
                </a:lnTo>
                <a:lnTo>
                  <a:pt x="138959" y="82650"/>
                </a:lnTo>
                <a:lnTo>
                  <a:pt x="139383" y="85343"/>
                </a:lnTo>
                <a:lnTo>
                  <a:pt x="139578" y="88069"/>
                </a:lnTo>
                <a:lnTo>
                  <a:pt x="139545" y="90830"/>
                </a:lnTo>
                <a:lnTo>
                  <a:pt x="139285" y="93625"/>
                </a:lnTo>
                <a:lnTo>
                  <a:pt x="138769" y="96479"/>
                </a:lnTo>
                <a:lnTo>
                  <a:pt x="138031" y="99350"/>
                </a:lnTo>
                <a:lnTo>
                  <a:pt x="137073" y="102239"/>
                </a:lnTo>
                <a:lnTo>
                  <a:pt x="135893" y="105146"/>
                </a:lnTo>
                <a:lnTo>
                  <a:pt x="134491" y="108073"/>
                </a:lnTo>
                <a:lnTo>
                  <a:pt x="132866" y="111018"/>
                </a:lnTo>
                <a:lnTo>
                  <a:pt x="131019" y="113984"/>
                </a:lnTo>
                <a:lnTo>
                  <a:pt x="128948" y="116969"/>
                </a:lnTo>
                <a:lnTo>
                  <a:pt x="126653" y="119976"/>
                </a:lnTo>
                <a:lnTo>
                  <a:pt x="124133" y="123003"/>
                </a:lnTo>
                <a:lnTo>
                  <a:pt x="121389" y="126052"/>
                </a:lnTo>
                <a:lnTo>
                  <a:pt x="118420" y="129123"/>
                </a:lnTo>
                <a:lnTo>
                  <a:pt x="117217" y="130303"/>
                </a:lnTo>
                <a:lnTo>
                  <a:pt x="115981" y="131473"/>
                </a:lnTo>
                <a:lnTo>
                  <a:pt x="114713" y="132631"/>
                </a:lnTo>
                <a:lnTo>
                  <a:pt x="113411" y="133780"/>
                </a:lnTo>
                <a:lnTo>
                  <a:pt x="112078" y="134920"/>
                </a:lnTo>
                <a:lnTo>
                  <a:pt x="110714" y="136050"/>
                </a:lnTo>
                <a:lnTo>
                  <a:pt x="109318" y="137173"/>
                </a:lnTo>
                <a:lnTo>
                  <a:pt x="107891" y="138287"/>
                </a:lnTo>
                <a:lnTo>
                  <a:pt x="106435" y="139393"/>
                </a:lnTo>
                <a:lnTo>
                  <a:pt x="104949" y="140493"/>
                </a:lnTo>
                <a:lnTo>
                  <a:pt x="103434" y="141586"/>
                </a:lnTo>
                <a:lnTo>
                  <a:pt x="101890" y="142673"/>
                </a:lnTo>
                <a:lnTo>
                  <a:pt x="100317" y="143748"/>
                </a:lnTo>
                <a:lnTo>
                  <a:pt x="98716" y="144806"/>
                </a:lnTo>
                <a:lnTo>
                  <a:pt x="97086" y="145846"/>
                </a:lnTo>
                <a:lnTo>
                  <a:pt x="95426" y="146868"/>
                </a:lnTo>
                <a:lnTo>
                  <a:pt x="93736" y="147871"/>
                </a:lnTo>
                <a:lnTo>
                  <a:pt x="92016" y="148854"/>
                </a:lnTo>
                <a:lnTo>
                  <a:pt x="90264" y="149818"/>
                </a:lnTo>
                <a:lnTo>
                  <a:pt x="88481" y="150762"/>
                </a:lnTo>
                <a:lnTo>
                  <a:pt x="86666" y="151685"/>
                </a:lnTo>
                <a:lnTo>
                  <a:pt x="84818" y="152587"/>
                </a:lnTo>
                <a:lnTo>
                  <a:pt x="82938" y="153467"/>
                </a:lnTo>
                <a:lnTo>
                  <a:pt x="81024" y="154325"/>
                </a:lnTo>
                <a:lnTo>
                  <a:pt x="67204" y="140505"/>
                </a:lnTo>
                <a:lnTo>
                  <a:pt x="69318" y="139915"/>
                </a:lnTo>
                <a:lnTo>
                  <a:pt x="71393" y="139297"/>
                </a:lnTo>
                <a:lnTo>
                  <a:pt x="73428" y="138650"/>
                </a:lnTo>
                <a:lnTo>
                  <a:pt x="75424" y="137976"/>
                </a:lnTo>
                <a:lnTo>
                  <a:pt x="77380" y="137273"/>
                </a:lnTo>
                <a:lnTo>
                  <a:pt x="79296" y="136542"/>
                </a:lnTo>
                <a:lnTo>
                  <a:pt x="81174" y="135782"/>
                </a:lnTo>
                <a:lnTo>
                  <a:pt x="83011" y="134995"/>
                </a:lnTo>
                <a:lnTo>
                  <a:pt x="84809" y="134179"/>
                </a:lnTo>
                <a:lnTo>
                  <a:pt x="86568" y="133335"/>
                </a:lnTo>
                <a:lnTo>
                  <a:pt x="88287" y="132463"/>
                </a:lnTo>
                <a:lnTo>
                  <a:pt x="89966" y="131562"/>
                </a:lnTo>
                <a:lnTo>
                  <a:pt x="91640" y="130662"/>
                </a:lnTo>
                <a:lnTo>
                  <a:pt x="93276" y="129723"/>
                </a:lnTo>
                <a:lnTo>
                  <a:pt x="94874" y="128747"/>
                </a:lnTo>
                <a:lnTo>
                  <a:pt x="96435" y="127733"/>
                </a:lnTo>
                <a:lnTo>
                  <a:pt x="97960" y="126684"/>
                </a:lnTo>
                <a:lnTo>
                  <a:pt x="99451" y="125601"/>
                </a:lnTo>
                <a:lnTo>
                  <a:pt x="100907" y="124483"/>
                </a:lnTo>
                <a:lnTo>
                  <a:pt x="102331" y="123332"/>
                </a:lnTo>
                <a:lnTo>
                  <a:pt x="103723" y="122150"/>
                </a:lnTo>
                <a:lnTo>
                  <a:pt x="105084" y="120936"/>
                </a:lnTo>
                <a:lnTo>
                  <a:pt x="106414" y="119692"/>
                </a:lnTo>
                <a:lnTo>
                  <a:pt x="107716" y="118420"/>
                </a:lnTo>
                <a:lnTo>
                  <a:pt x="109545" y="116528"/>
                </a:lnTo>
                <a:lnTo>
                  <a:pt x="111239" y="114648"/>
                </a:lnTo>
                <a:lnTo>
                  <a:pt x="112799" y="112778"/>
                </a:lnTo>
                <a:lnTo>
                  <a:pt x="114224" y="110917"/>
                </a:lnTo>
                <a:lnTo>
                  <a:pt x="115516" y="109067"/>
                </a:lnTo>
                <a:lnTo>
                  <a:pt x="116675" y="107225"/>
                </a:lnTo>
                <a:lnTo>
                  <a:pt x="117701" y="105391"/>
                </a:lnTo>
                <a:lnTo>
                  <a:pt x="118595" y="103566"/>
                </a:lnTo>
                <a:lnTo>
                  <a:pt x="119357" y="101748"/>
                </a:lnTo>
                <a:lnTo>
                  <a:pt x="119988" y="99937"/>
                </a:lnTo>
                <a:lnTo>
                  <a:pt x="120489" y="98133"/>
                </a:lnTo>
                <a:lnTo>
                  <a:pt x="120858" y="96334"/>
                </a:lnTo>
                <a:lnTo>
                  <a:pt x="121064" y="94587"/>
                </a:lnTo>
                <a:lnTo>
                  <a:pt x="121138" y="92868"/>
                </a:lnTo>
                <a:lnTo>
                  <a:pt x="121079" y="91177"/>
                </a:lnTo>
                <a:lnTo>
                  <a:pt x="120884" y="89515"/>
                </a:lnTo>
                <a:lnTo>
                  <a:pt x="120551" y="87880"/>
                </a:lnTo>
                <a:lnTo>
                  <a:pt x="120079" y="86274"/>
                </a:lnTo>
                <a:lnTo>
                  <a:pt x="119467" y="84696"/>
                </a:lnTo>
                <a:lnTo>
                  <a:pt x="118711" y="83147"/>
                </a:lnTo>
                <a:lnTo>
                  <a:pt x="117810" y="81625"/>
                </a:lnTo>
                <a:lnTo>
                  <a:pt x="116762" y="80132"/>
                </a:lnTo>
                <a:lnTo>
                  <a:pt x="115566" y="78667"/>
                </a:lnTo>
                <a:lnTo>
                  <a:pt x="114219" y="77230"/>
                </a:lnTo>
                <a:lnTo>
                  <a:pt x="112991" y="76064"/>
                </a:lnTo>
                <a:lnTo>
                  <a:pt x="111747" y="75006"/>
                </a:lnTo>
                <a:lnTo>
                  <a:pt x="110485" y="74055"/>
                </a:lnTo>
                <a:lnTo>
                  <a:pt x="109206" y="73211"/>
                </a:lnTo>
                <a:lnTo>
                  <a:pt x="107911" y="72474"/>
                </a:lnTo>
                <a:lnTo>
                  <a:pt x="106598" y="71844"/>
                </a:lnTo>
                <a:lnTo>
                  <a:pt x="105268" y="71322"/>
                </a:lnTo>
                <a:lnTo>
                  <a:pt x="103922" y="70907"/>
                </a:lnTo>
                <a:lnTo>
                  <a:pt x="102559" y="70600"/>
                </a:lnTo>
                <a:lnTo>
                  <a:pt x="101178" y="70399"/>
                </a:lnTo>
                <a:lnTo>
                  <a:pt x="99781" y="70306"/>
                </a:lnTo>
                <a:lnTo>
                  <a:pt x="98367" y="70320"/>
                </a:lnTo>
                <a:lnTo>
                  <a:pt x="96919" y="70441"/>
                </a:lnTo>
                <a:lnTo>
                  <a:pt x="95420" y="70670"/>
                </a:lnTo>
                <a:lnTo>
                  <a:pt x="93870" y="71006"/>
                </a:lnTo>
                <a:lnTo>
                  <a:pt x="92270" y="71449"/>
                </a:lnTo>
                <a:lnTo>
                  <a:pt x="90618" y="72000"/>
                </a:lnTo>
                <a:lnTo>
                  <a:pt x="88916" y="72657"/>
                </a:lnTo>
                <a:lnTo>
                  <a:pt x="87163" y="73422"/>
                </a:lnTo>
                <a:lnTo>
                  <a:pt x="85360" y="74295"/>
                </a:lnTo>
                <a:lnTo>
                  <a:pt x="83505" y="75274"/>
                </a:lnTo>
                <a:lnTo>
                  <a:pt x="81600" y="76361"/>
                </a:lnTo>
                <a:lnTo>
                  <a:pt x="79644" y="77555"/>
                </a:lnTo>
                <a:lnTo>
                  <a:pt x="77637" y="78856"/>
                </a:lnTo>
                <a:lnTo>
                  <a:pt x="67881" y="85360"/>
                </a:lnTo>
                <a:lnTo>
                  <a:pt x="64934" y="87307"/>
                </a:lnTo>
                <a:lnTo>
                  <a:pt x="62054" y="89086"/>
                </a:lnTo>
                <a:lnTo>
                  <a:pt x="59242" y="90697"/>
                </a:lnTo>
                <a:lnTo>
                  <a:pt x="56495" y="92139"/>
                </a:lnTo>
                <a:lnTo>
                  <a:pt x="53814" y="93414"/>
                </a:lnTo>
                <a:lnTo>
                  <a:pt x="51199" y="94522"/>
                </a:lnTo>
                <a:lnTo>
                  <a:pt x="48648" y="95464"/>
                </a:lnTo>
                <a:lnTo>
                  <a:pt x="46162" y="96239"/>
                </a:lnTo>
                <a:lnTo>
                  <a:pt x="43740" y="96849"/>
                </a:lnTo>
                <a:lnTo>
                  <a:pt x="41382" y="97294"/>
                </a:lnTo>
                <a:lnTo>
                  <a:pt x="39087" y="97574"/>
                </a:lnTo>
                <a:lnTo>
                  <a:pt x="36854" y="97689"/>
                </a:lnTo>
                <a:lnTo>
                  <a:pt x="34700" y="97675"/>
                </a:lnTo>
                <a:lnTo>
                  <a:pt x="32573" y="97497"/>
                </a:lnTo>
                <a:lnTo>
                  <a:pt x="30473" y="97156"/>
                </a:lnTo>
                <a:lnTo>
                  <a:pt x="28398" y="96651"/>
                </a:lnTo>
                <a:lnTo>
                  <a:pt x="26348" y="95982"/>
                </a:lnTo>
                <a:lnTo>
                  <a:pt x="24321" y="95149"/>
                </a:lnTo>
                <a:lnTo>
                  <a:pt x="22316" y="94152"/>
                </a:lnTo>
                <a:lnTo>
                  <a:pt x="20334" y="92992"/>
                </a:lnTo>
                <a:lnTo>
                  <a:pt x="18372" y="91668"/>
                </a:lnTo>
                <a:lnTo>
                  <a:pt x="16430" y="90181"/>
                </a:lnTo>
                <a:lnTo>
                  <a:pt x="14506" y="88530"/>
                </a:lnTo>
                <a:lnTo>
                  <a:pt x="12601" y="86715"/>
                </a:lnTo>
                <a:lnTo>
                  <a:pt x="10532" y="84521"/>
                </a:lnTo>
                <a:lnTo>
                  <a:pt x="8662" y="82277"/>
                </a:lnTo>
                <a:lnTo>
                  <a:pt x="6993" y="79980"/>
                </a:lnTo>
                <a:lnTo>
                  <a:pt x="5525" y="77632"/>
                </a:lnTo>
                <a:lnTo>
                  <a:pt x="4261" y="75230"/>
                </a:lnTo>
                <a:lnTo>
                  <a:pt x="3201" y="72776"/>
                </a:lnTo>
                <a:lnTo>
                  <a:pt x="2347" y="70268"/>
                </a:lnTo>
                <a:lnTo>
                  <a:pt x="1701" y="67706"/>
                </a:lnTo>
                <a:lnTo>
                  <a:pt x="1264" y="65089"/>
                </a:lnTo>
                <a:lnTo>
                  <a:pt x="1037" y="62417"/>
                </a:lnTo>
                <a:lnTo>
                  <a:pt x="1022" y="59690"/>
                </a:lnTo>
                <a:lnTo>
                  <a:pt x="1219" y="56906"/>
                </a:lnTo>
                <a:lnTo>
                  <a:pt x="1592" y="54129"/>
                </a:lnTo>
                <a:lnTo>
                  <a:pt x="2168" y="51353"/>
                </a:lnTo>
                <a:lnTo>
                  <a:pt x="2947" y="48578"/>
                </a:lnTo>
                <a:lnTo>
                  <a:pt x="3929" y="45806"/>
                </a:lnTo>
                <a:lnTo>
                  <a:pt x="5115" y="43038"/>
                </a:lnTo>
                <a:lnTo>
                  <a:pt x="6504" y="40275"/>
                </a:lnTo>
                <a:lnTo>
                  <a:pt x="8096" y="37517"/>
                </a:lnTo>
                <a:lnTo>
                  <a:pt x="9891" y="34766"/>
                </a:lnTo>
                <a:lnTo>
                  <a:pt x="11889" y="32023"/>
                </a:lnTo>
                <a:lnTo>
                  <a:pt x="14091" y="29287"/>
                </a:lnTo>
                <a:lnTo>
                  <a:pt x="16496" y="26562"/>
                </a:lnTo>
                <a:lnTo>
                  <a:pt x="19104" y="23847"/>
                </a:lnTo>
                <a:lnTo>
                  <a:pt x="20265" y="22703"/>
                </a:lnTo>
                <a:lnTo>
                  <a:pt x="21443" y="21576"/>
                </a:lnTo>
                <a:lnTo>
                  <a:pt x="22640" y="20463"/>
                </a:lnTo>
                <a:lnTo>
                  <a:pt x="23857" y="19365"/>
                </a:lnTo>
                <a:lnTo>
                  <a:pt x="25094" y="18280"/>
                </a:lnTo>
                <a:lnTo>
                  <a:pt x="26353" y="17207"/>
                </a:lnTo>
                <a:lnTo>
                  <a:pt x="27635" y="16146"/>
                </a:lnTo>
                <a:lnTo>
                  <a:pt x="28940" y="15095"/>
                </a:lnTo>
                <a:lnTo>
                  <a:pt x="30270" y="14053"/>
                </a:lnTo>
                <a:lnTo>
                  <a:pt x="31625" y="13020"/>
                </a:lnTo>
                <a:lnTo>
                  <a:pt x="33006" y="11994"/>
                </a:lnTo>
                <a:lnTo>
                  <a:pt x="34415" y="10975"/>
                </a:lnTo>
                <a:lnTo>
                  <a:pt x="35818" y="10001"/>
                </a:lnTo>
                <a:lnTo>
                  <a:pt x="37248" y="9042"/>
                </a:lnTo>
                <a:lnTo>
                  <a:pt x="38706" y="8098"/>
                </a:lnTo>
                <a:lnTo>
                  <a:pt x="40191" y="7166"/>
                </a:lnTo>
                <a:lnTo>
                  <a:pt x="41702" y="6246"/>
                </a:lnTo>
                <a:lnTo>
                  <a:pt x="43239" y="5335"/>
                </a:lnTo>
                <a:lnTo>
                  <a:pt x="44801" y="4433"/>
                </a:lnTo>
                <a:lnTo>
                  <a:pt x="46388" y="3538"/>
                </a:lnTo>
                <a:lnTo>
                  <a:pt x="48000" y="2648"/>
                </a:lnTo>
                <a:lnTo>
                  <a:pt x="49636" y="1763"/>
                </a:lnTo>
                <a:lnTo>
                  <a:pt x="51295" y="881"/>
                </a:lnTo>
                <a:lnTo>
                  <a:pt x="529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0" name="Original native bar-chart element 90">
            <a:extLst xmlns:a="http://schemas.openxmlformats.org/drawingml/2006/main">
              <a:ext uri="{FF2B5EF4-FFF2-40B4-BE49-F238E27FC236}">
                <a16:creationId xmlns:a16="http://schemas.microsoft.com/office/drawing/2014/main" id="{197D07A3-BE05-4AB4-A226-70CACD78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886" y="2688427"/>
            <a:ext cx="118013" cy="108258"/>
          </a:xfrm>
          <a:custGeom xmlns:a="http://schemas.openxmlformats.org/drawingml/2006/main">
            <a:pathLst>
              <a:path w="118013" h="108258">
                <a:moveTo>
                  <a:pt x="84547" y="18020"/>
                </a:moveTo>
                <a:lnTo>
                  <a:pt x="90508" y="23982"/>
                </a:lnTo>
                <a:lnTo>
                  <a:pt x="34550" y="79940"/>
                </a:lnTo>
                <a:lnTo>
                  <a:pt x="36786" y="81825"/>
                </a:lnTo>
                <a:lnTo>
                  <a:pt x="39022" y="83551"/>
                </a:lnTo>
                <a:lnTo>
                  <a:pt x="41257" y="85114"/>
                </a:lnTo>
                <a:lnTo>
                  <a:pt x="43493" y="86514"/>
                </a:lnTo>
                <a:lnTo>
                  <a:pt x="45728" y="87748"/>
                </a:lnTo>
                <a:lnTo>
                  <a:pt x="47964" y="88815"/>
                </a:lnTo>
                <a:lnTo>
                  <a:pt x="50200" y="89712"/>
                </a:lnTo>
                <a:lnTo>
                  <a:pt x="52435" y="90438"/>
                </a:lnTo>
                <a:lnTo>
                  <a:pt x="54671" y="90991"/>
                </a:lnTo>
                <a:lnTo>
                  <a:pt x="56906" y="91369"/>
                </a:lnTo>
                <a:lnTo>
                  <a:pt x="59142" y="91570"/>
                </a:lnTo>
                <a:lnTo>
                  <a:pt x="61378" y="91592"/>
                </a:lnTo>
                <a:lnTo>
                  <a:pt x="63571" y="91476"/>
                </a:lnTo>
                <a:lnTo>
                  <a:pt x="65748" y="91196"/>
                </a:lnTo>
                <a:lnTo>
                  <a:pt x="67909" y="90752"/>
                </a:lnTo>
                <a:lnTo>
                  <a:pt x="70054" y="90142"/>
                </a:lnTo>
                <a:lnTo>
                  <a:pt x="72184" y="89367"/>
                </a:lnTo>
                <a:lnTo>
                  <a:pt x="74300" y="88425"/>
                </a:lnTo>
                <a:lnTo>
                  <a:pt x="76402" y="87317"/>
                </a:lnTo>
                <a:lnTo>
                  <a:pt x="78490" y="86042"/>
                </a:lnTo>
                <a:lnTo>
                  <a:pt x="80565" y="84600"/>
                </a:lnTo>
                <a:lnTo>
                  <a:pt x="82627" y="82989"/>
                </a:lnTo>
                <a:lnTo>
                  <a:pt x="84676" y="81210"/>
                </a:lnTo>
                <a:lnTo>
                  <a:pt x="86715" y="79263"/>
                </a:lnTo>
                <a:lnTo>
                  <a:pt x="87855" y="78100"/>
                </a:lnTo>
                <a:lnTo>
                  <a:pt x="88972" y="76915"/>
                </a:lnTo>
                <a:lnTo>
                  <a:pt x="90064" y="75710"/>
                </a:lnTo>
                <a:lnTo>
                  <a:pt x="91131" y="74485"/>
                </a:lnTo>
                <a:lnTo>
                  <a:pt x="92171" y="73241"/>
                </a:lnTo>
                <a:lnTo>
                  <a:pt x="93184" y="71980"/>
                </a:lnTo>
                <a:lnTo>
                  <a:pt x="94169" y="70701"/>
                </a:lnTo>
                <a:lnTo>
                  <a:pt x="95125" y="69407"/>
                </a:lnTo>
                <a:lnTo>
                  <a:pt x="96051" y="68097"/>
                </a:lnTo>
                <a:lnTo>
                  <a:pt x="96945" y="66773"/>
                </a:lnTo>
                <a:lnTo>
                  <a:pt x="97808" y="65437"/>
                </a:lnTo>
                <a:lnTo>
                  <a:pt x="98638" y="64087"/>
                </a:lnTo>
                <a:lnTo>
                  <a:pt x="99439" y="62716"/>
                </a:lnTo>
                <a:lnTo>
                  <a:pt x="100217" y="61311"/>
                </a:lnTo>
                <a:lnTo>
                  <a:pt x="100971" y="59875"/>
                </a:lnTo>
                <a:lnTo>
                  <a:pt x="101699" y="58407"/>
                </a:lnTo>
                <a:lnTo>
                  <a:pt x="102401" y="56909"/>
                </a:lnTo>
                <a:lnTo>
                  <a:pt x="103075" y="55382"/>
                </a:lnTo>
                <a:lnTo>
                  <a:pt x="103721" y="53827"/>
                </a:lnTo>
                <a:lnTo>
                  <a:pt x="104339" y="52245"/>
                </a:lnTo>
                <a:lnTo>
                  <a:pt x="104925" y="50636"/>
                </a:lnTo>
                <a:lnTo>
                  <a:pt x="105481" y="49002"/>
                </a:lnTo>
                <a:lnTo>
                  <a:pt x="106005" y="47343"/>
                </a:lnTo>
                <a:lnTo>
                  <a:pt x="106496" y="45661"/>
                </a:lnTo>
                <a:lnTo>
                  <a:pt x="118013" y="57177"/>
                </a:lnTo>
                <a:lnTo>
                  <a:pt x="117392" y="58730"/>
                </a:lnTo>
                <a:lnTo>
                  <a:pt x="116747" y="60270"/>
                </a:lnTo>
                <a:lnTo>
                  <a:pt x="116078" y="61797"/>
                </a:lnTo>
                <a:lnTo>
                  <a:pt x="115384" y="63310"/>
                </a:lnTo>
                <a:lnTo>
                  <a:pt x="114663" y="64807"/>
                </a:lnTo>
                <a:lnTo>
                  <a:pt x="113915" y="66289"/>
                </a:lnTo>
                <a:lnTo>
                  <a:pt x="113138" y="67754"/>
                </a:lnTo>
                <a:lnTo>
                  <a:pt x="112333" y="69201"/>
                </a:lnTo>
                <a:lnTo>
                  <a:pt x="111497" y="70629"/>
                </a:lnTo>
                <a:lnTo>
                  <a:pt x="110630" y="72038"/>
                </a:lnTo>
                <a:lnTo>
                  <a:pt x="109731" y="73425"/>
                </a:lnTo>
                <a:lnTo>
                  <a:pt x="108800" y="74791"/>
                </a:lnTo>
                <a:lnTo>
                  <a:pt x="107843" y="76143"/>
                </a:lnTo>
                <a:lnTo>
                  <a:pt x="106869" y="77487"/>
                </a:lnTo>
                <a:lnTo>
                  <a:pt x="105878" y="78822"/>
                </a:lnTo>
                <a:lnTo>
                  <a:pt x="104870" y="80146"/>
                </a:lnTo>
                <a:lnTo>
                  <a:pt x="103846" y="81456"/>
                </a:lnTo>
                <a:lnTo>
                  <a:pt x="102804" y="82751"/>
                </a:lnTo>
                <a:lnTo>
                  <a:pt x="101746" y="84030"/>
                </a:lnTo>
                <a:lnTo>
                  <a:pt x="100670" y="85289"/>
                </a:lnTo>
                <a:lnTo>
                  <a:pt x="99578" y="86528"/>
                </a:lnTo>
                <a:lnTo>
                  <a:pt x="98468" y="87745"/>
                </a:lnTo>
                <a:lnTo>
                  <a:pt x="97342" y="88936"/>
                </a:lnTo>
                <a:lnTo>
                  <a:pt x="96199" y="90102"/>
                </a:lnTo>
                <a:lnTo>
                  <a:pt x="93201" y="92959"/>
                </a:lnTo>
                <a:lnTo>
                  <a:pt x="90169" y="95567"/>
                </a:lnTo>
                <a:lnTo>
                  <a:pt x="87102" y="97929"/>
                </a:lnTo>
                <a:lnTo>
                  <a:pt x="84000" y="100043"/>
                </a:lnTo>
                <a:lnTo>
                  <a:pt x="80862" y="101911"/>
                </a:lnTo>
                <a:lnTo>
                  <a:pt x="77687" y="103532"/>
                </a:lnTo>
                <a:lnTo>
                  <a:pt x="74477" y="104909"/>
                </a:lnTo>
                <a:lnTo>
                  <a:pt x="71228" y="106040"/>
                </a:lnTo>
                <a:lnTo>
                  <a:pt x="67943" y="106926"/>
                </a:lnTo>
                <a:lnTo>
                  <a:pt x="64619" y="107568"/>
                </a:lnTo>
                <a:lnTo>
                  <a:pt x="61256" y="107967"/>
                </a:lnTo>
                <a:lnTo>
                  <a:pt x="57855" y="108122"/>
                </a:lnTo>
                <a:lnTo>
                  <a:pt x="54453" y="108029"/>
                </a:lnTo>
                <a:lnTo>
                  <a:pt x="51092" y="107683"/>
                </a:lnTo>
                <a:lnTo>
                  <a:pt x="47769" y="107085"/>
                </a:lnTo>
                <a:lnTo>
                  <a:pt x="44486" y="106235"/>
                </a:lnTo>
                <a:lnTo>
                  <a:pt x="41243" y="105136"/>
                </a:lnTo>
                <a:lnTo>
                  <a:pt x="38039" y="103787"/>
                </a:lnTo>
                <a:lnTo>
                  <a:pt x="34875" y="102189"/>
                </a:lnTo>
                <a:lnTo>
                  <a:pt x="31750" y="100344"/>
                </a:lnTo>
                <a:lnTo>
                  <a:pt x="28665" y="98253"/>
                </a:lnTo>
                <a:lnTo>
                  <a:pt x="25619" y="95915"/>
                </a:lnTo>
                <a:lnTo>
                  <a:pt x="22613" y="93334"/>
                </a:lnTo>
                <a:lnTo>
                  <a:pt x="19646" y="90508"/>
                </a:lnTo>
                <a:lnTo>
                  <a:pt x="16750" y="87477"/>
                </a:lnTo>
                <a:lnTo>
                  <a:pt x="14091" y="84411"/>
                </a:lnTo>
                <a:lnTo>
                  <a:pt x="11669" y="81312"/>
                </a:lnTo>
                <a:lnTo>
                  <a:pt x="9484" y="78179"/>
                </a:lnTo>
                <a:lnTo>
                  <a:pt x="7537" y="75011"/>
                </a:lnTo>
                <a:lnTo>
                  <a:pt x="5826" y="71811"/>
                </a:lnTo>
                <a:lnTo>
                  <a:pt x="4353" y="68576"/>
                </a:lnTo>
                <a:lnTo>
                  <a:pt x="3116" y="65307"/>
                </a:lnTo>
                <a:lnTo>
                  <a:pt x="2117" y="62004"/>
                </a:lnTo>
                <a:lnTo>
                  <a:pt x="1355" y="58668"/>
                </a:lnTo>
                <a:lnTo>
                  <a:pt x="830" y="55297"/>
                </a:lnTo>
                <a:lnTo>
                  <a:pt x="542" y="51893"/>
                </a:lnTo>
                <a:lnTo>
                  <a:pt x="528" y="48526"/>
                </a:lnTo>
                <a:lnTo>
                  <a:pt x="756" y="45200"/>
                </a:lnTo>
                <a:lnTo>
                  <a:pt x="1228" y="41918"/>
                </a:lnTo>
                <a:lnTo>
                  <a:pt x="1942" y="38680"/>
                </a:lnTo>
                <a:lnTo>
                  <a:pt x="2899" y="35490"/>
                </a:lnTo>
                <a:lnTo>
                  <a:pt x="4099" y="32349"/>
                </a:lnTo>
                <a:lnTo>
                  <a:pt x="5541" y="29258"/>
                </a:lnTo>
                <a:lnTo>
                  <a:pt x="7226" y="26220"/>
                </a:lnTo>
                <a:lnTo>
                  <a:pt x="9154" y="23237"/>
                </a:lnTo>
                <a:lnTo>
                  <a:pt x="11325" y="20310"/>
                </a:lnTo>
                <a:lnTo>
                  <a:pt x="13738" y="17441"/>
                </a:lnTo>
                <a:lnTo>
                  <a:pt x="16394" y="14633"/>
                </a:lnTo>
                <a:lnTo>
                  <a:pt x="18924" y="12239"/>
                </a:lnTo>
                <a:lnTo>
                  <a:pt x="21498" y="10070"/>
                </a:lnTo>
                <a:lnTo>
                  <a:pt x="24117" y="8125"/>
                </a:lnTo>
                <a:lnTo>
                  <a:pt x="26782" y="6403"/>
                </a:lnTo>
                <a:lnTo>
                  <a:pt x="29492" y="4903"/>
                </a:lnTo>
                <a:lnTo>
                  <a:pt x="32247" y="3624"/>
                </a:lnTo>
                <a:lnTo>
                  <a:pt x="35047" y="2566"/>
                </a:lnTo>
                <a:lnTo>
                  <a:pt x="37892" y="1726"/>
                </a:lnTo>
                <a:lnTo>
                  <a:pt x="40783" y="1105"/>
                </a:lnTo>
                <a:lnTo>
                  <a:pt x="43719" y="701"/>
                </a:lnTo>
                <a:lnTo>
                  <a:pt x="46699" y="514"/>
                </a:lnTo>
                <a:lnTo>
                  <a:pt x="49725" y="542"/>
                </a:lnTo>
                <a:lnTo>
                  <a:pt x="52763" y="847"/>
                </a:lnTo>
                <a:lnTo>
                  <a:pt x="55777" y="1357"/>
                </a:lnTo>
                <a:lnTo>
                  <a:pt x="58767" y="2073"/>
                </a:lnTo>
                <a:lnTo>
                  <a:pt x="61734" y="2996"/>
                </a:lnTo>
                <a:lnTo>
                  <a:pt x="64676" y="4128"/>
                </a:lnTo>
                <a:lnTo>
                  <a:pt x="67593" y="5470"/>
                </a:lnTo>
                <a:lnTo>
                  <a:pt x="70485" y="7025"/>
                </a:lnTo>
                <a:lnTo>
                  <a:pt x="73351" y="8792"/>
                </a:lnTo>
                <a:lnTo>
                  <a:pt x="76191" y="10774"/>
                </a:lnTo>
                <a:lnTo>
                  <a:pt x="79003" y="12971"/>
                </a:lnTo>
                <a:lnTo>
                  <a:pt x="81789" y="15387"/>
                </a:lnTo>
                <a:lnTo>
                  <a:pt x="84547" y="18020"/>
                </a:lnTo>
                <a:close/>
                <a:moveTo>
                  <a:pt x="68830" y="26692"/>
                </a:moveTo>
                <a:lnTo>
                  <a:pt x="67128" y="25131"/>
                </a:lnTo>
                <a:lnTo>
                  <a:pt x="65409" y="23698"/>
                </a:lnTo>
                <a:lnTo>
                  <a:pt x="63673" y="22394"/>
                </a:lnTo>
                <a:lnTo>
                  <a:pt x="61920" y="21217"/>
                </a:lnTo>
                <a:lnTo>
                  <a:pt x="60150" y="20166"/>
                </a:lnTo>
                <a:lnTo>
                  <a:pt x="58363" y="19240"/>
                </a:lnTo>
                <a:lnTo>
                  <a:pt x="56559" y="18438"/>
                </a:lnTo>
                <a:lnTo>
                  <a:pt x="54739" y="17759"/>
                </a:lnTo>
                <a:lnTo>
                  <a:pt x="52901" y="17203"/>
                </a:lnTo>
                <a:lnTo>
                  <a:pt x="51046" y="16768"/>
                </a:lnTo>
                <a:lnTo>
                  <a:pt x="49175" y="16454"/>
                </a:lnTo>
                <a:lnTo>
                  <a:pt x="47287" y="16259"/>
                </a:lnTo>
                <a:lnTo>
                  <a:pt x="45404" y="16256"/>
                </a:lnTo>
                <a:lnTo>
                  <a:pt x="43550" y="16383"/>
                </a:lnTo>
                <a:lnTo>
                  <a:pt x="41727" y="16640"/>
                </a:lnTo>
                <a:lnTo>
                  <a:pt x="39935" y="17027"/>
                </a:lnTo>
                <a:lnTo>
                  <a:pt x="38175" y="17543"/>
                </a:lnTo>
                <a:lnTo>
                  <a:pt x="36447" y="18190"/>
                </a:lnTo>
                <a:lnTo>
                  <a:pt x="34754" y="18966"/>
                </a:lnTo>
                <a:lnTo>
                  <a:pt x="33095" y="19872"/>
                </a:lnTo>
                <a:lnTo>
                  <a:pt x="31472" y="20908"/>
                </a:lnTo>
                <a:lnTo>
                  <a:pt x="29886" y="22074"/>
                </a:lnTo>
                <a:lnTo>
                  <a:pt x="28337" y="23369"/>
                </a:lnTo>
                <a:lnTo>
                  <a:pt x="26827" y="24795"/>
                </a:lnTo>
                <a:lnTo>
                  <a:pt x="25204" y="26503"/>
                </a:lnTo>
                <a:lnTo>
                  <a:pt x="23721" y="28237"/>
                </a:lnTo>
                <a:lnTo>
                  <a:pt x="22377" y="29999"/>
                </a:lnTo>
                <a:lnTo>
                  <a:pt x="21172" y="31785"/>
                </a:lnTo>
                <a:lnTo>
                  <a:pt x="20104" y="33596"/>
                </a:lnTo>
                <a:lnTo>
                  <a:pt x="19172" y="35431"/>
                </a:lnTo>
                <a:lnTo>
                  <a:pt x="18376" y="37288"/>
                </a:lnTo>
                <a:lnTo>
                  <a:pt x="17714" y="39167"/>
                </a:lnTo>
                <a:lnTo>
                  <a:pt x="17186" y="41067"/>
                </a:lnTo>
                <a:lnTo>
                  <a:pt x="16791" y="42986"/>
                </a:lnTo>
                <a:lnTo>
                  <a:pt x="16527" y="44924"/>
                </a:lnTo>
                <a:lnTo>
                  <a:pt x="16394" y="46880"/>
                </a:lnTo>
                <a:lnTo>
                  <a:pt x="16395" y="48844"/>
                </a:lnTo>
                <a:lnTo>
                  <a:pt x="16531" y="50807"/>
                </a:lnTo>
                <a:lnTo>
                  <a:pt x="16803" y="52768"/>
                </a:lnTo>
                <a:lnTo>
                  <a:pt x="17212" y="54724"/>
                </a:lnTo>
                <a:lnTo>
                  <a:pt x="17759" y="56674"/>
                </a:lnTo>
                <a:lnTo>
                  <a:pt x="18444" y="58617"/>
                </a:lnTo>
                <a:lnTo>
                  <a:pt x="19267" y="60552"/>
                </a:lnTo>
                <a:lnTo>
                  <a:pt x="20228" y="62477"/>
                </a:lnTo>
                <a:lnTo>
                  <a:pt x="21329" y="64390"/>
                </a:lnTo>
                <a:lnTo>
                  <a:pt x="22570" y="66291"/>
                </a:lnTo>
                <a:lnTo>
                  <a:pt x="23951" y="68178"/>
                </a:lnTo>
                <a:lnTo>
                  <a:pt x="25472" y="70049"/>
                </a:lnTo>
                <a:lnTo>
                  <a:pt x="68830" y="26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1" name="Original native bar-chart element 91">
            <a:extLst xmlns:a="http://schemas.openxmlformats.org/drawingml/2006/main">
              <a:ext uri="{FF2B5EF4-FFF2-40B4-BE49-F238E27FC236}">
                <a16:creationId xmlns:a16="http://schemas.microsoft.com/office/drawing/2014/main" id="{BCB0A74D-B609-465B-8D36-622A907B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542" y="2608894"/>
            <a:ext cx="127904" cy="111510"/>
          </a:xfrm>
          <a:custGeom xmlns:a="http://schemas.openxmlformats.org/drawingml/2006/main">
            <a:pathLst>
              <a:path w="127904" h="111510">
                <a:moveTo>
                  <a:pt x="66391" y="46745"/>
                </a:moveTo>
                <a:lnTo>
                  <a:pt x="64008" y="49178"/>
                </a:lnTo>
                <a:lnTo>
                  <a:pt x="61805" y="51531"/>
                </a:lnTo>
                <a:lnTo>
                  <a:pt x="59779" y="53805"/>
                </a:lnTo>
                <a:lnTo>
                  <a:pt x="57930" y="55998"/>
                </a:lnTo>
                <a:lnTo>
                  <a:pt x="56256" y="58110"/>
                </a:lnTo>
                <a:lnTo>
                  <a:pt x="54756" y="60141"/>
                </a:lnTo>
                <a:lnTo>
                  <a:pt x="53427" y="62090"/>
                </a:lnTo>
                <a:lnTo>
                  <a:pt x="52270" y="63957"/>
                </a:lnTo>
                <a:lnTo>
                  <a:pt x="51281" y="65741"/>
                </a:lnTo>
                <a:lnTo>
                  <a:pt x="50461" y="67442"/>
                </a:lnTo>
                <a:lnTo>
                  <a:pt x="49807" y="69058"/>
                </a:lnTo>
                <a:lnTo>
                  <a:pt x="49319" y="70591"/>
                </a:lnTo>
                <a:lnTo>
                  <a:pt x="49017" y="72107"/>
                </a:lnTo>
                <a:lnTo>
                  <a:pt x="48857" y="73606"/>
                </a:lnTo>
                <a:lnTo>
                  <a:pt x="48838" y="75090"/>
                </a:lnTo>
                <a:lnTo>
                  <a:pt x="48963" y="76558"/>
                </a:lnTo>
                <a:lnTo>
                  <a:pt x="49230" y="78011"/>
                </a:lnTo>
                <a:lnTo>
                  <a:pt x="49641" y="79449"/>
                </a:lnTo>
                <a:lnTo>
                  <a:pt x="50195" y="80873"/>
                </a:lnTo>
                <a:lnTo>
                  <a:pt x="50895" y="82284"/>
                </a:lnTo>
                <a:lnTo>
                  <a:pt x="51739" y="83681"/>
                </a:lnTo>
                <a:lnTo>
                  <a:pt x="52728" y="85065"/>
                </a:lnTo>
                <a:lnTo>
                  <a:pt x="53863" y="86438"/>
                </a:lnTo>
                <a:lnTo>
                  <a:pt x="55145" y="87799"/>
                </a:lnTo>
                <a:lnTo>
                  <a:pt x="56240" y="88837"/>
                </a:lnTo>
                <a:lnTo>
                  <a:pt x="57357" y="89784"/>
                </a:lnTo>
                <a:lnTo>
                  <a:pt x="58496" y="90637"/>
                </a:lnTo>
                <a:lnTo>
                  <a:pt x="59656" y="91397"/>
                </a:lnTo>
                <a:lnTo>
                  <a:pt x="60837" y="92060"/>
                </a:lnTo>
                <a:lnTo>
                  <a:pt x="62038" y="92625"/>
                </a:lnTo>
                <a:lnTo>
                  <a:pt x="63259" y="93092"/>
                </a:lnTo>
                <a:lnTo>
                  <a:pt x="64499" y="93459"/>
                </a:lnTo>
                <a:lnTo>
                  <a:pt x="65758" y="93724"/>
                </a:lnTo>
                <a:lnTo>
                  <a:pt x="67035" y="93886"/>
                </a:lnTo>
                <a:lnTo>
                  <a:pt x="68330" y="93944"/>
                </a:lnTo>
                <a:lnTo>
                  <a:pt x="69643" y="93896"/>
                </a:lnTo>
                <a:lnTo>
                  <a:pt x="70992" y="93777"/>
                </a:lnTo>
                <a:lnTo>
                  <a:pt x="72330" y="93558"/>
                </a:lnTo>
                <a:lnTo>
                  <a:pt x="73657" y="93239"/>
                </a:lnTo>
                <a:lnTo>
                  <a:pt x="74972" y="92822"/>
                </a:lnTo>
                <a:lnTo>
                  <a:pt x="76276" y="92306"/>
                </a:lnTo>
                <a:lnTo>
                  <a:pt x="77569" y="91694"/>
                </a:lnTo>
                <a:lnTo>
                  <a:pt x="78850" y="90986"/>
                </a:lnTo>
                <a:lnTo>
                  <a:pt x="80121" y="90182"/>
                </a:lnTo>
                <a:lnTo>
                  <a:pt x="81380" y="89285"/>
                </a:lnTo>
                <a:lnTo>
                  <a:pt x="82627" y="88294"/>
                </a:lnTo>
                <a:lnTo>
                  <a:pt x="83864" y="87211"/>
                </a:lnTo>
                <a:lnTo>
                  <a:pt x="85089" y="86037"/>
                </a:lnTo>
                <a:lnTo>
                  <a:pt x="86706" y="84324"/>
                </a:lnTo>
                <a:lnTo>
                  <a:pt x="88170" y="82570"/>
                </a:lnTo>
                <a:lnTo>
                  <a:pt x="89479" y="80774"/>
                </a:lnTo>
                <a:lnTo>
                  <a:pt x="90634" y="78936"/>
                </a:lnTo>
                <a:lnTo>
                  <a:pt x="91632" y="77055"/>
                </a:lnTo>
                <a:lnTo>
                  <a:pt x="92473" y="75130"/>
                </a:lnTo>
                <a:lnTo>
                  <a:pt x="93156" y="73160"/>
                </a:lnTo>
                <a:lnTo>
                  <a:pt x="93680" y="71143"/>
                </a:lnTo>
                <a:lnTo>
                  <a:pt x="94044" y="69080"/>
                </a:lnTo>
                <a:lnTo>
                  <a:pt x="94247" y="66968"/>
                </a:lnTo>
                <a:lnTo>
                  <a:pt x="94288" y="64807"/>
                </a:lnTo>
                <a:lnTo>
                  <a:pt x="94167" y="62597"/>
                </a:lnTo>
                <a:lnTo>
                  <a:pt x="93921" y="60404"/>
                </a:lnTo>
                <a:lnTo>
                  <a:pt x="93523" y="58227"/>
                </a:lnTo>
                <a:lnTo>
                  <a:pt x="92973" y="56068"/>
                </a:lnTo>
                <a:lnTo>
                  <a:pt x="92270" y="53926"/>
                </a:lnTo>
                <a:lnTo>
                  <a:pt x="91414" y="51800"/>
                </a:lnTo>
                <a:lnTo>
                  <a:pt x="90407" y="49692"/>
                </a:lnTo>
                <a:lnTo>
                  <a:pt x="89247" y="47600"/>
                </a:lnTo>
                <a:lnTo>
                  <a:pt x="87934" y="45525"/>
                </a:lnTo>
                <a:lnTo>
                  <a:pt x="86469" y="43467"/>
                </a:lnTo>
                <a:lnTo>
                  <a:pt x="84852" y="41427"/>
                </a:lnTo>
                <a:lnTo>
                  <a:pt x="83082" y="39403"/>
                </a:lnTo>
                <a:lnTo>
                  <a:pt x="81159" y="37396"/>
                </a:lnTo>
                <a:lnTo>
                  <a:pt x="78450" y="34686"/>
                </a:lnTo>
                <a:lnTo>
                  <a:pt x="66391" y="46745"/>
                </a:lnTo>
                <a:close/>
                <a:moveTo>
                  <a:pt x="85631" y="17478"/>
                </a:moveTo>
                <a:lnTo>
                  <a:pt x="127904" y="59752"/>
                </a:lnTo>
                <a:lnTo>
                  <a:pt x="115710" y="71946"/>
                </a:lnTo>
                <a:lnTo>
                  <a:pt x="104464" y="60700"/>
                </a:lnTo>
                <a:lnTo>
                  <a:pt x="104862" y="62549"/>
                </a:lnTo>
                <a:lnTo>
                  <a:pt x="105177" y="64370"/>
                </a:lnTo>
                <a:lnTo>
                  <a:pt x="105408" y="66162"/>
                </a:lnTo>
                <a:lnTo>
                  <a:pt x="105558" y="67926"/>
                </a:lnTo>
                <a:lnTo>
                  <a:pt x="105627" y="69662"/>
                </a:lnTo>
                <a:lnTo>
                  <a:pt x="105616" y="71370"/>
                </a:lnTo>
                <a:lnTo>
                  <a:pt x="105525" y="73050"/>
                </a:lnTo>
                <a:lnTo>
                  <a:pt x="105357" y="74701"/>
                </a:lnTo>
                <a:lnTo>
                  <a:pt x="105112" y="76324"/>
                </a:lnTo>
                <a:lnTo>
                  <a:pt x="104790" y="77919"/>
                </a:lnTo>
                <a:lnTo>
                  <a:pt x="104393" y="79486"/>
                </a:lnTo>
                <a:lnTo>
                  <a:pt x="103922" y="81024"/>
                </a:lnTo>
                <a:lnTo>
                  <a:pt x="103372" y="82551"/>
                </a:lnTo>
                <a:lnTo>
                  <a:pt x="102737" y="84082"/>
                </a:lnTo>
                <a:lnTo>
                  <a:pt x="102019" y="85616"/>
                </a:lnTo>
                <a:lnTo>
                  <a:pt x="101217" y="87151"/>
                </a:lnTo>
                <a:lnTo>
                  <a:pt x="100333" y="88686"/>
                </a:lnTo>
                <a:lnTo>
                  <a:pt x="99366" y="90220"/>
                </a:lnTo>
                <a:lnTo>
                  <a:pt x="98318" y="91752"/>
                </a:lnTo>
                <a:lnTo>
                  <a:pt x="97188" y="93278"/>
                </a:lnTo>
                <a:lnTo>
                  <a:pt x="95977" y="94800"/>
                </a:lnTo>
                <a:lnTo>
                  <a:pt x="94685" y="96314"/>
                </a:lnTo>
                <a:lnTo>
                  <a:pt x="93314" y="97819"/>
                </a:lnTo>
                <a:lnTo>
                  <a:pt x="91863" y="99315"/>
                </a:lnTo>
                <a:lnTo>
                  <a:pt x="89955" y="101139"/>
                </a:lnTo>
                <a:lnTo>
                  <a:pt x="88024" y="102814"/>
                </a:lnTo>
                <a:lnTo>
                  <a:pt x="86071" y="104341"/>
                </a:lnTo>
                <a:lnTo>
                  <a:pt x="84095" y="105719"/>
                </a:lnTo>
                <a:lnTo>
                  <a:pt x="82097" y="106945"/>
                </a:lnTo>
                <a:lnTo>
                  <a:pt x="80075" y="108021"/>
                </a:lnTo>
                <a:lnTo>
                  <a:pt x="78032" y="108943"/>
                </a:lnTo>
                <a:lnTo>
                  <a:pt x="75966" y="109713"/>
                </a:lnTo>
                <a:lnTo>
                  <a:pt x="73877" y="110328"/>
                </a:lnTo>
                <a:lnTo>
                  <a:pt x="71765" y="110788"/>
                </a:lnTo>
                <a:lnTo>
                  <a:pt x="69631" y="111092"/>
                </a:lnTo>
                <a:lnTo>
                  <a:pt x="67475" y="111239"/>
                </a:lnTo>
                <a:lnTo>
                  <a:pt x="65324" y="111227"/>
                </a:lnTo>
                <a:lnTo>
                  <a:pt x="63206" y="111059"/>
                </a:lnTo>
                <a:lnTo>
                  <a:pt x="61121" y="110733"/>
                </a:lnTo>
                <a:lnTo>
                  <a:pt x="59069" y="110250"/>
                </a:lnTo>
                <a:lnTo>
                  <a:pt x="57049" y="109611"/>
                </a:lnTo>
                <a:lnTo>
                  <a:pt x="55060" y="108817"/>
                </a:lnTo>
                <a:lnTo>
                  <a:pt x="53103" y="107867"/>
                </a:lnTo>
                <a:lnTo>
                  <a:pt x="51176" y="106762"/>
                </a:lnTo>
                <a:lnTo>
                  <a:pt x="49279" y="105503"/>
                </a:lnTo>
                <a:lnTo>
                  <a:pt x="47411" y="104091"/>
                </a:lnTo>
                <a:lnTo>
                  <a:pt x="45573" y="102525"/>
                </a:lnTo>
                <a:lnTo>
                  <a:pt x="43764" y="100806"/>
                </a:lnTo>
                <a:lnTo>
                  <a:pt x="41796" y="98725"/>
                </a:lnTo>
                <a:lnTo>
                  <a:pt x="40027" y="96615"/>
                </a:lnTo>
                <a:lnTo>
                  <a:pt x="38456" y="94474"/>
                </a:lnTo>
                <a:lnTo>
                  <a:pt x="37085" y="92300"/>
                </a:lnTo>
                <a:lnTo>
                  <a:pt x="35912" y="90092"/>
                </a:lnTo>
                <a:lnTo>
                  <a:pt x="34940" y="87849"/>
                </a:lnTo>
                <a:lnTo>
                  <a:pt x="34168" y="85570"/>
                </a:lnTo>
                <a:lnTo>
                  <a:pt x="33597" y="83252"/>
                </a:lnTo>
                <a:lnTo>
                  <a:pt x="33227" y="80895"/>
                </a:lnTo>
                <a:lnTo>
                  <a:pt x="33059" y="78497"/>
                </a:lnTo>
                <a:lnTo>
                  <a:pt x="33094" y="76056"/>
                </a:lnTo>
                <a:lnTo>
                  <a:pt x="33331" y="73572"/>
                </a:lnTo>
                <a:lnTo>
                  <a:pt x="33769" y="71119"/>
                </a:lnTo>
                <a:lnTo>
                  <a:pt x="34405" y="68638"/>
                </a:lnTo>
                <a:lnTo>
                  <a:pt x="35240" y="66128"/>
                </a:lnTo>
                <a:lnTo>
                  <a:pt x="36277" y="63591"/>
                </a:lnTo>
                <a:lnTo>
                  <a:pt x="37514" y="61025"/>
                </a:lnTo>
                <a:lnTo>
                  <a:pt x="38954" y="58431"/>
                </a:lnTo>
                <a:lnTo>
                  <a:pt x="40597" y="55808"/>
                </a:lnTo>
                <a:lnTo>
                  <a:pt x="42444" y="53158"/>
                </a:lnTo>
                <a:lnTo>
                  <a:pt x="44496" y="50479"/>
                </a:lnTo>
                <a:lnTo>
                  <a:pt x="46755" y="47772"/>
                </a:lnTo>
                <a:lnTo>
                  <a:pt x="49220" y="45037"/>
                </a:lnTo>
                <a:lnTo>
                  <a:pt x="51893" y="42273"/>
                </a:lnTo>
                <a:lnTo>
                  <a:pt x="68965" y="25201"/>
                </a:lnTo>
                <a:lnTo>
                  <a:pt x="67746" y="23982"/>
                </a:lnTo>
                <a:lnTo>
                  <a:pt x="66343" y="22658"/>
                </a:lnTo>
                <a:lnTo>
                  <a:pt x="64912" y="21463"/>
                </a:lnTo>
                <a:lnTo>
                  <a:pt x="63454" y="20398"/>
                </a:lnTo>
                <a:lnTo>
                  <a:pt x="61970" y="19461"/>
                </a:lnTo>
                <a:lnTo>
                  <a:pt x="60459" y="18651"/>
                </a:lnTo>
                <a:lnTo>
                  <a:pt x="58922" y="17970"/>
                </a:lnTo>
                <a:lnTo>
                  <a:pt x="57360" y="17415"/>
                </a:lnTo>
                <a:lnTo>
                  <a:pt x="55772" y="16987"/>
                </a:lnTo>
                <a:lnTo>
                  <a:pt x="54161" y="16685"/>
                </a:lnTo>
                <a:lnTo>
                  <a:pt x="52525" y="16508"/>
                </a:lnTo>
                <a:lnTo>
                  <a:pt x="50866" y="16457"/>
                </a:lnTo>
                <a:lnTo>
                  <a:pt x="49183" y="16530"/>
                </a:lnTo>
                <a:lnTo>
                  <a:pt x="47521" y="16759"/>
                </a:lnTo>
                <a:lnTo>
                  <a:pt x="45854" y="17107"/>
                </a:lnTo>
                <a:lnTo>
                  <a:pt x="44183" y="17576"/>
                </a:lnTo>
                <a:lnTo>
                  <a:pt x="42509" y="18166"/>
                </a:lnTo>
                <a:lnTo>
                  <a:pt x="40834" y="18878"/>
                </a:lnTo>
                <a:lnTo>
                  <a:pt x="39157" y="19714"/>
                </a:lnTo>
                <a:lnTo>
                  <a:pt x="37481" y="20674"/>
                </a:lnTo>
                <a:lnTo>
                  <a:pt x="35805" y="21759"/>
                </a:lnTo>
                <a:lnTo>
                  <a:pt x="34131" y="22970"/>
                </a:lnTo>
                <a:lnTo>
                  <a:pt x="32460" y="24308"/>
                </a:lnTo>
                <a:lnTo>
                  <a:pt x="30793" y="25774"/>
                </a:lnTo>
                <a:lnTo>
                  <a:pt x="29131" y="27369"/>
                </a:lnTo>
                <a:lnTo>
                  <a:pt x="28064" y="28459"/>
                </a:lnTo>
                <a:lnTo>
                  <a:pt x="27029" y="29561"/>
                </a:lnTo>
                <a:lnTo>
                  <a:pt x="26027" y="30676"/>
                </a:lnTo>
                <a:lnTo>
                  <a:pt x="25056" y="31805"/>
                </a:lnTo>
                <a:lnTo>
                  <a:pt x="24115" y="32950"/>
                </a:lnTo>
                <a:lnTo>
                  <a:pt x="23203" y="34110"/>
                </a:lnTo>
                <a:lnTo>
                  <a:pt x="22319" y="35287"/>
                </a:lnTo>
                <a:lnTo>
                  <a:pt x="21463" y="36482"/>
                </a:lnTo>
                <a:lnTo>
                  <a:pt x="20633" y="37696"/>
                </a:lnTo>
                <a:lnTo>
                  <a:pt x="19828" y="38930"/>
                </a:lnTo>
                <a:lnTo>
                  <a:pt x="19048" y="40184"/>
                </a:lnTo>
                <a:lnTo>
                  <a:pt x="18291" y="41460"/>
                </a:lnTo>
                <a:lnTo>
                  <a:pt x="17560" y="42750"/>
                </a:lnTo>
                <a:lnTo>
                  <a:pt x="16857" y="44047"/>
                </a:lnTo>
                <a:lnTo>
                  <a:pt x="16181" y="45349"/>
                </a:lnTo>
                <a:lnTo>
                  <a:pt x="15531" y="46659"/>
                </a:lnTo>
                <a:lnTo>
                  <a:pt x="14908" y="47977"/>
                </a:lnTo>
                <a:lnTo>
                  <a:pt x="14311" y="49302"/>
                </a:lnTo>
                <a:lnTo>
                  <a:pt x="13740" y="50636"/>
                </a:lnTo>
                <a:lnTo>
                  <a:pt x="13193" y="51979"/>
                </a:lnTo>
                <a:lnTo>
                  <a:pt x="12671" y="53331"/>
                </a:lnTo>
                <a:lnTo>
                  <a:pt x="12172" y="54693"/>
                </a:lnTo>
                <a:lnTo>
                  <a:pt x="11698" y="56065"/>
                </a:lnTo>
                <a:lnTo>
                  <a:pt x="11246" y="57448"/>
                </a:lnTo>
                <a:lnTo>
                  <a:pt x="0" y="46203"/>
                </a:lnTo>
                <a:lnTo>
                  <a:pt x="683" y="44718"/>
                </a:lnTo>
                <a:lnTo>
                  <a:pt x="1378" y="43246"/>
                </a:lnTo>
                <a:lnTo>
                  <a:pt x="2085" y="41789"/>
                </a:lnTo>
                <a:lnTo>
                  <a:pt x="2805" y="40346"/>
                </a:lnTo>
                <a:lnTo>
                  <a:pt x="3538" y="38921"/>
                </a:lnTo>
                <a:lnTo>
                  <a:pt x="4285" y="37514"/>
                </a:lnTo>
                <a:lnTo>
                  <a:pt x="5046" y="36127"/>
                </a:lnTo>
                <a:lnTo>
                  <a:pt x="5821" y="34761"/>
                </a:lnTo>
                <a:lnTo>
                  <a:pt x="6612" y="33418"/>
                </a:lnTo>
                <a:lnTo>
                  <a:pt x="7418" y="32098"/>
                </a:lnTo>
                <a:lnTo>
                  <a:pt x="8240" y="30804"/>
                </a:lnTo>
                <a:lnTo>
                  <a:pt x="9078" y="29537"/>
                </a:lnTo>
                <a:lnTo>
                  <a:pt x="9928" y="28292"/>
                </a:lnTo>
                <a:lnTo>
                  <a:pt x="10785" y="27065"/>
                </a:lnTo>
                <a:lnTo>
                  <a:pt x="11650" y="25856"/>
                </a:lnTo>
                <a:lnTo>
                  <a:pt x="12525" y="24664"/>
                </a:lnTo>
                <a:lnTo>
                  <a:pt x="13412" y="23492"/>
                </a:lnTo>
                <a:lnTo>
                  <a:pt x="14311" y="22339"/>
                </a:lnTo>
                <a:lnTo>
                  <a:pt x="15225" y="21206"/>
                </a:lnTo>
                <a:lnTo>
                  <a:pt x="16154" y="20093"/>
                </a:lnTo>
                <a:lnTo>
                  <a:pt x="17099" y="19001"/>
                </a:lnTo>
                <a:lnTo>
                  <a:pt x="18064" y="17929"/>
                </a:lnTo>
                <a:lnTo>
                  <a:pt x="19048" y="16880"/>
                </a:lnTo>
                <a:lnTo>
                  <a:pt x="20053" y="15853"/>
                </a:lnTo>
                <a:lnTo>
                  <a:pt x="22731" y="13292"/>
                </a:lnTo>
                <a:lnTo>
                  <a:pt x="25415" y="10963"/>
                </a:lnTo>
                <a:lnTo>
                  <a:pt x="28104" y="8864"/>
                </a:lnTo>
                <a:lnTo>
                  <a:pt x="30797" y="6995"/>
                </a:lnTo>
                <a:lnTo>
                  <a:pt x="33493" y="5356"/>
                </a:lnTo>
                <a:lnTo>
                  <a:pt x="36193" y="3946"/>
                </a:lnTo>
                <a:lnTo>
                  <a:pt x="38896" y="2765"/>
                </a:lnTo>
                <a:lnTo>
                  <a:pt x="41601" y="1812"/>
                </a:lnTo>
                <a:lnTo>
                  <a:pt x="44308" y="1086"/>
                </a:lnTo>
                <a:lnTo>
                  <a:pt x="47016" y="588"/>
                </a:lnTo>
                <a:lnTo>
                  <a:pt x="49725" y="316"/>
                </a:lnTo>
                <a:lnTo>
                  <a:pt x="52435" y="271"/>
                </a:lnTo>
                <a:lnTo>
                  <a:pt x="55151" y="452"/>
                </a:lnTo>
                <a:lnTo>
                  <a:pt x="57877" y="859"/>
                </a:lnTo>
                <a:lnTo>
                  <a:pt x="60613" y="1493"/>
                </a:lnTo>
                <a:lnTo>
                  <a:pt x="63360" y="2354"/>
                </a:lnTo>
                <a:lnTo>
                  <a:pt x="66116" y="3442"/>
                </a:lnTo>
                <a:lnTo>
                  <a:pt x="68881" y="4759"/>
                </a:lnTo>
                <a:lnTo>
                  <a:pt x="71654" y="6305"/>
                </a:lnTo>
                <a:lnTo>
                  <a:pt x="74435" y="8079"/>
                </a:lnTo>
                <a:lnTo>
                  <a:pt x="77224" y="10084"/>
                </a:lnTo>
                <a:lnTo>
                  <a:pt x="80020" y="12318"/>
                </a:lnTo>
                <a:lnTo>
                  <a:pt x="82822" y="14783"/>
                </a:lnTo>
                <a:lnTo>
                  <a:pt x="85631" y="174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2" name="Original native bar-chart element 92">
            <a:extLst xmlns:a="http://schemas.openxmlformats.org/drawingml/2006/main">
              <a:ext uri="{FF2B5EF4-FFF2-40B4-BE49-F238E27FC236}">
                <a16:creationId xmlns:a16="http://schemas.microsoft.com/office/drawing/2014/main" id="{DC92DC3A-E902-4DD6-A446-E8932C3F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992" y="2525431"/>
            <a:ext cx="86308" cy="118555"/>
          </a:xfrm>
          <a:custGeom xmlns:a="http://schemas.openxmlformats.org/drawingml/2006/main">
            <a:pathLst>
              <a:path w="86308" h="118555">
                <a:moveTo>
                  <a:pt x="54739" y="12465"/>
                </a:moveTo>
                <a:lnTo>
                  <a:pt x="54199" y="12609"/>
                </a:lnTo>
                <a:lnTo>
                  <a:pt x="53665" y="12769"/>
                </a:lnTo>
                <a:lnTo>
                  <a:pt x="53136" y="12946"/>
                </a:lnTo>
                <a:lnTo>
                  <a:pt x="52611" y="13138"/>
                </a:lnTo>
                <a:lnTo>
                  <a:pt x="52090" y="13345"/>
                </a:lnTo>
                <a:lnTo>
                  <a:pt x="51571" y="13566"/>
                </a:lnTo>
                <a:lnTo>
                  <a:pt x="51056" y="13802"/>
                </a:lnTo>
                <a:lnTo>
                  <a:pt x="50543" y="14051"/>
                </a:lnTo>
                <a:lnTo>
                  <a:pt x="50032" y="14313"/>
                </a:lnTo>
                <a:lnTo>
                  <a:pt x="49523" y="14589"/>
                </a:lnTo>
                <a:lnTo>
                  <a:pt x="49014" y="14876"/>
                </a:lnTo>
                <a:lnTo>
                  <a:pt x="48506" y="15175"/>
                </a:lnTo>
                <a:lnTo>
                  <a:pt x="48029" y="15517"/>
                </a:lnTo>
                <a:lnTo>
                  <a:pt x="47547" y="15865"/>
                </a:lnTo>
                <a:lnTo>
                  <a:pt x="47062" y="16221"/>
                </a:lnTo>
                <a:lnTo>
                  <a:pt x="46574" y="16585"/>
                </a:lnTo>
                <a:lnTo>
                  <a:pt x="46084" y="16959"/>
                </a:lnTo>
                <a:lnTo>
                  <a:pt x="45593" y="17343"/>
                </a:lnTo>
                <a:lnTo>
                  <a:pt x="45102" y="17738"/>
                </a:lnTo>
                <a:lnTo>
                  <a:pt x="44612" y="18146"/>
                </a:lnTo>
                <a:lnTo>
                  <a:pt x="44124" y="18567"/>
                </a:lnTo>
                <a:lnTo>
                  <a:pt x="43638" y="19001"/>
                </a:lnTo>
                <a:lnTo>
                  <a:pt x="43157" y="19451"/>
                </a:lnTo>
                <a:lnTo>
                  <a:pt x="42680" y="19917"/>
                </a:lnTo>
                <a:lnTo>
                  <a:pt x="41034" y="21659"/>
                </a:lnTo>
                <a:lnTo>
                  <a:pt x="39552" y="23428"/>
                </a:lnTo>
                <a:lnTo>
                  <a:pt x="38232" y="25225"/>
                </a:lnTo>
                <a:lnTo>
                  <a:pt x="37074" y="27048"/>
                </a:lnTo>
                <a:lnTo>
                  <a:pt x="36079" y="28898"/>
                </a:lnTo>
                <a:lnTo>
                  <a:pt x="35245" y="30774"/>
                </a:lnTo>
                <a:lnTo>
                  <a:pt x="34571" y="32675"/>
                </a:lnTo>
                <a:lnTo>
                  <a:pt x="34059" y="34601"/>
                </a:lnTo>
                <a:lnTo>
                  <a:pt x="33706" y="36551"/>
                </a:lnTo>
                <a:lnTo>
                  <a:pt x="33512" y="38525"/>
                </a:lnTo>
                <a:lnTo>
                  <a:pt x="33478" y="40523"/>
                </a:lnTo>
                <a:lnTo>
                  <a:pt x="33602" y="42544"/>
                </a:lnTo>
                <a:lnTo>
                  <a:pt x="33853" y="44608"/>
                </a:lnTo>
                <a:lnTo>
                  <a:pt x="34267" y="46667"/>
                </a:lnTo>
                <a:lnTo>
                  <a:pt x="34845" y="48724"/>
                </a:lnTo>
                <a:lnTo>
                  <a:pt x="35584" y="50779"/>
                </a:lnTo>
                <a:lnTo>
                  <a:pt x="36485" y="52834"/>
                </a:lnTo>
                <a:lnTo>
                  <a:pt x="37548" y="54891"/>
                </a:lnTo>
                <a:lnTo>
                  <a:pt x="38772" y="56950"/>
                </a:lnTo>
                <a:lnTo>
                  <a:pt x="40156" y="59014"/>
                </a:lnTo>
                <a:lnTo>
                  <a:pt x="41700" y="61083"/>
                </a:lnTo>
                <a:lnTo>
                  <a:pt x="43403" y="63160"/>
                </a:lnTo>
                <a:lnTo>
                  <a:pt x="45266" y="65245"/>
                </a:lnTo>
                <a:lnTo>
                  <a:pt x="47287" y="67339"/>
                </a:lnTo>
                <a:lnTo>
                  <a:pt x="86308" y="106361"/>
                </a:lnTo>
                <a:lnTo>
                  <a:pt x="74114" y="118555"/>
                </a:lnTo>
                <a:lnTo>
                  <a:pt x="0" y="44441"/>
                </a:lnTo>
                <a:lnTo>
                  <a:pt x="12194" y="32247"/>
                </a:lnTo>
                <a:lnTo>
                  <a:pt x="23711" y="43764"/>
                </a:lnTo>
                <a:lnTo>
                  <a:pt x="23245" y="42039"/>
                </a:lnTo>
                <a:lnTo>
                  <a:pt x="22864" y="40322"/>
                </a:lnTo>
                <a:lnTo>
                  <a:pt x="22566" y="38613"/>
                </a:lnTo>
                <a:lnTo>
                  <a:pt x="22351" y="36914"/>
                </a:lnTo>
                <a:lnTo>
                  <a:pt x="22219" y="35226"/>
                </a:lnTo>
                <a:lnTo>
                  <a:pt x="22170" y="33551"/>
                </a:lnTo>
                <a:lnTo>
                  <a:pt x="22202" y="31890"/>
                </a:lnTo>
                <a:lnTo>
                  <a:pt x="22316" y="30245"/>
                </a:lnTo>
                <a:lnTo>
                  <a:pt x="22511" y="28616"/>
                </a:lnTo>
                <a:lnTo>
                  <a:pt x="22786" y="27006"/>
                </a:lnTo>
                <a:lnTo>
                  <a:pt x="23141" y="25416"/>
                </a:lnTo>
                <a:lnTo>
                  <a:pt x="23576" y="23847"/>
                </a:lnTo>
                <a:lnTo>
                  <a:pt x="24092" y="22291"/>
                </a:lnTo>
                <a:lnTo>
                  <a:pt x="24693" y="20741"/>
                </a:lnTo>
                <a:lnTo>
                  <a:pt x="25379" y="19197"/>
                </a:lnTo>
                <a:lnTo>
                  <a:pt x="26150" y="17659"/>
                </a:lnTo>
                <a:lnTo>
                  <a:pt x="27005" y="16126"/>
                </a:lnTo>
                <a:lnTo>
                  <a:pt x="27945" y="14599"/>
                </a:lnTo>
                <a:lnTo>
                  <a:pt x="28970" y="13078"/>
                </a:lnTo>
                <a:lnTo>
                  <a:pt x="30079" y="11562"/>
                </a:lnTo>
                <a:lnTo>
                  <a:pt x="31273" y="10052"/>
                </a:lnTo>
                <a:lnTo>
                  <a:pt x="32552" y="8547"/>
                </a:lnTo>
                <a:lnTo>
                  <a:pt x="33915" y="7048"/>
                </a:lnTo>
                <a:lnTo>
                  <a:pt x="35363" y="5555"/>
                </a:lnTo>
                <a:lnTo>
                  <a:pt x="35572" y="5352"/>
                </a:lnTo>
                <a:lnTo>
                  <a:pt x="35791" y="5147"/>
                </a:lnTo>
                <a:lnTo>
                  <a:pt x="36020" y="4941"/>
                </a:lnTo>
                <a:lnTo>
                  <a:pt x="36257" y="4732"/>
                </a:lnTo>
                <a:lnTo>
                  <a:pt x="36501" y="4519"/>
                </a:lnTo>
                <a:lnTo>
                  <a:pt x="36752" y="4302"/>
                </a:lnTo>
                <a:lnTo>
                  <a:pt x="37009" y="4079"/>
                </a:lnTo>
                <a:lnTo>
                  <a:pt x="37270" y="3849"/>
                </a:lnTo>
                <a:lnTo>
                  <a:pt x="37535" y="3612"/>
                </a:lnTo>
                <a:lnTo>
                  <a:pt x="37803" y="3366"/>
                </a:lnTo>
                <a:lnTo>
                  <a:pt x="38073" y="3111"/>
                </a:lnTo>
                <a:lnTo>
                  <a:pt x="38344" y="2845"/>
                </a:lnTo>
                <a:lnTo>
                  <a:pt x="38618" y="2639"/>
                </a:lnTo>
                <a:lnTo>
                  <a:pt x="38899" y="2428"/>
                </a:lnTo>
                <a:lnTo>
                  <a:pt x="39187" y="2210"/>
                </a:lnTo>
                <a:lnTo>
                  <a:pt x="39483" y="1987"/>
                </a:lnTo>
                <a:lnTo>
                  <a:pt x="39789" y="1759"/>
                </a:lnTo>
                <a:lnTo>
                  <a:pt x="40105" y="1524"/>
                </a:lnTo>
                <a:lnTo>
                  <a:pt x="40433" y="1284"/>
                </a:lnTo>
                <a:lnTo>
                  <a:pt x="40773" y="1039"/>
                </a:lnTo>
                <a:lnTo>
                  <a:pt x="41126" y="788"/>
                </a:lnTo>
                <a:lnTo>
                  <a:pt x="41493" y="531"/>
                </a:lnTo>
                <a:lnTo>
                  <a:pt x="41875" y="268"/>
                </a:lnTo>
                <a:lnTo>
                  <a:pt x="42273" y="0"/>
                </a:lnTo>
                <a:lnTo>
                  <a:pt x="54739" y="124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3" name="Original native bar-chart element 93">
            <a:extLst xmlns:a="http://schemas.openxmlformats.org/drawingml/2006/main">
              <a:ext uri="{FF2B5EF4-FFF2-40B4-BE49-F238E27FC236}">
                <a16:creationId xmlns:a16="http://schemas.microsoft.com/office/drawing/2014/main" id="{E0A4D71E-F268-4FA9-80C2-3E68897C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147" y="2466186"/>
            <a:ext cx="111645" cy="111916"/>
          </a:xfrm>
          <a:custGeom xmlns:a="http://schemas.openxmlformats.org/drawingml/2006/main">
            <a:pathLst>
              <a:path w="111645" h="111916">
                <a:moveTo>
                  <a:pt x="43222" y="0"/>
                </a:moveTo>
                <a:lnTo>
                  <a:pt x="54603" y="11381"/>
                </a:lnTo>
                <a:lnTo>
                  <a:pt x="53262" y="11796"/>
                </a:lnTo>
                <a:lnTo>
                  <a:pt x="51948" y="12229"/>
                </a:lnTo>
                <a:lnTo>
                  <a:pt x="50659" y="12679"/>
                </a:lnTo>
                <a:lnTo>
                  <a:pt x="49394" y="13148"/>
                </a:lnTo>
                <a:lnTo>
                  <a:pt x="48152" y="13635"/>
                </a:lnTo>
                <a:lnTo>
                  <a:pt x="46931" y="14142"/>
                </a:lnTo>
                <a:lnTo>
                  <a:pt x="45730" y="14668"/>
                </a:lnTo>
                <a:lnTo>
                  <a:pt x="44547" y="15215"/>
                </a:lnTo>
                <a:lnTo>
                  <a:pt x="43381" y="15783"/>
                </a:lnTo>
                <a:lnTo>
                  <a:pt x="42230" y="16371"/>
                </a:lnTo>
                <a:lnTo>
                  <a:pt x="41094" y="16982"/>
                </a:lnTo>
                <a:lnTo>
                  <a:pt x="39970" y="17614"/>
                </a:lnTo>
                <a:lnTo>
                  <a:pt x="38863" y="18263"/>
                </a:lnTo>
                <a:lnTo>
                  <a:pt x="37779" y="18926"/>
                </a:lnTo>
                <a:lnTo>
                  <a:pt x="36716" y="19602"/>
                </a:lnTo>
                <a:lnTo>
                  <a:pt x="35674" y="20294"/>
                </a:lnTo>
                <a:lnTo>
                  <a:pt x="34653" y="21002"/>
                </a:lnTo>
                <a:lnTo>
                  <a:pt x="33653" y="21729"/>
                </a:lnTo>
                <a:lnTo>
                  <a:pt x="32672" y="22476"/>
                </a:lnTo>
                <a:lnTo>
                  <a:pt x="31710" y="23244"/>
                </a:lnTo>
                <a:lnTo>
                  <a:pt x="30767" y="24035"/>
                </a:lnTo>
                <a:lnTo>
                  <a:pt x="29843" y="24850"/>
                </a:lnTo>
                <a:lnTo>
                  <a:pt x="28936" y="25690"/>
                </a:lnTo>
                <a:lnTo>
                  <a:pt x="28047" y="26556"/>
                </a:lnTo>
                <a:lnTo>
                  <a:pt x="26170" y="28540"/>
                </a:lnTo>
                <a:lnTo>
                  <a:pt x="24468" y="30563"/>
                </a:lnTo>
                <a:lnTo>
                  <a:pt x="22943" y="32622"/>
                </a:lnTo>
                <a:lnTo>
                  <a:pt x="21593" y="34716"/>
                </a:lnTo>
                <a:lnTo>
                  <a:pt x="20421" y="36844"/>
                </a:lnTo>
                <a:lnTo>
                  <a:pt x="19426" y="39005"/>
                </a:lnTo>
                <a:lnTo>
                  <a:pt x="18609" y="41196"/>
                </a:lnTo>
                <a:lnTo>
                  <a:pt x="17970" y="43418"/>
                </a:lnTo>
                <a:lnTo>
                  <a:pt x="17510" y="45667"/>
                </a:lnTo>
                <a:lnTo>
                  <a:pt x="17229" y="47943"/>
                </a:lnTo>
                <a:lnTo>
                  <a:pt x="17128" y="50245"/>
                </a:lnTo>
                <a:lnTo>
                  <a:pt x="17207" y="52571"/>
                </a:lnTo>
                <a:lnTo>
                  <a:pt x="17464" y="54905"/>
                </a:lnTo>
                <a:lnTo>
                  <a:pt x="17896" y="57233"/>
                </a:lnTo>
                <a:lnTo>
                  <a:pt x="18501" y="59555"/>
                </a:lnTo>
                <a:lnTo>
                  <a:pt x="19280" y="61869"/>
                </a:lnTo>
                <a:lnTo>
                  <a:pt x="20232" y="64176"/>
                </a:lnTo>
                <a:lnTo>
                  <a:pt x="21357" y="66476"/>
                </a:lnTo>
                <a:lnTo>
                  <a:pt x="22654" y="68766"/>
                </a:lnTo>
                <a:lnTo>
                  <a:pt x="24123" y="71048"/>
                </a:lnTo>
                <a:lnTo>
                  <a:pt x="25762" y="73320"/>
                </a:lnTo>
                <a:lnTo>
                  <a:pt x="27573" y="75582"/>
                </a:lnTo>
                <a:lnTo>
                  <a:pt x="29554" y="77834"/>
                </a:lnTo>
                <a:lnTo>
                  <a:pt x="31705" y="80075"/>
                </a:lnTo>
                <a:lnTo>
                  <a:pt x="33977" y="82257"/>
                </a:lnTo>
                <a:lnTo>
                  <a:pt x="36255" y="84264"/>
                </a:lnTo>
                <a:lnTo>
                  <a:pt x="38539" y="86096"/>
                </a:lnTo>
                <a:lnTo>
                  <a:pt x="40828" y="87753"/>
                </a:lnTo>
                <a:lnTo>
                  <a:pt x="43123" y="89235"/>
                </a:lnTo>
                <a:lnTo>
                  <a:pt x="45424" y="90542"/>
                </a:lnTo>
                <a:lnTo>
                  <a:pt x="47730" y="91674"/>
                </a:lnTo>
                <a:lnTo>
                  <a:pt x="50042" y="92631"/>
                </a:lnTo>
                <a:lnTo>
                  <a:pt x="52359" y="93413"/>
                </a:lnTo>
                <a:lnTo>
                  <a:pt x="54682" y="94020"/>
                </a:lnTo>
                <a:lnTo>
                  <a:pt x="57011" y="94452"/>
                </a:lnTo>
                <a:lnTo>
                  <a:pt x="59345" y="94709"/>
                </a:lnTo>
                <a:lnTo>
                  <a:pt x="61668" y="94785"/>
                </a:lnTo>
                <a:lnTo>
                  <a:pt x="63963" y="94677"/>
                </a:lnTo>
                <a:lnTo>
                  <a:pt x="66228" y="94385"/>
                </a:lnTo>
                <a:lnTo>
                  <a:pt x="68463" y="93911"/>
                </a:lnTo>
                <a:lnTo>
                  <a:pt x="70669" y="93256"/>
                </a:lnTo>
                <a:lnTo>
                  <a:pt x="72844" y="92422"/>
                </a:lnTo>
                <a:lnTo>
                  <a:pt x="74987" y="91410"/>
                </a:lnTo>
                <a:lnTo>
                  <a:pt x="77100" y="90222"/>
                </a:lnTo>
                <a:lnTo>
                  <a:pt x="79180" y="88859"/>
                </a:lnTo>
                <a:lnTo>
                  <a:pt x="81228" y="87322"/>
                </a:lnTo>
                <a:lnTo>
                  <a:pt x="83243" y="85613"/>
                </a:lnTo>
                <a:lnTo>
                  <a:pt x="85224" y="83734"/>
                </a:lnTo>
                <a:lnTo>
                  <a:pt x="86094" y="82847"/>
                </a:lnTo>
                <a:lnTo>
                  <a:pt x="86941" y="81948"/>
                </a:lnTo>
                <a:lnTo>
                  <a:pt x="87767" y="81035"/>
                </a:lnTo>
                <a:lnTo>
                  <a:pt x="88571" y="80106"/>
                </a:lnTo>
                <a:lnTo>
                  <a:pt x="89355" y="79160"/>
                </a:lnTo>
                <a:lnTo>
                  <a:pt x="90119" y="78196"/>
                </a:lnTo>
                <a:lnTo>
                  <a:pt x="90863" y="77212"/>
                </a:lnTo>
                <a:lnTo>
                  <a:pt x="91587" y="76206"/>
                </a:lnTo>
                <a:lnTo>
                  <a:pt x="92293" y="75179"/>
                </a:lnTo>
                <a:lnTo>
                  <a:pt x="92980" y="74127"/>
                </a:lnTo>
                <a:lnTo>
                  <a:pt x="93650" y="73050"/>
                </a:lnTo>
                <a:lnTo>
                  <a:pt x="94302" y="71946"/>
                </a:lnTo>
                <a:lnTo>
                  <a:pt x="94932" y="70820"/>
                </a:lnTo>
                <a:lnTo>
                  <a:pt x="95535" y="69676"/>
                </a:lnTo>
                <a:lnTo>
                  <a:pt x="96112" y="68514"/>
                </a:lnTo>
                <a:lnTo>
                  <a:pt x="96666" y="67334"/>
                </a:lnTo>
                <a:lnTo>
                  <a:pt x="97197" y="66135"/>
                </a:lnTo>
                <a:lnTo>
                  <a:pt x="97706" y="64917"/>
                </a:lnTo>
                <a:lnTo>
                  <a:pt x="98196" y="63680"/>
                </a:lnTo>
                <a:lnTo>
                  <a:pt x="98668" y="62421"/>
                </a:lnTo>
                <a:lnTo>
                  <a:pt x="99123" y="61143"/>
                </a:lnTo>
                <a:lnTo>
                  <a:pt x="99562" y="59843"/>
                </a:lnTo>
                <a:lnTo>
                  <a:pt x="99987" y="58521"/>
                </a:lnTo>
                <a:lnTo>
                  <a:pt x="100399" y="57177"/>
                </a:lnTo>
                <a:lnTo>
                  <a:pt x="111645" y="68423"/>
                </a:lnTo>
                <a:lnTo>
                  <a:pt x="111162" y="69702"/>
                </a:lnTo>
                <a:lnTo>
                  <a:pt x="110662" y="70963"/>
                </a:lnTo>
                <a:lnTo>
                  <a:pt x="110144" y="72206"/>
                </a:lnTo>
                <a:lnTo>
                  <a:pt x="109608" y="73431"/>
                </a:lnTo>
                <a:lnTo>
                  <a:pt x="109052" y="74638"/>
                </a:lnTo>
                <a:lnTo>
                  <a:pt x="108478" y="75824"/>
                </a:lnTo>
                <a:lnTo>
                  <a:pt x="107884" y="76992"/>
                </a:lnTo>
                <a:lnTo>
                  <a:pt x="107269" y="78138"/>
                </a:lnTo>
                <a:lnTo>
                  <a:pt x="106634" y="79265"/>
                </a:lnTo>
                <a:lnTo>
                  <a:pt x="105978" y="80370"/>
                </a:lnTo>
                <a:lnTo>
                  <a:pt x="105300" y="81453"/>
                </a:lnTo>
                <a:lnTo>
                  <a:pt x="104599" y="82514"/>
                </a:lnTo>
                <a:lnTo>
                  <a:pt x="103843" y="83598"/>
                </a:lnTo>
                <a:lnTo>
                  <a:pt x="103064" y="84681"/>
                </a:lnTo>
                <a:lnTo>
                  <a:pt x="102262" y="85762"/>
                </a:lnTo>
                <a:lnTo>
                  <a:pt x="101438" y="86840"/>
                </a:lnTo>
                <a:lnTo>
                  <a:pt x="100591" y="87914"/>
                </a:lnTo>
                <a:lnTo>
                  <a:pt x="99722" y="88984"/>
                </a:lnTo>
                <a:lnTo>
                  <a:pt x="98830" y="90048"/>
                </a:lnTo>
                <a:lnTo>
                  <a:pt x="97915" y="91106"/>
                </a:lnTo>
                <a:lnTo>
                  <a:pt x="96978" y="92155"/>
                </a:lnTo>
                <a:lnTo>
                  <a:pt x="96018" y="93197"/>
                </a:lnTo>
                <a:lnTo>
                  <a:pt x="95036" y="94229"/>
                </a:lnTo>
                <a:lnTo>
                  <a:pt x="94031" y="95251"/>
                </a:lnTo>
                <a:lnTo>
                  <a:pt x="91228" y="97912"/>
                </a:lnTo>
                <a:lnTo>
                  <a:pt x="88374" y="100340"/>
                </a:lnTo>
                <a:lnTo>
                  <a:pt x="85470" y="102533"/>
                </a:lnTo>
                <a:lnTo>
                  <a:pt x="82514" y="104489"/>
                </a:lnTo>
                <a:lnTo>
                  <a:pt x="79508" y="106206"/>
                </a:lnTo>
                <a:lnTo>
                  <a:pt x="76451" y="107682"/>
                </a:lnTo>
                <a:lnTo>
                  <a:pt x="73343" y="108915"/>
                </a:lnTo>
                <a:lnTo>
                  <a:pt x="70185" y="109904"/>
                </a:lnTo>
                <a:lnTo>
                  <a:pt x="66975" y="110646"/>
                </a:lnTo>
                <a:lnTo>
                  <a:pt x="63715" y="111139"/>
                </a:lnTo>
                <a:lnTo>
                  <a:pt x="60404" y="111383"/>
                </a:lnTo>
                <a:lnTo>
                  <a:pt x="57042" y="111374"/>
                </a:lnTo>
                <a:lnTo>
                  <a:pt x="53672" y="111182"/>
                </a:lnTo>
                <a:lnTo>
                  <a:pt x="50335" y="110743"/>
                </a:lnTo>
                <a:lnTo>
                  <a:pt x="47032" y="110057"/>
                </a:lnTo>
                <a:lnTo>
                  <a:pt x="43764" y="109126"/>
                </a:lnTo>
                <a:lnTo>
                  <a:pt x="40529" y="107950"/>
                </a:lnTo>
                <a:lnTo>
                  <a:pt x="37328" y="106530"/>
                </a:lnTo>
                <a:lnTo>
                  <a:pt x="34161" y="104868"/>
                </a:lnTo>
                <a:lnTo>
                  <a:pt x="31028" y="102964"/>
                </a:lnTo>
                <a:lnTo>
                  <a:pt x="27928" y="100818"/>
                </a:lnTo>
                <a:lnTo>
                  <a:pt x="24863" y="98433"/>
                </a:lnTo>
                <a:lnTo>
                  <a:pt x="21831" y="95809"/>
                </a:lnTo>
                <a:lnTo>
                  <a:pt x="18833" y="92947"/>
                </a:lnTo>
                <a:lnTo>
                  <a:pt x="15940" y="89918"/>
                </a:lnTo>
                <a:lnTo>
                  <a:pt x="13290" y="86861"/>
                </a:lnTo>
                <a:lnTo>
                  <a:pt x="10884" y="83774"/>
                </a:lnTo>
                <a:lnTo>
                  <a:pt x="8722" y="80658"/>
                </a:lnTo>
                <a:lnTo>
                  <a:pt x="6804" y="77511"/>
                </a:lnTo>
                <a:lnTo>
                  <a:pt x="5132" y="74334"/>
                </a:lnTo>
                <a:lnTo>
                  <a:pt x="3705" y="71126"/>
                </a:lnTo>
                <a:lnTo>
                  <a:pt x="2524" y="67886"/>
                </a:lnTo>
                <a:lnTo>
                  <a:pt x="1590" y="64615"/>
                </a:lnTo>
                <a:lnTo>
                  <a:pt x="903" y="61311"/>
                </a:lnTo>
                <a:lnTo>
                  <a:pt x="463" y="57974"/>
                </a:lnTo>
                <a:lnTo>
                  <a:pt x="271" y="54603"/>
                </a:lnTo>
                <a:lnTo>
                  <a:pt x="325" y="51236"/>
                </a:lnTo>
                <a:lnTo>
                  <a:pt x="622" y="47908"/>
                </a:lnTo>
                <a:lnTo>
                  <a:pt x="1164" y="44619"/>
                </a:lnTo>
                <a:lnTo>
                  <a:pt x="1952" y="41370"/>
                </a:lnTo>
                <a:lnTo>
                  <a:pt x="2986" y="38161"/>
                </a:lnTo>
                <a:lnTo>
                  <a:pt x="4268" y="34991"/>
                </a:lnTo>
                <a:lnTo>
                  <a:pt x="5798" y="31860"/>
                </a:lnTo>
                <a:lnTo>
                  <a:pt x="7577" y="28769"/>
                </a:lnTo>
                <a:lnTo>
                  <a:pt x="9607" y="25718"/>
                </a:lnTo>
                <a:lnTo>
                  <a:pt x="11888" y="22706"/>
                </a:lnTo>
                <a:lnTo>
                  <a:pt x="14421" y="19734"/>
                </a:lnTo>
                <a:lnTo>
                  <a:pt x="17207" y="16801"/>
                </a:lnTo>
                <a:lnTo>
                  <a:pt x="18162" y="15864"/>
                </a:lnTo>
                <a:lnTo>
                  <a:pt x="19127" y="14949"/>
                </a:lnTo>
                <a:lnTo>
                  <a:pt x="20104" y="14057"/>
                </a:lnTo>
                <a:lnTo>
                  <a:pt x="21092" y="13188"/>
                </a:lnTo>
                <a:lnTo>
                  <a:pt x="22091" y="12341"/>
                </a:lnTo>
                <a:lnTo>
                  <a:pt x="23101" y="11517"/>
                </a:lnTo>
                <a:lnTo>
                  <a:pt x="24123" y="10715"/>
                </a:lnTo>
                <a:lnTo>
                  <a:pt x="25156" y="9936"/>
                </a:lnTo>
                <a:lnTo>
                  <a:pt x="26201" y="9180"/>
                </a:lnTo>
                <a:lnTo>
                  <a:pt x="27256" y="8446"/>
                </a:lnTo>
                <a:lnTo>
                  <a:pt x="28323" y="7734"/>
                </a:lnTo>
                <a:lnTo>
                  <a:pt x="29402" y="7046"/>
                </a:lnTo>
                <a:lnTo>
                  <a:pt x="30491" y="6374"/>
                </a:lnTo>
                <a:lnTo>
                  <a:pt x="31592" y="5714"/>
                </a:lnTo>
                <a:lnTo>
                  <a:pt x="32704" y="5068"/>
                </a:lnTo>
                <a:lnTo>
                  <a:pt x="33828" y="4436"/>
                </a:lnTo>
                <a:lnTo>
                  <a:pt x="34962" y="3819"/>
                </a:lnTo>
                <a:lnTo>
                  <a:pt x="36108" y="3218"/>
                </a:lnTo>
                <a:lnTo>
                  <a:pt x="37266" y="2634"/>
                </a:lnTo>
                <a:lnTo>
                  <a:pt x="38434" y="2068"/>
                </a:lnTo>
                <a:lnTo>
                  <a:pt x="39614" y="1520"/>
                </a:lnTo>
                <a:lnTo>
                  <a:pt x="40806" y="992"/>
                </a:lnTo>
                <a:lnTo>
                  <a:pt x="42008" y="485"/>
                </a:lnTo>
                <a:lnTo>
                  <a:pt x="432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4" name="Original native bar-chart element 94">
            <a:extLst xmlns:a="http://schemas.openxmlformats.org/drawingml/2006/main">
              <a:ext uri="{FF2B5EF4-FFF2-40B4-BE49-F238E27FC236}">
                <a16:creationId xmlns:a16="http://schemas.microsoft.com/office/drawing/2014/main" id="{53AD6B0C-3224-44C8-881A-91547589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394" y="2392479"/>
            <a:ext cx="165029" cy="124246"/>
          </a:xfrm>
          <a:custGeom xmlns:a="http://schemas.openxmlformats.org/drawingml/2006/main">
            <a:pathLst>
              <a:path w="165029" h="124246">
                <a:moveTo>
                  <a:pt x="120316" y="17478"/>
                </a:moveTo>
                <a:lnTo>
                  <a:pt x="165029" y="62191"/>
                </a:lnTo>
                <a:lnTo>
                  <a:pt x="152834" y="74385"/>
                </a:lnTo>
                <a:lnTo>
                  <a:pt x="108529" y="30079"/>
                </a:lnTo>
                <a:lnTo>
                  <a:pt x="106776" y="28388"/>
                </a:lnTo>
                <a:lnTo>
                  <a:pt x="105040" y="26836"/>
                </a:lnTo>
                <a:lnTo>
                  <a:pt x="103321" y="25422"/>
                </a:lnTo>
                <a:lnTo>
                  <a:pt x="101619" y="24143"/>
                </a:lnTo>
                <a:lnTo>
                  <a:pt x="99933" y="22997"/>
                </a:lnTo>
                <a:lnTo>
                  <a:pt x="98265" y="21984"/>
                </a:lnTo>
                <a:lnTo>
                  <a:pt x="96614" y="21100"/>
                </a:lnTo>
                <a:lnTo>
                  <a:pt x="94980" y="20344"/>
                </a:lnTo>
                <a:lnTo>
                  <a:pt x="93362" y="19714"/>
                </a:lnTo>
                <a:lnTo>
                  <a:pt x="91762" y="19208"/>
                </a:lnTo>
                <a:lnTo>
                  <a:pt x="90178" y="18825"/>
                </a:lnTo>
                <a:lnTo>
                  <a:pt x="88611" y="18562"/>
                </a:lnTo>
                <a:lnTo>
                  <a:pt x="87062" y="18424"/>
                </a:lnTo>
                <a:lnTo>
                  <a:pt x="85529" y="18416"/>
                </a:lnTo>
                <a:lnTo>
                  <a:pt x="84013" y="18537"/>
                </a:lnTo>
                <a:lnTo>
                  <a:pt x="82514" y="18788"/>
                </a:lnTo>
                <a:lnTo>
                  <a:pt x="81032" y="19169"/>
                </a:lnTo>
                <a:lnTo>
                  <a:pt x="79567" y="19680"/>
                </a:lnTo>
                <a:lnTo>
                  <a:pt x="78119" y="20321"/>
                </a:lnTo>
                <a:lnTo>
                  <a:pt x="76688" y="21092"/>
                </a:lnTo>
                <a:lnTo>
                  <a:pt x="75274" y="21992"/>
                </a:lnTo>
                <a:lnTo>
                  <a:pt x="73877" y="23022"/>
                </a:lnTo>
                <a:lnTo>
                  <a:pt x="72496" y="24182"/>
                </a:lnTo>
                <a:lnTo>
                  <a:pt x="71133" y="25472"/>
                </a:lnTo>
                <a:lnTo>
                  <a:pt x="69549" y="27146"/>
                </a:lnTo>
                <a:lnTo>
                  <a:pt x="68117" y="28848"/>
                </a:lnTo>
                <a:lnTo>
                  <a:pt x="66835" y="30579"/>
                </a:lnTo>
                <a:lnTo>
                  <a:pt x="65703" y="32337"/>
                </a:lnTo>
                <a:lnTo>
                  <a:pt x="64720" y="34124"/>
                </a:lnTo>
                <a:lnTo>
                  <a:pt x="63884" y="35939"/>
                </a:lnTo>
                <a:lnTo>
                  <a:pt x="63195" y="37782"/>
                </a:lnTo>
                <a:lnTo>
                  <a:pt x="62652" y="39654"/>
                </a:lnTo>
                <a:lnTo>
                  <a:pt x="62254" y="41554"/>
                </a:lnTo>
                <a:lnTo>
                  <a:pt x="62000" y="43481"/>
                </a:lnTo>
                <a:lnTo>
                  <a:pt x="61889" y="45438"/>
                </a:lnTo>
                <a:lnTo>
                  <a:pt x="61920" y="47422"/>
                </a:lnTo>
                <a:lnTo>
                  <a:pt x="62092" y="49412"/>
                </a:lnTo>
                <a:lnTo>
                  <a:pt x="62405" y="51385"/>
                </a:lnTo>
                <a:lnTo>
                  <a:pt x="62860" y="53341"/>
                </a:lnTo>
                <a:lnTo>
                  <a:pt x="63455" y="55281"/>
                </a:lnTo>
                <a:lnTo>
                  <a:pt x="64192" y="57203"/>
                </a:lnTo>
                <a:lnTo>
                  <a:pt x="65070" y="59108"/>
                </a:lnTo>
                <a:lnTo>
                  <a:pt x="66089" y="60997"/>
                </a:lnTo>
                <a:lnTo>
                  <a:pt x="67249" y="62868"/>
                </a:lnTo>
                <a:lnTo>
                  <a:pt x="68550" y="64723"/>
                </a:lnTo>
                <a:lnTo>
                  <a:pt x="69993" y="66560"/>
                </a:lnTo>
                <a:lnTo>
                  <a:pt x="71576" y="68381"/>
                </a:lnTo>
                <a:lnTo>
                  <a:pt x="73301" y="70185"/>
                </a:lnTo>
                <a:lnTo>
                  <a:pt x="115168" y="112051"/>
                </a:lnTo>
                <a:lnTo>
                  <a:pt x="102974" y="124246"/>
                </a:lnTo>
                <a:lnTo>
                  <a:pt x="0" y="21272"/>
                </a:lnTo>
                <a:lnTo>
                  <a:pt x="12194" y="9078"/>
                </a:lnTo>
                <a:lnTo>
                  <a:pt x="52571" y="49454"/>
                </a:lnTo>
                <a:lnTo>
                  <a:pt x="52229" y="47668"/>
                </a:lnTo>
                <a:lnTo>
                  <a:pt x="51952" y="45898"/>
                </a:lnTo>
                <a:lnTo>
                  <a:pt x="51739" y="44147"/>
                </a:lnTo>
                <a:lnTo>
                  <a:pt x="51592" y="42414"/>
                </a:lnTo>
                <a:lnTo>
                  <a:pt x="51513" y="40700"/>
                </a:lnTo>
                <a:lnTo>
                  <a:pt x="51504" y="39005"/>
                </a:lnTo>
                <a:lnTo>
                  <a:pt x="51565" y="37329"/>
                </a:lnTo>
                <a:lnTo>
                  <a:pt x="51698" y="35674"/>
                </a:lnTo>
                <a:lnTo>
                  <a:pt x="51904" y="34040"/>
                </a:lnTo>
                <a:lnTo>
                  <a:pt x="52185" y="32427"/>
                </a:lnTo>
                <a:lnTo>
                  <a:pt x="52542" y="30836"/>
                </a:lnTo>
                <a:lnTo>
                  <a:pt x="52977" y="29266"/>
                </a:lnTo>
                <a:lnTo>
                  <a:pt x="53451" y="27748"/>
                </a:lnTo>
                <a:lnTo>
                  <a:pt x="53994" y="26242"/>
                </a:lnTo>
                <a:lnTo>
                  <a:pt x="54605" y="24750"/>
                </a:lnTo>
                <a:lnTo>
                  <a:pt x="55286" y="23274"/>
                </a:lnTo>
                <a:lnTo>
                  <a:pt x="56036" y="21815"/>
                </a:lnTo>
                <a:lnTo>
                  <a:pt x="56856" y="20375"/>
                </a:lnTo>
                <a:lnTo>
                  <a:pt x="57746" y="18954"/>
                </a:lnTo>
                <a:lnTo>
                  <a:pt x="58708" y="17554"/>
                </a:lnTo>
                <a:lnTo>
                  <a:pt x="59741" y="16176"/>
                </a:lnTo>
                <a:lnTo>
                  <a:pt x="60846" y="14823"/>
                </a:lnTo>
                <a:lnTo>
                  <a:pt x="62024" y="13495"/>
                </a:lnTo>
                <a:lnTo>
                  <a:pt x="63275" y="12194"/>
                </a:lnTo>
                <a:lnTo>
                  <a:pt x="65391" y="10190"/>
                </a:lnTo>
                <a:lnTo>
                  <a:pt x="67541" y="8379"/>
                </a:lnTo>
                <a:lnTo>
                  <a:pt x="69721" y="6760"/>
                </a:lnTo>
                <a:lnTo>
                  <a:pt x="71931" y="5334"/>
                </a:lnTo>
                <a:lnTo>
                  <a:pt x="74169" y="4103"/>
                </a:lnTo>
                <a:lnTo>
                  <a:pt x="76434" y="3065"/>
                </a:lnTo>
                <a:lnTo>
                  <a:pt x="78725" y="2223"/>
                </a:lnTo>
                <a:lnTo>
                  <a:pt x="81039" y="1576"/>
                </a:lnTo>
                <a:lnTo>
                  <a:pt x="83376" y="1124"/>
                </a:lnTo>
                <a:lnTo>
                  <a:pt x="85734" y="869"/>
                </a:lnTo>
                <a:lnTo>
                  <a:pt x="88112" y="810"/>
                </a:lnTo>
                <a:lnTo>
                  <a:pt x="90508" y="948"/>
                </a:lnTo>
                <a:lnTo>
                  <a:pt x="92922" y="1279"/>
                </a:lnTo>
                <a:lnTo>
                  <a:pt x="95351" y="1797"/>
                </a:lnTo>
                <a:lnTo>
                  <a:pt x="97795" y="2502"/>
                </a:lnTo>
                <a:lnTo>
                  <a:pt x="100254" y="3397"/>
                </a:lnTo>
                <a:lnTo>
                  <a:pt x="102725" y="4482"/>
                </a:lnTo>
                <a:lnTo>
                  <a:pt x="105209" y="5758"/>
                </a:lnTo>
                <a:lnTo>
                  <a:pt x="107704" y="7226"/>
                </a:lnTo>
                <a:lnTo>
                  <a:pt x="110210" y="8887"/>
                </a:lnTo>
                <a:lnTo>
                  <a:pt x="112725" y="10742"/>
                </a:lnTo>
                <a:lnTo>
                  <a:pt x="115248" y="12791"/>
                </a:lnTo>
                <a:lnTo>
                  <a:pt x="117779" y="15037"/>
                </a:lnTo>
                <a:lnTo>
                  <a:pt x="120316" y="174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5" name="Original native bar-chart element 95">
            <a:extLst xmlns:a="http://schemas.openxmlformats.org/drawingml/2006/main">
              <a:ext uri="{FF2B5EF4-FFF2-40B4-BE49-F238E27FC236}">
                <a16:creationId xmlns:a16="http://schemas.microsoft.com/office/drawing/2014/main" id="{8904A8F8-4FB8-48CA-AA5E-A7630AFF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633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6" name="Original native bar-chart element 96">
            <a:extLst xmlns:a="http://schemas.openxmlformats.org/drawingml/2006/main">
              <a:ext uri="{FF2B5EF4-FFF2-40B4-BE49-F238E27FC236}">
                <a16:creationId xmlns:a16="http://schemas.microsoft.com/office/drawing/2014/main" id="{EDBC28EE-5E52-47D4-AA97-582696F2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633" y="2282036"/>
            <a:ext cx="10" cy="29159"/>
          </a:xfrm>
          <a:custGeom xmlns:a="http://schemas.openxmlformats.org/drawingml/2006/main">
            <a:pathLst>
              <a:path w="10" h="29159">
                <a:moveTo>
                  <a:pt x="0" y="0"/>
                </a:moveTo>
                <a:lnTo>
                  <a:pt x="0" y="29159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97" name="Original native bar-chart element 97">
            <a:extLst xmlns:a="http://schemas.openxmlformats.org/drawingml/2006/main">
              <a:ext uri="{FF2B5EF4-FFF2-40B4-BE49-F238E27FC236}">
                <a16:creationId xmlns:a16="http://schemas.microsoft.com/office/drawing/2014/main" id="{DA162AAB-3ED9-4699-A3C6-BED284CE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549" y="2915946"/>
            <a:ext cx="175733" cy="147957"/>
          </a:xfrm>
          <a:custGeom xmlns:a="http://schemas.openxmlformats.org/drawingml/2006/main">
            <a:pathLst>
              <a:path w="175733" h="147957">
                <a:moveTo>
                  <a:pt x="99315" y="54739"/>
                </a:moveTo>
                <a:lnTo>
                  <a:pt x="100317" y="54318"/>
                </a:lnTo>
                <a:lnTo>
                  <a:pt x="101359" y="53938"/>
                </a:lnTo>
                <a:lnTo>
                  <a:pt x="102440" y="53600"/>
                </a:lnTo>
                <a:lnTo>
                  <a:pt x="103561" y="53303"/>
                </a:lnTo>
                <a:lnTo>
                  <a:pt x="104721" y="53050"/>
                </a:lnTo>
                <a:lnTo>
                  <a:pt x="105921" y="52842"/>
                </a:lnTo>
                <a:lnTo>
                  <a:pt x="107160" y="52678"/>
                </a:lnTo>
                <a:lnTo>
                  <a:pt x="108438" y="52561"/>
                </a:lnTo>
                <a:lnTo>
                  <a:pt x="109757" y="52490"/>
                </a:lnTo>
                <a:lnTo>
                  <a:pt x="111114" y="52468"/>
                </a:lnTo>
                <a:lnTo>
                  <a:pt x="112512" y="52494"/>
                </a:lnTo>
                <a:lnTo>
                  <a:pt x="113948" y="52571"/>
                </a:lnTo>
                <a:lnTo>
                  <a:pt x="115461" y="52729"/>
                </a:lnTo>
                <a:lnTo>
                  <a:pt x="117020" y="52933"/>
                </a:lnTo>
                <a:lnTo>
                  <a:pt x="118625" y="53183"/>
                </a:lnTo>
                <a:lnTo>
                  <a:pt x="120276" y="53479"/>
                </a:lnTo>
                <a:lnTo>
                  <a:pt x="121975" y="53823"/>
                </a:lnTo>
                <a:lnTo>
                  <a:pt x="123721" y="54214"/>
                </a:lnTo>
                <a:lnTo>
                  <a:pt x="125515" y="54653"/>
                </a:lnTo>
                <a:lnTo>
                  <a:pt x="127357" y="55140"/>
                </a:lnTo>
                <a:lnTo>
                  <a:pt x="129248" y="55676"/>
                </a:lnTo>
                <a:lnTo>
                  <a:pt x="131189" y="56262"/>
                </a:lnTo>
                <a:lnTo>
                  <a:pt x="133180" y="56898"/>
                </a:lnTo>
                <a:lnTo>
                  <a:pt x="135221" y="57584"/>
                </a:lnTo>
                <a:lnTo>
                  <a:pt x="175733" y="70998"/>
                </a:lnTo>
                <a:lnTo>
                  <a:pt x="161370" y="85360"/>
                </a:lnTo>
                <a:lnTo>
                  <a:pt x="123433" y="72623"/>
                </a:lnTo>
                <a:lnTo>
                  <a:pt x="121037" y="71853"/>
                </a:lnTo>
                <a:lnTo>
                  <a:pt x="118727" y="71167"/>
                </a:lnTo>
                <a:lnTo>
                  <a:pt x="116506" y="70566"/>
                </a:lnTo>
                <a:lnTo>
                  <a:pt x="114375" y="70049"/>
                </a:lnTo>
                <a:lnTo>
                  <a:pt x="112336" y="69617"/>
                </a:lnTo>
                <a:lnTo>
                  <a:pt x="110392" y="69270"/>
                </a:lnTo>
                <a:lnTo>
                  <a:pt x="108543" y="69008"/>
                </a:lnTo>
                <a:lnTo>
                  <a:pt x="106792" y="68830"/>
                </a:lnTo>
                <a:lnTo>
                  <a:pt x="105141" y="68737"/>
                </a:lnTo>
                <a:lnTo>
                  <a:pt x="103592" y="68728"/>
                </a:lnTo>
                <a:lnTo>
                  <a:pt x="102146" y="68804"/>
                </a:lnTo>
                <a:lnTo>
                  <a:pt x="100806" y="68965"/>
                </a:lnTo>
                <a:lnTo>
                  <a:pt x="99485" y="69247"/>
                </a:lnTo>
                <a:lnTo>
                  <a:pt x="98164" y="69620"/>
                </a:lnTo>
                <a:lnTo>
                  <a:pt x="96843" y="70083"/>
                </a:lnTo>
                <a:lnTo>
                  <a:pt x="95522" y="70636"/>
                </a:lnTo>
                <a:lnTo>
                  <a:pt x="94200" y="71280"/>
                </a:lnTo>
                <a:lnTo>
                  <a:pt x="92879" y="72014"/>
                </a:lnTo>
                <a:lnTo>
                  <a:pt x="91558" y="72838"/>
                </a:lnTo>
                <a:lnTo>
                  <a:pt x="90237" y="73753"/>
                </a:lnTo>
                <a:lnTo>
                  <a:pt x="88916" y="74757"/>
                </a:lnTo>
                <a:lnTo>
                  <a:pt x="87595" y="75853"/>
                </a:lnTo>
                <a:lnTo>
                  <a:pt x="86274" y="77038"/>
                </a:lnTo>
                <a:lnTo>
                  <a:pt x="84953" y="78314"/>
                </a:lnTo>
                <a:lnTo>
                  <a:pt x="70456" y="92812"/>
                </a:lnTo>
                <a:lnTo>
                  <a:pt x="112187" y="134543"/>
                </a:lnTo>
                <a:lnTo>
                  <a:pt x="98773" y="147957"/>
                </a:lnTo>
                <a:lnTo>
                  <a:pt x="0" y="49183"/>
                </a:lnTo>
                <a:lnTo>
                  <a:pt x="30215" y="18969"/>
                </a:lnTo>
                <a:lnTo>
                  <a:pt x="33017" y="16267"/>
                </a:lnTo>
                <a:lnTo>
                  <a:pt x="35802" y="13785"/>
                </a:lnTo>
                <a:lnTo>
                  <a:pt x="38569" y="11521"/>
                </a:lnTo>
                <a:lnTo>
                  <a:pt x="41315" y="9474"/>
                </a:lnTo>
                <a:lnTo>
                  <a:pt x="44041" y="7644"/>
                </a:lnTo>
                <a:lnTo>
                  <a:pt x="46745" y="6029"/>
                </a:lnTo>
                <a:lnTo>
                  <a:pt x="49426" y="4629"/>
                </a:lnTo>
                <a:lnTo>
                  <a:pt x="52084" y="3442"/>
                </a:lnTo>
                <a:lnTo>
                  <a:pt x="54717" y="2468"/>
                </a:lnTo>
                <a:lnTo>
                  <a:pt x="57325" y="1706"/>
                </a:lnTo>
                <a:lnTo>
                  <a:pt x="59907" y="1155"/>
                </a:lnTo>
                <a:lnTo>
                  <a:pt x="62462" y="813"/>
                </a:lnTo>
                <a:lnTo>
                  <a:pt x="65030" y="717"/>
                </a:lnTo>
                <a:lnTo>
                  <a:pt x="67586" y="836"/>
                </a:lnTo>
                <a:lnTo>
                  <a:pt x="70130" y="1169"/>
                </a:lnTo>
                <a:lnTo>
                  <a:pt x="72659" y="1716"/>
                </a:lnTo>
                <a:lnTo>
                  <a:pt x="75173" y="2478"/>
                </a:lnTo>
                <a:lnTo>
                  <a:pt x="77671" y="3455"/>
                </a:lnTo>
                <a:lnTo>
                  <a:pt x="80152" y="4646"/>
                </a:lnTo>
                <a:lnTo>
                  <a:pt x="82615" y="6052"/>
                </a:lnTo>
                <a:lnTo>
                  <a:pt x="85059" y="7672"/>
                </a:lnTo>
                <a:lnTo>
                  <a:pt x="87484" y="9507"/>
                </a:lnTo>
                <a:lnTo>
                  <a:pt x="89887" y="11556"/>
                </a:lnTo>
                <a:lnTo>
                  <a:pt x="92270" y="13820"/>
                </a:lnTo>
                <a:lnTo>
                  <a:pt x="93777" y="15389"/>
                </a:lnTo>
                <a:lnTo>
                  <a:pt x="95182" y="16980"/>
                </a:lnTo>
                <a:lnTo>
                  <a:pt x="96485" y="18590"/>
                </a:lnTo>
                <a:lnTo>
                  <a:pt x="97684" y="20218"/>
                </a:lnTo>
                <a:lnTo>
                  <a:pt x="98780" y="21864"/>
                </a:lnTo>
                <a:lnTo>
                  <a:pt x="99773" y="23525"/>
                </a:lnTo>
                <a:lnTo>
                  <a:pt x="100660" y="25200"/>
                </a:lnTo>
                <a:lnTo>
                  <a:pt x="101443" y="26888"/>
                </a:lnTo>
                <a:lnTo>
                  <a:pt x="102120" y="28587"/>
                </a:lnTo>
                <a:lnTo>
                  <a:pt x="102692" y="30296"/>
                </a:lnTo>
                <a:lnTo>
                  <a:pt x="103157" y="32013"/>
                </a:lnTo>
                <a:lnTo>
                  <a:pt x="103516" y="33737"/>
                </a:lnTo>
                <a:lnTo>
                  <a:pt x="103736" y="35499"/>
                </a:lnTo>
                <a:lnTo>
                  <a:pt x="103854" y="37260"/>
                </a:lnTo>
                <a:lnTo>
                  <a:pt x="103869" y="39019"/>
                </a:lnTo>
                <a:lnTo>
                  <a:pt x="103781" y="40778"/>
                </a:lnTo>
                <a:lnTo>
                  <a:pt x="103590" y="42535"/>
                </a:lnTo>
                <a:lnTo>
                  <a:pt x="103295" y="44289"/>
                </a:lnTo>
                <a:lnTo>
                  <a:pt x="102896" y="46040"/>
                </a:lnTo>
                <a:lnTo>
                  <a:pt x="102391" y="47788"/>
                </a:lnTo>
                <a:lnTo>
                  <a:pt x="101782" y="49533"/>
                </a:lnTo>
                <a:lnTo>
                  <a:pt x="101066" y="51273"/>
                </a:lnTo>
                <a:lnTo>
                  <a:pt x="100244" y="53008"/>
                </a:lnTo>
                <a:lnTo>
                  <a:pt x="99315" y="54739"/>
                </a:lnTo>
                <a:close/>
                <a:moveTo>
                  <a:pt x="24388" y="46745"/>
                </a:moveTo>
                <a:lnTo>
                  <a:pt x="59481" y="81837"/>
                </a:lnTo>
                <a:lnTo>
                  <a:pt x="76282" y="65036"/>
                </a:lnTo>
                <a:lnTo>
                  <a:pt x="77812" y="63444"/>
                </a:lnTo>
                <a:lnTo>
                  <a:pt x="79217" y="61853"/>
                </a:lnTo>
                <a:lnTo>
                  <a:pt x="80497" y="60262"/>
                </a:lnTo>
                <a:lnTo>
                  <a:pt x="81651" y="58673"/>
                </a:lnTo>
                <a:lnTo>
                  <a:pt x="82680" y="57086"/>
                </a:lnTo>
                <a:lnTo>
                  <a:pt x="83581" y="55501"/>
                </a:lnTo>
                <a:lnTo>
                  <a:pt x="84356" y="53919"/>
                </a:lnTo>
                <a:lnTo>
                  <a:pt x="85003" y="52340"/>
                </a:lnTo>
                <a:lnTo>
                  <a:pt x="85523" y="50765"/>
                </a:lnTo>
                <a:lnTo>
                  <a:pt x="85914" y="49194"/>
                </a:lnTo>
                <a:lnTo>
                  <a:pt x="86176" y="47628"/>
                </a:lnTo>
                <a:lnTo>
                  <a:pt x="86308" y="46067"/>
                </a:lnTo>
                <a:lnTo>
                  <a:pt x="86316" y="44512"/>
                </a:lnTo>
                <a:lnTo>
                  <a:pt x="86205" y="42963"/>
                </a:lnTo>
                <a:lnTo>
                  <a:pt x="85971" y="41420"/>
                </a:lnTo>
                <a:lnTo>
                  <a:pt x="85616" y="39885"/>
                </a:lnTo>
                <a:lnTo>
                  <a:pt x="85135" y="38357"/>
                </a:lnTo>
                <a:lnTo>
                  <a:pt x="84530" y="36837"/>
                </a:lnTo>
                <a:lnTo>
                  <a:pt x="83797" y="35325"/>
                </a:lnTo>
                <a:lnTo>
                  <a:pt x="82936" y="33823"/>
                </a:lnTo>
                <a:lnTo>
                  <a:pt x="81945" y="32330"/>
                </a:lnTo>
                <a:lnTo>
                  <a:pt x="80823" y="30846"/>
                </a:lnTo>
                <a:lnTo>
                  <a:pt x="79568" y="29373"/>
                </a:lnTo>
                <a:lnTo>
                  <a:pt x="78179" y="27911"/>
                </a:lnTo>
                <a:lnTo>
                  <a:pt x="76748" y="26553"/>
                </a:lnTo>
                <a:lnTo>
                  <a:pt x="75301" y="25324"/>
                </a:lnTo>
                <a:lnTo>
                  <a:pt x="73839" y="24223"/>
                </a:lnTo>
                <a:lnTo>
                  <a:pt x="72363" y="23249"/>
                </a:lnTo>
                <a:lnTo>
                  <a:pt x="70873" y="22401"/>
                </a:lnTo>
                <a:lnTo>
                  <a:pt x="69372" y="21679"/>
                </a:lnTo>
                <a:lnTo>
                  <a:pt x="67859" y="21080"/>
                </a:lnTo>
                <a:lnTo>
                  <a:pt x="66336" y="20605"/>
                </a:lnTo>
                <a:lnTo>
                  <a:pt x="64803" y="20252"/>
                </a:lnTo>
                <a:lnTo>
                  <a:pt x="63262" y="20020"/>
                </a:lnTo>
                <a:lnTo>
                  <a:pt x="61713" y="19909"/>
                </a:lnTo>
                <a:lnTo>
                  <a:pt x="60158" y="19917"/>
                </a:lnTo>
                <a:lnTo>
                  <a:pt x="58597" y="20050"/>
                </a:lnTo>
                <a:lnTo>
                  <a:pt x="57031" y="20312"/>
                </a:lnTo>
                <a:lnTo>
                  <a:pt x="55460" y="20703"/>
                </a:lnTo>
                <a:lnTo>
                  <a:pt x="53885" y="21222"/>
                </a:lnTo>
                <a:lnTo>
                  <a:pt x="52307" y="21869"/>
                </a:lnTo>
                <a:lnTo>
                  <a:pt x="50725" y="22644"/>
                </a:lnTo>
                <a:lnTo>
                  <a:pt x="49140" y="23546"/>
                </a:lnTo>
                <a:lnTo>
                  <a:pt x="47553" y="24574"/>
                </a:lnTo>
                <a:lnTo>
                  <a:pt x="45963" y="25729"/>
                </a:lnTo>
                <a:lnTo>
                  <a:pt x="44373" y="27009"/>
                </a:lnTo>
                <a:lnTo>
                  <a:pt x="42781" y="28414"/>
                </a:lnTo>
                <a:lnTo>
                  <a:pt x="41189" y="29944"/>
                </a:lnTo>
                <a:lnTo>
                  <a:pt x="24388" y="467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8" name="Original native bar-chart element 98">
            <a:extLst xmlns:a="http://schemas.openxmlformats.org/drawingml/2006/main">
              <a:ext uri="{FF2B5EF4-FFF2-40B4-BE49-F238E27FC236}">
                <a16:creationId xmlns:a16="http://schemas.microsoft.com/office/drawing/2014/main" id="{E52295AF-EFB4-4869-8E6D-4914C54F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539" y="2841403"/>
            <a:ext cx="136169" cy="124381"/>
          </a:xfrm>
          <a:custGeom xmlns:a="http://schemas.openxmlformats.org/drawingml/2006/main">
            <a:pathLst>
              <a:path w="136169" h="124381">
                <a:moveTo>
                  <a:pt x="44848" y="106903"/>
                </a:moveTo>
                <a:lnTo>
                  <a:pt x="0" y="62055"/>
                </a:lnTo>
                <a:lnTo>
                  <a:pt x="12194" y="49861"/>
                </a:lnTo>
                <a:lnTo>
                  <a:pt x="56635" y="94302"/>
                </a:lnTo>
                <a:lnTo>
                  <a:pt x="58386" y="95996"/>
                </a:lnTo>
                <a:lnTo>
                  <a:pt x="60114" y="97555"/>
                </a:lnTo>
                <a:lnTo>
                  <a:pt x="61822" y="98981"/>
                </a:lnTo>
                <a:lnTo>
                  <a:pt x="63510" y="100274"/>
                </a:lnTo>
                <a:lnTo>
                  <a:pt x="65180" y="101435"/>
                </a:lnTo>
                <a:lnTo>
                  <a:pt x="66831" y="102465"/>
                </a:lnTo>
                <a:lnTo>
                  <a:pt x="68466" y="103366"/>
                </a:lnTo>
                <a:lnTo>
                  <a:pt x="70084" y="104138"/>
                </a:lnTo>
                <a:lnTo>
                  <a:pt x="71688" y="104782"/>
                </a:lnTo>
                <a:lnTo>
                  <a:pt x="73277" y="105298"/>
                </a:lnTo>
                <a:lnTo>
                  <a:pt x="74853" y="105689"/>
                </a:lnTo>
                <a:lnTo>
                  <a:pt x="76417" y="105954"/>
                </a:lnTo>
                <a:lnTo>
                  <a:pt x="77967" y="106093"/>
                </a:lnTo>
                <a:lnTo>
                  <a:pt x="79500" y="106101"/>
                </a:lnTo>
                <a:lnTo>
                  <a:pt x="81018" y="105978"/>
                </a:lnTo>
                <a:lnTo>
                  <a:pt x="82519" y="105724"/>
                </a:lnTo>
                <a:lnTo>
                  <a:pt x="84006" y="105338"/>
                </a:lnTo>
                <a:lnTo>
                  <a:pt x="85478" y="104820"/>
                </a:lnTo>
                <a:lnTo>
                  <a:pt x="86936" y="104169"/>
                </a:lnTo>
                <a:lnTo>
                  <a:pt x="88381" y="103385"/>
                </a:lnTo>
                <a:lnTo>
                  <a:pt x="89812" y="102468"/>
                </a:lnTo>
                <a:lnTo>
                  <a:pt x="91230" y="101416"/>
                </a:lnTo>
                <a:lnTo>
                  <a:pt x="92637" y="100230"/>
                </a:lnTo>
                <a:lnTo>
                  <a:pt x="94031" y="98909"/>
                </a:lnTo>
                <a:lnTo>
                  <a:pt x="95589" y="97266"/>
                </a:lnTo>
                <a:lnTo>
                  <a:pt x="97010" y="95590"/>
                </a:lnTo>
                <a:lnTo>
                  <a:pt x="98293" y="93881"/>
                </a:lnTo>
                <a:lnTo>
                  <a:pt x="99436" y="92139"/>
                </a:lnTo>
                <a:lnTo>
                  <a:pt x="100438" y="90366"/>
                </a:lnTo>
                <a:lnTo>
                  <a:pt x="101297" y="88561"/>
                </a:lnTo>
                <a:lnTo>
                  <a:pt x="102012" y="86725"/>
                </a:lnTo>
                <a:lnTo>
                  <a:pt x="102582" y="84858"/>
                </a:lnTo>
                <a:lnTo>
                  <a:pt x="103005" y="82961"/>
                </a:lnTo>
                <a:lnTo>
                  <a:pt x="103280" y="81035"/>
                </a:lnTo>
                <a:lnTo>
                  <a:pt x="103406" y="79079"/>
                </a:lnTo>
                <a:lnTo>
                  <a:pt x="103380" y="77095"/>
                </a:lnTo>
                <a:lnTo>
                  <a:pt x="103208" y="75105"/>
                </a:lnTo>
                <a:lnTo>
                  <a:pt x="102894" y="73131"/>
                </a:lnTo>
                <a:lnTo>
                  <a:pt x="102438" y="71173"/>
                </a:lnTo>
                <a:lnTo>
                  <a:pt x="101839" y="69231"/>
                </a:lnTo>
                <a:lnTo>
                  <a:pt x="101098" y="67304"/>
                </a:lnTo>
                <a:lnTo>
                  <a:pt x="100213" y="65392"/>
                </a:lnTo>
                <a:lnTo>
                  <a:pt x="99184" y="63493"/>
                </a:lnTo>
                <a:lnTo>
                  <a:pt x="98011" y="61608"/>
                </a:lnTo>
                <a:lnTo>
                  <a:pt x="96692" y="59737"/>
                </a:lnTo>
                <a:lnTo>
                  <a:pt x="95229" y="57878"/>
                </a:lnTo>
                <a:lnTo>
                  <a:pt x="93619" y="56031"/>
                </a:lnTo>
                <a:lnTo>
                  <a:pt x="91863" y="54197"/>
                </a:lnTo>
                <a:lnTo>
                  <a:pt x="49861" y="12194"/>
                </a:lnTo>
                <a:lnTo>
                  <a:pt x="62055" y="0"/>
                </a:lnTo>
                <a:lnTo>
                  <a:pt x="136169" y="74114"/>
                </a:lnTo>
                <a:lnTo>
                  <a:pt x="123975" y="86308"/>
                </a:lnTo>
                <a:lnTo>
                  <a:pt x="112593" y="74927"/>
                </a:lnTo>
                <a:lnTo>
                  <a:pt x="112961" y="76807"/>
                </a:lnTo>
                <a:lnTo>
                  <a:pt x="113251" y="78653"/>
                </a:lnTo>
                <a:lnTo>
                  <a:pt x="113466" y="80465"/>
                </a:lnTo>
                <a:lnTo>
                  <a:pt x="113607" y="82243"/>
                </a:lnTo>
                <a:lnTo>
                  <a:pt x="113677" y="83988"/>
                </a:lnTo>
                <a:lnTo>
                  <a:pt x="113677" y="85698"/>
                </a:lnTo>
                <a:lnTo>
                  <a:pt x="113610" y="87375"/>
                </a:lnTo>
                <a:lnTo>
                  <a:pt x="113477" y="89018"/>
                </a:lnTo>
                <a:lnTo>
                  <a:pt x="113279" y="90627"/>
                </a:lnTo>
                <a:lnTo>
                  <a:pt x="113020" y="92202"/>
                </a:lnTo>
                <a:lnTo>
                  <a:pt x="112700" y="93743"/>
                </a:lnTo>
                <a:lnTo>
                  <a:pt x="112322" y="95251"/>
                </a:lnTo>
                <a:lnTo>
                  <a:pt x="111817" y="96732"/>
                </a:lnTo>
                <a:lnTo>
                  <a:pt x="111249" y="98197"/>
                </a:lnTo>
                <a:lnTo>
                  <a:pt x="110616" y="99646"/>
                </a:lnTo>
                <a:lnTo>
                  <a:pt x="109919" y="101077"/>
                </a:lnTo>
                <a:lnTo>
                  <a:pt x="109156" y="102491"/>
                </a:lnTo>
                <a:lnTo>
                  <a:pt x="108325" y="103888"/>
                </a:lnTo>
                <a:lnTo>
                  <a:pt x="107428" y="105268"/>
                </a:lnTo>
                <a:lnTo>
                  <a:pt x="106461" y="106632"/>
                </a:lnTo>
                <a:lnTo>
                  <a:pt x="105425" y="107978"/>
                </a:lnTo>
                <a:lnTo>
                  <a:pt x="104318" y="109308"/>
                </a:lnTo>
                <a:lnTo>
                  <a:pt x="103140" y="110620"/>
                </a:lnTo>
                <a:lnTo>
                  <a:pt x="101890" y="111916"/>
                </a:lnTo>
                <a:lnTo>
                  <a:pt x="99744" y="113954"/>
                </a:lnTo>
                <a:lnTo>
                  <a:pt x="97576" y="115799"/>
                </a:lnTo>
                <a:lnTo>
                  <a:pt x="95386" y="117450"/>
                </a:lnTo>
                <a:lnTo>
                  <a:pt x="93173" y="118906"/>
                </a:lnTo>
                <a:lnTo>
                  <a:pt x="90937" y="120167"/>
                </a:lnTo>
                <a:lnTo>
                  <a:pt x="88679" y="121231"/>
                </a:lnTo>
                <a:lnTo>
                  <a:pt x="86398" y="122097"/>
                </a:lnTo>
                <a:lnTo>
                  <a:pt x="84095" y="122765"/>
                </a:lnTo>
                <a:lnTo>
                  <a:pt x="81769" y="123234"/>
                </a:lnTo>
                <a:lnTo>
                  <a:pt x="79421" y="123502"/>
                </a:lnTo>
                <a:lnTo>
                  <a:pt x="77050" y="123568"/>
                </a:lnTo>
                <a:lnTo>
                  <a:pt x="74656" y="123433"/>
                </a:lnTo>
                <a:lnTo>
                  <a:pt x="72245" y="123162"/>
                </a:lnTo>
                <a:lnTo>
                  <a:pt x="69823" y="122688"/>
                </a:lnTo>
                <a:lnTo>
                  <a:pt x="67388" y="122012"/>
                </a:lnTo>
                <a:lnTo>
                  <a:pt x="64941" y="121134"/>
                </a:lnTo>
                <a:lnTo>
                  <a:pt x="62480" y="120055"/>
                </a:lnTo>
                <a:lnTo>
                  <a:pt x="60006" y="118775"/>
                </a:lnTo>
                <a:lnTo>
                  <a:pt x="57517" y="117295"/>
                </a:lnTo>
                <a:lnTo>
                  <a:pt x="55015" y="115614"/>
                </a:lnTo>
                <a:lnTo>
                  <a:pt x="52497" y="113735"/>
                </a:lnTo>
                <a:lnTo>
                  <a:pt x="49963" y="111656"/>
                </a:lnTo>
                <a:lnTo>
                  <a:pt x="47414" y="109378"/>
                </a:lnTo>
                <a:lnTo>
                  <a:pt x="44848" y="106903"/>
                </a:lnTo>
                <a:close/>
                <a:moveTo>
                  <a:pt x="28860" y="29673"/>
                </a:moveTo>
                <a:lnTo>
                  <a:pt x="28860" y="296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9" name="Original native bar-chart element 99">
            <a:extLst xmlns:a="http://schemas.openxmlformats.org/drawingml/2006/main">
              <a:ext uri="{FF2B5EF4-FFF2-40B4-BE49-F238E27FC236}">
                <a16:creationId xmlns:a16="http://schemas.microsoft.com/office/drawing/2014/main" id="{E5A24875-803F-4BA4-A281-E112A9BB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253" y="2766612"/>
            <a:ext cx="136169" cy="124246"/>
          </a:xfrm>
          <a:custGeom xmlns:a="http://schemas.openxmlformats.org/drawingml/2006/main">
            <a:pathLst>
              <a:path w="136169" h="124246">
                <a:moveTo>
                  <a:pt x="91457" y="17478"/>
                </a:moveTo>
                <a:lnTo>
                  <a:pt x="136169" y="62191"/>
                </a:lnTo>
                <a:lnTo>
                  <a:pt x="123975" y="74385"/>
                </a:lnTo>
                <a:lnTo>
                  <a:pt x="79669" y="30079"/>
                </a:lnTo>
                <a:lnTo>
                  <a:pt x="77916" y="28388"/>
                </a:lnTo>
                <a:lnTo>
                  <a:pt x="76180" y="26836"/>
                </a:lnTo>
                <a:lnTo>
                  <a:pt x="74461" y="25422"/>
                </a:lnTo>
                <a:lnTo>
                  <a:pt x="72759" y="24143"/>
                </a:lnTo>
                <a:lnTo>
                  <a:pt x="71074" y="22997"/>
                </a:lnTo>
                <a:lnTo>
                  <a:pt x="69406" y="21984"/>
                </a:lnTo>
                <a:lnTo>
                  <a:pt x="67754" y="21100"/>
                </a:lnTo>
                <a:lnTo>
                  <a:pt x="66120" y="20344"/>
                </a:lnTo>
                <a:lnTo>
                  <a:pt x="64502" y="19714"/>
                </a:lnTo>
                <a:lnTo>
                  <a:pt x="62902" y="19208"/>
                </a:lnTo>
                <a:lnTo>
                  <a:pt x="61318" y="18825"/>
                </a:lnTo>
                <a:lnTo>
                  <a:pt x="59752" y="18562"/>
                </a:lnTo>
                <a:lnTo>
                  <a:pt x="58202" y="18424"/>
                </a:lnTo>
                <a:lnTo>
                  <a:pt x="56669" y="18416"/>
                </a:lnTo>
                <a:lnTo>
                  <a:pt x="55154" y="18537"/>
                </a:lnTo>
                <a:lnTo>
                  <a:pt x="53655" y="18788"/>
                </a:lnTo>
                <a:lnTo>
                  <a:pt x="52173" y="19169"/>
                </a:lnTo>
                <a:lnTo>
                  <a:pt x="50708" y="19680"/>
                </a:lnTo>
                <a:lnTo>
                  <a:pt x="49260" y="20321"/>
                </a:lnTo>
                <a:lnTo>
                  <a:pt x="47829" y="21092"/>
                </a:lnTo>
                <a:lnTo>
                  <a:pt x="46414" y="21992"/>
                </a:lnTo>
                <a:lnTo>
                  <a:pt x="45017" y="23022"/>
                </a:lnTo>
                <a:lnTo>
                  <a:pt x="43637" y="24182"/>
                </a:lnTo>
                <a:lnTo>
                  <a:pt x="42273" y="25472"/>
                </a:lnTo>
                <a:lnTo>
                  <a:pt x="40690" y="27146"/>
                </a:lnTo>
                <a:lnTo>
                  <a:pt x="39257" y="28848"/>
                </a:lnTo>
                <a:lnTo>
                  <a:pt x="37976" y="30579"/>
                </a:lnTo>
                <a:lnTo>
                  <a:pt x="36844" y="32337"/>
                </a:lnTo>
                <a:lnTo>
                  <a:pt x="35860" y="34124"/>
                </a:lnTo>
                <a:lnTo>
                  <a:pt x="35025" y="35939"/>
                </a:lnTo>
                <a:lnTo>
                  <a:pt x="34336" y="37782"/>
                </a:lnTo>
                <a:lnTo>
                  <a:pt x="33793" y="39654"/>
                </a:lnTo>
                <a:lnTo>
                  <a:pt x="33394" y="41554"/>
                </a:lnTo>
                <a:lnTo>
                  <a:pt x="33140" y="43481"/>
                </a:lnTo>
                <a:lnTo>
                  <a:pt x="33029" y="45438"/>
                </a:lnTo>
                <a:lnTo>
                  <a:pt x="33060" y="47422"/>
                </a:lnTo>
                <a:lnTo>
                  <a:pt x="33232" y="49412"/>
                </a:lnTo>
                <a:lnTo>
                  <a:pt x="33545" y="51385"/>
                </a:lnTo>
                <a:lnTo>
                  <a:pt x="34000" y="53341"/>
                </a:lnTo>
                <a:lnTo>
                  <a:pt x="34596" y="55281"/>
                </a:lnTo>
                <a:lnTo>
                  <a:pt x="35332" y="57203"/>
                </a:lnTo>
                <a:lnTo>
                  <a:pt x="36210" y="59108"/>
                </a:lnTo>
                <a:lnTo>
                  <a:pt x="37229" y="60997"/>
                </a:lnTo>
                <a:lnTo>
                  <a:pt x="38389" y="62868"/>
                </a:lnTo>
                <a:lnTo>
                  <a:pt x="39691" y="64723"/>
                </a:lnTo>
                <a:lnTo>
                  <a:pt x="41133" y="66560"/>
                </a:lnTo>
                <a:lnTo>
                  <a:pt x="42717" y="68381"/>
                </a:lnTo>
                <a:lnTo>
                  <a:pt x="44441" y="70185"/>
                </a:lnTo>
                <a:lnTo>
                  <a:pt x="86308" y="112051"/>
                </a:lnTo>
                <a:lnTo>
                  <a:pt x="74114" y="124246"/>
                </a:lnTo>
                <a:lnTo>
                  <a:pt x="0" y="50132"/>
                </a:lnTo>
                <a:lnTo>
                  <a:pt x="12194" y="37938"/>
                </a:lnTo>
                <a:lnTo>
                  <a:pt x="23711" y="49454"/>
                </a:lnTo>
                <a:lnTo>
                  <a:pt x="23370" y="47668"/>
                </a:lnTo>
                <a:lnTo>
                  <a:pt x="23092" y="45898"/>
                </a:lnTo>
                <a:lnTo>
                  <a:pt x="22879" y="44147"/>
                </a:lnTo>
                <a:lnTo>
                  <a:pt x="22732" y="42414"/>
                </a:lnTo>
                <a:lnTo>
                  <a:pt x="22654" y="40700"/>
                </a:lnTo>
                <a:lnTo>
                  <a:pt x="22644" y="39005"/>
                </a:lnTo>
                <a:lnTo>
                  <a:pt x="22705" y="37329"/>
                </a:lnTo>
                <a:lnTo>
                  <a:pt x="22838" y="35674"/>
                </a:lnTo>
                <a:lnTo>
                  <a:pt x="23044" y="34040"/>
                </a:lnTo>
                <a:lnTo>
                  <a:pt x="23325" y="32427"/>
                </a:lnTo>
                <a:lnTo>
                  <a:pt x="23683" y="30836"/>
                </a:lnTo>
                <a:lnTo>
                  <a:pt x="24117" y="29266"/>
                </a:lnTo>
                <a:lnTo>
                  <a:pt x="24592" y="27748"/>
                </a:lnTo>
                <a:lnTo>
                  <a:pt x="25134" y="26242"/>
                </a:lnTo>
                <a:lnTo>
                  <a:pt x="25746" y="24750"/>
                </a:lnTo>
                <a:lnTo>
                  <a:pt x="26426" y="23274"/>
                </a:lnTo>
                <a:lnTo>
                  <a:pt x="27176" y="21815"/>
                </a:lnTo>
                <a:lnTo>
                  <a:pt x="27996" y="20375"/>
                </a:lnTo>
                <a:lnTo>
                  <a:pt x="28887" y="18954"/>
                </a:lnTo>
                <a:lnTo>
                  <a:pt x="29848" y="17554"/>
                </a:lnTo>
                <a:lnTo>
                  <a:pt x="30881" y="16176"/>
                </a:lnTo>
                <a:lnTo>
                  <a:pt x="31987" y="14823"/>
                </a:lnTo>
                <a:lnTo>
                  <a:pt x="33164" y="13495"/>
                </a:lnTo>
                <a:lnTo>
                  <a:pt x="34415" y="12194"/>
                </a:lnTo>
                <a:lnTo>
                  <a:pt x="36532" y="10190"/>
                </a:lnTo>
                <a:lnTo>
                  <a:pt x="38681" y="8379"/>
                </a:lnTo>
                <a:lnTo>
                  <a:pt x="40861" y="6760"/>
                </a:lnTo>
                <a:lnTo>
                  <a:pt x="43071" y="5334"/>
                </a:lnTo>
                <a:lnTo>
                  <a:pt x="45309" y="4103"/>
                </a:lnTo>
                <a:lnTo>
                  <a:pt x="47574" y="3065"/>
                </a:lnTo>
                <a:lnTo>
                  <a:pt x="49865" y="2223"/>
                </a:lnTo>
                <a:lnTo>
                  <a:pt x="52179" y="1576"/>
                </a:lnTo>
                <a:lnTo>
                  <a:pt x="54516" y="1124"/>
                </a:lnTo>
                <a:lnTo>
                  <a:pt x="56874" y="869"/>
                </a:lnTo>
                <a:lnTo>
                  <a:pt x="59252" y="810"/>
                </a:lnTo>
                <a:lnTo>
                  <a:pt x="61649" y="948"/>
                </a:lnTo>
                <a:lnTo>
                  <a:pt x="64062" y="1279"/>
                </a:lnTo>
                <a:lnTo>
                  <a:pt x="66491" y="1797"/>
                </a:lnTo>
                <a:lnTo>
                  <a:pt x="68936" y="2502"/>
                </a:lnTo>
                <a:lnTo>
                  <a:pt x="71394" y="3397"/>
                </a:lnTo>
                <a:lnTo>
                  <a:pt x="73866" y="4482"/>
                </a:lnTo>
                <a:lnTo>
                  <a:pt x="76349" y="5758"/>
                </a:lnTo>
                <a:lnTo>
                  <a:pt x="78845" y="7226"/>
                </a:lnTo>
                <a:lnTo>
                  <a:pt x="81350" y="8887"/>
                </a:lnTo>
                <a:lnTo>
                  <a:pt x="83865" y="10742"/>
                </a:lnTo>
                <a:lnTo>
                  <a:pt x="86388" y="12791"/>
                </a:lnTo>
                <a:lnTo>
                  <a:pt x="88919" y="15037"/>
                </a:lnTo>
                <a:lnTo>
                  <a:pt x="91457" y="174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0" name="Original native bar-chart element 100">
            <a:extLst xmlns:a="http://schemas.openxmlformats.org/drawingml/2006/main">
              <a:ext uri="{FF2B5EF4-FFF2-40B4-BE49-F238E27FC236}">
                <a16:creationId xmlns:a16="http://schemas.microsoft.com/office/drawing/2014/main" id="{0918FC1F-9470-4092-926A-D2FAB65D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511" y="2650225"/>
            <a:ext cx="132375" cy="100806"/>
          </a:xfrm>
          <a:custGeom xmlns:a="http://schemas.openxmlformats.org/drawingml/2006/main">
            <a:pathLst>
              <a:path w="132375" h="100806">
                <a:moveTo>
                  <a:pt x="12194" y="4065"/>
                </a:moveTo>
                <a:lnTo>
                  <a:pt x="33195" y="25066"/>
                </a:lnTo>
                <a:lnTo>
                  <a:pt x="58261" y="0"/>
                </a:lnTo>
                <a:lnTo>
                  <a:pt x="67746" y="9484"/>
                </a:lnTo>
                <a:lnTo>
                  <a:pt x="42680" y="34550"/>
                </a:lnTo>
                <a:lnTo>
                  <a:pt x="82921" y="74791"/>
                </a:lnTo>
                <a:lnTo>
                  <a:pt x="84417" y="76253"/>
                </a:lnTo>
                <a:lnTo>
                  <a:pt x="85856" y="77591"/>
                </a:lnTo>
                <a:lnTo>
                  <a:pt x="87237" y="78803"/>
                </a:lnTo>
                <a:lnTo>
                  <a:pt x="88561" y="79890"/>
                </a:lnTo>
                <a:lnTo>
                  <a:pt x="89827" y="80850"/>
                </a:lnTo>
                <a:lnTo>
                  <a:pt x="91033" y="81684"/>
                </a:lnTo>
                <a:lnTo>
                  <a:pt x="92181" y="82391"/>
                </a:lnTo>
                <a:lnTo>
                  <a:pt x="93268" y="82971"/>
                </a:lnTo>
                <a:lnTo>
                  <a:pt x="94296" y="83423"/>
                </a:lnTo>
                <a:lnTo>
                  <a:pt x="95262" y="83746"/>
                </a:lnTo>
                <a:lnTo>
                  <a:pt x="96168" y="83940"/>
                </a:lnTo>
                <a:lnTo>
                  <a:pt x="97012" y="84005"/>
                </a:lnTo>
                <a:lnTo>
                  <a:pt x="97876" y="83982"/>
                </a:lnTo>
                <a:lnTo>
                  <a:pt x="98774" y="83847"/>
                </a:lnTo>
                <a:lnTo>
                  <a:pt x="99707" y="83600"/>
                </a:lnTo>
                <a:lnTo>
                  <a:pt x="100675" y="83242"/>
                </a:lnTo>
                <a:lnTo>
                  <a:pt x="101679" y="82773"/>
                </a:lnTo>
                <a:lnTo>
                  <a:pt x="102720" y="82193"/>
                </a:lnTo>
                <a:lnTo>
                  <a:pt x="103796" y="81502"/>
                </a:lnTo>
                <a:lnTo>
                  <a:pt x="104911" y="80703"/>
                </a:lnTo>
                <a:lnTo>
                  <a:pt x="106062" y="79794"/>
                </a:lnTo>
                <a:lnTo>
                  <a:pt x="107252" y="78776"/>
                </a:lnTo>
                <a:lnTo>
                  <a:pt x="108481" y="77651"/>
                </a:lnTo>
                <a:lnTo>
                  <a:pt x="109748" y="76417"/>
                </a:lnTo>
                <a:lnTo>
                  <a:pt x="122213" y="63952"/>
                </a:lnTo>
                <a:lnTo>
                  <a:pt x="132375" y="74114"/>
                </a:lnTo>
                <a:lnTo>
                  <a:pt x="119910" y="86579"/>
                </a:lnTo>
                <a:lnTo>
                  <a:pt x="117564" y="88851"/>
                </a:lnTo>
                <a:lnTo>
                  <a:pt x="115269" y="90926"/>
                </a:lnTo>
                <a:lnTo>
                  <a:pt x="113025" y="92803"/>
                </a:lnTo>
                <a:lnTo>
                  <a:pt x="110832" y="94483"/>
                </a:lnTo>
                <a:lnTo>
                  <a:pt x="108690" y="95965"/>
                </a:lnTo>
                <a:lnTo>
                  <a:pt x="106598" y="97249"/>
                </a:lnTo>
                <a:lnTo>
                  <a:pt x="104557" y="98336"/>
                </a:lnTo>
                <a:lnTo>
                  <a:pt x="102567" y="99225"/>
                </a:lnTo>
                <a:lnTo>
                  <a:pt x="100628" y="99917"/>
                </a:lnTo>
                <a:lnTo>
                  <a:pt x="98739" y="100411"/>
                </a:lnTo>
                <a:lnTo>
                  <a:pt x="96902" y="100707"/>
                </a:lnTo>
                <a:lnTo>
                  <a:pt x="95115" y="100806"/>
                </a:lnTo>
                <a:lnTo>
                  <a:pt x="93331" y="100710"/>
                </a:lnTo>
                <a:lnTo>
                  <a:pt x="91502" y="100422"/>
                </a:lnTo>
                <a:lnTo>
                  <a:pt x="89628" y="99942"/>
                </a:lnTo>
                <a:lnTo>
                  <a:pt x="87708" y="99270"/>
                </a:lnTo>
                <a:lnTo>
                  <a:pt x="85744" y="98406"/>
                </a:lnTo>
                <a:lnTo>
                  <a:pt x="83734" y="97351"/>
                </a:lnTo>
                <a:lnTo>
                  <a:pt x="81679" y="96103"/>
                </a:lnTo>
                <a:lnTo>
                  <a:pt x="79579" y="94663"/>
                </a:lnTo>
                <a:lnTo>
                  <a:pt x="77433" y="93032"/>
                </a:lnTo>
                <a:lnTo>
                  <a:pt x="75243" y="91208"/>
                </a:lnTo>
                <a:lnTo>
                  <a:pt x="73007" y="89193"/>
                </a:lnTo>
                <a:lnTo>
                  <a:pt x="70727" y="86986"/>
                </a:lnTo>
                <a:lnTo>
                  <a:pt x="30486" y="46745"/>
                </a:lnTo>
                <a:lnTo>
                  <a:pt x="21543" y="55687"/>
                </a:lnTo>
                <a:lnTo>
                  <a:pt x="12059" y="46203"/>
                </a:lnTo>
                <a:lnTo>
                  <a:pt x="21001" y="37260"/>
                </a:lnTo>
                <a:lnTo>
                  <a:pt x="0" y="16259"/>
                </a:lnTo>
                <a:lnTo>
                  <a:pt x="12194" y="4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1" name="Original native bar-chart element 101">
            <a:extLst xmlns:a="http://schemas.openxmlformats.org/drawingml/2006/main">
              <a:ext uri="{FF2B5EF4-FFF2-40B4-BE49-F238E27FC236}">
                <a16:creationId xmlns:a16="http://schemas.microsoft.com/office/drawing/2014/main" id="{A553480A-4111-404D-B22E-B7234F6E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632" y="2586815"/>
            <a:ext cx="118013" cy="108258"/>
          </a:xfrm>
          <a:custGeom xmlns:a="http://schemas.openxmlformats.org/drawingml/2006/main">
            <a:pathLst>
              <a:path w="118013" h="108258">
                <a:moveTo>
                  <a:pt x="84547" y="18020"/>
                </a:moveTo>
                <a:lnTo>
                  <a:pt x="90508" y="23982"/>
                </a:lnTo>
                <a:lnTo>
                  <a:pt x="34550" y="79940"/>
                </a:lnTo>
                <a:lnTo>
                  <a:pt x="36786" y="81825"/>
                </a:lnTo>
                <a:lnTo>
                  <a:pt x="39022" y="83551"/>
                </a:lnTo>
                <a:lnTo>
                  <a:pt x="41257" y="85114"/>
                </a:lnTo>
                <a:lnTo>
                  <a:pt x="43493" y="86514"/>
                </a:lnTo>
                <a:lnTo>
                  <a:pt x="45728" y="87748"/>
                </a:lnTo>
                <a:lnTo>
                  <a:pt x="47964" y="88815"/>
                </a:lnTo>
                <a:lnTo>
                  <a:pt x="50200" y="89712"/>
                </a:lnTo>
                <a:lnTo>
                  <a:pt x="52435" y="90438"/>
                </a:lnTo>
                <a:lnTo>
                  <a:pt x="54671" y="90991"/>
                </a:lnTo>
                <a:lnTo>
                  <a:pt x="56906" y="91369"/>
                </a:lnTo>
                <a:lnTo>
                  <a:pt x="59142" y="91570"/>
                </a:lnTo>
                <a:lnTo>
                  <a:pt x="61378" y="91592"/>
                </a:lnTo>
                <a:lnTo>
                  <a:pt x="63571" y="91476"/>
                </a:lnTo>
                <a:lnTo>
                  <a:pt x="65748" y="91196"/>
                </a:lnTo>
                <a:lnTo>
                  <a:pt x="67909" y="90752"/>
                </a:lnTo>
                <a:lnTo>
                  <a:pt x="70054" y="90142"/>
                </a:lnTo>
                <a:lnTo>
                  <a:pt x="72184" y="89367"/>
                </a:lnTo>
                <a:lnTo>
                  <a:pt x="74300" y="88425"/>
                </a:lnTo>
                <a:lnTo>
                  <a:pt x="76402" y="87317"/>
                </a:lnTo>
                <a:lnTo>
                  <a:pt x="78490" y="86042"/>
                </a:lnTo>
                <a:lnTo>
                  <a:pt x="80565" y="84600"/>
                </a:lnTo>
                <a:lnTo>
                  <a:pt x="82627" y="82989"/>
                </a:lnTo>
                <a:lnTo>
                  <a:pt x="84676" y="81210"/>
                </a:lnTo>
                <a:lnTo>
                  <a:pt x="86715" y="79263"/>
                </a:lnTo>
                <a:lnTo>
                  <a:pt x="87855" y="78100"/>
                </a:lnTo>
                <a:lnTo>
                  <a:pt x="88972" y="76915"/>
                </a:lnTo>
                <a:lnTo>
                  <a:pt x="90064" y="75710"/>
                </a:lnTo>
                <a:lnTo>
                  <a:pt x="91131" y="74485"/>
                </a:lnTo>
                <a:lnTo>
                  <a:pt x="92171" y="73241"/>
                </a:lnTo>
                <a:lnTo>
                  <a:pt x="93184" y="71980"/>
                </a:lnTo>
                <a:lnTo>
                  <a:pt x="94169" y="70701"/>
                </a:lnTo>
                <a:lnTo>
                  <a:pt x="95125" y="69407"/>
                </a:lnTo>
                <a:lnTo>
                  <a:pt x="96051" y="68097"/>
                </a:lnTo>
                <a:lnTo>
                  <a:pt x="96945" y="66773"/>
                </a:lnTo>
                <a:lnTo>
                  <a:pt x="97808" y="65437"/>
                </a:lnTo>
                <a:lnTo>
                  <a:pt x="98638" y="64087"/>
                </a:lnTo>
                <a:lnTo>
                  <a:pt x="99439" y="62716"/>
                </a:lnTo>
                <a:lnTo>
                  <a:pt x="100217" y="61311"/>
                </a:lnTo>
                <a:lnTo>
                  <a:pt x="100971" y="59875"/>
                </a:lnTo>
                <a:lnTo>
                  <a:pt x="101699" y="58407"/>
                </a:lnTo>
                <a:lnTo>
                  <a:pt x="102401" y="56909"/>
                </a:lnTo>
                <a:lnTo>
                  <a:pt x="103075" y="55382"/>
                </a:lnTo>
                <a:lnTo>
                  <a:pt x="103721" y="53827"/>
                </a:lnTo>
                <a:lnTo>
                  <a:pt x="104339" y="52245"/>
                </a:lnTo>
                <a:lnTo>
                  <a:pt x="104925" y="50636"/>
                </a:lnTo>
                <a:lnTo>
                  <a:pt x="105481" y="49002"/>
                </a:lnTo>
                <a:lnTo>
                  <a:pt x="106005" y="47343"/>
                </a:lnTo>
                <a:lnTo>
                  <a:pt x="106496" y="45661"/>
                </a:lnTo>
                <a:lnTo>
                  <a:pt x="118013" y="57177"/>
                </a:lnTo>
                <a:lnTo>
                  <a:pt x="117392" y="58730"/>
                </a:lnTo>
                <a:lnTo>
                  <a:pt x="116747" y="60270"/>
                </a:lnTo>
                <a:lnTo>
                  <a:pt x="116078" y="61797"/>
                </a:lnTo>
                <a:lnTo>
                  <a:pt x="115384" y="63310"/>
                </a:lnTo>
                <a:lnTo>
                  <a:pt x="114663" y="64807"/>
                </a:lnTo>
                <a:lnTo>
                  <a:pt x="113915" y="66289"/>
                </a:lnTo>
                <a:lnTo>
                  <a:pt x="113138" y="67754"/>
                </a:lnTo>
                <a:lnTo>
                  <a:pt x="112333" y="69201"/>
                </a:lnTo>
                <a:lnTo>
                  <a:pt x="111497" y="70629"/>
                </a:lnTo>
                <a:lnTo>
                  <a:pt x="110630" y="72038"/>
                </a:lnTo>
                <a:lnTo>
                  <a:pt x="109731" y="73425"/>
                </a:lnTo>
                <a:lnTo>
                  <a:pt x="108800" y="74791"/>
                </a:lnTo>
                <a:lnTo>
                  <a:pt x="107843" y="76143"/>
                </a:lnTo>
                <a:lnTo>
                  <a:pt x="106869" y="77487"/>
                </a:lnTo>
                <a:lnTo>
                  <a:pt x="105878" y="78822"/>
                </a:lnTo>
                <a:lnTo>
                  <a:pt x="104870" y="80146"/>
                </a:lnTo>
                <a:lnTo>
                  <a:pt x="103846" y="81456"/>
                </a:lnTo>
                <a:lnTo>
                  <a:pt x="102804" y="82751"/>
                </a:lnTo>
                <a:lnTo>
                  <a:pt x="101746" y="84030"/>
                </a:lnTo>
                <a:lnTo>
                  <a:pt x="100670" y="85289"/>
                </a:lnTo>
                <a:lnTo>
                  <a:pt x="99578" y="86528"/>
                </a:lnTo>
                <a:lnTo>
                  <a:pt x="98468" y="87745"/>
                </a:lnTo>
                <a:lnTo>
                  <a:pt x="97342" y="88936"/>
                </a:lnTo>
                <a:lnTo>
                  <a:pt x="96199" y="90102"/>
                </a:lnTo>
                <a:lnTo>
                  <a:pt x="93201" y="92959"/>
                </a:lnTo>
                <a:lnTo>
                  <a:pt x="90169" y="95567"/>
                </a:lnTo>
                <a:lnTo>
                  <a:pt x="87102" y="97929"/>
                </a:lnTo>
                <a:lnTo>
                  <a:pt x="84000" y="100043"/>
                </a:lnTo>
                <a:lnTo>
                  <a:pt x="80862" y="101911"/>
                </a:lnTo>
                <a:lnTo>
                  <a:pt x="77687" y="103532"/>
                </a:lnTo>
                <a:lnTo>
                  <a:pt x="74477" y="104909"/>
                </a:lnTo>
                <a:lnTo>
                  <a:pt x="71228" y="106040"/>
                </a:lnTo>
                <a:lnTo>
                  <a:pt x="67943" y="106926"/>
                </a:lnTo>
                <a:lnTo>
                  <a:pt x="64619" y="107568"/>
                </a:lnTo>
                <a:lnTo>
                  <a:pt x="61256" y="107967"/>
                </a:lnTo>
                <a:lnTo>
                  <a:pt x="57855" y="108122"/>
                </a:lnTo>
                <a:lnTo>
                  <a:pt x="54453" y="108029"/>
                </a:lnTo>
                <a:lnTo>
                  <a:pt x="51092" y="107683"/>
                </a:lnTo>
                <a:lnTo>
                  <a:pt x="47769" y="107085"/>
                </a:lnTo>
                <a:lnTo>
                  <a:pt x="44486" y="106235"/>
                </a:lnTo>
                <a:lnTo>
                  <a:pt x="41243" y="105136"/>
                </a:lnTo>
                <a:lnTo>
                  <a:pt x="38039" y="103787"/>
                </a:lnTo>
                <a:lnTo>
                  <a:pt x="34875" y="102189"/>
                </a:lnTo>
                <a:lnTo>
                  <a:pt x="31750" y="100344"/>
                </a:lnTo>
                <a:lnTo>
                  <a:pt x="28665" y="98253"/>
                </a:lnTo>
                <a:lnTo>
                  <a:pt x="25619" y="95915"/>
                </a:lnTo>
                <a:lnTo>
                  <a:pt x="22613" y="93334"/>
                </a:lnTo>
                <a:lnTo>
                  <a:pt x="19646" y="90508"/>
                </a:lnTo>
                <a:lnTo>
                  <a:pt x="16750" y="87477"/>
                </a:lnTo>
                <a:lnTo>
                  <a:pt x="14091" y="84411"/>
                </a:lnTo>
                <a:lnTo>
                  <a:pt x="11669" y="81312"/>
                </a:lnTo>
                <a:lnTo>
                  <a:pt x="9484" y="78179"/>
                </a:lnTo>
                <a:lnTo>
                  <a:pt x="7537" y="75011"/>
                </a:lnTo>
                <a:lnTo>
                  <a:pt x="5826" y="71811"/>
                </a:lnTo>
                <a:lnTo>
                  <a:pt x="4353" y="68576"/>
                </a:lnTo>
                <a:lnTo>
                  <a:pt x="3116" y="65307"/>
                </a:lnTo>
                <a:lnTo>
                  <a:pt x="2117" y="62004"/>
                </a:lnTo>
                <a:lnTo>
                  <a:pt x="1355" y="58668"/>
                </a:lnTo>
                <a:lnTo>
                  <a:pt x="830" y="55297"/>
                </a:lnTo>
                <a:lnTo>
                  <a:pt x="542" y="51893"/>
                </a:lnTo>
                <a:lnTo>
                  <a:pt x="528" y="48526"/>
                </a:lnTo>
                <a:lnTo>
                  <a:pt x="756" y="45200"/>
                </a:lnTo>
                <a:lnTo>
                  <a:pt x="1228" y="41918"/>
                </a:lnTo>
                <a:lnTo>
                  <a:pt x="1942" y="38680"/>
                </a:lnTo>
                <a:lnTo>
                  <a:pt x="2899" y="35490"/>
                </a:lnTo>
                <a:lnTo>
                  <a:pt x="4099" y="32349"/>
                </a:lnTo>
                <a:lnTo>
                  <a:pt x="5541" y="29258"/>
                </a:lnTo>
                <a:lnTo>
                  <a:pt x="7226" y="26220"/>
                </a:lnTo>
                <a:lnTo>
                  <a:pt x="9154" y="23237"/>
                </a:lnTo>
                <a:lnTo>
                  <a:pt x="11325" y="20310"/>
                </a:lnTo>
                <a:lnTo>
                  <a:pt x="13738" y="17441"/>
                </a:lnTo>
                <a:lnTo>
                  <a:pt x="16394" y="14633"/>
                </a:lnTo>
                <a:lnTo>
                  <a:pt x="18924" y="12239"/>
                </a:lnTo>
                <a:lnTo>
                  <a:pt x="21498" y="10070"/>
                </a:lnTo>
                <a:lnTo>
                  <a:pt x="24117" y="8125"/>
                </a:lnTo>
                <a:lnTo>
                  <a:pt x="26782" y="6403"/>
                </a:lnTo>
                <a:lnTo>
                  <a:pt x="29492" y="4903"/>
                </a:lnTo>
                <a:lnTo>
                  <a:pt x="32247" y="3624"/>
                </a:lnTo>
                <a:lnTo>
                  <a:pt x="35047" y="2566"/>
                </a:lnTo>
                <a:lnTo>
                  <a:pt x="37892" y="1726"/>
                </a:lnTo>
                <a:lnTo>
                  <a:pt x="40783" y="1105"/>
                </a:lnTo>
                <a:lnTo>
                  <a:pt x="43719" y="701"/>
                </a:lnTo>
                <a:lnTo>
                  <a:pt x="46699" y="514"/>
                </a:lnTo>
                <a:lnTo>
                  <a:pt x="49725" y="542"/>
                </a:lnTo>
                <a:lnTo>
                  <a:pt x="52763" y="847"/>
                </a:lnTo>
                <a:lnTo>
                  <a:pt x="55777" y="1357"/>
                </a:lnTo>
                <a:lnTo>
                  <a:pt x="58767" y="2073"/>
                </a:lnTo>
                <a:lnTo>
                  <a:pt x="61734" y="2996"/>
                </a:lnTo>
                <a:lnTo>
                  <a:pt x="64676" y="4128"/>
                </a:lnTo>
                <a:lnTo>
                  <a:pt x="67593" y="5470"/>
                </a:lnTo>
                <a:lnTo>
                  <a:pt x="70485" y="7025"/>
                </a:lnTo>
                <a:lnTo>
                  <a:pt x="73351" y="8792"/>
                </a:lnTo>
                <a:lnTo>
                  <a:pt x="76191" y="10774"/>
                </a:lnTo>
                <a:lnTo>
                  <a:pt x="79003" y="12971"/>
                </a:lnTo>
                <a:lnTo>
                  <a:pt x="81789" y="15387"/>
                </a:lnTo>
                <a:lnTo>
                  <a:pt x="84547" y="18020"/>
                </a:lnTo>
                <a:close/>
                <a:moveTo>
                  <a:pt x="68830" y="26692"/>
                </a:moveTo>
                <a:lnTo>
                  <a:pt x="67128" y="25131"/>
                </a:lnTo>
                <a:lnTo>
                  <a:pt x="65409" y="23698"/>
                </a:lnTo>
                <a:lnTo>
                  <a:pt x="63673" y="22394"/>
                </a:lnTo>
                <a:lnTo>
                  <a:pt x="61920" y="21217"/>
                </a:lnTo>
                <a:lnTo>
                  <a:pt x="60150" y="20166"/>
                </a:lnTo>
                <a:lnTo>
                  <a:pt x="58363" y="19240"/>
                </a:lnTo>
                <a:lnTo>
                  <a:pt x="56559" y="18438"/>
                </a:lnTo>
                <a:lnTo>
                  <a:pt x="54739" y="17759"/>
                </a:lnTo>
                <a:lnTo>
                  <a:pt x="52901" y="17203"/>
                </a:lnTo>
                <a:lnTo>
                  <a:pt x="51046" y="16768"/>
                </a:lnTo>
                <a:lnTo>
                  <a:pt x="49175" y="16454"/>
                </a:lnTo>
                <a:lnTo>
                  <a:pt x="47287" y="16259"/>
                </a:lnTo>
                <a:lnTo>
                  <a:pt x="45404" y="16256"/>
                </a:lnTo>
                <a:lnTo>
                  <a:pt x="43550" y="16383"/>
                </a:lnTo>
                <a:lnTo>
                  <a:pt x="41727" y="16640"/>
                </a:lnTo>
                <a:lnTo>
                  <a:pt x="39935" y="17027"/>
                </a:lnTo>
                <a:lnTo>
                  <a:pt x="38175" y="17543"/>
                </a:lnTo>
                <a:lnTo>
                  <a:pt x="36447" y="18190"/>
                </a:lnTo>
                <a:lnTo>
                  <a:pt x="34754" y="18966"/>
                </a:lnTo>
                <a:lnTo>
                  <a:pt x="33095" y="19872"/>
                </a:lnTo>
                <a:lnTo>
                  <a:pt x="31472" y="20908"/>
                </a:lnTo>
                <a:lnTo>
                  <a:pt x="29886" y="22074"/>
                </a:lnTo>
                <a:lnTo>
                  <a:pt x="28337" y="23369"/>
                </a:lnTo>
                <a:lnTo>
                  <a:pt x="26827" y="24795"/>
                </a:lnTo>
                <a:lnTo>
                  <a:pt x="25204" y="26503"/>
                </a:lnTo>
                <a:lnTo>
                  <a:pt x="23721" y="28237"/>
                </a:lnTo>
                <a:lnTo>
                  <a:pt x="22377" y="29999"/>
                </a:lnTo>
                <a:lnTo>
                  <a:pt x="21172" y="31785"/>
                </a:lnTo>
                <a:lnTo>
                  <a:pt x="20104" y="33596"/>
                </a:lnTo>
                <a:lnTo>
                  <a:pt x="19172" y="35431"/>
                </a:lnTo>
                <a:lnTo>
                  <a:pt x="18376" y="37288"/>
                </a:lnTo>
                <a:lnTo>
                  <a:pt x="17714" y="39167"/>
                </a:lnTo>
                <a:lnTo>
                  <a:pt x="17186" y="41067"/>
                </a:lnTo>
                <a:lnTo>
                  <a:pt x="16791" y="42986"/>
                </a:lnTo>
                <a:lnTo>
                  <a:pt x="16527" y="44924"/>
                </a:lnTo>
                <a:lnTo>
                  <a:pt x="16394" y="46880"/>
                </a:lnTo>
                <a:lnTo>
                  <a:pt x="16395" y="48844"/>
                </a:lnTo>
                <a:lnTo>
                  <a:pt x="16531" y="50807"/>
                </a:lnTo>
                <a:lnTo>
                  <a:pt x="16803" y="52768"/>
                </a:lnTo>
                <a:lnTo>
                  <a:pt x="17212" y="54724"/>
                </a:lnTo>
                <a:lnTo>
                  <a:pt x="17759" y="56674"/>
                </a:lnTo>
                <a:lnTo>
                  <a:pt x="18444" y="58617"/>
                </a:lnTo>
                <a:lnTo>
                  <a:pt x="19267" y="60552"/>
                </a:lnTo>
                <a:lnTo>
                  <a:pt x="20228" y="62477"/>
                </a:lnTo>
                <a:lnTo>
                  <a:pt x="21329" y="64390"/>
                </a:lnTo>
                <a:lnTo>
                  <a:pt x="22570" y="66291"/>
                </a:lnTo>
                <a:lnTo>
                  <a:pt x="23951" y="68178"/>
                </a:lnTo>
                <a:lnTo>
                  <a:pt x="25472" y="70049"/>
                </a:lnTo>
                <a:lnTo>
                  <a:pt x="68830" y="26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2" name="Original native bar-chart element 102">
            <a:extLst xmlns:a="http://schemas.openxmlformats.org/drawingml/2006/main">
              <a:ext uri="{FF2B5EF4-FFF2-40B4-BE49-F238E27FC236}">
                <a16:creationId xmlns:a16="http://schemas.microsoft.com/office/drawing/2014/main" id="{06EA9903-A275-4FDC-97CB-928EB11E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372" y="2505791"/>
            <a:ext cx="109206" cy="121942"/>
          </a:xfrm>
          <a:custGeom xmlns:a="http://schemas.openxmlformats.org/drawingml/2006/main">
            <a:pathLst>
              <a:path w="109206" h="121942">
                <a:moveTo>
                  <a:pt x="44170" y="0"/>
                </a:moveTo>
                <a:lnTo>
                  <a:pt x="55687" y="11517"/>
                </a:lnTo>
                <a:lnTo>
                  <a:pt x="54405" y="11997"/>
                </a:lnTo>
                <a:lnTo>
                  <a:pt x="53135" y="12489"/>
                </a:lnTo>
                <a:lnTo>
                  <a:pt x="51876" y="12994"/>
                </a:lnTo>
                <a:lnTo>
                  <a:pt x="50629" y="13514"/>
                </a:lnTo>
                <a:lnTo>
                  <a:pt x="49392" y="14049"/>
                </a:lnTo>
                <a:lnTo>
                  <a:pt x="48167" y="14599"/>
                </a:lnTo>
                <a:lnTo>
                  <a:pt x="46953" y="15167"/>
                </a:lnTo>
                <a:lnTo>
                  <a:pt x="45751" y="15752"/>
                </a:lnTo>
                <a:lnTo>
                  <a:pt x="44560" y="16356"/>
                </a:lnTo>
                <a:lnTo>
                  <a:pt x="43380" y="16980"/>
                </a:lnTo>
                <a:lnTo>
                  <a:pt x="42211" y="17625"/>
                </a:lnTo>
                <a:lnTo>
                  <a:pt x="41054" y="18291"/>
                </a:lnTo>
                <a:lnTo>
                  <a:pt x="39908" y="19042"/>
                </a:lnTo>
                <a:lnTo>
                  <a:pt x="38774" y="19806"/>
                </a:lnTo>
                <a:lnTo>
                  <a:pt x="37652" y="20584"/>
                </a:lnTo>
                <a:lnTo>
                  <a:pt x="36543" y="21378"/>
                </a:lnTo>
                <a:lnTo>
                  <a:pt x="35446" y="22188"/>
                </a:lnTo>
                <a:lnTo>
                  <a:pt x="34364" y="23017"/>
                </a:lnTo>
                <a:lnTo>
                  <a:pt x="33296" y="23865"/>
                </a:lnTo>
                <a:lnTo>
                  <a:pt x="32242" y="24735"/>
                </a:lnTo>
                <a:lnTo>
                  <a:pt x="31203" y="25627"/>
                </a:lnTo>
                <a:lnTo>
                  <a:pt x="30180" y="26543"/>
                </a:lnTo>
                <a:lnTo>
                  <a:pt x="29173" y="27485"/>
                </a:lnTo>
                <a:lnTo>
                  <a:pt x="28182" y="28453"/>
                </a:lnTo>
                <a:lnTo>
                  <a:pt x="26709" y="29966"/>
                </a:lnTo>
                <a:lnTo>
                  <a:pt x="25338" y="31456"/>
                </a:lnTo>
                <a:lnTo>
                  <a:pt x="24069" y="32922"/>
                </a:lnTo>
                <a:lnTo>
                  <a:pt x="22903" y="34365"/>
                </a:lnTo>
                <a:lnTo>
                  <a:pt x="21841" y="35783"/>
                </a:lnTo>
                <a:lnTo>
                  <a:pt x="20883" y="37175"/>
                </a:lnTo>
                <a:lnTo>
                  <a:pt x="20029" y="38543"/>
                </a:lnTo>
                <a:lnTo>
                  <a:pt x="19280" y="39885"/>
                </a:lnTo>
                <a:lnTo>
                  <a:pt x="18636" y="41200"/>
                </a:lnTo>
                <a:lnTo>
                  <a:pt x="18099" y="42489"/>
                </a:lnTo>
                <a:lnTo>
                  <a:pt x="17667" y="43750"/>
                </a:lnTo>
                <a:lnTo>
                  <a:pt x="17343" y="44983"/>
                </a:lnTo>
                <a:lnTo>
                  <a:pt x="17120" y="46189"/>
                </a:lnTo>
                <a:lnTo>
                  <a:pt x="16994" y="47366"/>
                </a:lnTo>
                <a:lnTo>
                  <a:pt x="16964" y="48517"/>
                </a:lnTo>
                <a:lnTo>
                  <a:pt x="17032" y="49640"/>
                </a:lnTo>
                <a:lnTo>
                  <a:pt x="17197" y="50737"/>
                </a:lnTo>
                <a:lnTo>
                  <a:pt x="17461" y="51809"/>
                </a:lnTo>
                <a:lnTo>
                  <a:pt x="17824" y="52854"/>
                </a:lnTo>
                <a:lnTo>
                  <a:pt x="18286" y="53875"/>
                </a:lnTo>
                <a:lnTo>
                  <a:pt x="18848" y="54872"/>
                </a:lnTo>
                <a:lnTo>
                  <a:pt x="19510" y="55844"/>
                </a:lnTo>
                <a:lnTo>
                  <a:pt x="20273" y="56793"/>
                </a:lnTo>
                <a:lnTo>
                  <a:pt x="21137" y="57719"/>
                </a:lnTo>
                <a:lnTo>
                  <a:pt x="21857" y="58394"/>
                </a:lnTo>
                <a:lnTo>
                  <a:pt x="22594" y="58996"/>
                </a:lnTo>
                <a:lnTo>
                  <a:pt x="23349" y="59525"/>
                </a:lnTo>
                <a:lnTo>
                  <a:pt x="24123" y="59983"/>
                </a:lnTo>
                <a:lnTo>
                  <a:pt x="24915" y="60368"/>
                </a:lnTo>
                <a:lnTo>
                  <a:pt x="25726" y="60683"/>
                </a:lnTo>
                <a:lnTo>
                  <a:pt x="26558" y="60928"/>
                </a:lnTo>
                <a:lnTo>
                  <a:pt x="27409" y="61102"/>
                </a:lnTo>
                <a:lnTo>
                  <a:pt x="28282" y="61206"/>
                </a:lnTo>
                <a:lnTo>
                  <a:pt x="29175" y="61242"/>
                </a:lnTo>
                <a:lnTo>
                  <a:pt x="30090" y="61208"/>
                </a:lnTo>
                <a:lnTo>
                  <a:pt x="31028" y="61107"/>
                </a:lnTo>
                <a:lnTo>
                  <a:pt x="32021" y="60926"/>
                </a:lnTo>
                <a:lnTo>
                  <a:pt x="33104" y="60654"/>
                </a:lnTo>
                <a:lnTo>
                  <a:pt x="34275" y="60289"/>
                </a:lnTo>
                <a:lnTo>
                  <a:pt x="35534" y="59832"/>
                </a:lnTo>
                <a:lnTo>
                  <a:pt x="36879" y="59281"/>
                </a:lnTo>
                <a:lnTo>
                  <a:pt x="38310" y="58634"/>
                </a:lnTo>
                <a:lnTo>
                  <a:pt x="39826" y="57891"/>
                </a:lnTo>
                <a:lnTo>
                  <a:pt x="41425" y="57052"/>
                </a:lnTo>
                <a:lnTo>
                  <a:pt x="43107" y="56115"/>
                </a:lnTo>
                <a:lnTo>
                  <a:pt x="44872" y="55079"/>
                </a:lnTo>
                <a:lnTo>
                  <a:pt x="46717" y="53943"/>
                </a:lnTo>
                <a:lnTo>
                  <a:pt x="48641" y="52706"/>
                </a:lnTo>
                <a:lnTo>
                  <a:pt x="53790" y="49454"/>
                </a:lnTo>
                <a:lnTo>
                  <a:pt x="56395" y="47831"/>
                </a:lnTo>
                <a:lnTo>
                  <a:pt x="58927" y="46348"/>
                </a:lnTo>
                <a:lnTo>
                  <a:pt x="61384" y="45002"/>
                </a:lnTo>
                <a:lnTo>
                  <a:pt x="63766" y="43794"/>
                </a:lnTo>
                <a:lnTo>
                  <a:pt x="66073" y="42721"/>
                </a:lnTo>
                <a:lnTo>
                  <a:pt x="68305" y="41782"/>
                </a:lnTo>
                <a:lnTo>
                  <a:pt x="70460" y="40976"/>
                </a:lnTo>
                <a:lnTo>
                  <a:pt x="72538" y="40301"/>
                </a:lnTo>
                <a:lnTo>
                  <a:pt x="74539" y="39756"/>
                </a:lnTo>
                <a:lnTo>
                  <a:pt x="76463" y="39340"/>
                </a:lnTo>
                <a:lnTo>
                  <a:pt x="78309" y="39050"/>
                </a:lnTo>
                <a:lnTo>
                  <a:pt x="80075" y="38886"/>
                </a:lnTo>
                <a:lnTo>
                  <a:pt x="81797" y="38914"/>
                </a:lnTo>
                <a:lnTo>
                  <a:pt x="83506" y="39067"/>
                </a:lnTo>
                <a:lnTo>
                  <a:pt x="85201" y="39345"/>
                </a:lnTo>
                <a:lnTo>
                  <a:pt x="86880" y="39749"/>
                </a:lnTo>
                <a:lnTo>
                  <a:pt x="88543" y="40279"/>
                </a:lnTo>
                <a:lnTo>
                  <a:pt x="90187" y="40935"/>
                </a:lnTo>
                <a:lnTo>
                  <a:pt x="91811" y="41719"/>
                </a:lnTo>
                <a:lnTo>
                  <a:pt x="93414" y="42630"/>
                </a:lnTo>
                <a:lnTo>
                  <a:pt x="94994" y="43668"/>
                </a:lnTo>
                <a:lnTo>
                  <a:pt x="96551" y="44836"/>
                </a:lnTo>
                <a:lnTo>
                  <a:pt x="98082" y="46132"/>
                </a:lnTo>
                <a:lnTo>
                  <a:pt x="99586" y="47558"/>
                </a:lnTo>
                <a:lnTo>
                  <a:pt x="101226" y="49310"/>
                </a:lnTo>
                <a:lnTo>
                  <a:pt x="102691" y="51114"/>
                </a:lnTo>
                <a:lnTo>
                  <a:pt x="103981" y="52969"/>
                </a:lnTo>
                <a:lnTo>
                  <a:pt x="105096" y="54874"/>
                </a:lnTo>
                <a:lnTo>
                  <a:pt x="106036" y="56830"/>
                </a:lnTo>
                <a:lnTo>
                  <a:pt x="106801" y="58837"/>
                </a:lnTo>
                <a:lnTo>
                  <a:pt x="107391" y="60895"/>
                </a:lnTo>
                <a:lnTo>
                  <a:pt x="107806" y="63004"/>
                </a:lnTo>
                <a:lnTo>
                  <a:pt x="108046" y="65163"/>
                </a:lnTo>
                <a:lnTo>
                  <a:pt x="108111" y="67373"/>
                </a:lnTo>
                <a:lnTo>
                  <a:pt x="108001" y="69634"/>
                </a:lnTo>
                <a:lnTo>
                  <a:pt x="107716" y="71946"/>
                </a:lnTo>
                <a:lnTo>
                  <a:pt x="107287" y="74317"/>
                </a:lnTo>
                <a:lnTo>
                  <a:pt x="106680" y="76688"/>
                </a:lnTo>
                <a:lnTo>
                  <a:pt x="105895" y="79059"/>
                </a:lnTo>
                <a:lnTo>
                  <a:pt x="104936" y="81430"/>
                </a:lnTo>
                <a:lnTo>
                  <a:pt x="103803" y="83802"/>
                </a:lnTo>
                <a:lnTo>
                  <a:pt x="102499" y="86173"/>
                </a:lnTo>
                <a:lnTo>
                  <a:pt x="101026" y="88544"/>
                </a:lnTo>
                <a:lnTo>
                  <a:pt x="99386" y="90915"/>
                </a:lnTo>
                <a:lnTo>
                  <a:pt x="97579" y="93286"/>
                </a:lnTo>
                <a:lnTo>
                  <a:pt x="95609" y="95657"/>
                </a:lnTo>
                <a:lnTo>
                  <a:pt x="93478" y="98028"/>
                </a:lnTo>
                <a:lnTo>
                  <a:pt x="91186" y="100399"/>
                </a:lnTo>
                <a:lnTo>
                  <a:pt x="90161" y="101407"/>
                </a:lnTo>
                <a:lnTo>
                  <a:pt x="89119" y="102400"/>
                </a:lnTo>
                <a:lnTo>
                  <a:pt x="88059" y="103378"/>
                </a:lnTo>
                <a:lnTo>
                  <a:pt x="86981" y="104344"/>
                </a:lnTo>
                <a:lnTo>
                  <a:pt x="85883" y="105298"/>
                </a:lnTo>
                <a:lnTo>
                  <a:pt x="84767" y="106242"/>
                </a:lnTo>
                <a:lnTo>
                  <a:pt x="83631" y="107178"/>
                </a:lnTo>
                <a:lnTo>
                  <a:pt x="82474" y="108107"/>
                </a:lnTo>
                <a:lnTo>
                  <a:pt x="81297" y="109030"/>
                </a:lnTo>
                <a:lnTo>
                  <a:pt x="80099" y="109949"/>
                </a:lnTo>
                <a:lnTo>
                  <a:pt x="78879" y="110866"/>
                </a:lnTo>
                <a:lnTo>
                  <a:pt x="77637" y="111781"/>
                </a:lnTo>
                <a:lnTo>
                  <a:pt x="76372" y="112689"/>
                </a:lnTo>
                <a:lnTo>
                  <a:pt x="75084" y="113587"/>
                </a:lnTo>
                <a:lnTo>
                  <a:pt x="73771" y="114473"/>
                </a:lnTo>
                <a:lnTo>
                  <a:pt x="72433" y="115348"/>
                </a:lnTo>
                <a:lnTo>
                  <a:pt x="71068" y="116212"/>
                </a:lnTo>
                <a:lnTo>
                  <a:pt x="69677" y="117065"/>
                </a:lnTo>
                <a:lnTo>
                  <a:pt x="68257" y="117906"/>
                </a:lnTo>
                <a:lnTo>
                  <a:pt x="66807" y="118736"/>
                </a:lnTo>
                <a:lnTo>
                  <a:pt x="65328" y="119554"/>
                </a:lnTo>
                <a:lnTo>
                  <a:pt x="63818" y="120362"/>
                </a:lnTo>
                <a:lnTo>
                  <a:pt x="62275" y="121158"/>
                </a:lnTo>
                <a:lnTo>
                  <a:pt x="60700" y="121942"/>
                </a:lnTo>
                <a:lnTo>
                  <a:pt x="48099" y="109342"/>
                </a:lnTo>
                <a:lnTo>
                  <a:pt x="49813" y="108820"/>
                </a:lnTo>
                <a:lnTo>
                  <a:pt x="51497" y="108270"/>
                </a:lnTo>
                <a:lnTo>
                  <a:pt x="53153" y="107692"/>
                </a:lnTo>
                <a:lnTo>
                  <a:pt x="54779" y="107088"/>
                </a:lnTo>
                <a:lnTo>
                  <a:pt x="56374" y="106458"/>
                </a:lnTo>
                <a:lnTo>
                  <a:pt x="57940" y="105802"/>
                </a:lnTo>
                <a:lnTo>
                  <a:pt x="59474" y="105120"/>
                </a:lnTo>
                <a:lnTo>
                  <a:pt x="60976" y="104414"/>
                </a:lnTo>
                <a:lnTo>
                  <a:pt x="62447" y="103683"/>
                </a:lnTo>
                <a:lnTo>
                  <a:pt x="63885" y="102928"/>
                </a:lnTo>
                <a:lnTo>
                  <a:pt x="65290" y="102149"/>
                </a:lnTo>
                <a:lnTo>
                  <a:pt x="66662" y="101348"/>
                </a:lnTo>
                <a:lnTo>
                  <a:pt x="68037" y="100555"/>
                </a:lnTo>
                <a:lnTo>
                  <a:pt x="69384" y="99734"/>
                </a:lnTo>
                <a:lnTo>
                  <a:pt x="70703" y="98886"/>
                </a:lnTo>
                <a:lnTo>
                  <a:pt x="71996" y="98011"/>
                </a:lnTo>
                <a:lnTo>
                  <a:pt x="73263" y="97109"/>
                </a:lnTo>
                <a:lnTo>
                  <a:pt x="74503" y="96182"/>
                </a:lnTo>
                <a:lnTo>
                  <a:pt x="75719" y="95229"/>
                </a:lnTo>
                <a:lnTo>
                  <a:pt x="76909" y="94252"/>
                </a:lnTo>
                <a:lnTo>
                  <a:pt x="78075" y="93250"/>
                </a:lnTo>
                <a:lnTo>
                  <a:pt x="79217" y="92224"/>
                </a:lnTo>
                <a:lnTo>
                  <a:pt x="80335" y="91174"/>
                </a:lnTo>
                <a:lnTo>
                  <a:pt x="81430" y="90102"/>
                </a:lnTo>
                <a:lnTo>
                  <a:pt x="82808" y="88685"/>
                </a:lnTo>
                <a:lnTo>
                  <a:pt x="84094" y="87280"/>
                </a:lnTo>
                <a:lnTo>
                  <a:pt x="85290" y="85887"/>
                </a:lnTo>
                <a:lnTo>
                  <a:pt x="86393" y="84507"/>
                </a:lnTo>
                <a:lnTo>
                  <a:pt x="87405" y="83139"/>
                </a:lnTo>
                <a:lnTo>
                  <a:pt x="88324" y="81786"/>
                </a:lnTo>
                <a:lnTo>
                  <a:pt x="89149" y="80447"/>
                </a:lnTo>
                <a:lnTo>
                  <a:pt x="89881" y="79122"/>
                </a:lnTo>
                <a:lnTo>
                  <a:pt x="90519" y="77812"/>
                </a:lnTo>
                <a:lnTo>
                  <a:pt x="91062" y="76518"/>
                </a:lnTo>
                <a:lnTo>
                  <a:pt x="91510" y="75240"/>
                </a:lnTo>
                <a:lnTo>
                  <a:pt x="91863" y="73978"/>
                </a:lnTo>
                <a:lnTo>
                  <a:pt x="92086" y="72768"/>
                </a:lnTo>
                <a:lnTo>
                  <a:pt x="92213" y="71575"/>
                </a:lnTo>
                <a:lnTo>
                  <a:pt x="92242" y="70403"/>
                </a:lnTo>
                <a:lnTo>
                  <a:pt x="92174" y="69251"/>
                </a:lnTo>
                <a:lnTo>
                  <a:pt x="92009" y="68122"/>
                </a:lnTo>
                <a:lnTo>
                  <a:pt x="91745" y="67017"/>
                </a:lnTo>
                <a:lnTo>
                  <a:pt x="91382" y="65938"/>
                </a:lnTo>
                <a:lnTo>
                  <a:pt x="90920" y="64885"/>
                </a:lnTo>
                <a:lnTo>
                  <a:pt x="90358" y="63861"/>
                </a:lnTo>
                <a:lnTo>
                  <a:pt x="89696" y="62866"/>
                </a:lnTo>
                <a:lnTo>
                  <a:pt x="88933" y="61902"/>
                </a:lnTo>
                <a:lnTo>
                  <a:pt x="88069" y="60971"/>
                </a:lnTo>
                <a:lnTo>
                  <a:pt x="87245" y="60198"/>
                </a:lnTo>
                <a:lnTo>
                  <a:pt x="86400" y="59503"/>
                </a:lnTo>
                <a:lnTo>
                  <a:pt x="85535" y="58886"/>
                </a:lnTo>
                <a:lnTo>
                  <a:pt x="84652" y="58347"/>
                </a:lnTo>
                <a:lnTo>
                  <a:pt x="83752" y="57885"/>
                </a:lnTo>
                <a:lnTo>
                  <a:pt x="82836" y="57499"/>
                </a:lnTo>
                <a:lnTo>
                  <a:pt x="81906" y="57190"/>
                </a:lnTo>
                <a:lnTo>
                  <a:pt x="80964" y="56957"/>
                </a:lnTo>
                <a:lnTo>
                  <a:pt x="80010" y="56798"/>
                </a:lnTo>
                <a:lnTo>
                  <a:pt x="79046" y="56715"/>
                </a:lnTo>
                <a:lnTo>
                  <a:pt x="78074" y="56706"/>
                </a:lnTo>
                <a:lnTo>
                  <a:pt x="77095" y="56771"/>
                </a:lnTo>
                <a:lnTo>
                  <a:pt x="76056" y="56929"/>
                </a:lnTo>
                <a:lnTo>
                  <a:pt x="74905" y="57201"/>
                </a:lnTo>
                <a:lnTo>
                  <a:pt x="73642" y="57586"/>
                </a:lnTo>
                <a:lnTo>
                  <a:pt x="72267" y="58086"/>
                </a:lnTo>
                <a:lnTo>
                  <a:pt x="70782" y="58700"/>
                </a:lnTo>
                <a:lnTo>
                  <a:pt x="69185" y="59430"/>
                </a:lnTo>
                <a:lnTo>
                  <a:pt x="67479" y="60275"/>
                </a:lnTo>
                <a:lnTo>
                  <a:pt x="65663" y="61237"/>
                </a:lnTo>
                <a:lnTo>
                  <a:pt x="63738" y="62316"/>
                </a:lnTo>
                <a:lnTo>
                  <a:pt x="61704" y="63511"/>
                </a:lnTo>
                <a:lnTo>
                  <a:pt x="59563" y="64824"/>
                </a:lnTo>
                <a:lnTo>
                  <a:pt x="57313" y="66255"/>
                </a:lnTo>
                <a:lnTo>
                  <a:pt x="52164" y="69507"/>
                </a:lnTo>
                <a:lnTo>
                  <a:pt x="49886" y="70938"/>
                </a:lnTo>
                <a:lnTo>
                  <a:pt x="47660" y="72250"/>
                </a:lnTo>
                <a:lnTo>
                  <a:pt x="45487" y="73441"/>
                </a:lnTo>
                <a:lnTo>
                  <a:pt x="43367" y="74510"/>
                </a:lnTo>
                <a:lnTo>
                  <a:pt x="41302" y="75458"/>
                </a:lnTo>
                <a:lnTo>
                  <a:pt x="39293" y="76282"/>
                </a:lnTo>
                <a:lnTo>
                  <a:pt x="37339" y="76982"/>
                </a:lnTo>
                <a:lnTo>
                  <a:pt x="35444" y="77556"/>
                </a:lnTo>
                <a:lnTo>
                  <a:pt x="33606" y="78005"/>
                </a:lnTo>
                <a:lnTo>
                  <a:pt x="31828" y="78327"/>
                </a:lnTo>
                <a:lnTo>
                  <a:pt x="30110" y="78520"/>
                </a:lnTo>
                <a:lnTo>
                  <a:pt x="28453" y="78585"/>
                </a:lnTo>
                <a:lnTo>
                  <a:pt x="26805" y="78557"/>
                </a:lnTo>
                <a:lnTo>
                  <a:pt x="25178" y="78404"/>
                </a:lnTo>
                <a:lnTo>
                  <a:pt x="23571" y="78128"/>
                </a:lnTo>
                <a:lnTo>
                  <a:pt x="21985" y="77727"/>
                </a:lnTo>
                <a:lnTo>
                  <a:pt x="20417" y="77202"/>
                </a:lnTo>
                <a:lnTo>
                  <a:pt x="18867" y="76553"/>
                </a:lnTo>
                <a:lnTo>
                  <a:pt x="17334" y="75779"/>
                </a:lnTo>
                <a:lnTo>
                  <a:pt x="15817" y="74882"/>
                </a:lnTo>
                <a:lnTo>
                  <a:pt x="14316" y="73860"/>
                </a:lnTo>
                <a:lnTo>
                  <a:pt x="12828" y="72714"/>
                </a:lnTo>
                <a:lnTo>
                  <a:pt x="11353" y="71444"/>
                </a:lnTo>
                <a:lnTo>
                  <a:pt x="9891" y="70049"/>
                </a:lnTo>
                <a:lnTo>
                  <a:pt x="8245" y="68302"/>
                </a:lnTo>
                <a:lnTo>
                  <a:pt x="6764" y="66516"/>
                </a:lnTo>
                <a:lnTo>
                  <a:pt x="5447" y="64691"/>
                </a:lnTo>
                <a:lnTo>
                  <a:pt x="4296" y="62828"/>
                </a:lnTo>
                <a:lnTo>
                  <a:pt x="3310" y="60927"/>
                </a:lnTo>
                <a:lnTo>
                  <a:pt x="2490" y="58990"/>
                </a:lnTo>
                <a:lnTo>
                  <a:pt x="1836" y="57015"/>
                </a:lnTo>
                <a:lnTo>
                  <a:pt x="1350" y="55005"/>
                </a:lnTo>
                <a:lnTo>
                  <a:pt x="1031" y="52958"/>
                </a:lnTo>
                <a:lnTo>
                  <a:pt x="880" y="50876"/>
                </a:lnTo>
                <a:lnTo>
                  <a:pt x="898" y="48760"/>
                </a:lnTo>
                <a:lnTo>
                  <a:pt x="1084" y="46609"/>
                </a:lnTo>
                <a:lnTo>
                  <a:pt x="1440" y="44436"/>
                </a:lnTo>
                <a:lnTo>
                  <a:pt x="1965" y="42251"/>
                </a:lnTo>
                <a:lnTo>
                  <a:pt x="2659" y="40055"/>
                </a:lnTo>
                <a:lnTo>
                  <a:pt x="3523" y="37847"/>
                </a:lnTo>
                <a:lnTo>
                  <a:pt x="4556" y="35629"/>
                </a:lnTo>
                <a:lnTo>
                  <a:pt x="5758" y="33399"/>
                </a:lnTo>
                <a:lnTo>
                  <a:pt x="7130" y="31157"/>
                </a:lnTo>
                <a:lnTo>
                  <a:pt x="8671" y="28905"/>
                </a:lnTo>
                <a:lnTo>
                  <a:pt x="10382" y="26641"/>
                </a:lnTo>
                <a:lnTo>
                  <a:pt x="12262" y="24366"/>
                </a:lnTo>
                <a:lnTo>
                  <a:pt x="14311" y="22079"/>
                </a:lnTo>
                <a:lnTo>
                  <a:pt x="16530" y="19782"/>
                </a:lnTo>
                <a:lnTo>
                  <a:pt x="17651" y="18678"/>
                </a:lnTo>
                <a:lnTo>
                  <a:pt x="18777" y="17601"/>
                </a:lnTo>
                <a:lnTo>
                  <a:pt x="19909" y="16551"/>
                </a:lnTo>
                <a:lnTo>
                  <a:pt x="21046" y="15526"/>
                </a:lnTo>
                <a:lnTo>
                  <a:pt x="22190" y="14526"/>
                </a:lnTo>
                <a:lnTo>
                  <a:pt x="23338" y="13549"/>
                </a:lnTo>
                <a:lnTo>
                  <a:pt x="24493" y="12595"/>
                </a:lnTo>
                <a:lnTo>
                  <a:pt x="25653" y="11662"/>
                </a:lnTo>
                <a:lnTo>
                  <a:pt x="26819" y="10750"/>
                </a:lnTo>
                <a:lnTo>
                  <a:pt x="27990" y="9858"/>
                </a:lnTo>
                <a:lnTo>
                  <a:pt x="29167" y="8985"/>
                </a:lnTo>
                <a:lnTo>
                  <a:pt x="30350" y="8129"/>
                </a:lnTo>
                <a:lnTo>
                  <a:pt x="31502" y="7328"/>
                </a:lnTo>
                <a:lnTo>
                  <a:pt x="32653" y="6549"/>
                </a:lnTo>
                <a:lnTo>
                  <a:pt x="33805" y="5792"/>
                </a:lnTo>
                <a:lnTo>
                  <a:pt x="34957" y="5058"/>
                </a:lnTo>
                <a:lnTo>
                  <a:pt x="36108" y="4347"/>
                </a:lnTo>
                <a:lnTo>
                  <a:pt x="37260" y="3658"/>
                </a:lnTo>
                <a:lnTo>
                  <a:pt x="38412" y="2992"/>
                </a:lnTo>
                <a:lnTo>
                  <a:pt x="39564" y="2349"/>
                </a:lnTo>
                <a:lnTo>
                  <a:pt x="40715" y="1728"/>
                </a:lnTo>
                <a:lnTo>
                  <a:pt x="41867" y="1129"/>
                </a:lnTo>
                <a:lnTo>
                  <a:pt x="43019" y="553"/>
                </a:lnTo>
                <a:lnTo>
                  <a:pt x="4417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3" name="Original native bar-chart element 103">
            <a:extLst xmlns:a="http://schemas.openxmlformats.org/drawingml/2006/main">
              <a:ext uri="{FF2B5EF4-FFF2-40B4-BE49-F238E27FC236}">
                <a16:creationId xmlns:a16="http://schemas.microsoft.com/office/drawing/2014/main" id="{475A7E24-2FAF-412D-BA38-5F3E7A64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42" y="2443194"/>
            <a:ext cx="132375" cy="100806"/>
          </a:xfrm>
          <a:custGeom xmlns:a="http://schemas.openxmlformats.org/drawingml/2006/main">
            <a:pathLst>
              <a:path w="132375" h="100806">
                <a:moveTo>
                  <a:pt x="12194" y="4065"/>
                </a:moveTo>
                <a:lnTo>
                  <a:pt x="33195" y="25066"/>
                </a:lnTo>
                <a:lnTo>
                  <a:pt x="58261" y="0"/>
                </a:lnTo>
                <a:lnTo>
                  <a:pt x="67746" y="9484"/>
                </a:lnTo>
                <a:lnTo>
                  <a:pt x="42680" y="34550"/>
                </a:lnTo>
                <a:lnTo>
                  <a:pt x="82921" y="74791"/>
                </a:lnTo>
                <a:lnTo>
                  <a:pt x="84417" y="76253"/>
                </a:lnTo>
                <a:lnTo>
                  <a:pt x="85856" y="77591"/>
                </a:lnTo>
                <a:lnTo>
                  <a:pt x="87237" y="78803"/>
                </a:lnTo>
                <a:lnTo>
                  <a:pt x="88561" y="79890"/>
                </a:lnTo>
                <a:lnTo>
                  <a:pt x="89827" y="80850"/>
                </a:lnTo>
                <a:lnTo>
                  <a:pt x="91033" y="81684"/>
                </a:lnTo>
                <a:lnTo>
                  <a:pt x="92181" y="82391"/>
                </a:lnTo>
                <a:lnTo>
                  <a:pt x="93268" y="82971"/>
                </a:lnTo>
                <a:lnTo>
                  <a:pt x="94296" y="83423"/>
                </a:lnTo>
                <a:lnTo>
                  <a:pt x="95262" y="83746"/>
                </a:lnTo>
                <a:lnTo>
                  <a:pt x="96168" y="83940"/>
                </a:lnTo>
                <a:lnTo>
                  <a:pt x="97012" y="84005"/>
                </a:lnTo>
                <a:lnTo>
                  <a:pt x="97876" y="83982"/>
                </a:lnTo>
                <a:lnTo>
                  <a:pt x="98774" y="83847"/>
                </a:lnTo>
                <a:lnTo>
                  <a:pt x="99707" y="83600"/>
                </a:lnTo>
                <a:lnTo>
                  <a:pt x="100675" y="83242"/>
                </a:lnTo>
                <a:lnTo>
                  <a:pt x="101679" y="82773"/>
                </a:lnTo>
                <a:lnTo>
                  <a:pt x="102720" y="82193"/>
                </a:lnTo>
                <a:lnTo>
                  <a:pt x="103796" y="81502"/>
                </a:lnTo>
                <a:lnTo>
                  <a:pt x="104911" y="80703"/>
                </a:lnTo>
                <a:lnTo>
                  <a:pt x="106062" y="79794"/>
                </a:lnTo>
                <a:lnTo>
                  <a:pt x="107252" y="78776"/>
                </a:lnTo>
                <a:lnTo>
                  <a:pt x="108481" y="77651"/>
                </a:lnTo>
                <a:lnTo>
                  <a:pt x="109748" y="76417"/>
                </a:lnTo>
                <a:lnTo>
                  <a:pt x="122213" y="63952"/>
                </a:lnTo>
                <a:lnTo>
                  <a:pt x="132375" y="74114"/>
                </a:lnTo>
                <a:lnTo>
                  <a:pt x="119910" y="86579"/>
                </a:lnTo>
                <a:lnTo>
                  <a:pt x="117564" y="88851"/>
                </a:lnTo>
                <a:lnTo>
                  <a:pt x="115269" y="90926"/>
                </a:lnTo>
                <a:lnTo>
                  <a:pt x="113025" y="92803"/>
                </a:lnTo>
                <a:lnTo>
                  <a:pt x="110832" y="94483"/>
                </a:lnTo>
                <a:lnTo>
                  <a:pt x="108690" y="95965"/>
                </a:lnTo>
                <a:lnTo>
                  <a:pt x="106598" y="97249"/>
                </a:lnTo>
                <a:lnTo>
                  <a:pt x="104557" y="98336"/>
                </a:lnTo>
                <a:lnTo>
                  <a:pt x="102567" y="99225"/>
                </a:lnTo>
                <a:lnTo>
                  <a:pt x="100628" y="99917"/>
                </a:lnTo>
                <a:lnTo>
                  <a:pt x="98739" y="100411"/>
                </a:lnTo>
                <a:lnTo>
                  <a:pt x="96902" y="100707"/>
                </a:lnTo>
                <a:lnTo>
                  <a:pt x="95115" y="100806"/>
                </a:lnTo>
                <a:lnTo>
                  <a:pt x="93331" y="100710"/>
                </a:lnTo>
                <a:lnTo>
                  <a:pt x="91502" y="100422"/>
                </a:lnTo>
                <a:lnTo>
                  <a:pt x="89628" y="99942"/>
                </a:lnTo>
                <a:lnTo>
                  <a:pt x="87708" y="99270"/>
                </a:lnTo>
                <a:lnTo>
                  <a:pt x="85744" y="98406"/>
                </a:lnTo>
                <a:lnTo>
                  <a:pt x="83734" y="97351"/>
                </a:lnTo>
                <a:lnTo>
                  <a:pt x="81679" y="96103"/>
                </a:lnTo>
                <a:lnTo>
                  <a:pt x="79579" y="94663"/>
                </a:lnTo>
                <a:lnTo>
                  <a:pt x="77433" y="93032"/>
                </a:lnTo>
                <a:lnTo>
                  <a:pt x="75243" y="91208"/>
                </a:lnTo>
                <a:lnTo>
                  <a:pt x="73007" y="89193"/>
                </a:lnTo>
                <a:lnTo>
                  <a:pt x="70727" y="86986"/>
                </a:lnTo>
                <a:lnTo>
                  <a:pt x="30486" y="46745"/>
                </a:lnTo>
                <a:lnTo>
                  <a:pt x="21543" y="55687"/>
                </a:lnTo>
                <a:lnTo>
                  <a:pt x="12059" y="46203"/>
                </a:lnTo>
                <a:lnTo>
                  <a:pt x="21001" y="37260"/>
                </a:lnTo>
                <a:lnTo>
                  <a:pt x="0" y="16259"/>
                </a:lnTo>
                <a:lnTo>
                  <a:pt x="12194" y="4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4" name="Original native bar-chart element 104">
            <a:extLst xmlns:a="http://schemas.openxmlformats.org/drawingml/2006/main">
              <a:ext uri="{FF2B5EF4-FFF2-40B4-BE49-F238E27FC236}">
                <a16:creationId xmlns:a16="http://schemas.microsoft.com/office/drawing/2014/main" id="{FC2BB9E6-EF81-4AF2-B3F2-85A3E864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2075" y="2382087"/>
            <a:ext cx="109206" cy="121942"/>
          </a:xfrm>
          <a:custGeom xmlns:a="http://schemas.openxmlformats.org/drawingml/2006/main">
            <a:pathLst>
              <a:path w="109206" h="121942">
                <a:moveTo>
                  <a:pt x="44170" y="0"/>
                </a:moveTo>
                <a:lnTo>
                  <a:pt x="55687" y="11517"/>
                </a:lnTo>
                <a:lnTo>
                  <a:pt x="54405" y="11997"/>
                </a:lnTo>
                <a:lnTo>
                  <a:pt x="53135" y="12489"/>
                </a:lnTo>
                <a:lnTo>
                  <a:pt x="51876" y="12994"/>
                </a:lnTo>
                <a:lnTo>
                  <a:pt x="50629" y="13514"/>
                </a:lnTo>
                <a:lnTo>
                  <a:pt x="49392" y="14049"/>
                </a:lnTo>
                <a:lnTo>
                  <a:pt x="48167" y="14599"/>
                </a:lnTo>
                <a:lnTo>
                  <a:pt x="46953" y="15167"/>
                </a:lnTo>
                <a:lnTo>
                  <a:pt x="45751" y="15752"/>
                </a:lnTo>
                <a:lnTo>
                  <a:pt x="44560" y="16356"/>
                </a:lnTo>
                <a:lnTo>
                  <a:pt x="43380" y="16980"/>
                </a:lnTo>
                <a:lnTo>
                  <a:pt x="42211" y="17625"/>
                </a:lnTo>
                <a:lnTo>
                  <a:pt x="41054" y="18291"/>
                </a:lnTo>
                <a:lnTo>
                  <a:pt x="39908" y="19042"/>
                </a:lnTo>
                <a:lnTo>
                  <a:pt x="38774" y="19806"/>
                </a:lnTo>
                <a:lnTo>
                  <a:pt x="37652" y="20584"/>
                </a:lnTo>
                <a:lnTo>
                  <a:pt x="36543" y="21378"/>
                </a:lnTo>
                <a:lnTo>
                  <a:pt x="35446" y="22188"/>
                </a:lnTo>
                <a:lnTo>
                  <a:pt x="34364" y="23017"/>
                </a:lnTo>
                <a:lnTo>
                  <a:pt x="33296" y="23865"/>
                </a:lnTo>
                <a:lnTo>
                  <a:pt x="32242" y="24735"/>
                </a:lnTo>
                <a:lnTo>
                  <a:pt x="31203" y="25627"/>
                </a:lnTo>
                <a:lnTo>
                  <a:pt x="30180" y="26543"/>
                </a:lnTo>
                <a:lnTo>
                  <a:pt x="29173" y="27485"/>
                </a:lnTo>
                <a:lnTo>
                  <a:pt x="28182" y="28453"/>
                </a:lnTo>
                <a:lnTo>
                  <a:pt x="26709" y="29966"/>
                </a:lnTo>
                <a:lnTo>
                  <a:pt x="25338" y="31456"/>
                </a:lnTo>
                <a:lnTo>
                  <a:pt x="24069" y="32922"/>
                </a:lnTo>
                <a:lnTo>
                  <a:pt x="22903" y="34365"/>
                </a:lnTo>
                <a:lnTo>
                  <a:pt x="21841" y="35783"/>
                </a:lnTo>
                <a:lnTo>
                  <a:pt x="20883" y="37175"/>
                </a:lnTo>
                <a:lnTo>
                  <a:pt x="20029" y="38543"/>
                </a:lnTo>
                <a:lnTo>
                  <a:pt x="19280" y="39885"/>
                </a:lnTo>
                <a:lnTo>
                  <a:pt x="18636" y="41200"/>
                </a:lnTo>
                <a:lnTo>
                  <a:pt x="18099" y="42489"/>
                </a:lnTo>
                <a:lnTo>
                  <a:pt x="17667" y="43750"/>
                </a:lnTo>
                <a:lnTo>
                  <a:pt x="17343" y="44983"/>
                </a:lnTo>
                <a:lnTo>
                  <a:pt x="17120" y="46189"/>
                </a:lnTo>
                <a:lnTo>
                  <a:pt x="16994" y="47366"/>
                </a:lnTo>
                <a:lnTo>
                  <a:pt x="16964" y="48517"/>
                </a:lnTo>
                <a:lnTo>
                  <a:pt x="17032" y="49640"/>
                </a:lnTo>
                <a:lnTo>
                  <a:pt x="17197" y="50737"/>
                </a:lnTo>
                <a:lnTo>
                  <a:pt x="17461" y="51809"/>
                </a:lnTo>
                <a:lnTo>
                  <a:pt x="17824" y="52854"/>
                </a:lnTo>
                <a:lnTo>
                  <a:pt x="18286" y="53875"/>
                </a:lnTo>
                <a:lnTo>
                  <a:pt x="18848" y="54872"/>
                </a:lnTo>
                <a:lnTo>
                  <a:pt x="19510" y="55844"/>
                </a:lnTo>
                <a:lnTo>
                  <a:pt x="20273" y="56793"/>
                </a:lnTo>
                <a:lnTo>
                  <a:pt x="21137" y="57719"/>
                </a:lnTo>
                <a:lnTo>
                  <a:pt x="21857" y="58394"/>
                </a:lnTo>
                <a:lnTo>
                  <a:pt x="22594" y="58996"/>
                </a:lnTo>
                <a:lnTo>
                  <a:pt x="23349" y="59525"/>
                </a:lnTo>
                <a:lnTo>
                  <a:pt x="24123" y="59983"/>
                </a:lnTo>
                <a:lnTo>
                  <a:pt x="24915" y="60368"/>
                </a:lnTo>
                <a:lnTo>
                  <a:pt x="25726" y="60683"/>
                </a:lnTo>
                <a:lnTo>
                  <a:pt x="26558" y="60928"/>
                </a:lnTo>
                <a:lnTo>
                  <a:pt x="27409" y="61102"/>
                </a:lnTo>
                <a:lnTo>
                  <a:pt x="28282" y="61206"/>
                </a:lnTo>
                <a:lnTo>
                  <a:pt x="29175" y="61242"/>
                </a:lnTo>
                <a:lnTo>
                  <a:pt x="30090" y="61208"/>
                </a:lnTo>
                <a:lnTo>
                  <a:pt x="31028" y="61107"/>
                </a:lnTo>
                <a:lnTo>
                  <a:pt x="32021" y="60926"/>
                </a:lnTo>
                <a:lnTo>
                  <a:pt x="33104" y="60654"/>
                </a:lnTo>
                <a:lnTo>
                  <a:pt x="34275" y="60289"/>
                </a:lnTo>
                <a:lnTo>
                  <a:pt x="35534" y="59832"/>
                </a:lnTo>
                <a:lnTo>
                  <a:pt x="36879" y="59281"/>
                </a:lnTo>
                <a:lnTo>
                  <a:pt x="38310" y="58634"/>
                </a:lnTo>
                <a:lnTo>
                  <a:pt x="39826" y="57891"/>
                </a:lnTo>
                <a:lnTo>
                  <a:pt x="41425" y="57052"/>
                </a:lnTo>
                <a:lnTo>
                  <a:pt x="43107" y="56115"/>
                </a:lnTo>
                <a:lnTo>
                  <a:pt x="44872" y="55079"/>
                </a:lnTo>
                <a:lnTo>
                  <a:pt x="46717" y="53943"/>
                </a:lnTo>
                <a:lnTo>
                  <a:pt x="48641" y="52706"/>
                </a:lnTo>
                <a:lnTo>
                  <a:pt x="53790" y="49454"/>
                </a:lnTo>
                <a:lnTo>
                  <a:pt x="56395" y="47831"/>
                </a:lnTo>
                <a:lnTo>
                  <a:pt x="58927" y="46348"/>
                </a:lnTo>
                <a:lnTo>
                  <a:pt x="61384" y="45002"/>
                </a:lnTo>
                <a:lnTo>
                  <a:pt x="63766" y="43794"/>
                </a:lnTo>
                <a:lnTo>
                  <a:pt x="66073" y="42721"/>
                </a:lnTo>
                <a:lnTo>
                  <a:pt x="68305" y="41782"/>
                </a:lnTo>
                <a:lnTo>
                  <a:pt x="70460" y="40976"/>
                </a:lnTo>
                <a:lnTo>
                  <a:pt x="72538" y="40301"/>
                </a:lnTo>
                <a:lnTo>
                  <a:pt x="74539" y="39756"/>
                </a:lnTo>
                <a:lnTo>
                  <a:pt x="76463" y="39340"/>
                </a:lnTo>
                <a:lnTo>
                  <a:pt x="78309" y="39050"/>
                </a:lnTo>
                <a:lnTo>
                  <a:pt x="80075" y="38886"/>
                </a:lnTo>
                <a:lnTo>
                  <a:pt x="81797" y="38914"/>
                </a:lnTo>
                <a:lnTo>
                  <a:pt x="83506" y="39067"/>
                </a:lnTo>
                <a:lnTo>
                  <a:pt x="85201" y="39345"/>
                </a:lnTo>
                <a:lnTo>
                  <a:pt x="86880" y="39749"/>
                </a:lnTo>
                <a:lnTo>
                  <a:pt x="88543" y="40279"/>
                </a:lnTo>
                <a:lnTo>
                  <a:pt x="90187" y="40935"/>
                </a:lnTo>
                <a:lnTo>
                  <a:pt x="91811" y="41719"/>
                </a:lnTo>
                <a:lnTo>
                  <a:pt x="93414" y="42630"/>
                </a:lnTo>
                <a:lnTo>
                  <a:pt x="94994" y="43668"/>
                </a:lnTo>
                <a:lnTo>
                  <a:pt x="96551" y="44836"/>
                </a:lnTo>
                <a:lnTo>
                  <a:pt x="98082" y="46132"/>
                </a:lnTo>
                <a:lnTo>
                  <a:pt x="99586" y="47558"/>
                </a:lnTo>
                <a:lnTo>
                  <a:pt x="101226" y="49310"/>
                </a:lnTo>
                <a:lnTo>
                  <a:pt x="102691" y="51114"/>
                </a:lnTo>
                <a:lnTo>
                  <a:pt x="103981" y="52969"/>
                </a:lnTo>
                <a:lnTo>
                  <a:pt x="105096" y="54874"/>
                </a:lnTo>
                <a:lnTo>
                  <a:pt x="106036" y="56830"/>
                </a:lnTo>
                <a:lnTo>
                  <a:pt x="106801" y="58837"/>
                </a:lnTo>
                <a:lnTo>
                  <a:pt x="107391" y="60895"/>
                </a:lnTo>
                <a:lnTo>
                  <a:pt x="107806" y="63004"/>
                </a:lnTo>
                <a:lnTo>
                  <a:pt x="108046" y="65163"/>
                </a:lnTo>
                <a:lnTo>
                  <a:pt x="108111" y="67373"/>
                </a:lnTo>
                <a:lnTo>
                  <a:pt x="108001" y="69634"/>
                </a:lnTo>
                <a:lnTo>
                  <a:pt x="107716" y="71946"/>
                </a:lnTo>
                <a:lnTo>
                  <a:pt x="107287" y="74317"/>
                </a:lnTo>
                <a:lnTo>
                  <a:pt x="106680" y="76688"/>
                </a:lnTo>
                <a:lnTo>
                  <a:pt x="105895" y="79059"/>
                </a:lnTo>
                <a:lnTo>
                  <a:pt x="104936" y="81430"/>
                </a:lnTo>
                <a:lnTo>
                  <a:pt x="103803" y="83802"/>
                </a:lnTo>
                <a:lnTo>
                  <a:pt x="102499" y="86173"/>
                </a:lnTo>
                <a:lnTo>
                  <a:pt x="101026" y="88544"/>
                </a:lnTo>
                <a:lnTo>
                  <a:pt x="99386" y="90915"/>
                </a:lnTo>
                <a:lnTo>
                  <a:pt x="97579" y="93286"/>
                </a:lnTo>
                <a:lnTo>
                  <a:pt x="95609" y="95657"/>
                </a:lnTo>
                <a:lnTo>
                  <a:pt x="93478" y="98028"/>
                </a:lnTo>
                <a:lnTo>
                  <a:pt x="91186" y="100399"/>
                </a:lnTo>
                <a:lnTo>
                  <a:pt x="90161" y="101407"/>
                </a:lnTo>
                <a:lnTo>
                  <a:pt x="89119" y="102400"/>
                </a:lnTo>
                <a:lnTo>
                  <a:pt x="88059" y="103378"/>
                </a:lnTo>
                <a:lnTo>
                  <a:pt x="86981" y="104344"/>
                </a:lnTo>
                <a:lnTo>
                  <a:pt x="85883" y="105298"/>
                </a:lnTo>
                <a:lnTo>
                  <a:pt x="84767" y="106242"/>
                </a:lnTo>
                <a:lnTo>
                  <a:pt x="83631" y="107178"/>
                </a:lnTo>
                <a:lnTo>
                  <a:pt x="82474" y="108107"/>
                </a:lnTo>
                <a:lnTo>
                  <a:pt x="81297" y="109030"/>
                </a:lnTo>
                <a:lnTo>
                  <a:pt x="80099" y="109949"/>
                </a:lnTo>
                <a:lnTo>
                  <a:pt x="78879" y="110866"/>
                </a:lnTo>
                <a:lnTo>
                  <a:pt x="77637" y="111781"/>
                </a:lnTo>
                <a:lnTo>
                  <a:pt x="76372" y="112689"/>
                </a:lnTo>
                <a:lnTo>
                  <a:pt x="75084" y="113587"/>
                </a:lnTo>
                <a:lnTo>
                  <a:pt x="73771" y="114473"/>
                </a:lnTo>
                <a:lnTo>
                  <a:pt x="72433" y="115348"/>
                </a:lnTo>
                <a:lnTo>
                  <a:pt x="71068" y="116212"/>
                </a:lnTo>
                <a:lnTo>
                  <a:pt x="69677" y="117065"/>
                </a:lnTo>
                <a:lnTo>
                  <a:pt x="68257" y="117906"/>
                </a:lnTo>
                <a:lnTo>
                  <a:pt x="66807" y="118736"/>
                </a:lnTo>
                <a:lnTo>
                  <a:pt x="65328" y="119554"/>
                </a:lnTo>
                <a:lnTo>
                  <a:pt x="63818" y="120362"/>
                </a:lnTo>
                <a:lnTo>
                  <a:pt x="62275" y="121158"/>
                </a:lnTo>
                <a:lnTo>
                  <a:pt x="60700" y="121942"/>
                </a:lnTo>
                <a:lnTo>
                  <a:pt x="48099" y="109342"/>
                </a:lnTo>
                <a:lnTo>
                  <a:pt x="49813" y="108820"/>
                </a:lnTo>
                <a:lnTo>
                  <a:pt x="51497" y="108270"/>
                </a:lnTo>
                <a:lnTo>
                  <a:pt x="53153" y="107692"/>
                </a:lnTo>
                <a:lnTo>
                  <a:pt x="54779" y="107088"/>
                </a:lnTo>
                <a:lnTo>
                  <a:pt x="56374" y="106458"/>
                </a:lnTo>
                <a:lnTo>
                  <a:pt x="57940" y="105802"/>
                </a:lnTo>
                <a:lnTo>
                  <a:pt x="59474" y="105120"/>
                </a:lnTo>
                <a:lnTo>
                  <a:pt x="60976" y="104414"/>
                </a:lnTo>
                <a:lnTo>
                  <a:pt x="62447" y="103683"/>
                </a:lnTo>
                <a:lnTo>
                  <a:pt x="63885" y="102928"/>
                </a:lnTo>
                <a:lnTo>
                  <a:pt x="65290" y="102149"/>
                </a:lnTo>
                <a:lnTo>
                  <a:pt x="66662" y="101348"/>
                </a:lnTo>
                <a:lnTo>
                  <a:pt x="68037" y="100555"/>
                </a:lnTo>
                <a:lnTo>
                  <a:pt x="69384" y="99734"/>
                </a:lnTo>
                <a:lnTo>
                  <a:pt x="70703" y="98886"/>
                </a:lnTo>
                <a:lnTo>
                  <a:pt x="71996" y="98011"/>
                </a:lnTo>
                <a:lnTo>
                  <a:pt x="73263" y="97109"/>
                </a:lnTo>
                <a:lnTo>
                  <a:pt x="74503" y="96182"/>
                </a:lnTo>
                <a:lnTo>
                  <a:pt x="75719" y="95229"/>
                </a:lnTo>
                <a:lnTo>
                  <a:pt x="76909" y="94252"/>
                </a:lnTo>
                <a:lnTo>
                  <a:pt x="78075" y="93250"/>
                </a:lnTo>
                <a:lnTo>
                  <a:pt x="79217" y="92224"/>
                </a:lnTo>
                <a:lnTo>
                  <a:pt x="80335" y="91174"/>
                </a:lnTo>
                <a:lnTo>
                  <a:pt x="81430" y="90102"/>
                </a:lnTo>
                <a:lnTo>
                  <a:pt x="82808" y="88685"/>
                </a:lnTo>
                <a:lnTo>
                  <a:pt x="84094" y="87280"/>
                </a:lnTo>
                <a:lnTo>
                  <a:pt x="85290" y="85887"/>
                </a:lnTo>
                <a:lnTo>
                  <a:pt x="86393" y="84507"/>
                </a:lnTo>
                <a:lnTo>
                  <a:pt x="87405" y="83139"/>
                </a:lnTo>
                <a:lnTo>
                  <a:pt x="88324" y="81786"/>
                </a:lnTo>
                <a:lnTo>
                  <a:pt x="89149" y="80447"/>
                </a:lnTo>
                <a:lnTo>
                  <a:pt x="89881" y="79122"/>
                </a:lnTo>
                <a:lnTo>
                  <a:pt x="90519" y="77812"/>
                </a:lnTo>
                <a:lnTo>
                  <a:pt x="91062" y="76518"/>
                </a:lnTo>
                <a:lnTo>
                  <a:pt x="91510" y="75240"/>
                </a:lnTo>
                <a:lnTo>
                  <a:pt x="91863" y="73978"/>
                </a:lnTo>
                <a:lnTo>
                  <a:pt x="92086" y="72768"/>
                </a:lnTo>
                <a:lnTo>
                  <a:pt x="92213" y="71575"/>
                </a:lnTo>
                <a:lnTo>
                  <a:pt x="92242" y="70403"/>
                </a:lnTo>
                <a:lnTo>
                  <a:pt x="92174" y="69251"/>
                </a:lnTo>
                <a:lnTo>
                  <a:pt x="92009" y="68122"/>
                </a:lnTo>
                <a:lnTo>
                  <a:pt x="91745" y="67017"/>
                </a:lnTo>
                <a:lnTo>
                  <a:pt x="91382" y="65938"/>
                </a:lnTo>
                <a:lnTo>
                  <a:pt x="90920" y="64885"/>
                </a:lnTo>
                <a:lnTo>
                  <a:pt x="90358" y="63861"/>
                </a:lnTo>
                <a:lnTo>
                  <a:pt x="89696" y="62866"/>
                </a:lnTo>
                <a:lnTo>
                  <a:pt x="88933" y="61902"/>
                </a:lnTo>
                <a:lnTo>
                  <a:pt x="88069" y="60971"/>
                </a:lnTo>
                <a:lnTo>
                  <a:pt x="87245" y="60198"/>
                </a:lnTo>
                <a:lnTo>
                  <a:pt x="86400" y="59503"/>
                </a:lnTo>
                <a:lnTo>
                  <a:pt x="85535" y="58886"/>
                </a:lnTo>
                <a:lnTo>
                  <a:pt x="84652" y="58347"/>
                </a:lnTo>
                <a:lnTo>
                  <a:pt x="83752" y="57885"/>
                </a:lnTo>
                <a:lnTo>
                  <a:pt x="82836" y="57499"/>
                </a:lnTo>
                <a:lnTo>
                  <a:pt x="81906" y="57190"/>
                </a:lnTo>
                <a:lnTo>
                  <a:pt x="80964" y="56957"/>
                </a:lnTo>
                <a:lnTo>
                  <a:pt x="80010" y="56798"/>
                </a:lnTo>
                <a:lnTo>
                  <a:pt x="79046" y="56715"/>
                </a:lnTo>
                <a:lnTo>
                  <a:pt x="78074" y="56706"/>
                </a:lnTo>
                <a:lnTo>
                  <a:pt x="77095" y="56771"/>
                </a:lnTo>
                <a:lnTo>
                  <a:pt x="76056" y="56929"/>
                </a:lnTo>
                <a:lnTo>
                  <a:pt x="74905" y="57201"/>
                </a:lnTo>
                <a:lnTo>
                  <a:pt x="73642" y="57586"/>
                </a:lnTo>
                <a:lnTo>
                  <a:pt x="72267" y="58086"/>
                </a:lnTo>
                <a:lnTo>
                  <a:pt x="70782" y="58700"/>
                </a:lnTo>
                <a:lnTo>
                  <a:pt x="69185" y="59430"/>
                </a:lnTo>
                <a:lnTo>
                  <a:pt x="67479" y="60275"/>
                </a:lnTo>
                <a:lnTo>
                  <a:pt x="65663" y="61237"/>
                </a:lnTo>
                <a:lnTo>
                  <a:pt x="63738" y="62316"/>
                </a:lnTo>
                <a:lnTo>
                  <a:pt x="61704" y="63511"/>
                </a:lnTo>
                <a:lnTo>
                  <a:pt x="59563" y="64824"/>
                </a:lnTo>
                <a:lnTo>
                  <a:pt x="57313" y="66255"/>
                </a:lnTo>
                <a:lnTo>
                  <a:pt x="52164" y="69507"/>
                </a:lnTo>
                <a:lnTo>
                  <a:pt x="49886" y="70938"/>
                </a:lnTo>
                <a:lnTo>
                  <a:pt x="47660" y="72250"/>
                </a:lnTo>
                <a:lnTo>
                  <a:pt x="45487" y="73441"/>
                </a:lnTo>
                <a:lnTo>
                  <a:pt x="43367" y="74510"/>
                </a:lnTo>
                <a:lnTo>
                  <a:pt x="41302" y="75458"/>
                </a:lnTo>
                <a:lnTo>
                  <a:pt x="39293" y="76282"/>
                </a:lnTo>
                <a:lnTo>
                  <a:pt x="37339" y="76982"/>
                </a:lnTo>
                <a:lnTo>
                  <a:pt x="35444" y="77556"/>
                </a:lnTo>
                <a:lnTo>
                  <a:pt x="33606" y="78005"/>
                </a:lnTo>
                <a:lnTo>
                  <a:pt x="31828" y="78327"/>
                </a:lnTo>
                <a:lnTo>
                  <a:pt x="30110" y="78520"/>
                </a:lnTo>
                <a:lnTo>
                  <a:pt x="28453" y="78585"/>
                </a:lnTo>
                <a:lnTo>
                  <a:pt x="26805" y="78557"/>
                </a:lnTo>
                <a:lnTo>
                  <a:pt x="25178" y="78404"/>
                </a:lnTo>
                <a:lnTo>
                  <a:pt x="23571" y="78128"/>
                </a:lnTo>
                <a:lnTo>
                  <a:pt x="21985" y="77727"/>
                </a:lnTo>
                <a:lnTo>
                  <a:pt x="20417" y="77202"/>
                </a:lnTo>
                <a:lnTo>
                  <a:pt x="18867" y="76553"/>
                </a:lnTo>
                <a:lnTo>
                  <a:pt x="17334" y="75779"/>
                </a:lnTo>
                <a:lnTo>
                  <a:pt x="15817" y="74882"/>
                </a:lnTo>
                <a:lnTo>
                  <a:pt x="14316" y="73860"/>
                </a:lnTo>
                <a:lnTo>
                  <a:pt x="12828" y="72714"/>
                </a:lnTo>
                <a:lnTo>
                  <a:pt x="11353" y="71444"/>
                </a:lnTo>
                <a:lnTo>
                  <a:pt x="9891" y="70049"/>
                </a:lnTo>
                <a:lnTo>
                  <a:pt x="8245" y="68302"/>
                </a:lnTo>
                <a:lnTo>
                  <a:pt x="6764" y="66516"/>
                </a:lnTo>
                <a:lnTo>
                  <a:pt x="5447" y="64691"/>
                </a:lnTo>
                <a:lnTo>
                  <a:pt x="4296" y="62828"/>
                </a:lnTo>
                <a:lnTo>
                  <a:pt x="3310" y="60927"/>
                </a:lnTo>
                <a:lnTo>
                  <a:pt x="2490" y="58990"/>
                </a:lnTo>
                <a:lnTo>
                  <a:pt x="1836" y="57015"/>
                </a:lnTo>
                <a:lnTo>
                  <a:pt x="1350" y="55005"/>
                </a:lnTo>
                <a:lnTo>
                  <a:pt x="1031" y="52958"/>
                </a:lnTo>
                <a:lnTo>
                  <a:pt x="880" y="50876"/>
                </a:lnTo>
                <a:lnTo>
                  <a:pt x="898" y="48760"/>
                </a:lnTo>
                <a:lnTo>
                  <a:pt x="1084" y="46609"/>
                </a:lnTo>
                <a:lnTo>
                  <a:pt x="1440" y="44436"/>
                </a:lnTo>
                <a:lnTo>
                  <a:pt x="1965" y="42251"/>
                </a:lnTo>
                <a:lnTo>
                  <a:pt x="2659" y="40055"/>
                </a:lnTo>
                <a:lnTo>
                  <a:pt x="3523" y="37847"/>
                </a:lnTo>
                <a:lnTo>
                  <a:pt x="4556" y="35629"/>
                </a:lnTo>
                <a:lnTo>
                  <a:pt x="5758" y="33399"/>
                </a:lnTo>
                <a:lnTo>
                  <a:pt x="7130" y="31157"/>
                </a:lnTo>
                <a:lnTo>
                  <a:pt x="8671" y="28905"/>
                </a:lnTo>
                <a:lnTo>
                  <a:pt x="10382" y="26641"/>
                </a:lnTo>
                <a:lnTo>
                  <a:pt x="12262" y="24366"/>
                </a:lnTo>
                <a:lnTo>
                  <a:pt x="14311" y="22079"/>
                </a:lnTo>
                <a:lnTo>
                  <a:pt x="16530" y="19782"/>
                </a:lnTo>
                <a:lnTo>
                  <a:pt x="17651" y="18678"/>
                </a:lnTo>
                <a:lnTo>
                  <a:pt x="18777" y="17601"/>
                </a:lnTo>
                <a:lnTo>
                  <a:pt x="19909" y="16551"/>
                </a:lnTo>
                <a:lnTo>
                  <a:pt x="21046" y="15526"/>
                </a:lnTo>
                <a:lnTo>
                  <a:pt x="22190" y="14526"/>
                </a:lnTo>
                <a:lnTo>
                  <a:pt x="23338" y="13549"/>
                </a:lnTo>
                <a:lnTo>
                  <a:pt x="24493" y="12595"/>
                </a:lnTo>
                <a:lnTo>
                  <a:pt x="25653" y="11662"/>
                </a:lnTo>
                <a:lnTo>
                  <a:pt x="26819" y="10750"/>
                </a:lnTo>
                <a:lnTo>
                  <a:pt x="27990" y="9858"/>
                </a:lnTo>
                <a:lnTo>
                  <a:pt x="29167" y="8985"/>
                </a:lnTo>
                <a:lnTo>
                  <a:pt x="30350" y="8129"/>
                </a:lnTo>
                <a:lnTo>
                  <a:pt x="31502" y="7328"/>
                </a:lnTo>
                <a:lnTo>
                  <a:pt x="32653" y="6549"/>
                </a:lnTo>
                <a:lnTo>
                  <a:pt x="33805" y="5792"/>
                </a:lnTo>
                <a:lnTo>
                  <a:pt x="34957" y="5058"/>
                </a:lnTo>
                <a:lnTo>
                  <a:pt x="36108" y="4347"/>
                </a:lnTo>
                <a:lnTo>
                  <a:pt x="37260" y="3658"/>
                </a:lnTo>
                <a:lnTo>
                  <a:pt x="38412" y="2992"/>
                </a:lnTo>
                <a:lnTo>
                  <a:pt x="39564" y="2349"/>
                </a:lnTo>
                <a:lnTo>
                  <a:pt x="40715" y="1728"/>
                </a:lnTo>
                <a:lnTo>
                  <a:pt x="41867" y="1129"/>
                </a:lnTo>
                <a:lnTo>
                  <a:pt x="43019" y="553"/>
                </a:lnTo>
                <a:lnTo>
                  <a:pt x="4417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5" name="Original native bar-chart element 105">
            <a:extLst xmlns:a="http://schemas.openxmlformats.org/drawingml/2006/main">
              <a:ext uri="{FF2B5EF4-FFF2-40B4-BE49-F238E27FC236}">
                <a16:creationId xmlns:a16="http://schemas.microsoft.com/office/drawing/2014/main" id="{3092EF74-DB92-41F0-9276-C8680008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197" y="3372791"/>
            <a:ext cx="127998" cy="139687"/>
          </a:xfrm>
          <a:custGeom xmlns:a="http://schemas.openxmlformats.org/drawingml/2006/main">
            <a:pathLst>
              <a:path w="127998" h="139687">
                <a:moveTo>
                  <a:pt x="63999" y="18587"/>
                </a:moveTo>
                <a:lnTo>
                  <a:pt x="38323" y="88142"/>
                </a:lnTo>
                <a:lnTo>
                  <a:pt x="89675" y="88142"/>
                </a:lnTo>
                <a:lnTo>
                  <a:pt x="63999" y="18587"/>
                </a:lnTo>
                <a:close/>
                <a:moveTo>
                  <a:pt x="53269" y="0"/>
                </a:moveTo>
                <a:lnTo>
                  <a:pt x="74729" y="0"/>
                </a:lnTo>
                <a:lnTo>
                  <a:pt x="127998" y="139687"/>
                </a:lnTo>
                <a:lnTo>
                  <a:pt x="108262" y="139687"/>
                </a:lnTo>
                <a:lnTo>
                  <a:pt x="95615" y="103855"/>
                </a:lnTo>
                <a:lnTo>
                  <a:pt x="32574" y="103855"/>
                </a:lnTo>
                <a:lnTo>
                  <a:pt x="19928" y="139687"/>
                </a:lnTo>
                <a:lnTo>
                  <a:pt x="0" y="139687"/>
                </a:lnTo>
                <a:lnTo>
                  <a:pt x="532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6" name="Original native bar-chart element 106">
            <a:extLst xmlns:a="http://schemas.openxmlformats.org/drawingml/2006/main">
              <a:ext uri="{FF2B5EF4-FFF2-40B4-BE49-F238E27FC236}">
                <a16:creationId xmlns:a16="http://schemas.microsoft.com/office/drawing/2014/main" id="{85D02379-3C1B-48E7-B1BD-39A1F7BA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013" y="3405174"/>
            <a:ext cx="82969" cy="109795"/>
          </a:xfrm>
          <a:custGeom xmlns:a="http://schemas.openxmlformats.org/drawingml/2006/main">
            <a:pathLst>
              <a:path w="82969" h="109795">
                <a:moveTo>
                  <a:pt x="82969" y="6515"/>
                </a:moveTo>
                <a:lnTo>
                  <a:pt x="82969" y="22610"/>
                </a:lnTo>
                <a:lnTo>
                  <a:pt x="81727" y="21956"/>
                </a:lnTo>
                <a:lnTo>
                  <a:pt x="80492" y="21332"/>
                </a:lnTo>
                <a:lnTo>
                  <a:pt x="79262" y="20739"/>
                </a:lnTo>
                <a:lnTo>
                  <a:pt x="78037" y="20176"/>
                </a:lnTo>
                <a:lnTo>
                  <a:pt x="76813" y="19643"/>
                </a:lnTo>
                <a:lnTo>
                  <a:pt x="75592" y="19137"/>
                </a:lnTo>
                <a:lnTo>
                  <a:pt x="74370" y="18660"/>
                </a:lnTo>
                <a:lnTo>
                  <a:pt x="73147" y="18210"/>
                </a:lnTo>
                <a:lnTo>
                  <a:pt x="71921" y="17787"/>
                </a:lnTo>
                <a:lnTo>
                  <a:pt x="70691" y="17390"/>
                </a:lnTo>
                <a:lnTo>
                  <a:pt x="69456" y="17018"/>
                </a:lnTo>
                <a:lnTo>
                  <a:pt x="68215" y="16670"/>
                </a:lnTo>
                <a:lnTo>
                  <a:pt x="66973" y="16347"/>
                </a:lnTo>
                <a:lnTo>
                  <a:pt x="65738" y="16049"/>
                </a:lnTo>
                <a:lnTo>
                  <a:pt x="64508" y="15775"/>
                </a:lnTo>
                <a:lnTo>
                  <a:pt x="63282" y="15528"/>
                </a:lnTo>
                <a:lnTo>
                  <a:pt x="62059" y="15307"/>
                </a:lnTo>
                <a:lnTo>
                  <a:pt x="60837" y="15114"/>
                </a:lnTo>
                <a:lnTo>
                  <a:pt x="59616" y="14948"/>
                </a:lnTo>
                <a:lnTo>
                  <a:pt x="58393" y="14811"/>
                </a:lnTo>
                <a:lnTo>
                  <a:pt x="57167" y="14703"/>
                </a:lnTo>
                <a:lnTo>
                  <a:pt x="55937" y="14626"/>
                </a:lnTo>
                <a:lnTo>
                  <a:pt x="54702" y="14579"/>
                </a:lnTo>
                <a:lnTo>
                  <a:pt x="53460" y="14563"/>
                </a:lnTo>
                <a:lnTo>
                  <a:pt x="50730" y="14638"/>
                </a:lnTo>
                <a:lnTo>
                  <a:pt x="48097" y="14865"/>
                </a:lnTo>
                <a:lnTo>
                  <a:pt x="45562" y="15242"/>
                </a:lnTo>
                <a:lnTo>
                  <a:pt x="43127" y="15769"/>
                </a:lnTo>
                <a:lnTo>
                  <a:pt x="40794" y="16445"/>
                </a:lnTo>
                <a:lnTo>
                  <a:pt x="38562" y="17269"/>
                </a:lnTo>
                <a:lnTo>
                  <a:pt x="36435" y="18241"/>
                </a:lnTo>
                <a:lnTo>
                  <a:pt x="34412" y="19360"/>
                </a:lnTo>
                <a:lnTo>
                  <a:pt x="32497" y="20625"/>
                </a:lnTo>
                <a:lnTo>
                  <a:pt x="30688" y="22036"/>
                </a:lnTo>
                <a:lnTo>
                  <a:pt x="28989" y="23593"/>
                </a:lnTo>
                <a:lnTo>
                  <a:pt x="27401" y="25293"/>
                </a:lnTo>
                <a:lnTo>
                  <a:pt x="25932" y="27125"/>
                </a:lnTo>
                <a:lnTo>
                  <a:pt x="24590" y="29077"/>
                </a:lnTo>
                <a:lnTo>
                  <a:pt x="23377" y="31146"/>
                </a:lnTo>
                <a:lnTo>
                  <a:pt x="22291" y="33334"/>
                </a:lnTo>
                <a:lnTo>
                  <a:pt x="21333" y="35638"/>
                </a:lnTo>
                <a:lnTo>
                  <a:pt x="20503" y="38059"/>
                </a:lnTo>
                <a:lnTo>
                  <a:pt x="19800" y="40596"/>
                </a:lnTo>
                <a:lnTo>
                  <a:pt x="19225" y="43248"/>
                </a:lnTo>
                <a:lnTo>
                  <a:pt x="18778" y="46014"/>
                </a:lnTo>
                <a:lnTo>
                  <a:pt x="18459" y="48894"/>
                </a:lnTo>
                <a:lnTo>
                  <a:pt x="18267" y="51888"/>
                </a:lnTo>
                <a:lnTo>
                  <a:pt x="18203" y="54993"/>
                </a:lnTo>
                <a:lnTo>
                  <a:pt x="18267" y="58143"/>
                </a:lnTo>
                <a:lnTo>
                  <a:pt x="18459" y="61173"/>
                </a:lnTo>
                <a:lnTo>
                  <a:pt x="18778" y="64083"/>
                </a:lnTo>
                <a:lnTo>
                  <a:pt x="19225" y="66873"/>
                </a:lnTo>
                <a:lnTo>
                  <a:pt x="19800" y="69544"/>
                </a:lnTo>
                <a:lnTo>
                  <a:pt x="20503" y="72095"/>
                </a:lnTo>
                <a:lnTo>
                  <a:pt x="21333" y="74526"/>
                </a:lnTo>
                <a:lnTo>
                  <a:pt x="22291" y="76837"/>
                </a:lnTo>
                <a:lnTo>
                  <a:pt x="23377" y="79029"/>
                </a:lnTo>
                <a:lnTo>
                  <a:pt x="24590" y="81101"/>
                </a:lnTo>
                <a:lnTo>
                  <a:pt x="25932" y="83053"/>
                </a:lnTo>
                <a:lnTo>
                  <a:pt x="27401" y="84885"/>
                </a:lnTo>
                <a:lnTo>
                  <a:pt x="28989" y="86582"/>
                </a:lnTo>
                <a:lnTo>
                  <a:pt x="30688" y="88127"/>
                </a:lnTo>
                <a:lnTo>
                  <a:pt x="32497" y="89523"/>
                </a:lnTo>
                <a:lnTo>
                  <a:pt x="34412" y="90768"/>
                </a:lnTo>
                <a:lnTo>
                  <a:pt x="36435" y="91865"/>
                </a:lnTo>
                <a:lnTo>
                  <a:pt x="38562" y="92813"/>
                </a:lnTo>
                <a:lnTo>
                  <a:pt x="40794" y="93614"/>
                </a:lnTo>
                <a:lnTo>
                  <a:pt x="43127" y="94267"/>
                </a:lnTo>
                <a:lnTo>
                  <a:pt x="45562" y="94774"/>
                </a:lnTo>
                <a:lnTo>
                  <a:pt x="48097" y="95135"/>
                </a:lnTo>
                <a:lnTo>
                  <a:pt x="50730" y="95352"/>
                </a:lnTo>
                <a:lnTo>
                  <a:pt x="53460" y="95424"/>
                </a:lnTo>
                <a:lnTo>
                  <a:pt x="54702" y="95412"/>
                </a:lnTo>
                <a:lnTo>
                  <a:pt x="55937" y="95375"/>
                </a:lnTo>
                <a:lnTo>
                  <a:pt x="57167" y="95313"/>
                </a:lnTo>
                <a:lnTo>
                  <a:pt x="58393" y="95225"/>
                </a:lnTo>
                <a:lnTo>
                  <a:pt x="59616" y="95110"/>
                </a:lnTo>
                <a:lnTo>
                  <a:pt x="60837" y="94969"/>
                </a:lnTo>
                <a:lnTo>
                  <a:pt x="62059" y="94799"/>
                </a:lnTo>
                <a:lnTo>
                  <a:pt x="63282" y="94601"/>
                </a:lnTo>
                <a:lnTo>
                  <a:pt x="64508" y="94373"/>
                </a:lnTo>
                <a:lnTo>
                  <a:pt x="65738" y="94115"/>
                </a:lnTo>
                <a:lnTo>
                  <a:pt x="66973" y="93827"/>
                </a:lnTo>
                <a:lnTo>
                  <a:pt x="68215" y="93508"/>
                </a:lnTo>
                <a:lnTo>
                  <a:pt x="69456" y="93156"/>
                </a:lnTo>
                <a:lnTo>
                  <a:pt x="70691" y="92774"/>
                </a:lnTo>
                <a:lnTo>
                  <a:pt x="71921" y="92361"/>
                </a:lnTo>
                <a:lnTo>
                  <a:pt x="73147" y="91918"/>
                </a:lnTo>
                <a:lnTo>
                  <a:pt x="74370" y="91446"/>
                </a:lnTo>
                <a:lnTo>
                  <a:pt x="75592" y="90945"/>
                </a:lnTo>
                <a:lnTo>
                  <a:pt x="76813" y="90416"/>
                </a:lnTo>
                <a:lnTo>
                  <a:pt x="78037" y="89860"/>
                </a:lnTo>
                <a:lnTo>
                  <a:pt x="79262" y="89277"/>
                </a:lnTo>
                <a:lnTo>
                  <a:pt x="80492" y="88668"/>
                </a:lnTo>
                <a:lnTo>
                  <a:pt x="81727" y="88035"/>
                </a:lnTo>
                <a:lnTo>
                  <a:pt x="82969" y="87376"/>
                </a:lnTo>
                <a:lnTo>
                  <a:pt x="82969" y="103280"/>
                </a:lnTo>
                <a:lnTo>
                  <a:pt x="81723" y="103843"/>
                </a:lnTo>
                <a:lnTo>
                  <a:pt x="80478" y="104381"/>
                </a:lnTo>
                <a:lnTo>
                  <a:pt x="79232" y="104894"/>
                </a:lnTo>
                <a:lnTo>
                  <a:pt x="77987" y="105381"/>
                </a:lnTo>
                <a:lnTo>
                  <a:pt x="76741" y="105841"/>
                </a:lnTo>
                <a:lnTo>
                  <a:pt x="75496" y="106274"/>
                </a:lnTo>
                <a:lnTo>
                  <a:pt x="74250" y="106679"/>
                </a:lnTo>
                <a:lnTo>
                  <a:pt x="73005" y="107055"/>
                </a:lnTo>
                <a:lnTo>
                  <a:pt x="71759" y="107403"/>
                </a:lnTo>
                <a:lnTo>
                  <a:pt x="70514" y="107720"/>
                </a:lnTo>
                <a:lnTo>
                  <a:pt x="69268" y="108007"/>
                </a:lnTo>
                <a:lnTo>
                  <a:pt x="68023" y="108262"/>
                </a:lnTo>
                <a:lnTo>
                  <a:pt x="66722" y="108493"/>
                </a:lnTo>
                <a:lnTo>
                  <a:pt x="65405" y="108708"/>
                </a:lnTo>
                <a:lnTo>
                  <a:pt x="64074" y="108906"/>
                </a:lnTo>
                <a:lnTo>
                  <a:pt x="62729" y="109085"/>
                </a:lnTo>
                <a:lnTo>
                  <a:pt x="61370" y="109246"/>
                </a:lnTo>
                <a:lnTo>
                  <a:pt x="59999" y="109388"/>
                </a:lnTo>
                <a:lnTo>
                  <a:pt x="58616" y="109509"/>
                </a:lnTo>
                <a:lnTo>
                  <a:pt x="57222" y="109610"/>
                </a:lnTo>
                <a:lnTo>
                  <a:pt x="55817" y="109690"/>
                </a:lnTo>
                <a:lnTo>
                  <a:pt x="54402" y="109748"/>
                </a:lnTo>
                <a:lnTo>
                  <a:pt x="52977" y="109783"/>
                </a:lnTo>
                <a:lnTo>
                  <a:pt x="51544" y="109795"/>
                </a:lnTo>
                <a:lnTo>
                  <a:pt x="47680" y="109695"/>
                </a:lnTo>
                <a:lnTo>
                  <a:pt x="43945" y="109394"/>
                </a:lnTo>
                <a:lnTo>
                  <a:pt x="40341" y="108891"/>
                </a:lnTo>
                <a:lnTo>
                  <a:pt x="36868" y="108184"/>
                </a:lnTo>
                <a:lnTo>
                  <a:pt x="33528" y="107272"/>
                </a:lnTo>
                <a:lnTo>
                  <a:pt x="30323" y="106154"/>
                </a:lnTo>
                <a:lnTo>
                  <a:pt x="27253" y="104829"/>
                </a:lnTo>
                <a:lnTo>
                  <a:pt x="24321" y="103294"/>
                </a:lnTo>
                <a:lnTo>
                  <a:pt x="21527" y="101549"/>
                </a:lnTo>
                <a:lnTo>
                  <a:pt x="18872" y="99593"/>
                </a:lnTo>
                <a:lnTo>
                  <a:pt x="16359" y="97424"/>
                </a:lnTo>
                <a:lnTo>
                  <a:pt x="13988" y="95041"/>
                </a:lnTo>
                <a:lnTo>
                  <a:pt x="11740" y="92522"/>
                </a:lnTo>
                <a:lnTo>
                  <a:pt x="9692" y="89852"/>
                </a:lnTo>
                <a:lnTo>
                  <a:pt x="7841" y="87032"/>
                </a:lnTo>
                <a:lnTo>
                  <a:pt x="6188" y="84062"/>
                </a:lnTo>
                <a:lnTo>
                  <a:pt x="4733" y="80943"/>
                </a:lnTo>
                <a:lnTo>
                  <a:pt x="3473" y="77676"/>
                </a:lnTo>
                <a:lnTo>
                  <a:pt x="2409" y="74261"/>
                </a:lnTo>
                <a:lnTo>
                  <a:pt x="1540" y="70698"/>
                </a:lnTo>
                <a:lnTo>
                  <a:pt x="865" y="66990"/>
                </a:lnTo>
                <a:lnTo>
                  <a:pt x="384" y="63136"/>
                </a:lnTo>
                <a:lnTo>
                  <a:pt x="96" y="59137"/>
                </a:lnTo>
                <a:lnTo>
                  <a:pt x="0" y="54993"/>
                </a:lnTo>
                <a:lnTo>
                  <a:pt x="96" y="50806"/>
                </a:lnTo>
                <a:lnTo>
                  <a:pt x="384" y="46770"/>
                </a:lnTo>
                <a:lnTo>
                  <a:pt x="865" y="42886"/>
                </a:lnTo>
                <a:lnTo>
                  <a:pt x="1540" y="39153"/>
                </a:lnTo>
                <a:lnTo>
                  <a:pt x="2409" y="35572"/>
                </a:lnTo>
                <a:lnTo>
                  <a:pt x="3473" y="32143"/>
                </a:lnTo>
                <a:lnTo>
                  <a:pt x="4733" y="28866"/>
                </a:lnTo>
                <a:lnTo>
                  <a:pt x="6188" y="25740"/>
                </a:lnTo>
                <a:lnTo>
                  <a:pt x="7841" y="22766"/>
                </a:lnTo>
                <a:lnTo>
                  <a:pt x="9692" y="19944"/>
                </a:lnTo>
                <a:lnTo>
                  <a:pt x="11740" y="17273"/>
                </a:lnTo>
                <a:lnTo>
                  <a:pt x="13988" y="14754"/>
                </a:lnTo>
                <a:lnTo>
                  <a:pt x="16407" y="12411"/>
                </a:lnTo>
                <a:lnTo>
                  <a:pt x="18971" y="10268"/>
                </a:lnTo>
                <a:lnTo>
                  <a:pt x="21679" y="8326"/>
                </a:lnTo>
                <a:lnTo>
                  <a:pt x="24534" y="6586"/>
                </a:lnTo>
                <a:lnTo>
                  <a:pt x="27534" y="5048"/>
                </a:lnTo>
                <a:lnTo>
                  <a:pt x="30682" y="3713"/>
                </a:lnTo>
                <a:lnTo>
                  <a:pt x="33978" y="2581"/>
                </a:lnTo>
                <a:lnTo>
                  <a:pt x="37421" y="1654"/>
                </a:lnTo>
                <a:lnTo>
                  <a:pt x="41014" y="931"/>
                </a:lnTo>
                <a:lnTo>
                  <a:pt x="44757" y="414"/>
                </a:lnTo>
                <a:lnTo>
                  <a:pt x="48650" y="104"/>
                </a:lnTo>
                <a:lnTo>
                  <a:pt x="52694" y="0"/>
                </a:lnTo>
                <a:lnTo>
                  <a:pt x="54031" y="12"/>
                </a:lnTo>
                <a:lnTo>
                  <a:pt x="55360" y="48"/>
                </a:lnTo>
                <a:lnTo>
                  <a:pt x="56682" y="108"/>
                </a:lnTo>
                <a:lnTo>
                  <a:pt x="57995" y="192"/>
                </a:lnTo>
                <a:lnTo>
                  <a:pt x="59301" y="299"/>
                </a:lnTo>
                <a:lnTo>
                  <a:pt x="60598" y="431"/>
                </a:lnTo>
                <a:lnTo>
                  <a:pt x="61887" y="587"/>
                </a:lnTo>
                <a:lnTo>
                  <a:pt x="63169" y="766"/>
                </a:lnTo>
                <a:lnTo>
                  <a:pt x="64442" y="970"/>
                </a:lnTo>
                <a:lnTo>
                  <a:pt x="65708" y="1198"/>
                </a:lnTo>
                <a:lnTo>
                  <a:pt x="66965" y="1449"/>
                </a:lnTo>
                <a:lnTo>
                  <a:pt x="68215" y="1725"/>
                </a:lnTo>
                <a:lnTo>
                  <a:pt x="69460" y="2020"/>
                </a:lnTo>
                <a:lnTo>
                  <a:pt x="70705" y="2332"/>
                </a:lnTo>
                <a:lnTo>
                  <a:pt x="71948" y="2662"/>
                </a:lnTo>
                <a:lnTo>
                  <a:pt x="73189" y="3009"/>
                </a:lnTo>
                <a:lnTo>
                  <a:pt x="74428" y="3375"/>
                </a:lnTo>
                <a:lnTo>
                  <a:pt x="75664" y="3760"/>
                </a:lnTo>
                <a:lnTo>
                  <a:pt x="76895" y="4166"/>
                </a:lnTo>
                <a:lnTo>
                  <a:pt x="78122" y="4592"/>
                </a:lnTo>
                <a:lnTo>
                  <a:pt x="79343" y="5039"/>
                </a:lnTo>
                <a:lnTo>
                  <a:pt x="80559" y="5508"/>
                </a:lnTo>
                <a:lnTo>
                  <a:pt x="81767" y="6000"/>
                </a:lnTo>
                <a:lnTo>
                  <a:pt x="82969" y="65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7" name="Original native bar-chart element 107">
            <a:extLst xmlns:a="http://schemas.openxmlformats.org/drawingml/2006/main">
              <a:ext uri="{FF2B5EF4-FFF2-40B4-BE49-F238E27FC236}">
                <a16:creationId xmlns:a16="http://schemas.microsoft.com/office/drawing/2014/main" id="{D6C21A66-5B6E-49B5-9F7F-C232D1D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035" y="3377965"/>
            <a:ext cx="65340" cy="134513"/>
          </a:xfrm>
          <a:custGeom xmlns:a="http://schemas.openxmlformats.org/drawingml/2006/main">
            <a:pathLst>
              <a:path w="65340" h="134513">
                <a:moveTo>
                  <a:pt x="29892" y="0"/>
                </a:moveTo>
                <a:lnTo>
                  <a:pt x="29892" y="29700"/>
                </a:lnTo>
                <a:lnTo>
                  <a:pt x="65340" y="29700"/>
                </a:lnTo>
                <a:lnTo>
                  <a:pt x="65340" y="43113"/>
                </a:lnTo>
                <a:lnTo>
                  <a:pt x="29892" y="43113"/>
                </a:lnTo>
                <a:lnTo>
                  <a:pt x="29892" y="100022"/>
                </a:lnTo>
                <a:lnTo>
                  <a:pt x="29916" y="102114"/>
                </a:lnTo>
                <a:lnTo>
                  <a:pt x="29988" y="104077"/>
                </a:lnTo>
                <a:lnTo>
                  <a:pt x="30107" y="105912"/>
                </a:lnTo>
                <a:lnTo>
                  <a:pt x="30275" y="107616"/>
                </a:lnTo>
                <a:lnTo>
                  <a:pt x="30491" y="109190"/>
                </a:lnTo>
                <a:lnTo>
                  <a:pt x="30754" y="110633"/>
                </a:lnTo>
                <a:lnTo>
                  <a:pt x="31065" y="111944"/>
                </a:lnTo>
                <a:lnTo>
                  <a:pt x="31425" y="113123"/>
                </a:lnTo>
                <a:lnTo>
                  <a:pt x="31832" y="114169"/>
                </a:lnTo>
                <a:lnTo>
                  <a:pt x="32287" y="115081"/>
                </a:lnTo>
                <a:lnTo>
                  <a:pt x="32790" y="115859"/>
                </a:lnTo>
                <a:lnTo>
                  <a:pt x="33341" y="116501"/>
                </a:lnTo>
                <a:lnTo>
                  <a:pt x="33968" y="117096"/>
                </a:lnTo>
                <a:lnTo>
                  <a:pt x="34698" y="117636"/>
                </a:lnTo>
                <a:lnTo>
                  <a:pt x="35532" y="118121"/>
                </a:lnTo>
                <a:lnTo>
                  <a:pt x="36471" y="118552"/>
                </a:lnTo>
                <a:lnTo>
                  <a:pt x="37512" y="118930"/>
                </a:lnTo>
                <a:lnTo>
                  <a:pt x="38658" y="119256"/>
                </a:lnTo>
                <a:lnTo>
                  <a:pt x="39908" y="119529"/>
                </a:lnTo>
                <a:lnTo>
                  <a:pt x="41261" y="119752"/>
                </a:lnTo>
                <a:lnTo>
                  <a:pt x="42718" y="119923"/>
                </a:lnTo>
                <a:lnTo>
                  <a:pt x="44279" y="120045"/>
                </a:lnTo>
                <a:lnTo>
                  <a:pt x="45943" y="120118"/>
                </a:lnTo>
                <a:lnTo>
                  <a:pt x="47712" y="120142"/>
                </a:lnTo>
                <a:lnTo>
                  <a:pt x="65340" y="120142"/>
                </a:lnTo>
                <a:lnTo>
                  <a:pt x="65340" y="134513"/>
                </a:lnTo>
                <a:lnTo>
                  <a:pt x="47712" y="134513"/>
                </a:lnTo>
                <a:lnTo>
                  <a:pt x="44446" y="134461"/>
                </a:lnTo>
                <a:lnTo>
                  <a:pt x="41357" y="134305"/>
                </a:lnTo>
                <a:lnTo>
                  <a:pt x="38443" y="134046"/>
                </a:lnTo>
                <a:lnTo>
                  <a:pt x="35704" y="133683"/>
                </a:lnTo>
                <a:lnTo>
                  <a:pt x="33141" y="133216"/>
                </a:lnTo>
                <a:lnTo>
                  <a:pt x="30754" y="132645"/>
                </a:lnTo>
                <a:lnTo>
                  <a:pt x="28542" y="131970"/>
                </a:lnTo>
                <a:lnTo>
                  <a:pt x="26507" y="131192"/>
                </a:lnTo>
                <a:lnTo>
                  <a:pt x="24646" y="130309"/>
                </a:lnTo>
                <a:lnTo>
                  <a:pt x="22962" y="129323"/>
                </a:lnTo>
                <a:lnTo>
                  <a:pt x="21453" y="128234"/>
                </a:lnTo>
                <a:lnTo>
                  <a:pt x="20119" y="127040"/>
                </a:lnTo>
                <a:lnTo>
                  <a:pt x="18926" y="125711"/>
                </a:lnTo>
                <a:lnTo>
                  <a:pt x="17836" y="124214"/>
                </a:lnTo>
                <a:lnTo>
                  <a:pt x="16850" y="122549"/>
                </a:lnTo>
                <a:lnTo>
                  <a:pt x="15968" y="120717"/>
                </a:lnTo>
                <a:lnTo>
                  <a:pt x="15189" y="118717"/>
                </a:lnTo>
                <a:lnTo>
                  <a:pt x="14515" y="116549"/>
                </a:lnTo>
                <a:lnTo>
                  <a:pt x="13944" y="114214"/>
                </a:lnTo>
                <a:lnTo>
                  <a:pt x="13477" y="111711"/>
                </a:lnTo>
                <a:lnTo>
                  <a:pt x="13114" y="109040"/>
                </a:lnTo>
                <a:lnTo>
                  <a:pt x="12854" y="106202"/>
                </a:lnTo>
                <a:lnTo>
                  <a:pt x="12698" y="103196"/>
                </a:lnTo>
                <a:lnTo>
                  <a:pt x="12647" y="100022"/>
                </a:lnTo>
                <a:lnTo>
                  <a:pt x="12647" y="43113"/>
                </a:lnTo>
                <a:lnTo>
                  <a:pt x="0" y="43113"/>
                </a:lnTo>
                <a:lnTo>
                  <a:pt x="0" y="29700"/>
                </a:lnTo>
                <a:lnTo>
                  <a:pt x="12647" y="29700"/>
                </a:lnTo>
                <a:lnTo>
                  <a:pt x="12647" y="0"/>
                </a:lnTo>
                <a:lnTo>
                  <a:pt x="2989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8" name="Original native bar-chart element 108">
            <a:extLst xmlns:a="http://schemas.openxmlformats.org/drawingml/2006/main">
              <a:ext uri="{FF2B5EF4-FFF2-40B4-BE49-F238E27FC236}">
                <a16:creationId xmlns:a16="http://schemas.microsoft.com/office/drawing/2014/main" id="{9EBE5CCA-B045-42A1-A1FD-3AA00EBF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986" y="3366851"/>
            <a:ext cx="17245" cy="145627"/>
          </a:xfrm>
          <a:custGeom xmlns:a="http://schemas.openxmlformats.org/drawingml/2006/main">
            <a:pathLst>
              <a:path w="17245" h="145627">
                <a:moveTo>
                  <a:pt x="0" y="40814"/>
                </a:moveTo>
                <a:lnTo>
                  <a:pt x="17245" y="40814"/>
                </a:lnTo>
                <a:lnTo>
                  <a:pt x="17245" y="145627"/>
                </a:lnTo>
                <a:lnTo>
                  <a:pt x="0" y="145627"/>
                </a:lnTo>
                <a:lnTo>
                  <a:pt x="0" y="40814"/>
                </a:lnTo>
                <a:close/>
                <a:moveTo>
                  <a:pt x="0" y="0"/>
                </a:moveTo>
                <a:lnTo>
                  <a:pt x="17245" y="0"/>
                </a:lnTo>
                <a:lnTo>
                  <a:pt x="17245" y="21844"/>
                </a:lnTo>
                <a:lnTo>
                  <a:pt x="0" y="218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9" name="Original native bar-chart element 109">
            <a:extLst xmlns:a="http://schemas.openxmlformats.org/drawingml/2006/main">
              <a:ext uri="{FF2B5EF4-FFF2-40B4-BE49-F238E27FC236}">
                <a16:creationId xmlns:a16="http://schemas.microsoft.com/office/drawing/2014/main" id="{47467B84-BC7C-4C19-AC55-325C6DE0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782" y="3405174"/>
            <a:ext cx="96190" cy="109795"/>
          </a:xfrm>
          <a:custGeom xmlns:a="http://schemas.openxmlformats.org/drawingml/2006/main">
            <a:pathLst>
              <a:path w="96190" h="109795">
                <a:moveTo>
                  <a:pt x="48095" y="14563"/>
                </a:moveTo>
                <a:lnTo>
                  <a:pt x="45836" y="14639"/>
                </a:lnTo>
                <a:lnTo>
                  <a:pt x="43656" y="14866"/>
                </a:lnTo>
                <a:lnTo>
                  <a:pt x="41556" y="15245"/>
                </a:lnTo>
                <a:lnTo>
                  <a:pt x="39536" y="15776"/>
                </a:lnTo>
                <a:lnTo>
                  <a:pt x="37596" y="16459"/>
                </a:lnTo>
                <a:lnTo>
                  <a:pt x="35736" y="17293"/>
                </a:lnTo>
                <a:lnTo>
                  <a:pt x="33956" y="18279"/>
                </a:lnTo>
                <a:lnTo>
                  <a:pt x="32255" y="19417"/>
                </a:lnTo>
                <a:lnTo>
                  <a:pt x="30634" y="20706"/>
                </a:lnTo>
                <a:lnTo>
                  <a:pt x="29093" y="22147"/>
                </a:lnTo>
                <a:lnTo>
                  <a:pt x="27632" y="23740"/>
                </a:lnTo>
                <a:lnTo>
                  <a:pt x="26251" y="25485"/>
                </a:lnTo>
                <a:lnTo>
                  <a:pt x="24966" y="27357"/>
                </a:lnTo>
                <a:lnTo>
                  <a:pt x="23792" y="29334"/>
                </a:lnTo>
                <a:lnTo>
                  <a:pt x="22730" y="31416"/>
                </a:lnTo>
                <a:lnTo>
                  <a:pt x="21780" y="33603"/>
                </a:lnTo>
                <a:lnTo>
                  <a:pt x="20942" y="35898"/>
                </a:lnTo>
                <a:lnTo>
                  <a:pt x="20215" y="38299"/>
                </a:lnTo>
                <a:lnTo>
                  <a:pt x="19601" y="40808"/>
                </a:lnTo>
                <a:lnTo>
                  <a:pt x="19098" y="43425"/>
                </a:lnTo>
                <a:lnTo>
                  <a:pt x="18706" y="46152"/>
                </a:lnTo>
                <a:lnTo>
                  <a:pt x="18427" y="48988"/>
                </a:lnTo>
                <a:lnTo>
                  <a:pt x="18259" y="51935"/>
                </a:lnTo>
                <a:lnTo>
                  <a:pt x="18203" y="54993"/>
                </a:lnTo>
                <a:lnTo>
                  <a:pt x="18255" y="58095"/>
                </a:lnTo>
                <a:lnTo>
                  <a:pt x="18413" y="61079"/>
                </a:lnTo>
                <a:lnTo>
                  <a:pt x="18676" y="63945"/>
                </a:lnTo>
                <a:lnTo>
                  <a:pt x="19048" y="66696"/>
                </a:lnTo>
                <a:lnTo>
                  <a:pt x="19528" y="69332"/>
                </a:lnTo>
                <a:lnTo>
                  <a:pt x="20119" y="71855"/>
                </a:lnTo>
                <a:lnTo>
                  <a:pt x="20822" y="74267"/>
                </a:lnTo>
                <a:lnTo>
                  <a:pt x="21638" y="76568"/>
                </a:lnTo>
                <a:lnTo>
                  <a:pt x="22569" y="78759"/>
                </a:lnTo>
                <a:lnTo>
                  <a:pt x="23615" y="80843"/>
                </a:lnTo>
                <a:lnTo>
                  <a:pt x="24778" y="82821"/>
                </a:lnTo>
                <a:lnTo>
                  <a:pt x="26059" y="84693"/>
                </a:lnTo>
                <a:lnTo>
                  <a:pt x="27441" y="86434"/>
                </a:lnTo>
                <a:lnTo>
                  <a:pt x="28903" y="88016"/>
                </a:lnTo>
                <a:lnTo>
                  <a:pt x="30446" y="89442"/>
                </a:lnTo>
                <a:lnTo>
                  <a:pt x="32070" y="90711"/>
                </a:lnTo>
                <a:lnTo>
                  <a:pt x="33778" y="91827"/>
                </a:lnTo>
                <a:lnTo>
                  <a:pt x="35568" y="92789"/>
                </a:lnTo>
                <a:lnTo>
                  <a:pt x="37443" y="93600"/>
                </a:lnTo>
                <a:lnTo>
                  <a:pt x="39402" y="94260"/>
                </a:lnTo>
                <a:lnTo>
                  <a:pt x="41446" y="94771"/>
                </a:lnTo>
                <a:lnTo>
                  <a:pt x="43575" y="95135"/>
                </a:lnTo>
                <a:lnTo>
                  <a:pt x="45792" y="95352"/>
                </a:lnTo>
                <a:lnTo>
                  <a:pt x="48095" y="95424"/>
                </a:lnTo>
                <a:lnTo>
                  <a:pt x="50355" y="95352"/>
                </a:lnTo>
                <a:lnTo>
                  <a:pt x="52534" y="95135"/>
                </a:lnTo>
                <a:lnTo>
                  <a:pt x="54634" y="94771"/>
                </a:lnTo>
                <a:lnTo>
                  <a:pt x="56654" y="94260"/>
                </a:lnTo>
                <a:lnTo>
                  <a:pt x="58594" y="93600"/>
                </a:lnTo>
                <a:lnTo>
                  <a:pt x="60454" y="92789"/>
                </a:lnTo>
                <a:lnTo>
                  <a:pt x="62235" y="91827"/>
                </a:lnTo>
                <a:lnTo>
                  <a:pt x="63935" y="90711"/>
                </a:lnTo>
                <a:lnTo>
                  <a:pt x="65556" y="89442"/>
                </a:lnTo>
                <a:lnTo>
                  <a:pt x="67097" y="88016"/>
                </a:lnTo>
                <a:lnTo>
                  <a:pt x="68558" y="86434"/>
                </a:lnTo>
                <a:lnTo>
                  <a:pt x="69939" y="84693"/>
                </a:lnTo>
                <a:lnTo>
                  <a:pt x="71225" y="82821"/>
                </a:lnTo>
                <a:lnTo>
                  <a:pt x="72398" y="80843"/>
                </a:lnTo>
                <a:lnTo>
                  <a:pt x="73460" y="78759"/>
                </a:lnTo>
                <a:lnTo>
                  <a:pt x="74410" y="76568"/>
                </a:lnTo>
                <a:lnTo>
                  <a:pt x="75248" y="74267"/>
                </a:lnTo>
                <a:lnTo>
                  <a:pt x="75975" y="71855"/>
                </a:lnTo>
                <a:lnTo>
                  <a:pt x="76590" y="69332"/>
                </a:lnTo>
                <a:lnTo>
                  <a:pt x="77093" y="66696"/>
                </a:lnTo>
                <a:lnTo>
                  <a:pt x="77484" y="63945"/>
                </a:lnTo>
                <a:lnTo>
                  <a:pt x="77763" y="61079"/>
                </a:lnTo>
                <a:lnTo>
                  <a:pt x="77931" y="58095"/>
                </a:lnTo>
                <a:lnTo>
                  <a:pt x="77987" y="54993"/>
                </a:lnTo>
                <a:lnTo>
                  <a:pt x="77931" y="51976"/>
                </a:lnTo>
                <a:lnTo>
                  <a:pt x="77763" y="49055"/>
                </a:lnTo>
                <a:lnTo>
                  <a:pt x="77484" y="46233"/>
                </a:lnTo>
                <a:lnTo>
                  <a:pt x="77093" y="43511"/>
                </a:lnTo>
                <a:lnTo>
                  <a:pt x="76590" y="40889"/>
                </a:lnTo>
                <a:lnTo>
                  <a:pt x="75975" y="38371"/>
                </a:lnTo>
                <a:lnTo>
                  <a:pt x="75248" y="35956"/>
                </a:lnTo>
                <a:lnTo>
                  <a:pt x="74410" y="33646"/>
                </a:lnTo>
                <a:lnTo>
                  <a:pt x="73460" y="31443"/>
                </a:lnTo>
                <a:lnTo>
                  <a:pt x="72398" y="29347"/>
                </a:lnTo>
                <a:lnTo>
                  <a:pt x="71225" y="27361"/>
                </a:lnTo>
                <a:lnTo>
                  <a:pt x="69939" y="25485"/>
                </a:lnTo>
                <a:lnTo>
                  <a:pt x="68558" y="23740"/>
                </a:lnTo>
                <a:lnTo>
                  <a:pt x="67097" y="22147"/>
                </a:lnTo>
                <a:lnTo>
                  <a:pt x="65556" y="20706"/>
                </a:lnTo>
                <a:lnTo>
                  <a:pt x="63935" y="19417"/>
                </a:lnTo>
                <a:lnTo>
                  <a:pt x="62235" y="18279"/>
                </a:lnTo>
                <a:lnTo>
                  <a:pt x="60454" y="17293"/>
                </a:lnTo>
                <a:lnTo>
                  <a:pt x="58594" y="16459"/>
                </a:lnTo>
                <a:lnTo>
                  <a:pt x="56654" y="15776"/>
                </a:lnTo>
                <a:lnTo>
                  <a:pt x="54634" y="15245"/>
                </a:lnTo>
                <a:lnTo>
                  <a:pt x="52534" y="14866"/>
                </a:lnTo>
                <a:lnTo>
                  <a:pt x="50355" y="14639"/>
                </a:lnTo>
                <a:lnTo>
                  <a:pt x="48095" y="14563"/>
                </a:lnTo>
                <a:close/>
                <a:moveTo>
                  <a:pt x="48095" y="0"/>
                </a:moveTo>
                <a:lnTo>
                  <a:pt x="51764" y="104"/>
                </a:lnTo>
                <a:lnTo>
                  <a:pt x="55297" y="413"/>
                </a:lnTo>
                <a:lnTo>
                  <a:pt x="58697" y="928"/>
                </a:lnTo>
                <a:lnTo>
                  <a:pt x="61962" y="1646"/>
                </a:lnTo>
                <a:lnTo>
                  <a:pt x="65095" y="2567"/>
                </a:lnTo>
                <a:lnTo>
                  <a:pt x="68095" y="3689"/>
                </a:lnTo>
                <a:lnTo>
                  <a:pt x="70963" y="5010"/>
                </a:lnTo>
                <a:lnTo>
                  <a:pt x="73700" y="6529"/>
                </a:lnTo>
                <a:lnTo>
                  <a:pt x="76307" y="8245"/>
                </a:lnTo>
                <a:lnTo>
                  <a:pt x="78784" y="10157"/>
                </a:lnTo>
                <a:lnTo>
                  <a:pt x="81132" y="12264"/>
                </a:lnTo>
                <a:lnTo>
                  <a:pt x="83352" y="14563"/>
                </a:lnTo>
                <a:lnTo>
                  <a:pt x="85376" y="17082"/>
                </a:lnTo>
                <a:lnTo>
                  <a:pt x="87230" y="19753"/>
                </a:lnTo>
                <a:lnTo>
                  <a:pt x="88915" y="22578"/>
                </a:lnTo>
                <a:lnTo>
                  <a:pt x="90428" y="25556"/>
                </a:lnTo>
                <a:lnTo>
                  <a:pt x="91767" y="28688"/>
                </a:lnTo>
                <a:lnTo>
                  <a:pt x="92933" y="31976"/>
                </a:lnTo>
                <a:lnTo>
                  <a:pt x="93923" y="35419"/>
                </a:lnTo>
                <a:lnTo>
                  <a:pt x="94735" y="39018"/>
                </a:lnTo>
                <a:lnTo>
                  <a:pt x="95370" y="42775"/>
                </a:lnTo>
                <a:lnTo>
                  <a:pt x="95825" y="46689"/>
                </a:lnTo>
                <a:lnTo>
                  <a:pt x="96099" y="50762"/>
                </a:lnTo>
                <a:lnTo>
                  <a:pt x="96190" y="54993"/>
                </a:lnTo>
                <a:lnTo>
                  <a:pt x="96099" y="59225"/>
                </a:lnTo>
                <a:lnTo>
                  <a:pt x="95825" y="63296"/>
                </a:lnTo>
                <a:lnTo>
                  <a:pt x="95370" y="67209"/>
                </a:lnTo>
                <a:lnTo>
                  <a:pt x="94735" y="70961"/>
                </a:lnTo>
                <a:lnTo>
                  <a:pt x="93923" y="74554"/>
                </a:lnTo>
                <a:lnTo>
                  <a:pt x="92933" y="77987"/>
                </a:lnTo>
                <a:lnTo>
                  <a:pt x="91767" y="81260"/>
                </a:lnTo>
                <a:lnTo>
                  <a:pt x="90428" y="84374"/>
                </a:lnTo>
                <a:lnTo>
                  <a:pt x="88915" y="87328"/>
                </a:lnTo>
                <a:lnTo>
                  <a:pt x="87230" y="90122"/>
                </a:lnTo>
                <a:lnTo>
                  <a:pt x="85376" y="92757"/>
                </a:lnTo>
                <a:lnTo>
                  <a:pt x="83352" y="95232"/>
                </a:lnTo>
                <a:lnTo>
                  <a:pt x="81132" y="97572"/>
                </a:lnTo>
                <a:lnTo>
                  <a:pt x="78784" y="99704"/>
                </a:lnTo>
                <a:lnTo>
                  <a:pt x="76307" y="101630"/>
                </a:lnTo>
                <a:lnTo>
                  <a:pt x="73700" y="103351"/>
                </a:lnTo>
                <a:lnTo>
                  <a:pt x="70963" y="104867"/>
                </a:lnTo>
                <a:lnTo>
                  <a:pt x="68095" y="106178"/>
                </a:lnTo>
                <a:lnTo>
                  <a:pt x="65095" y="107286"/>
                </a:lnTo>
                <a:lnTo>
                  <a:pt x="61962" y="108191"/>
                </a:lnTo>
                <a:lnTo>
                  <a:pt x="58697" y="108894"/>
                </a:lnTo>
                <a:lnTo>
                  <a:pt x="55297" y="109395"/>
                </a:lnTo>
                <a:lnTo>
                  <a:pt x="51764" y="109695"/>
                </a:lnTo>
                <a:lnTo>
                  <a:pt x="48095" y="109795"/>
                </a:lnTo>
                <a:lnTo>
                  <a:pt x="44379" y="109695"/>
                </a:lnTo>
                <a:lnTo>
                  <a:pt x="40799" y="109395"/>
                </a:lnTo>
                <a:lnTo>
                  <a:pt x="37356" y="108894"/>
                </a:lnTo>
                <a:lnTo>
                  <a:pt x="34051" y="108191"/>
                </a:lnTo>
                <a:lnTo>
                  <a:pt x="30884" y="107286"/>
                </a:lnTo>
                <a:lnTo>
                  <a:pt x="27856" y="106178"/>
                </a:lnTo>
                <a:lnTo>
                  <a:pt x="24968" y="104867"/>
                </a:lnTo>
                <a:lnTo>
                  <a:pt x="22220" y="103351"/>
                </a:lnTo>
                <a:lnTo>
                  <a:pt x="19613" y="101630"/>
                </a:lnTo>
                <a:lnTo>
                  <a:pt x="17149" y="99704"/>
                </a:lnTo>
                <a:lnTo>
                  <a:pt x="14826" y="97572"/>
                </a:lnTo>
                <a:lnTo>
                  <a:pt x="12647" y="95232"/>
                </a:lnTo>
                <a:lnTo>
                  <a:pt x="10627" y="92757"/>
                </a:lnTo>
                <a:lnTo>
                  <a:pt x="8782" y="90122"/>
                </a:lnTo>
                <a:lnTo>
                  <a:pt x="7114" y="87328"/>
                </a:lnTo>
                <a:lnTo>
                  <a:pt x="5621" y="84374"/>
                </a:lnTo>
                <a:lnTo>
                  <a:pt x="4303" y="81260"/>
                </a:lnTo>
                <a:lnTo>
                  <a:pt x="3162" y="77987"/>
                </a:lnTo>
                <a:lnTo>
                  <a:pt x="2196" y="74554"/>
                </a:lnTo>
                <a:lnTo>
                  <a:pt x="1405" y="70961"/>
                </a:lnTo>
                <a:lnTo>
                  <a:pt x="790" y="67209"/>
                </a:lnTo>
                <a:lnTo>
                  <a:pt x="351" y="63296"/>
                </a:lnTo>
                <a:lnTo>
                  <a:pt x="88" y="59225"/>
                </a:lnTo>
                <a:lnTo>
                  <a:pt x="0" y="54993"/>
                </a:lnTo>
                <a:lnTo>
                  <a:pt x="88" y="50762"/>
                </a:lnTo>
                <a:lnTo>
                  <a:pt x="351" y="46689"/>
                </a:lnTo>
                <a:lnTo>
                  <a:pt x="790" y="42775"/>
                </a:lnTo>
                <a:lnTo>
                  <a:pt x="1405" y="39018"/>
                </a:lnTo>
                <a:lnTo>
                  <a:pt x="2196" y="35419"/>
                </a:lnTo>
                <a:lnTo>
                  <a:pt x="3162" y="31976"/>
                </a:lnTo>
                <a:lnTo>
                  <a:pt x="4303" y="28688"/>
                </a:lnTo>
                <a:lnTo>
                  <a:pt x="5621" y="25556"/>
                </a:lnTo>
                <a:lnTo>
                  <a:pt x="7114" y="22578"/>
                </a:lnTo>
                <a:lnTo>
                  <a:pt x="8782" y="19753"/>
                </a:lnTo>
                <a:lnTo>
                  <a:pt x="10627" y="17082"/>
                </a:lnTo>
                <a:lnTo>
                  <a:pt x="12647" y="14563"/>
                </a:lnTo>
                <a:lnTo>
                  <a:pt x="14826" y="12264"/>
                </a:lnTo>
                <a:lnTo>
                  <a:pt x="17149" y="10157"/>
                </a:lnTo>
                <a:lnTo>
                  <a:pt x="19613" y="8245"/>
                </a:lnTo>
                <a:lnTo>
                  <a:pt x="22220" y="6529"/>
                </a:lnTo>
                <a:lnTo>
                  <a:pt x="24968" y="5010"/>
                </a:lnTo>
                <a:lnTo>
                  <a:pt x="27856" y="3689"/>
                </a:lnTo>
                <a:lnTo>
                  <a:pt x="30884" y="2567"/>
                </a:lnTo>
                <a:lnTo>
                  <a:pt x="34051" y="1646"/>
                </a:lnTo>
                <a:lnTo>
                  <a:pt x="37356" y="928"/>
                </a:lnTo>
                <a:lnTo>
                  <a:pt x="40799" y="413"/>
                </a:lnTo>
                <a:lnTo>
                  <a:pt x="44379" y="104"/>
                </a:lnTo>
                <a:lnTo>
                  <a:pt x="480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0" name="Original native bar-chart element 110">
            <a:extLst xmlns:a="http://schemas.openxmlformats.org/drawingml/2006/main">
              <a:ext uri="{FF2B5EF4-FFF2-40B4-BE49-F238E27FC236}">
                <a16:creationId xmlns:a16="http://schemas.microsoft.com/office/drawing/2014/main" id="{4628B05A-3ED5-4353-AF14-0070779E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948" y="3405174"/>
            <a:ext cx="87759" cy="107304"/>
          </a:xfrm>
          <a:custGeom xmlns:a="http://schemas.openxmlformats.org/drawingml/2006/main">
            <a:pathLst>
              <a:path w="87759" h="107304">
                <a:moveTo>
                  <a:pt x="87759" y="44071"/>
                </a:moveTo>
                <a:lnTo>
                  <a:pt x="87759" y="107304"/>
                </a:lnTo>
                <a:lnTo>
                  <a:pt x="70514" y="107304"/>
                </a:lnTo>
                <a:lnTo>
                  <a:pt x="70514" y="44646"/>
                </a:lnTo>
                <a:lnTo>
                  <a:pt x="70470" y="42211"/>
                </a:lnTo>
                <a:lnTo>
                  <a:pt x="70340" y="39886"/>
                </a:lnTo>
                <a:lnTo>
                  <a:pt x="70125" y="37670"/>
                </a:lnTo>
                <a:lnTo>
                  <a:pt x="69826" y="35562"/>
                </a:lnTo>
                <a:lnTo>
                  <a:pt x="69444" y="33561"/>
                </a:lnTo>
                <a:lnTo>
                  <a:pt x="68981" y="31664"/>
                </a:lnTo>
                <a:lnTo>
                  <a:pt x="68438" y="29872"/>
                </a:lnTo>
                <a:lnTo>
                  <a:pt x="67817" y="28181"/>
                </a:lnTo>
                <a:lnTo>
                  <a:pt x="67119" y="26592"/>
                </a:lnTo>
                <a:lnTo>
                  <a:pt x="66345" y="25103"/>
                </a:lnTo>
                <a:lnTo>
                  <a:pt x="65496" y="23712"/>
                </a:lnTo>
                <a:lnTo>
                  <a:pt x="64574" y="22419"/>
                </a:lnTo>
                <a:lnTo>
                  <a:pt x="63576" y="21225"/>
                </a:lnTo>
                <a:lnTo>
                  <a:pt x="62498" y="20135"/>
                </a:lnTo>
                <a:lnTo>
                  <a:pt x="61340" y="19149"/>
                </a:lnTo>
                <a:lnTo>
                  <a:pt x="60103" y="18267"/>
                </a:lnTo>
                <a:lnTo>
                  <a:pt x="58786" y="17489"/>
                </a:lnTo>
                <a:lnTo>
                  <a:pt x="57388" y="16814"/>
                </a:lnTo>
                <a:lnTo>
                  <a:pt x="55911" y="16243"/>
                </a:lnTo>
                <a:lnTo>
                  <a:pt x="54354" y="15776"/>
                </a:lnTo>
                <a:lnTo>
                  <a:pt x="52718" y="15413"/>
                </a:lnTo>
                <a:lnTo>
                  <a:pt x="51001" y="15153"/>
                </a:lnTo>
                <a:lnTo>
                  <a:pt x="49205" y="14998"/>
                </a:lnTo>
                <a:lnTo>
                  <a:pt x="47329" y="14946"/>
                </a:lnTo>
                <a:lnTo>
                  <a:pt x="45025" y="15010"/>
                </a:lnTo>
                <a:lnTo>
                  <a:pt x="42809" y="15200"/>
                </a:lnTo>
                <a:lnTo>
                  <a:pt x="40679" y="15518"/>
                </a:lnTo>
                <a:lnTo>
                  <a:pt x="38635" y="15961"/>
                </a:lnTo>
                <a:lnTo>
                  <a:pt x="36676" y="16529"/>
                </a:lnTo>
                <a:lnTo>
                  <a:pt x="34802" y="17221"/>
                </a:lnTo>
                <a:lnTo>
                  <a:pt x="33011" y="18038"/>
                </a:lnTo>
                <a:lnTo>
                  <a:pt x="31304" y="18977"/>
                </a:lnTo>
                <a:lnTo>
                  <a:pt x="29679" y="20039"/>
                </a:lnTo>
                <a:lnTo>
                  <a:pt x="28136" y="21222"/>
                </a:lnTo>
                <a:lnTo>
                  <a:pt x="26674" y="22527"/>
                </a:lnTo>
                <a:lnTo>
                  <a:pt x="25293" y="23952"/>
                </a:lnTo>
                <a:lnTo>
                  <a:pt x="24008" y="25481"/>
                </a:lnTo>
                <a:lnTo>
                  <a:pt x="22834" y="27097"/>
                </a:lnTo>
                <a:lnTo>
                  <a:pt x="21772" y="28802"/>
                </a:lnTo>
                <a:lnTo>
                  <a:pt x="20822" y="30594"/>
                </a:lnTo>
                <a:lnTo>
                  <a:pt x="19984" y="32475"/>
                </a:lnTo>
                <a:lnTo>
                  <a:pt x="19257" y="34443"/>
                </a:lnTo>
                <a:lnTo>
                  <a:pt x="18642" y="36498"/>
                </a:lnTo>
                <a:lnTo>
                  <a:pt x="18139" y="38642"/>
                </a:lnTo>
                <a:lnTo>
                  <a:pt x="17748" y="40874"/>
                </a:lnTo>
                <a:lnTo>
                  <a:pt x="17469" y="43193"/>
                </a:lnTo>
                <a:lnTo>
                  <a:pt x="17301" y="45600"/>
                </a:lnTo>
                <a:lnTo>
                  <a:pt x="17245" y="48095"/>
                </a:lnTo>
                <a:lnTo>
                  <a:pt x="17245" y="107304"/>
                </a:lnTo>
                <a:lnTo>
                  <a:pt x="0" y="107304"/>
                </a:lnTo>
                <a:lnTo>
                  <a:pt x="0" y="2491"/>
                </a:lnTo>
                <a:lnTo>
                  <a:pt x="17245" y="2491"/>
                </a:lnTo>
                <a:lnTo>
                  <a:pt x="17245" y="18778"/>
                </a:lnTo>
                <a:lnTo>
                  <a:pt x="18267" y="17273"/>
                </a:lnTo>
                <a:lnTo>
                  <a:pt x="19322" y="15826"/>
                </a:lnTo>
                <a:lnTo>
                  <a:pt x="20410" y="14437"/>
                </a:lnTo>
                <a:lnTo>
                  <a:pt x="21532" y="13108"/>
                </a:lnTo>
                <a:lnTo>
                  <a:pt x="22688" y="11840"/>
                </a:lnTo>
                <a:lnTo>
                  <a:pt x="23880" y="10635"/>
                </a:lnTo>
                <a:lnTo>
                  <a:pt x="25108" y="9493"/>
                </a:lnTo>
                <a:lnTo>
                  <a:pt x="26372" y="8417"/>
                </a:lnTo>
                <a:lnTo>
                  <a:pt x="27673" y="7407"/>
                </a:lnTo>
                <a:lnTo>
                  <a:pt x="29013" y="6465"/>
                </a:lnTo>
                <a:lnTo>
                  <a:pt x="30391" y="5593"/>
                </a:lnTo>
                <a:lnTo>
                  <a:pt x="31808" y="4790"/>
                </a:lnTo>
                <a:lnTo>
                  <a:pt x="33217" y="4052"/>
                </a:lnTo>
                <a:lnTo>
                  <a:pt x="34665" y="3371"/>
                </a:lnTo>
                <a:lnTo>
                  <a:pt x="36152" y="2748"/>
                </a:lnTo>
                <a:lnTo>
                  <a:pt x="37677" y="2186"/>
                </a:lnTo>
                <a:lnTo>
                  <a:pt x="39239" y="1684"/>
                </a:lnTo>
                <a:lnTo>
                  <a:pt x="40838" y="1245"/>
                </a:lnTo>
                <a:lnTo>
                  <a:pt x="42472" y="870"/>
                </a:lnTo>
                <a:lnTo>
                  <a:pt x="44142" y="561"/>
                </a:lnTo>
                <a:lnTo>
                  <a:pt x="45847" y="317"/>
                </a:lnTo>
                <a:lnTo>
                  <a:pt x="47585" y="142"/>
                </a:lnTo>
                <a:lnTo>
                  <a:pt x="49357" y="36"/>
                </a:lnTo>
                <a:lnTo>
                  <a:pt x="51161" y="0"/>
                </a:lnTo>
                <a:lnTo>
                  <a:pt x="54075" y="80"/>
                </a:lnTo>
                <a:lnTo>
                  <a:pt x="56876" y="318"/>
                </a:lnTo>
                <a:lnTo>
                  <a:pt x="59562" y="716"/>
                </a:lnTo>
                <a:lnTo>
                  <a:pt x="62133" y="1270"/>
                </a:lnTo>
                <a:lnTo>
                  <a:pt x="64586" y="1982"/>
                </a:lnTo>
                <a:lnTo>
                  <a:pt x="66921" y="2850"/>
                </a:lnTo>
                <a:lnTo>
                  <a:pt x="69136" y="3874"/>
                </a:lnTo>
                <a:lnTo>
                  <a:pt x="71231" y="5053"/>
                </a:lnTo>
                <a:lnTo>
                  <a:pt x="73203" y="6386"/>
                </a:lnTo>
                <a:lnTo>
                  <a:pt x="75051" y="7873"/>
                </a:lnTo>
                <a:lnTo>
                  <a:pt x="76774" y="9513"/>
                </a:lnTo>
                <a:lnTo>
                  <a:pt x="78370" y="11305"/>
                </a:lnTo>
                <a:lnTo>
                  <a:pt x="79843" y="13245"/>
                </a:lnTo>
                <a:lnTo>
                  <a:pt x="81195" y="15329"/>
                </a:lnTo>
                <a:lnTo>
                  <a:pt x="82424" y="17557"/>
                </a:lnTo>
                <a:lnTo>
                  <a:pt x="83529" y="19928"/>
                </a:lnTo>
                <a:lnTo>
                  <a:pt x="84510" y="22443"/>
                </a:lnTo>
                <a:lnTo>
                  <a:pt x="85364" y="25101"/>
                </a:lnTo>
                <a:lnTo>
                  <a:pt x="86090" y="27904"/>
                </a:lnTo>
                <a:lnTo>
                  <a:pt x="86688" y="30850"/>
                </a:lnTo>
                <a:lnTo>
                  <a:pt x="87154" y="33940"/>
                </a:lnTo>
                <a:lnTo>
                  <a:pt x="87490" y="37173"/>
                </a:lnTo>
                <a:lnTo>
                  <a:pt x="87692" y="40550"/>
                </a:lnTo>
                <a:lnTo>
                  <a:pt x="87759" y="440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1" name="Original native bar-chart element 111">
            <a:extLst xmlns:a="http://schemas.openxmlformats.org/drawingml/2006/main">
              <a:ext uri="{FF2B5EF4-FFF2-40B4-BE49-F238E27FC236}">
                <a16:creationId xmlns:a16="http://schemas.microsoft.com/office/drawing/2014/main" id="{5813953A-87B6-4E95-B663-613108A6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658" y="3370300"/>
            <a:ext cx="112669" cy="144669"/>
          </a:xfrm>
          <a:custGeom xmlns:a="http://schemas.openxmlformats.org/drawingml/2006/main">
            <a:pathLst>
              <a:path w="112669" h="144669">
                <a:moveTo>
                  <a:pt x="112669" y="13221"/>
                </a:moveTo>
                <a:lnTo>
                  <a:pt x="112669" y="33149"/>
                </a:lnTo>
                <a:lnTo>
                  <a:pt x="111036" y="31740"/>
                </a:lnTo>
                <a:lnTo>
                  <a:pt x="109394" y="30387"/>
                </a:lnTo>
                <a:lnTo>
                  <a:pt x="107741" y="29089"/>
                </a:lnTo>
                <a:lnTo>
                  <a:pt x="106076" y="27848"/>
                </a:lnTo>
                <a:lnTo>
                  <a:pt x="104398" y="26662"/>
                </a:lnTo>
                <a:lnTo>
                  <a:pt x="102705" y="25533"/>
                </a:lnTo>
                <a:lnTo>
                  <a:pt x="100996" y="24459"/>
                </a:lnTo>
                <a:lnTo>
                  <a:pt x="99270" y="23441"/>
                </a:lnTo>
                <a:lnTo>
                  <a:pt x="97526" y="22479"/>
                </a:lnTo>
                <a:lnTo>
                  <a:pt x="95761" y="21573"/>
                </a:lnTo>
                <a:lnTo>
                  <a:pt x="93975" y="20722"/>
                </a:lnTo>
                <a:lnTo>
                  <a:pt x="92166" y="19928"/>
                </a:lnTo>
                <a:lnTo>
                  <a:pt x="90342" y="19237"/>
                </a:lnTo>
                <a:lnTo>
                  <a:pt x="88508" y="18603"/>
                </a:lnTo>
                <a:lnTo>
                  <a:pt x="86663" y="18027"/>
                </a:lnTo>
                <a:lnTo>
                  <a:pt x="84807" y="17508"/>
                </a:lnTo>
                <a:lnTo>
                  <a:pt x="82937" y="17048"/>
                </a:lnTo>
                <a:lnTo>
                  <a:pt x="81053" y="16646"/>
                </a:lnTo>
                <a:lnTo>
                  <a:pt x="79152" y="16305"/>
                </a:lnTo>
                <a:lnTo>
                  <a:pt x="77235" y="16025"/>
                </a:lnTo>
                <a:lnTo>
                  <a:pt x="75298" y="15805"/>
                </a:lnTo>
                <a:lnTo>
                  <a:pt x="73342" y="15648"/>
                </a:lnTo>
                <a:lnTo>
                  <a:pt x="71364" y="15553"/>
                </a:lnTo>
                <a:lnTo>
                  <a:pt x="69364" y="15521"/>
                </a:lnTo>
                <a:lnTo>
                  <a:pt x="65420" y="15624"/>
                </a:lnTo>
                <a:lnTo>
                  <a:pt x="61636" y="15935"/>
                </a:lnTo>
                <a:lnTo>
                  <a:pt x="58011" y="16452"/>
                </a:lnTo>
                <a:lnTo>
                  <a:pt x="54546" y="17174"/>
                </a:lnTo>
                <a:lnTo>
                  <a:pt x="51241" y="18102"/>
                </a:lnTo>
                <a:lnTo>
                  <a:pt x="48095" y="19233"/>
                </a:lnTo>
                <a:lnTo>
                  <a:pt x="45109" y="20568"/>
                </a:lnTo>
                <a:lnTo>
                  <a:pt x="42283" y="22107"/>
                </a:lnTo>
                <a:lnTo>
                  <a:pt x="39616" y="23847"/>
                </a:lnTo>
                <a:lnTo>
                  <a:pt x="37109" y="25789"/>
                </a:lnTo>
                <a:lnTo>
                  <a:pt x="34762" y="27932"/>
                </a:lnTo>
                <a:lnTo>
                  <a:pt x="32574" y="30275"/>
                </a:lnTo>
                <a:lnTo>
                  <a:pt x="30554" y="32806"/>
                </a:lnTo>
                <a:lnTo>
                  <a:pt x="28710" y="35513"/>
                </a:lnTo>
                <a:lnTo>
                  <a:pt x="27042" y="38398"/>
                </a:lnTo>
                <a:lnTo>
                  <a:pt x="25549" y="41460"/>
                </a:lnTo>
                <a:lnTo>
                  <a:pt x="24231" y="44700"/>
                </a:lnTo>
                <a:lnTo>
                  <a:pt x="23089" y="48119"/>
                </a:lnTo>
                <a:lnTo>
                  <a:pt x="22123" y="51718"/>
                </a:lnTo>
                <a:lnTo>
                  <a:pt x="21333" y="55497"/>
                </a:lnTo>
                <a:lnTo>
                  <a:pt x="20718" y="59457"/>
                </a:lnTo>
                <a:lnTo>
                  <a:pt x="20279" y="63599"/>
                </a:lnTo>
                <a:lnTo>
                  <a:pt x="20016" y="67923"/>
                </a:lnTo>
                <a:lnTo>
                  <a:pt x="19928" y="72430"/>
                </a:lnTo>
                <a:lnTo>
                  <a:pt x="20016" y="76941"/>
                </a:lnTo>
                <a:lnTo>
                  <a:pt x="20279" y="81275"/>
                </a:lnTo>
                <a:lnTo>
                  <a:pt x="20718" y="85433"/>
                </a:lnTo>
                <a:lnTo>
                  <a:pt x="21333" y="89413"/>
                </a:lnTo>
                <a:lnTo>
                  <a:pt x="22123" y="93214"/>
                </a:lnTo>
                <a:lnTo>
                  <a:pt x="23089" y="96837"/>
                </a:lnTo>
                <a:lnTo>
                  <a:pt x="24231" y="100280"/>
                </a:lnTo>
                <a:lnTo>
                  <a:pt x="25549" y="103543"/>
                </a:lnTo>
                <a:lnTo>
                  <a:pt x="27042" y="106624"/>
                </a:lnTo>
                <a:lnTo>
                  <a:pt x="28710" y="109524"/>
                </a:lnTo>
                <a:lnTo>
                  <a:pt x="30554" y="112242"/>
                </a:lnTo>
                <a:lnTo>
                  <a:pt x="32574" y="114777"/>
                </a:lnTo>
                <a:lnTo>
                  <a:pt x="34762" y="117116"/>
                </a:lnTo>
                <a:lnTo>
                  <a:pt x="37109" y="119249"/>
                </a:lnTo>
                <a:lnTo>
                  <a:pt x="39616" y="121175"/>
                </a:lnTo>
                <a:lnTo>
                  <a:pt x="42283" y="122896"/>
                </a:lnTo>
                <a:lnTo>
                  <a:pt x="45109" y="124411"/>
                </a:lnTo>
                <a:lnTo>
                  <a:pt x="48095" y="125723"/>
                </a:lnTo>
                <a:lnTo>
                  <a:pt x="51241" y="126831"/>
                </a:lnTo>
                <a:lnTo>
                  <a:pt x="54546" y="127736"/>
                </a:lnTo>
                <a:lnTo>
                  <a:pt x="58011" y="128438"/>
                </a:lnTo>
                <a:lnTo>
                  <a:pt x="61636" y="128939"/>
                </a:lnTo>
                <a:lnTo>
                  <a:pt x="65420" y="129240"/>
                </a:lnTo>
                <a:lnTo>
                  <a:pt x="69364" y="129339"/>
                </a:lnTo>
                <a:lnTo>
                  <a:pt x="71364" y="129311"/>
                </a:lnTo>
                <a:lnTo>
                  <a:pt x="73342" y="129226"/>
                </a:lnTo>
                <a:lnTo>
                  <a:pt x="75298" y="129082"/>
                </a:lnTo>
                <a:lnTo>
                  <a:pt x="77235" y="128878"/>
                </a:lnTo>
                <a:lnTo>
                  <a:pt x="79152" y="128613"/>
                </a:lnTo>
                <a:lnTo>
                  <a:pt x="81053" y="128286"/>
                </a:lnTo>
                <a:lnTo>
                  <a:pt x="82937" y="127894"/>
                </a:lnTo>
                <a:lnTo>
                  <a:pt x="84807" y="127437"/>
                </a:lnTo>
                <a:lnTo>
                  <a:pt x="86663" y="126914"/>
                </a:lnTo>
                <a:lnTo>
                  <a:pt x="88508" y="126323"/>
                </a:lnTo>
                <a:lnTo>
                  <a:pt x="90342" y="125663"/>
                </a:lnTo>
                <a:lnTo>
                  <a:pt x="92166" y="124932"/>
                </a:lnTo>
                <a:lnTo>
                  <a:pt x="93975" y="124182"/>
                </a:lnTo>
                <a:lnTo>
                  <a:pt x="95761" y="123367"/>
                </a:lnTo>
                <a:lnTo>
                  <a:pt x="97526" y="122489"/>
                </a:lnTo>
                <a:lnTo>
                  <a:pt x="99270" y="121547"/>
                </a:lnTo>
                <a:lnTo>
                  <a:pt x="100996" y="120541"/>
                </a:lnTo>
                <a:lnTo>
                  <a:pt x="102705" y="119471"/>
                </a:lnTo>
                <a:lnTo>
                  <a:pt x="104398" y="118338"/>
                </a:lnTo>
                <a:lnTo>
                  <a:pt x="106076" y="117140"/>
                </a:lnTo>
                <a:lnTo>
                  <a:pt x="107741" y="115879"/>
                </a:lnTo>
                <a:lnTo>
                  <a:pt x="109394" y="114553"/>
                </a:lnTo>
                <a:lnTo>
                  <a:pt x="111036" y="113164"/>
                </a:lnTo>
                <a:lnTo>
                  <a:pt x="112669" y="111711"/>
                </a:lnTo>
                <a:lnTo>
                  <a:pt x="112669" y="131447"/>
                </a:lnTo>
                <a:lnTo>
                  <a:pt x="110985" y="132569"/>
                </a:lnTo>
                <a:lnTo>
                  <a:pt x="109285" y="133636"/>
                </a:lnTo>
                <a:lnTo>
                  <a:pt x="107570" y="134648"/>
                </a:lnTo>
                <a:lnTo>
                  <a:pt x="105842" y="135606"/>
                </a:lnTo>
                <a:lnTo>
                  <a:pt x="104100" y="136511"/>
                </a:lnTo>
                <a:lnTo>
                  <a:pt x="102346" y="137363"/>
                </a:lnTo>
                <a:lnTo>
                  <a:pt x="100579" y="138164"/>
                </a:lnTo>
                <a:lnTo>
                  <a:pt x="98802" y="138913"/>
                </a:lnTo>
                <a:lnTo>
                  <a:pt x="97014" y="139612"/>
                </a:lnTo>
                <a:lnTo>
                  <a:pt x="95215" y="140261"/>
                </a:lnTo>
                <a:lnTo>
                  <a:pt x="93408" y="140860"/>
                </a:lnTo>
                <a:lnTo>
                  <a:pt x="91591" y="141411"/>
                </a:lnTo>
                <a:lnTo>
                  <a:pt x="89759" y="141918"/>
                </a:lnTo>
                <a:lnTo>
                  <a:pt x="87904" y="142384"/>
                </a:lnTo>
                <a:lnTo>
                  <a:pt x="86026" y="142809"/>
                </a:lnTo>
                <a:lnTo>
                  <a:pt x="84126" y="143192"/>
                </a:lnTo>
                <a:lnTo>
                  <a:pt x="82204" y="143533"/>
                </a:lnTo>
                <a:lnTo>
                  <a:pt x="80262" y="143830"/>
                </a:lnTo>
                <a:lnTo>
                  <a:pt x="78300" y="144084"/>
                </a:lnTo>
                <a:lnTo>
                  <a:pt x="76319" y="144292"/>
                </a:lnTo>
                <a:lnTo>
                  <a:pt x="74319" y="144456"/>
                </a:lnTo>
                <a:lnTo>
                  <a:pt x="72301" y="144574"/>
                </a:lnTo>
                <a:lnTo>
                  <a:pt x="70266" y="144645"/>
                </a:lnTo>
                <a:lnTo>
                  <a:pt x="68215" y="144669"/>
                </a:lnTo>
                <a:lnTo>
                  <a:pt x="63037" y="144537"/>
                </a:lnTo>
                <a:lnTo>
                  <a:pt x="58043" y="144141"/>
                </a:lnTo>
                <a:lnTo>
                  <a:pt x="53233" y="143480"/>
                </a:lnTo>
                <a:lnTo>
                  <a:pt x="48606" y="142554"/>
                </a:lnTo>
                <a:lnTo>
                  <a:pt x="44163" y="141361"/>
                </a:lnTo>
                <a:lnTo>
                  <a:pt x="39904" y="139902"/>
                </a:lnTo>
                <a:lnTo>
                  <a:pt x="35828" y="138176"/>
                </a:lnTo>
                <a:lnTo>
                  <a:pt x="31936" y="136181"/>
                </a:lnTo>
                <a:lnTo>
                  <a:pt x="28227" y="133917"/>
                </a:lnTo>
                <a:lnTo>
                  <a:pt x="24702" y="131384"/>
                </a:lnTo>
                <a:lnTo>
                  <a:pt x="21361" y="128581"/>
                </a:lnTo>
                <a:lnTo>
                  <a:pt x="18203" y="125507"/>
                </a:lnTo>
                <a:lnTo>
                  <a:pt x="15269" y="122198"/>
                </a:lnTo>
                <a:lnTo>
                  <a:pt x="12597" y="118688"/>
                </a:lnTo>
                <a:lnTo>
                  <a:pt x="10185" y="114977"/>
                </a:lnTo>
                <a:lnTo>
                  <a:pt x="8034" y="111065"/>
                </a:lnTo>
                <a:lnTo>
                  <a:pt x="6140" y="106951"/>
                </a:lnTo>
                <a:lnTo>
                  <a:pt x="4503" y="102633"/>
                </a:lnTo>
                <a:lnTo>
                  <a:pt x="3121" y="98112"/>
                </a:lnTo>
                <a:lnTo>
                  <a:pt x="1994" y="93387"/>
                </a:lnTo>
                <a:lnTo>
                  <a:pt x="1120" y="88457"/>
                </a:lnTo>
                <a:lnTo>
                  <a:pt x="497" y="83321"/>
                </a:lnTo>
                <a:lnTo>
                  <a:pt x="124" y="77979"/>
                </a:lnTo>
                <a:lnTo>
                  <a:pt x="0" y="72430"/>
                </a:lnTo>
                <a:lnTo>
                  <a:pt x="124" y="66925"/>
                </a:lnTo>
                <a:lnTo>
                  <a:pt x="497" y="61619"/>
                </a:lnTo>
                <a:lnTo>
                  <a:pt x="1120" y="56511"/>
                </a:lnTo>
                <a:lnTo>
                  <a:pt x="1994" y="51601"/>
                </a:lnTo>
                <a:lnTo>
                  <a:pt x="3121" y="46888"/>
                </a:lnTo>
                <a:lnTo>
                  <a:pt x="4503" y="42371"/>
                </a:lnTo>
                <a:lnTo>
                  <a:pt x="6140" y="38049"/>
                </a:lnTo>
                <a:lnTo>
                  <a:pt x="8034" y="33923"/>
                </a:lnTo>
                <a:lnTo>
                  <a:pt x="10185" y="29991"/>
                </a:lnTo>
                <a:lnTo>
                  <a:pt x="12597" y="26252"/>
                </a:lnTo>
                <a:lnTo>
                  <a:pt x="15269" y="22706"/>
                </a:lnTo>
                <a:lnTo>
                  <a:pt x="18203" y="19353"/>
                </a:lnTo>
                <a:lnTo>
                  <a:pt x="21361" y="16275"/>
                </a:lnTo>
                <a:lnTo>
                  <a:pt x="24702" y="13462"/>
                </a:lnTo>
                <a:lnTo>
                  <a:pt x="28227" y="10913"/>
                </a:lnTo>
                <a:lnTo>
                  <a:pt x="31936" y="8630"/>
                </a:lnTo>
                <a:lnTo>
                  <a:pt x="35828" y="6613"/>
                </a:lnTo>
                <a:lnTo>
                  <a:pt x="39904" y="4862"/>
                </a:lnTo>
                <a:lnTo>
                  <a:pt x="44163" y="3379"/>
                </a:lnTo>
                <a:lnTo>
                  <a:pt x="48606" y="2165"/>
                </a:lnTo>
                <a:lnTo>
                  <a:pt x="53233" y="1219"/>
                </a:lnTo>
                <a:lnTo>
                  <a:pt x="58043" y="542"/>
                </a:lnTo>
                <a:lnTo>
                  <a:pt x="63037" y="136"/>
                </a:lnTo>
                <a:lnTo>
                  <a:pt x="68215" y="0"/>
                </a:lnTo>
                <a:lnTo>
                  <a:pt x="70310" y="24"/>
                </a:lnTo>
                <a:lnTo>
                  <a:pt x="72382" y="95"/>
                </a:lnTo>
                <a:lnTo>
                  <a:pt x="74430" y="213"/>
                </a:lnTo>
                <a:lnTo>
                  <a:pt x="76454" y="376"/>
                </a:lnTo>
                <a:lnTo>
                  <a:pt x="78454" y="585"/>
                </a:lnTo>
                <a:lnTo>
                  <a:pt x="80430" y="838"/>
                </a:lnTo>
                <a:lnTo>
                  <a:pt x="82382" y="1136"/>
                </a:lnTo>
                <a:lnTo>
                  <a:pt x="84310" y="1476"/>
                </a:lnTo>
                <a:lnTo>
                  <a:pt x="86214" y="1859"/>
                </a:lnTo>
                <a:lnTo>
                  <a:pt x="88095" y="2284"/>
                </a:lnTo>
                <a:lnTo>
                  <a:pt x="89951" y="2751"/>
                </a:lnTo>
                <a:lnTo>
                  <a:pt x="91783" y="3257"/>
                </a:lnTo>
                <a:lnTo>
                  <a:pt x="93599" y="3852"/>
                </a:lnTo>
                <a:lnTo>
                  <a:pt x="95406" y="4488"/>
                </a:lnTo>
                <a:lnTo>
                  <a:pt x="97202" y="5165"/>
                </a:lnTo>
                <a:lnTo>
                  <a:pt x="98986" y="5883"/>
                </a:lnTo>
                <a:lnTo>
                  <a:pt x="100757" y="6645"/>
                </a:lnTo>
                <a:lnTo>
                  <a:pt x="102513" y="7449"/>
                </a:lnTo>
                <a:lnTo>
                  <a:pt x="104254" y="8297"/>
                </a:lnTo>
                <a:lnTo>
                  <a:pt x="105977" y="9190"/>
                </a:lnTo>
                <a:lnTo>
                  <a:pt x="107681" y="10129"/>
                </a:lnTo>
                <a:lnTo>
                  <a:pt x="109365" y="11113"/>
                </a:lnTo>
                <a:lnTo>
                  <a:pt x="111029" y="12143"/>
                </a:lnTo>
                <a:lnTo>
                  <a:pt x="112669" y="132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2" name="Original native bar-chart element 112">
            <a:extLst xmlns:a="http://schemas.openxmlformats.org/drawingml/2006/main">
              <a:ext uri="{FF2B5EF4-FFF2-40B4-BE49-F238E27FC236}">
                <a16:creationId xmlns:a16="http://schemas.microsoft.com/office/drawing/2014/main" id="{6AADCBAE-D7B0-4AF0-A931-3D311F7B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171" y="3405174"/>
            <a:ext cx="88526" cy="109795"/>
          </a:xfrm>
          <a:custGeom xmlns:a="http://schemas.openxmlformats.org/drawingml/2006/main">
            <a:pathLst>
              <a:path w="88526" h="109795">
                <a:moveTo>
                  <a:pt x="54227" y="54610"/>
                </a:moveTo>
                <a:lnTo>
                  <a:pt x="50822" y="54646"/>
                </a:lnTo>
                <a:lnTo>
                  <a:pt x="47599" y="54752"/>
                </a:lnTo>
                <a:lnTo>
                  <a:pt x="44559" y="54927"/>
                </a:lnTo>
                <a:lnTo>
                  <a:pt x="41701" y="55171"/>
                </a:lnTo>
                <a:lnTo>
                  <a:pt x="39023" y="55480"/>
                </a:lnTo>
                <a:lnTo>
                  <a:pt x="36526" y="55855"/>
                </a:lnTo>
                <a:lnTo>
                  <a:pt x="34209" y="56294"/>
                </a:lnTo>
                <a:lnTo>
                  <a:pt x="32070" y="56796"/>
                </a:lnTo>
                <a:lnTo>
                  <a:pt x="30110" y="57358"/>
                </a:lnTo>
                <a:lnTo>
                  <a:pt x="28328" y="57981"/>
                </a:lnTo>
                <a:lnTo>
                  <a:pt x="26722" y="58662"/>
                </a:lnTo>
                <a:lnTo>
                  <a:pt x="25293" y="59400"/>
                </a:lnTo>
                <a:lnTo>
                  <a:pt x="24008" y="60259"/>
                </a:lnTo>
                <a:lnTo>
                  <a:pt x="22834" y="61206"/>
                </a:lnTo>
                <a:lnTo>
                  <a:pt x="21772" y="62242"/>
                </a:lnTo>
                <a:lnTo>
                  <a:pt x="20822" y="63367"/>
                </a:lnTo>
                <a:lnTo>
                  <a:pt x="19984" y="64584"/>
                </a:lnTo>
                <a:lnTo>
                  <a:pt x="19257" y="65891"/>
                </a:lnTo>
                <a:lnTo>
                  <a:pt x="18642" y="67291"/>
                </a:lnTo>
                <a:lnTo>
                  <a:pt x="18139" y="68782"/>
                </a:lnTo>
                <a:lnTo>
                  <a:pt x="17748" y="70367"/>
                </a:lnTo>
                <a:lnTo>
                  <a:pt x="17469" y="72046"/>
                </a:lnTo>
                <a:lnTo>
                  <a:pt x="17301" y="73819"/>
                </a:lnTo>
                <a:lnTo>
                  <a:pt x="17245" y="75688"/>
                </a:lnTo>
                <a:lnTo>
                  <a:pt x="17285" y="77196"/>
                </a:lnTo>
                <a:lnTo>
                  <a:pt x="17406" y="78656"/>
                </a:lnTo>
                <a:lnTo>
                  <a:pt x="17608" y="80065"/>
                </a:lnTo>
                <a:lnTo>
                  <a:pt x="17891" y="81422"/>
                </a:lnTo>
                <a:lnTo>
                  <a:pt x="18257" y="82726"/>
                </a:lnTo>
                <a:lnTo>
                  <a:pt x="18706" y="83975"/>
                </a:lnTo>
                <a:lnTo>
                  <a:pt x="19239" y="85168"/>
                </a:lnTo>
                <a:lnTo>
                  <a:pt x="19857" y="86304"/>
                </a:lnTo>
                <a:lnTo>
                  <a:pt x="20560" y="87382"/>
                </a:lnTo>
                <a:lnTo>
                  <a:pt x="21348" y="88400"/>
                </a:lnTo>
                <a:lnTo>
                  <a:pt x="22223" y="89356"/>
                </a:lnTo>
                <a:lnTo>
                  <a:pt x="23185" y="90250"/>
                </a:lnTo>
                <a:lnTo>
                  <a:pt x="24223" y="91121"/>
                </a:lnTo>
                <a:lnTo>
                  <a:pt x="25324" y="91912"/>
                </a:lnTo>
                <a:lnTo>
                  <a:pt x="26488" y="92624"/>
                </a:lnTo>
                <a:lnTo>
                  <a:pt x="27713" y="93259"/>
                </a:lnTo>
                <a:lnTo>
                  <a:pt x="29000" y="93817"/>
                </a:lnTo>
                <a:lnTo>
                  <a:pt x="30347" y="94298"/>
                </a:lnTo>
                <a:lnTo>
                  <a:pt x="31754" y="94703"/>
                </a:lnTo>
                <a:lnTo>
                  <a:pt x="33220" y="95033"/>
                </a:lnTo>
                <a:lnTo>
                  <a:pt x="34745" y="95289"/>
                </a:lnTo>
                <a:lnTo>
                  <a:pt x="36328" y="95471"/>
                </a:lnTo>
                <a:lnTo>
                  <a:pt x="37968" y="95579"/>
                </a:lnTo>
                <a:lnTo>
                  <a:pt x="39664" y="95615"/>
                </a:lnTo>
                <a:lnTo>
                  <a:pt x="42019" y="95547"/>
                </a:lnTo>
                <a:lnTo>
                  <a:pt x="44295" y="95342"/>
                </a:lnTo>
                <a:lnTo>
                  <a:pt x="46490" y="94999"/>
                </a:lnTo>
                <a:lnTo>
                  <a:pt x="48606" y="94515"/>
                </a:lnTo>
                <a:lnTo>
                  <a:pt x="50642" y="93891"/>
                </a:lnTo>
                <a:lnTo>
                  <a:pt x="52598" y="93124"/>
                </a:lnTo>
                <a:lnTo>
                  <a:pt x="54474" y="92214"/>
                </a:lnTo>
                <a:lnTo>
                  <a:pt x="56271" y="91159"/>
                </a:lnTo>
                <a:lnTo>
                  <a:pt x="57987" y="89957"/>
                </a:lnTo>
                <a:lnTo>
                  <a:pt x="59624" y="88607"/>
                </a:lnTo>
                <a:lnTo>
                  <a:pt x="61181" y="87109"/>
                </a:lnTo>
                <a:lnTo>
                  <a:pt x="62658" y="85460"/>
                </a:lnTo>
                <a:lnTo>
                  <a:pt x="64035" y="83735"/>
                </a:lnTo>
                <a:lnTo>
                  <a:pt x="65292" y="81915"/>
                </a:lnTo>
                <a:lnTo>
                  <a:pt x="66430" y="79999"/>
                </a:lnTo>
                <a:lnTo>
                  <a:pt x="67448" y="77987"/>
                </a:lnTo>
                <a:lnTo>
                  <a:pt x="68346" y="75879"/>
                </a:lnTo>
                <a:lnTo>
                  <a:pt x="69125" y="73676"/>
                </a:lnTo>
                <a:lnTo>
                  <a:pt x="69783" y="71376"/>
                </a:lnTo>
                <a:lnTo>
                  <a:pt x="70322" y="68981"/>
                </a:lnTo>
                <a:lnTo>
                  <a:pt x="70741" y="66490"/>
                </a:lnTo>
                <a:lnTo>
                  <a:pt x="71041" y="63903"/>
                </a:lnTo>
                <a:lnTo>
                  <a:pt x="71221" y="61221"/>
                </a:lnTo>
                <a:lnTo>
                  <a:pt x="71280" y="58442"/>
                </a:lnTo>
                <a:lnTo>
                  <a:pt x="71280" y="54610"/>
                </a:lnTo>
                <a:lnTo>
                  <a:pt x="54227" y="54610"/>
                </a:lnTo>
                <a:close/>
                <a:moveTo>
                  <a:pt x="88526" y="47520"/>
                </a:moveTo>
                <a:lnTo>
                  <a:pt x="88526" y="107304"/>
                </a:lnTo>
                <a:lnTo>
                  <a:pt x="71280" y="107304"/>
                </a:lnTo>
                <a:lnTo>
                  <a:pt x="71280" y="91400"/>
                </a:lnTo>
                <a:lnTo>
                  <a:pt x="70255" y="92989"/>
                </a:lnTo>
                <a:lnTo>
                  <a:pt x="69189" y="94499"/>
                </a:lnTo>
                <a:lnTo>
                  <a:pt x="68086" y="95930"/>
                </a:lnTo>
                <a:lnTo>
                  <a:pt x="66944" y="97283"/>
                </a:lnTo>
                <a:lnTo>
                  <a:pt x="65765" y="98559"/>
                </a:lnTo>
                <a:lnTo>
                  <a:pt x="64550" y="99759"/>
                </a:lnTo>
                <a:lnTo>
                  <a:pt x="63299" y="100883"/>
                </a:lnTo>
                <a:lnTo>
                  <a:pt x="62012" y="101932"/>
                </a:lnTo>
                <a:lnTo>
                  <a:pt x="60691" y="102906"/>
                </a:lnTo>
                <a:lnTo>
                  <a:pt x="59336" y="103806"/>
                </a:lnTo>
                <a:lnTo>
                  <a:pt x="57947" y="104633"/>
                </a:lnTo>
                <a:lnTo>
                  <a:pt x="56526" y="105388"/>
                </a:lnTo>
                <a:lnTo>
                  <a:pt x="55057" y="106078"/>
                </a:lnTo>
                <a:lnTo>
                  <a:pt x="53526" y="106712"/>
                </a:lnTo>
                <a:lnTo>
                  <a:pt x="51933" y="107289"/>
                </a:lnTo>
                <a:lnTo>
                  <a:pt x="50281" y="107808"/>
                </a:lnTo>
                <a:lnTo>
                  <a:pt x="48570" y="108268"/>
                </a:lnTo>
                <a:lnTo>
                  <a:pt x="46802" y="108669"/>
                </a:lnTo>
                <a:lnTo>
                  <a:pt x="44978" y="109010"/>
                </a:lnTo>
                <a:lnTo>
                  <a:pt x="43099" y="109291"/>
                </a:lnTo>
                <a:lnTo>
                  <a:pt x="41167" y="109510"/>
                </a:lnTo>
                <a:lnTo>
                  <a:pt x="39183" y="109668"/>
                </a:lnTo>
                <a:lnTo>
                  <a:pt x="37149" y="109763"/>
                </a:lnTo>
                <a:lnTo>
                  <a:pt x="35065" y="109795"/>
                </a:lnTo>
                <a:lnTo>
                  <a:pt x="32427" y="109735"/>
                </a:lnTo>
                <a:lnTo>
                  <a:pt x="29877" y="109554"/>
                </a:lnTo>
                <a:lnTo>
                  <a:pt x="27416" y="109253"/>
                </a:lnTo>
                <a:lnTo>
                  <a:pt x="25045" y="108830"/>
                </a:lnTo>
                <a:lnTo>
                  <a:pt x="22764" y="108284"/>
                </a:lnTo>
                <a:lnTo>
                  <a:pt x="20575" y="107615"/>
                </a:lnTo>
                <a:lnTo>
                  <a:pt x="18477" y="106823"/>
                </a:lnTo>
                <a:lnTo>
                  <a:pt x="16472" y="105906"/>
                </a:lnTo>
                <a:lnTo>
                  <a:pt x="14560" y="104864"/>
                </a:lnTo>
                <a:lnTo>
                  <a:pt x="12741" y="103696"/>
                </a:lnTo>
                <a:lnTo>
                  <a:pt x="11018" y="102402"/>
                </a:lnTo>
                <a:lnTo>
                  <a:pt x="9389" y="100981"/>
                </a:lnTo>
                <a:lnTo>
                  <a:pt x="7876" y="99452"/>
                </a:lnTo>
                <a:lnTo>
                  <a:pt x="6498" y="97835"/>
                </a:lnTo>
                <a:lnTo>
                  <a:pt x="5254" y="96130"/>
                </a:lnTo>
                <a:lnTo>
                  <a:pt x="4145" y="94338"/>
                </a:lnTo>
                <a:lnTo>
                  <a:pt x="3168" y="92458"/>
                </a:lnTo>
                <a:lnTo>
                  <a:pt x="2323" y="90490"/>
                </a:lnTo>
                <a:lnTo>
                  <a:pt x="1611" y="88434"/>
                </a:lnTo>
                <a:lnTo>
                  <a:pt x="1029" y="86290"/>
                </a:lnTo>
                <a:lnTo>
                  <a:pt x="578" y="84059"/>
                </a:lnTo>
                <a:lnTo>
                  <a:pt x="256" y="81739"/>
                </a:lnTo>
                <a:lnTo>
                  <a:pt x="64" y="79332"/>
                </a:lnTo>
                <a:lnTo>
                  <a:pt x="0" y="76837"/>
                </a:lnTo>
                <a:lnTo>
                  <a:pt x="80" y="73975"/>
                </a:lnTo>
                <a:lnTo>
                  <a:pt x="321" y="71232"/>
                </a:lnTo>
                <a:lnTo>
                  <a:pt x="725" y="68607"/>
                </a:lnTo>
                <a:lnTo>
                  <a:pt x="1292" y="66100"/>
                </a:lnTo>
                <a:lnTo>
                  <a:pt x="2024" y="63710"/>
                </a:lnTo>
                <a:lnTo>
                  <a:pt x="2922" y="61436"/>
                </a:lnTo>
                <a:lnTo>
                  <a:pt x="3988" y="59278"/>
                </a:lnTo>
                <a:lnTo>
                  <a:pt x="5223" y="57236"/>
                </a:lnTo>
                <a:lnTo>
                  <a:pt x="6629" y="55308"/>
                </a:lnTo>
                <a:lnTo>
                  <a:pt x="8206" y="53493"/>
                </a:lnTo>
                <a:lnTo>
                  <a:pt x="9956" y="51792"/>
                </a:lnTo>
                <a:lnTo>
                  <a:pt x="11880" y="50203"/>
                </a:lnTo>
                <a:lnTo>
                  <a:pt x="13924" y="48778"/>
                </a:lnTo>
                <a:lnTo>
                  <a:pt x="16128" y="47473"/>
                </a:lnTo>
                <a:lnTo>
                  <a:pt x="18494" y="46290"/>
                </a:lnTo>
                <a:lnTo>
                  <a:pt x="21021" y="45228"/>
                </a:lnTo>
                <a:lnTo>
                  <a:pt x="23710" y="44289"/>
                </a:lnTo>
                <a:lnTo>
                  <a:pt x="26562" y="43472"/>
                </a:lnTo>
                <a:lnTo>
                  <a:pt x="29579" y="42780"/>
                </a:lnTo>
                <a:lnTo>
                  <a:pt x="32759" y="42212"/>
                </a:lnTo>
                <a:lnTo>
                  <a:pt x="36104" y="41769"/>
                </a:lnTo>
                <a:lnTo>
                  <a:pt x="39615" y="41452"/>
                </a:lnTo>
                <a:lnTo>
                  <a:pt x="43293" y="41261"/>
                </a:lnTo>
                <a:lnTo>
                  <a:pt x="47137" y="41197"/>
                </a:lnTo>
                <a:lnTo>
                  <a:pt x="71280" y="41197"/>
                </a:lnTo>
                <a:lnTo>
                  <a:pt x="71280" y="39472"/>
                </a:lnTo>
                <a:lnTo>
                  <a:pt x="71225" y="37544"/>
                </a:lnTo>
                <a:lnTo>
                  <a:pt x="71058" y="35688"/>
                </a:lnTo>
                <a:lnTo>
                  <a:pt x="70780" y="33904"/>
                </a:lnTo>
                <a:lnTo>
                  <a:pt x="70393" y="32191"/>
                </a:lnTo>
                <a:lnTo>
                  <a:pt x="69897" y="30550"/>
                </a:lnTo>
                <a:lnTo>
                  <a:pt x="69292" y="28982"/>
                </a:lnTo>
                <a:lnTo>
                  <a:pt x="68580" y="27485"/>
                </a:lnTo>
                <a:lnTo>
                  <a:pt x="67760" y="26059"/>
                </a:lnTo>
                <a:lnTo>
                  <a:pt x="66834" y="24706"/>
                </a:lnTo>
                <a:lnTo>
                  <a:pt x="65803" y="23425"/>
                </a:lnTo>
                <a:lnTo>
                  <a:pt x="64666" y="22215"/>
                </a:lnTo>
                <a:lnTo>
                  <a:pt x="63424" y="21078"/>
                </a:lnTo>
                <a:lnTo>
                  <a:pt x="62087" y="20064"/>
                </a:lnTo>
                <a:lnTo>
                  <a:pt x="60662" y="19131"/>
                </a:lnTo>
                <a:lnTo>
                  <a:pt x="59149" y="18281"/>
                </a:lnTo>
                <a:lnTo>
                  <a:pt x="57548" y="17515"/>
                </a:lnTo>
                <a:lnTo>
                  <a:pt x="55859" y="16834"/>
                </a:lnTo>
                <a:lnTo>
                  <a:pt x="54083" y="16239"/>
                </a:lnTo>
                <a:lnTo>
                  <a:pt x="52219" y="15733"/>
                </a:lnTo>
                <a:lnTo>
                  <a:pt x="50267" y="15315"/>
                </a:lnTo>
                <a:lnTo>
                  <a:pt x="48227" y="14988"/>
                </a:lnTo>
                <a:lnTo>
                  <a:pt x="46099" y="14753"/>
                </a:lnTo>
                <a:lnTo>
                  <a:pt x="43884" y="14610"/>
                </a:lnTo>
                <a:lnTo>
                  <a:pt x="41580" y="14563"/>
                </a:lnTo>
                <a:lnTo>
                  <a:pt x="40055" y="14579"/>
                </a:lnTo>
                <a:lnTo>
                  <a:pt x="38545" y="14627"/>
                </a:lnTo>
                <a:lnTo>
                  <a:pt x="37047" y="14706"/>
                </a:lnTo>
                <a:lnTo>
                  <a:pt x="35562" y="14818"/>
                </a:lnTo>
                <a:lnTo>
                  <a:pt x="34088" y="14962"/>
                </a:lnTo>
                <a:lnTo>
                  <a:pt x="32622" y="15138"/>
                </a:lnTo>
                <a:lnTo>
                  <a:pt x="31165" y="15345"/>
                </a:lnTo>
                <a:lnTo>
                  <a:pt x="29714" y="15585"/>
                </a:lnTo>
                <a:lnTo>
                  <a:pt x="28269" y="15856"/>
                </a:lnTo>
                <a:lnTo>
                  <a:pt x="26828" y="16159"/>
                </a:lnTo>
                <a:lnTo>
                  <a:pt x="25389" y="16495"/>
                </a:lnTo>
                <a:lnTo>
                  <a:pt x="23952" y="16862"/>
                </a:lnTo>
                <a:lnTo>
                  <a:pt x="22523" y="17257"/>
                </a:lnTo>
                <a:lnTo>
                  <a:pt x="21109" y="17676"/>
                </a:lnTo>
                <a:lnTo>
                  <a:pt x="19709" y="18119"/>
                </a:lnTo>
                <a:lnTo>
                  <a:pt x="18324" y="18587"/>
                </a:lnTo>
                <a:lnTo>
                  <a:pt x="16952" y="19078"/>
                </a:lnTo>
                <a:lnTo>
                  <a:pt x="15593" y="19593"/>
                </a:lnTo>
                <a:lnTo>
                  <a:pt x="14245" y="20131"/>
                </a:lnTo>
                <a:lnTo>
                  <a:pt x="12909" y="20694"/>
                </a:lnTo>
                <a:lnTo>
                  <a:pt x="11584" y="21281"/>
                </a:lnTo>
                <a:lnTo>
                  <a:pt x="10268" y="21892"/>
                </a:lnTo>
                <a:lnTo>
                  <a:pt x="8962" y="22527"/>
                </a:lnTo>
                <a:lnTo>
                  <a:pt x="7665" y="23185"/>
                </a:lnTo>
                <a:lnTo>
                  <a:pt x="7665" y="7281"/>
                </a:lnTo>
                <a:lnTo>
                  <a:pt x="9197" y="6715"/>
                </a:lnTo>
                <a:lnTo>
                  <a:pt x="10729" y="6165"/>
                </a:lnTo>
                <a:lnTo>
                  <a:pt x="12260" y="5635"/>
                </a:lnTo>
                <a:lnTo>
                  <a:pt x="13789" y="5124"/>
                </a:lnTo>
                <a:lnTo>
                  <a:pt x="15315" y="4634"/>
                </a:lnTo>
                <a:lnTo>
                  <a:pt x="16838" y="4168"/>
                </a:lnTo>
                <a:lnTo>
                  <a:pt x="18357" y="3725"/>
                </a:lnTo>
                <a:lnTo>
                  <a:pt x="19871" y="3307"/>
                </a:lnTo>
                <a:lnTo>
                  <a:pt x="21380" y="2916"/>
                </a:lnTo>
                <a:lnTo>
                  <a:pt x="22883" y="2553"/>
                </a:lnTo>
                <a:lnTo>
                  <a:pt x="24379" y="2219"/>
                </a:lnTo>
                <a:lnTo>
                  <a:pt x="25868" y="1916"/>
                </a:lnTo>
                <a:lnTo>
                  <a:pt x="27349" y="1637"/>
                </a:lnTo>
                <a:lnTo>
                  <a:pt x="28823" y="1375"/>
                </a:lnTo>
                <a:lnTo>
                  <a:pt x="30290" y="1132"/>
                </a:lnTo>
                <a:lnTo>
                  <a:pt x="31751" y="908"/>
                </a:lnTo>
                <a:lnTo>
                  <a:pt x="33207" y="706"/>
                </a:lnTo>
                <a:lnTo>
                  <a:pt x="34658" y="527"/>
                </a:lnTo>
                <a:lnTo>
                  <a:pt x="36105" y="371"/>
                </a:lnTo>
                <a:lnTo>
                  <a:pt x="37549" y="241"/>
                </a:lnTo>
                <a:lnTo>
                  <a:pt x="38990" y="138"/>
                </a:lnTo>
                <a:lnTo>
                  <a:pt x="40430" y="62"/>
                </a:lnTo>
                <a:lnTo>
                  <a:pt x="41868" y="16"/>
                </a:lnTo>
                <a:lnTo>
                  <a:pt x="43305" y="0"/>
                </a:lnTo>
                <a:lnTo>
                  <a:pt x="47009" y="84"/>
                </a:lnTo>
                <a:lnTo>
                  <a:pt x="50554" y="334"/>
                </a:lnTo>
                <a:lnTo>
                  <a:pt x="53939" y="751"/>
                </a:lnTo>
                <a:lnTo>
                  <a:pt x="57165" y="1334"/>
                </a:lnTo>
                <a:lnTo>
                  <a:pt x="60231" y="2082"/>
                </a:lnTo>
                <a:lnTo>
                  <a:pt x="63137" y="2994"/>
                </a:lnTo>
                <a:lnTo>
                  <a:pt x="65883" y="4070"/>
                </a:lnTo>
                <a:lnTo>
                  <a:pt x="68470" y="5308"/>
                </a:lnTo>
                <a:lnTo>
                  <a:pt x="70897" y="6709"/>
                </a:lnTo>
                <a:lnTo>
                  <a:pt x="73165" y="8272"/>
                </a:lnTo>
                <a:lnTo>
                  <a:pt x="75272" y="9996"/>
                </a:lnTo>
                <a:lnTo>
                  <a:pt x="77220" y="11880"/>
                </a:lnTo>
                <a:lnTo>
                  <a:pt x="79013" y="13928"/>
                </a:lnTo>
                <a:lnTo>
                  <a:pt x="80653" y="16143"/>
                </a:lnTo>
                <a:lnTo>
                  <a:pt x="82140" y="18527"/>
                </a:lnTo>
                <a:lnTo>
                  <a:pt x="83473" y="21078"/>
                </a:lnTo>
                <a:lnTo>
                  <a:pt x="84652" y="23796"/>
                </a:lnTo>
                <a:lnTo>
                  <a:pt x="85675" y="26682"/>
                </a:lnTo>
                <a:lnTo>
                  <a:pt x="86544" y="29736"/>
                </a:lnTo>
                <a:lnTo>
                  <a:pt x="87255" y="32958"/>
                </a:lnTo>
                <a:lnTo>
                  <a:pt x="87810" y="36347"/>
                </a:lnTo>
                <a:lnTo>
                  <a:pt x="88207" y="39904"/>
                </a:lnTo>
                <a:lnTo>
                  <a:pt x="88446" y="43628"/>
                </a:lnTo>
                <a:lnTo>
                  <a:pt x="88526" y="475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3" name="Original native bar-chart element 113">
            <a:extLst xmlns:a="http://schemas.openxmlformats.org/drawingml/2006/main">
              <a:ext uri="{FF2B5EF4-FFF2-40B4-BE49-F238E27FC236}">
                <a16:creationId xmlns:a16="http://schemas.microsoft.com/office/drawing/2014/main" id="{81D3B736-ECAA-4A23-B86F-C336CA4D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307" y="3377965"/>
            <a:ext cx="65340" cy="134513"/>
          </a:xfrm>
          <a:custGeom xmlns:a="http://schemas.openxmlformats.org/drawingml/2006/main">
            <a:pathLst>
              <a:path w="65340" h="134513">
                <a:moveTo>
                  <a:pt x="29892" y="0"/>
                </a:moveTo>
                <a:lnTo>
                  <a:pt x="29892" y="29700"/>
                </a:lnTo>
                <a:lnTo>
                  <a:pt x="65340" y="29700"/>
                </a:lnTo>
                <a:lnTo>
                  <a:pt x="65340" y="43113"/>
                </a:lnTo>
                <a:lnTo>
                  <a:pt x="29892" y="43113"/>
                </a:lnTo>
                <a:lnTo>
                  <a:pt x="29892" y="100022"/>
                </a:lnTo>
                <a:lnTo>
                  <a:pt x="29916" y="102114"/>
                </a:lnTo>
                <a:lnTo>
                  <a:pt x="29988" y="104077"/>
                </a:lnTo>
                <a:lnTo>
                  <a:pt x="30107" y="105912"/>
                </a:lnTo>
                <a:lnTo>
                  <a:pt x="30275" y="107616"/>
                </a:lnTo>
                <a:lnTo>
                  <a:pt x="30491" y="109190"/>
                </a:lnTo>
                <a:lnTo>
                  <a:pt x="30754" y="110633"/>
                </a:lnTo>
                <a:lnTo>
                  <a:pt x="31065" y="111944"/>
                </a:lnTo>
                <a:lnTo>
                  <a:pt x="31425" y="113123"/>
                </a:lnTo>
                <a:lnTo>
                  <a:pt x="31832" y="114169"/>
                </a:lnTo>
                <a:lnTo>
                  <a:pt x="32287" y="115081"/>
                </a:lnTo>
                <a:lnTo>
                  <a:pt x="32790" y="115859"/>
                </a:lnTo>
                <a:lnTo>
                  <a:pt x="33341" y="116501"/>
                </a:lnTo>
                <a:lnTo>
                  <a:pt x="33968" y="117096"/>
                </a:lnTo>
                <a:lnTo>
                  <a:pt x="34698" y="117636"/>
                </a:lnTo>
                <a:lnTo>
                  <a:pt x="35532" y="118121"/>
                </a:lnTo>
                <a:lnTo>
                  <a:pt x="36471" y="118552"/>
                </a:lnTo>
                <a:lnTo>
                  <a:pt x="37512" y="118930"/>
                </a:lnTo>
                <a:lnTo>
                  <a:pt x="38658" y="119256"/>
                </a:lnTo>
                <a:lnTo>
                  <a:pt x="39908" y="119529"/>
                </a:lnTo>
                <a:lnTo>
                  <a:pt x="41261" y="119752"/>
                </a:lnTo>
                <a:lnTo>
                  <a:pt x="42718" y="119923"/>
                </a:lnTo>
                <a:lnTo>
                  <a:pt x="44279" y="120045"/>
                </a:lnTo>
                <a:lnTo>
                  <a:pt x="45943" y="120118"/>
                </a:lnTo>
                <a:lnTo>
                  <a:pt x="47712" y="120142"/>
                </a:lnTo>
                <a:lnTo>
                  <a:pt x="65340" y="120142"/>
                </a:lnTo>
                <a:lnTo>
                  <a:pt x="65340" y="134513"/>
                </a:lnTo>
                <a:lnTo>
                  <a:pt x="47712" y="134513"/>
                </a:lnTo>
                <a:lnTo>
                  <a:pt x="44446" y="134461"/>
                </a:lnTo>
                <a:lnTo>
                  <a:pt x="41357" y="134305"/>
                </a:lnTo>
                <a:lnTo>
                  <a:pt x="38443" y="134046"/>
                </a:lnTo>
                <a:lnTo>
                  <a:pt x="35704" y="133683"/>
                </a:lnTo>
                <a:lnTo>
                  <a:pt x="33141" y="133216"/>
                </a:lnTo>
                <a:lnTo>
                  <a:pt x="30754" y="132645"/>
                </a:lnTo>
                <a:lnTo>
                  <a:pt x="28542" y="131970"/>
                </a:lnTo>
                <a:lnTo>
                  <a:pt x="26507" y="131192"/>
                </a:lnTo>
                <a:lnTo>
                  <a:pt x="24646" y="130309"/>
                </a:lnTo>
                <a:lnTo>
                  <a:pt x="22962" y="129323"/>
                </a:lnTo>
                <a:lnTo>
                  <a:pt x="21453" y="128234"/>
                </a:lnTo>
                <a:lnTo>
                  <a:pt x="20119" y="127040"/>
                </a:lnTo>
                <a:lnTo>
                  <a:pt x="18926" y="125711"/>
                </a:lnTo>
                <a:lnTo>
                  <a:pt x="17836" y="124214"/>
                </a:lnTo>
                <a:lnTo>
                  <a:pt x="16850" y="122549"/>
                </a:lnTo>
                <a:lnTo>
                  <a:pt x="15968" y="120717"/>
                </a:lnTo>
                <a:lnTo>
                  <a:pt x="15189" y="118717"/>
                </a:lnTo>
                <a:lnTo>
                  <a:pt x="14515" y="116549"/>
                </a:lnTo>
                <a:lnTo>
                  <a:pt x="13944" y="114214"/>
                </a:lnTo>
                <a:lnTo>
                  <a:pt x="13477" y="111711"/>
                </a:lnTo>
                <a:lnTo>
                  <a:pt x="13114" y="109040"/>
                </a:lnTo>
                <a:lnTo>
                  <a:pt x="12854" y="106202"/>
                </a:lnTo>
                <a:lnTo>
                  <a:pt x="12698" y="103196"/>
                </a:lnTo>
                <a:lnTo>
                  <a:pt x="12647" y="100022"/>
                </a:lnTo>
                <a:lnTo>
                  <a:pt x="12647" y="43113"/>
                </a:lnTo>
                <a:lnTo>
                  <a:pt x="0" y="43113"/>
                </a:lnTo>
                <a:lnTo>
                  <a:pt x="0" y="29700"/>
                </a:lnTo>
                <a:lnTo>
                  <a:pt x="12647" y="29700"/>
                </a:lnTo>
                <a:lnTo>
                  <a:pt x="12647" y="0"/>
                </a:lnTo>
                <a:lnTo>
                  <a:pt x="2989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4" name="Original native bar-chart element 114">
            <a:extLst xmlns:a="http://schemas.openxmlformats.org/drawingml/2006/main">
              <a:ext uri="{FF2B5EF4-FFF2-40B4-BE49-F238E27FC236}">
                <a16:creationId xmlns:a16="http://schemas.microsoft.com/office/drawing/2014/main" id="{AB5DE632-067B-4097-903B-22E37819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785" y="3405174"/>
            <a:ext cx="97148" cy="109795"/>
          </a:xfrm>
          <a:custGeom xmlns:a="http://schemas.openxmlformats.org/drawingml/2006/main">
            <a:pathLst>
              <a:path w="97148" h="109795">
                <a:moveTo>
                  <a:pt x="97148" y="50586"/>
                </a:moveTo>
                <a:lnTo>
                  <a:pt x="97148" y="59017"/>
                </a:lnTo>
                <a:lnTo>
                  <a:pt x="18012" y="59017"/>
                </a:lnTo>
                <a:lnTo>
                  <a:pt x="18259" y="61931"/>
                </a:lnTo>
                <a:lnTo>
                  <a:pt x="18620" y="64732"/>
                </a:lnTo>
                <a:lnTo>
                  <a:pt x="19096" y="67418"/>
                </a:lnTo>
                <a:lnTo>
                  <a:pt x="19687" y="69989"/>
                </a:lnTo>
                <a:lnTo>
                  <a:pt x="20395" y="72442"/>
                </a:lnTo>
                <a:lnTo>
                  <a:pt x="21221" y="74777"/>
                </a:lnTo>
                <a:lnTo>
                  <a:pt x="22168" y="76993"/>
                </a:lnTo>
                <a:lnTo>
                  <a:pt x="23235" y="79087"/>
                </a:lnTo>
                <a:lnTo>
                  <a:pt x="24425" y="81059"/>
                </a:lnTo>
                <a:lnTo>
                  <a:pt x="25738" y="82907"/>
                </a:lnTo>
                <a:lnTo>
                  <a:pt x="27177" y="84630"/>
                </a:lnTo>
                <a:lnTo>
                  <a:pt x="28742" y="86226"/>
                </a:lnTo>
                <a:lnTo>
                  <a:pt x="30375" y="87695"/>
                </a:lnTo>
                <a:lnTo>
                  <a:pt x="32112" y="89037"/>
                </a:lnTo>
                <a:lnTo>
                  <a:pt x="33955" y="90250"/>
                </a:lnTo>
                <a:lnTo>
                  <a:pt x="35903" y="91336"/>
                </a:lnTo>
                <a:lnTo>
                  <a:pt x="37957" y="92294"/>
                </a:lnTo>
                <a:lnTo>
                  <a:pt x="40119" y="93124"/>
                </a:lnTo>
                <a:lnTo>
                  <a:pt x="42389" y="93827"/>
                </a:lnTo>
                <a:lnTo>
                  <a:pt x="44767" y="94402"/>
                </a:lnTo>
                <a:lnTo>
                  <a:pt x="47254" y="94849"/>
                </a:lnTo>
                <a:lnTo>
                  <a:pt x="49851" y="95168"/>
                </a:lnTo>
                <a:lnTo>
                  <a:pt x="52558" y="95360"/>
                </a:lnTo>
                <a:lnTo>
                  <a:pt x="55376" y="95424"/>
                </a:lnTo>
                <a:lnTo>
                  <a:pt x="57005" y="95408"/>
                </a:lnTo>
                <a:lnTo>
                  <a:pt x="58632" y="95360"/>
                </a:lnTo>
                <a:lnTo>
                  <a:pt x="60257" y="95280"/>
                </a:lnTo>
                <a:lnTo>
                  <a:pt x="61877" y="95168"/>
                </a:lnTo>
                <a:lnTo>
                  <a:pt x="63492" y="95025"/>
                </a:lnTo>
                <a:lnTo>
                  <a:pt x="65101" y="94849"/>
                </a:lnTo>
                <a:lnTo>
                  <a:pt x="66701" y="94641"/>
                </a:lnTo>
                <a:lnTo>
                  <a:pt x="68293" y="94402"/>
                </a:lnTo>
                <a:lnTo>
                  <a:pt x="69873" y="94130"/>
                </a:lnTo>
                <a:lnTo>
                  <a:pt x="71442" y="93827"/>
                </a:lnTo>
                <a:lnTo>
                  <a:pt x="72997" y="93492"/>
                </a:lnTo>
                <a:lnTo>
                  <a:pt x="74538" y="93124"/>
                </a:lnTo>
                <a:lnTo>
                  <a:pt x="76075" y="92721"/>
                </a:lnTo>
                <a:lnTo>
                  <a:pt x="77618" y="92278"/>
                </a:lnTo>
                <a:lnTo>
                  <a:pt x="79167" y="91795"/>
                </a:lnTo>
                <a:lnTo>
                  <a:pt x="80719" y="91272"/>
                </a:lnTo>
                <a:lnTo>
                  <a:pt x="82274" y="90709"/>
                </a:lnTo>
                <a:lnTo>
                  <a:pt x="83831" y="90106"/>
                </a:lnTo>
                <a:lnTo>
                  <a:pt x="85388" y="89464"/>
                </a:lnTo>
                <a:lnTo>
                  <a:pt x="86943" y="88781"/>
                </a:lnTo>
                <a:lnTo>
                  <a:pt x="88496" y="88059"/>
                </a:lnTo>
                <a:lnTo>
                  <a:pt x="90044" y="87296"/>
                </a:lnTo>
                <a:lnTo>
                  <a:pt x="91588" y="86494"/>
                </a:lnTo>
                <a:lnTo>
                  <a:pt x="93124" y="85651"/>
                </a:lnTo>
                <a:lnTo>
                  <a:pt x="93124" y="101939"/>
                </a:lnTo>
                <a:lnTo>
                  <a:pt x="91587" y="102597"/>
                </a:lnTo>
                <a:lnTo>
                  <a:pt x="90043" y="103230"/>
                </a:lnTo>
                <a:lnTo>
                  <a:pt x="88490" y="103837"/>
                </a:lnTo>
                <a:lnTo>
                  <a:pt x="86929" y="104415"/>
                </a:lnTo>
                <a:lnTo>
                  <a:pt x="85360" y="104965"/>
                </a:lnTo>
                <a:lnTo>
                  <a:pt x="83783" y="105483"/>
                </a:lnTo>
                <a:lnTo>
                  <a:pt x="82198" y="105970"/>
                </a:lnTo>
                <a:lnTo>
                  <a:pt x="80606" y="106424"/>
                </a:lnTo>
                <a:lnTo>
                  <a:pt x="79005" y="106843"/>
                </a:lnTo>
                <a:lnTo>
                  <a:pt x="77396" y="107226"/>
                </a:lnTo>
                <a:lnTo>
                  <a:pt x="75779" y="107572"/>
                </a:lnTo>
                <a:lnTo>
                  <a:pt x="74155" y="107879"/>
                </a:lnTo>
                <a:lnTo>
                  <a:pt x="72522" y="108158"/>
                </a:lnTo>
                <a:lnTo>
                  <a:pt x="70883" y="108420"/>
                </a:lnTo>
                <a:lnTo>
                  <a:pt x="69239" y="108663"/>
                </a:lnTo>
                <a:lnTo>
                  <a:pt x="67590" y="108886"/>
                </a:lnTo>
                <a:lnTo>
                  <a:pt x="65939" y="109088"/>
                </a:lnTo>
                <a:lnTo>
                  <a:pt x="64286" y="109268"/>
                </a:lnTo>
                <a:lnTo>
                  <a:pt x="62634" y="109423"/>
                </a:lnTo>
                <a:lnTo>
                  <a:pt x="60983" y="109554"/>
                </a:lnTo>
                <a:lnTo>
                  <a:pt x="59334" y="109657"/>
                </a:lnTo>
                <a:lnTo>
                  <a:pt x="57690" y="109733"/>
                </a:lnTo>
                <a:lnTo>
                  <a:pt x="56051" y="109779"/>
                </a:lnTo>
                <a:lnTo>
                  <a:pt x="54418" y="109795"/>
                </a:lnTo>
                <a:lnTo>
                  <a:pt x="50279" y="109695"/>
                </a:lnTo>
                <a:lnTo>
                  <a:pt x="46290" y="109396"/>
                </a:lnTo>
                <a:lnTo>
                  <a:pt x="42451" y="108897"/>
                </a:lnTo>
                <a:lnTo>
                  <a:pt x="38763" y="108198"/>
                </a:lnTo>
                <a:lnTo>
                  <a:pt x="35223" y="107300"/>
                </a:lnTo>
                <a:lnTo>
                  <a:pt x="31832" y="106202"/>
                </a:lnTo>
                <a:lnTo>
                  <a:pt x="28588" y="104905"/>
                </a:lnTo>
                <a:lnTo>
                  <a:pt x="25492" y="103408"/>
                </a:lnTo>
                <a:lnTo>
                  <a:pt x="22542" y="101711"/>
                </a:lnTo>
                <a:lnTo>
                  <a:pt x="19737" y="99815"/>
                </a:lnTo>
                <a:lnTo>
                  <a:pt x="17078" y="97719"/>
                </a:lnTo>
                <a:lnTo>
                  <a:pt x="14563" y="95424"/>
                </a:lnTo>
                <a:lnTo>
                  <a:pt x="12223" y="92953"/>
                </a:lnTo>
                <a:lnTo>
                  <a:pt x="10091" y="90331"/>
                </a:lnTo>
                <a:lnTo>
                  <a:pt x="8165" y="87559"/>
                </a:lnTo>
                <a:lnTo>
                  <a:pt x="6444" y="84637"/>
                </a:lnTo>
                <a:lnTo>
                  <a:pt x="4928" y="81566"/>
                </a:lnTo>
                <a:lnTo>
                  <a:pt x="3617" y="78346"/>
                </a:lnTo>
                <a:lnTo>
                  <a:pt x="2509" y="74979"/>
                </a:lnTo>
                <a:lnTo>
                  <a:pt x="1604" y="71465"/>
                </a:lnTo>
                <a:lnTo>
                  <a:pt x="901" y="67804"/>
                </a:lnTo>
                <a:lnTo>
                  <a:pt x="400" y="63998"/>
                </a:lnTo>
                <a:lnTo>
                  <a:pt x="100" y="60047"/>
                </a:lnTo>
                <a:lnTo>
                  <a:pt x="0" y="55951"/>
                </a:lnTo>
                <a:lnTo>
                  <a:pt x="96" y="51760"/>
                </a:lnTo>
                <a:lnTo>
                  <a:pt x="383" y="47712"/>
                </a:lnTo>
                <a:lnTo>
                  <a:pt x="862" y="43808"/>
                </a:lnTo>
                <a:lnTo>
                  <a:pt x="1533" y="40047"/>
                </a:lnTo>
                <a:lnTo>
                  <a:pt x="2395" y="36431"/>
                </a:lnTo>
                <a:lnTo>
                  <a:pt x="3449" y="32958"/>
                </a:lnTo>
                <a:lnTo>
                  <a:pt x="4695" y="29628"/>
                </a:lnTo>
                <a:lnTo>
                  <a:pt x="6132" y="26443"/>
                </a:lnTo>
                <a:lnTo>
                  <a:pt x="7760" y="23401"/>
                </a:lnTo>
                <a:lnTo>
                  <a:pt x="9581" y="20503"/>
                </a:lnTo>
                <a:lnTo>
                  <a:pt x="11593" y="17748"/>
                </a:lnTo>
                <a:lnTo>
                  <a:pt x="13796" y="15138"/>
                </a:lnTo>
                <a:lnTo>
                  <a:pt x="16167" y="12747"/>
                </a:lnTo>
                <a:lnTo>
                  <a:pt x="18681" y="10557"/>
                </a:lnTo>
                <a:lnTo>
                  <a:pt x="21335" y="8569"/>
                </a:lnTo>
                <a:lnTo>
                  <a:pt x="24129" y="6785"/>
                </a:lnTo>
                <a:lnTo>
                  <a:pt x="27062" y="5205"/>
                </a:lnTo>
                <a:lnTo>
                  <a:pt x="30131" y="3832"/>
                </a:lnTo>
                <a:lnTo>
                  <a:pt x="33337" y="2667"/>
                </a:lnTo>
                <a:lnTo>
                  <a:pt x="36676" y="1710"/>
                </a:lnTo>
                <a:lnTo>
                  <a:pt x="40149" y="964"/>
                </a:lnTo>
                <a:lnTo>
                  <a:pt x="43754" y="429"/>
                </a:lnTo>
                <a:lnTo>
                  <a:pt x="47489" y="108"/>
                </a:lnTo>
                <a:lnTo>
                  <a:pt x="51353" y="0"/>
                </a:lnTo>
                <a:lnTo>
                  <a:pt x="54834" y="96"/>
                </a:lnTo>
                <a:lnTo>
                  <a:pt x="58188" y="382"/>
                </a:lnTo>
                <a:lnTo>
                  <a:pt x="61415" y="859"/>
                </a:lnTo>
                <a:lnTo>
                  <a:pt x="64517" y="1526"/>
                </a:lnTo>
                <a:lnTo>
                  <a:pt x="67494" y="2381"/>
                </a:lnTo>
                <a:lnTo>
                  <a:pt x="70346" y="3425"/>
                </a:lnTo>
                <a:lnTo>
                  <a:pt x="73075" y="4657"/>
                </a:lnTo>
                <a:lnTo>
                  <a:pt x="75680" y="6075"/>
                </a:lnTo>
                <a:lnTo>
                  <a:pt x="78164" y="7680"/>
                </a:lnTo>
                <a:lnTo>
                  <a:pt x="80525" y="9470"/>
                </a:lnTo>
                <a:lnTo>
                  <a:pt x="82765" y="11445"/>
                </a:lnTo>
                <a:lnTo>
                  <a:pt x="84885" y="13605"/>
                </a:lnTo>
                <a:lnTo>
                  <a:pt x="86817" y="15968"/>
                </a:lnTo>
                <a:lnTo>
                  <a:pt x="88588" y="18460"/>
                </a:lnTo>
                <a:lnTo>
                  <a:pt x="90196" y="21081"/>
                </a:lnTo>
                <a:lnTo>
                  <a:pt x="91641" y="23831"/>
                </a:lnTo>
                <a:lnTo>
                  <a:pt x="92921" y="26712"/>
                </a:lnTo>
                <a:lnTo>
                  <a:pt x="94035" y="29724"/>
                </a:lnTo>
                <a:lnTo>
                  <a:pt x="94980" y="32868"/>
                </a:lnTo>
                <a:lnTo>
                  <a:pt x="95757" y="36144"/>
                </a:lnTo>
                <a:lnTo>
                  <a:pt x="96364" y="39553"/>
                </a:lnTo>
                <a:lnTo>
                  <a:pt x="96799" y="43096"/>
                </a:lnTo>
                <a:lnTo>
                  <a:pt x="97061" y="46774"/>
                </a:lnTo>
                <a:lnTo>
                  <a:pt x="97148" y="50586"/>
                </a:lnTo>
                <a:close/>
                <a:moveTo>
                  <a:pt x="79903" y="45604"/>
                </a:moveTo>
                <a:lnTo>
                  <a:pt x="79803" y="43297"/>
                </a:lnTo>
                <a:lnTo>
                  <a:pt x="79601" y="41068"/>
                </a:lnTo>
                <a:lnTo>
                  <a:pt x="79295" y="38919"/>
                </a:lnTo>
                <a:lnTo>
                  <a:pt x="78888" y="36847"/>
                </a:lnTo>
                <a:lnTo>
                  <a:pt x="78380" y="34852"/>
                </a:lnTo>
                <a:lnTo>
                  <a:pt x="77771" y="32934"/>
                </a:lnTo>
                <a:lnTo>
                  <a:pt x="77063" y="31091"/>
                </a:lnTo>
                <a:lnTo>
                  <a:pt x="76255" y="29324"/>
                </a:lnTo>
                <a:lnTo>
                  <a:pt x="75349" y="27631"/>
                </a:lnTo>
                <a:lnTo>
                  <a:pt x="74345" y="26012"/>
                </a:lnTo>
                <a:lnTo>
                  <a:pt x="73244" y="24467"/>
                </a:lnTo>
                <a:lnTo>
                  <a:pt x="72047" y="22994"/>
                </a:lnTo>
                <a:lnTo>
                  <a:pt x="70718" y="21660"/>
                </a:lnTo>
                <a:lnTo>
                  <a:pt x="69317" y="20440"/>
                </a:lnTo>
                <a:lnTo>
                  <a:pt x="67846" y="19332"/>
                </a:lnTo>
                <a:lnTo>
                  <a:pt x="66306" y="18338"/>
                </a:lnTo>
                <a:lnTo>
                  <a:pt x="64696" y="17459"/>
                </a:lnTo>
                <a:lnTo>
                  <a:pt x="63017" y="16694"/>
                </a:lnTo>
                <a:lnTo>
                  <a:pt x="61271" y="16046"/>
                </a:lnTo>
                <a:lnTo>
                  <a:pt x="59457" y="15514"/>
                </a:lnTo>
                <a:lnTo>
                  <a:pt x="57577" y="15099"/>
                </a:lnTo>
                <a:lnTo>
                  <a:pt x="55631" y="14801"/>
                </a:lnTo>
                <a:lnTo>
                  <a:pt x="53620" y="14622"/>
                </a:lnTo>
                <a:lnTo>
                  <a:pt x="51544" y="14563"/>
                </a:lnTo>
                <a:lnTo>
                  <a:pt x="49189" y="14622"/>
                </a:lnTo>
                <a:lnTo>
                  <a:pt x="46913" y="14800"/>
                </a:lnTo>
                <a:lnTo>
                  <a:pt x="44718" y="15096"/>
                </a:lnTo>
                <a:lnTo>
                  <a:pt x="42602" y="15507"/>
                </a:lnTo>
                <a:lnTo>
                  <a:pt x="40566" y="16032"/>
                </a:lnTo>
                <a:lnTo>
                  <a:pt x="38610" y="16670"/>
                </a:lnTo>
                <a:lnTo>
                  <a:pt x="36734" y="17421"/>
                </a:lnTo>
                <a:lnTo>
                  <a:pt x="34938" y="18281"/>
                </a:lnTo>
                <a:lnTo>
                  <a:pt x="33221" y="19251"/>
                </a:lnTo>
                <a:lnTo>
                  <a:pt x="31584" y="20329"/>
                </a:lnTo>
                <a:lnTo>
                  <a:pt x="30028" y="21513"/>
                </a:lnTo>
                <a:lnTo>
                  <a:pt x="28550" y="22802"/>
                </a:lnTo>
                <a:lnTo>
                  <a:pt x="27162" y="24191"/>
                </a:lnTo>
                <a:lnTo>
                  <a:pt x="25870" y="25675"/>
                </a:lnTo>
                <a:lnTo>
                  <a:pt x="24676" y="27254"/>
                </a:lnTo>
                <a:lnTo>
                  <a:pt x="23583" y="28927"/>
                </a:lnTo>
                <a:lnTo>
                  <a:pt x="22590" y="30692"/>
                </a:lnTo>
                <a:lnTo>
                  <a:pt x="21700" y="32550"/>
                </a:lnTo>
                <a:lnTo>
                  <a:pt x="20914" y="34500"/>
                </a:lnTo>
                <a:lnTo>
                  <a:pt x="20233" y="36541"/>
                </a:lnTo>
                <a:lnTo>
                  <a:pt x="19658" y="38673"/>
                </a:lnTo>
                <a:lnTo>
                  <a:pt x="19192" y="40895"/>
                </a:lnTo>
                <a:lnTo>
                  <a:pt x="18834" y="43205"/>
                </a:lnTo>
                <a:lnTo>
                  <a:pt x="18587" y="45604"/>
                </a:lnTo>
                <a:lnTo>
                  <a:pt x="79903" y="456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5" name="Original native bar-chart element 115">
            <a:extLst xmlns:a="http://schemas.openxmlformats.org/drawingml/2006/main">
              <a:ext uri="{FF2B5EF4-FFF2-40B4-BE49-F238E27FC236}">
                <a16:creationId xmlns:a16="http://schemas.microsoft.com/office/drawing/2014/main" id="{1284533E-9E2D-49BC-AFD7-DC1C1EFC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627" y="3405174"/>
            <a:ext cx="93699" cy="146968"/>
          </a:xfrm>
          <a:custGeom xmlns:a="http://schemas.openxmlformats.org/drawingml/2006/main">
            <a:pathLst>
              <a:path w="93699" h="146968">
                <a:moveTo>
                  <a:pt x="76454" y="53652"/>
                </a:moveTo>
                <a:lnTo>
                  <a:pt x="76398" y="50638"/>
                </a:lnTo>
                <a:lnTo>
                  <a:pt x="76232" y="47730"/>
                </a:lnTo>
                <a:lnTo>
                  <a:pt x="75957" y="44927"/>
                </a:lnTo>
                <a:lnTo>
                  <a:pt x="75574" y="42233"/>
                </a:lnTo>
                <a:lnTo>
                  <a:pt x="75085" y="39648"/>
                </a:lnTo>
                <a:lnTo>
                  <a:pt x="74490" y="37173"/>
                </a:lnTo>
                <a:lnTo>
                  <a:pt x="73792" y="34810"/>
                </a:lnTo>
                <a:lnTo>
                  <a:pt x="72991" y="32560"/>
                </a:lnTo>
                <a:lnTo>
                  <a:pt x="72089" y="30425"/>
                </a:lnTo>
                <a:lnTo>
                  <a:pt x="71087" y="28405"/>
                </a:lnTo>
                <a:lnTo>
                  <a:pt x="69987" y="26502"/>
                </a:lnTo>
                <a:lnTo>
                  <a:pt x="68789" y="24718"/>
                </a:lnTo>
                <a:lnTo>
                  <a:pt x="67452" y="23066"/>
                </a:lnTo>
                <a:lnTo>
                  <a:pt x="66028" y="21557"/>
                </a:lnTo>
                <a:lnTo>
                  <a:pt x="64517" y="20191"/>
                </a:lnTo>
                <a:lnTo>
                  <a:pt x="62920" y="18970"/>
                </a:lnTo>
                <a:lnTo>
                  <a:pt x="61239" y="17892"/>
                </a:lnTo>
                <a:lnTo>
                  <a:pt x="59472" y="16958"/>
                </a:lnTo>
                <a:lnTo>
                  <a:pt x="57622" y="16167"/>
                </a:lnTo>
                <a:lnTo>
                  <a:pt x="55689" y="15521"/>
                </a:lnTo>
                <a:lnTo>
                  <a:pt x="53673" y="15018"/>
                </a:lnTo>
                <a:lnTo>
                  <a:pt x="51575" y="14658"/>
                </a:lnTo>
                <a:lnTo>
                  <a:pt x="49396" y="14443"/>
                </a:lnTo>
                <a:lnTo>
                  <a:pt x="47137" y="14371"/>
                </a:lnTo>
                <a:lnTo>
                  <a:pt x="44878" y="14443"/>
                </a:lnTo>
                <a:lnTo>
                  <a:pt x="42699" y="14658"/>
                </a:lnTo>
                <a:lnTo>
                  <a:pt x="40601" y="15018"/>
                </a:lnTo>
                <a:lnTo>
                  <a:pt x="38585" y="15521"/>
                </a:lnTo>
                <a:lnTo>
                  <a:pt x="36652" y="16167"/>
                </a:lnTo>
                <a:lnTo>
                  <a:pt x="34802" y="16958"/>
                </a:lnTo>
                <a:lnTo>
                  <a:pt x="33036" y="17892"/>
                </a:lnTo>
                <a:lnTo>
                  <a:pt x="31354" y="18970"/>
                </a:lnTo>
                <a:lnTo>
                  <a:pt x="29757" y="20191"/>
                </a:lnTo>
                <a:lnTo>
                  <a:pt x="28246" y="21557"/>
                </a:lnTo>
                <a:lnTo>
                  <a:pt x="26822" y="23066"/>
                </a:lnTo>
                <a:lnTo>
                  <a:pt x="25485" y="24718"/>
                </a:lnTo>
                <a:lnTo>
                  <a:pt x="24247" y="26502"/>
                </a:lnTo>
                <a:lnTo>
                  <a:pt x="23121" y="28405"/>
                </a:lnTo>
                <a:lnTo>
                  <a:pt x="22104" y="30425"/>
                </a:lnTo>
                <a:lnTo>
                  <a:pt x="21198" y="32560"/>
                </a:lnTo>
                <a:lnTo>
                  <a:pt x="20401" y="34810"/>
                </a:lnTo>
                <a:lnTo>
                  <a:pt x="19712" y="37173"/>
                </a:lnTo>
                <a:lnTo>
                  <a:pt x="19131" y="39648"/>
                </a:lnTo>
                <a:lnTo>
                  <a:pt x="18658" y="42233"/>
                </a:lnTo>
                <a:lnTo>
                  <a:pt x="18290" y="44927"/>
                </a:lnTo>
                <a:lnTo>
                  <a:pt x="18029" y="47730"/>
                </a:lnTo>
                <a:lnTo>
                  <a:pt x="17872" y="50638"/>
                </a:lnTo>
                <a:lnTo>
                  <a:pt x="17820" y="53652"/>
                </a:lnTo>
                <a:lnTo>
                  <a:pt x="17872" y="56706"/>
                </a:lnTo>
                <a:lnTo>
                  <a:pt x="18029" y="59641"/>
                </a:lnTo>
                <a:lnTo>
                  <a:pt x="18290" y="62457"/>
                </a:lnTo>
                <a:lnTo>
                  <a:pt x="18658" y="65156"/>
                </a:lnTo>
                <a:lnTo>
                  <a:pt x="19131" y="67737"/>
                </a:lnTo>
                <a:lnTo>
                  <a:pt x="19712" y="70203"/>
                </a:lnTo>
                <a:lnTo>
                  <a:pt x="20401" y="72552"/>
                </a:lnTo>
                <a:lnTo>
                  <a:pt x="21198" y="74786"/>
                </a:lnTo>
                <a:lnTo>
                  <a:pt x="22104" y="76906"/>
                </a:lnTo>
                <a:lnTo>
                  <a:pt x="23121" y="78912"/>
                </a:lnTo>
                <a:lnTo>
                  <a:pt x="24247" y="80805"/>
                </a:lnTo>
                <a:lnTo>
                  <a:pt x="25485" y="82586"/>
                </a:lnTo>
                <a:lnTo>
                  <a:pt x="26822" y="84238"/>
                </a:lnTo>
                <a:lnTo>
                  <a:pt x="28246" y="85747"/>
                </a:lnTo>
                <a:lnTo>
                  <a:pt x="29757" y="87112"/>
                </a:lnTo>
                <a:lnTo>
                  <a:pt x="31354" y="88334"/>
                </a:lnTo>
                <a:lnTo>
                  <a:pt x="33036" y="89412"/>
                </a:lnTo>
                <a:lnTo>
                  <a:pt x="34802" y="90346"/>
                </a:lnTo>
                <a:lnTo>
                  <a:pt x="36652" y="91136"/>
                </a:lnTo>
                <a:lnTo>
                  <a:pt x="38585" y="91783"/>
                </a:lnTo>
                <a:lnTo>
                  <a:pt x="40601" y="92286"/>
                </a:lnTo>
                <a:lnTo>
                  <a:pt x="42699" y="92645"/>
                </a:lnTo>
                <a:lnTo>
                  <a:pt x="44878" y="92861"/>
                </a:lnTo>
                <a:lnTo>
                  <a:pt x="47137" y="92933"/>
                </a:lnTo>
                <a:lnTo>
                  <a:pt x="49396" y="92861"/>
                </a:lnTo>
                <a:lnTo>
                  <a:pt x="51575" y="92645"/>
                </a:lnTo>
                <a:lnTo>
                  <a:pt x="53673" y="92286"/>
                </a:lnTo>
                <a:lnTo>
                  <a:pt x="55689" y="91783"/>
                </a:lnTo>
                <a:lnTo>
                  <a:pt x="57622" y="91136"/>
                </a:lnTo>
                <a:lnTo>
                  <a:pt x="59472" y="90346"/>
                </a:lnTo>
                <a:lnTo>
                  <a:pt x="61239" y="89412"/>
                </a:lnTo>
                <a:lnTo>
                  <a:pt x="62920" y="88334"/>
                </a:lnTo>
                <a:lnTo>
                  <a:pt x="64517" y="87112"/>
                </a:lnTo>
                <a:lnTo>
                  <a:pt x="66028" y="85747"/>
                </a:lnTo>
                <a:lnTo>
                  <a:pt x="67452" y="84238"/>
                </a:lnTo>
                <a:lnTo>
                  <a:pt x="68789" y="82586"/>
                </a:lnTo>
                <a:lnTo>
                  <a:pt x="69987" y="80805"/>
                </a:lnTo>
                <a:lnTo>
                  <a:pt x="71087" y="78912"/>
                </a:lnTo>
                <a:lnTo>
                  <a:pt x="72089" y="76906"/>
                </a:lnTo>
                <a:lnTo>
                  <a:pt x="72991" y="74786"/>
                </a:lnTo>
                <a:lnTo>
                  <a:pt x="73792" y="72552"/>
                </a:lnTo>
                <a:lnTo>
                  <a:pt x="74490" y="70203"/>
                </a:lnTo>
                <a:lnTo>
                  <a:pt x="75085" y="67737"/>
                </a:lnTo>
                <a:lnTo>
                  <a:pt x="75574" y="65156"/>
                </a:lnTo>
                <a:lnTo>
                  <a:pt x="75957" y="62457"/>
                </a:lnTo>
                <a:lnTo>
                  <a:pt x="76232" y="59641"/>
                </a:lnTo>
                <a:lnTo>
                  <a:pt x="76398" y="56706"/>
                </a:lnTo>
                <a:lnTo>
                  <a:pt x="76454" y="53652"/>
                </a:lnTo>
                <a:close/>
                <a:moveTo>
                  <a:pt x="93699" y="94274"/>
                </a:moveTo>
                <a:lnTo>
                  <a:pt x="93616" y="98589"/>
                </a:lnTo>
                <a:lnTo>
                  <a:pt x="93365" y="102721"/>
                </a:lnTo>
                <a:lnTo>
                  <a:pt x="92948" y="106669"/>
                </a:lnTo>
                <a:lnTo>
                  <a:pt x="92365" y="110434"/>
                </a:lnTo>
                <a:lnTo>
                  <a:pt x="91617" y="114014"/>
                </a:lnTo>
                <a:lnTo>
                  <a:pt x="90705" y="117411"/>
                </a:lnTo>
                <a:lnTo>
                  <a:pt x="89630" y="120625"/>
                </a:lnTo>
                <a:lnTo>
                  <a:pt x="88391" y="123655"/>
                </a:lnTo>
                <a:lnTo>
                  <a:pt x="86990" y="126501"/>
                </a:lnTo>
                <a:lnTo>
                  <a:pt x="85427" y="129164"/>
                </a:lnTo>
                <a:lnTo>
                  <a:pt x="83703" y="131643"/>
                </a:lnTo>
                <a:lnTo>
                  <a:pt x="81819" y="133938"/>
                </a:lnTo>
                <a:lnTo>
                  <a:pt x="79723" y="136006"/>
                </a:lnTo>
                <a:lnTo>
                  <a:pt x="77459" y="137897"/>
                </a:lnTo>
                <a:lnTo>
                  <a:pt x="75026" y="139612"/>
                </a:lnTo>
                <a:lnTo>
                  <a:pt x="72423" y="141149"/>
                </a:lnTo>
                <a:lnTo>
                  <a:pt x="69650" y="142507"/>
                </a:lnTo>
                <a:lnTo>
                  <a:pt x="66706" y="143687"/>
                </a:lnTo>
                <a:lnTo>
                  <a:pt x="63590" y="144686"/>
                </a:lnTo>
                <a:lnTo>
                  <a:pt x="60302" y="145506"/>
                </a:lnTo>
                <a:lnTo>
                  <a:pt x="56840" y="146145"/>
                </a:lnTo>
                <a:lnTo>
                  <a:pt x="53206" y="146602"/>
                </a:lnTo>
                <a:lnTo>
                  <a:pt x="49397" y="146876"/>
                </a:lnTo>
                <a:lnTo>
                  <a:pt x="45413" y="146968"/>
                </a:lnTo>
                <a:lnTo>
                  <a:pt x="43891" y="146956"/>
                </a:lnTo>
                <a:lnTo>
                  <a:pt x="42393" y="146922"/>
                </a:lnTo>
                <a:lnTo>
                  <a:pt x="40916" y="146866"/>
                </a:lnTo>
                <a:lnTo>
                  <a:pt x="39458" y="146790"/>
                </a:lnTo>
                <a:lnTo>
                  <a:pt x="38020" y="146696"/>
                </a:lnTo>
                <a:lnTo>
                  <a:pt x="36598" y="146585"/>
                </a:lnTo>
                <a:lnTo>
                  <a:pt x="35193" y="146457"/>
                </a:lnTo>
                <a:lnTo>
                  <a:pt x="33802" y="146315"/>
                </a:lnTo>
                <a:lnTo>
                  <a:pt x="32425" y="146160"/>
                </a:lnTo>
                <a:lnTo>
                  <a:pt x="31059" y="145992"/>
                </a:lnTo>
                <a:lnTo>
                  <a:pt x="29704" y="145814"/>
                </a:lnTo>
                <a:lnTo>
                  <a:pt x="28359" y="145627"/>
                </a:lnTo>
                <a:lnTo>
                  <a:pt x="27018" y="145379"/>
                </a:lnTo>
                <a:lnTo>
                  <a:pt x="25678" y="145115"/>
                </a:lnTo>
                <a:lnTo>
                  <a:pt x="24341" y="144833"/>
                </a:lnTo>
                <a:lnTo>
                  <a:pt x="23008" y="144534"/>
                </a:lnTo>
                <a:lnTo>
                  <a:pt x="21680" y="144216"/>
                </a:lnTo>
                <a:lnTo>
                  <a:pt x="20359" y="143878"/>
                </a:lnTo>
                <a:lnTo>
                  <a:pt x="19046" y="143521"/>
                </a:lnTo>
                <a:lnTo>
                  <a:pt x="17742" y="143143"/>
                </a:lnTo>
                <a:lnTo>
                  <a:pt x="16449" y="142743"/>
                </a:lnTo>
                <a:lnTo>
                  <a:pt x="15168" y="142322"/>
                </a:lnTo>
                <a:lnTo>
                  <a:pt x="13900" y="141878"/>
                </a:lnTo>
                <a:lnTo>
                  <a:pt x="12647" y="141411"/>
                </a:lnTo>
                <a:lnTo>
                  <a:pt x="12647" y="124741"/>
                </a:lnTo>
                <a:lnTo>
                  <a:pt x="13892" y="125395"/>
                </a:lnTo>
                <a:lnTo>
                  <a:pt x="15138" y="126019"/>
                </a:lnTo>
                <a:lnTo>
                  <a:pt x="16383" y="126612"/>
                </a:lnTo>
                <a:lnTo>
                  <a:pt x="17628" y="127175"/>
                </a:lnTo>
                <a:lnTo>
                  <a:pt x="18874" y="127709"/>
                </a:lnTo>
                <a:lnTo>
                  <a:pt x="20119" y="128214"/>
                </a:lnTo>
                <a:lnTo>
                  <a:pt x="21365" y="128691"/>
                </a:lnTo>
                <a:lnTo>
                  <a:pt x="22610" y="129141"/>
                </a:lnTo>
                <a:lnTo>
                  <a:pt x="23856" y="129564"/>
                </a:lnTo>
                <a:lnTo>
                  <a:pt x="25101" y="129961"/>
                </a:lnTo>
                <a:lnTo>
                  <a:pt x="26347" y="130333"/>
                </a:lnTo>
                <a:lnTo>
                  <a:pt x="27592" y="130681"/>
                </a:lnTo>
                <a:lnTo>
                  <a:pt x="28838" y="131004"/>
                </a:lnTo>
                <a:lnTo>
                  <a:pt x="30084" y="131303"/>
                </a:lnTo>
                <a:lnTo>
                  <a:pt x="31332" y="131576"/>
                </a:lnTo>
                <a:lnTo>
                  <a:pt x="32581" y="131823"/>
                </a:lnTo>
                <a:lnTo>
                  <a:pt x="33834" y="132044"/>
                </a:lnTo>
                <a:lnTo>
                  <a:pt x="35089" y="132238"/>
                </a:lnTo>
                <a:lnTo>
                  <a:pt x="36349" y="132403"/>
                </a:lnTo>
                <a:lnTo>
                  <a:pt x="37613" y="132540"/>
                </a:lnTo>
                <a:lnTo>
                  <a:pt x="38883" y="132648"/>
                </a:lnTo>
                <a:lnTo>
                  <a:pt x="40158" y="132725"/>
                </a:lnTo>
                <a:lnTo>
                  <a:pt x="41440" y="132773"/>
                </a:lnTo>
                <a:lnTo>
                  <a:pt x="42730" y="132788"/>
                </a:lnTo>
                <a:lnTo>
                  <a:pt x="45452" y="132725"/>
                </a:lnTo>
                <a:lnTo>
                  <a:pt x="48063" y="132535"/>
                </a:lnTo>
                <a:lnTo>
                  <a:pt x="50562" y="132220"/>
                </a:lnTo>
                <a:lnTo>
                  <a:pt x="52949" y="131781"/>
                </a:lnTo>
                <a:lnTo>
                  <a:pt x="55225" y="131219"/>
                </a:lnTo>
                <a:lnTo>
                  <a:pt x="57388" y="130537"/>
                </a:lnTo>
                <a:lnTo>
                  <a:pt x="59440" y="129735"/>
                </a:lnTo>
                <a:lnTo>
                  <a:pt x="61380" y="128814"/>
                </a:lnTo>
                <a:lnTo>
                  <a:pt x="63209" y="127777"/>
                </a:lnTo>
                <a:lnTo>
                  <a:pt x="64925" y="126623"/>
                </a:lnTo>
                <a:lnTo>
                  <a:pt x="66530" y="125355"/>
                </a:lnTo>
                <a:lnTo>
                  <a:pt x="68023" y="123974"/>
                </a:lnTo>
                <a:lnTo>
                  <a:pt x="69356" y="122429"/>
                </a:lnTo>
                <a:lnTo>
                  <a:pt x="70577" y="120764"/>
                </a:lnTo>
                <a:lnTo>
                  <a:pt x="71685" y="118977"/>
                </a:lnTo>
                <a:lnTo>
                  <a:pt x="72678" y="117069"/>
                </a:lnTo>
                <a:lnTo>
                  <a:pt x="73558" y="115038"/>
                </a:lnTo>
                <a:lnTo>
                  <a:pt x="74322" y="112885"/>
                </a:lnTo>
                <a:lnTo>
                  <a:pt x="74971" y="110607"/>
                </a:lnTo>
                <a:lnTo>
                  <a:pt x="75503" y="108205"/>
                </a:lnTo>
                <a:lnTo>
                  <a:pt x="75918" y="105678"/>
                </a:lnTo>
                <a:lnTo>
                  <a:pt x="76215" y="103025"/>
                </a:lnTo>
                <a:lnTo>
                  <a:pt x="76394" y="100246"/>
                </a:lnTo>
                <a:lnTo>
                  <a:pt x="76454" y="97340"/>
                </a:lnTo>
                <a:lnTo>
                  <a:pt x="76454" y="88909"/>
                </a:lnTo>
                <a:lnTo>
                  <a:pt x="75524" y="90410"/>
                </a:lnTo>
                <a:lnTo>
                  <a:pt x="74554" y="91847"/>
                </a:lnTo>
                <a:lnTo>
                  <a:pt x="73544" y="93220"/>
                </a:lnTo>
                <a:lnTo>
                  <a:pt x="72494" y="94530"/>
                </a:lnTo>
                <a:lnTo>
                  <a:pt x="71404" y="95775"/>
                </a:lnTo>
                <a:lnTo>
                  <a:pt x="70274" y="96957"/>
                </a:lnTo>
                <a:lnTo>
                  <a:pt x="69105" y="98074"/>
                </a:lnTo>
                <a:lnTo>
                  <a:pt x="67895" y="99128"/>
                </a:lnTo>
                <a:lnTo>
                  <a:pt x="66646" y="100118"/>
                </a:lnTo>
                <a:lnTo>
                  <a:pt x="65356" y="101044"/>
                </a:lnTo>
                <a:lnTo>
                  <a:pt x="64027" y="101907"/>
                </a:lnTo>
                <a:lnTo>
                  <a:pt x="62658" y="102705"/>
                </a:lnTo>
                <a:lnTo>
                  <a:pt x="61248" y="103440"/>
                </a:lnTo>
                <a:lnTo>
                  <a:pt x="59799" y="104110"/>
                </a:lnTo>
                <a:lnTo>
                  <a:pt x="58308" y="104717"/>
                </a:lnTo>
                <a:lnTo>
                  <a:pt x="56775" y="105260"/>
                </a:lnTo>
                <a:lnTo>
                  <a:pt x="55199" y="105739"/>
                </a:lnTo>
                <a:lnTo>
                  <a:pt x="53580" y="106154"/>
                </a:lnTo>
                <a:lnTo>
                  <a:pt x="51917" y="106505"/>
                </a:lnTo>
                <a:lnTo>
                  <a:pt x="50210" y="106793"/>
                </a:lnTo>
                <a:lnTo>
                  <a:pt x="48457" y="107016"/>
                </a:lnTo>
                <a:lnTo>
                  <a:pt x="46659" y="107176"/>
                </a:lnTo>
                <a:lnTo>
                  <a:pt x="44814" y="107272"/>
                </a:lnTo>
                <a:lnTo>
                  <a:pt x="42922" y="107304"/>
                </a:lnTo>
                <a:lnTo>
                  <a:pt x="39720" y="107204"/>
                </a:lnTo>
                <a:lnTo>
                  <a:pt x="36629" y="106904"/>
                </a:lnTo>
                <a:lnTo>
                  <a:pt x="33649" y="106403"/>
                </a:lnTo>
                <a:lnTo>
                  <a:pt x="30779" y="105700"/>
                </a:lnTo>
                <a:lnTo>
                  <a:pt x="28018" y="104795"/>
                </a:lnTo>
                <a:lnTo>
                  <a:pt x="25365" y="103687"/>
                </a:lnTo>
                <a:lnTo>
                  <a:pt x="22820" y="102376"/>
                </a:lnTo>
                <a:lnTo>
                  <a:pt x="20382" y="100860"/>
                </a:lnTo>
                <a:lnTo>
                  <a:pt x="18051" y="99139"/>
                </a:lnTo>
                <a:lnTo>
                  <a:pt x="15825" y="97213"/>
                </a:lnTo>
                <a:lnTo>
                  <a:pt x="13705" y="95081"/>
                </a:lnTo>
                <a:lnTo>
                  <a:pt x="11688" y="92741"/>
                </a:lnTo>
                <a:lnTo>
                  <a:pt x="9808" y="90230"/>
                </a:lnTo>
                <a:lnTo>
                  <a:pt x="8095" y="87584"/>
                </a:lnTo>
                <a:lnTo>
                  <a:pt x="6548" y="84801"/>
                </a:lnTo>
                <a:lnTo>
                  <a:pt x="5166" y="81883"/>
                </a:lnTo>
                <a:lnTo>
                  <a:pt x="3950" y="78829"/>
                </a:lnTo>
                <a:lnTo>
                  <a:pt x="2898" y="75640"/>
                </a:lnTo>
                <a:lnTo>
                  <a:pt x="2010" y="72314"/>
                </a:lnTo>
                <a:lnTo>
                  <a:pt x="1285" y="68853"/>
                </a:lnTo>
                <a:lnTo>
                  <a:pt x="722" y="65257"/>
                </a:lnTo>
                <a:lnTo>
                  <a:pt x="320" y="61524"/>
                </a:lnTo>
                <a:lnTo>
                  <a:pt x="80" y="57656"/>
                </a:lnTo>
                <a:lnTo>
                  <a:pt x="0" y="53652"/>
                </a:lnTo>
                <a:lnTo>
                  <a:pt x="80" y="49692"/>
                </a:lnTo>
                <a:lnTo>
                  <a:pt x="320" y="45860"/>
                </a:lnTo>
                <a:lnTo>
                  <a:pt x="722" y="42158"/>
                </a:lnTo>
                <a:lnTo>
                  <a:pt x="1285" y="38585"/>
                </a:lnTo>
                <a:lnTo>
                  <a:pt x="2010" y="35143"/>
                </a:lnTo>
                <a:lnTo>
                  <a:pt x="2898" y="31832"/>
                </a:lnTo>
                <a:lnTo>
                  <a:pt x="3950" y="28652"/>
                </a:lnTo>
                <a:lnTo>
                  <a:pt x="5166" y="25605"/>
                </a:lnTo>
                <a:lnTo>
                  <a:pt x="6548" y="22691"/>
                </a:lnTo>
                <a:lnTo>
                  <a:pt x="8095" y="19911"/>
                </a:lnTo>
                <a:lnTo>
                  <a:pt x="9808" y="17265"/>
                </a:lnTo>
                <a:lnTo>
                  <a:pt x="11688" y="14754"/>
                </a:lnTo>
                <a:lnTo>
                  <a:pt x="13705" y="12411"/>
                </a:lnTo>
                <a:lnTo>
                  <a:pt x="15825" y="10268"/>
                </a:lnTo>
                <a:lnTo>
                  <a:pt x="18051" y="8326"/>
                </a:lnTo>
                <a:lnTo>
                  <a:pt x="20382" y="6586"/>
                </a:lnTo>
                <a:lnTo>
                  <a:pt x="22820" y="5048"/>
                </a:lnTo>
                <a:lnTo>
                  <a:pt x="25365" y="3713"/>
                </a:lnTo>
                <a:lnTo>
                  <a:pt x="28018" y="2581"/>
                </a:lnTo>
                <a:lnTo>
                  <a:pt x="30779" y="1654"/>
                </a:lnTo>
                <a:lnTo>
                  <a:pt x="33649" y="931"/>
                </a:lnTo>
                <a:lnTo>
                  <a:pt x="36629" y="414"/>
                </a:lnTo>
                <a:lnTo>
                  <a:pt x="39720" y="104"/>
                </a:lnTo>
                <a:lnTo>
                  <a:pt x="42922" y="0"/>
                </a:lnTo>
                <a:lnTo>
                  <a:pt x="44814" y="32"/>
                </a:lnTo>
                <a:lnTo>
                  <a:pt x="46659" y="128"/>
                </a:lnTo>
                <a:lnTo>
                  <a:pt x="48457" y="287"/>
                </a:lnTo>
                <a:lnTo>
                  <a:pt x="50210" y="511"/>
                </a:lnTo>
                <a:lnTo>
                  <a:pt x="51917" y="798"/>
                </a:lnTo>
                <a:lnTo>
                  <a:pt x="53580" y="1150"/>
                </a:lnTo>
                <a:lnTo>
                  <a:pt x="55199" y="1565"/>
                </a:lnTo>
                <a:lnTo>
                  <a:pt x="56775" y="2044"/>
                </a:lnTo>
                <a:lnTo>
                  <a:pt x="58308" y="2587"/>
                </a:lnTo>
                <a:lnTo>
                  <a:pt x="59799" y="3194"/>
                </a:lnTo>
                <a:lnTo>
                  <a:pt x="61248" y="3864"/>
                </a:lnTo>
                <a:lnTo>
                  <a:pt x="62658" y="4599"/>
                </a:lnTo>
                <a:lnTo>
                  <a:pt x="64027" y="5397"/>
                </a:lnTo>
                <a:lnTo>
                  <a:pt x="65356" y="6259"/>
                </a:lnTo>
                <a:lnTo>
                  <a:pt x="66646" y="7186"/>
                </a:lnTo>
                <a:lnTo>
                  <a:pt x="67895" y="8176"/>
                </a:lnTo>
                <a:lnTo>
                  <a:pt x="69105" y="9229"/>
                </a:lnTo>
                <a:lnTo>
                  <a:pt x="70274" y="10347"/>
                </a:lnTo>
                <a:lnTo>
                  <a:pt x="71404" y="11529"/>
                </a:lnTo>
                <a:lnTo>
                  <a:pt x="72494" y="12774"/>
                </a:lnTo>
                <a:lnTo>
                  <a:pt x="73544" y="14084"/>
                </a:lnTo>
                <a:lnTo>
                  <a:pt x="74554" y="15457"/>
                </a:lnTo>
                <a:lnTo>
                  <a:pt x="75524" y="16894"/>
                </a:lnTo>
                <a:lnTo>
                  <a:pt x="76454" y="18395"/>
                </a:lnTo>
                <a:lnTo>
                  <a:pt x="76454" y="2491"/>
                </a:lnTo>
                <a:lnTo>
                  <a:pt x="93699" y="2491"/>
                </a:lnTo>
                <a:lnTo>
                  <a:pt x="93699" y="942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6" name="Original native bar-chart element 116">
            <a:extLst xmlns:a="http://schemas.openxmlformats.org/drawingml/2006/main">
              <a:ext uri="{FF2B5EF4-FFF2-40B4-BE49-F238E27FC236}">
                <a16:creationId xmlns:a16="http://schemas.microsoft.com/office/drawing/2014/main" id="{577D0074-C1E2-4784-B55F-5AF0EFB0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302" y="3405174"/>
            <a:ext cx="96190" cy="109795"/>
          </a:xfrm>
          <a:custGeom xmlns:a="http://schemas.openxmlformats.org/drawingml/2006/main">
            <a:pathLst>
              <a:path w="96190" h="109795">
                <a:moveTo>
                  <a:pt x="48095" y="14563"/>
                </a:moveTo>
                <a:lnTo>
                  <a:pt x="45836" y="14639"/>
                </a:lnTo>
                <a:lnTo>
                  <a:pt x="43656" y="14866"/>
                </a:lnTo>
                <a:lnTo>
                  <a:pt x="41556" y="15245"/>
                </a:lnTo>
                <a:lnTo>
                  <a:pt x="39536" y="15776"/>
                </a:lnTo>
                <a:lnTo>
                  <a:pt x="37596" y="16459"/>
                </a:lnTo>
                <a:lnTo>
                  <a:pt x="35736" y="17293"/>
                </a:lnTo>
                <a:lnTo>
                  <a:pt x="33956" y="18279"/>
                </a:lnTo>
                <a:lnTo>
                  <a:pt x="32255" y="19417"/>
                </a:lnTo>
                <a:lnTo>
                  <a:pt x="30634" y="20706"/>
                </a:lnTo>
                <a:lnTo>
                  <a:pt x="29093" y="22147"/>
                </a:lnTo>
                <a:lnTo>
                  <a:pt x="27632" y="23740"/>
                </a:lnTo>
                <a:lnTo>
                  <a:pt x="26251" y="25485"/>
                </a:lnTo>
                <a:lnTo>
                  <a:pt x="24966" y="27357"/>
                </a:lnTo>
                <a:lnTo>
                  <a:pt x="23792" y="29334"/>
                </a:lnTo>
                <a:lnTo>
                  <a:pt x="22730" y="31416"/>
                </a:lnTo>
                <a:lnTo>
                  <a:pt x="21780" y="33603"/>
                </a:lnTo>
                <a:lnTo>
                  <a:pt x="20942" y="35898"/>
                </a:lnTo>
                <a:lnTo>
                  <a:pt x="20215" y="38299"/>
                </a:lnTo>
                <a:lnTo>
                  <a:pt x="19601" y="40808"/>
                </a:lnTo>
                <a:lnTo>
                  <a:pt x="19098" y="43425"/>
                </a:lnTo>
                <a:lnTo>
                  <a:pt x="18706" y="46152"/>
                </a:lnTo>
                <a:lnTo>
                  <a:pt x="18427" y="48988"/>
                </a:lnTo>
                <a:lnTo>
                  <a:pt x="18259" y="51935"/>
                </a:lnTo>
                <a:lnTo>
                  <a:pt x="18203" y="54993"/>
                </a:lnTo>
                <a:lnTo>
                  <a:pt x="18255" y="58095"/>
                </a:lnTo>
                <a:lnTo>
                  <a:pt x="18413" y="61079"/>
                </a:lnTo>
                <a:lnTo>
                  <a:pt x="18676" y="63945"/>
                </a:lnTo>
                <a:lnTo>
                  <a:pt x="19048" y="66696"/>
                </a:lnTo>
                <a:lnTo>
                  <a:pt x="19528" y="69332"/>
                </a:lnTo>
                <a:lnTo>
                  <a:pt x="20119" y="71855"/>
                </a:lnTo>
                <a:lnTo>
                  <a:pt x="20822" y="74267"/>
                </a:lnTo>
                <a:lnTo>
                  <a:pt x="21638" y="76568"/>
                </a:lnTo>
                <a:lnTo>
                  <a:pt x="22569" y="78759"/>
                </a:lnTo>
                <a:lnTo>
                  <a:pt x="23615" y="80843"/>
                </a:lnTo>
                <a:lnTo>
                  <a:pt x="24778" y="82821"/>
                </a:lnTo>
                <a:lnTo>
                  <a:pt x="26059" y="84693"/>
                </a:lnTo>
                <a:lnTo>
                  <a:pt x="27441" y="86434"/>
                </a:lnTo>
                <a:lnTo>
                  <a:pt x="28903" y="88016"/>
                </a:lnTo>
                <a:lnTo>
                  <a:pt x="30446" y="89442"/>
                </a:lnTo>
                <a:lnTo>
                  <a:pt x="32070" y="90711"/>
                </a:lnTo>
                <a:lnTo>
                  <a:pt x="33778" y="91827"/>
                </a:lnTo>
                <a:lnTo>
                  <a:pt x="35568" y="92789"/>
                </a:lnTo>
                <a:lnTo>
                  <a:pt x="37443" y="93600"/>
                </a:lnTo>
                <a:lnTo>
                  <a:pt x="39402" y="94260"/>
                </a:lnTo>
                <a:lnTo>
                  <a:pt x="41446" y="94771"/>
                </a:lnTo>
                <a:lnTo>
                  <a:pt x="43575" y="95135"/>
                </a:lnTo>
                <a:lnTo>
                  <a:pt x="45792" y="95352"/>
                </a:lnTo>
                <a:lnTo>
                  <a:pt x="48095" y="95424"/>
                </a:lnTo>
                <a:lnTo>
                  <a:pt x="50355" y="95352"/>
                </a:lnTo>
                <a:lnTo>
                  <a:pt x="52534" y="95135"/>
                </a:lnTo>
                <a:lnTo>
                  <a:pt x="54634" y="94771"/>
                </a:lnTo>
                <a:lnTo>
                  <a:pt x="56654" y="94260"/>
                </a:lnTo>
                <a:lnTo>
                  <a:pt x="58594" y="93600"/>
                </a:lnTo>
                <a:lnTo>
                  <a:pt x="60454" y="92789"/>
                </a:lnTo>
                <a:lnTo>
                  <a:pt x="62235" y="91827"/>
                </a:lnTo>
                <a:lnTo>
                  <a:pt x="63935" y="90711"/>
                </a:lnTo>
                <a:lnTo>
                  <a:pt x="65556" y="89442"/>
                </a:lnTo>
                <a:lnTo>
                  <a:pt x="67097" y="88016"/>
                </a:lnTo>
                <a:lnTo>
                  <a:pt x="68558" y="86434"/>
                </a:lnTo>
                <a:lnTo>
                  <a:pt x="69939" y="84693"/>
                </a:lnTo>
                <a:lnTo>
                  <a:pt x="71225" y="82821"/>
                </a:lnTo>
                <a:lnTo>
                  <a:pt x="72398" y="80843"/>
                </a:lnTo>
                <a:lnTo>
                  <a:pt x="73460" y="78759"/>
                </a:lnTo>
                <a:lnTo>
                  <a:pt x="74410" y="76568"/>
                </a:lnTo>
                <a:lnTo>
                  <a:pt x="75248" y="74267"/>
                </a:lnTo>
                <a:lnTo>
                  <a:pt x="75975" y="71855"/>
                </a:lnTo>
                <a:lnTo>
                  <a:pt x="76590" y="69332"/>
                </a:lnTo>
                <a:lnTo>
                  <a:pt x="77093" y="66696"/>
                </a:lnTo>
                <a:lnTo>
                  <a:pt x="77484" y="63945"/>
                </a:lnTo>
                <a:lnTo>
                  <a:pt x="77763" y="61079"/>
                </a:lnTo>
                <a:lnTo>
                  <a:pt x="77931" y="58095"/>
                </a:lnTo>
                <a:lnTo>
                  <a:pt x="77987" y="54993"/>
                </a:lnTo>
                <a:lnTo>
                  <a:pt x="77931" y="51976"/>
                </a:lnTo>
                <a:lnTo>
                  <a:pt x="77763" y="49055"/>
                </a:lnTo>
                <a:lnTo>
                  <a:pt x="77484" y="46233"/>
                </a:lnTo>
                <a:lnTo>
                  <a:pt x="77093" y="43511"/>
                </a:lnTo>
                <a:lnTo>
                  <a:pt x="76590" y="40889"/>
                </a:lnTo>
                <a:lnTo>
                  <a:pt x="75975" y="38371"/>
                </a:lnTo>
                <a:lnTo>
                  <a:pt x="75248" y="35956"/>
                </a:lnTo>
                <a:lnTo>
                  <a:pt x="74410" y="33646"/>
                </a:lnTo>
                <a:lnTo>
                  <a:pt x="73460" y="31443"/>
                </a:lnTo>
                <a:lnTo>
                  <a:pt x="72398" y="29347"/>
                </a:lnTo>
                <a:lnTo>
                  <a:pt x="71225" y="27361"/>
                </a:lnTo>
                <a:lnTo>
                  <a:pt x="69939" y="25485"/>
                </a:lnTo>
                <a:lnTo>
                  <a:pt x="68558" y="23740"/>
                </a:lnTo>
                <a:lnTo>
                  <a:pt x="67097" y="22147"/>
                </a:lnTo>
                <a:lnTo>
                  <a:pt x="65556" y="20706"/>
                </a:lnTo>
                <a:lnTo>
                  <a:pt x="63935" y="19417"/>
                </a:lnTo>
                <a:lnTo>
                  <a:pt x="62235" y="18279"/>
                </a:lnTo>
                <a:lnTo>
                  <a:pt x="60454" y="17293"/>
                </a:lnTo>
                <a:lnTo>
                  <a:pt x="58594" y="16459"/>
                </a:lnTo>
                <a:lnTo>
                  <a:pt x="56654" y="15776"/>
                </a:lnTo>
                <a:lnTo>
                  <a:pt x="54634" y="15245"/>
                </a:lnTo>
                <a:lnTo>
                  <a:pt x="52534" y="14866"/>
                </a:lnTo>
                <a:lnTo>
                  <a:pt x="50355" y="14639"/>
                </a:lnTo>
                <a:lnTo>
                  <a:pt x="48095" y="14563"/>
                </a:lnTo>
                <a:close/>
                <a:moveTo>
                  <a:pt x="48095" y="0"/>
                </a:moveTo>
                <a:lnTo>
                  <a:pt x="51764" y="104"/>
                </a:lnTo>
                <a:lnTo>
                  <a:pt x="55297" y="413"/>
                </a:lnTo>
                <a:lnTo>
                  <a:pt x="58697" y="928"/>
                </a:lnTo>
                <a:lnTo>
                  <a:pt x="61962" y="1646"/>
                </a:lnTo>
                <a:lnTo>
                  <a:pt x="65095" y="2567"/>
                </a:lnTo>
                <a:lnTo>
                  <a:pt x="68095" y="3689"/>
                </a:lnTo>
                <a:lnTo>
                  <a:pt x="70963" y="5010"/>
                </a:lnTo>
                <a:lnTo>
                  <a:pt x="73700" y="6529"/>
                </a:lnTo>
                <a:lnTo>
                  <a:pt x="76307" y="8245"/>
                </a:lnTo>
                <a:lnTo>
                  <a:pt x="78784" y="10157"/>
                </a:lnTo>
                <a:lnTo>
                  <a:pt x="81132" y="12264"/>
                </a:lnTo>
                <a:lnTo>
                  <a:pt x="83352" y="14563"/>
                </a:lnTo>
                <a:lnTo>
                  <a:pt x="85376" y="17082"/>
                </a:lnTo>
                <a:lnTo>
                  <a:pt x="87230" y="19753"/>
                </a:lnTo>
                <a:lnTo>
                  <a:pt x="88915" y="22578"/>
                </a:lnTo>
                <a:lnTo>
                  <a:pt x="90428" y="25556"/>
                </a:lnTo>
                <a:lnTo>
                  <a:pt x="91767" y="28688"/>
                </a:lnTo>
                <a:lnTo>
                  <a:pt x="92933" y="31976"/>
                </a:lnTo>
                <a:lnTo>
                  <a:pt x="93923" y="35419"/>
                </a:lnTo>
                <a:lnTo>
                  <a:pt x="94735" y="39018"/>
                </a:lnTo>
                <a:lnTo>
                  <a:pt x="95370" y="42775"/>
                </a:lnTo>
                <a:lnTo>
                  <a:pt x="95825" y="46689"/>
                </a:lnTo>
                <a:lnTo>
                  <a:pt x="96099" y="50762"/>
                </a:lnTo>
                <a:lnTo>
                  <a:pt x="96190" y="54993"/>
                </a:lnTo>
                <a:lnTo>
                  <a:pt x="96099" y="59225"/>
                </a:lnTo>
                <a:lnTo>
                  <a:pt x="95825" y="63296"/>
                </a:lnTo>
                <a:lnTo>
                  <a:pt x="95370" y="67209"/>
                </a:lnTo>
                <a:lnTo>
                  <a:pt x="94735" y="70961"/>
                </a:lnTo>
                <a:lnTo>
                  <a:pt x="93923" y="74554"/>
                </a:lnTo>
                <a:lnTo>
                  <a:pt x="92933" y="77987"/>
                </a:lnTo>
                <a:lnTo>
                  <a:pt x="91767" y="81260"/>
                </a:lnTo>
                <a:lnTo>
                  <a:pt x="90428" y="84374"/>
                </a:lnTo>
                <a:lnTo>
                  <a:pt x="88915" y="87328"/>
                </a:lnTo>
                <a:lnTo>
                  <a:pt x="87230" y="90122"/>
                </a:lnTo>
                <a:lnTo>
                  <a:pt x="85376" y="92757"/>
                </a:lnTo>
                <a:lnTo>
                  <a:pt x="83352" y="95232"/>
                </a:lnTo>
                <a:lnTo>
                  <a:pt x="81132" y="97572"/>
                </a:lnTo>
                <a:lnTo>
                  <a:pt x="78784" y="99704"/>
                </a:lnTo>
                <a:lnTo>
                  <a:pt x="76307" y="101630"/>
                </a:lnTo>
                <a:lnTo>
                  <a:pt x="73700" y="103351"/>
                </a:lnTo>
                <a:lnTo>
                  <a:pt x="70963" y="104867"/>
                </a:lnTo>
                <a:lnTo>
                  <a:pt x="68095" y="106178"/>
                </a:lnTo>
                <a:lnTo>
                  <a:pt x="65095" y="107286"/>
                </a:lnTo>
                <a:lnTo>
                  <a:pt x="61962" y="108191"/>
                </a:lnTo>
                <a:lnTo>
                  <a:pt x="58697" y="108894"/>
                </a:lnTo>
                <a:lnTo>
                  <a:pt x="55297" y="109395"/>
                </a:lnTo>
                <a:lnTo>
                  <a:pt x="51764" y="109695"/>
                </a:lnTo>
                <a:lnTo>
                  <a:pt x="48095" y="109795"/>
                </a:lnTo>
                <a:lnTo>
                  <a:pt x="44379" y="109695"/>
                </a:lnTo>
                <a:lnTo>
                  <a:pt x="40799" y="109395"/>
                </a:lnTo>
                <a:lnTo>
                  <a:pt x="37356" y="108894"/>
                </a:lnTo>
                <a:lnTo>
                  <a:pt x="34051" y="108191"/>
                </a:lnTo>
                <a:lnTo>
                  <a:pt x="30884" y="107286"/>
                </a:lnTo>
                <a:lnTo>
                  <a:pt x="27856" y="106178"/>
                </a:lnTo>
                <a:lnTo>
                  <a:pt x="24968" y="104867"/>
                </a:lnTo>
                <a:lnTo>
                  <a:pt x="22220" y="103351"/>
                </a:lnTo>
                <a:lnTo>
                  <a:pt x="19613" y="101630"/>
                </a:lnTo>
                <a:lnTo>
                  <a:pt x="17149" y="99704"/>
                </a:lnTo>
                <a:lnTo>
                  <a:pt x="14826" y="97572"/>
                </a:lnTo>
                <a:lnTo>
                  <a:pt x="12647" y="95232"/>
                </a:lnTo>
                <a:lnTo>
                  <a:pt x="10627" y="92757"/>
                </a:lnTo>
                <a:lnTo>
                  <a:pt x="8782" y="90122"/>
                </a:lnTo>
                <a:lnTo>
                  <a:pt x="7114" y="87328"/>
                </a:lnTo>
                <a:lnTo>
                  <a:pt x="5621" y="84374"/>
                </a:lnTo>
                <a:lnTo>
                  <a:pt x="4303" y="81260"/>
                </a:lnTo>
                <a:lnTo>
                  <a:pt x="3162" y="77987"/>
                </a:lnTo>
                <a:lnTo>
                  <a:pt x="2196" y="74554"/>
                </a:lnTo>
                <a:lnTo>
                  <a:pt x="1405" y="70961"/>
                </a:lnTo>
                <a:lnTo>
                  <a:pt x="790" y="67209"/>
                </a:lnTo>
                <a:lnTo>
                  <a:pt x="351" y="63296"/>
                </a:lnTo>
                <a:lnTo>
                  <a:pt x="88" y="59225"/>
                </a:lnTo>
                <a:lnTo>
                  <a:pt x="0" y="54993"/>
                </a:lnTo>
                <a:lnTo>
                  <a:pt x="88" y="50762"/>
                </a:lnTo>
                <a:lnTo>
                  <a:pt x="351" y="46689"/>
                </a:lnTo>
                <a:lnTo>
                  <a:pt x="790" y="42775"/>
                </a:lnTo>
                <a:lnTo>
                  <a:pt x="1405" y="39018"/>
                </a:lnTo>
                <a:lnTo>
                  <a:pt x="2196" y="35419"/>
                </a:lnTo>
                <a:lnTo>
                  <a:pt x="3162" y="31976"/>
                </a:lnTo>
                <a:lnTo>
                  <a:pt x="4303" y="28688"/>
                </a:lnTo>
                <a:lnTo>
                  <a:pt x="5621" y="25556"/>
                </a:lnTo>
                <a:lnTo>
                  <a:pt x="7114" y="22578"/>
                </a:lnTo>
                <a:lnTo>
                  <a:pt x="8782" y="19753"/>
                </a:lnTo>
                <a:lnTo>
                  <a:pt x="10627" y="17082"/>
                </a:lnTo>
                <a:lnTo>
                  <a:pt x="12647" y="14563"/>
                </a:lnTo>
                <a:lnTo>
                  <a:pt x="14826" y="12264"/>
                </a:lnTo>
                <a:lnTo>
                  <a:pt x="17149" y="10157"/>
                </a:lnTo>
                <a:lnTo>
                  <a:pt x="19613" y="8245"/>
                </a:lnTo>
                <a:lnTo>
                  <a:pt x="22220" y="6529"/>
                </a:lnTo>
                <a:lnTo>
                  <a:pt x="24968" y="5010"/>
                </a:lnTo>
                <a:lnTo>
                  <a:pt x="27856" y="3689"/>
                </a:lnTo>
                <a:lnTo>
                  <a:pt x="30884" y="2567"/>
                </a:lnTo>
                <a:lnTo>
                  <a:pt x="34051" y="1646"/>
                </a:lnTo>
                <a:lnTo>
                  <a:pt x="37356" y="928"/>
                </a:lnTo>
                <a:lnTo>
                  <a:pt x="40799" y="413"/>
                </a:lnTo>
                <a:lnTo>
                  <a:pt x="44379" y="104"/>
                </a:lnTo>
                <a:lnTo>
                  <a:pt x="480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7" name="Original native bar-chart element 117">
            <a:extLst xmlns:a="http://schemas.openxmlformats.org/drawingml/2006/main">
              <a:ext uri="{FF2B5EF4-FFF2-40B4-BE49-F238E27FC236}">
                <a16:creationId xmlns:a16="http://schemas.microsoft.com/office/drawing/2014/main" id="{3BDC0307-87B8-49FA-8E2C-42EBD6E3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468" y="3405174"/>
            <a:ext cx="61316" cy="107304"/>
          </a:xfrm>
          <a:custGeom xmlns:a="http://schemas.openxmlformats.org/drawingml/2006/main">
            <a:pathLst>
              <a:path w="61316" h="107304">
                <a:moveTo>
                  <a:pt x="61316" y="18587"/>
                </a:moveTo>
                <a:lnTo>
                  <a:pt x="60833" y="18307"/>
                </a:lnTo>
                <a:lnTo>
                  <a:pt x="60342" y="18043"/>
                </a:lnTo>
                <a:lnTo>
                  <a:pt x="59843" y="17793"/>
                </a:lnTo>
                <a:lnTo>
                  <a:pt x="59336" y="17558"/>
                </a:lnTo>
                <a:lnTo>
                  <a:pt x="58821" y="17335"/>
                </a:lnTo>
                <a:lnTo>
                  <a:pt x="58299" y="17125"/>
                </a:lnTo>
                <a:lnTo>
                  <a:pt x="57768" y="16928"/>
                </a:lnTo>
                <a:lnTo>
                  <a:pt x="57229" y="16741"/>
                </a:lnTo>
                <a:lnTo>
                  <a:pt x="56682" y="16566"/>
                </a:lnTo>
                <a:lnTo>
                  <a:pt x="56127" y="16400"/>
                </a:lnTo>
                <a:lnTo>
                  <a:pt x="55564" y="16243"/>
                </a:lnTo>
                <a:lnTo>
                  <a:pt x="54993" y="16096"/>
                </a:lnTo>
                <a:lnTo>
                  <a:pt x="54414" y="16000"/>
                </a:lnTo>
                <a:lnTo>
                  <a:pt x="53828" y="15906"/>
                </a:lnTo>
                <a:lnTo>
                  <a:pt x="53233" y="15814"/>
                </a:lnTo>
                <a:lnTo>
                  <a:pt x="52630" y="15727"/>
                </a:lnTo>
                <a:lnTo>
                  <a:pt x="52019" y="15644"/>
                </a:lnTo>
                <a:lnTo>
                  <a:pt x="51400" y="15569"/>
                </a:lnTo>
                <a:lnTo>
                  <a:pt x="50774" y="15501"/>
                </a:lnTo>
                <a:lnTo>
                  <a:pt x="50139" y="15443"/>
                </a:lnTo>
                <a:lnTo>
                  <a:pt x="49496" y="15395"/>
                </a:lnTo>
                <a:lnTo>
                  <a:pt x="48846" y="15359"/>
                </a:lnTo>
                <a:lnTo>
                  <a:pt x="48187" y="15337"/>
                </a:lnTo>
                <a:lnTo>
                  <a:pt x="47520" y="15329"/>
                </a:lnTo>
                <a:lnTo>
                  <a:pt x="45125" y="15397"/>
                </a:lnTo>
                <a:lnTo>
                  <a:pt x="42826" y="15600"/>
                </a:lnTo>
                <a:lnTo>
                  <a:pt x="40622" y="15937"/>
                </a:lnTo>
                <a:lnTo>
                  <a:pt x="38514" y="16408"/>
                </a:lnTo>
                <a:lnTo>
                  <a:pt x="36502" y="17012"/>
                </a:lnTo>
                <a:lnTo>
                  <a:pt x="34586" y="17748"/>
                </a:lnTo>
                <a:lnTo>
                  <a:pt x="32766" y="18616"/>
                </a:lnTo>
                <a:lnTo>
                  <a:pt x="31041" y="19616"/>
                </a:lnTo>
                <a:lnTo>
                  <a:pt x="29413" y="20745"/>
                </a:lnTo>
                <a:lnTo>
                  <a:pt x="27880" y="22005"/>
                </a:lnTo>
                <a:lnTo>
                  <a:pt x="26443" y="23393"/>
                </a:lnTo>
                <a:lnTo>
                  <a:pt x="25101" y="24910"/>
                </a:lnTo>
                <a:lnTo>
                  <a:pt x="23820" y="26547"/>
                </a:lnTo>
                <a:lnTo>
                  <a:pt x="22657" y="28296"/>
                </a:lnTo>
                <a:lnTo>
                  <a:pt x="21610" y="30158"/>
                </a:lnTo>
                <a:lnTo>
                  <a:pt x="20680" y="32134"/>
                </a:lnTo>
                <a:lnTo>
                  <a:pt x="19864" y="34225"/>
                </a:lnTo>
                <a:lnTo>
                  <a:pt x="19161" y="36431"/>
                </a:lnTo>
                <a:lnTo>
                  <a:pt x="18570" y="38752"/>
                </a:lnTo>
                <a:lnTo>
                  <a:pt x="18090" y="41190"/>
                </a:lnTo>
                <a:lnTo>
                  <a:pt x="17718" y="43745"/>
                </a:lnTo>
                <a:lnTo>
                  <a:pt x="17455" y="46418"/>
                </a:lnTo>
                <a:lnTo>
                  <a:pt x="17297" y="49209"/>
                </a:lnTo>
                <a:lnTo>
                  <a:pt x="17245" y="52119"/>
                </a:lnTo>
                <a:lnTo>
                  <a:pt x="17245" y="107304"/>
                </a:lnTo>
                <a:lnTo>
                  <a:pt x="0" y="107304"/>
                </a:lnTo>
                <a:lnTo>
                  <a:pt x="0" y="2491"/>
                </a:lnTo>
                <a:lnTo>
                  <a:pt x="17245" y="2491"/>
                </a:lnTo>
                <a:lnTo>
                  <a:pt x="17245" y="18778"/>
                </a:lnTo>
                <a:lnTo>
                  <a:pt x="18135" y="17229"/>
                </a:lnTo>
                <a:lnTo>
                  <a:pt x="19080" y="15745"/>
                </a:lnTo>
                <a:lnTo>
                  <a:pt x="20078" y="14326"/>
                </a:lnTo>
                <a:lnTo>
                  <a:pt x="21127" y="12973"/>
                </a:lnTo>
                <a:lnTo>
                  <a:pt x="22227" y="11686"/>
                </a:lnTo>
                <a:lnTo>
                  <a:pt x="23377" y="10467"/>
                </a:lnTo>
                <a:lnTo>
                  <a:pt x="24574" y="9315"/>
                </a:lnTo>
                <a:lnTo>
                  <a:pt x="25818" y="8232"/>
                </a:lnTo>
                <a:lnTo>
                  <a:pt x="27107" y="7218"/>
                </a:lnTo>
                <a:lnTo>
                  <a:pt x="28440" y="6274"/>
                </a:lnTo>
                <a:lnTo>
                  <a:pt x="29816" y="5401"/>
                </a:lnTo>
                <a:lnTo>
                  <a:pt x="31233" y="4599"/>
                </a:lnTo>
                <a:lnTo>
                  <a:pt x="32698" y="3864"/>
                </a:lnTo>
                <a:lnTo>
                  <a:pt x="34219" y="3194"/>
                </a:lnTo>
                <a:lnTo>
                  <a:pt x="35796" y="2587"/>
                </a:lnTo>
                <a:lnTo>
                  <a:pt x="37429" y="2044"/>
                </a:lnTo>
                <a:lnTo>
                  <a:pt x="39117" y="1565"/>
                </a:lnTo>
                <a:lnTo>
                  <a:pt x="40862" y="1150"/>
                </a:lnTo>
                <a:lnTo>
                  <a:pt x="42662" y="798"/>
                </a:lnTo>
                <a:lnTo>
                  <a:pt x="44518" y="511"/>
                </a:lnTo>
                <a:lnTo>
                  <a:pt x="46430" y="287"/>
                </a:lnTo>
                <a:lnTo>
                  <a:pt x="48398" y="128"/>
                </a:lnTo>
                <a:lnTo>
                  <a:pt x="50422" y="32"/>
                </a:lnTo>
                <a:lnTo>
                  <a:pt x="52502" y="0"/>
                </a:lnTo>
                <a:lnTo>
                  <a:pt x="52794" y="4"/>
                </a:lnTo>
                <a:lnTo>
                  <a:pt x="53093" y="14"/>
                </a:lnTo>
                <a:lnTo>
                  <a:pt x="53400" y="30"/>
                </a:lnTo>
                <a:lnTo>
                  <a:pt x="53716" y="50"/>
                </a:lnTo>
                <a:lnTo>
                  <a:pt x="54039" y="72"/>
                </a:lnTo>
                <a:lnTo>
                  <a:pt x="54370" y="96"/>
                </a:lnTo>
                <a:lnTo>
                  <a:pt x="54710" y="120"/>
                </a:lnTo>
                <a:lnTo>
                  <a:pt x="55057" y="142"/>
                </a:lnTo>
                <a:lnTo>
                  <a:pt x="55412" y="162"/>
                </a:lnTo>
                <a:lnTo>
                  <a:pt x="55776" y="177"/>
                </a:lnTo>
                <a:lnTo>
                  <a:pt x="56147" y="188"/>
                </a:lnTo>
                <a:lnTo>
                  <a:pt x="56526" y="192"/>
                </a:lnTo>
                <a:lnTo>
                  <a:pt x="56866" y="240"/>
                </a:lnTo>
                <a:lnTo>
                  <a:pt x="57214" y="288"/>
                </a:lnTo>
                <a:lnTo>
                  <a:pt x="57571" y="338"/>
                </a:lnTo>
                <a:lnTo>
                  <a:pt x="57938" y="390"/>
                </a:lnTo>
                <a:lnTo>
                  <a:pt x="58316" y="445"/>
                </a:lnTo>
                <a:lnTo>
                  <a:pt x="58706" y="503"/>
                </a:lnTo>
                <a:lnTo>
                  <a:pt x="59107" y="565"/>
                </a:lnTo>
                <a:lnTo>
                  <a:pt x="59521" y="632"/>
                </a:lnTo>
                <a:lnTo>
                  <a:pt x="59948" y="704"/>
                </a:lnTo>
                <a:lnTo>
                  <a:pt x="60389" y="782"/>
                </a:lnTo>
                <a:lnTo>
                  <a:pt x="60845" y="866"/>
                </a:lnTo>
                <a:lnTo>
                  <a:pt x="61316" y="958"/>
                </a:lnTo>
                <a:lnTo>
                  <a:pt x="61316" y="185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8" name="Original native bar-chart element 118">
            <a:extLst xmlns:a="http://schemas.openxmlformats.org/drawingml/2006/main">
              <a:ext uri="{FF2B5EF4-FFF2-40B4-BE49-F238E27FC236}">
                <a16:creationId xmlns:a16="http://schemas.microsoft.com/office/drawing/2014/main" id="{2C197E14-BA5D-4D91-876E-7B58309D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533" y="3407665"/>
            <a:ext cx="101939" cy="144477"/>
          </a:xfrm>
          <a:custGeom xmlns:a="http://schemas.openxmlformats.org/drawingml/2006/main">
            <a:pathLst>
              <a:path w="101939" h="144477">
                <a:moveTo>
                  <a:pt x="55951" y="114394"/>
                </a:moveTo>
                <a:lnTo>
                  <a:pt x="54710" y="117375"/>
                </a:lnTo>
                <a:lnTo>
                  <a:pt x="53476" y="120188"/>
                </a:lnTo>
                <a:lnTo>
                  <a:pt x="52251" y="122831"/>
                </a:lnTo>
                <a:lnTo>
                  <a:pt x="51033" y="125301"/>
                </a:lnTo>
                <a:lnTo>
                  <a:pt x="49824" y="127599"/>
                </a:lnTo>
                <a:lnTo>
                  <a:pt x="48622" y="129723"/>
                </a:lnTo>
                <a:lnTo>
                  <a:pt x="47428" y="131671"/>
                </a:lnTo>
                <a:lnTo>
                  <a:pt x="46243" y="133441"/>
                </a:lnTo>
                <a:lnTo>
                  <a:pt x="45065" y="135034"/>
                </a:lnTo>
                <a:lnTo>
                  <a:pt x="43896" y="136447"/>
                </a:lnTo>
                <a:lnTo>
                  <a:pt x="42734" y="137679"/>
                </a:lnTo>
                <a:lnTo>
                  <a:pt x="41580" y="138729"/>
                </a:lnTo>
                <a:lnTo>
                  <a:pt x="40399" y="139647"/>
                </a:lnTo>
                <a:lnTo>
                  <a:pt x="39153" y="140485"/>
                </a:lnTo>
                <a:lnTo>
                  <a:pt x="37844" y="141243"/>
                </a:lnTo>
                <a:lnTo>
                  <a:pt x="36471" y="141922"/>
                </a:lnTo>
                <a:lnTo>
                  <a:pt x="35033" y="142521"/>
                </a:lnTo>
                <a:lnTo>
                  <a:pt x="33532" y="143040"/>
                </a:lnTo>
                <a:lnTo>
                  <a:pt x="31968" y="143479"/>
                </a:lnTo>
                <a:lnTo>
                  <a:pt x="30339" y="143838"/>
                </a:lnTo>
                <a:lnTo>
                  <a:pt x="28646" y="144118"/>
                </a:lnTo>
                <a:lnTo>
                  <a:pt x="26890" y="144317"/>
                </a:lnTo>
                <a:lnTo>
                  <a:pt x="25069" y="144437"/>
                </a:lnTo>
                <a:lnTo>
                  <a:pt x="23185" y="144477"/>
                </a:lnTo>
                <a:lnTo>
                  <a:pt x="9389" y="144477"/>
                </a:lnTo>
                <a:lnTo>
                  <a:pt x="9389" y="130106"/>
                </a:lnTo>
                <a:lnTo>
                  <a:pt x="19545" y="130106"/>
                </a:lnTo>
                <a:lnTo>
                  <a:pt x="20674" y="130082"/>
                </a:lnTo>
                <a:lnTo>
                  <a:pt x="21764" y="130010"/>
                </a:lnTo>
                <a:lnTo>
                  <a:pt x="22814" y="129890"/>
                </a:lnTo>
                <a:lnTo>
                  <a:pt x="23824" y="129723"/>
                </a:lnTo>
                <a:lnTo>
                  <a:pt x="24794" y="129507"/>
                </a:lnTo>
                <a:lnTo>
                  <a:pt x="25724" y="129244"/>
                </a:lnTo>
                <a:lnTo>
                  <a:pt x="26614" y="128932"/>
                </a:lnTo>
                <a:lnTo>
                  <a:pt x="27465" y="128573"/>
                </a:lnTo>
                <a:lnTo>
                  <a:pt x="28275" y="128166"/>
                </a:lnTo>
                <a:lnTo>
                  <a:pt x="29045" y="127711"/>
                </a:lnTo>
                <a:lnTo>
                  <a:pt x="29776" y="127208"/>
                </a:lnTo>
                <a:lnTo>
                  <a:pt x="30467" y="126657"/>
                </a:lnTo>
                <a:lnTo>
                  <a:pt x="31141" y="126022"/>
                </a:lnTo>
                <a:lnTo>
                  <a:pt x="31825" y="125266"/>
                </a:lnTo>
                <a:lnTo>
                  <a:pt x="32517" y="124387"/>
                </a:lnTo>
                <a:lnTo>
                  <a:pt x="33220" y="123385"/>
                </a:lnTo>
                <a:lnTo>
                  <a:pt x="33934" y="122258"/>
                </a:lnTo>
                <a:lnTo>
                  <a:pt x="34658" y="121004"/>
                </a:lnTo>
                <a:lnTo>
                  <a:pt x="35395" y="119623"/>
                </a:lnTo>
                <a:lnTo>
                  <a:pt x="36144" y="118112"/>
                </a:lnTo>
                <a:lnTo>
                  <a:pt x="36907" y="116471"/>
                </a:lnTo>
                <a:lnTo>
                  <a:pt x="37683" y="114699"/>
                </a:lnTo>
                <a:lnTo>
                  <a:pt x="38474" y="112793"/>
                </a:lnTo>
                <a:lnTo>
                  <a:pt x="39281" y="110753"/>
                </a:lnTo>
                <a:lnTo>
                  <a:pt x="42347" y="103088"/>
                </a:lnTo>
                <a:lnTo>
                  <a:pt x="0" y="0"/>
                </a:lnTo>
                <a:lnTo>
                  <a:pt x="18203" y="0"/>
                </a:lnTo>
                <a:lnTo>
                  <a:pt x="50969" y="82011"/>
                </a:lnTo>
                <a:lnTo>
                  <a:pt x="83735" y="0"/>
                </a:lnTo>
                <a:lnTo>
                  <a:pt x="101939" y="0"/>
                </a:lnTo>
                <a:lnTo>
                  <a:pt x="55951" y="114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9" name="Original native bar-chart element 119">
            <a:extLst xmlns:a="http://schemas.openxmlformats.org/drawingml/2006/main">
              <a:ext uri="{FF2B5EF4-FFF2-40B4-BE49-F238E27FC236}">
                <a16:creationId xmlns:a16="http://schemas.microsoft.com/office/drawing/2014/main" id="{79164B33-3AE5-4397-90CF-7D1B7822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36" y="2282036"/>
            <a:ext cx="29159" cy="10"/>
          </a:xfrm>
          <a:custGeom xmlns:a="http://schemas.openxmlformats.org/drawingml/2006/main">
            <a:pathLst>
              <a:path w="29159" h="10">
                <a:moveTo>
                  <a:pt x="2915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0" name="Original native bar-chart element 120">
            <a:extLst xmlns:a="http://schemas.openxmlformats.org/drawingml/2006/main">
              <a:ext uri="{FF2B5EF4-FFF2-40B4-BE49-F238E27FC236}">
                <a16:creationId xmlns:a16="http://schemas.microsoft.com/office/drawing/2014/main" id="{CB804EED-8E4F-43E6-B6C4-31A05EF4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36" y="2282036"/>
            <a:ext cx="29159" cy="10"/>
          </a:xfrm>
          <a:custGeom xmlns:a="http://schemas.openxmlformats.org/drawingml/2006/main">
            <a:pathLst>
              <a:path w="29159" h="10">
                <a:moveTo>
                  <a:pt x="2915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121" name="Original native bar-chart element 121">
            <a:extLst xmlns:a="http://schemas.openxmlformats.org/drawingml/2006/main">
              <a:ext uri="{FF2B5EF4-FFF2-40B4-BE49-F238E27FC236}">
                <a16:creationId xmlns:a16="http://schemas.microsoft.com/office/drawing/2014/main" id="{8DB8F3BC-DA0B-41B7-9780-E348B1E8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52" y="2212625"/>
            <a:ext cx="96573" cy="144669"/>
          </a:xfrm>
          <a:custGeom xmlns:a="http://schemas.openxmlformats.org/drawingml/2006/main">
            <a:pathLst>
              <a:path w="96573" h="144669">
                <a:moveTo>
                  <a:pt x="48287" y="14946"/>
                </a:moveTo>
                <a:lnTo>
                  <a:pt x="45895" y="15046"/>
                </a:lnTo>
                <a:lnTo>
                  <a:pt x="43607" y="15345"/>
                </a:lnTo>
                <a:lnTo>
                  <a:pt x="41422" y="15844"/>
                </a:lnTo>
                <a:lnTo>
                  <a:pt x="39338" y="16543"/>
                </a:lnTo>
                <a:lnTo>
                  <a:pt x="37355" y="17441"/>
                </a:lnTo>
                <a:lnTo>
                  <a:pt x="35473" y="18539"/>
                </a:lnTo>
                <a:lnTo>
                  <a:pt x="33690" y="19836"/>
                </a:lnTo>
                <a:lnTo>
                  <a:pt x="32007" y="21333"/>
                </a:lnTo>
                <a:lnTo>
                  <a:pt x="30422" y="23030"/>
                </a:lnTo>
                <a:lnTo>
                  <a:pt x="28935" y="24926"/>
                </a:lnTo>
                <a:lnTo>
                  <a:pt x="27545" y="27022"/>
                </a:lnTo>
                <a:lnTo>
                  <a:pt x="26251" y="29317"/>
                </a:lnTo>
                <a:lnTo>
                  <a:pt x="25061" y="31812"/>
                </a:lnTo>
                <a:lnTo>
                  <a:pt x="23982" y="34506"/>
                </a:lnTo>
                <a:lnTo>
                  <a:pt x="23012" y="37401"/>
                </a:lnTo>
                <a:lnTo>
                  <a:pt x="22149" y="40494"/>
                </a:lnTo>
                <a:lnTo>
                  <a:pt x="21393" y="43788"/>
                </a:lnTo>
                <a:lnTo>
                  <a:pt x="20742" y="47281"/>
                </a:lnTo>
                <a:lnTo>
                  <a:pt x="20195" y="50973"/>
                </a:lnTo>
                <a:lnTo>
                  <a:pt x="19750" y="54865"/>
                </a:lnTo>
                <a:lnTo>
                  <a:pt x="19407" y="58957"/>
                </a:lnTo>
                <a:lnTo>
                  <a:pt x="19163" y="63249"/>
                </a:lnTo>
                <a:lnTo>
                  <a:pt x="19018" y="67740"/>
                </a:lnTo>
                <a:lnTo>
                  <a:pt x="18970" y="72430"/>
                </a:lnTo>
                <a:lnTo>
                  <a:pt x="19018" y="77121"/>
                </a:lnTo>
                <a:lnTo>
                  <a:pt x="19163" y="81612"/>
                </a:lnTo>
                <a:lnTo>
                  <a:pt x="19407" y="85903"/>
                </a:lnTo>
                <a:lnTo>
                  <a:pt x="19750" y="89995"/>
                </a:lnTo>
                <a:lnTo>
                  <a:pt x="20195" y="93887"/>
                </a:lnTo>
                <a:lnTo>
                  <a:pt x="20742" y="97579"/>
                </a:lnTo>
                <a:lnTo>
                  <a:pt x="21393" y="101072"/>
                </a:lnTo>
                <a:lnTo>
                  <a:pt x="22149" y="104366"/>
                </a:lnTo>
                <a:lnTo>
                  <a:pt x="23012" y="107460"/>
                </a:lnTo>
                <a:lnTo>
                  <a:pt x="23982" y="110354"/>
                </a:lnTo>
                <a:lnTo>
                  <a:pt x="25061" y="113048"/>
                </a:lnTo>
                <a:lnTo>
                  <a:pt x="26251" y="115543"/>
                </a:lnTo>
                <a:lnTo>
                  <a:pt x="27545" y="117839"/>
                </a:lnTo>
                <a:lnTo>
                  <a:pt x="28935" y="119934"/>
                </a:lnTo>
                <a:lnTo>
                  <a:pt x="30422" y="121831"/>
                </a:lnTo>
                <a:lnTo>
                  <a:pt x="32007" y="123527"/>
                </a:lnTo>
                <a:lnTo>
                  <a:pt x="33690" y="125024"/>
                </a:lnTo>
                <a:lnTo>
                  <a:pt x="35473" y="126322"/>
                </a:lnTo>
                <a:lnTo>
                  <a:pt x="37355" y="127419"/>
                </a:lnTo>
                <a:lnTo>
                  <a:pt x="39338" y="128317"/>
                </a:lnTo>
                <a:lnTo>
                  <a:pt x="41422" y="129016"/>
                </a:lnTo>
                <a:lnTo>
                  <a:pt x="43607" y="129515"/>
                </a:lnTo>
                <a:lnTo>
                  <a:pt x="45895" y="129814"/>
                </a:lnTo>
                <a:lnTo>
                  <a:pt x="48287" y="129914"/>
                </a:lnTo>
                <a:lnTo>
                  <a:pt x="50678" y="129814"/>
                </a:lnTo>
                <a:lnTo>
                  <a:pt x="52966" y="129515"/>
                </a:lnTo>
                <a:lnTo>
                  <a:pt x="55152" y="129016"/>
                </a:lnTo>
                <a:lnTo>
                  <a:pt x="57236" y="128317"/>
                </a:lnTo>
                <a:lnTo>
                  <a:pt x="59219" y="127419"/>
                </a:lnTo>
                <a:lnTo>
                  <a:pt x="61101" y="126322"/>
                </a:lnTo>
                <a:lnTo>
                  <a:pt x="62883" y="125024"/>
                </a:lnTo>
                <a:lnTo>
                  <a:pt x="64567" y="123527"/>
                </a:lnTo>
                <a:lnTo>
                  <a:pt x="66152" y="121831"/>
                </a:lnTo>
                <a:lnTo>
                  <a:pt x="67639" y="119934"/>
                </a:lnTo>
                <a:lnTo>
                  <a:pt x="69029" y="117839"/>
                </a:lnTo>
                <a:lnTo>
                  <a:pt x="70322" y="115543"/>
                </a:lnTo>
                <a:lnTo>
                  <a:pt x="71472" y="113048"/>
                </a:lnTo>
                <a:lnTo>
                  <a:pt x="72525" y="110354"/>
                </a:lnTo>
                <a:lnTo>
                  <a:pt x="73481" y="107460"/>
                </a:lnTo>
                <a:lnTo>
                  <a:pt x="74339" y="104366"/>
                </a:lnTo>
                <a:lnTo>
                  <a:pt x="75099" y="101072"/>
                </a:lnTo>
                <a:lnTo>
                  <a:pt x="75759" y="97579"/>
                </a:lnTo>
                <a:lnTo>
                  <a:pt x="76320" y="93887"/>
                </a:lnTo>
                <a:lnTo>
                  <a:pt x="76780" y="89995"/>
                </a:lnTo>
                <a:lnTo>
                  <a:pt x="77140" y="85903"/>
                </a:lnTo>
                <a:lnTo>
                  <a:pt x="77397" y="81612"/>
                </a:lnTo>
                <a:lnTo>
                  <a:pt x="77552" y="77121"/>
                </a:lnTo>
                <a:lnTo>
                  <a:pt x="77604" y="72430"/>
                </a:lnTo>
                <a:lnTo>
                  <a:pt x="77552" y="67740"/>
                </a:lnTo>
                <a:lnTo>
                  <a:pt x="77397" y="63249"/>
                </a:lnTo>
                <a:lnTo>
                  <a:pt x="77140" y="58957"/>
                </a:lnTo>
                <a:lnTo>
                  <a:pt x="76780" y="54865"/>
                </a:lnTo>
                <a:lnTo>
                  <a:pt x="76320" y="50973"/>
                </a:lnTo>
                <a:lnTo>
                  <a:pt x="75759" y="47281"/>
                </a:lnTo>
                <a:lnTo>
                  <a:pt x="75099" y="43788"/>
                </a:lnTo>
                <a:lnTo>
                  <a:pt x="74339" y="40494"/>
                </a:lnTo>
                <a:lnTo>
                  <a:pt x="73481" y="37401"/>
                </a:lnTo>
                <a:lnTo>
                  <a:pt x="72525" y="34506"/>
                </a:lnTo>
                <a:lnTo>
                  <a:pt x="71472" y="31812"/>
                </a:lnTo>
                <a:lnTo>
                  <a:pt x="70322" y="29317"/>
                </a:lnTo>
                <a:lnTo>
                  <a:pt x="69029" y="27022"/>
                </a:lnTo>
                <a:lnTo>
                  <a:pt x="67639" y="24926"/>
                </a:lnTo>
                <a:lnTo>
                  <a:pt x="66152" y="23030"/>
                </a:lnTo>
                <a:lnTo>
                  <a:pt x="64567" y="21333"/>
                </a:lnTo>
                <a:lnTo>
                  <a:pt x="62883" y="19836"/>
                </a:lnTo>
                <a:lnTo>
                  <a:pt x="61101" y="18539"/>
                </a:lnTo>
                <a:lnTo>
                  <a:pt x="59219" y="17441"/>
                </a:lnTo>
                <a:lnTo>
                  <a:pt x="57236" y="16543"/>
                </a:lnTo>
                <a:lnTo>
                  <a:pt x="55152" y="15844"/>
                </a:lnTo>
                <a:lnTo>
                  <a:pt x="52966" y="15345"/>
                </a:lnTo>
                <a:lnTo>
                  <a:pt x="50678" y="15046"/>
                </a:lnTo>
                <a:lnTo>
                  <a:pt x="48287" y="14946"/>
                </a:lnTo>
                <a:close/>
                <a:moveTo>
                  <a:pt x="48287" y="0"/>
                </a:moveTo>
                <a:lnTo>
                  <a:pt x="52091" y="132"/>
                </a:lnTo>
                <a:lnTo>
                  <a:pt x="55745" y="525"/>
                </a:lnTo>
                <a:lnTo>
                  <a:pt x="59248" y="1180"/>
                </a:lnTo>
                <a:lnTo>
                  <a:pt x="62601" y="2094"/>
                </a:lnTo>
                <a:lnTo>
                  <a:pt x="65805" y="3266"/>
                </a:lnTo>
                <a:lnTo>
                  <a:pt x="68861" y="4695"/>
                </a:lnTo>
                <a:lnTo>
                  <a:pt x="71770" y="6379"/>
                </a:lnTo>
                <a:lnTo>
                  <a:pt x="74531" y="8317"/>
                </a:lnTo>
                <a:lnTo>
                  <a:pt x="77146" y="10509"/>
                </a:lnTo>
                <a:lnTo>
                  <a:pt x="79615" y="12952"/>
                </a:lnTo>
                <a:lnTo>
                  <a:pt x="81939" y="15645"/>
                </a:lnTo>
                <a:lnTo>
                  <a:pt x="84119" y="18587"/>
                </a:lnTo>
                <a:lnTo>
                  <a:pt x="86094" y="21816"/>
                </a:lnTo>
                <a:lnTo>
                  <a:pt x="87902" y="25276"/>
                </a:lnTo>
                <a:lnTo>
                  <a:pt x="89541" y="28967"/>
                </a:lnTo>
                <a:lnTo>
                  <a:pt x="91010" y="32887"/>
                </a:lnTo>
                <a:lnTo>
                  <a:pt x="92308" y="37035"/>
                </a:lnTo>
                <a:lnTo>
                  <a:pt x="93436" y="41413"/>
                </a:lnTo>
                <a:lnTo>
                  <a:pt x="94392" y="46017"/>
                </a:lnTo>
                <a:lnTo>
                  <a:pt x="95175" y="50849"/>
                </a:lnTo>
                <a:lnTo>
                  <a:pt x="95786" y="55906"/>
                </a:lnTo>
                <a:lnTo>
                  <a:pt x="96223" y="61190"/>
                </a:lnTo>
                <a:lnTo>
                  <a:pt x="96486" y="66698"/>
                </a:lnTo>
                <a:lnTo>
                  <a:pt x="96573" y="72430"/>
                </a:lnTo>
                <a:lnTo>
                  <a:pt x="96486" y="78206"/>
                </a:lnTo>
                <a:lnTo>
                  <a:pt x="96223" y="83750"/>
                </a:lnTo>
                <a:lnTo>
                  <a:pt x="95786" y="89062"/>
                </a:lnTo>
                <a:lnTo>
                  <a:pt x="95175" y="94139"/>
                </a:lnTo>
                <a:lnTo>
                  <a:pt x="94392" y="98983"/>
                </a:lnTo>
                <a:lnTo>
                  <a:pt x="93436" y="103591"/>
                </a:lnTo>
                <a:lnTo>
                  <a:pt x="92308" y="107964"/>
                </a:lnTo>
                <a:lnTo>
                  <a:pt x="91010" y="112101"/>
                </a:lnTo>
                <a:lnTo>
                  <a:pt x="89541" y="116001"/>
                </a:lnTo>
                <a:lnTo>
                  <a:pt x="87902" y="119664"/>
                </a:lnTo>
                <a:lnTo>
                  <a:pt x="86094" y="123088"/>
                </a:lnTo>
                <a:lnTo>
                  <a:pt x="84119" y="126274"/>
                </a:lnTo>
                <a:lnTo>
                  <a:pt x="81939" y="129212"/>
                </a:lnTo>
                <a:lnTo>
                  <a:pt x="79614" y="131894"/>
                </a:lnTo>
                <a:lnTo>
                  <a:pt x="77143" y="134321"/>
                </a:lnTo>
                <a:lnTo>
                  <a:pt x="74524" y="136493"/>
                </a:lnTo>
                <a:lnTo>
                  <a:pt x="71756" y="138409"/>
                </a:lnTo>
                <a:lnTo>
                  <a:pt x="68837" y="140070"/>
                </a:lnTo>
                <a:lnTo>
                  <a:pt x="65767" y="141475"/>
                </a:lnTo>
                <a:lnTo>
                  <a:pt x="62544" y="142625"/>
                </a:lnTo>
                <a:lnTo>
                  <a:pt x="59167" y="143519"/>
                </a:lnTo>
                <a:lnTo>
                  <a:pt x="55634" y="144158"/>
                </a:lnTo>
                <a:lnTo>
                  <a:pt x="51944" y="144541"/>
                </a:lnTo>
                <a:lnTo>
                  <a:pt x="48095" y="144669"/>
                </a:lnTo>
                <a:lnTo>
                  <a:pt x="44247" y="144541"/>
                </a:lnTo>
                <a:lnTo>
                  <a:pt x="40557" y="144158"/>
                </a:lnTo>
                <a:lnTo>
                  <a:pt x="37026" y="143519"/>
                </a:lnTo>
                <a:lnTo>
                  <a:pt x="33653" y="142625"/>
                </a:lnTo>
                <a:lnTo>
                  <a:pt x="30437" y="141475"/>
                </a:lnTo>
                <a:lnTo>
                  <a:pt x="27377" y="140070"/>
                </a:lnTo>
                <a:lnTo>
                  <a:pt x="24473" y="138409"/>
                </a:lnTo>
                <a:lnTo>
                  <a:pt x="21723" y="136493"/>
                </a:lnTo>
                <a:lnTo>
                  <a:pt x="19128" y="134321"/>
                </a:lnTo>
                <a:lnTo>
                  <a:pt x="16687" y="131894"/>
                </a:lnTo>
                <a:lnTo>
                  <a:pt x="14399" y="129212"/>
                </a:lnTo>
                <a:lnTo>
                  <a:pt x="12263" y="126274"/>
                </a:lnTo>
                <a:lnTo>
                  <a:pt x="10291" y="123088"/>
                </a:lnTo>
                <a:lnTo>
                  <a:pt x="8494" y="119664"/>
                </a:lnTo>
                <a:lnTo>
                  <a:pt x="6871" y="116001"/>
                </a:lnTo>
                <a:lnTo>
                  <a:pt x="5422" y="112101"/>
                </a:lnTo>
                <a:lnTo>
                  <a:pt x="4146" y="107964"/>
                </a:lnTo>
                <a:lnTo>
                  <a:pt x="3042" y="103591"/>
                </a:lnTo>
                <a:lnTo>
                  <a:pt x="2110" y="98983"/>
                </a:lnTo>
                <a:lnTo>
                  <a:pt x="1348" y="94139"/>
                </a:lnTo>
                <a:lnTo>
                  <a:pt x="757" y="89062"/>
                </a:lnTo>
                <a:lnTo>
                  <a:pt x="336" y="83750"/>
                </a:lnTo>
                <a:lnTo>
                  <a:pt x="84" y="78206"/>
                </a:lnTo>
                <a:lnTo>
                  <a:pt x="0" y="72430"/>
                </a:lnTo>
                <a:lnTo>
                  <a:pt x="84" y="66698"/>
                </a:lnTo>
                <a:lnTo>
                  <a:pt x="336" y="61190"/>
                </a:lnTo>
                <a:lnTo>
                  <a:pt x="757" y="55906"/>
                </a:lnTo>
                <a:lnTo>
                  <a:pt x="1348" y="50849"/>
                </a:lnTo>
                <a:lnTo>
                  <a:pt x="2110" y="46017"/>
                </a:lnTo>
                <a:lnTo>
                  <a:pt x="3042" y="41413"/>
                </a:lnTo>
                <a:lnTo>
                  <a:pt x="4146" y="37035"/>
                </a:lnTo>
                <a:lnTo>
                  <a:pt x="5422" y="32887"/>
                </a:lnTo>
                <a:lnTo>
                  <a:pt x="6871" y="28967"/>
                </a:lnTo>
                <a:lnTo>
                  <a:pt x="8494" y="25276"/>
                </a:lnTo>
                <a:lnTo>
                  <a:pt x="10291" y="21816"/>
                </a:lnTo>
                <a:lnTo>
                  <a:pt x="12263" y="18587"/>
                </a:lnTo>
                <a:lnTo>
                  <a:pt x="14403" y="15645"/>
                </a:lnTo>
                <a:lnTo>
                  <a:pt x="16701" y="12952"/>
                </a:lnTo>
                <a:lnTo>
                  <a:pt x="19158" y="10509"/>
                </a:lnTo>
                <a:lnTo>
                  <a:pt x="21773" y="8317"/>
                </a:lnTo>
                <a:lnTo>
                  <a:pt x="24545" y="6379"/>
                </a:lnTo>
                <a:lnTo>
                  <a:pt x="27473" y="4695"/>
                </a:lnTo>
                <a:lnTo>
                  <a:pt x="30556" y="3266"/>
                </a:lnTo>
                <a:lnTo>
                  <a:pt x="33795" y="2094"/>
                </a:lnTo>
                <a:lnTo>
                  <a:pt x="37188" y="1180"/>
                </a:lnTo>
                <a:lnTo>
                  <a:pt x="40735" y="525"/>
                </a:lnTo>
                <a:lnTo>
                  <a:pt x="44435" y="132"/>
                </a:lnTo>
                <a:lnTo>
                  <a:pt x="4828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2" name="Original native bar-chart element 122">
            <a:extLst xmlns:a="http://schemas.openxmlformats.org/drawingml/2006/main">
              <a:ext uri="{FF2B5EF4-FFF2-40B4-BE49-F238E27FC236}">
                <a16:creationId xmlns:a16="http://schemas.microsoft.com/office/drawing/2014/main" id="{701CE27A-608C-4AFC-B164-72261D92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36" y="1616774"/>
            <a:ext cx="29159" cy="10"/>
          </a:xfrm>
          <a:custGeom xmlns:a="http://schemas.openxmlformats.org/drawingml/2006/main">
            <a:pathLst>
              <a:path w="29159" h="10">
                <a:moveTo>
                  <a:pt x="2915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3" name="Original native bar-chart element 123">
            <a:extLst xmlns:a="http://schemas.openxmlformats.org/drawingml/2006/main">
              <a:ext uri="{FF2B5EF4-FFF2-40B4-BE49-F238E27FC236}">
                <a16:creationId xmlns:a16="http://schemas.microsoft.com/office/drawing/2014/main" id="{70C6FF6F-9432-468D-8BBC-AEAD63CE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36" y="1616774"/>
            <a:ext cx="29159" cy="10"/>
          </a:xfrm>
          <a:custGeom xmlns:a="http://schemas.openxmlformats.org/drawingml/2006/main">
            <a:pathLst>
              <a:path w="29159" h="10">
                <a:moveTo>
                  <a:pt x="2915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124" name="Original native bar-chart element 124">
            <a:extLst xmlns:a="http://schemas.openxmlformats.org/drawingml/2006/main">
              <a:ext uri="{FF2B5EF4-FFF2-40B4-BE49-F238E27FC236}">
                <a16:creationId xmlns:a16="http://schemas.microsoft.com/office/drawing/2014/main" id="{DDB83172-2327-439B-9E11-78F1DDB5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11" y="1549854"/>
            <a:ext cx="83160" cy="139687"/>
          </a:xfrm>
          <a:custGeom xmlns:a="http://schemas.openxmlformats.org/drawingml/2006/main">
            <a:pathLst>
              <a:path w="83160" h="139687">
                <a:moveTo>
                  <a:pt x="2683" y="123783"/>
                </a:moveTo>
                <a:lnTo>
                  <a:pt x="33532" y="123783"/>
                </a:lnTo>
                <a:lnTo>
                  <a:pt x="33532" y="17245"/>
                </a:lnTo>
                <a:lnTo>
                  <a:pt x="0" y="23952"/>
                </a:lnTo>
                <a:lnTo>
                  <a:pt x="0" y="6706"/>
                </a:lnTo>
                <a:lnTo>
                  <a:pt x="33341" y="0"/>
                </a:lnTo>
                <a:lnTo>
                  <a:pt x="52311" y="0"/>
                </a:lnTo>
                <a:lnTo>
                  <a:pt x="52311" y="123783"/>
                </a:lnTo>
                <a:lnTo>
                  <a:pt x="83160" y="123783"/>
                </a:lnTo>
                <a:lnTo>
                  <a:pt x="83160" y="139687"/>
                </a:lnTo>
                <a:lnTo>
                  <a:pt x="2683" y="139687"/>
                </a:lnTo>
                <a:lnTo>
                  <a:pt x="2683" y="1237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5" name="Original native bar-chart element 125">
            <a:extLst xmlns:a="http://schemas.openxmlformats.org/drawingml/2006/main">
              <a:ext uri="{FF2B5EF4-FFF2-40B4-BE49-F238E27FC236}">
                <a16:creationId xmlns:a16="http://schemas.microsoft.com/office/drawing/2014/main" id="{8668264B-27F3-48FB-B916-5866DED0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47" y="1547363"/>
            <a:ext cx="96573" cy="144669"/>
          </a:xfrm>
          <a:custGeom xmlns:a="http://schemas.openxmlformats.org/drawingml/2006/main">
            <a:pathLst>
              <a:path w="96573" h="144669">
                <a:moveTo>
                  <a:pt x="48287" y="14946"/>
                </a:moveTo>
                <a:lnTo>
                  <a:pt x="45895" y="15046"/>
                </a:lnTo>
                <a:lnTo>
                  <a:pt x="43607" y="15345"/>
                </a:lnTo>
                <a:lnTo>
                  <a:pt x="41422" y="15844"/>
                </a:lnTo>
                <a:lnTo>
                  <a:pt x="39338" y="16543"/>
                </a:lnTo>
                <a:lnTo>
                  <a:pt x="37355" y="17441"/>
                </a:lnTo>
                <a:lnTo>
                  <a:pt x="35473" y="18539"/>
                </a:lnTo>
                <a:lnTo>
                  <a:pt x="33690" y="19836"/>
                </a:lnTo>
                <a:lnTo>
                  <a:pt x="32007" y="21333"/>
                </a:lnTo>
                <a:lnTo>
                  <a:pt x="30422" y="23030"/>
                </a:lnTo>
                <a:lnTo>
                  <a:pt x="28935" y="24926"/>
                </a:lnTo>
                <a:lnTo>
                  <a:pt x="27545" y="27022"/>
                </a:lnTo>
                <a:lnTo>
                  <a:pt x="26251" y="29317"/>
                </a:lnTo>
                <a:lnTo>
                  <a:pt x="25061" y="31812"/>
                </a:lnTo>
                <a:lnTo>
                  <a:pt x="23982" y="34506"/>
                </a:lnTo>
                <a:lnTo>
                  <a:pt x="23012" y="37401"/>
                </a:lnTo>
                <a:lnTo>
                  <a:pt x="22149" y="40494"/>
                </a:lnTo>
                <a:lnTo>
                  <a:pt x="21393" y="43788"/>
                </a:lnTo>
                <a:lnTo>
                  <a:pt x="20742" y="47281"/>
                </a:lnTo>
                <a:lnTo>
                  <a:pt x="20195" y="50973"/>
                </a:lnTo>
                <a:lnTo>
                  <a:pt x="19750" y="54865"/>
                </a:lnTo>
                <a:lnTo>
                  <a:pt x="19407" y="58957"/>
                </a:lnTo>
                <a:lnTo>
                  <a:pt x="19163" y="63249"/>
                </a:lnTo>
                <a:lnTo>
                  <a:pt x="19018" y="67740"/>
                </a:lnTo>
                <a:lnTo>
                  <a:pt x="18970" y="72430"/>
                </a:lnTo>
                <a:lnTo>
                  <a:pt x="19018" y="77121"/>
                </a:lnTo>
                <a:lnTo>
                  <a:pt x="19163" y="81612"/>
                </a:lnTo>
                <a:lnTo>
                  <a:pt x="19407" y="85903"/>
                </a:lnTo>
                <a:lnTo>
                  <a:pt x="19750" y="89995"/>
                </a:lnTo>
                <a:lnTo>
                  <a:pt x="20195" y="93887"/>
                </a:lnTo>
                <a:lnTo>
                  <a:pt x="20742" y="97579"/>
                </a:lnTo>
                <a:lnTo>
                  <a:pt x="21393" y="101072"/>
                </a:lnTo>
                <a:lnTo>
                  <a:pt x="22149" y="104366"/>
                </a:lnTo>
                <a:lnTo>
                  <a:pt x="23012" y="107460"/>
                </a:lnTo>
                <a:lnTo>
                  <a:pt x="23982" y="110354"/>
                </a:lnTo>
                <a:lnTo>
                  <a:pt x="25061" y="113048"/>
                </a:lnTo>
                <a:lnTo>
                  <a:pt x="26251" y="115543"/>
                </a:lnTo>
                <a:lnTo>
                  <a:pt x="27545" y="117839"/>
                </a:lnTo>
                <a:lnTo>
                  <a:pt x="28935" y="119934"/>
                </a:lnTo>
                <a:lnTo>
                  <a:pt x="30422" y="121831"/>
                </a:lnTo>
                <a:lnTo>
                  <a:pt x="32007" y="123527"/>
                </a:lnTo>
                <a:lnTo>
                  <a:pt x="33690" y="125024"/>
                </a:lnTo>
                <a:lnTo>
                  <a:pt x="35473" y="126322"/>
                </a:lnTo>
                <a:lnTo>
                  <a:pt x="37355" y="127419"/>
                </a:lnTo>
                <a:lnTo>
                  <a:pt x="39338" y="128317"/>
                </a:lnTo>
                <a:lnTo>
                  <a:pt x="41422" y="129016"/>
                </a:lnTo>
                <a:lnTo>
                  <a:pt x="43607" y="129515"/>
                </a:lnTo>
                <a:lnTo>
                  <a:pt x="45895" y="129814"/>
                </a:lnTo>
                <a:lnTo>
                  <a:pt x="48287" y="129914"/>
                </a:lnTo>
                <a:lnTo>
                  <a:pt x="50678" y="129814"/>
                </a:lnTo>
                <a:lnTo>
                  <a:pt x="52966" y="129515"/>
                </a:lnTo>
                <a:lnTo>
                  <a:pt x="55152" y="129016"/>
                </a:lnTo>
                <a:lnTo>
                  <a:pt x="57236" y="128317"/>
                </a:lnTo>
                <a:lnTo>
                  <a:pt x="59219" y="127419"/>
                </a:lnTo>
                <a:lnTo>
                  <a:pt x="61101" y="126322"/>
                </a:lnTo>
                <a:lnTo>
                  <a:pt x="62883" y="125024"/>
                </a:lnTo>
                <a:lnTo>
                  <a:pt x="64567" y="123527"/>
                </a:lnTo>
                <a:lnTo>
                  <a:pt x="66152" y="121831"/>
                </a:lnTo>
                <a:lnTo>
                  <a:pt x="67639" y="119934"/>
                </a:lnTo>
                <a:lnTo>
                  <a:pt x="69029" y="117839"/>
                </a:lnTo>
                <a:lnTo>
                  <a:pt x="70322" y="115543"/>
                </a:lnTo>
                <a:lnTo>
                  <a:pt x="71472" y="113048"/>
                </a:lnTo>
                <a:lnTo>
                  <a:pt x="72525" y="110354"/>
                </a:lnTo>
                <a:lnTo>
                  <a:pt x="73481" y="107460"/>
                </a:lnTo>
                <a:lnTo>
                  <a:pt x="74339" y="104366"/>
                </a:lnTo>
                <a:lnTo>
                  <a:pt x="75099" y="101072"/>
                </a:lnTo>
                <a:lnTo>
                  <a:pt x="75759" y="97579"/>
                </a:lnTo>
                <a:lnTo>
                  <a:pt x="76320" y="93887"/>
                </a:lnTo>
                <a:lnTo>
                  <a:pt x="76780" y="89995"/>
                </a:lnTo>
                <a:lnTo>
                  <a:pt x="77140" y="85903"/>
                </a:lnTo>
                <a:lnTo>
                  <a:pt x="77397" y="81612"/>
                </a:lnTo>
                <a:lnTo>
                  <a:pt x="77552" y="77121"/>
                </a:lnTo>
                <a:lnTo>
                  <a:pt x="77604" y="72430"/>
                </a:lnTo>
                <a:lnTo>
                  <a:pt x="77552" y="67740"/>
                </a:lnTo>
                <a:lnTo>
                  <a:pt x="77397" y="63249"/>
                </a:lnTo>
                <a:lnTo>
                  <a:pt x="77140" y="58957"/>
                </a:lnTo>
                <a:lnTo>
                  <a:pt x="76780" y="54865"/>
                </a:lnTo>
                <a:lnTo>
                  <a:pt x="76320" y="50973"/>
                </a:lnTo>
                <a:lnTo>
                  <a:pt x="75759" y="47281"/>
                </a:lnTo>
                <a:lnTo>
                  <a:pt x="75099" y="43788"/>
                </a:lnTo>
                <a:lnTo>
                  <a:pt x="74339" y="40494"/>
                </a:lnTo>
                <a:lnTo>
                  <a:pt x="73481" y="37401"/>
                </a:lnTo>
                <a:lnTo>
                  <a:pt x="72525" y="34506"/>
                </a:lnTo>
                <a:lnTo>
                  <a:pt x="71472" y="31812"/>
                </a:lnTo>
                <a:lnTo>
                  <a:pt x="70322" y="29317"/>
                </a:lnTo>
                <a:lnTo>
                  <a:pt x="69029" y="27022"/>
                </a:lnTo>
                <a:lnTo>
                  <a:pt x="67639" y="24926"/>
                </a:lnTo>
                <a:lnTo>
                  <a:pt x="66152" y="23030"/>
                </a:lnTo>
                <a:lnTo>
                  <a:pt x="64567" y="21333"/>
                </a:lnTo>
                <a:lnTo>
                  <a:pt x="62883" y="19836"/>
                </a:lnTo>
                <a:lnTo>
                  <a:pt x="61101" y="18539"/>
                </a:lnTo>
                <a:lnTo>
                  <a:pt x="59219" y="17441"/>
                </a:lnTo>
                <a:lnTo>
                  <a:pt x="57236" y="16543"/>
                </a:lnTo>
                <a:lnTo>
                  <a:pt x="55152" y="15844"/>
                </a:lnTo>
                <a:lnTo>
                  <a:pt x="52966" y="15345"/>
                </a:lnTo>
                <a:lnTo>
                  <a:pt x="50678" y="15046"/>
                </a:lnTo>
                <a:lnTo>
                  <a:pt x="48287" y="14946"/>
                </a:lnTo>
                <a:close/>
                <a:moveTo>
                  <a:pt x="48287" y="0"/>
                </a:moveTo>
                <a:lnTo>
                  <a:pt x="52091" y="132"/>
                </a:lnTo>
                <a:lnTo>
                  <a:pt x="55745" y="525"/>
                </a:lnTo>
                <a:lnTo>
                  <a:pt x="59248" y="1180"/>
                </a:lnTo>
                <a:lnTo>
                  <a:pt x="62601" y="2094"/>
                </a:lnTo>
                <a:lnTo>
                  <a:pt x="65805" y="3266"/>
                </a:lnTo>
                <a:lnTo>
                  <a:pt x="68861" y="4695"/>
                </a:lnTo>
                <a:lnTo>
                  <a:pt x="71770" y="6379"/>
                </a:lnTo>
                <a:lnTo>
                  <a:pt x="74531" y="8317"/>
                </a:lnTo>
                <a:lnTo>
                  <a:pt x="77146" y="10509"/>
                </a:lnTo>
                <a:lnTo>
                  <a:pt x="79615" y="12952"/>
                </a:lnTo>
                <a:lnTo>
                  <a:pt x="81939" y="15645"/>
                </a:lnTo>
                <a:lnTo>
                  <a:pt x="84119" y="18587"/>
                </a:lnTo>
                <a:lnTo>
                  <a:pt x="86094" y="21816"/>
                </a:lnTo>
                <a:lnTo>
                  <a:pt x="87902" y="25276"/>
                </a:lnTo>
                <a:lnTo>
                  <a:pt x="89541" y="28967"/>
                </a:lnTo>
                <a:lnTo>
                  <a:pt x="91010" y="32887"/>
                </a:lnTo>
                <a:lnTo>
                  <a:pt x="92308" y="37035"/>
                </a:lnTo>
                <a:lnTo>
                  <a:pt x="93436" y="41413"/>
                </a:lnTo>
                <a:lnTo>
                  <a:pt x="94392" y="46017"/>
                </a:lnTo>
                <a:lnTo>
                  <a:pt x="95175" y="50849"/>
                </a:lnTo>
                <a:lnTo>
                  <a:pt x="95786" y="55906"/>
                </a:lnTo>
                <a:lnTo>
                  <a:pt x="96223" y="61190"/>
                </a:lnTo>
                <a:lnTo>
                  <a:pt x="96486" y="66698"/>
                </a:lnTo>
                <a:lnTo>
                  <a:pt x="96573" y="72430"/>
                </a:lnTo>
                <a:lnTo>
                  <a:pt x="96486" y="78206"/>
                </a:lnTo>
                <a:lnTo>
                  <a:pt x="96223" y="83750"/>
                </a:lnTo>
                <a:lnTo>
                  <a:pt x="95786" y="89062"/>
                </a:lnTo>
                <a:lnTo>
                  <a:pt x="95175" y="94139"/>
                </a:lnTo>
                <a:lnTo>
                  <a:pt x="94392" y="98983"/>
                </a:lnTo>
                <a:lnTo>
                  <a:pt x="93436" y="103591"/>
                </a:lnTo>
                <a:lnTo>
                  <a:pt x="92308" y="107964"/>
                </a:lnTo>
                <a:lnTo>
                  <a:pt x="91010" y="112101"/>
                </a:lnTo>
                <a:lnTo>
                  <a:pt x="89541" y="116001"/>
                </a:lnTo>
                <a:lnTo>
                  <a:pt x="87902" y="119664"/>
                </a:lnTo>
                <a:lnTo>
                  <a:pt x="86094" y="123088"/>
                </a:lnTo>
                <a:lnTo>
                  <a:pt x="84119" y="126274"/>
                </a:lnTo>
                <a:lnTo>
                  <a:pt x="81939" y="129212"/>
                </a:lnTo>
                <a:lnTo>
                  <a:pt x="79614" y="131894"/>
                </a:lnTo>
                <a:lnTo>
                  <a:pt x="77143" y="134321"/>
                </a:lnTo>
                <a:lnTo>
                  <a:pt x="74524" y="136493"/>
                </a:lnTo>
                <a:lnTo>
                  <a:pt x="71756" y="138409"/>
                </a:lnTo>
                <a:lnTo>
                  <a:pt x="68837" y="140070"/>
                </a:lnTo>
                <a:lnTo>
                  <a:pt x="65767" y="141475"/>
                </a:lnTo>
                <a:lnTo>
                  <a:pt x="62544" y="142625"/>
                </a:lnTo>
                <a:lnTo>
                  <a:pt x="59167" y="143519"/>
                </a:lnTo>
                <a:lnTo>
                  <a:pt x="55634" y="144158"/>
                </a:lnTo>
                <a:lnTo>
                  <a:pt x="51944" y="144541"/>
                </a:lnTo>
                <a:lnTo>
                  <a:pt x="48095" y="144669"/>
                </a:lnTo>
                <a:lnTo>
                  <a:pt x="44247" y="144541"/>
                </a:lnTo>
                <a:lnTo>
                  <a:pt x="40557" y="144158"/>
                </a:lnTo>
                <a:lnTo>
                  <a:pt x="37026" y="143519"/>
                </a:lnTo>
                <a:lnTo>
                  <a:pt x="33653" y="142625"/>
                </a:lnTo>
                <a:lnTo>
                  <a:pt x="30437" y="141475"/>
                </a:lnTo>
                <a:lnTo>
                  <a:pt x="27377" y="140070"/>
                </a:lnTo>
                <a:lnTo>
                  <a:pt x="24473" y="138409"/>
                </a:lnTo>
                <a:lnTo>
                  <a:pt x="21723" y="136493"/>
                </a:lnTo>
                <a:lnTo>
                  <a:pt x="19128" y="134321"/>
                </a:lnTo>
                <a:lnTo>
                  <a:pt x="16687" y="131894"/>
                </a:lnTo>
                <a:lnTo>
                  <a:pt x="14399" y="129212"/>
                </a:lnTo>
                <a:lnTo>
                  <a:pt x="12263" y="126274"/>
                </a:lnTo>
                <a:lnTo>
                  <a:pt x="10291" y="123088"/>
                </a:lnTo>
                <a:lnTo>
                  <a:pt x="8494" y="119664"/>
                </a:lnTo>
                <a:lnTo>
                  <a:pt x="6871" y="116001"/>
                </a:lnTo>
                <a:lnTo>
                  <a:pt x="5422" y="112101"/>
                </a:lnTo>
                <a:lnTo>
                  <a:pt x="4146" y="107964"/>
                </a:lnTo>
                <a:lnTo>
                  <a:pt x="3042" y="103591"/>
                </a:lnTo>
                <a:lnTo>
                  <a:pt x="2110" y="98983"/>
                </a:lnTo>
                <a:lnTo>
                  <a:pt x="1348" y="94139"/>
                </a:lnTo>
                <a:lnTo>
                  <a:pt x="757" y="89062"/>
                </a:lnTo>
                <a:lnTo>
                  <a:pt x="336" y="83750"/>
                </a:lnTo>
                <a:lnTo>
                  <a:pt x="84" y="78206"/>
                </a:lnTo>
                <a:lnTo>
                  <a:pt x="0" y="72430"/>
                </a:lnTo>
                <a:lnTo>
                  <a:pt x="84" y="66698"/>
                </a:lnTo>
                <a:lnTo>
                  <a:pt x="336" y="61190"/>
                </a:lnTo>
                <a:lnTo>
                  <a:pt x="757" y="55906"/>
                </a:lnTo>
                <a:lnTo>
                  <a:pt x="1348" y="50849"/>
                </a:lnTo>
                <a:lnTo>
                  <a:pt x="2110" y="46017"/>
                </a:lnTo>
                <a:lnTo>
                  <a:pt x="3042" y="41413"/>
                </a:lnTo>
                <a:lnTo>
                  <a:pt x="4146" y="37035"/>
                </a:lnTo>
                <a:lnTo>
                  <a:pt x="5422" y="32887"/>
                </a:lnTo>
                <a:lnTo>
                  <a:pt x="6871" y="28967"/>
                </a:lnTo>
                <a:lnTo>
                  <a:pt x="8494" y="25276"/>
                </a:lnTo>
                <a:lnTo>
                  <a:pt x="10291" y="21816"/>
                </a:lnTo>
                <a:lnTo>
                  <a:pt x="12263" y="18587"/>
                </a:lnTo>
                <a:lnTo>
                  <a:pt x="14403" y="15645"/>
                </a:lnTo>
                <a:lnTo>
                  <a:pt x="16701" y="12952"/>
                </a:lnTo>
                <a:lnTo>
                  <a:pt x="19158" y="10509"/>
                </a:lnTo>
                <a:lnTo>
                  <a:pt x="21773" y="8317"/>
                </a:lnTo>
                <a:lnTo>
                  <a:pt x="24545" y="6379"/>
                </a:lnTo>
                <a:lnTo>
                  <a:pt x="27473" y="4695"/>
                </a:lnTo>
                <a:lnTo>
                  <a:pt x="30556" y="3266"/>
                </a:lnTo>
                <a:lnTo>
                  <a:pt x="33795" y="2094"/>
                </a:lnTo>
                <a:lnTo>
                  <a:pt x="37188" y="1180"/>
                </a:lnTo>
                <a:lnTo>
                  <a:pt x="40735" y="525"/>
                </a:lnTo>
                <a:lnTo>
                  <a:pt x="44435" y="132"/>
                </a:lnTo>
                <a:lnTo>
                  <a:pt x="4828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6" name="Original native bar-chart element 126">
            <a:extLst xmlns:a="http://schemas.openxmlformats.org/drawingml/2006/main">
              <a:ext uri="{FF2B5EF4-FFF2-40B4-BE49-F238E27FC236}">
                <a16:creationId xmlns:a16="http://schemas.microsoft.com/office/drawing/2014/main" id="{A9F76264-A34D-40D8-BFC2-A033406D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36" y="951512"/>
            <a:ext cx="29159" cy="10"/>
          </a:xfrm>
          <a:custGeom xmlns:a="http://schemas.openxmlformats.org/drawingml/2006/main">
            <a:pathLst>
              <a:path w="29159" h="10">
                <a:moveTo>
                  <a:pt x="2915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7" name="Original native bar-chart element 127">
            <a:extLst xmlns:a="http://schemas.openxmlformats.org/drawingml/2006/main">
              <a:ext uri="{FF2B5EF4-FFF2-40B4-BE49-F238E27FC236}">
                <a16:creationId xmlns:a16="http://schemas.microsoft.com/office/drawing/2014/main" id="{FAFB6B50-8BDA-4CF5-BF4C-8AC7E9B6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36" y="951512"/>
            <a:ext cx="29159" cy="10"/>
          </a:xfrm>
          <a:custGeom xmlns:a="http://schemas.openxmlformats.org/drawingml/2006/main">
            <a:pathLst>
              <a:path w="29159" h="10">
                <a:moveTo>
                  <a:pt x="2915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128" name="Original native bar-chart element 128">
            <a:extLst xmlns:a="http://schemas.openxmlformats.org/drawingml/2006/main">
              <a:ext uri="{FF2B5EF4-FFF2-40B4-BE49-F238E27FC236}">
                <a16:creationId xmlns:a16="http://schemas.microsoft.com/office/drawing/2014/main" id="{649FB94A-206D-4893-9833-BC6A20C7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22" y="882101"/>
            <a:ext cx="88717" cy="142178"/>
          </a:xfrm>
          <a:custGeom xmlns:a="http://schemas.openxmlformats.org/drawingml/2006/main">
            <a:pathLst>
              <a:path w="88717" h="142178">
                <a:moveTo>
                  <a:pt x="22802" y="126274"/>
                </a:moveTo>
                <a:lnTo>
                  <a:pt x="88717" y="126274"/>
                </a:lnTo>
                <a:lnTo>
                  <a:pt x="88717" y="142178"/>
                </a:lnTo>
                <a:lnTo>
                  <a:pt x="0" y="142178"/>
                </a:lnTo>
                <a:lnTo>
                  <a:pt x="0" y="126274"/>
                </a:lnTo>
                <a:lnTo>
                  <a:pt x="1828" y="124397"/>
                </a:lnTo>
                <a:lnTo>
                  <a:pt x="3768" y="122409"/>
                </a:lnTo>
                <a:lnTo>
                  <a:pt x="5820" y="120310"/>
                </a:lnTo>
                <a:lnTo>
                  <a:pt x="7984" y="118098"/>
                </a:lnTo>
                <a:lnTo>
                  <a:pt x="10259" y="115775"/>
                </a:lnTo>
                <a:lnTo>
                  <a:pt x="12647" y="113340"/>
                </a:lnTo>
                <a:lnTo>
                  <a:pt x="15145" y="110793"/>
                </a:lnTo>
                <a:lnTo>
                  <a:pt x="17756" y="108134"/>
                </a:lnTo>
                <a:lnTo>
                  <a:pt x="20479" y="105364"/>
                </a:lnTo>
                <a:lnTo>
                  <a:pt x="23313" y="102482"/>
                </a:lnTo>
                <a:lnTo>
                  <a:pt x="26259" y="99488"/>
                </a:lnTo>
                <a:lnTo>
                  <a:pt x="29317" y="96382"/>
                </a:lnTo>
                <a:lnTo>
                  <a:pt x="32291" y="93360"/>
                </a:lnTo>
                <a:lnTo>
                  <a:pt x="35080" y="90522"/>
                </a:lnTo>
                <a:lnTo>
                  <a:pt x="37685" y="87867"/>
                </a:lnTo>
                <a:lnTo>
                  <a:pt x="40104" y="85396"/>
                </a:lnTo>
                <a:lnTo>
                  <a:pt x="42337" y="83109"/>
                </a:lnTo>
                <a:lnTo>
                  <a:pt x="44383" y="81005"/>
                </a:lnTo>
                <a:lnTo>
                  <a:pt x="46241" y="79085"/>
                </a:lnTo>
                <a:lnTo>
                  <a:pt x="47911" y="77348"/>
                </a:lnTo>
                <a:lnTo>
                  <a:pt x="49391" y="75795"/>
                </a:lnTo>
                <a:lnTo>
                  <a:pt x="50683" y="74426"/>
                </a:lnTo>
                <a:lnTo>
                  <a:pt x="51784" y="73240"/>
                </a:lnTo>
                <a:lnTo>
                  <a:pt x="52694" y="72238"/>
                </a:lnTo>
                <a:lnTo>
                  <a:pt x="54187" y="70582"/>
                </a:lnTo>
                <a:lnTo>
                  <a:pt x="55600" y="68965"/>
                </a:lnTo>
                <a:lnTo>
                  <a:pt x="56933" y="67388"/>
                </a:lnTo>
                <a:lnTo>
                  <a:pt x="58187" y="65851"/>
                </a:lnTo>
                <a:lnTo>
                  <a:pt x="59360" y="64354"/>
                </a:lnTo>
                <a:lnTo>
                  <a:pt x="60454" y="62897"/>
                </a:lnTo>
                <a:lnTo>
                  <a:pt x="61468" y="61480"/>
                </a:lnTo>
                <a:lnTo>
                  <a:pt x="62402" y="60103"/>
                </a:lnTo>
                <a:lnTo>
                  <a:pt x="63257" y="58766"/>
                </a:lnTo>
                <a:lnTo>
                  <a:pt x="64031" y="57468"/>
                </a:lnTo>
                <a:lnTo>
                  <a:pt x="64726" y="56211"/>
                </a:lnTo>
                <a:lnTo>
                  <a:pt x="65340" y="54993"/>
                </a:lnTo>
                <a:lnTo>
                  <a:pt x="65895" y="53840"/>
                </a:lnTo>
                <a:lnTo>
                  <a:pt x="66408" y="52680"/>
                </a:lnTo>
                <a:lnTo>
                  <a:pt x="66879" y="51514"/>
                </a:lnTo>
                <a:lnTo>
                  <a:pt x="67306" y="50345"/>
                </a:lnTo>
                <a:lnTo>
                  <a:pt x="67688" y="49173"/>
                </a:lnTo>
                <a:lnTo>
                  <a:pt x="68023" y="47999"/>
                </a:lnTo>
                <a:lnTo>
                  <a:pt x="68310" y="46826"/>
                </a:lnTo>
                <a:lnTo>
                  <a:pt x="68548" y="45654"/>
                </a:lnTo>
                <a:lnTo>
                  <a:pt x="68736" y="44484"/>
                </a:lnTo>
                <a:lnTo>
                  <a:pt x="68871" y="43319"/>
                </a:lnTo>
                <a:lnTo>
                  <a:pt x="68953" y="42159"/>
                </a:lnTo>
                <a:lnTo>
                  <a:pt x="68981" y="41005"/>
                </a:lnTo>
                <a:lnTo>
                  <a:pt x="68925" y="39209"/>
                </a:lnTo>
                <a:lnTo>
                  <a:pt x="68758" y="37462"/>
                </a:lnTo>
                <a:lnTo>
                  <a:pt x="68481" y="35766"/>
                </a:lnTo>
                <a:lnTo>
                  <a:pt x="68094" y="34121"/>
                </a:lnTo>
                <a:lnTo>
                  <a:pt x="67598" y="32530"/>
                </a:lnTo>
                <a:lnTo>
                  <a:pt x="66993" y="30994"/>
                </a:lnTo>
                <a:lnTo>
                  <a:pt x="66281" y="29513"/>
                </a:lnTo>
                <a:lnTo>
                  <a:pt x="65461" y="28089"/>
                </a:lnTo>
                <a:lnTo>
                  <a:pt x="64535" y="26724"/>
                </a:lnTo>
                <a:lnTo>
                  <a:pt x="63503" y="25419"/>
                </a:lnTo>
                <a:lnTo>
                  <a:pt x="62366" y="24175"/>
                </a:lnTo>
                <a:lnTo>
                  <a:pt x="61125" y="22994"/>
                </a:lnTo>
                <a:lnTo>
                  <a:pt x="59799" y="21888"/>
                </a:lnTo>
                <a:lnTo>
                  <a:pt x="58409" y="20872"/>
                </a:lnTo>
                <a:lnTo>
                  <a:pt x="56954" y="19946"/>
                </a:lnTo>
                <a:lnTo>
                  <a:pt x="55433" y="19112"/>
                </a:lnTo>
                <a:lnTo>
                  <a:pt x="53846" y="18371"/>
                </a:lnTo>
                <a:lnTo>
                  <a:pt x="52191" y="17724"/>
                </a:lnTo>
                <a:lnTo>
                  <a:pt x="50468" y="17174"/>
                </a:lnTo>
                <a:lnTo>
                  <a:pt x="48677" y="16720"/>
                </a:lnTo>
                <a:lnTo>
                  <a:pt x="46817" y="16365"/>
                </a:lnTo>
                <a:lnTo>
                  <a:pt x="44886" y="16110"/>
                </a:lnTo>
                <a:lnTo>
                  <a:pt x="42886" y="15956"/>
                </a:lnTo>
                <a:lnTo>
                  <a:pt x="40814" y="15904"/>
                </a:lnTo>
                <a:lnTo>
                  <a:pt x="39321" y="15928"/>
                </a:lnTo>
                <a:lnTo>
                  <a:pt x="37813" y="15998"/>
                </a:lnTo>
                <a:lnTo>
                  <a:pt x="36290" y="16114"/>
                </a:lnTo>
                <a:lnTo>
                  <a:pt x="34753" y="16273"/>
                </a:lnTo>
                <a:lnTo>
                  <a:pt x="33203" y="16475"/>
                </a:lnTo>
                <a:lnTo>
                  <a:pt x="31640" y="16718"/>
                </a:lnTo>
                <a:lnTo>
                  <a:pt x="30066" y="17002"/>
                </a:lnTo>
                <a:lnTo>
                  <a:pt x="28480" y="17323"/>
                </a:lnTo>
                <a:lnTo>
                  <a:pt x="26883" y="17682"/>
                </a:lnTo>
                <a:lnTo>
                  <a:pt x="25276" y="18077"/>
                </a:lnTo>
                <a:lnTo>
                  <a:pt x="23660" y="18507"/>
                </a:lnTo>
                <a:lnTo>
                  <a:pt x="22036" y="18970"/>
                </a:lnTo>
                <a:lnTo>
                  <a:pt x="20395" y="19517"/>
                </a:lnTo>
                <a:lnTo>
                  <a:pt x="18731" y="20104"/>
                </a:lnTo>
                <a:lnTo>
                  <a:pt x="17045" y="20733"/>
                </a:lnTo>
                <a:lnTo>
                  <a:pt x="15336" y="21404"/>
                </a:lnTo>
                <a:lnTo>
                  <a:pt x="13606" y="22117"/>
                </a:lnTo>
                <a:lnTo>
                  <a:pt x="11856" y="22874"/>
                </a:lnTo>
                <a:lnTo>
                  <a:pt x="10086" y="23674"/>
                </a:lnTo>
                <a:lnTo>
                  <a:pt x="8296" y="24519"/>
                </a:lnTo>
                <a:lnTo>
                  <a:pt x="6488" y="25410"/>
                </a:lnTo>
                <a:lnTo>
                  <a:pt x="4662" y="26346"/>
                </a:lnTo>
                <a:lnTo>
                  <a:pt x="2818" y="27329"/>
                </a:lnTo>
                <a:lnTo>
                  <a:pt x="958" y="28359"/>
                </a:lnTo>
                <a:lnTo>
                  <a:pt x="958" y="9197"/>
                </a:lnTo>
                <a:lnTo>
                  <a:pt x="2862" y="8447"/>
                </a:lnTo>
                <a:lnTo>
                  <a:pt x="4742" y="7728"/>
                </a:lnTo>
                <a:lnTo>
                  <a:pt x="6599" y="7042"/>
                </a:lnTo>
                <a:lnTo>
                  <a:pt x="8431" y="6387"/>
                </a:lnTo>
                <a:lnTo>
                  <a:pt x="10239" y="5764"/>
                </a:lnTo>
                <a:lnTo>
                  <a:pt x="12024" y="5174"/>
                </a:lnTo>
                <a:lnTo>
                  <a:pt x="13784" y="4615"/>
                </a:lnTo>
                <a:lnTo>
                  <a:pt x="15521" y="4088"/>
                </a:lnTo>
                <a:lnTo>
                  <a:pt x="17233" y="3593"/>
                </a:lnTo>
                <a:lnTo>
                  <a:pt x="18922" y="3130"/>
                </a:lnTo>
                <a:lnTo>
                  <a:pt x="20587" y="2699"/>
                </a:lnTo>
                <a:lnTo>
                  <a:pt x="22227" y="2299"/>
                </a:lnTo>
                <a:lnTo>
                  <a:pt x="23848" y="1932"/>
                </a:lnTo>
                <a:lnTo>
                  <a:pt x="25452" y="1597"/>
                </a:lnTo>
                <a:lnTo>
                  <a:pt x="27039" y="1293"/>
                </a:lnTo>
                <a:lnTo>
                  <a:pt x="28607" y="1022"/>
                </a:lnTo>
                <a:lnTo>
                  <a:pt x="30157" y="782"/>
                </a:lnTo>
                <a:lnTo>
                  <a:pt x="31688" y="575"/>
                </a:lnTo>
                <a:lnTo>
                  <a:pt x="33199" y="399"/>
                </a:lnTo>
                <a:lnTo>
                  <a:pt x="34689" y="255"/>
                </a:lnTo>
                <a:lnTo>
                  <a:pt x="36158" y="144"/>
                </a:lnTo>
                <a:lnTo>
                  <a:pt x="37605" y="64"/>
                </a:lnTo>
                <a:lnTo>
                  <a:pt x="39029" y="16"/>
                </a:lnTo>
                <a:lnTo>
                  <a:pt x="40431" y="0"/>
                </a:lnTo>
                <a:lnTo>
                  <a:pt x="43963" y="76"/>
                </a:lnTo>
                <a:lnTo>
                  <a:pt x="47377" y="303"/>
                </a:lnTo>
                <a:lnTo>
                  <a:pt x="50670" y="683"/>
                </a:lnTo>
                <a:lnTo>
                  <a:pt x="53844" y="1214"/>
                </a:lnTo>
                <a:lnTo>
                  <a:pt x="56897" y="1896"/>
                </a:lnTo>
                <a:lnTo>
                  <a:pt x="59831" y="2730"/>
                </a:lnTo>
                <a:lnTo>
                  <a:pt x="62646" y="3717"/>
                </a:lnTo>
                <a:lnTo>
                  <a:pt x="65340" y="4854"/>
                </a:lnTo>
                <a:lnTo>
                  <a:pt x="67915" y="6144"/>
                </a:lnTo>
                <a:lnTo>
                  <a:pt x="70370" y="7585"/>
                </a:lnTo>
                <a:lnTo>
                  <a:pt x="72706" y="9178"/>
                </a:lnTo>
                <a:lnTo>
                  <a:pt x="74921" y="10922"/>
                </a:lnTo>
                <a:lnTo>
                  <a:pt x="76989" y="12790"/>
                </a:lnTo>
                <a:lnTo>
                  <a:pt x="78880" y="14755"/>
                </a:lnTo>
                <a:lnTo>
                  <a:pt x="80595" y="16817"/>
                </a:lnTo>
                <a:lnTo>
                  <a:pt x="82131" y="18977"/>
                </a:lnTo>
                <a:lnTo>
                  <a:pt x="83490" y="21235"/>
                </a:lnTo>
                <a:lnTo>
                  <a:pt x="84669" y="23592"/>
                </a:lnTo>
                <a:lnTo>
                  <a:pt x="85669" y="26050"/>
                </a:lnTo>
                <a:lnTo>
                  <a:pt x="86489" y="28607"/>
                </a:lnTo>
                <a:lnTo>
                  <a:pt x="87127" y="31266"/>
                </a:lnTo>
                <a:lnTo>
                  <a:pt x="87584" y="34027"/>
                </a:lnTo>
                <a:lnTo>
                  <a:pt x="87859" y="36890"/>
                </a:lnTo>
                <a:lnTo>
                  <a:pt x="87951" y="39856"/>
                </a:lnTo>
                <a:lnTo>
                  <a:pt x="87927" y="41289"/>
                </a:lnTo>
                <a:lnTo>
                  <a:pt x="87856" y="42712"/>
                </a:lnTo>
                <a:lnTo>
                  <a:pt x="87738" y="44125"/>
                </a:lnTo>
                <a:lnTo>
                  <a:pt x="87575" y="45526"/>
                </a:lnTo>
                <a:lnTo>
                  <a:pt x="87366" y="46914"/>
                </a:lnTo>
                <a:lnTo>
                  <a:pt x="87112" y="48287"/>
                </a:lnTo>
                <a:lnTo>
                  <a:pt x="86815" y="49644"/>
                </a:lnTo>
                <a:lnTo>
                  <a:pt x="86475" y="50984"/>
                </a:lnTo>
                <a:lnTo>
                  <a:pt x="86092" y="52305"/>
                </a:lnTo>
                <a:lnTo>
                  <a:pt x="85667" y="53606"/>
                </a:lnTo>
                <a:lnTo>
                  <a:pt x="85200" y="54886"/>
                </a:lnTo>
                <a:lnTo>
                  <a:pt x="84693" y="56143"/>
                </a:lnTo>
                <a:lnTo>
                  <a:pt x="84130" y="57456"/>
                </a:lnTo>
                <a:lnTo>
                  <a:pt x="83495" y="58809"/>
                </a:lnTo>
                <a:lnTo>
                  <a:pt x="82786" y="60200"/>
                </a:lnTo>
                <a:lnTo>
                  <a:pt x="82004" y="61629"/>
                </a:lnTo>
                <a:lnTo>
                  <a:pt x="81147" y="63095"/>
                </a:lnTo>
                <a:lnTo>
                  <a:pt x="80214" y="64598"/>
                </a:lnTo>
                <a:lnTo>
                  <a:pt x="79206" y="66137"/>
                </a:lnTo>
                <a:lnTo>
                  <a:pt x="78122" y="67711"/>
                </a:lnTo>
                <a:lnTo>
                  <a:pt x="76960" y="69319"/>
                </a:lnTo>
                <a:lnTo>
                  <a:pt x="75720" y="70962"/>
                </a:lnTo>
                <a:lnTo>
                  <a:pt x="74402" y="72638"/>
                </a:lnTo>
                <a:lnTo>
                  <a:pt x="73005" y="74346"/>
                </a:lnTo>
                <a:lnTo>
                  <a:pt x="72550" y="74893"/>
                </a:lnTo>
                <a:lnTo>
                  <a:pt x="71951" y="75577"/>
                </a:lnTo>
                <a:lnTo>
                  <a:pt x="71209" y="76397"/>
                </a:lnTo>
                <a:lnTo>
                  <a:pt x="70322" y="77355"/>
                </a:lnTo>
                <a:lnTo>
                  <a:pt x="69292" y="78452"/>
                </a:lnTo>
                <a:lnTo>
                  <a:pt x="68119" y="79687"/>
                </a:lnTo>
                <a:lnTo>
                  <a:pt x="66801" y="81063"/>
                </a:lnTo>
                <a:lnTo>
                  <a:pt x="65340" y="82579"/>
                </a:lnTo>
                <a:lnTo>
                  <a:pt x="63736" y="84235"/>
                </a:lnTo>
                <a:lnTo>
                  <a:pt x="61987" y="86034"/>
                </a:lnTo>
                <a:lnTo>
                  <a:pt x="60095" y="87975"/>
                </a:lnTo>
                <a:lnTo>
                  <a:pt x="58059" y="90059"/>
                </a:lnTo>
                <a:lnTo>
                  <a:pt x="55883" y="92286"/>
                </a:lnTo>
                <a:lnTo>
                  <a:pt x="53571" y="94657"/>
                </a:lnTo>
                <a:lnTo>
                  <a:pt x="51122" y="97172"/>
                </a:lnTo>
                <a:lnTo>
                  <a:pt x="48535" y="99831"/>
                </a:lnTo>
                <a:lnTo>
                  <a:pt x="45810" y="102633"/>
                </a:lnTo>
                <a:lnTo>
                  <a:pt x="42945" y="105579"/>
                </a:lnTo>
                <a:lnTo>
                  <a:pt x="39941" y="108669"/>
                </a:lnTo>
                <a:lnTo>
                  <a:pt x="36797" y="111903"/>
                </a:lnTo>
                <a:lnTo>
                  <a:pt x="33511" y="115280"/>
                </a:lnTo>
                <a:lnTo>
                  <a:pt x="30084" y="118801"/>
                </a:lnTo>
                <a:lnTo>
                  <a:pt x="26515" y="122465"/>
                </a:lnTo>
                <a:lnTo>
                  <a:pt x="22802" y="1262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9" name="Original native bar-chart element 129">
            <a:extLst xmlns:a="http://schemas.openxmlformats.org/drawingml/2006/main">
              <a:ext uri="{FF2B5EF4-FFF2-40B4-BE49-F238E27FC236}">
                <a16:creationId xmlns:a16="http://schemas.microsoft.com/office/drawing/2014/main" id="{233353DD-3B26-4F57-9131-FB3376E7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47" y="882101"/>
            <a:ext cx="96573" cy="144669"/>
          </a:xfrm>
          <a:custGeom xmlns:a="http://schemas.openxmlformats.org/drawingml/2006/main">
            <a:pathLst>
              <a:path w="96573" h="144669">
                <a:moveTo>
                  <a:pt x="48287" y="14946"/>
                </a:moveTo>
                <a:lnTo>
                  <a:pt x="45895" y="15046"/>
                </a:lnTo>
                <a:lnTo>
                  <a:pt x="43607" y="15345"/>
                </a:lnTo>
                <a:lnTo>
                  <a:pt x="41422" y="15844"/>
                </a:lnTo>
                <a:lnTo>
                  <a:pt x="39338" y="16543"/>
                </a:lnTo>
                <a:lnTo>
                  <a:pt x="37355" y="17441"/>
                </a:lnTo>
                <a:lnTo>
                  <a:pt x="35473" y="18539"/>
                </a:lnTo>
                <a:lnTo>
                  <a:pt x="33690" y="19836"/>
                </a:lnTo>
                <a:lnTo>
                  <a:pt x="32007" y="21333"/>
                </a:lnTo>
                <a:lnTo>
                  <a:pt x="30422" y="23030"/>
                </a:lnTo>
                <a:lnTo>
                  <a:pt x="28935" y="24926"/>
                </a:lnTo>
                <a:lnTo>
                  <a:pt x="27545" y="27022"/>
                </a:lnTo>
                <a:lnTo>
                  <a:pt x="26251" y="29317"/>
                </a:lnTo>
                <a:lnTo>
                  <a:pt x="25061" y="31812"/>
                </a:lnTo>
                <a:lnTo>
                  <a:pt x="23982" y="34506"/>
                </a:lnTo>
                <a:lnTo>
                  <a:pt x="23012" y="37401"/>
                </a:lnTo>
                <a:lnTo>
                  <a:pt x="22149" y="40494"/>
                </a:lnTo>
                <a:lnTo>
                  <a:pt x="21393" y="43788"/>
                </a:lnTo>
                <a:lnTo>
                  <a:pt x="20742" y="47281"/>
                </a:lnTo>
                <a:lnTo>
                  <a:pt x="20195" y="50973"/>
                </a:lnTo>
                <a:lnTo>
                  <a:pt x="19750" y="54865"/>
                </a:lnTo>
                <a:lnTo>
                  <a:pt x="19407" y="58957"/>
                </a:lnTo>
                <a:lnTo>
                  <a:pt x="19163" y="63249"/>
                </a:lnTo>
                <a:lnTo>
                  <a:pt x="19018" y="67740"/>
                </a:lnTo>
                <a:lnTo>
                  <a:pt x="18970" y="72430"/>
                </a:lnTo>
                <a:lnTo>
                  <a:pt x="19018" y="77121"/>
                </a:lnTo>
                <a:lnTo>
                  <a:pt x="19163" y="81612"/>
                </a:lnTo>
                <a:lnTo>
                  <a:pt x="19407" y="85903"/>
                </a:lnTo>
                <a:lnTo>
                  <a:pt x="19750" y="89995"/>
                </a:lnTo>
                <a:lnTo>
                  <a:pt x="20195" y="93887"/>
                </a:lnTo>
                <a:lnTo>
                  <a:pt x="20742" y="97579"/>
                </a:lnTo>
                <a:lnTo>
                  <a:pt x="21393" y="101072"/>
                </a:lnTo>
                <a:lnTo>
                  <a:pt x="22149" y="104366"/>
                </a:lnTo>
                <a:lnTo>
                  <a:pt x="23012" y="107460"/>
                </a:lnTo>
                <a:lnTo>
                  <a:pt x="23982" y="110354"/>
                </a:lnTo>
                <a:lnTo>
                  <a:pt x="25061" y="113048"/>
                </a:lnTo>
                <a:lnTo>
                  <a:pt x="26251" y="115543"/>
                </a:lnTo>
                <a:lnTo>
                  <a:pt x="27545" y="117839"/>
                </a:lnTo>
                <a:lnTo>
                  <a:pt x="28935" y="119934"/>
                </a:lnTo>
                <a:lnTo>
                  <a:pt x="30422" y="121831"/>
                </a:lnTo>
                <a:lnTo>
                  <a:pt x="32007" y="123527"/>
                </a:lnTo>
                <a:lnTo>
                  <a:pt x="33690" y="125024"/>
                </a:lnTo>
                <a:lnTo>
                  <a:pt x="35473" y="126322"/>
                </a:lnTo>
                <a:lnTo>
                  <a:pt x="37355" y="127419"/>
                </a:lnTo>
                <a:lnTo>
                  <a:pt x="39338" y="128317"/>
                </a:lnTo>
                <a:lnTo>
                  <a:pt x="41422" y="129016"/>
                </a:lnTo>
                <a:lnTo>
                  <a:pt x="43607" y="129515"/>
                </a:lnTo>
                <a:lnTo>
                  <a:pt x="45895" y="129814"/>
                </a:lnTo>
                <a:lnTo>
                  <a:pt x="48287" y="129914"/>
                </a:lnTo>
                <a:lnTo>
                  <a:pt x="50678" y="129814"/>
                </a:lnTo>
                <a:lnTo>
                  <a:pt x="52966" y="129515"/>
                </a:lnTo>
                <a:lnTo>
                  <a:pt x="55152" y="129016"/>
                </a:lnTo>
                <a:lnTo>
                  <a:pt x="57236" y="128317"/>
                </a:lnTo>
                <a:lnTo>
                  <a:pt x="59219" y="127419"/>
                </a:lnTo>
                <a:lnTo>
                  <a:pt x="61101" y="126322"/>
                </a:lnTo>
                <a:lnTo>
                  <a:pt x="62883" y="125024"/>
                </a:lnTo>
                <a:lnTo>
                  <a:pt x="64567" y="123527"/>
                </a:lnTo>
                <a:lnTo>
                  <a:pt x="66152" y="121831"/>
                </a:lnTo>
                <a:lnTo>
                  <a:pt x="67639" y="119934"/>
                </a:lnTo>
                <a:lnTo>
                  <a:pt x="69029" y="117839"/>
                </a:lnTo>
                <a:lnTo>
                  <a:pt x="70322" y="115543"/>
                </a:lnTo>
                <a:lnTo>
                  <a:pt x="71472" y="113048"/>
                </a:lnTo>
                <a:lnTo>
                  <a:pt x="72525" y="110354"/>
                </a:lnTo>
                <a:lnTo>
                  <a:pt x="73481" y="107460"/>
                </a:lnTo>
                <a:lnTo>
                  <a:pt x="74339" y="104366"/>
                </a:lnTo>
                <a:lnTo>
                  <a:pt x="75099" y="101072"/>
                </a:lnTo>
                <a:lnTo>
                  <a:pt x="75759" y="97579"/>
                </a:lnTo>
                <a:lnTo>
                  <a:pt x="76320" y="93887"/>
                </a:lnTo>
                <a:lnTo>
                  <a:pt x="76780" y="89995"/>
                </a:lnTo>
                <a:lnTo>
                  <a:pt x="77140" y="85903"/>
                </a:lnTo>
                <a:lnTo>
                  <a:pt x="77397" y="81612"/>
                </a:lnTo>
                <a:lnTo>
                  <a:pt x="77552" y="77121"/>
                </a:lnTo>
                <a:lnTo>
                  <a:pt x="77604" y="72430"/>
                </a:lnTo>
                <a:lnTo>
                  <a:pt x="77552" y="67740"/>
                </a:lnTo>
                <a:lnTo>
                  <a:pt x="77397" y="63249"/>
                </a:lnTo>
                <a:lnTo>
                  <a:pt x="77140" y="58957"/>
                </a:lnTo>
                <a:lnTo>
                  <a:pt x="76780" y="54865"/>
                </a:lnTo>
                <a:lnTo>
                  <a:pt x="76320" y="50973"/>
                </a:lnTo>
                <a:lnTo>
                  <a:pt x="75759" y="47281"/>
                </a:lnTo>
                <a:lnTo>
                  <a:pt x="75099" y="43788"/>
                </a:lnTo>
                <a:lnTo>
                  <a:pt x="74339" y="40494"/>
                </a:lnTo>
                <a:lnTo>
                  <a:pt x="73481" y="37401"/>
                </a:lnTo>
                <a:lnTo>
                  <a:pt x="72525" y="34506"/>
                </a:lnTo>
                <a:lnTo>
                  <a:pt x="71472" y="31812"/>
                </a:lnTo>
                <a:lnTo>
                  <a:pt x="70322" y="29317"/>
                </a:lnTo>
                <a:lnTo>
                  <a:pt x="69029" y="27022"/>
                </a:lnTo>
                <a:lnTo>
                  <a:pt x="67639" y="24926"/>
                </a:lnTo>
                <a:lnTo>
                  <a:pt x="66152" y="23030"/>
                </a:lnTo>
                <a:lnTo>
                  <a:pt x="64567" y="21333"/>
                </a:lnTo>
                <a:lnTo>
                  <a:pt x="62883" y="19836"/>
                </a:lnTo>
                <a:lnTo>
                  <a:pt x="61101" y="18539"/>
                </a:lnTo>
                <a:lnTo>
                  <a:pt x="59219" y="17441"/>
                </a:lnTo>
                <a:lnTo>
                  <a:pt x="57236" y="16543"/>
                </a:lnTo>
                <a:lnTo>
                  <a:pt x="55152" y="15844"/>
                </a:lnTo>
                <a:lnTo>
                  <a:pt x="52966" y="15345"/>
                </a:lnTo>
                <a:lnTo>
                  <a:pt x="50678" y="15046"/>
                </a:lnTo>
                <a:lnTo>
                  <a:pt x="48287" y="14946"/>
                </a:lnTo>
                <a:close/>
                <a:moveTo>
                  <a:pt x="48287" y="0"/>
                </a:moveTo>
                <a:lnTo>
                  <a:pt x="52091" y="132"/>
                </a:lnTo>
                <a:lnTo>
                  <a:pt x="55745" y="525"/>
                </a:lnTo>
                <a:lnTo>
                  <a:pt x="59248" y="1180"/>
                </a:lnTo>
                <a:lnTo>
                  <a:pt x="62601" y="2094"/>
                </a:lnTo>
                <a:lnTo>
                  <a:pt x="65805" y="3266"/>
                </a:lnTo>
                <a:lnTo>
                  <a:pt x="68861" y="4695"/>
                </a:lnTo>
                <a:lnTo>
                  <a:pt x="71770" y="6379"/>
                </a:lnTo>
                <a:lnTo>
                  <a:pt x="74531" y="8317"/>
                </a:lnTo>
                <a:lnTo>
                  <a:pt x="77146" y="10509"/>
                </a:lnTo>
                <a:lnTo>
                  <a:pt x="79615" y="12952"/>
                </a:lnTo>
                <a:lnTo>
                  <a:pt x="81939" y="15645"/>
                </a:lnTo>
                <a:lnTo>
                  <a:pt x="84119" y="18587"/>
                </a:lnTo>
                <a:lnTo>
                  <a:pt x="86094" y="21816"/>
                </a:lnTo>
                <a:lnTo>
                  <a:pt x="87902" y="25276"/>
                </a:lnTo>
                <a:lnTo>
                  <a:pt x="89541" y="28967"/>
                </a:lnTo>
                <a:lnTo>
                  <a:pt x="91010" y="32887"/>
                </a:lnTo>
                <a:lnTo>
                  <a:pt x="92308" y="37035"/>
                </a:lnTo>
                <a:lnTo>
                  <a:pt x="93436" y="41413"/>
                </a:lnTo>
                <a:lnTo>
                  <a:pt x="94392" y="46017"/>
                </a:lnTo>
                <a:lnTo>
                  <a:pt x="95175" y="50849"/>
                </a:lnTo>
                <a:lnTo>
                  <a:pt x="95786" y="55906"/>
                </a:lnTo>
                <a:lnTo>
                  <a:pt x="96223" y="61190"/>
                </a:lnTo>
                <a:lnTo>
                  <a:pt x="96486" y="66698"/>
                </a:lnTo>
                <a:lnTo>
                  <a:pt x="96573" y="72430"/>
                </a:lnTo>
                <a:lnTo>
                  <a:pt x="96486" y="78206"/>
                </a:lnTo>
                <a:lnTo>
                  <a:pt x="96223" y="83750"/>
                </a:lnTo>
                <a:lnTo>
                  <a:pt x="95786" y="89062"/>
                </a:lnTo>
                <a:lnTo>
                  <a:pt x="95175" y="94139"/>
                </a:lnTo>
                <a:lnTo>
                  <a:pt x="94392" y="98983"/>
                </a:lnTo>
                <a:lnTo>
                  <a:pt x="93436" y="103591"/>
                </a:lnTo>
                <a:lnTo>
                  <a:pt x="92308" y="107964"/>
                </a:lnTo>
                <a:lnTo>
                  <a:pt x="91010" y="112101"/>
                </a:lnTo>
                <a:lnTo>
                  <a:pt x="89541" y="116001"/>
                </a:lnTo>
                <a:lnTo>
                  <a:pt x="87902" y="119664"/>
                </a:lnTo>
                <a:lnTo>
                  <a:pt x="86094" y="123088"/>
                </a:lnTo>
                <a:lnTo>
                  <a:pt x="84119" y="126274"/>
                </a:lnTo>
                <a:lnTo>
                  <a:pt x="81939" y="129212"/>
                </a:lnTo>
                <a:lnTo>
                  <a:pt x="79614" y="131894"/>
                </a:lnTo>
                <a:lnTo>
                  <a:pt x="77143" y="134321"/>
                </a:lnTo>
                <a:lnTo>
                  <a:pt x="74524" y="136493"/>
                </a:lnTo>
                <a:lnTo>
                  <a:pt x="71756" y="138409"/>
                </a:lnTo>
                <a:lnTo>
                  <a:pt x="68837" y="140070"/>
                </a:lnTo>
                <a:lnTo>
                  <a:pt x="65767" y="141475"/>
                </a:lnTo>
                <a:lnTo>
                  <a:pt x="62544" y="142625"/>
                </a:lnTo>
                <a:lnTo>
                  <a:pt x="59167" y="143519"/>
                </a:lnTo>
                <a:lnTo>
                  <a:pt x="55634" y="144158"/>
                </a:lnTo>
                <a:lnTo>
                  <a:pt x="51944" y="144541"/>
                </a:lnTo>
                <a:lnTo>
                  <a:pt x="48095" y="144669"/>
                </a:lnTo>
                <a:lnTo>
                  <a:pt x="44247" y="144541"/>
                </a:lnTo>
                <a:lnTo>
                  <a:pt x="40557" y="144158"/>
                </a:lnTo>
                <a:lnTo>
                  <a:pt x="37026" y="143519"/>
                </a:lnTo>
                <a:lnTo>
                  <a:pt x="33653" y="142625"/>
                </a:lnTo>
                <a:lnTo>
                  <a:pt x="30437" y="141475"/>
                </a:lnTo>
                <a:lnTo>
                  <a:pt x="27377" y="140070"/>
                </a:lnTo>
                <a:lnTo>
                  <a:pt x="24473" y="138409"/>
                </a:lnTo>
                <a:lnTo>
                  <a:pt x="21723" y="136493"/>
                </a:lnTo>
                <a:lnTo>
                  <a:pt x="19128" y="134321"/>
                </a:lnTo>
                <a:lnTo>
                  <a:pt x="16687" y="131894"/>
                </a:lnTo>
                <a:lnTo>
                  <a:pt x="14399" y="129212"/>
                </a:lnTo>
                <a:lnTo>
                  <a:pt x="12263" y="126274"/>
                </a:lnTo>
                <a:lnTo>
                  <a:pt x="10291" y="123088"/>
                </a:lnTo>
                <a:lnTo>
                  <a:pt x="8494" y="119664"/>
                </a:lnTo>
                <a:lnTo>
                  <a:pt x="6871" y="116001"/>
                </a:lnTo>
                <a:lnTo>
                  <a:pt x="5422" y="112101"/>
                </a:lnTo>
                <a:lnTo>
                  <a:pt x="4146" y="107964"/>
                </a:lnTo>
                <a:lnTo>
                  <a:pt x="3042" y="103591"/>
                </a:lnTo>
                <a:lnTo>
                  <a:pt x="2110" y="98983"/>
                </a:lnTo>
                <a:lnTo>
                  <a:pt x="1348" y="94139"/>
                </a:lnTo>
                <a:lnTo>
                  <a:pt x="757" y="89062"/>
                </a:lnTo>
                <a:lnTo>
                  <a:pt x="336" y="83750"/>
                </a:lnTo>
                <a:lnTo>
                  <a:pt x="84" y="78206"/>
                </a:lnTo>
                <a:lnTo>
                  <a:pt x="0" y="72430"/>
                </a:lnTo>
                <a:lnTo>
                  <a:pt x="84" y="66698"/>
                </a:lnTo>
                <a:lnTo>
                  <a:pt x="336" y="61190"/>
                </a:lnTo>
                <a:lnTo>
                  <a:pt x="757" y="55906"/>
                </a:lnTo>
                <a:lnTo>
                  <a:pt x="1348" y="50849"/>
                </a:lnTo>
                <a:lnTo>
                  <a:pt x="2110" y="46017"/>
                </a:lnTo>
                <a:lnTo>
                  <a:pt x="3042" y="41413"/>
                </a:lnTo>
                <a:lnTo>
                  <a:pt x="4146" y="37035"/>
                </a:lnTo>
                <a:lnTo>
                  <a:pt x="5422" y="32887"/>
                </a:lnTo>
                <a:lnTo>
                  <a:pt x="6871" y="28967"/>
                </a:lnTo>
                <a:lnTo>
                  <a:pt x="8494" y="25276"/>
                </a:lnTo>
                <a:lnTo>
                  <a:pt x="10291" y="21816"/>
                </a:lnTo>
                <a:lnTo>
                  <a:pt x="12263" y="18587"/>
                </a:lnTo>
                <a:lnTo>
                  <a:pt x="14403" y="15645"/>
                </a:lnTo>
                <a:lnTo>
                  <a:pt x="16701" y="12952"/>
                </a:lnTo>
                <a:lnTo>
                  <a:pt x="19158" y="10509"/>
                </a:lnTo>
                <a:lnTo>
                  <a:pt x="21773" y="8317"/>
                </a:lnTo>
                <a:lnTo>
                  <a:pt x="24545" y="6379"/>
                </a:lnTo>
                <a:lnTo>
                  <a:pt x="27473" y="4695"/>
                </a:lnTo>
                <a:lnTo>
                  <a:pt x="30556" y="3266"/>
                </a:lnTo>
                <a:lnTo>
                  <a:pt x="33795" y="2094"/>
                </a:lnTo>
                <a:lnTo>
                  <a:pt x="37188" y="1180"/>
                </a:lnTo>
                <a:lnTo>
                  <a:pt x="40735" y="525"/>
                </a:lnTo>
                <a:lnTo>
                  <a:pt x="44435" y="132"/>
                </a:lnTo>
                <a:lnTo>
                  <a:pt x="4828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0" name="Original native bar-chart element 130">
            <a:extLst xmlns:a="http://schemas.openxmlformats.org/drawingml/2006/main">
              <a:ext uri="{FF2B5EF4-FFF2-40B4-BE49-F238E27FC236}">
                <a16:creationId xmlns:a16="http://schemas.microsoft.com/office/drawing/2014/main" id="{52F3E8AB-619B-4B00-963B-D03174A8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36" y="286250"/>
            <a:ext cx="29159" cy="10"/>
          </a:xfrm>
          <a:custGeom xmlns:a="http://schemas.openxmlformats.org/drawingml/2006/main">
            <a:pathLst>
              <a:path w="29159" h="10">
                <a:moveTo>
                  <a:pt x="2915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1" name="Original native bar-chart element 131">
            <a:extLst xmlns:a="http://schemas.openxmlformats.org/drawingml/2006/main">
              <a:ext uri="{FF2B5EF4-FFF2-40B4-BE49-F238E27FC236}">
                <a16:creationId xmlns:a16="http://schemas.microsoft.com/office/drawing/2014/main" id="{41F6C45E-0F3E-414B-82B3-3C8FA4A4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36" y="286250"/>
            <a:ext cx="29159" cy="10"/>
          </a:xfrm>
          <a:custGeom xmlns:a="http://schemas.openxmlformats.org/drawingml/2006/main">
            <a:pathLst>
              <a:path w="29159" h="10">
                <a:moveTo>
                  <a:pt x="2915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132" name="Original native bar-chart element 132">
            <a:extLst xmlns:a="http://schemas.openxmlformats.org/drawingml/2006/main">
              <a:ext uri="{FF2B5EF4-FFF2-40B4-BE49-F238E27FC236}">
                <a16:creationId xmlns:a16="http://schemas.microsoft.com/office/drawing/2014/main" id="{C73A3617-87DD-4612-9DFF-0534AFC4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96" y="216839"/>
            <a:ext cx="91975" cy="144669"/>
          </a:xfrm>
          <a:custGeom xmlns:a="http://schemas.openxmlformats.org/drawingml/2006/main">
            <a:pathLst>
              <a:path w="91975" h="144669">
                <a:moveTo>
                  <a:pt x="63233" y="66873"/>
                </a:moveTo>
                <a:lnTo>
                  <a:pt x="65444" y="67396"/>
                </a:lnTo>
                <a:lnTo>
                  <a:pt x="67575" y="68007"/>
                </a:lnTo>
                <a:lnTo>
                  <a:pt x="69625" y="68706"/>
                </a:lnTo>
                <a:lnTo>
                  <a:pt x="71593" y="69492"/>
                </a:lnTo>
                <a:lnTo>
                  <a:pt x="73478" y="70366"/>
                </a:lnTo>
                <a:lnTo>
                  <a:pt x="75280" y="71328"/>
                </a:lnTo>
                <a:lnTo>
                  <a:pt x="76999" y="72378"/>
                </a:lnTo>
                <a:lnTo>
                  <a:pt x="78633" y="73516"/>
                </a:lnTo>
                <a:lnTo>
                  <a:pt x="80181" y="74741"/>
                </a:lnTo>
                <a:lnTo>
                  <a:pt x="81644" y="76055"/>
                </a:lnTo>
                <a:lnTo>
                  <a:pt x="83021" y="77456"/>
                </a:lnTo>
                <a:lnTo>
                  <a:pt x="84310" y="78945"/>
                </a:lnTo>
                <a:lnTo>
                  <a:pt x="85508" y="80510"/>
                </a:lnTo>
                <a:lnTo>
                  <a:pt x="86608" y="82137"/>
                </a:lnTo>
                <a:lnTo>
                  <a:pt x="87609" y="83825"/>
                </a:lnTo>
                <a:lnTo>
                  <a:pt x="88511" y="85573"/>
                </a:lnTo>
                <a:lnTo>
                  <a:pt x="89312" y="87380"/>
                </a:lnTo>
                <a:lnTo>
                  <a:pt x="90011" y="89244"/>
                </a:lnTo>
                <a:lnTo>
                  <a:pt x="90605" y="91164"/>
                </a:lnTo>
                <a:lnTo>
                  <a:pt x="91095" y="93139"/>
                </a:lnTo>
                <a:lnTo>
                  <a:pt x="91478" y="95166"/>
                </a:lnTo>
                <a:lnTo>
                  <a:pt x="91753" y="97246"/>
                </a:lnTo>
                <a:lnTo>
                  <a:pt x="91919" y="99376"/>
                </a:lnTo>
                <a:lnTo>
                  <a:pt x="91975" y="101555"/>
                </a:lnTo>
                <a:lnTo>
                  <a:pt x="91875" y="104940"/>
                </a:lnTo>
                <a:lnTo>
                  <a:pt x="91576" y="108197"/>
                </a:lnTo>
                <a:lnTo>
                  <a:pt x="91080" y="111325"/>
                </a:lnTo>
                <a:lnTo>
                  <a:pt x="90385" y="114323"/>
                </a:lnTo>
                <a:lnTo>
                  <a:pt x="89494" y="117190"/>
                </a:lnTo>
                <a:lnTo>
                  <a:pt x="88406" y="119926"/>
                </a:lnTo>
                <a:lnTo>
                  <a:pt x="87123" y="122531"/>
                </a:lnTo>
                <a:lnTo>
                  <a:pt x="85644" y="125003"/>
                </a:lnTo>
                <a:lnTo>
                  <a:pt x="83972" y="127342"/>
                </a:lnTo>
                <a:lnTo>
                  <a:pt x="82106" y="129548"/>
                </a:lnTo>
                <a:lnTo>
                  <a:pt x="80047" y="131619"/>
                </a:lnTo>
                <a:lnTo>
                  <a:pt x="77795" y="133555"/>
                </a:lnTo>
                <a:lnTo>
                  <a:pt x="75320" y="135343"/>
                </a:lnTo>
                <a:lnTo>
                  <a:pt x="72685" y="136973"/>
                </a:lnTo>
                <a:lnTo>
                  <a:pt x="69888" y="138444"/>
                </a:lnTo>
                <a:lnTo>
                  <a:pt x="66930" y="139758"/>
                </a:lnTo>
                <a:lnTo>
                  <a:pt x="63810" y="140914"/>
                </a:lnTo>
                <a:lnTo>
                  <a:pt x="60526" y="141914"/>
                </a:lnTo>
                <a:lnTo>
                  <a:pt x="57079" y="142759"/>
                </a:lnTo>
                <a:lnTo>
                  <a:pt x="53467" y="143448"/>
                </a:lnTo>
                <a:lnTo>
                  <a:pt x="49691" y="143983"/>
                </a:lnTo>
                <a:lnTo>
                  <a:pt x="45749" y="144364"/>
                </a:lnTo>
                <a:lnTo>
                  <a:pt x="41640" y="144593"/>
                </a:lnTo>
                <a:lnTo>
                  <a:pt x="37365" y="144669"/>
                </a:lnTo>
                <a:lnTo>
                  <a:pt x="35876" y="144657"/>
                </a:lnTo>
                <a:lnTo>
                  <a:pt x="34380" y="144621"/>
                </a:lnTo>
                <a:lnTo>
                  <a:pt x="32877" y="144561"/>
                </a:lnTo>
                <a:lnTo>
                  <a:pt x="31368" y="144477"/>
                </a:lnTo>
                <a:lnTo>
                  <a:pt x="29854" y="144369"/>
                </a:lnTo>
                <a:lnTo>
                  <a:pt x="28335" y="144237"/>
                </a:lnTo>
                <a:lnTo>
                  <a:pt x="26812" y="144082"/>
                </a:lnTo>
                <a:lnTo>
                  <a:pt x="25286" y="143902"/>
                </a:lnTo>
                <a:lnTo>
                  <a:pt x="23757" y="143698"/>
                </a:lnTo>
                <a:lnTo>
                  <a:pt x="22226" y="143471"/>
                </a:lnTo>
                <a:lnTo>
                  <a:pt x="20694" y="143219"/>
                </a:lnTo>
                <a:lnTo>
                  <a:pt x="19161" y="142944"/>
                </a:lnTo>
                <a:lnTo>
                  <a:pt x="17621" y="142689"/>
                </a:lnTo>
                <a:lnTo>
                  <a:pt x="16065" y="142402"/>
                </a:lnTo>
                <a:lnTo>
                  <a:pt x="14497" y="142085"/>
                </a:lnTo>
                <a:lnTo>
                  <a:pt x="12916" y="141738"/>
                </a:lnTo>
                <a:lnTo>
                  <a:pt x="11325" y="141361"/>
                </a:lnTo>
                <a:lnTo>
                  <a:pt x="9724" y="140956"/>
                </a:lnTo>
                <a:lnTo>
                  <a:pt x="8116" y="140523"/>
                </a:lnTo>
                <a:lnTo>
                  <a:pt x="6501" y="140063"/>
                </a:lnTo>
                <a:lnTo>
                  <a:pt x="4880" y="139576"/>
                </a:lnTo>
                <a:lnTo>
                  <a:pt x="3256" y="139063"/>
                </a:lnTo>
                <a:lnTo>
                  <a:pt x="1628" y="138525"/>
                </a:lnTo>
                <a:lnTo>
                  <a:pt x="0" y="137962"/>
                </a:lnTo>
                <a:lnTo>
                  <a:pt x="0" y="119759"/>
                </a:lnTo>
                <a:lnTo>
                  <a:pt x="1305" y="120509"/>
                </a:lnTo>
                <a:lnTo>
                  <a:pt x="2635" y="121228"/>
                </a:lnTo>
                <a:lnTo>
                  <a:pt x="3988" y="121914"/>
                </a:lnTo>
                <a:lnTo>
                  <a:pt x="5365" y="122569"/>
                </a:lnTo>
                <a:lnTo>
                  <a:pt x="6766" y="123192"/>
                </a:lnTo>
                <a:lnTo>
                  <a:pt x="8191" y="123783"/>
                </a:lnTo>
                <a:lnTo>
                  <a:pt x="9641" y="124341"/>
                </a:lnTo>
                <a:lnTo>
                  <a:pt x="11114" y="124868"/>
                </a:lnTo>
                <a:lnTo>
                  <a:pt x="12611" y="125363"/>
                </a:lnTo>
                <a:lnTo>
                  <a:pt x="14132" y="125827"/>
                </a:lnTo>
                <a:lnTo>
                  <a:pt x="15676" y="126258"/>
                </a:lnTo>
                <a:lnTo>
                  <a:pt x="17245" y="126657"/>
                </a:lnTo>
                <a:lnTo>
                  <a:pt x="18786" y="127024"/>
                </a:lnTo>
                <a:lnTo>
                  <a:pt x="20343" y="127359"/>
                </a:lnTo>
                <a:lnTo>
                  <a:pt x="21916" y="127663"/>
                </a:lnTo>
                <a:lnTo>
                  <a:pt x="23505" y="127934"/>
                </a:lnTo>
                <a:lnTo>
                  <a:pt x="25109" y="128174"/>
                </a:lnTo>
                <a:lnTo>
                  <a:pt x="26730" y="128381"/>
                </a:lnTo>
                <a:lnTo>
                  <a:pt x="28367" y="128557"/>
                </a:lnTo>
                <a:lnTo>
                  <a:pt x="30020" y="128701"/>
                </a:lnTo>
                <a:lnTo>
                  <a:pt x="31688" y="128812"/>
                </a:lnTo>
                <a:lnTo>
                  <a:pt x="33373" y="128892"/>
                </a:lnTo>
                <a:lnTo>
                  <a:pt x="35073" y="128940"/>
                </a:lnTo>
                <a:lnTo>
                  <a:pt x="36790" y="128956"/>
                </a:lnTo>
                <a:lnTo>
                  <a:pt x="39700" y="128908"/>
                </a:lnTo>
                <a:lnTo>
                  <a:pt x="42490" y="128765"/>
                </a:lnTo>
                <a:lnTo>
                  <a:pt x="45161" y="128525"/>
                </a:lnTo>
                <a:lnTo>
                  <a:pt x="47712" y="128190"/>
                </a:lnTo>
                <a:lnTo>
                  <a:pt x="50143" y="127759"/>
                </a:lnTo>
                <a:lnTo>
                  <a:pt x="52454" y="127232"/>
                </a:lnTo>
                <a:lnTo>
                  <a:pt x="54646" y="126609"/>
                </a:lnTo>
                <a:lnTo>
                  <a:pt x="56718" y="125890"/>
                </a:lnTo>
                <a:lnTo>
                  <a:pt x="58670" y="125076"/>
                </a:lnTo>
                <a:lnTo>
                  <a:pt x="60502" y="124166"/>
                </a:lnTo>
                <a:lnTo>
                  <a:pt x="62215" y="123160"/>
                </a:lnTo>
                <a:lnTo>
                  <a:pt x="63807" y="122058"/>
                </a:lnTo>
                <a:lnTo>
                  <a:pt x="65280" y="120861"/>
                </a:lnTo>
                <a:lnTo>
                  <a:pt x="66632" y="119568"/>
                </a:lnTo>
                <a:lnTo>
                  <a:pt x="67861" y="118181"/>
                </a:lnTo>
                <a:lnTo>
                  <a:pt x="68967" y="116700"/>
                </a:lnTo>
                <a:lnTo>
                  <a:pt x="69947" y="115126"/>
                </a:lnTo>
                <a:lnTo>
                  <a:pt x="70801" y="113459"/>
                </a:lnTo>
                <a:lnTo>
                  <a:pt x="71528" y="111701"/>
                </a:lnTo>
                <a:lnTo>
                  <a:pt x="72125" y="109852"/>
                </a:lnTo>
                <a:lnTo>
                  <a:pt x="72592" y="107912"/>
                </a:lnTo>
                <a:lnTo>
                  <a:pt x="72927" y="105882"/>
                </a:lnTo>
                <a:lnTo>
                  <a:pt x="73129" y="103763"/>
                </a:lnTo>
                <a:lnTo>
                  <a:pt x="73197" y="101555"/>
                </a:lnTo>
                <a:lnTo>
                  <a:pt x="73137" y="99576"/>
                </a:lnTo>
                <a:lnTo>
                  <a:pt x="72957" y="97661"/>
                </a:lnTo>
                <a:lnTo>
                  <a:pt x="72658" y="95813"/>
                </a:lnTo>
                <a:lnTo>
                  <a:pt x="72238" y="94033"/>
                </a:lnTo>
                <a:lnTo>
                  <a:pt x="71700" y="92322"/>
                </a:lnTo>
                <a:lnTo>
                  <a:pt x="71041" y="90681"/>
                </a:lnTo>
                <a:lnTo>
                  <a:pt x="70262" y="89113"/>
                </a:lnTo>
                <a:lnTo>
                  <a:pt x="69364" y="87617"/>
                </a:lnTo>
                <a:lnTo>
                  <a:pt x="68346" y="86196"/>
                </a:lnTo>
                <a:lnTo>
                  <a:pt x="67209" y="84851"/>
                </a:lnTo>
                <a:lnTo>
                  <a:pt x="65951" y="83583"/>
                </a:lnTo>
                <a:lnTo>
                  <a:pt x="64574" y="82394"/>
                </a:lnTo>
                <a:lnTo>
                  <a:pt x="63089" y="81288"/>
                </a:lnTo>
                <a:lnTo>
                  <a:pt x="61508" y="80272"/>
                </a:lnTo>
                <a:lnTo>
                  <a:pt x="59831" y="79346"/>
                </a:lnTo>
                <a:lnTo>
                  <a:pt x="58059" y="78512"/>
                </a:lnTo>
                <a:lnTo>
                  <a:pt x="56191" y="77771"/>
                </a:lnTo>
                <a:lnTo>
                  <a:pt x="54227" y="77125"/>
                </a:lnTo>
                <a:lnTo>
                  <a:pt x="52167" y="76574"/>
                </a:lnTo>
                <a:lnTo>
                  <a:pt x="50011" y="76120"/>
                </a:lnTo>
                <a:lnTo>
                  <a:pt x="47760" y="75765"/>
                </a:lnTo>
                <a:lnTo>
                  <a:pt x="45413" y="75510"/>
                </a:lnTo>
                <a:lnTo>
                  <a:pt x="42969" y="75356"/>
                </a:lnTo>
                <a:lnTo>
                  <a:pt x="40431" y="75304"/>
                </a:lnTo>
                <a:lnTo>
                  <a:pt x="24143" y="75304"/>
                </a:lnTo>
                <a:lnTo>
                  <a:pt x="24143" y="59784"/>
                </a:lnTo>
                <a:lnTo>
                  <a:pt x="41197" y="59784"/>
                </a:lnTo>
                <a:lnTo>
                  <a:pt x="43452" y="59747"/>
                </a:lnTo>
                <a:lnTo>
                  <a:pt x="45620" y="59638"/>
                </a:lnTo>
                <a:lnTo>
                  <a:pt x="47700" y="59454"/>
                </a:lnTo>
                <a:lnTo>
                  <a:pt x="49692" y="59195"/>
                </a:lnTo>
                <a:lnTo>
                  <a:pt x="51596" y="58858"/>
                </a:lnTo>
                <a:lnTo>
                  <a:pt x="53412" y="58442"/>
                </a:lnTo>
                <a:lnTo>
                  <a:pt x="55141" y="57947"/>
                </a:lnTo>
                <a:lnTo>
                  <a:pt x="56782" y="57371"/>
                </a:lnTo>
                <a:lnTo>
                  <a:pt x="58334" y="56712"/>
                </a:lnTo>
                <a:lnTo>
                  <a:pt x="59800" y="55969"/>
                </a:lnTo>
                <a:lnTo>
                  <a:pt x="61177" y="55141"/>
                </a:lnTo>
                <a:lnTo>
                  <a:pt x="62466" y="54227"/>
                </a:lnTo>
                <a:lnTo>
                  <a:pt x="63660" y="53281"/>
                </a:lnTo>
                <a:lnTo>
                  <a:pt x="64750" y="52263"/>
                </a:lnTo>
                <a:lnTo>
                  <a:pt x="65736" y="51173"/>
                </a:lnTo>
                <a:lnTo>
                  <a:pt x="66618" y="50011"/>
                </a:lnTo>
                <a:lnTo>
                  <a:pt x="67396" y="48778"/>
                </a:lnTo>
                <a:lnTo>
                  <a:pt x="68071" y="47472"/>
                </a:lnTo>
                <a:lnTo>
                  <a:pt x="68642" y="46095"/>
                </a:lnTo>
                <a:lnTo>
                  <a:pt x="69109" y="44646"/>
                </a:lnTo>
                <a:lnTo>
                  <a:pt x="69472" y="43125"/>
                </a:lnTo>
                <a:lnTo>
                  <a:pt x="69732" y="41532"/>
                </a:lnTo>
                <a:lnTo>
                  <a:pt x="69887" y="39868"/>
                </a:lnTo>
                <a:lnTo>
                  <a:pt x="69939" y="38131"/>
                </a:lnTo>
                <a:lnTo>
                  <a:pt x="69883" y="36391"/>
                </a:lnTo>
                <a:lnTo>
                  <a:pt x="69717" y="34715"/>
                </a:lnTo>
                <a:lnTo>
                  <a:pt x="69442" y="33104"/>
                </a:lnTo>
                <a:lnTo>
                  <a:pt x="69059" y="31560"/>
                </a:lnTo>
                <a:lnTo>
                  <a:pt x="68570" y="30081"/>
                </a:lnTo>
                <a:lnTo>
                  <a:pt x="67975" y="28670"/>
                </a:lnTo>
                <a:lnTo>
                  <a:pt x="67277" y="27327"/>
                </a:lnTo>
                <a:lnTo>
                  <a:pt x="66476" y="26052"/>
                </a:lnTo>
                <a:lnTo>
                  <a:pt x="65574" y="24847"/>
                </a:lnTo>
                <a:lnTo>
                  <a:pt x="64572" y="23711"/>
                </a:lnTo>
                <a:lnTo>
                  <a:pt x="63472" y="22646"/>
                </a:lnTo>
                <a:lnTo>
                  <a:pt x="62275" y="21652"/>
                </a:lnTo>
                <a:lnTo>
                  <a:pt x="60937" y="20734"/>
                </a:lnTo>
                <a:lnTo>
                  <a:pt x="59512" y="19896"/>
                </a:lnTo>
                <a:lnTo>
                  <a:pt x="57999" y="19137"/>
                </a:lnTo>
                <a:lnTo>
                  <a:pt x="56398" y="18459"/>
                </a:lnTo>
                <a:lnTo>
                  <a:pt x="54710" y="17860"/>
                </a:lnTo>
                <a:lnTo>
                  <a:pt x="52933" y="17341"/>
                </a:lnTo>
                <a:lnTo>
                  <a:pt x="51069" y="16902"/>
                </a:lnTo>
                <a:lnTo>
                  <a:pt x="49117" y="16543"/>
                </a:lnTo>
                <a:lnTo>
                  <a:pt x="47077" y="16263"/>
                </a:lnTo>
                <a:lnTo>
                  <a:pt x="44949" y="16064"/>
                </a:lnTo>
                <a:lnTo>
                  <a:pt x="42734" y="15944"/>
                </a:lnTo>
                <a:lnTo>
                  <a:pt x="40431" y="15904"/>
                </a:lnTo>
                <a:lnTo>
                  <a:pt x="39129" y="15916"/>
                </a:lnTo>
                <a:lnTo>
                  <a:pt x="37812" y="15952"/>
                </a:lnTo>
                <a:lnTo>
                  <a:pt x="36479" y="16012"/>
                </a:lnTo>
                <a:lnTo>
                  <a:pt x="35129" y="16096"/>
                </a:lnTo>
                <a:lnTo>
                  <a:pt x="33764" y="16203"/>
                </a:lnTo>
                <a:lnTo>
                  <a:pt x="32383" y="16335"/>
                </a:lnTo>
                <a:lnTo>
                  <a:pt x="30986" y="16491"/>
                </a:lnTo>
                <a:lnTo>
                  <a:pt x="29572" y="16670"/>
                </a:lnTo>
                <a:lnTo>
                  <a:pt x="28143" y="16874"/>
                </a:lnTo>
                <a:lnTo>
                  <a:pt x="26698" y="17102"/>
                </a:lnTo>
                <a:lnTo>
                  <a:pt x="25237" y="17353"/>
                </a:lnTo>
                <a:lnTo>
                  <a:pt x="23760" y="17628"/>
                </a:lnTo>
                <a:lnTo>
                  <a:pt x="22263" y="17928"/>
                </a:lnTo>
                <a:lnTo>
                  <a:pt x="20742" y="18251"/>
                </a:lnTo>
                <a:lnTo>
                  <a:pt x="19197" y="18599"/>
                </a:lnTo>
                <a:lnTo>
                  <a:pt x="17628" y="18970"/>
                </a:lnTo>
                <a:lnTo>
                  <a:pt x="16036" y="19365"/>
                </a:lnTo>
                <a:lnTo>
                  <a:pt x="14419" y="19784"/>
                </a:lnTo>
                <a:lnTo>
                  <a:pt x="12778" y="20227"/>
                </a:lnTo>
                <a:lnTo>
                  <a:pt x="11114" y="20694"/>
                </a:lnTo>
                <a:lnTo>
                  <a:pt x="9425" y="21185"/>
                </a:lnTo>
                <a:lnTo>
                  <a:pt x="7712" y="21700"/>
                </a:lnTo>
                <a:lnTo>
                  <a:pt x="5976" y="22239"/>
                </a:lnTo>
                <a:lnTo>
                  <a:pt x="4216" y="22802"/>
                </a:lnTo>
                <a:lnTo>
                  <a:pt x="4216" y="5940"/>
                </a:lnTo>
                <a:lnTo>
                  <a:pt x="5980" y="5469"/>
                </a:lnTo>
                <a:lnTo>
                  <a:pt x="7728" y="5015"/>
                </a:lnTo>
                <a:lnTo>
                  <a:pt x="9461" y="4578"/>
                </a:lnTo>
                <a:lnTo>
                  <a:pt x="11177" y="4159"/>
                </a:lnTo>
                <a:lnTo>
                  <a:pt x="12878" y="3758"/>
                </a:lnTo>
                <a:lnTo>
                  <a:pt x="14563" y="3377"/>
                </a:lnTo>
                <a:lnTo>
                  <a:pt x="16231" y="3016"/>
                </a:lnTo>
                <a:lnTo>
                  <a:pt x="17884" y="2675"/>
                </a:lnTo>
                <a:lnTo>
                  <a:pt x="19521" y="2356"/>
                </a:lnTo>
                <a:lnTo>
                  <a:pt x="21141" y="2059"/>
                </a:lnTo>
                <a:lnTo>
                  <a:pt x="22746" y="1784"/>
                </a:lnTo>
                <a:lnTo>
                  <a:pt x="24335" y="1533"/>
                </a:lnTo>
                <a:lnTo>
                  <a:pt x="25864" y="1301"/>
                </a:lnTo>
                <a:lnTo>
                  <a:pt x="27385" y="1087"/>
                </a:lnTo>
                <a:lnTo>
                  <a:pt x="28898" y="889"/>
                </a:lnTo>
                <a:lnTo>
                  <a:pt x="30403" y="710"/>
                </a:lnTo>
                <a:lnTo>
                  <a:pt x="31900" y="549"/>
                </a:lnTo>
                <a:lnTo>
                  <a:pt x="33389" y="407"/>
                </a:lnTo>
                <a:lnTo>
                  <a:pt x="34870" y="286"/>
                </a:lnTo>
                <a:lnTo>
                  <a:pt x="36343" y="185"/>
                </a:lnTo>
                <a:lnTo>
                  <a:pt x="37808" y="105"/>
                </a:lnTo>
                <a:lnTo>
                  <a:pt x="39265" y="47"/>
                </a:lnTo>
                <a:lnTo>
                  <a:pt x="40714" y="12"/>
                </a:lnTo>
                <a:lnTo>
                  <a:pt x="42155" y="0"/>
                </a:lnTo>
                <a:lnTo>
                  <a:pt x="45640" y="68"/>
                </a:lnTo>
                <a:lnTo>
                  <a:pt x="49005" y="271"/>
                </a:lnTo>
                <a:lnTo>
                  <a:pt x="52251" y="611"/>
                </a:lnTo>
                <a:lnTo>
                  <a:pt x="55376" y="1086"/>
                </a:lnTo>
                <a:lnTo>
                  <a:pt x="58382" y="1697"/>
                </a:lnTo>
                <a:lnTo>
                  <a:pt x="61269" y="2443"/>
                </a:lnTo>
                <a:lnTo>
                  <a:pt x="64035" y="3325"/>
                </a:lnTo>
                <a:lnTo>
                  <a:pt x="66682" y="4343"/>
                </a:lnTo>
                <a:lnTo>
                  <a:pt x="69209" y="5497"/>
                </a:lnTo>
                <a:lnTo>
                  <a:pt x="71616" y="6786"/>
                </a:lnTo>
                <a:lnTo>
                  <a:pt x="73903" y="8211"/>
                </a:lnTo>
                <a:lnTo>
                  <a:pt x="76071" y="9772"/>
                </a:lnTo>
                <a:lnTo>
                  <a:pt x="78091" y="11449"/>
                </a:lnTo>
                <a:lnTo>
                  <a:pt x="79935" y="13221"/>
                </a:lnTo>
                <a:lnTo>
                  <a:pt x="81604" y="15090"/>
                </a:lnTo>
                <a:lnTo>
                  <a:pt x="83097" y="17054"/>
                </a:lnTo>
                <a:lnTo>
                  <a:pt x="84414" y="19113"/>
                </a:lnTo>
                <a:lnTo>
                  <a:pt x="85556" y="21269"/>
                </a:lnTo>
                <a:lnTo>
                  <a:pt x="86522" y="23521"/>
                </a:lnTo>
                <a:lnTo>
                  <a:pt x="87312" y="25868"/>
                </a:lnTo>
                <a:lnTo>
                  <a:pt x="87927" y="28311"/>
                </a:lnTo>
                <a:lnTo>
                  <a:pt x="88366" y="30850"/>
                </a:lnTo>
                <a:lnTo>
                  <a:pt x="88629" y="33485"/>
                </a:lnTo>
                <a:lnTo>
                  <a:pt x="88717" y="36215"/>
                </a:lnTo>
                <a:lnTo>
                  <a:pt x="88669" y="38107"/>
                </a:lnTo>
                <a:lnTo>
                  <a:pt x="88527" y="39952"/>
                </a:lnTo>
                <a:lnTo>
                  <a:pt x="88289" y="41748"/>
                </a:lnTo>
                <a:lnTo>
                  <a:pt x="87958" y="43496"/>
                </a:lnTo>
                <a:lnTo>
                  <a:pt x="87534" y="45197"/>
                </a:lnTo>
                <a:lnTo>
                  <a:pt x="87017" y="46850"/>
                </a:lnTo>
                <a:lnTo>
                  <a:pt x="86408" y="48454"/>
                </a:lnTo>
                <a:lnTo>
                  <a:pt x="85708" y="50011"/>
                </a:lnTo>
                <a:lnTo>
                  <a:pt x="84918" y="51520"/>
                </a:lnTo>
                <a:lnTo>
                  <a:pt x="84038" y="52981"/>
                </a:lnTo>
                <a:lnTo>
                  <a:pt x="83069" y="54394"/>
                </a:lnTo>
                <a:lnTo>
                  <a:pt x="82011" y="55760"/>
                </a:lnTo>
                <a:lnTo>
                  <a:pt x="80869" y="57069"/>
                </a:lnTo>
                <a:lnTo>
                  <a:pt x="79648" y="58313"/>
                </a:lnTo>
                <a:lnTo>
                  <a:pt x="78349" y="59490"/>
                </a:lnTo>
                <a:lnTo>
                  <a:pt x="76972" y="60600"/>
                </a:lnTo>
                <a:lnTo>
                  <a:pt x="75518" y="61640"/>
                </a:lnTo>
                <a:lnTo>
                  <a:pt x="73987" y="62610"/>
                </a:lnTo>
                <a:lnTo>
                  <a:pt x="72380" y="63508"/>
                </a:lnTo>
                <a:lnTo>
                  <a:pt x="70698" y="64333"/>
                </a:lnTo>
                <a:lnTo>
                  <a:pt x="68942" y="65083"/>
                </a:lnTo>
                <a:lnTo>
                  <a:pt x="67112" y="65757"/>
                </a:lnTo>
                <a:lnTo>
                  <a:pt x="65209" y="66355"/>
                </a:lnTo>
                <a:lnTo>
                  <a:pt x="63233" y="668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3" name="Original native bar-chart element 133">
            <a:extLst xmlns:a="http://schemas.openxmlformats.org/drawingml/2006/main">
              <a:ext uri="{FF2B5EF4-FFF2-40B4-BE49-F238E27FC236}">
                <a16:creationId xmlns:a16="http://schemas.microsoft.com/office/drawing/2014/main" id="{29913931-EC18-4CB8-8547-8D1F4BAF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47" y="216839"/>
            <a:ext cx="96573" cy="144669"/>
          </a:xfrm>
          <a:custGeom xmlns:a="http://schemas.openxmlformats.org/drawingml/2006/main">
            <a:pathLst>
              <a:path w="96573" h="144669">
                <a:moveTo>
                  <a:pt x="48287" y="14946"/>
                </a:moveTo>
                <a:lnTo>
                  <a:pt x="45895" y="15046"/>
                </a:lnTo>
                <a:lnTo>
                  <a:pt x="43607" y="15345"/>
                </a:lnTo>
                <a:lnTo>
                  <a:pt x="41422" y="15844"/>
                </a:lnTo>
                <a:lnTo>
                  <a:pt x="39338" y="16543"/>
                </a:lnTo>
                <a:lnTo>
                  <a:pt x="37355" y="17441"/>
                </a:lnTo>
                <a:lnTo>
                  <a:pt x="35473" y="18539"/>
                </a:lnTo>
                <a:lnTo>
                  <a:pt x="33690" y="19836"/>
                </a:lnTo>
                <a:lnTo>
                  <a:pt x="32007" y="21333"/>
                </a:lnTo>
                <a:lnTo>
                  <a:pt x="30422" y="23030"/>
                </a:lnTo>
                <a:lnTo>
                  <a:pt x="28935" y="24926"/>
                </a:lnTo>
                <a:lnTo>
                  <a:pt x="27545" y="27022"/>
                </a:lnTo>
                <a:lnTo>
                  <a:pt x="26251" y="29317"/>
                </a:lnTo>
                <a:lnTo>
                  <a:pt x="25061" y="31812"/>
                </a:lnTo>
                <a:lnTo>
                  <a:pt x="23982" y="34506"/>
                </a:lnTo>
                <a:lnTo>
                  <a:pt x="23012" y="37401"/>
                </a:lnTo>
                <a:lnTo>
                  <a:pt x="22149" y="40494"/>
                </a:lnTo>
                <a:lnTo>
                  <a:pt x="21393" y="43788"/>
                </a:lnTo>
                <a:lnTo>
                  <a:pt x="20742" y="47281"/>
                </a:lnTo>
                <a:lnTo>
                  <a:pt x="20195" y="50973"/>
                </a:lnTo>
                <a:lnTo>
                  <a:pt x="19750" y="54865"/>
                </a:lnTo>
                <a:lnTo>
                  <a:pt x="19407" y="58957"/>
                </a:lnTo>
                <a:lnTo>
                  <a:pt x="19163" y="63249"/>
                </a:lnTo>
                <a:lnTo>
                  <a:pt x="19018" y="67740"/>
                </a:lnTo>
                <a:lnTo>
                  <a:pt x="18970" y="72430"/>
                </a:lnTo>
                <a:lnTo>
                  <a:pt x="19018" y="77121"/>
                </a:lnTo>
                <a:lnTo>
                  <a:pt x="19163" y="81612"/>
                </a:lnTo>
                <a:lnTo>
                  <a:pt x="19407" y="85903"/>
                </a:lnTo>
                <a:lnTo>
                  <a:pt x="19750" y="89995"/>
                </a:lnTo>
                <a:lnTo>
                  <a:pt x="20195" y="93887"/>
                </a:lnTo>
                <a:lnTo>
                  <a:pt x="20742" y="97579"/>
                </a:lnTo>
                <a:lnTo>
                  <a:pt x="21393" y="101072"/>
                </a:lnTo>
                <a:lnTo>
                  <a:pt x="22149" y="104366"/>
                </a:lnTo>
                <a:lnTo>
                  <a:pt x="23012" y="107460"/>
                </a:lnTo>
                <a:lnTo>
                  <a:pt x="23982" y="110354"/>
                </a:lnTo>
                <a:lnTo>
                  <a:pt x="25061" y="113048"/>
                </a:lnTo>
                <a:lnTo>
                  <a:pt x="26251" y="115543"/>
                </a:lnTo>
                <a:lnTo>
                  <a:pt x="27545" y="117839"/>
                </a:lnTo>
                <a:lnTo>
                  <a:pt x="28935" y="119934"/>
                </a:lnTo>
                <a:lnTo>
                  <a:pt x="30422" y="121831"/>
                </a:lnTo>
                <a:lnTo>
                  <a:pt x="32007" y="123527"/>
                </a:lnTo>
                <a:lnTo>
                  <a:pt x="33690" y="125024"/>
                </a:lnTo>
                <a:lnTo>
                  <a:pt x="35473" y="126322"/>
                </a:lnTo>
                <a:lnTo>
                  <a:pt x="37355" y="127419"/>
                </a:lnTo>
                <a:lnTo>
                  <a:pt x="39338" y="128317"/>
                </a:lnTo>
                <a:lnTo>
                  <a:pt x="41422" y="129016"/>
                </a:lnTo>
                <a:lnTo>
                  <a:pt x="43607" y="129515"/>
                </a:lnTo>
                <a:lnTo>
                  <a:pt x="45895" y="129814"/>
                </a:lnTo>
                <a:lnTo>
                  <a:pt x="48287" y="129914"/>
                </a:lnTo>
                <a:lnTo>
                  <a:pt x="50678" y="129814"/>
                </a:lnTo>
                <a:lnTo>
                  <a:pt x="52966" y="129515"/>
                </a:lnTo>
                <a:lnTo>
                  <a:pt x="55152" y="129016"/>
                </a:lnTo>
                <a:lnTo>
                  <a:pt x="57236" y="128317"/>
                </a:lnTo>
                <a:lnTo>
                  <a:pt x="59219" y="127419"/>
                </a:lnTo>
                <a:lnTo>
                  <a:pt x="61101" y="126322"/>
                </a:lnTo>
                <a:lnTo>
                  <a:pt x="62883" y="125024"/>
                </a:lnTo>
                <a:lnTo>
                  <a:pt x="64567" y="123527"/>
                </a:lnTo>
                <a:lnTo>
                  <a:pt x="66152" y="121831"/>
                </a:lnTo>
                <a:lnTo>
                  <a:pt x="67639" y="119934"/>
                </a:lnTo>
                <a:lnTo>
                  <a:pt x="69029" y="117839"/>
                </a:lnTo>
                <a:lnTo>
                  <a:pt x="70322" y="115543"/>
                </a:lnTo>
                <a:lnTo>
                  <a:pt x="71472" y="113048"/>
                </a:lnTo>
                <a:lnTo>
                  <a:pt x="72525" y="110354"/>
                </a:lnTo>
                <a:lnTo>
                  <a:pt x="73481" y="107460"/>
                </a:lnTo>
                <a:lnTo>
                  <a:pt x="74339" y="104366"/>
                </a:lnTo>
                <a:lnTo>
                  <a:pt x="75099" y="101072"/>
                </a:lnTo>
                <a:lnTo>
                  <a:pt x="75759" y="97579"/>
                </a:lnTo>
                <a:lnTo>
                  <a:pt x="76320" y="93887"/>
                </a:lnTo>
                <a:lnTo>
                  <a:pt x="76780" y="89995"/>
                </a:lnTo>
                <a:lnTo>
                  <a:pt x="77140" y="85903"/>
                </a:lnTo>
                <a:lnTo>
                  <a:pt x="77397" y="81612"/>
                </a:lnTo>
                <a:lnTo>
                  <a:pt x="77552" y="77121"/>
                </a:lnTo>
                <a:lnTo>
                  <a:pt x="77604" y="72430"/>
                </a:lnTo>
                <a:lnTo>
                  <a:pt x="77552" y="67740"/>
                </a:lnTo>
                <a:lnTo>
                  <a:pt x="77397" y="63249"/>
                </a:lnTo>
                <a:lnTo>
                  <a:pt x="77140" y="58957"/>
                </a:lnTo>
                <a:lnTo>
                  <a:pt x="76780" y="54865"/>
                </a:lnTo>
                <a:lnTo>
                  <a:pt x="76320" y="50973"/>
                </a:lnTo>
                <a:lnTo>
                  <a:pt x="75759" y="47281"/>
                </a:lnTo>
                <a:lnTo>
                  <a:pt x="75099" y="43788"/>
                </a:lnTo>
                <a:lnTo>
                  <a:pt x="74339" y="40494"/>
                </a:lnTo>
                <a:lnTo>
                  <a:pt x="73481" y="37401"/>
                </a:lnTo>
                <a:lnTo>
                  <a:pt x="72525" y="34506"/>
                </a:lnTo>
                <a:lnTo>
                  <a:pt x="71472" y="31812"/>
                </a:lnTo>
                <a:lnTo>
                  <a:pt x="70322" y="29317"/>
                </a:lnTo>
                <a:lnTo>
                  <a:pt x="69029" y="27022"/>
                </a:lnTo>
                <a:lnTo>
                  <a:pt x="67639" y="24926"/>
                </a:lnTo>
                <a:lnTo>
                  <a:pt x="66152" y="23030"/>
                </a:lnTo>
                <a:lnTo>
                  <a:pt x="64567" y="21333"/>
                </a:lnTo>
                <a:lnTo>
                  <a:pt x="62883" y="19836"/>
                </a:lnTo>
                <a:lnTo>
                  <a:pt x="61101" y="18539"/>
                </a:lnTo>
                <a:lnTo>
                  <a:pt x="59219" y="17441"/>
                </a:lnTo>
                <a:lnTo>
                  <a:pt x="57236" y="16543"/>
                </a:lnTo>
                <a:lnTo>
                  <a:pt x="55152" y="15844"/>
                </a:lnTo>
                <a:lnTo>
                  <a:pt x="52966" y="15345"/>
                </a:lnTo>
                <a:lnTo>
                  <a:pt x="50678" y="15046"/>
                </a:lnTo>
                <a:lnTo>
                  <a:pt x="48287" y="14946"/>
                </a:lnTo>
                <a:close/>
                <a:moveTo>
                  <a:pt x="48287" y="0"/>
                </a:moveTo>
                <a:lnTo>
                  <a:pt x="52091" y="132"/>
                </a:lnTo>
                <a:lnTo>
                  <a:pt x="55745" y="525"/>
                </a:lnTo>
                <a:lnTo>
                  <a:pt x="59248" y="1180"/>
                </a:lnTo>
                <a:lnTo>
                  <a:pt x="62601" y="2094"/>
                </a:lnTo>
                <a:lnTo>
                  <a:pt x="65805" y="3266"/>
                </a:lnTo>
                <a:lnTo>
                  <a:pt x="68861" y="4695"/>
                </a:lnTo>
                <a:lnTo>
                  <a:pt x="71770" y="6379"/>
                </a:lnTo>
                <a:lnTo>
                  <a:pt x="74531" y="8317"/>
                </a:lnTo>
                <a:lnTo>
                  <a:pt x="77146" y="10509"/>
                </a:lnTo>
                <a:lnTo>
                  <a:pt x="79615" y="12952"/>
                </a:lnTo>
                <a:lnTo>
                  <a:pt x="81939" y="15645"/>
                </a:lnTo>
                <a:lnTo>
                  <a:pt x="84119" y="18587"/>
                </a:lnTo>
                <a:lnTo>
                  <a:pt x="86094" y="21816"/>
                </a:lnTo>
                <a:lnTo>
                  <a:pt x="87902" y="25276"/>
                </a:lnTo>
                <a:lnTo>
                  <a:pt x="89541" y="28967"/>
                </a:lnTo>
                <a:lnTo>
                  <a:pt x="91010" y="32887"/>
                </a:lnTo>
                <a:lnTo>
                  <a:pt x="92308" y="37035"/>
                </a:lnTo>
                <a:lnTo>
                  <a:pt x="93436" y="41413"/>
                </a:lnTo>
                <a:lnTo>
                  <a:pt x="94392" y="46017"/>
                </a:lnTo>
                <a:lnTo>
                  <a:pt x="95175" y="50849"/>
                </a:lnTo>
                <a:lnTo>
                  <a:pt x="95786" y="55906"/>
                </a:lnTo>
                <a:lnTo>
                  <a:pt x="96223" y="61190"/>
                </a:lnTo>
                <a:lnTo>
                  <a:pt x="96486" y="66698"/>
                </a:lnTo>
                <a:lnTo>
                  <a:pt x="96573" y="72430"/>
                </a:lnTo>
                <a:lnTo>
                  <a:pt x="96486" y="78206"/>
                </a:lnTo>
                <a:lnTo>
                  <a:pt x="96223" y="83750"/>
                </a:lnTo>
                <a:lnTo>
                  <a:pt x="95786" y="89062"/>
                </a:lnTo>
                <a:lnTo>
                  <a:pt x="95175" y="94139"/>
                </a:lnTo>
                <a:lnTo>
                  <a:pt x="94392" y="98983"/>
                </a:lnTo>
                <a:lnTo>
                  <a:pt x="93436" y="103591"/>
                </a:lnTo>
                <a:lnTo>
                  <a:pt x="92308" y="107964"/>
                </a:lnTo>
                <a:lnTo>
                  <a:pt x="91010" y="112101"/>
                </a:lnTo>
                <a:lnTo>
                  <a:pt x="89541" y="116001"/>
                </a:lnTo>
                <a:lnTo>
                  <a:pt x="87902" y="119664"/>
                </a:lnTo>
                <a:lnTo>
                  <a:pt x="86094" y="123088"/>
                </a:lnTo>
                <a:lnTo>
                  <a:pt x="84119" y="126274"/>
                </a:lnTo>
                <a:lnTo>
                  <a:pt x="81939" y="129212"/>
                </a:lnTo>
                <a:lnTo>
                  <a:pt x="79614" y="131894"/>
                </a:lnTo>
                <a:lnTo>
                  <a:pt x="77143" y="134321"/>
                </a:lnTo>
                <a:lnTo>
                  <a:pt x="74524" y="136493"/>
                </a:lnTo>
                <a:lnTo>
                  <a:pt x="71756" y="138409"/>
                </a:lnTo>
                <a:lnTo>
                  <a:pt x="68837" y="140070"/>
                </a:lnTo>
                <a:lnTo>
                  <a:pt x="65767" y="141475"/>
                </a:lnTo>
                <a:lnTo>
                  <a:pt x="62544" y="142625"/>
                </a:lnTo>
                <a:lnTo>
                  <a:pt x="59167" y="143519"/>
                </a:lnTo>
                <a:lnTo>
                  <a:pt x="55634" y="144158"/>
                </a:lnTo>
                <a:lnTo>
                  <a:pt x="51944" y="144541"/>
                </a:lnTo>
                <a:lnTo>
                  <a:pt x="48095" y="144669"/>
                </a:lnTo>
                <a:lnTo>
                  <a:pt x="44247" y="144541"/>
                </a:lnTo>
                <a:lnTo>
                  <a:pt x="40557" y="144158"/>
                </a:lnTo>
                <a:lnTo>
                  <a:pt x="37026" y="143519"/>
                </a:lnTo>
                <a:lnTo>
                  <a:pt x="33653" y="142625"/>
                </a:lnTo>
                <a:lnTo>
                  <a:pt x="30437" y="141475"/>
                </a:lnTo>
                <a:lnTo>
                  <a:pt x="27377" y="140070"/>
                </a:lnTo>
                <a:lnTo>
                  <a:pt x="24473" y="138409"/>
                </a:lnTo>
                <a:lnTo>
                  <a:pt x="21723" y="136493"/>
                </a:lnTo>
                <a:lnTo>
                  <a:pt x="19128" y="134321"/>
                </a:lnTo>
                <a:lnTo>
                  <a:pt x="16687" y="131894"/>
                </a:lnTo>
                <a:lnTo>
                  <a:pt x="14399" y="129212"/>
                </a:lnTo>
                <a:lnTo>
                  <a:pt x="12263" y="126274"/>
                </a:lnTo>
                <a:lnTo>
                  <a:pt x="10291" y="123088"/>
                </a:lnTo>
                <a:lnTo>
                  <a:pt x="8494" y="119664"/>
                </a:lnTo>
                <a:lnTo>
                  <a:pt x="6871" y="116001"/>
                </a:lnTo>
                <a:lnTo>
                  <a:pt x="5422" y="112101"/>
                </a:lnTo>
                <a:lnTo>
                  <a:pt x="4146" y="107964"/>
                </a:lnTo>
                <a:lnTo>
                  <a:pt x="3042" y="103591"/>
                </a:lnTo>
                <a:lnTo>
                  <a:pt x="2110" y="98983"/>
                </a:lnTo>
                <a:lnTo>
                  <a:pt x="1348" y="94139"/>
                </a:lnTo>
                <a:lnTo>
                  <a:pt x="757" y="89062"/>
                </a:lnTo>
                <a:lnTo>
                  <a:pt x="336" y="83750"/>
                </a:lnTo>
                <a:lnTo>
                  <a:pt x="84" y="78206"/>
                </a:lnTo>
                <a:lnTo>
                  <a:pt x="0" y="72430"/>
                </a:lnTo>
                <a:lnTo>
                  <a:pt x="84" y="66698"/>
                </a:lnTo>
                <a:lnTo>
                  <a:pt x="336" y="61190"/>
                </a:lnTo>
                <a:lnTo>
                  <a:pt x="757" y="55906"/>
                </a:lnTo>
                <a:lnTo>
                  <a:pt x="1348" y="50849"/>
                </a:lnTo>
                <a:lnTo>
                  <a:pt x="2110" y="46017"/>
                </a:lnTo>
                <a:lnTo>
                  <a:pt x="3042" y="41413"/>
                </a:lnTo>
                <a:lnTo>
                  <a:pt x="4146" y="37035"/>
                </a:lnTo>
                <a:lnTo>
                  <a:pt x="5422" y="32887"/>
                </a:lnTo>
                <a:lnTo>
                  <a:pt x="6871" y="28967"/>
                </a:lnTo>
                <a:lnTo>
                  <a:pt x="8494" y="25276"/>
                </a:lnTo>
                <a:lnTo>
                  <a:pt x="10291" y="21816"/>
                </a:lnTo>
                <a:lnTo>
                  <a:pt x="12263" y="18587"/>
                </a:lnTo>
                <a:lnTo>
                  <a:pt x="14403" y="15645"/>
                </a:lnTo>
                <a:lnTo>
                  <a:pt x="16701" y="12952"/>
                </a:lnTo>
                <a:lnTo>
                  <a:pt x="19158" y="10509"/>
                </a:lnTo>
                <a:lnTo>
                  <a:pt x="21773" y="8317"/>
                </a:lnTo>
                <a:lnTo>
                  <a:pt x="24545" y="6379"/>
                </a:lnTo>
                <a:lnTo>
                  <a:pt x="27473" y="4695"/>
                </a:lnTo>
                <a:lnTo>
                  <a:pt x="30556" y="3266"/>
                </a:lnTo>
                <a:lnTo>
                  <a:pt x="33795" y="2094"/>
                </a:lnTo>
                <a:lnTo>
                  <a:pt x="37188" y="1180"/>
                </a:lnTo>
                <a:lnTo>
                  <a:pt x="40735" y="525"/>
                </a:lnTo>
                <a:lnTo>
                  <a:pt x="44435" y="132"/>
                </a:lnTo>
                <a:lnTo>
                  <a:pt x="4828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4" name="Original native bar-chart element 134">
            <a:extLst xmlns:a="http://schemas.openxmlformats.org/drawingml/2006/main">
              <a:ext uri="{FF2B5EF4-FFF2-40B4-BE49-F238E27FC236}">
                <a16:creationId xmlns:a16="http://schemas.microsoft.com/office/drawing/2014/main" id="{125FDEDC-816E-4025-9C62-1D2DD2D0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90" y="2189418"/>
            <a:ext cx="139687" cy="108837"/>
          </a:xfrm>
          <a:custGeom xmlns:a="http://schemas.openxmlformats.org/drawingml/2006/main">
            <a:pathLst>
              <a:path w="139687" h="108837">
                <a:moveTo>
                  <a:pt x="74155" y="42538"/>
                </a:moveTo>
                <a:lnTo>
                  <a:pt x="74566" y="41532"/>
                </a:lnTo>
                <a:lnTo>
                  <a:pt x="75034" y="40527"/>
                </a:lnTo>
                <a:lnTo>
                  <a:pt x="75559" y="39523"/>
                </a:lnTo>
                <a:lnTo>
                  <a:pt x="76142" y="38522"/>
                </a:lnTo>
                <a:lnTo>
                  <a:pt x="76783" y="37522"/>
                </a:lnTo>
                <a:lnTo>
                  <a:pt x="77484" y="36526"/>
                </a:lnTo>
                <a:lnTo>
                  <a:pt x="78244" y="35535"/>
                </a:lnTo>
                <a:lnTo>
                  <a:pt x="79066" y="34547"/>
                </a:lnTo>
                <a:lnTo>
                  <a:pt x="79948" y="33565"/>
                </a:lnTo>
                <a:lnTo>
                  <a:pt x="80892" y="32589"/>
                </a:lnTo>
                <a:lnTo>
                  <a:pt x="81899" y="31620"/>
                </a:lnTo>
                <a:lnTo>
                  <a:pt x="82969" y="30658"/>
                </a:lnTo>
                <a:lnTo>
                  <a:pt x="84151" y="29700"/>
                </a:lnTo>
                <a:lnTo>
                  <a:pt x="85397" y="28742"/>
                </a:lnTo>
                <a:lnTo>
                  <a:pt x="86708" y="27784"/>
                </a:lnTo>
                <a:lnTo>
                  <a:pt x="88086" y="26826"/>
                </a:lnTo>
                <a:lnTo>
                  <a:pt x="89530" y="25868"/>
                </a:lnTo>
                <a:lnTo>
                  <a:pt x="91041" y="24910"/>
                </a:lnTo>
                <a:lnTo>
                  <a:pt x="92620" y="23952"/>
                </a:lnTo>
                <a:lnTo>
                  <a:pt x="94267" y="22994"/>
                </a:lnTo>
                <a:lnTo>
                  <a:pt x="95984" y="22036"/>
                </a:lnTo>
                <a:lnTo>
                  <a:pt x="97770" y="21078"/>
                </a:lnTo>
                <a:lnTo>
                  <a:pt x="99627" y="20119"/>
                </a:lnTo>
                <a:lnTo>
                  <a:pt x="101555" y="19161"/>
                </a:lnTo>
                <a:lnTo>
                  <a:pt x="139687" y="0"/>
                </a:lnTo>
                <a:lnTo>
                  <a:pt x="139687" y="20311"/>
                </a:lnTo>
                <a:lnTo>
                  <a:pt x="103855" y="38131"/>
                </a:lnTo>
                <a:lnTo>
                  <a:pt x="101616" y="39281"/>
                </a:lnTo>
                <a:lnTo>
                  <a:pt x="99497" y="40429"/>
                </a:lnTo>
                <a:lnTo>
                  <a:pt x="97502" y="41574"/>
                </a:lnTo>
                <a:lnTo>
                  <a:pt x="95630" y="42716"/>
                </a:lnTo>
                <a:lnTo>
                  <a:pt x="93883" y="43852"/>
                </a:lnTo>
                <a:lnTo>
                  <a:pt x="92262" y="44981"/>
                </a:lnTo>
                <a:lnTo>
                  <a:pt x="90769" y="46103"/>
                </a:lnTo>
                <a:lnTo>
                  <a:pt x="89406" y="47215"/>
                </a:lnTo>
                <a:lnTo>
                  <a:pt x="88172" y="48317"/>
                </a:lnTo>
                <a:lnTo>
                  <a:pt x="87071" y="49406"/>
                </a:lnTo>
                <a:lnTo>
                  <a:pt x="86102" y="50483"/>
                </a:lnTo>
                <a:lnTo>
                  <a:pt x="85268" y="51544"/>
                </a:lnTo>
                <a:lnTo>
                  <a:pt x="84534" y="52678"/>
                </a:lnTo>
                <a:lnTo>
                  <a:pt x="83863" y="53875"/>
                </a:lnTo>
                <a:lnTo>
                  <a:pt x="83256" y="55137"/>
                </a:lnTo>
                <a:lnTo>
                  <a:pt x="82713" y="56462"/>
                </a:lnTo>
                <a:lnTo>
                  <a:pt x="82234" y="57851"/>
                </a:lnTo>
                <a:lnTo>
                  <a:pt x="81819" y="59305"/>
                </a:lnTo>
                <a:lnTo>
                  <a:pt x="81468" y="60821"/>
                </a:lnTo>
                <a:lnTo>
                  <a:pt x="81180" y="62402"/>
                </a:lnTo>
                <a:lnTo>
                  <a:pt x="80957" y="64047"/>
                </a:lnTo>
                <a:lnTo>
                  <a:pt x="80797" y="65756"/>
                </a:lnTo>
                <a:lnTo>
                  <a:pt x="80701" y="67528"/>
                </a:lnTo>
                <a:lnTo>
                  <a:pt x="80669" y="69364"/>
                </a:lnTo>
                <a:lnTo>
                  <a:pt x="80669" y="89867"/>
                </a:lnTo>
                <a:lnTo>
                  <a:pt x="139687" y="89867"/>
                </a:lnTo>
                <a:lnTo>
                  <a:pt x="139687" y="108837"/>
                </a:lnTo>
                <a:lnTo>
                  <a:pt x="0" y="108837"/>
                </a:lnTo>
                <a:lnTo>
                  <a:pt x="0" y="66107"/>
                </a:lnTo>
                <a:lnTo>
                  <a:pt x="72" y="62215"/>
                </a:lnTo>
                <a:lnTo>
                  <a:pt x="286" y="58490"/>
                </a:lnTo>
                <a:lnTo>
                  <a:pt x="641" y="54933"/>
                </a:lnTo>
                <a:lnTo>
                  <a:pt x="1135" y="51544"/>
                </a:lnTo>
                <a:lnTo>
                  <a:pt x="1769" y="48323"/>
                </a:lnTo>
                <a:lnTo>
                  <a:pt x="2539" y="45269"/>
                </a:lnTo>
                <a:lnTo>
                  <a:pt x="3445" y="42383"/>
                </a:lnTo>
                <a:lnTo>
                  <a:pt x="4485" y="39664"/>
                </a:lnTo>
                <a:lnTo>
                  <a:pt x="5659" y="37113"/>
                </a:lnTo>
                <a:lnTo>
                  <a:pt x="6964" y="34730"/>
                </a:lnTo>
                <a:lnTo>
                  <a:pt x="8399" y="32514"/>
                </a:lnTo>
                <a:lnTo>
                  <a:pt x="9964" y="30467"/>
                </a:lnTo>
                <a:lnTo>
                  <a:pt x="11712" y="28583"/>
                </a:lnTo>
                <a:lnTo>
                  <a:pt x="13604" y="26859"/>
                </a:lnTo>
                <a:lnTo>
                  <a:pt x="15637" y="25296"/>
                </a:lnTo>
                <a:lnTo>
                  <a:pt x="17813" y="23895"/>
                </a:lnTo>
                <a:lnTo>
                  <a:pt x="20130" y="22656"/>
                </a:lnTo>
                <a:lnTo>
                  <a:pt x="22586" y="21581"/>
                </a:lnTo>
                <a:lnTo>
                  <a:pt x="25183" y="20668"/>
                </a:lnTo>
                <a:lnTo>
                  <a:pt x="27919" y="19921"/>
                </a:lnTo>
                <a:lnTo>
                  <a:pt x="30793" y="19338"/>
                </a:lnTo>
                <a:lnTo>
                  <a:pt x="33805" y="18921"/>
                </a:lnTo>
                <a:lnTo>
                  <a:pt x="36954" y="18670"/>
                </a:lnTo>
                <a:lnTo>
                  <a:pt x="40239" y="18587"/>
                </a:lnTo>
                <a:lnTo>
                  <a:pt x="42414" y="18630"/>
                </a:lnTo>
                <a:lnTo>
                  <a:pt x="44533" y="18761"/>
                </a:lnTo>
                <a:lnTo>
                  <a:pt x="46592" y="18979"/>
                </a:lnTo>
                <a:lnTo>
                  <a:pt x="48592" y="19282"/>
                </a:lnTo>
                <a:lnTo>
                  <a:pt x="50530" y="19670"/>
                </a:lnTo>
                <a:lnTo>
                  <a:pt x="52406" y="20143"/>
                </a:lnTo>
                <a:lnTo>
                  <a:pt x="54219" y="20700"/>
                </a:lnTo>
                <a:lnTo>
                  <a:pt x="55965" y="21340"/>
                </a:lnTo>
                <a:lnTo>
                  <a:pt x="57646" y="22063"/>
                </a:lnTo>
                <a:lnTo>
                  <a:pt x="59258" y="22867"/>
                </a:lnTo>
                <a:lnTo>
                  <a:pt x="60802" y="23752"/>
                </a:lnTo>
                <a:lnTo>
                  <a:pt x="62275" y="24718"/>
                </a:lnTo>
                <a:lnTo>
                  <a:pt x="63676" y="25808"/>
                </a:lnTo>
                <a:lnTo>
                  <a:pt x="65004" y="26970"/>
                </a:lnTo>
                <a:lnTo>
                  <a:pt x="66260" y="28203"/>
                </a:lnTo>
                <a:lnTo>
                  <a:pt x="67441" y="29509"/>
                </a:lnTo>
                <a:lnTo>
                  <a:pt x="68548" y="30886"/>
                </a:lnTo>
                <a:lnTo>
                  <a:pt x="69580" y="32335"/>
                </a:lnTo>
                <a:lnTo>
                  <a:pt x="70536" y="33856"/>
                </a:lnTo>
                <a:lnTo>
                  <a:pt x="71415" y="35449"/>
                </a:lnTo>
                <a:lnTo>
                  <a:pt x="72218" y="37113"/>
                </a:lnTo>
                <a:lnTo>
                  <a:pt x="72942" y="38850"/>
                </a:lnTo>
                <a:lnTo>
                  <a:pt x="73588" y="40658"/>
                </a:lnTo>
                <a:lnTo>
                  <a:pt x="74155" y="42538"/>
                </a:lnTo>
                <a:close/>
                <a:moveTo>
                  <a:pt x="15521" y="89867"/>
                </a:moveTo>
                <a:lnTo>
                  <a:pt x="65149" y="89867"/>
                </a:lnTo>
                <a:lnTo>
                  <a:pt x="65149" y="66107"/>
                </a:lnTo>
                <a:lnTo>
                  <a:pt x="65105" y="63899"/>
                </a:lnTo>
                <a:lnTo>
                  <a:pt x="64973" y="61780"/>
                </a:lnTo>
                <a:lnTo>
                  <a:pt x="64754" y="59751"/>
                </a:lnTo>
                <a:lnTo>
                  <a:pt x="64446" y="57811"/>
                </a:lnTo>
                <a:lnTo>
                  <a:pt x="64051" y="55961"/>
                </a:lnTo>
                <a:lnTo>
                  <a:pt x="63568" y="54203"/>
                </a:lnTo>
                <a:lnTo>
                  <a:pt x="62997" y="52536"/>
                </a:lnTo>
                <a:lnTo>
                  <a:pt x="62338" y="50962"/>
                </a:lnTo>
                <a:lnTo>
                  <a:pt x="61592" y="49481"/>
                </a:lnTo>
                <a:lnTo>
                  <a:pt x="60758" y="48094"/>
                </a:lnTo>
                <a:lnTo>
                  <a:pt x="59835" y="46802"/>
                </a:lnTo>
                <a:lnTo>
                  <a:pt x="58825" y="45604"/>
                </a:lnTo>
                <a:lnTo>
                  <a:pt x="57732" y="44499"/>
                </a:lnTo>
                <a:lnTo>
                  <a:pt x="56557" y="43482"/>
                </a:lnTo>
                <a:lnTo>
                  <a:pt x="55302" y="42556"/>
                </a:lnTo>
                <a:lnTo>
                  <a:pt x="53964" y="41722"/>
                </a:lnTo>
                <a:lnTo>
                  <a:pt x="52544" y="40981"/>
                </a:lnTo>
                <a:lnTo>
                  <a:pt x="51041" y="40335"/>
                </a:lnTo>
                <a:lnTo>
                  <a:pt x="49454" y="39784"/>
                </a:lnTo>
                <a:lnTo>
                  <a:pt x="47783" y="39331"/>
                </a:lnTo>
                <a:lnTo>
                  <a:pt x="46026" y="38975"/>
                </a:lnTo>
                <a:lnTo>
                  <a:pt x="44184" y="38720"/>
                </a:lnTo>
                <a:lnTo>
                  <a:pt x="42255" y="38566"/>
                </a:lnTo>
                <a:lnTo>
                  <a:pt x="40239" y="38514"/>
                </a:lnTo>
                <a:lnTo>
                  <a:pt x="38267" y="38566"/>
                </a:lnTo>
                <a:lnTo>
                  <a:pt x="36375" y="38720"/>
                </a:lnTo>
                <a:lnTo>
                  <a:pt x="34562" y="38975"/>
                </a:lnTo>
                <a:lnTo>
                  <a:pt x="32830" y="39331"/>
                </a:lnTo>
                <a:lnTo>
                  <a:pt x="31177" y="39784"/>
                </a:lnTo>
                <a:lnTo>
                  <a:pt x="29604" y="40335"/>
                </a:lnTo>
                <a:lnTo>
                  <a:pt x="28111" y="40981"/>
                </a:lnTo>
                <a:lnTo>
                  <a:pt x="26698" y="41722"/>
                </a:lnTo>
                <a:lnTo>
                  <a:pt x="25365" y="42556"/>
                </a:lnTo>
                <a:lnTo>
                  <a:pt x="24111" y="43482"/>
                </a:lnTo>
                <a:lnTo>
                  <a:pt x="22938" y="44499"/>
                </a:lnTo>
                <a:lnTo>
                  <a:pt x="21844" y="45604"/>
                </a:lnTo>
                <a:lnTo>
                  <a:pt x="20834" y="46802"/>
                </a:lnTo>
                <a:lnTo>
                  <a:pt x="19912" y="48094"/>
                </a:lnTo>
                <a:lnTo>
                  <a:pt x="19078" y="49481"/>
                </a:lnTo>
                <a:lnTo>
                  <a:pt x="18331" y="50962"/>
                </a:lnTo>
                <a:lnTo>
                  <a:pt x="17672" y="52536"/>
                </a:lnTo>
                <a:lnTo>
                  <a:pt x="17102" y="54203"/>
                </a:lnTo>
                <a:lnTo>
                  <a:pt x="16619" y="55961"/>
                </a:lnTo>
                <a:lnTo>
                  <a:pt x="16223" y="57811"/>
                </a:lnTo>
                <a:lnTo>
                  <a:pt x="15916" y="59751"/>
                </a:lnTo>
                <a:lnTo>
                  <a:pt x="15696" y="61780"/>
                </a:lnTo>
                <a:lnTo>
                  <a:pt x="15565" y="63899"/>
                </a:lnTo>
                <a:lnTo>
                  <a:pt x="15521" y="66107"/>
                </a:lnTo>
                <a:lnTo>
                  <a:pt x="15521" y="898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5" name="Original native bar-chart element 135">
            <a:extLst xmlns:a="http://schemas.openxmlformats.org/drawingml/2006/main">
              <a:ext uri="{FF2B5EF4-FFF2-40B4-BE49-F238E27FC236}">
                <a16:creationId xmlns:a16="http://schemas.microsoft.com/office/drawing/2014/main" id="{9E992342-30E0-41E8-8E0A-BDE14971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73" y="2084766"/>
            <a:ext cx="109795" cy="97148"/>
          </a:xfrm>
          <a:custGeom xmlns:a="http://schemas.openxmlformats.org/drawingml/2006/main">
            <a:pathLst>
              <a:path w="109795" h="97148">
                <a:moveTo>
                  <a:pt x="50586" y="0"/>
                </a:moveTo>
                <a:lnTo>
                  <a:pt x="59017" y="0"/>
                </a:lnTo>
                <a:lnTo>
                  <a:pt x="59017" y="79137"/>
                </a:lnTo>
                <a:lnTo>
                  <a:pt x="61931" y="78889"/>
                </a:lnTo>
                <a:lnTo>
                  <a:pt x="64732" y="78528"/>
                </a:lnTo>
                <a:lnTo>
                  <a:pt x="67418" y="78053"/>
                </a:lnTo>
                <a:lnTo>
                  <a:pt x="69989" y="77462"/>
                </a:lnTo>
                <a:lnTo>
                  <a:pt x="72442" y="76754"/>
                </a:lnTo>
                <a:lnTo>
                  <a:pt x="74777" y="75927"/>
                </a:lnTo>
                <a:lnTo>
                  <a:pt x="76993" y="74981"/>
                </a:lnTo>
                <a:lnTo>
                  <a:pt x="79087" y="73913"/>
                </a:lnTo>
                <a:lnTo>
                  <a:pt x="81059" y="72723"/>
                </a:lnTo>
                <a:lnTo>
                  <a:pt x="82907" y="71410"/>
                </a:lnTo>
                <a:lnTo>
                  <a:pt x="84630" y="69971"/>
                </a:lnTo>
                <a:lnTo>
                  <a:pt x="86226" y="68406"/>
                </a:lnTo>
                <a:lnTo>
                  <a:pt x="87695" y="66773"/>
                </a:lnTo>
                <a:lnTo>
                  <a:pt x="89037" y="65036"/>
                </a:lnTo>
                <a:lnTo>
                  <a:pt x="90250" y="63194"/>
                </a:lnTo>
                <a:lnTo>
                  <a:pt x="91336" y="61246"/>
                </a:lnTo>
                <a:lnTo>
                  <a:pt x="92294" y="59191"/>
                </a:lnTo>
                <a:lnTo>
                  <a:pt x="93124" y="57029"/>
                </a:lnTo>
                <a:lnTo>
                  <a:pt x="93827" y="54760"/>
                </a:lnTo>
                <a:lnTo>
                  <a:pt x="94402" y="52382"/>
                </a:lnTo>
                <a:lnTo>
                  <a:pt x="94849" y="49894"/>
                </a:lnTo>
                <a:lnTo>
                  <a:pt x="95168" y="47298"/>
                </a:lnTo>
                <a:lnTo>
                  <a:pt x="95360" y="44590"/>
                </a:lnTo>
                <a:lnTo>
                  <a:pt x="95424" y="41772"/>
                </a:lnTo>
                <a:lnTo>
                  <a:pt x="95408" y="40143"/>
                </a:lnTo>
                <a:lnTo>
                  <a:pt x="95360" y="38516"/>
                </a:lnTo>
                <a:lnTo>
                  <a:pt x="95280" y="36892"/>
                </a:lnTo>
                <a:lnTo>
                  <a:pt x="95168" y="35271"/>
                </a:lnTo>
                <a:lnTo>
                  <a:pt x="95025" y="33656"/>
                </a:lnTo>
                <a:lnTo>
                  <a:pt x="94849" y="32047"/>
                </a:lnTo>
                <a:lnTo>
                  <a:pt x="94641" y="30447"/>
                </a:lnTo>
                <a:lnTo>
                  <a:pt x="94402" y="28856"/>
                </a:lnTo>
                <a:lnTo>
                  <a:pt x="94130" y="27275"/>
                </a:lnTo>
                <a:lnTo>
                  <a:pt x="93827" y="25706"/>
                </a:lnTo>
                <a:lnTo>
                  <a:pt x="93492" y="24151"/>
                </a:lnTo>
                <a:lnTo>
                  <a:pt x="93124" y="22610"/>
                </a:lnTo>
                <a:lnTo>
                  <a:pt x="92721" y="21074"/>
                </a:lnTo>
                <a:lnTo>
                  <a:pt x="92278" y="19530"/>
                </a:lnTo>
                <a:lnTo>
                  <a:pt x="91795" y="17982"/>
                </a:lnTo>
                <a:lnTo>
                  <a:pt x="91272" y="16429"/>
                </a:lnTo>
                <a:lnTo>
                  <a:pt x="90709" y="14874"/>
                </a:lnTo>
                <a:lnTo>
                  <a:pt x="90106" y="13317"/>
                </a:lnTo>
                <a:lnTo>
                  <a:pt x="89464" y="11761"/>
                </a:lnTo>
                <a:lnTo>
                  <a:pt x="88781" y="10205"/>
                </a:lnTo>
                <a:lnTo>
                  <a:pt x="88059" y="8653"/>
                </a:lnTo>
                <a:lnTo>
                  <a:pt x="87296" y="7104"/>
                </a:lnTo>
                <a:lnTo>
                  <a:pt x="86494" y="5561"/>
                </a:lnTo>
                <a:lnTo>
                  <a:pt x="85651" y="4024"/>
                </a:lnTo>
                <a:lnTo>
                  <a:pt x="101939" y="4024"/>
                </a:lnTo>
                <a:lnTo>
                  <a:pt x="102597" y="5561"/>
                </a:lnTo>
                <a:lnTo>
                  <a:pt x="103230" y="7106"/>
                </a:lnTo>
                <a:lnTo>
                  <a:pt x="103837" y="8659"/>
                </a:lnTo>
                <a:lnTo>
                  <a:pt x="104415" y="10219"/>
                </a:lnTo>
                <a:lnTo>
                  <a:pt x="104965" y="11788"/>
                </a:lnTo>
                <a:lnTo>
                  <a:pt x="105483" y="13365"/>
                </a:lnTo>
                <a:lnTo>
                  <a:pt x="105970" y="14950"/>
                </a:lnTo>
                <a:lnTo>
                  <a:pt x="106424" y="16543"/>
                </a:lnTo>
                <a:lnTo>
                  <a:pt x="106843" y="18143"/>
                </a:lnTo>
                <a:lnTo>
                  <a:pt x="107226" y="19752"/>
                </a:lnTo>
                <a:lnTo>
                  <a:pt x="107572" y="21369"/>
                </a:lnTo>
                <a:lnTo>
                  <a:pt x="107879" y="22994"/>
                </a:lnTo>
                <a:lnTo>
                  <a:pt x="108158" y="24626"/>
                </a:lnTo>
                <a:lnTo>
                  <a:pt x="108420" y="26265"/>
                </a:lnTo>
                <a:lnTo>
                  <a:pt x="108663" y="27910"/>
                </a:lnTo>
                <a:lnTo>
                  <a:pt x="108886" y="29558"/>
                </a:lnTo>
                <a:lnTo>
                  <a:pt x="109088" y="31209"/>
                </a:lnTo>
                <a:lnTo>
                  <a:pt x="109268" y="32862"/>
                </a:lnTo>
                <a:lnTo>
                  <a:pt x="109423" y="34514"/>
                </a:lnTo>
                <a:lnTo>
                  <a:pt x="109554" y="36165"/>
                </a:lnTo>
                <a:lnTo>
                  <a:pt x="109657" y="37814"/>
                </a:lnTo>
                <a:lnTo>
                  <a:pt x="109733" y="39458"/>
                </a:lnTo>
                <a:lnTo>
                  <a:pt x="109779" y="41097"/>
                </a:lnTo>
                <a:lnTo>
                  <a:pt x="109795" y="42730"/>
                </a:lnTo>
                <a:lnTo>
                  <a:pt x="109695" y="46870"/>
                </a:lnTo>
                <a:lnTo>
                  <a:pt x="109396" y="50858"/>
                </a:lnTo>
                <a:lnTo>
                  <a:pt x="108897" y="54697"/>
                </a:lnTo>
                <a:lnTo>
                  <a:pt x="108198" y="58385"/>
                </a:lnTo>
                <a:lnTo>
                  <a:pt x="107300" y="61925"/>
                </a:lnTo>
                <a:lnTo>
                  <a:pt x="106202" y="65316"/>
                </a:lnTo>
                <a:lnTo>
                  <a:pt x="104905" y="68560"/>
                </a:lnTo>
                <a:lnTo>
                  <a:pt x="103408" y="71657"/>
                </a:lnTo>
                <a:lnTo>
                  <a:pt x="101711" y="74607"/>
                </a:lnTo>
                <a:lnTo>
                  <a:pt x="99815" y="77411"/>
                </a:lnTo>
                <a:lnTo>
                  <a:pt x="97719" y="80071"/>
                </a:lnTo>
                <a:lnTo>
                  <a:pt x="95424" y="82586"/>
                </a:lnTo>
                <a:lnTo>
                  <a:pt x="92953" y="84925"/>
                </a:lnTo>
                <a:lnTo>
                  <a:pt x="90331" y="87057"/>
                </a:lnTo>
                <a:lnTo>
                  <a:pt x="87559" y="88984"/>
                </a:lnTo>
                <a:lnTo>
                  <a:pt x="84637" y="90704"/>
                </a:lnTo>
                <a:lnTo>
                  <a:pt x="81566" y="92220"/>
                </a:lnTo>
                <a:lnTo>
                  <a:pt x="78346" y="93532"/>
                </a:lnTo>
                <a:lnTo>
                  <a:pt x="74979" y="94639"/>
                </a:lnTo>
                <a:lnTo>
                  <a:pt x="71465" y="95544"/>
                </a:lnTo>
                <a:lnTo>
                  <a:pt x="67804" y="96247"/>
                </a:lnTo>
                <a:lnTo>
                  <a:pt x="63998" y="96748"/>
                </a:lnTo>
                <a:lnTo>
                  <a:pt x="60047" y="97048"/>
                </a:lnTo>
                <a:lnTo>
                  <a:pt x="55951" y="97148"/>
                </a:lnTo>
                <a:lnTo>
                  <a:pt x="51760" y="97052"/>
                </a:lnTo>
                <a:lnTo>
                  <a:pt x="47712" y="96765"/>
                </a:lnTo>
                <a:lnTo>
                  <a:pt x="43808" y="96286"/>
                </a:lnTo>
                <a:lnTo>
                  <a:pt x="40047" y="95615"/>
                </a:lnTo>
                <a:lnTo>
                  <a:pt x="36431" y="94753"/>
                </a:lnTo>
                <a:lnTo>
                  <a:pt x="32958" y="93699"/>
                </a:lnTo>
                <a:lnTo>
                  <a:pt x="29628" y="92454"/>
                </a:lnTo>
                <a:lnTo>
                  <a:pt x="26443" y="91017"/>
                </a:lnTo>
                <a:lnTo>
                  <a:pt x="23401" y="89388"/>
                </a:lnTo>
                <a:lnTo>
                  <a:pt x="20503" y="87568"/>
                </a:lnTo>
                <a:lnTo>
                  <a:pt x="17748" y="85556"/>
                </a:lnTo>
                <a:lnTo>
                  <a:pt x="15138" y="83352"/>
                </a:lnTo>
                <a:lnTo>
                  <a:pt x="12747" y="80981"/>
                </a:lnTo>
                <a:lnTo>
                  <a:pt x="10557" y="78468"/>
                </a:lnTo>
                <a:lnTo>
                  <a:pt x="8569" y="75813"/>
                </a:lnTo>
                <a:lnTo>
                  <a:pt x="6785" y="73019"/>
                </a:lnTo>
                <a:lnTo>
                  <a:pt x="5205" y="70087"/>
                </a:lnTo>
                <a:lnTo>
                  <a:pt x="3832" y="67017"/>
                </a:lnTo>
                <a:lnTo>
                  <a:pt x="2667" y="63812"/>
                </a:lnTo>
                <a:lnTo>
                  <a:pt x="1710" y="60472"/>
                </a:lnTo>
                <a:lnTo>
                  <a:pt x="964" y="56999"/>
                </a:lnTo>
                <a:lnTo>
                  <a:pt x="429" y="53395"/>
                </a:lnTo>
                <a:lnTo>
                  <a:pt x="108" y="49660"/>
                </a:lnTo>
                <a:lnTo>
                  <a:pt x="0" y="45796"/>
                </a:lnTo>
                <a:lnTo>
                  <a:pt x="96" y="42315"/>
                </a:lnTo>
                <a:lnTo>
                  <a:pt x="382" y="38961"/>
                </a:lnTo>
                <a:lnTo>
                  <a:pt x="859" y="35733"/>
                </a:lnTo>
                <a:lnTo>
                  <a:pt x="1526" y="32631"/>
                </a:lnTo>
                <a:lnTo>
                  <a:pt x="2381" y="29654"/>
                </a:lnTo>
                <a:lnTo>
                  <a:pt x="3425" y="26802"/>
                </a:lnTo>
                <a:lnTo>
                  <a:pt x="4657" y="24073"/>
                </a:lnTo>
                <a:lnTo>
                  <a:pt x="6075" y="21468"/>
                </a:lnTo>
                <a:lnTo>
                  <a:pt x="7680" y="18985"/>
                </a:lnTo>
                <a:lnTo>
                  <a:pt x="9470" y="16623"/>
                </a:lnTo>
                <a:lnTo>
                  <a:pt x="11445" y="14383"/>
                </a:lnTo>
                <a:lnTo>
                  <a:pt x="13605" y="12263"/>
                </a:lnTo>
                <a:lnTo>
                  <a:pt x="15968" y="10331"/>
                </a:lnTo>
                <a:lnTo>
                  <a:pt x="18460" y="8561"/>
                </a:lnTo>
                <a:lnTo>
                  <a:pt x="21081" y="6952"/>
                </a:lnTo>
                <a:lnTo>
                  <a:pt x="23831" y="5507"/>
                </a:lnTo>
                <a:lnTo>
                  <a:pt x="26712" y="4227"/>
                </a:lnTo>
                <a:lnTo>
                  <a:pt x="29724" y="3114"/>
                </a:lnTo>
                <a:lnTo>
                  <a:pt x="32868" y="2168"/>
                </a:lnTo>
                <a:lnTo>
                  <a:pt x="36144" y="1391"/>
                </a:lnTo>
                <a:lnTo>
                  <a:pt x="39553" y="784"/>
                </a:lnTo>
                <a:lnTo>
                  <a:pt x="43096" y="350"/>
                </a:lnTo>
                <a:lnTo>
                  <a:pt x="46774" y="88"/>
                </a:lnTo>
                <a:lnTo>
                  <a:pt x="50586" y="0"/>
                </a:lnTo>
                <a:close/>
                <a:moveTo>
                  <a:pt x="45604" y="17245"/>
                </a:moveTo>
                <a:lnTo>
                  <a:pt x="43297" y="17345"/>
                </a:lnTo>
                <a:lnTo>
                  <a:pt x="41068" y="17548"/>
                </a:lnTo>
                <a:lnTo>
                  <a:pt x="38919" y="17853"/>
                </a:lnTo>
                <a:lnTo>
                  <a:pt x="36847" y="18260"/>
                </a:lnTo>
                <a:lnTo>
                  <a:pt x="34852" y="18768"/>
                </a:lnTo>
                <a:lnTo>
                  <a:pt x="32934" y="19377"/>
                </a:lnTo>
                <a:lnTo>
                  <a:pt x="31091" y="20085"/>
                </a:lnTo>
                <a:lnTo>
                  <a:pt x="29324" y="20893"/>
                </a:lnTo>
                <a:lnTo>
                  <a:pt x="27631" y="21799"/>
                </a:lnTo>
                <a:lnTo>
                  <a:pt x="26012" y="22803"/>
                </a:lnTo>
                <a:lnTo>
                  <a:pt x="24467" y="23904"/>
                </a:lnTo>
                <a:lnTo>
                  <a:pt x="22994" y="25101"/>
                </a:lnTo>
                <a:lnTo>
                  <a:pt x="21660" y="26431"/>
                </a:lnTo>
                <a:lnTo>
                  <a:pt x="20440" y="27831"/>
                </a:lnTo>
                <a:lnTo>
                  <a:pt x="19332" y="29302"/>
                </a:lnTo>
                <a:lnTo>
                  <a:pt x="18338" y="30843"/>
                </a:lnTo>
                <a:lnTo>
                  <a:pt x="17459" y="32453"/>
                </a:lnTo>
                <a:lnTo>
                  <a:pt x="16694" y="34131"/>
                </a:lnTo>
                <a:lnTo>
                  <a:pt x="16046" y="35878"/>
                </a:lnTo>
                <a:lnTo>
                  <a:pt x="15514" y="37691"/>
                </a:lnTo>
                <a:lnTo>
                  <a:pt x="15099" y="39571"/>
                </a:lnTo>
                <a:lnTo>
                  <a:pt x="14801" y="41517"/>
                </a:lnTo>
                <a:lnTo>
                  <a:pt x="14622" y="43528"/>
                </a:lnTo>
                <a:lnTo>
                  <a:pt x="14563" y="45604"/>
                </a:lnTo>
                <a:lnTo>
                  <a:pt x="14622" y="47959"/>
                </a:lnTo>
                <a:lnTo>
                  <a:pt x="14800" y="50235"/>
                </a:lnTo>
                <a:lnTo>
                  <a:pt x="15096" y="52430"/>
                </a:lnTo>
                <a:lnTo>
                  <a:pt x="15507" y="54546"/>
                </a:lnTo>
                <a:lnTo>
                  <a:pt x="16032" y="56582"/>
                </a:lnTo>
                <a:lnTo>
                  <a:pt x="16670" y="58538"/>
                </a:lnTo>
                <a:lnTo>
                  <a:pt x="17421" y="60414"/>
                </a:lnTo>
                <a:lnTo>
                  <a:pt x="18281" y="62211"/>
                </a:lnTo>
                <a:lnTo>
                  <a:pt x="19251" y="63927"/>
                </a:lnTo>
                <a:lnTo>
                  <a:pt x="20329" y="65564"/>
                </a:lnTo>
                <a:lnTo>
                  <a:pt x="21513" y="67121"/>
                </a:lnTo>
                <a:lnTo>
                  <a:pt x="22802" y="68598"/>
                </a:lnTo>
                <a:lnTo>
                  <a:pt x="24191" y="69987"/>
                </a:lnTo>
                <a:lnTo>
                  <a:pt x="25675" y="71279"/>
                </a:lnTo>
                <a:lnTo>
                  <a:pt x="27254" y="72472"/>
                </a:lnTo>
                <a:lnTo>
                  <a:pt x="28927" y="73566"/>
                </a:lnTo>
                <a:lnTo>
                  <a:pt x="30692" y="74558"/>
                </a:lnTo>
                <a:lnTo>
                  <a:pt x="32550" y="75448"/>
                </a:lnTo>
                <a:lnTo>
                  <a:pt x="34500" y="76234"/>
                </a:lnTo>
                <a:lnTo>
                  <a:pt x="36541" y="76915"/>
                </a:lnTo>
                <a:lnTo>
                  <a:pt x="38673" y="77490"/>
                </a:lnTo>
                <a:lnTo>
                  <a:pt x="40895" y="77957"/>
                </a:lnTo>
                <a:lnTo>
                  <a:pt x="43205" y="78314"/>
                </a:lnTo>
                <a:lnTo>
                  <a:pt x="45604" y="78562"/>
                </a:lnTo>
                <a:lnTo>
                  <a:pt x="45604" y="17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6" name="Original native bar-chart element 136">
            <a:extLst xmlns:a="http://schemas.openxmlformats.org/drawingml/2006/main">
              <a:ext uri="{FF2B5EF4-FFF2-40B4-BE49-F238E27FC236}">
                <a16:creationId xmlns:a16="http://schemas.microsoft.com/office/drawing/2014/main" id="{7BF77B46-1700-43A6-B4FF-6E969457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0" y="2039353"/>
            <a:ext cx="145627" cy="17245"/>
          </a:xfrm>
          <a:custGeom xmlns:a="http://schemas.openxmlformats.org/drawingml/2006/main">
            <a:pathLst>
              <a:path w="145627" h="17245">
                <a:moveTo>
                  <a:pt x="0" y="17245"/>
                </a:moveTo>
                <a:lnTo>
                  <a:pt x="0" y="0"/>
                </a:lnTo>
                <a:lnTo>
                  <a:pt x="145627" y="0"/>
                </a:lnTo>
                <a:lnTo>
                  <a:pt x="145627" y="17245"/>
                </a:lnTo>
                <a:lnTo>
                  <a:pt x="0" y="17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7" name="Original native bar-chart element 137">
            <a:extLst xmlns:a="http://schemas.openxmlformats.org/drawingml/2006/main">
              <a:ext uri="{FF2B5EF4-FFF2-40B4-BE49-F238E27FC236}">
                <a16:creationId xmlns:a16="http://schemas.microsoft.com/office/drawing/2014/main" id="{D478C8AB-E330-4D06-ACBB-5CF7946A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73" y="1921319"/>
            <a:ext cx="109795" cy="88526"/>
          </a:xfrm>
          <a:custGeom xmlns:a="http://schemas.openxmlformats.org/drawingml/2006/main">
            <a:pathLst>
              <a:path w="109795" h="88526">
                <a:moveTo>
                  <a:pt x="54610" y="34299"/>
                </a:moveTo>
                <a:lnTo>
                  <a:pt x="54646" y="37704"/>
                </a:lnTo>
                <a:lnTo>
                  <a:pt x="54752" y="40926"/>
                </a:lnTo>
                <a:lnTo>
                  <a:pt x="54927" y="43966"/>
                </a:lnTo>
                <a:lnTo>
                  <a:pt x="55171" y="46825"/>
                </a:lnTo>
                <a:lnTo>
                  <a:pt x="55480" y="49502"/>
                </a:lnTo>
                <a:lnTo>
                  <a:pt x="55855" y="51999"/>
                </a:lnTo>
                <a:lnTo>
                  <a:pt x="56294" y="54317"/>
                </a:lnTo>
                <a:lnTo>
                  <a:pt x="56796" y="56455"/>
                </a:lnTo>
                <a:lnTo>
                  <a:pt x="57358" y="58415"/>
                </a:lnTo>
                <a:lnTo>
                  <a:pt x="57981" y="60198"/>
                </a:lnTo>
                <a:lnTo>
                  <a:pt x="58662" y="61803"/>
                </a:lnTo>
                <a:lnTo>
                  <a:pt x="59400" y="63233"/>
                </a:lnTo>
                <a:lnTo>
                  <a:pt x="60259" y="64518"/>
                </a:lnTo>
                <a:lnTo>
                  <a:pt x="61206" y="65692"/>
                </a:lnTo>
                <a:lnTo>
                  <a:pt x="62242" y="66754"/>
                </a:lnTo>
                <a:lnTo>
                  <a:pt x="63367" y="67704"/>
                </a:lnTo>
                <a:lnTo>
                  <a:pt x="64584" y="68542"/>
                </a:lnTo>
                <a:lnTo>
                  <a:pt x="65891" y="69268"/>
                </a:lnTo>
                <a:lnTo>
                  <a:pt x="67291" y="69883"/>
                </a:lnTo>
                <a:lnTo>
                  <a:pt x="68782" y="70386"/>
                </a:lnTo>
                <a:lnTo>
                  <a:pt x="70367" y="70777"/>
                </a:lnTo>
                <a:lnTo>
                  <a:pt x="72046" y="71057"/>
                </a:lnTo>
                <a:lnTo>
                  <a:pt x="73819" y="71225"/>
                </a:lnTo>
                <a:lnTo>
                  <a:pt x="75688" y="71280"/>
                </a:lnTo>
                <a:lnTo>
                  <a:pt x="77196" y="71240"/>
                </a:lnTo>
                <a:lnTo>
                  <a:pt x="78656" y="71120"/>
                </a:lnTo>
                <a:lnTo>
                  <a:pt x="80065" y="70918"/>
                </a:lnTo>
                <a:lnTo>
                  <a:pt x="81422" y="70635"/>
                </a:lnTo>
                <a:lnTo>
                  <a:pt x="82726" y="70269"/>
                </a:lnTo>
                <a:lnTo>
                  <a:pt x="83975" y="69819"/>
                </a:lnTo>
                <a:lnTo>
                  <a:pt x="85168" y="69286"/>
                </a:lnTo>
                <a:lnTo>
                  <a:pt x="86304" y="68669"/>
                </a:lnTo>
                <a:lnTo>
                  <a:pt x="87382" y="67966"/>
                </a:lnTo>
                <a:lnTo>
                  <a:pt x="88400" y="67178"/>
                </a:lnTo>
                <a:lnTo>
                  <a:pt x="89356" y="66303"/>
                </a:lnTo>
                <a:lnTo>
                  <a:pt x="90250" y="65340"/>
                </a:lnTo>
                <a:lnTo>
                  <a:pt x="91121" y="64303"/>
                </a:lnTo>
                <a:lnTo>
                  <a:pt x="91912" y="63202"/>
                </a:lnTo>
                <a:lnTo>
                  <a:pt x="92624" y="62038"/>
                </a:lnTo>
                <a:lnTo>
                  <a:pt x="93259" y="60813"/>
                </a:lnTo>
                <a:lnTo>
                  <a:pt x="93817" y="59526"/>
                </a:lnTo>
                <a:lnTo>
                  <a:pt x="94298" y="58179"/>
                </a:lnTo>
                <a:lnTo>
                  <a:pt x="94703" y="56772"/>
                </a:lnTo>
                <a:lnTo>
                  <a:pt x="95033" y="55305"/>
                </a:lnTo>
                <a:lnTo>
                  <a:pt x="95289" y="53781"/>
                </a:lnTo>
                <a:lnTo>
                  <a:pt x="95471" y="52198"/>
                </a:lnTo>
                <a:lnTo>
                  <a:pt x="95579" y="50558"/>
                </a:lnTo>
                <a:lnTo>
                  <a:pt x="95615" y="48862"/>
                </a:lnTo>
                <a:lnTo>
                  <a:pt x="95547" y="46506"/>
                </a:lnTo>
                <a:lnTo>
                  <a:pt x="95342" y="44231"/>
                </a:lnTo>
                <a:lnTo>
                  <a:pt x="94999" y="42035"/>
                </a:lnTo>
                <a:lnTo>
                  <a:pt x="94515" y="39920"/>
                </a:lnTo>
                <a:lnTo>
                  <a:pt x="93891" y="37884"/>
                </a:lnTo>
                <a:lnTo>
                  <a:pt x="93124" y="35928"/>
                </a:lnTo>
                <a:lnTo>
                  <a:pt x="92214" y="34051"/>
                </a:lnTo>
                <a:lnTo>
                  <a:pt x="91159" y="32255"/>
                </a:lnTo>
                <a:lnTo>
                  <a:pt x="89957" y="30538"/>
                </a:lnTo>
                <a:lnTo>
                  <a:pt x="88607" y="28902"/>
                </a:lnTo>
                <a:lnTo>
                  <a:pt x="87109" y="27345"/>
                </a:lnTo>
                <a:lnTo>
                  <a:pt x="85460" y="25868"/>
                </a:lnTo>
                <a:lnTo>
                  <a:pt x="83735" y="24491"/>
                </a:lnTo>
                <a:lnTo>
                  <a:pt x="81915" y="23233"/>
                </a:lnTo>
                <a:lnTo>
                  <a:pt x="79999" y="22095"/>
                </a:lnTo>
                <a:lnTo>
                  <a:pt x="77987" y="21078"/>
                </a:lnTo>
                <a:lnTo>
                  <a:pt x="75879" y="20179"/>
                </a:lnTo>
                <a:lnTo>
                  <a:pt x="73676" y="19401"/>
                </a:lnTo>
                <a:lnTo>
                  <a:pt x="71376" y="18742"/>
                </a:lnTo>
                <a:lnTo>
                  <a:pt x="68981" y="18203"/>
                </a:lnTo>
                <a:lnTo>
                  <a:pt x="66490" y="17784"/>
                </a:lnTo>
                <a:lnTo>
                  <a:pt x="63903" y="17485"/>
                </a:lnTo>
                <a:lnTo>
                  <a:pt x="61221" y="17305"/>
                </a:lnTo>
                <a:lnTo>
                  <a:pt x="58442" y="17245"/>
                </a:lnTo>
                <a:lnTo>
                  <a:pt x="54610" y="17245"/>
                </a:lnTo>
                <a:lnTo>
                  <a:pt x="54610" y="34299"/>
                </a:lnTo>
                <a:close/>
                <a:moveTo>
                  <a:pt x="47520" y="0"/>
                </a:moveTo>
                <a:lnTo>
                  <a:pt x="107304" y="0"/>
                </a:lnTo>
                <a:lnTo>
                  <a:pt x="107304" y="17245"/>
                </a:lnTo>
                <a:lnTo>
                  <a:pt x="91400" y="17245"/>
                </a:lnTo>
                <a:lnTo>
                  <a:pt x="92989" y="18271"/>
                </a:lnTo>
                <a:lnTo>
                  <a:pt x="94499" y="19336"/>
                </a:lnTo>
                <a:lnTo>
                  <a:pt x="95930" y="20440"/>
                </a:lnTo>
                <a:lnTo>
                  <a:pt x="97283" y="21581"/>
                </a:lnTo>
                <a:lnTo>
                  <a:pt x="98559" y="22760"/>
                </a:lnTo>
                <a:lnTo>
                  <a:pt x="99759" y="23976"/>
                </a:lnTo>
                <a:lnTo>
                  <a:pt x="100883" y="25227"/>
                </a:lnTo>
                <a:lnTo>
                  <a:pt x="101932" y="26514"/>
                </a:lnTo>
                <a:lnTo>
                  <a:pt x="102906" y="27835"/>
                </a:lnTo>
                <a:lnTo>
                  <a:pt x="103806" y="29190"/>
                </a:lnTo>
                <a:lnTo>
                  <a:pt x="104633" y="30579"/>
                </a:lnTo>
                <a:lnTo>
                  <a:pt x="105388" y="32000"/>
                </a:lnTo>
                <a:lnTo>
                  <a:pt x="106078" y="33468"/>
                </a:lnTo>
                <a:lnTo>
                  <a:pt x="106712" y="35000"/>
                </a:lnTo>
                <a:lnTo>
                  <a:pt x="107289" y="36592"/>
                </a:lnTo>
                <a:lnTo>
                  <a:pt x="107808" y="38245"/>
                </a:lnTo>
                <a:lnTo>
                  <a:pt x="108268" y="39956"/>
                </a:lnTo>
                <a:lnTo>
                  <a:pt x="108669" y="41724"/>
                </a:lnTo>
                <a:lnTo>
                  <a:pt x="109010" y="43548"/>
                </a:lnTo>
                <a:lnTo>
                  <a:pt x="109291" y="45427"/>
                </a:lnTo>
                <a:lnTo>
                  <a:pt x="109510" y="47359"/>
                </a:lnTo>
                <a:lnTo>
                  <a:pt x="109668" y="49342"/>
                </a:lnTo>
                <a:lnTo>
                  <a:pt x="109763" y="51377"/>
                </a:lnTo>
                <a:lnTo>
                  <a:pt x="109795" y="53460"/>
                </a:lnTo>
                <a:lnTo>
                  <a:pt x="109735" y="56099"/>
                </a:lnTo>
                <a:lnTo>
                  <a:pt x="109554" y="58649"/>
                </a:lnTo>
                <a:lnTo>
                  <a:pt x="109253" y="61110"/>
                </a:lnTo>
                <a:lnTo>
                  <a:pt x="108830" y="63481"/>
                </a:lnTo>
                <a:lnTo>
                  <a:pt x="108284" y="65762"/>
                </a:lnTo>
                <a:lnTo>
                  <a:pt x="107615" y="67951"/>
                </a:lnTo>
                <a:lnTo>
                  <a:pt x="106823" y="70049"/>
                </a:lnTo>
                <a:lnTo>
                  <a:pt x="105906" y="72054"/>
                </a:lnTo>
                <a:lnTo>
                  <a:pt x="104864" y="73966"/>
                </a:lnTo>
                <a:lnTo>
                  <a:pt x="103696" y="75784"/>
                </a:lnTo>
                <a:lnTo>
                  <a:pt x="102402" y="77508"/>
                </a:lnTo>
                <a:lnTo>
                  <a:pt x="100981" y="79137"/>
                </a:lnTo>
                <a:lnTo>
                  <a:pt x="99452" y="80650"/>
                </a:lnTo>
                <a:lnTo>
                  <a:pt x="97835" y="82028"/>
                </a:lnTo>
                <a:lnTo>
                  <a:pt x="96130" y="83271"/>
                </a:lnTo>
                <a:lnTo>
                  <a:pt x="94338" y="84381"/>
                </a:lnTo>
                <a:lnTo>
                  <a:pt x="92458" y="85358"/>
                </a:lnTo>
                <a:lnTo>
                  <a:pt x="90490" y="86202"/>
                </a:lnTo>
                <a:lnTo>
                  <a:pt x="88434" y="86915"/>
                </a:lnTo>
                <a:lnTo>
                  <a:pt x="86290" y="87497"/>
                </a:lnTo>
                <a:lnTo>
                  <a:pt x="84059" y="87948"/>
                </a:lnTo>
                <a:lnTo>
                  <a:pt x="81739" y="88269"/>
                </a:lnTo>
                <a:lnTo>
                  <a:pt x="79332" y="88462"/>
                </a:lnTo>
                <a:lnTo>
                  <a:pt x="76837" y="88526"/>
                </a:lnTo>
                <a:lnTo>
                  <a:pt x="73975" y="88446"/>
                </a:lnTo>
                <a:lnTo>
                  <a:pt x="71232" y="88205"/>
                </a:lnTo>
                <a:lnTo>
                  <a:pt x="68607" y="87801"/>
                </a:lnTo>
                <a:lnTo>
                  <a:pt x="66100" y="87234"/>
                </a:lnTo>
                <a:lnTo>
                  <a:pt x="63710" y="86502"/>
                </a:lnTo>
                <a:lnTo>
                  <a:pt x="61436" y="85604"/>
                </a:lnTo>
                <a:lnTo>
                  <a:pt x="59278" y="84537"/>
                </a:lnTo>
                <a:lnTo>
                  <a:pt x="57236" y="83302"/>
                </a:lnTo>
                <a:lnTo>
                  <a:pt x="55308" y="81897"/>
                </a:lnTo>
                <a:lnTo>
                  <a:pt x="53493" y="80320"/>
                </a:lnTo>
                <a:lnTo>
                  <a:pt x="51792" y="78570"/>
                </a:lnTo>
                <a:lnTo>
                  <a:pt x="50203" y="76646"/>
                </a:lnTo>
                <a:lnTo>
                  <a:pt x="48778" y="74602"/>
                </a:lnTo>
                <a:lnTo>
                  <a:pt x="47473" y="72397"/>
                </a:lnTo>
                <a:lnTo>
                  <a:pt x="46290" y="70032"/>
                </a:lnTo>
                <a:lnTo>
                  <a:pt x="45228" y="67505"/>
                </a:lnTo>
                <a:lnTo>
                  <a:pt x="44289" y="64816"/>
                </a:lnTo>
                <a:lnTo>
                  <a:pt x="43472" y="61963"/>
                </a:lnTo>
                <a:lnTo>
                  <a:pt x="42780" y="58947"/>
                </a:lnTo>
                <a:lnTo>
                  <a:pt x="42212" y="55767"/>
                </a:lnTo>
                <a:lnTo>
                  <a:pt x="41769" y="52421"/>
                </a:lnTo>
                <a:lnTo>
                  <a:pt x="41452" y="48910"/>
                </a:lnTo>
                <a:lnTo>
                  <a:pt x="41261" y="45233"/>
                </a:lnTo>
                <a:lnTo>
                  <a:pt x="41197" y="41389"/>
                </a:lnTo>
                <a:lnTo>
                  <a:pt x="41197" y="17245"/>
                </a:lnTo>
                <a:lnTo>
                  <a:pt x="39472" y="17245"/>
                </a:lnTo>
                <a:lnTo>
                  <a:pt x="37544" y="17301"/>
                </a:lnTo>
                <a:lnTo>
                  <a:pt x="35688" y="17468"/>
                </a:lnTo>
                <a:lnTo>
                  <a:pt x="33904" y="17745"/>
                </a:lnTo>
                <a:lnTo>
                  <a:pt x="32191" y="18132"/>
                </a:lnTo>
                <a:lnTo>
                  <a:pt x="30550" y="18629"/>
                </a:lnTo>
                <a:lnTo>
                  <a:pt x="28982" y="19233"/>
                </a:lnTo>
                <a:lnTo>
                  <a:pt x="27485" y="19946"/>
                </a:lnTo>
                <a:lnTo>
                  <a:pt x="26059" y="20765"/>
                </a:lnTo>
                <a:lnTo>
                  <a:pt x="24706" y="21691"/>
                </a:lnTo>
                <a:lnTo>
                  <a:pt x="23425" y="22723"/>
                </a:lnTo>
                <a:lnTo>
                  <a:pt x="22215" y="23860"/>
                </a:lnTo>
                <a:lnTo>
                  <a:pt x="21078" y="25101"/>
                </a:lnTo>
                <a:lnTo>
                  <a:pt x="20064" y="26439"/>
                </a:lnTo>
                <a:lnTo>
                  <a:pt x="19131" y="27864"/>
                </a:lnTo>
                <a:lnTo>
                  <a:pt x="18281" y="29377"/>
                </a:lnTo>
                <a:lnTo>
                  <a:pt x="17515" y="30978"/>
                </a:lnTo>
                <a:lnTo>
                  <a:pt x="16834" y="32666"/>
                </a:lnTo>
                <a:lnTo>
                  <a:pt x="16239" y="34443"/>
                </a:lnTo>
                <a:lnTo>
                  <a:pt x="15733" y="36307"/>
                </a:lnTo>
                <a:lnTo>
                  <a:pt x="15315" y="38259"/>
                </a:lnTo>
                <a:lnTo>
                  <a:pt x="14988" y="40299"/>
                </a:lnTo>
                <a:lnTo>
                  <a:pt x="14753" y="42427"/>
                </a:lnTo>
                <a:lnTo>
                  <a:pt x="14610" y="44642"/>
                </a:lnTo>
                <a:lnTo>
                  <a:pt x="14563" y="46945"/>
                </a:lnTo>
                <a:lnTo>
                  <a:pt x="14579" y="48471"/>
                </a:lnTo>
                <a:lnTo>
                  <a:pt x="14627" y="49981"/>
                </a:lnTo>
                <a:lnTo>
                  <a:pt x="14706" y="51478"/>
                </a:lnTo>
                <a:lnTo>
                  <a:pt x="14818" y="52964"/>
                </a:lnTo>
                <a:lnTo>
                  <a:pt x="14962" y="54438"/>
                </a:lnTo>
                <a:lnTo>
                  <a:pt x="15138" y="55903"/>
                </a:lnTo>
                <a:lnTo>
                  <a:pt x="15345" y="57361"/>
                </a:lnTo>
                <a:lnTo>
                  <a:pt x="15585" y="58811"/>
                </a:lnTo>
                <a:lnTo>
                  <a:pt x="15856" y="60257"/>
                </a:lnTo>
                <a:lnTo>
                  <a:pt x="16159" y="61698"/>
                </a:lnTo>
                <a:lnTo>
                  <a:pt x="16495" y="63137"/>
                </a:lnTo>
                <a:lnTo>
                  <a:pt x="16862" y="64574"/>
                </a:lnTo>
                <a:lnTo>
                  <a:pt x="17257" y="66003"/>
                </a:lnTo>
                <a:lnTo>
                  <a:pt x="17676" y="67417"/>
                </a:lnTo>
                <a:lnTo>
                  <a:pt x="18119" y="68816"/>
                </a:lnTo>
                <a:lnTo>
                  <a:pt x="18587" y="70202"/>
                </a:lnTo>
                <a:lnTo>
                  <a:pt x="19078" y="71574"/>
                </a:lnTo>
                <a:lnTo>
                  <a:pt x="19593" y="72933"/>
                </a:lnTo>
                <a:lnTo>
                  <a:pt x="20131" y="74280"/>
                </a:lnTo>
                <a:lnTo>
                  <a:pt x="20694" y="75617"/>
                </a:lnTo>
                <a:lnTo>
                  <a:pt x="21281" y="76942"/>
                </a:lnTo>
                <a:lnTo>
                  <a:pt x="21892" y="78257"/>
                </a:lnTo>
                <a:lnTo>
                  <a:pt x="22527" y="79564"/>
                </a:lnTo>
                <a:lnTo>
                  <a:pt x="23185" y="80861"/>
                </a:lnTo>
                <a:lnTo>
                  <a:pt x="7281" y="80861"/>
                </a:lnTo>
                <a:lnTo>
                  <a:pt x="6715" y="79328"/>
                </a:lnTo>
                <a:lnTo>
                  <a:pt x="6165" y="77796"/>
                </a:lnTo>
                <a:lnTo>
                  <a:pt x="5635" y="76265"/>
                </a:lnTo>
                <a:lnTo>
                  <a:pt x="5124" y="74737"/>
                </a:lnTo>
                <a:lnTo>
                  <a:pt x="4634" y="73210"/>
                </a:lnTo>
                <a:lnTo>
                  <a:pt x="4168" y="71688"/>
                </a:lnTo>
                <a:lnTo>
                  <a:pt x="3725" y="70169"/>
                </a:lnTo>
                <a:lnTo>
                  <a:pt x="3307" y="68655"/>
                </a:lnTo>
                <a:lnTo>
                  <a:pt x="2916" y="67146"/>
                </a:lnTo>
                <a:lnTo>
                  <a:pt x="2553" y="65643"/>
                </a:lnTo>
                <a:lnTo>
                  <a:pt x="2219" y="64147"/>
                </a:lnTo>
                <a:lnTo>
                  <a:pt x="1916" y="62658"/>
                </a:lnTo>
                <a:lnTo>
                  <a:pt x="1637" y="61177"/>
                </a:lnTo>
                <a:lnTo>
                  <a:pt x="1375" y="59703"/>
                </a:lnTo>
                <a:lnTo>
                  <a:pt x="1132" y="58236"/>
                </a:lnTo>
                <a:lnTo>
                  <a:pt x="908" y="56775"/>
                </a:lnTo>
                <a:lnTo>
                  <a:pt x="706" y="55319"/>
                </a:lnTo>
                <a:lnTo>
                  <a:pt x="527" y="53867"/>
                </a:lnTo>
                <a:lnTo>
                  <a:pt x="371" y="52420"/>
                </a:lnTo>
                <a:lnTo>
                  <a:pt x="241" y="50976"/>
                </a:lnTo>
                <a:lnTo>
                  <a:pt x="138" y="49535"/>
                </a:lnTo>
                <a:lnTo>
                  <a:pt x="62" y="48096"/>
                </a:lnTo>
                <a:lnTo>
                  <a:pt x="16" y="46658"/>
                </a:lnTo>
                <a:lnTo>
                  <a:pt x="0" y="45221"/>
                </a:lnTo>
                <a:lnTo>
                  <a:pt x="84" y="41516"/>
                </a:lnTo>
                <a:lnTo>
                  <a:pt x="334" y="37972"/>
                </a:lnTo>
                <a:lnTo>
                  <a:pt x="751" y="34586"/>
                </a:lnTo>
                <a:lnTo>
                  <a:pt x="1334" y="31361"/>
                </a:lnTo>
                <a:lnTo>
                  <a:pt x="2082" y="28295"/>
                </a:lnTo>
                <a:lnTo>
                  <a:pt x="2994" y="25389"/>
                </a:lnTo>
                <a:lnTo>
                  <a:pt x="4070" y="22642"/>
                </a:lnTo>
                <a:lnTo>
                  <a:pt x="5308" y="20056"/>
                </a:lnTo>
                <a:lnTo>
                  <a:pt x="6709" y="17628"/>
                </a:lnTo>
                <a:lnTo>
                  <a:pt x="8272" y="15361"/>
                </a:lnTo>
                <a:lnTo>
                  <a:pt x="9996" y="13253"/>
                </a:lnTo>
                <a:lnTo>
                  <a:pt x="11880" y="11305"/>
                </a:lnTo>
                <a:lnTo>
                  <a:pt x="13928" y="9513"/>
                </a:lnTo>
                <a:lnTo>
                  <a:pt x="16143" y="7873"/>
                </a:lnTo>
                <a:lnTo>
                  <a:pt x="18527" y="6386"/>
                </a:lnTo>
                <a:lnTo>
                  <a:pt x="21078" y="5053"/>
                </a:lnTo>
                <a:lnTo>
                  <a:pt x="23796" y="3874"/>
                </a:lnTo>
                <a:lnTo>
                  <a:pt x="26682" y="2850"/>
                </a:lnTo>
                <a:lnTo>
                  <a:pt x="29736" y="1982"/>
                </a:lnTo>
                <a:lnTo>
                  <a:pt x="32958" y="1270"/>
                </a:lnTo>
                <a:lnTo>
                  <a:pt x="36347" y="716"/>
                </a:lnTo>
                <a:lnTo>
                  <a:pt x="39904" y="318"/>
                </a:lnTo>
                <a:lnTo>
                  <a:pt x="43628" y="80"/>
                </a:lnTo>
                <a:lnTo>
                  <a:pt x="4752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8" name="Original native bar-chart element 138">
            <a:extLst xmlns:a="http://schemas.openxmlformats.org/drawingml/2006/main">
              <a:ext uri="{FF2B5EF4-FFF2-40B4-BE49-F238E27FC236}">
                <a16:creationId xmlns:a16="http://schemas.microsoft.com/office/drawing/2014/main" id="{14DD768D-A5AE-465D-AE64-C850335E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64" y="1833369"/>
            <a:ext cx="134513" cy="65340"/>
          </a:xfrm>
          <a:custGeom xmlns:a="http://schemas.openxmlformats.org/drawingml/2006/main">
            <a:pathLst>
              <a:path w="134513" h="65340">
                <a:moveTo>
                  <a:pt x="0" y="35449"/>
                </a:moveTo>
                <a:lnTo>
                  <a:pt x="29700" y="35449"/>
                </a:lnTo>
                <a:lnTo>
                  <a:pt x="29700" y="0"/>
                </a:lnTo>
                <a:lnTo>
                  <a:pt x="43113" y="0"/>
                </a:lnTo>
                <a:lnTo>
                  <a:pt x="43113" y="35449"/>
                </a:lnTo>
                <a:lnTo>
                  <a:pt x="100022" y="35449"/>
                </a:lnTo>
                <a:lnTo>
                  <a:pt x="102114" y="35425"/>
                </a:lnTo>
                <a:lnTo>
                  <a:pt x="104077" y="35353"/>
                </a:lnTo>
                <a:lnTo>
                  <a:pt x="105912" y="35233"/>
                </a:lnTo>
                <a:lnTo>
                  <a:pt x="107616" y="35065"/>
                </a:lnTo>
                <a:lnTo>
                  <a:pt x="109190" y="34850"/>
                </a:lnTo>
                <a:lnTo>
                  <a:pt x="110633" y="34586"/>
                </a:lnTo>
                <a:lnTo>
                  <a:pt x="111944" y="34275"/>
                </a:lnTo>
                <a:lnTo>
                  <a:pt x="113123" y="33916"/>
                </a:lnTo>
                <a:lnTo>
                  <a:pt x="114169" y="33508"/>
                </a:lnTo>
                <a:lnTo>
                  <a:pt x="115081" y="33053"/>
                </a:lnTo>
                <a:lnTo>
                  <a:pt x="115859" y="32550"/>
                </a:lnTo>
                <a:lnTo>
                  <a:pt x="116501" y="32000"/>
                </a:lnTo>
                <a:lnTo>
                  <a:pt x="117096" y="31373"/>
                </a:lnTo>
                <a:lnTo>
                  <a:pt x="117636" y="30642"/>
                </a:lnTo>
                <a:lnTo>
                  <a:pt x="118121" y="29808"/>
                </a:lnTo>
                <a:lnTo>
                  <a:pt x="118552" y="28870"/>
                </a:lnTo>
                <a:lnTo>
                  <a:pt x="118930" y="27828"/>
                </a:lnTo>
                <a:lnTo>
                  <a:pt x="119256" y="26682"/>
                </a:lnTo>
                <a:lnTo>
                  <a:pt x="119529" y="25433"/>
                </a:lnTo>
                <a:lnTo>
                  <a:pt x="119752" y="24079"/>
                </a:lnTo>
                <a:lnTo>
                  <a:pt x="119923" y="22622"/>
                </a:lnTo>
                <a:lnTo>
                  <a:pt x="120045" y="21062"/>
                </a:lnTo>
                <a:lnTo>
                  <a:pt x="120118" y="19397"/>
                </a:lnTo>
                <a:lnTo>
                  <a:pt x="120142" y="17628"/>
                </a:lnTo>
                <a:lnTo>
                  <a:pt x="120142" y="0"/>
                </a:lnTo>
                <a:lnTo>
                  <a:pt x="134513" y="0"/>
                </a:lnTo>
                <a:lnTo>
                  <a:pt x="134513" y="17628"/>
                </a:lnTo>
                <a:lnTo>
                  <a:pt x="134461" y="20894"/>
                </a:lnTo>
                <a:lnTo>
                  <a:pt x="134305" y="23984"/>
                </a:lnTo>
                <a:lnTo>
                  <a:pt x="134046" y="26898"/>
                </a:lnTo>
                <a:lnTo>
                  <a:pt x="133683" y="29636"/>
                </a:lnTo>
                <a:lnTo>
                  <a:pt x="133216" y="32199"/>
                </a:lnTo>
                <a:lnTo>
                  <a:pt x="132645" y="34586"/>
                </a:lnTo>
                <a:lnTo>
                  <a:pt x="131970" y="36798"/>
                </a:lnTo>
                <a:lnTo>
                  <a:pt x="131192" y="38834"/>
                </a:lnTo>
                <a:lnTo>
                  <a:pt x="130309" y="40694"/>
                </a:lnTo>
                <a:lnTo>
                  <a:pt x="129323" y="42379"/>
                </a:lnTo>
                <a:lnTo>
                  <a:pt x="128234" y="43888"/>
                </a:lnTo>
                <a:lnTo>
                  <a:pt x="127040" y="45221"/>
                </a:lnTo>
                <a:lnTo>
                  <a:pt x="125711" y="46414"/>
                </a:lnTo>
                <a:lnTo>
                  <a:pt x="124214" y="47504"/>
                </a:lnTo>
                <a:lnTo>
                  <a:pt x="122549" y="48490"/>
                </a:lnTo>
                <a:lnTo>
                  <a:pt x="120717" y="49373"/>
                </a:lnTo>
                <a:lnTo>
                  <a:pt x="118717" y="50151"/>
                </a:lnTo>
                <a:lnTo>
                  <a:pt x="116549" y="50826"/>
                </a:lnTo>
                <a:lnTo>
                  <a:pt x="114214" y="51396"/>
                </a:lnTo>
                <a:lnTo>
                  <a:pt x="111711" y="51864"/>
                </a:lnTo>
                <a:lnTo>
                  <a:pt x="109040" y="52227"/>
                </a:lnTo>
                <a:lnTo>
                  <a:pt x="106202" y="52486"/>
                </a:lnTo>
                <a:lnTo>
                  <a:pt x="103196" y="52642"/>
                </a:lnTo>
                <a:lnTo>
                  <a:pt x="100022" y="52694"/>
                </a:lnTo>
                <a:lnTo>
                  <a:pt x="43113" y="52694"/>
                </a:lnTo>
                <a:lnTo>
                  <a:pt x="43113" y="65340"/>
                </a:lnTo>
                <a:lnTo>
                  <a:pt x="29700" y="65340"/>
                </a:lnTo>
                <a:lnTo>
                  <a:pt x="29700" y="52694"/>
                </a:lnTo>
                <a:lnTo>
                  <a:pt x="0" y="52694"/>
                </a:lnTo>
                <a:lnTo>
                  <a:pt x="0" y="354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9" name="Original native bar-chart element 139">
            <a:extLst xmlns:a="http://schemas.openxmlformats.org/drawingml/2006/main">
              <a:ext uri="{FF2B5EF4-FFF2-40B4-BE49-F238E27FC236}">
                <a16:creationId xmlns:a16="http://schemas.microsoft.com/office/drawing/2014/main" id="{EE0E9378-22C2-40B3-B573-EE2AA497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0" y="1793513"/>
            <a:ext cx="145627" cy="17245"/>
          </a:xfrm>
          <a:custGeom xmlns:a="http://schemas.openxmlformats.org/drawingml/2006/main">
            <a:pathLst>
              <a:path w="145627" h="17245">
                <a:moveTo>
                  <a:pt x="40814" y="17245"/>
                </a:moveTo>
                <a:lnTo>
                  <a:pt x="40814" y="0"/>
                </a:lnTo>
                <a:lnTo>
                  <a:pt x="145627" y="0"/>
                </a:lnTo>
                <a:lnTo>
                  <a:pt x="145627" y="17245"/>
                </a:lnTo>
                <a:lnTo>
                  <a:pt x="40814" y="17245"/>
                </a:lnTo>
                <a:close/>
                <a:moveTo>
                  <a:pt x="0" y="17245"/>
                </a:moveTo>
                <a:lnTo>
                  <a:pt x="0" y="0"/>
                </a:lnTo>
                <a:lnTo>
                  <a:pt x="21844" y="0"/>
                </a:lnTo>
                <a:lnTo>
                  <a:pt x="21844" y="17245"/>
                </a:lnTo>
                <a:lnTo>
                  <a:pt x="0" y="17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40" name="Original native bar-chart element 140">
            <a:extLst xmlns:a="http://schemas.openxmlformats.org/drawingml/2006/main">
              <a:ext uri="{FF2B5EF4-FFF2-40B4-BE49-F238E27FC236}">
                <a16:creationId xmlns:a16="http://schemas.microsoft.com/office/drawing/2014/main" id="{896DD3F2-38C6-477E-9C29-8B4850C7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64" y="1667814"/>
            <a:ext cx="104813" cy="101939"/>
          </a:xfrm>
          <a:custGeom xmlns:a="http://schemas.openxmlformats.org/drawingml/2006/main">
            <a:pathLst>
              <a:path w="104813" h="101939">
                <a:moveTo>
                  <a:pt x="0" y="101939"/>
                </a:moveTo>
                <a:lnTo>
                  <a:pt x="0" y="83735"/>
                </a:lnTo>
                <a:lnTo>
                  <a:pt x="87951" y="50969"/>
                </a:lnTo>
                <a:lnTo>
                  <a:pt x="0" y="18203"/>
                </a:lnTo>
                <a:lnTo>
                  <a:pt x="0" y="0"/>
                </a:lnTo>
                <a:lnTo>
                  <a:pt x="104813" y="39281"/>
                </a:lnTo>
                <a:lnTo>
                  <a:pt x="104813" y="62658"/>
                </a:lnTo>
                <a:lnTo>
                  <a:pt x="0" y="1019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41" name="Original native bar-chart element 141">
            <a:extLst xmlns:a="http://schemas.openxmlformats.org/drawingml/2006/main">
              <a:ext uri="{FF2B5EF4-FFF2-40B4-BE49-F238E27FC236}">
                <a16:creationId xmlns:a16="http://schemas.microsoft.com/office/drawing/2014/main" id="{28F884BE-CC7D-44F8-9319-1F6F03EF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73" y="1554379"/>
            <a:ext cx="109795" cy="97148"/>
          </a:xfrm>
          <a:custGeom xmlns:a="http://schemas.openxmlformats.org/drawingml/2006/main">
            <a:pathLst>
              <a:path w="109795" h="97148">
                <a:moveTo>
                  <a:pt x="50586" y="0"/>
                </a:moveTo>
                <a:lnTo>
                  <a:pt x="59017" y="0"/>
                </a:lnTo>
                <a:lnTo>
                  <a:pt x="59017" y="79137"/>
                </a:lnTo>
                <a:lnTo>
                  <a:pt x="61931" y="78889"/>
                </a:lnTo>
                <a:lnTo>
                  <a:pt x="64732" y="78528"/>
                </a:lnTo>
                <a:lnTo>
                  <a:pt x="67418" y="78053"/>
                </a:lnTo>
                <a:lnTo>
                  <a:pt x="69989" y="77462"/>
                </a:lnTo>
                <a:lnTo>
                  <a:pt x="72442" y="76754"/>
                </a:lnTo>
                <a:lnTo>
                  <a:pt x="74777" y="75927"/>
                </a:lnTo>
                <a:lnTo>
                  <a:pt x="76993" y="74981"/>
                </a:lnTo>
                <a:lnTo>
                  <a:pt x="79087" y="73913"/>
                </a:lnTo>
                <a:lnTo>
                  <a:pt x="81059" y="72723"/>
                </a:lnTo>
                <a:lnTo>
                  <a:pt x="82907" y="71410"/>
                </a:lnTo>
                <a:lnTo>
                  <a:pt x="84630" y="69971"/>
                </a:lnTo>
                <a:lnTo>
                  <a:pt x="86226" y="68406"/>
                </a:lnTo>
                <a:lnTo>
                  <a:pt x="87695" y="66773"/>
                </a:lnTo>
                <a:lnTo>
                  <a:pt x="89037" y="65036"/>
                </a:lnTo>
                <a:lnTo>
                  <a:pt x="90250" y="63194"/>
                </a:lnTo>
                <a:lnTo>
                  <a:pt x="91336" y="61246"/>
                </a:lnTo>
                <a:lnTo>
                  <a:pt x="92294" y="59191"/>
                </a:lnTo>
                <a:lnTo>
                  <a:pt x="93124" y="57029"/>
                </a:lnTo>
                <a:lnTo>
                  <a:pt x="93827" y="54760"/>
                </a:lnTo>
                <a:lnTo>
                  <a:pt x="94402" y="52382"/>
                </a:lnTo>
                <a:lnTo>
                  <a:pt x="94849" y="49894"/>
                </a:lnTo>
                <a:lnTo>
                  <a:pt x="95168" y="47298"/>
                </a:lnTo>
                <a:lnTo>
                  <a:pt x="95360" y="44590"/>
                </a:lnTo>
                <a:lnTo>
                  <a:pt x="95424" y="41772"/>
                </a:lnTo>
                <a:lnTo>
                  <a:pt x="95408" y="40143"/>
                </a:lnTo>
                <a:lnTo>
                  <a:pt x="95360" y="38516"/>
                </a:lnTo>
                <a:lnTo>
                  <a:pt x="95280" y="36892"/>
                </a:lnTo>
                <a:lnTo>
                  <a:pt x="95168" y="35271"/>
                </a:lnTo>
                <a:lnTo>
                  <a:pt x="95025" y="33656"/>
                </a:lnTo>
                <a:lnTo>
                  <a:pt x="94849" y="32047"/>
                </a:lnTo>
                <a:lnTo>
                  <a:pt x="94641" y="30447"/>
                </a:lnTo>
                <a:lnTo>
                  <a:pt x="94402" y="28856"/>
                </a:lnTo>
                <a:lnTo>
                  <a:pt x="94130" y="27275"/>
                </a:lnTo>
                <a:lnTo>
                  <a:pt x="93827" y="25706"/>
                </a:lnTo>
                <a:lnTo>
                  <a:pt x="93492" y="24151"/>
                </a:lnTo>
                <a:lnTo>
                  <a:pt x="93124" y="22610"/>
                </a:lnTo>
                <a:lnTo>
                  <a:pt x="92721" y="21074"/>
                </a:lnTo>
                <a:lnTo>
                  <a:pt x="92278" y="19530"/>
                </a:lnTo>
                <a:lnTo>
                  <a:pt x="91795" y="17982"/>
                </a:lnTo>
                <a:lnTo>
                  <a:pt x="91272" y="16429"/>
                </a:lnTo>
                <a:lnTo>
                  <a:pt x="90709" y="14874"/>
                </a:lnTo>
                <a:lnTo>
                  <a:pt x="90106" y="13317"/>
                </a:lnTo>
                <a:lnTo>
                  <a:pt x="89464" y="11761"/>
                </a:lnTo>
                <a:lnTo>
                  <a:pt x="88781" y="10205"/>
                </a:lnTo>
                <a:lnTo>
                  <a:pt x="88059" y="8653"/>
                </a:lnTo>
                <a:lnTo>
                  <a:pt x="87296" y="7104"/>
                </a:lnTo>
                <a:lnTo>
                  <a:pt x="86494" y="5561"/>
                </a:lnTo>
                <a:lnTo>
                  <a:pt x="85651" y="4024"/>
                </a:lnTo>
                <a:lnTo>
                  <a:pt x="101939" y="4024"/>
                </a:lnTo>
                <a:lnTo>
                  <a:pt x="102597" y="5561"/>
                </a:lnTo>
                <a:lnTo>
                  <a:pt x="103230" y="7106"/>
                </a:lnTo>
                <a:lnTo>
                  <a:pt x="103837" y="8659"/>
                </a:lnTo>
                <a:lnTo>
                  <a:pt x="104415" y="10219"/>
                </a:lnTo>
                <a:lnTo>
                  <a:pt x="104965" y="11788"/>
                </a:lnTo>
                <a:lnTo>
                  <a:pt x="105483" y="13365"/>
                </a:lnTo>
                <a:lnTo>
                  <a:pt x="105970" y="14950"/>
                </a:lnTo>
                <a:lnTo>
                  <a:pt x="106424" y="16543"/>
                </a:lnTo>
                <a:lnTo>
                  <a:pt x="106843" y="18143"/>
                </a:lnTo>
                <a:lnTo>
                  <a:pt x="107226" y="19752"/>
                </a:lnTo>
                <a:lnTo>
                  <a:pt x="107572" y="21369"/>
                </a:lnTo>
                <a:lnTo>
                  <a:pt x="107879" y="22994"/>
                </a:lnTo>
                <a:lnTo>
                  <a:pt x="108158" y="24626"/>
                </a:lnTo>
                <a:lnTo>
                  <a:pt x="108420" y="26265"/>
                </a:lnTo>
                <a:lnTo>
                  <a:pt x="108663" y="27910"/>
                </a:lnTo>
                <a:lnTo>
                  <a:pt x="108886" y="29558"/>
                </a:lnTo>
                <a:lnTo>
                  <a:pt x="109088" y="31209"/>
                </a:lnTo>
                <a:lnTo>
                  <a:pt x="109268" y="32862"/>
                </a:lnTo>
                <a:lnTo>
                  <a:pt x="109423" y="34514"/>
                </a:lnTo>
                <a:lnTo>
                  <a:pt x="109554" y="36165"/>
                </a:lnTo>
                <a:lnTo>
                  <a:pt x="109657" y="37814"/>
                </a:lnTo>
                <a:lnTo>
                  <a:pt x="109733" y="39458"/>
                </a:lnTo>
                <a:lnTo>
                  <a:pt x="109779" y="41097"/>
                </a:lnTo>
                <a:lnTo>
                  <a:pt x="109795" y="42730"/>
                </a:lnTo>
                <a:lnTo>
                  <a:pt x="109695" y="46870"/>
                </a:lnTo>
                <a:lnTo>
                  <a:pt x="109396" y="50858"/>
                </a:lnTo>
                <a:lnTo>
                  <a:pt x="108897" y="54697"/>
                </a:lnTo>
                <a:lnTo>
                  <a:pt x="108198" y="58385"/>
                </a:lnTo>
                <a:lnTo>
                  <a:pt x="107300" y="61925"/>
                </a:lnTo>
                <a:lnTo>
                  <a:pt x="106202" y="65316"/>
                </a:lnTo>
                <a:lnTo>
                  <a:pt x="104905" y="68560"/>
                </a:lnTo>
                <a:lnTo>
                  <a:pt x="103408" y="71657"/>
                </a:lnTo>
                <a:lnTo>
                  <a:pt x="101711" y="74607"/>
                </a:lnTo>
                <a:lnTo>
                  <a:pt x="99815" y="77411"/>
                </a:lnTo>
                <a:lnTo>
                  <a:pt x="97719" y="80071"/>
                </a:lnTo>
                <a:lnTo>
                  <a:pt x="95424" y="82586"/>
                </a:lnTo>
                <a:lnTo>
                  <a:pt x="92953" y="84925"/>
                </a:lnTo>
                <a:lnTo>
                  <a:pt x="90331" y="87057"/>
                </a:lnTo>
                <a:lnTo>
                  <a:pt x="87559" y="88984"/>
                </a:lnTo>
                <a:lnTo>
                  <a:pt x="84637" y="90704"/>
                </a:lnTo>
                <a:lnTo>
                  <a:pt x="81566" y="92220"/>
                </a:lnTo>
                <a:lnTo>
                  <a:pt x="78346" y="93532"/>
                </a:lnTo>
                <a:lnTo>
                  <a:pt x="74979" y="94639"/>
                </a:lnTo>
                <a:lnTo>
                  <a:pt x="71465" y="95544"/>
                </a:lnTo>
                <a:lnTo>
                  <a:pt x="67804" y="96247"/>
                </a:lnTo>
                <a:lnTo>
                  <a:pt x="63998" y="96748"/>
                </a:lnTo>
                <a:lnTo>
                  <a:pt x="60047" y="97048"/>
                </a:lnTo>
                <a:lnTo>
                  <a:pt x="55951" y="97148"/>
                </a:lnTo>
                <a:lnTo>
                  <a:pt x="51760" y="97052"/>
                </a:lnTo>
                <a:lnTo>
                  <a:pt x="47712" y="96765"/>
                </a:lnTo>
                <a:lnTo>
                  <a:pt x="43808" y="96286"/>
                </a:lnTo>
                <a:lnTo>
                  <a:pt x="40047" y="95615"/>
                </a:lnTo>
                <a:lnTo>
                  <a:pt x="36431" y="94753"/>
                </a:lnTo>
                <a:lnTo>
                  <a:pt x="32958" y="93699"/>
                </a:lnTo>
                <a:lnTo>
                  <a:pt x="29628" y="92454"/>
                </a:lnTo>
                <a:lnTo>
                  <a:pt x="26443" y="91017"/>
                </a:lnTo>
                <a:lnTo>
                  <a:pt x="23401" y="89388"/>
                </a:lnTo>
                <a:lnTo>
                  <a:pt x="20503" y="87568"/>
                </a:lnTo>
                <a:lnTo>
                  <a:pt x="17748" y="85556"/>
                </a:lnTo>
                <a:lnTo>
                  <a:pt x="15138" y="83352"/>
                </a:lnTo>
                <a:lnTo>
                  <a:pt x="12747" y="80981"/>
                </a:lnTo>
                <a:lnTo>
                  <a:pt x="10557" y="78468"/>
                </a:lnTo>
                <a:lnTo>
                  <a:pt x="8569" y="75813"/>
                </a:lnTo>
                <a:lnTo>
                  <a:pt x="6785" y="73019"/>
                </a:lnTo>
                <a:lnTo>
                  <a:pt x="5205" y="70087"/>
                </a:lnTo>
                <a:lnTo>
                  <a:pt x="3832" y="67017"/>
                </a:lnTo>
                <a:lnTo>
                  <a:pt x="2667" y="63812"/>
                </a:lnTo>
                <a:lnTo>
                  <a:pt x="1710" y="60472"/>
                </a:lnTo>
                <a:lnTo>
                  <a:pt x="964" y="56999"/>
                </a:lnTo>
                <a:lnTo>
                  <a:pt x="429" y="53395"/>
                </a:lnTo>
                <a:lnTo>
                  <a:pt x="108" y="49660"/>
                </a:lnTo>
                <a:lnTo>
                  <a:pt x="0" y="45796"/>
                </a:lnTo>
                <a:lnTo>
                  <a:pt x="96" y="42315"/>
                </a:lnTo>
                <a:lnTo>
                  <a:pt x="382" y="38961"/>
                </a:lnTo>
                <a:lnTo>
                  <a:pt x="859" y="35733"/>
                </a:lnTo>
                <a:lnTo>
                  <a:pt x="1526" y="32631"/>
                </a:lnTo>
                <a:lnTo>
                  <a:pt x="2381" y="29654"/>
                </a:lnTo>
                <a:lnTo>
                  <a:pt x="3425" y="26802"/>
                </a:lnTo>
                <a:lnTo>
                  <a:pt x="4657" y="24073"/>
                </a:lnTo>
                <a:lnTo>
                  <a:pt x="6075" y="21468"/>
                </a:lnTo>
                <a:lnTo>
                  <a:pt x="7680" y="18985"/>
                </a:lnTo>
                <a:lnTo>
                  <a:pt x="9470" y="16623"/>
                </a:lnTo>
                <a:lnTo>
                  <a:pt x="11445" y="14383"/>
                </a:lnTo>
                <a:lnTo>
                  <a:pt x="13605" y="12263"/>
                </a:lnTo>
                <a:lnTo>
                  <a:pt x="15968" y="10331"/>
                </a:lnTo>
                <a:lnTo>
                  <a:pt x="18460" y="8561"/>
                </a:lnTo>
                <a:lnTo>
                  <a:pt x="21081" y="6952"/>
                </a:lnTo>
                <a:lnTo>
                  <a:pt x="23831" y="5507"/>
                </a:lnTo>
                <a:lnTo>
                  <a:pt x="26712" y="4227"/>
                </a:lnTo>
                <a:lnTo>
                  <a:pt x="29724" y="3114"/>
                </a:lnTo>
                <a:lnTo>
                  <a:pt x="32868" y="2168"/>
                </a:lnTo>
                <a:lnTo>
                  <a:pt x="36144" y="1391"/>
                </a:lnTo>
                <a:lnTo>
                  <a:pt x="39553" y="784"/>
                </a:lnTo>
                <a:lnTo>
                  <a:pt x="43096" y="350"/>
                </a:lnTo>
                <a:lnTo>
                  <a:pt x="46774" y="88"/>
                </a:lnTo>
                <a:lnTo>
                  <a:pt x="50586" y="0"/>
                </a:lnTo>
                <a:close/>
                <a:moveTo>
                  <a:pt x="45604" y="17245"/>
                </a:moveTo>
                <a:lnTo>
                  <a:pt x="43297" y="17345"/>
                </a:lnTo>
                <a:lnTo>
                  <a:pt x="41068" y="17548"/>
                </a:lnTo>
                <a:lnTo>
                  <a:pt x="38919" y="17853"/>
                </a:lnTo>
                <a:lnTo>
                  <a:pt x="36847" y="18260"/>
                </a:lnTo>
                <a:lnTo>
                  <a:pt x="34852" y="18768"/>
                </a:lnTo>
                <a:lnTo>
                  <a:pt x="32934" y="19377"/>
                </a:lnTo>
                <a:lnTo>
                  <a:pt x="31091" y="20085"/>
                </a:lnTo>
                <a:lnTo>
                  <a:pt x="29324" y="20893"/>
                </a:lnTo>
                <a:lnTo>
                  <a:pt x="27631" y="21799"/>
                </a:lnTo>
                <a:lnTo>
                  <a:pt x="26012" y="22803"/>
                </a:lnTo>
                <a:lnTo>
                  <a:pt x="24467" y="23904"/>
                </a:lnTo>
                <a:lnTo>
                  <a:pt x="22994" y="25101"/>
                </a:lnTo>
                <a:lnTo>
                  <a:pt x="21660" y="26431"/>
                </a:lnTo>
                <a:lnTo>
                  <a:pt x="20440" y="27831"/>
                </a:lnTo>
                <a:lnTo>
                  <a:pt x="19332" y="29302"/>
                </a:lnTo>
                <a:lnTo>
                  <a:pt x="18338" y="30843"/>
                </a:lnTo>
                <a:lnTo>
                  <a:pt x="17459" y="32453"/>
                </a:lnTo>
                <a:lnTo>
                  <a:pt x="16694" y="34131"/>
                </a:lnTo>
                <a:lnTo>
                  <a:pt x="16046" y="35878"/>
                </a:lnTo>
                <a:lnTo>
                  <a:pt x="15514" y="37691"/>
                </a:lnTo>
                <a:lnTo>
                  <a:pt x="15099" y="39571"/>
                </a:lnTo>
                <a:lnTo>
                  <a:pt x="14801" y="41517"/>
                </a:lnTo>
                <a:lnTo>
                  <a:pt x="14622" y="43528"/>
                </a:lnTo>
                <a:lnTo>
                  <a:pt x="14563" y="45604"/>
                </a:lnTo>
                <a:lnTo>
                  <a:pt x="14622" y="47959"/>
                </a:lnTo>
                <a:lnTo>
                  <a:pt x="14800" y="50235"/>
                </a:lnTo>
                <a:lnTo>
                  <a:pt x="15096" y="52430"/>
                </a:lnTo>
                <a:lnTo>
                  <a:pt x="15507" y="54546"/>
                </a:lnTo>
                <a:lnTo>
                  <a:pt x="16032" y="56582"/>
                </a:lnTo>
                <a:lnTo>
                  <a:pt x="16670" y="58538"/>
                </a:lnTo>
                <a:lnTo>
                  <a:pt x="17421" y="60414"/>
                </a:lnTo>
                <a:lnTo>
                  <a:pt x="18281" y="62211"/>
                </a:lnTo>
                <a:lnTo>
                  <a:pt x="19251" y="63927"/>
                </a:lnTo>
                <a:lnTo>
                  <a:pt x="20329" y="65564"/>
                </a:lnTo>
                <a:lnTo>
                  <a:pt x="21513" y="67121"/>
                </a:lnTo>
                <a:lnTo>
                  <a:pt x="22802" y="68598"/>
                </a:lnTo>
                <a:lnTo>
                  <a:pt x="24191" y="69987"/>
                </a:lnTo>
                <a:lnTo>
                  <a:pt x="25675" y="71279"/>
                </a:lnTo>
                <a:lnTo>
                  <a:pt x="27254" y="72472"/>
                </a:lnTo>
                <a:lnTo>
                  <a:pt x="28927" y="73566"/>
                </a:lnTo>
                <a:lnTo>
                  <a:pt x="30692" y="74558"/>
                </a:lnTo>
                <a:lnTo>
                  <a:pt x="32550" y="75448"/>
                </a:lnTo>
                <a:lnTo>
                  <a:pt x="34500" y="76234"/>
                </a:lnTo>
                <a:lnTo>
                  <a:pt x="36541" y="76915"/>
                </a:lnTo>
                <a:lnTo>
                  <a:pt x="38673" y="77490"/>
                </a:lnTo>
                <a:lnTo>
                  <a:pt x="40895" y="77957"/>
                </a:lnTo>
                <a:lnTo>
                  <a:pt x="43205" y="78314"/>
                </a:lnTo>
                <a:lnTo>
                  <a:pt x="45604" y="78562"/>
                </a:lnTo>
                <a:lnTo>
                  <a:pt x="45604" y="17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42" name="Original native bar-chart element 142">
            <a:extLst xmlns:a="http://schemas.openxmlformats.org/drawingml/2006/main">
              <a:ext uri="{FF2B5EF4-FFF2-40B4-BE49-F238E27FC236}">
                <a16:creationId xmlns:a16="http://schemas.microsoft.com/office/drawing/2014/main" id="{245F8393-A233-4BBD-8E22-046C35F0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90" y="1384225"/>
            <a:ext cx="139687" cy="80286"/>
          </a:xfrm>
          <a:custGeom xmlns:a="http://schemas.openxmlformats.org/drawingml/2006/main">
            <a:pathLst>
              <a:path w="139687" h="80286">
                <a:moveTo>
                  <a:pt x="0" y="80286"/>
                </a:moveTo>
                <a:lnTo>
                  <a:pt x="0" y="0"/>
                </a:lnTo>
                <a:lnTo>
                  <a:pt x="15904" y="0"/>
                </a:lnTo>
                <a:lnTo>
                  <a:pt x="15904" y="61316"/>
                </a:lnTo>
                <a:lnTo>
                  <a:pt x="57101" y="61316"/>
                </a:lnTo>
                <a:lnTo>
                  <a:pt x="57101" y="5940"/>
                </a:lnTo>
                <a:lnTo>
                  <a:pt x="73005" y="5940"/>
                </a:lnTo>
                <a:lnTo>
                  <a:pt x="73005" y="61316"/>
                </a:lnTo>
                <a:lnTo>
                  <a:pt x="139687" y="61316"/>
                </a:lnTo>
                <a:lnTo>
                  <a:pt x="139687" y="80286"/>
                </a:lnTo>
                <a:lnTo>
                  <a:pt x="0" y="802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43" name="Original native bar-chart element 143">
            <a:extLst xmlns:a="http://schemas.openxmlformats.org/drawingml/2006/main">
              <a:ext uri="{FF2B5EF4-FFF2-40B4-BE49-F238E27FC236}">
                <a16:creationId xmlns:a16="http://schemas.microsoft.com/office/drawing/2014/main" id="{76C31FE2-2092-4D8F-A05A-099AD8B8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73" y="1308287"/>
            <a:ext cx="107304" cy="61316"/>
          </a:xfrm>
          <a:custGeom xmlns:a="http://schemas.openxmlformats.org/drawingml/2006/main">
            <a:pathLst>
              <a:path w="107304" h="61316">
                <a:moveTo>
                  <a:pt x="18587" y="0"/>
                </a:moveTo>
                <a:lnTo>
                  <a:pt x="18307" y="483"/>
                </a:lnTo>
                <a:lnTo>
                  <a:pt x="18043" y="974"/>
                </a:lnTo>
                <a:lnTo>
                  <a:pt x="17793" y="1473"/>
                </a:lnTo>
                <a:lnTo>
                  <a:pt x="17558" y="1980"/>
                </a:lnTo>
                <a:lnTo>
                  <a:pt x="17335" y="2495"/>
                </a:lnTo>
                <a:lnTo>
                  <a:pt x="17125" y="3018"/>
                </a:lnTo>
                <a:lnTo>
                  <a:pt x="16928" y="3549"/>
                </a:lnTo>
                <a:lnTo>
                  <a:pt x="16741" y="4088"/>
                </a:lnTo>
                <a:lnTo>
                  <a:pt x="16566" y="4635"/>
                </a:lnTo>
                <a:lnTo>
                  <a:pt x="16400" y="5190"/>
                </a:lnTo>
                <a:lnTo>
                  <a:pt x="16243" y="5752"/>
                </a:lnTo>
                <a:lnTo>
                  <a:pt x="16096" y="6323"/>
                </a:lnTo>
                <a:lnTo>
                  <a:pt x="16000" y="6902"/>
                </a:lnTo>
                <a:lnTo>
                  <a:pt x="15906" y="7489"/>
                </a:lnTo>
                <a:lnTo>
                  <a:pt x="15814" y="8084"/>
                </a:lnTo>
                <a:lnTo>
                  <a:pt x="15727" y="8686"/>
                </a:lnTo>
                <a:lnTo>
                  <a:pt x="15644" y="9297"/>
                </a:lnTo>
                <a:lnTo>
                  <a:pt x="15569" y="9916"/>
                </a:lnTo>
                <a:lnTo>
                  <a:pt x="15501" y="10543"/>
                </a:lnTo>
                <a:lnTo>
                  <a:pt x="15443" y="11177"/>
                </a:lnTo>
                <a:lnTo>
                  <a:pt x="15395" y="11820"/>
                </a:lnTo>
                <a:lnTo>
                  <a:pt x="15359" y="12471"/>
                </a:lnTo>
                <a:lnTo>
                  <a:pt x="15337" y="13130"/>
                </a:lnTo>
                <a:lnTo>
                  <a:pt x="15329" y="13796"/>
                </a:lnTo>
                <a:lnTo>
                  <a:pt x="15397" y="16191"/>
                </a:lnTo>
                <a:lnTo>
                  <a:pt x="15600" y="18491"/>
                </a:lnTo>
                <a:lnTo>
                  <a:pt x="15937" y="20694"/>
                </a:lnTo>
                <a:lnTo>
                  <a:pt x="16408" y="22802"/>
                </a:lnTo>
                <a:lnTo>
                  <a:pt x="17012" y="24814"/>
                </a:lnTo>
                <a:lnTo>
                  <a:pt x="17748" y="26730"/>
                </a:lnTo>
                <a:lnTo>
                  <a:pt x="18616" y="28550"/>
                </a:lnTo>
                <a:lnTo>
                  <a:pt x="19616" y="30275"/>
                </a:lnTo>
                <a:lnTo>
                  <a:pt x="20745" y="31904"/>
                </a:lnTo>
                <a:lnTo>
                  <a:pt x="22005" y="33437"/>
                </a:lnTo>
                <a:lnTo>
                  <a:pt x="23393" y="34874"/>
                </a:lnTo>
                <a:lnTo>
                  <a:pt x="24910" y="36215"/>
                </a:lnTo>
                <a:lnTo>
                  <a:pt x="26547" y="37497"/>
                </a:lnTo>
                <a:lnTo>
                  <a:pt x="28296" y="38660"/>
                </a:lnTo>
                <a:lnTo>
                  <a:pt x="30158" y="39706"/>
                </a:lnTo>
                <a:lnTo>
                  <a:pt x="32134" y="40636"/>
                </a:lnTo>
                <a:lnTo>
                  <a:pt x="34225" y="41452"/>
                </a:lnTo>
                <a:lnTo>
                  <a:pt x="36431" y="42155"/>
                </a:lnTo>
                <a:lnTo>
                  <a:pt x="38752" y="42746"/>
                </a:lnTo>
                <a:lnTo>
                  <a:pt x="41190" y="43227"/>
                </a:lnTo>
                <a:lnTo>
                  <a:pt x="43745" y="43598"/>
                </a:lnTo>
                <a:lnTo>
                  <a:pt x="46418" y="43862"/>
                </a:lnTo>
                <a:lnTo>
                  <a:pt x="49209" y="44019"/>
                </a:lnTo>
                <a:lnTo>
                  <a:pt x="52119" y="44071"/>
                </a:lnTo>
                <a:lnTo>
                  <a:pt x="107304" y="44071"/>
                </a:lnTo>
                <a:lnTo>
                  <a:pt x="107304" y="61316"/>
                </a:lnTo>
                <a:lnTo>
                  <a:pt x="2491" y="61316"/>
                </a:lnTo>
                <a:lnTo>
                  <a:pt x="2491" y="44071"/>
                </a:lnTo>
                <a:lnTo>
                  <a:pt x="18778" y="44071"/>
                </a:lnTo>
                <a:lnTo>
                  <a:pt x="17229" y="43181"/>
                </a:lnTo>
                <a:lnTo>
                  <a:pt x="15745" y="42237"/>
                </a:lnTo>
                <a:lnTo>
                  <a:pt x="14326" y="41239"/>
                </a:lnTo>
                <a:lnTo>
                  <a:pt x="12973" y="40189"/>
                </a:lnTo>
                <a:lnTo>
                  <a:pt x="11686" y="39089"/>
                </a:lnTo>
                <a:lnTo>
                  <a:pt x="10467" y="37940"/>
                </a:lnTo>
                <a:lnTo>
                  <a:pt x="9315" y="36742"/>
                </a:lnTo>
                <a:lnTo>
                  <a:pt x="8232" y="35498"/>
                </a:lnTo>
                <a:lnTo>
                  <a:pt x="7218" y="34209"/>
                </a:lnTo>
                <a:lnTo>
                  <a:pt x="6274" y="32876"/>
                </a:lnTo>
                <a:lnTo>
                  <a:pt x="5401" y="31500"/>
                </a:lnTo>
                <a:lnTo>
                  <a:pt x="4599" y="30083"/>
                </a:lnTo>
                <a:lnTo>
                  <a:pt x="3864" y="28618"/>
                </a:lnTo>
                <a:lnTo>
                  <a:pt x="3194" y="27097"/>
                </a:lnTo>
                <a:lnTo>
                  <a:pt x="2587" y="25521"/>
                </a:lnTo>
                <a:lnTo>
                  <a:pt x="2044" y="23888"/>
                </a:lnTo>
                <a:lnTo>
                  <a:pt x="1565" y="22199"/>
                </a:lnTo>
                <a:lnTo>
                  <a:pt x="1150" y="20455"/>
                </a:lnTo>
                <a:lnTo>
                  <a:pt x="798" y="18654"/>
                </a:lnTo>
                <a:lnTo>
                  <a:pt x="511" y="16798"/>
                </a:lnTo>
                <a:lnTo>
                  <a:pt x="287" y="14886"/>
                </a:lnTo>
                <a:lnTo>
                  <a:pt x="128" y="12918"/>
                </a:lnTo>
                <a:lnTo>
                  <a:pt x="32" y="10894"/>
                </a:lnTo>
                <a:lnTo>
                  <a:pt x="0" y="8814"/>
                </a:lnTo>
                <a:lnTo>
                  <a:pt x="4" y="8523"/>
                </a:lnTo>
                <a:lnTo>
                  <a:pt x="14" y="8223"/>
                </a:lnTo>
                <a:lnTo>
                  <a:pt x="30" y="7916"/>
                </a:lnTo>
                <a:lnTo>
                  <a:pt x="50" y="7601"/>
                </a:lnTo>
                <a:lnTo>
                  <a:pt x="72" y="7277"/>
                </a:lnTo>
                <a:lnTo>
                  <a:pt x="96" y="6946"/>
                </a:lnTo>
                <a:lnTo>
                  <a:pt x="120" y="6607"/>
                </a:lnTo>
                <a:lnTo>
                  <a:pt x="142" y="6259"/>
                </a:lnTo>
                <a:lnTo>
                  <a:pt x="162" y="5904"/>
                </a:lnTo>
                <a:lnTo>
                  <a:pt x="177" y="5541"/>
                </a:lnTo>
                <a:lnTo>
                  <a:pt x="188" y="5170"/>
                </a:lnTo>
                <a:lnTo>
                  <a:pt x="192" y="4790"/>
                </a:lnTo>
                <a:lnTo>
                  <a:pt x="240" y="4451"/>
                </a:lnTo>
                <a:lnTo>
                  <a:pt x="288" y="4103"/>
                </a:lnTo>
                <a:lnTo>
                  <a:pt x="338" y="3745"/>
                </a:lnTo>
                <a:lnTo>
                  <a:pt x="390" y="3378"/>
                </a:lnTo>
                <a:lnTo>
                  <a:pt x="445" y="3000"/>
                </a:lnTo>
                <a:lnTo>
                  <a:pt x="503" y="2611"/>
                </a:lnTo>
                <a:lnTo>
                  <a:pt x="565" y="2209"/>
                </a:lnTo>
                <a:lnTo>
                  <a:pt x="632" y="1795"/>
                </a:lnTo>
                <a:lnTo>
                  <a:pt x="704" y="1368"/>
                </a:lnTo>
                <a:lnTo>
                  <a:pt x="782" y="927"/>
                </a:lnTo>
                <a:lnTo>
                  <a:pt x="866" y="471"/>
                </a:lnTo>
                <a:lnTo>
                  <a:pt x="958" y="0"/>
                </a:lnTo>
                <a:lnTo>
                  <a:pt x="1858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44" name="Original native bar-chart element 144">
            <a:extLst xmlns:a="http://schemas.openxmlformats.org/drawingml/2006/main">
              <a:ext uri="{FF2B5EF4-FFF2-40B4-BE49-F238E27FC236}">
                <a16:creationId xmlns:a16="http://schemas.microsoft.com/office/drawing/2014/main" id="{72FFCA61-E961-4435-8749-D09E2C9C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73" y="1204765"/>
            <a:ext cx="109795" cy="97148"/>
          </a:xfrm>
          <a:custGeom xmlns:a="http://schemas.openxmlformats.org/drawingml/2006/main">
            <a:pathLst>
              <a:path w="109795" h="97148">
                <a:moveTo>
                  <a:pt x="50586" y="0"/>
                </a:moveTo>
                <a:lnTo>
                  <a:pt x="59017" y="0"/>
                </a:lnTo>
                <a:lnTo>
                  <a:pt x="59017" y="79137"/>
                </a:lnTo>
                <a:lnTo>
                  <a:pt x="61931" y="78889"/>
                </a:lnTo>
                <a:lnTo>
                  <a:pt x="64732" y="78528"/>
                </a:lnTo>
                <a:lnTo>
                  <a:pt x="67418" y="78053"/>
                </a:lnTo>
                <a:lnTo>
                  <a:pt x="69989" y="77462"/>
                </a:lnTo>
                <a:lnTo>
                  <a:pt x="72442" y="76754"/>
                </a:lnTo>
                <a:lnTo>
                  <a:pt x="74777" y="75927"/>
                </a:lnTo>
                <a:lnTo>
                  <a:pt x="76993" y="74981"/>
                </a:lnTo>
                <a:lnTo>
                  <a:pt x="79087" y="73913"/>
                </a:lnTo>
                <a:lnTo>
                  <a:pt x="81059" y="72723"/>
                </a:lnTo>
                <a:lnTo>
                  <a:pt x="82907" y="71410"/>
                </a:lnTo>
                <a:lnTo>
                  <a:pt x="84630" y="69971"/>
                </a:lnTo>
                <a:lnTo>
                  <a:pt x="86226" y="68406"/>
                </a:lnTo>
                <a:lnTo>
                  <a:pt x="87695" y="66773"/>
                </a:lnTo>
                <a:lnTo>
                  <a:pt x="89037" y="65036"/>
                </a:lnTo>
                <a:lnTo>
                  <a:pt x="90250" y="63194"/>
                </a:lnTo>
                <a:lnTo>
                  <a:pt x="91336" y="61246"/>
                </a:lnTo>
                <a:lnTo>
                  <a:pt x="92294" y="59191"/>
                </a:lnTo>
                <a:lnTo>
                  <a:pt x="93124" y="57029"/>
                </a:lnTo>
                <a:lnTo>
                  <a:pt x="93827" y="54760"/>
                </a:lnTo>
                <a:lnTo>
                  <a:pt x="94402" y="52382"/>
                </a:lnTo>
                <a:lnTo>
                  <a:pt x="94849" y="49894"/>
                </a:lnTo>
                <a:lnTo>
                  <a:pt x="95168" y="47298"/>
                </a:lnTo>
                <a:lnTo>
                  <a:pt x="95360" y="44590"/>
                </a:lnTo>
                <a:lnTo>
                  <a:pt x="95424" y="41772"/>
                </a:lnTo>
                <a:lnTo>
                  <a:pt x="95408" y="40143"/>
                </a:lnTo>
                <a:lnTo>
                  <a:pt x="95360" y="38516"/>
                </a:lnTo>
                <a:lnTo>
                  <a:pt x="95280" y="36892"/>
                </a:lnTo>
                <a:lnTo>
                  <a:pt x="95168" y="35271"/>
                </a:lnTo>
                <a:lnTo>
                  <a:pt x="95025" y="33656"/>
                </a:lnTo>
                <a:lnTo>
                  <a:pt x="94849" y="32047"/>
                </a:lnTo>
                <a:lnTo>
                  <a:pt x="94641" y="30447"/>
                </a:lnTo>
                <a:lnTo>
                  <a:pt x="94402" y="28856"/>
                </a:lnTo>
                <a:lnTo>
                  <a:pt x="94130" y="27275"/>
                </a:lnTo>
                <a:lnTo>
                  <a:pt x="93827" y="25706"/>
                </a:lnTo>
                <a:lnTo>
                  <a:pt x="93492" y="24151"/>
                </a:lnTo>
                <a:lnTo>
                  <a:pt x="93124" y="22610"/>
                </a:lnTo>
                <a:lnTo>
                  <a:pt x="92721" y="21074"/>
                </a:lnTo>
                <a:lnTo>
                  <a:pt x="92278" y="19530"/>
                </a:lnTo>
                <a:lnTo>
                  <a:pt x="91795" y="17982"/>
                </a:lnTo>
                <a:lnTo>
                  <a:pt x="91272" y="16429"/>
                </a:lnTo>
                <a:lnTo>
                  <a:pt x="90709" y="14874"/>
                </a:lnTo>
                <a:lnTo>
                  <a:pt x="90106" y="13317"/>
                </a:lnTo>
                <a:lnTo>
                  <a:pt x="89464" y="11761"/>
                </a:lnTo>
                <a:lnTo>
                  <a:pt x="88781" y="10205"/>
                </a:lnTo>
                <a:lnTo>
                  <a:pt x="88059" y="8653"/>
                </a:lnTo>
                <a:lnTo>
                  <a:pt x="87296" y="7104"/>
                </a:lnTo>
                <a:lnTo>
                  <a:pt x="86494" y="5561"/>
                </a:lnTo>
                <a:lnTo>
                  <a:pt x="85651" y="4024"/>
                </a:lnTo>
                <a:lnTo>
                  <a:pt x="101939" y="4024"/>
                </a:lnTo>
                <a:lnTo>
                  <a:pt x="102597" y="5561"/>
                </a:lnTo>
                <a:lnTo>
                  <a:pt x="103230" y="7106"/>
                </a:lnTo>
                <a:lnTo>
                  <a:pt x="103837" y="8659"/>
                </a:lnTo>
                <a:lnTo>
                  <a:pt x="104415" y="10219"/>
                </a:lnTo>
                <a:lnTo>
                  <a:pt x="104965" y="11788"/>
                </a:lnTo>
                <a:lnTo>
                  <a:pt x="105483" y="13365"/>
                </a:lnTo>
                <a:lnTo>
                  <a:pt x="105970" y="14950"/>
                </a:lnTo>
                <a:lnTo>
                  <a:pt x="106424" y="16543"/>
                </a:lnTo>
                <a:lnTo>
                  <a:pt x="106843" y="18143"/>
                </a:lnTo>
                <a:lnTo>
                  <a:pt x="107226" y="19752"/>
                </a:lnTo>
                <a:lnTo>
                  <a:pt x="107572" y="21369"/>
                </a:lnTo>
                <a:lnTo>
                  <a:pt x="107879" y="22994"/>
                </a:lnTo>
                <a:lnTo>
                  <a:pt x="108158" y="24626"/>
                </a:lnTo>
                <a:lnTo>
                  <a:pt x="108420" y="26265"/>
                </a:lnTo>
                <a:lnTo>
                  <a:pt x="108663" y="27910"/>
                </a:lnTo>
                <a:lnTo>
                  <a:pt x="108886" y="29558"/>
                </a:lnTo>
                <a:lnTo>
                  <a:pt x="109088" y="31209"/>
                </a:lnTo>
                <a:lnTo>
                  <a:pt x="109268" y="32862"/>
                </a:lnTo>
                <a:lnTo>
                  <a:pt x="109423" y="34514"/>
                </a:lnTo>
                <a:lnTo>
                  <a:pt x="109554" y="36165"/>
                </a:lnTo>
                <a:lnTo>
                  <a:pt x="109657" y="37814"/>
                </a:lnTo>
                <a:lnTo>
                  <a:pt x="109733" y="39458"/>
                </a:lnTo>
                <a:lnTo>
                  <a:pt x="109779" y="41097"/>
                </a:lnTo>
                <a:lnTo>
                  <a:pt x="109795" y="42730"/>
                </a:lnTo>
                <a:lnTo>
                  <a:pt x="109695" y="46870"/>
                </a:lnTo>
                <a:lnTo>
                  <a:pt x="109396" y="50858"/>
                </a:lnTo>
                <a:lnTo>
                  <a:pt x="108897" y="54697"/>
                </a:lnTo>
                <a:lnTo>
                  <a:pt x="108198" y="58385"/>
                </a:lnTo>
                <a:lnTo>
                  <a:pt x="107300" y="61925"/>
                </a:lnTo>
                <a:lnTo>
                  <a:pt x="106202" y="65316"/>
                </a:lnTo>
                <a:lnTo>
                  <a:pt x="104905" y="68560"/>
                </a:lnTo>
                <a:lnTo>
                  <a:pt x="103408" y="71657"/>
                </a:lnTo>
                <a:lnTo>
                  <a:pt x="101711" y="74607"/>
                </a:lnTo>
                <a:lnTo>
                  <a:pt x="99815" y="77411"/>
                </a:lnTo>
                <a:lnTo>
                  <a:pt x="97719" y="80071"/>
                </a:lnTo>
                <a:lnTo>
                  <a:pt x="95424" y="82586"/>
                </a:lnTo>
                <a:lnTo>
                  <a:pt x="92953" y="84925"/>
                </a:lnTo>
                <a:lnTo>
                  <a:pt x="90331" y="87057"/>
                </a:lnTo>
                <a:lnTo>
                  <a:pt x="87559" y="88984"/>
                </a:lnTo>
                <a:lnTo>
                  <a:pt x="84637" y="90704"/>
                </a:lnTo>
                <a:lnTo>
                  <a:pt x="81566" y="92220"/>
                </a:lnTo>
                <a:lnTo>
                  <a:pt x="78346" y="93532"/>
                </a:lnTo>
                <a:lnTo>
                  <a:pt x="74979" y="94639"/>
                </a:lnTo>
                <a:lnTo>
                  <a:pt x="71465" y="95544"/>
                </a:lnTo>
                <a:lnTo>
                  <a:pt x="67804" y="96247"/>
                </a:lnTo>
                <a:lnTo>
                  <a:pt x="63998" y="96748"/>
                </a:lnTo>
                <a:lnTo>
                  <a:pt x="60047" y="97048"/>
                </a:lnTo>
                <a:lnTo>
                  <a:pt x="55951" y="97148"/>
                </a:lnTo>
                <a:lnTo>
                  <a:pt x="51760" y="97052"/>
                </a:lnTo>
                <a:lnTo>
                  <a:pt x="47712" y="96765"/>
                </a:lnTo>
                <a:lnTo>
                  <a:pt x="43808" y="96286"/>
                </a:lnTo>
                <a:lnTo>
                  <a:pt x="40047" y="95615"/>
                </a:lnTo>
                <a:lnTo>
                  <a:pt x="36431" y="94753"/>
                </a:lnTo>
                <a:lnTo>
                  <a:pt x="32958" y="93699"/>
                </a:lnTo>
                <a:lnTo>
                  <a:pt x="29628" y="92454"/>
                </a:lnTo>
                <a:lnTo>
                  <a:pt x="26443" y="91017"/>
                </a:lnTo>
                <a:lnTo>
                  <a:pt x="23401" y="89388"/>
                </a:lnTo>
                <a:lnTo>
                  <a:pt x="20503" y="87568"/>
                </a:lnTo>
                <a:lnTo>
                  <a:pt x="17748" y="85556"/>
                </a:lnTo>
                <a:lnTo>
                  <a:pt x="15138" y="83352"/>
                </a:lnTo>
                <a:lnTo>
                  <a:pt x="12747" y="80981"/>
                </a:lnTo>
                <a:lnTo>
                  <a:pt x="10557" y="78468"/>
                </a:lnTo>
                <a:lnTo>
                  <a:pt x="8569" y="75813"/>
                </a:lnTo>
                <a:lnTo>
                  <a:pt x="6785" y="73019"/>
                </a:lnTo>
                <a:lnTo>
                  <a:pt x="5205" y="70087"/>
                </a:lnTo>
                <a:lnTo>
                  <a:pt x="3832" y="67017"/>
                </a:lnTo>
                <a:lnTo>
                  <a:pt x="2667" y="63812"/>
                </a:lnTo>
                <a:lnTo>
                  <a:pt x="1710" y="60472"/>
                </a:lnTo>
                <a:lnTo>
                  <a:pt x="964" y="56999"/>
                </a:lnTo>
                <a:lnTo>
                  <a:pt x="429" y="53395"/>
                </a:lnTo>
                <a:lnTo>
                  <a:pt x="108" y="49660"/>
                </a:lnTo>
                <a:lnTo>
                  <a:pt x="0" y="45796"/>
                </a:lnTo>
                <a:lnTo>
                  <a:pt x="96" y="42315"/>
                </a:lnTo>
                <a:lnTo>
                  <a:pt x="382" y="38961"/>
                </a:lnTo>
                <a:lnTo>
                  <a:pt x="859" y="35733"/>
                </a:lnTo>
                <a:lnTo>
                  <a:pt x="1526" y="32631"/>
                </a:lnTo>
                <a:lnTo>
                  <a:pt x="2381" y="29654"/>
                </a:lnTo>
                <a:lnTo>
                  <a:pt x="3425" y="26802"/>
                </a:lnTo>
                <a:lnTo>
                  <a:pt x="4657" y="24073"/>
                </a:lnTo>
                <a:lnTo>
                  <a:pt x="6075" y="21468"/>
                </a:lnTo>
                <a:lnTo>
                  <a:pt x="7680" y="18985"/>
                </a:lnTo>
                <a:lnTo>
                  <a:pt x="9470" y="16623"/>
                </a:lnTo>
                <a:lnTo>
                  <a:pt x="11445" y="14383"/>
                </a:lnTo>
                <a:lnTo>
                  <a:pt x="13605" y="12263"/>
                </a:lnTo>
                <a:lnTo>
                  <a:pt x="15968" y="10331"/>
                </a:lnTo>
                <a:lnTo>
                  <a:pt x="18460" y="8561"/>
                </a:lnTo>
                <a:lnTo>
                  <a:pt x="21081" y="6952"/>
                </a:lnTo>
                <a:lnTo>
                  <a:pt x="23831" y="5507"/>
                </a:lnTo>
                <a:lnTo>
                  <a:pt x="26712" y="4227"/>
                </a:lnTo>
                <a:lnTo>
                  <a:pt x="29724" y="3114"/>
                </a:lnTo>
                <a:lnTo>
                  <a:pt x="32868" y="2168"/>
                </a:lnTo>
                <a:lnTo>
                  <a:pt x="36144" y="1391"/>
                </a:lnTo>
                <a:lnTo>
                  <a:pt x="39553" y="784"/>
                </a:lnTo>
                <a:lnTo>
                  <a:pt x="43096" y="350"/>
                </a:lnTo>
                <a:lnTo>
                  <a:pt x="46774" y="88"/>
                </a:lnTo>
                <a:lnTo>
                  <a:pt x="50586" y="0"/>
                </a:lnTo>
                <a:close/>
                <a:moveTo>
                  <a:pt x="45604" y="17245"/>
                </a:moveTo>
                <a:lnTo>
                  <a:pt x="43297" y="17345"/>
                </a:lnTo>
                <a:lnTo>
                  <a:pt x="41068" y="17548"/>
                </a:lnTo>
                <a:lnTo>
                  <a:pt x="38919" y="17853"/>
                </a:lnTo>
                <a:lnTo>
                  <a:pt x="36847" y="18260"/>
                </a:lnTo>
                <a:lnTo>
                  <a:pt x="34852" y="18768"/>
                </a:lnTo>
                <a:lnTo>
                  <a:pt x="32934" y="19377"/>
                </a:lnTo>
                <a:lnTo>
                  <a:pt x="31091" y="20085"/>
                </a:lnTo>
                <a:lnTo>
                  <a:pt x="29324" y="20893"/>
                </a:lnTo>
                <a:lnTo>
                  <a:pt x="27631" y="21799"/>
                </a:lnTo>
                <a:lnTo>
                  <a:pt x="26012" y="22803"/>
                </a:lnTo>
                <a:lnTo>
                  <a:pt x="24467" y="23904"/>
                </a:lnTo>
                <a:lnTo>
                  <a:pt x="22994" y="25101"/>
                </a:lnTo>
                <a:lnTo>
                  <a:pt x="21660" y="26431"/>
                </a:lnTo>
                <a:lnTo>
                  <a:pt x="20440" y="27831"/>
                </a:lnTo>
                <a:lnTo>
                  <a:pt x="19332" y="29302"/>
                </a:lnTo>
                <a:lnTo>
                  <a:pt x="18338" y="30843"/>
                </a:lnTo>
                <a:lnTo>
                  <a:pt x="17459" y="32453"/>
                </a:lnTo>
                <a:lnTo>
                  <a:pt x="16694" y="34131"/>
                </a:lnTo>
                <a:lnTo>
                  <a:pt x="16046" y="35878"/>
                </a:lnTo>
                <a:lnTo>
                  <a:pt x="15514" y="37691"/>
                </a:lnTo>
                <a:lnTo>
                  <a:pt x="15099" y="39571"/>
                </a:lnTo>
                <a:lnTo>
                  <a:pt x="14801" y="41517"/>
                </a:lnTo>
                <a:lnTo>
                  <a:pt x="14622" y="43528"/>
                </a:lnTo>
                <a:lnTo>
                  <a:pt x="14563" y="45604"/>
                </a:lnTo>
                <a:lnTo>
                  <a:pt x="14622" y="47959"/>
                </a:lnTo>
                <a:lnTo>
                  <a:pt x="14800" y="50235"/>
                </a:lnTo>
                <a:lnTo>
                  <a:pt x="15096" y="52430"/>
                </a:lnTo>
                <a:lnTo>
                  <a:pt x="15507" y="54546"/>
                </a:lnTo>
                <a:lnTo>
                  <a:pt x="16032" y="56582"/>
                </a:lnTo>
                <a:lnTo>
                  <a:pt x="16670" y="58538"/>
                </a:lnTo>
                <a:lnTo>
                  <a:pt x="17421" y="60414"/>
                </a:lnTo>
                <a:lnTo>
                  <a:pt x="18281" y="62211"/>
                </a:lnTo>
                <a:lnTo>
                  <a:pt x="19251" y="63927"/>
                </a:lnTo>
                <a:lnTo>
                  <a:pt x="20329" y="65564"/>
                </a:lnTo>
                <a:lnTo>
                  <a:pt x="21513" y="67121"/>
                </a:lnTo>
                <a:lnTo>
                  <a:pt x="22802" y="68598"/>
                </a:lnTo>
                <a:lnTo>
                  <a:pt x="24191" y="69987"/>
                </a:lnTo>
                <a:lnTo>
                  <a:pt x="25675" y="71279"/>
                </a:lnTo>
                <a:lnTo>
                  <a:pt x="27254" y="72472"/>
                </a:lnTo>
                <a:lnTo>
                  <a:pt x="28927" y="73566"/>
                </a:lnTo>
                <a:lnTo>
                  <a:pt x="30692" y="74558"/>
                </a:lnTo>
                <a:lnTo>
                  <a:pt x="32550" y="75448"/>
                </a:lnTo>
                <a:lnTo>
                  <a:pt x="34500" y="76234"/>
                </a:lnTo>
                <a:lnTo>
                  <a:pt x="36541" y="76915"/>
                </a:lnTo>
                <a:lnTo>
                  <a:pt x="38673" y="77490"/>
                </a:lnTo>
                <a:lnTo>
                  <a:pt x="40895" y="77957"/>
                </a:lnTo>
                <a:lnTo>
                  <a:pt x="43205" y="78314"/>
                </a:lnTo>
                <a:lnTo>
                  <a:pt x="45604" y="78562"/>
                </a:lnTo>
                <a:lnTo>
                  <a:pt x="45604" y="17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45" name="Original native bar-chart element 145">
            <a:extLst xmlns:a="http://schemas.openxmlformats.org/drawingml/2006/main">
              <a:ext uri="{FF2B5EF4-FFF2-40B4-BE49-F238E27FC236}">
                <a16:creationId xmlns:a16="http://schemas.microsoft.com/office/drawing/2014/main" id="{9D4EC6E1-ED8D-4987-9869-B1E3BA43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73" y="1090372"/>
            <a:ext cx="146968" cy="93699"/>
          </a:xfrm>
          <a:custGeom xmlns:a="http://schemas.openxmlformats.org/drawingml/2006/main">
            <a:pathLst>
              <a:path w="146968" h="93699">
                <a:moveTo>
                  <a:pt x="54993" y="75879"/>
                </a:moveTo>
                <a:lnTo>
                  <a:pt x="58099" y="75827"/>
                </a:lnTo>
                <a:lnTo>
                  <a:pt x="61093" y="75671"/>
                </a:lnTo>
                <a:lnTo>
                  <a:pt x="63975" y="75409"/>
                </a:lnTo>
                <a:lnTo>
                  <a:pt x="66746" y="75042"/>
                </a:lnTo>
                <a:lnTo>
                  <a:pt x="69404" y="74568"/>
                </a:lnTo>
                <a:lnTo>
                  <a:pt x="71951" y="73987"/>
                </a:lnTo>
                <a:lnTo>
                  <a:pt x="74386" y="73298"/>
                </a:lnTo>
                <a:lnTo>
                  <a:pt x="76709" y="72501"/>
                </a:lnTo>
                <a:lnTo>
                  <a:pt x="78921" y="71595"/>
                </a:lnTo>
                <a:lnTo>
                  <a:pt x="81021" y="70579"/>
                </a:lnTo>
                <a:lnTo>
                  <a:pt x="83009" y="69452"/>
                </a:lnTo>
                <a:lnTo>
                  <a:pt x="84885" y="68215"/>
                </a:lnTo>
                <a:lnTo>
                  <a:pt x="86626" y="66881"/>
                </a:lnTo>
                <a:lnTo>
                  <a:pt x="88208" y="65467"/>
                </a:lnTo>
                <a:lnTo>
                  <a:pt x="89633" y="63972"/>
                </a:lnTo>
                <a:lnTo>
                  <a:pt x="90903" y="62395"/>
                </a:lnTo>
                <a:lnTo>
                  <a:pt x="92018" y="60736"/>
                </a:lnTo>
                <a:lnTo>
                  <a:pt x="92981" y="58993"/>
                </a:lnTo>
                <a:lnTo>
                  <a:pt x="93791" y="57167"/>
                </a:lnTo>
                <a:lnTo>
                  <a:pt x="94451" y="55256"/>
                </a:lnTo>
                <a:lnTo>
                  <a:pt x="94963" y="53260"/>
                </a:lnTo>
                <a:lnTo>
                  <a:pt x="95326" y="51178"/>
                </a:lnTo>
                <a:lnTo>
                  <a:pt x="95543" y="49009"/>
                </a:lnTo>
                <a:lnTo>
                  <a:pt x="95615" y="46754"/>
                </a:lnTo>
                <a:lnTo>
                  <a:pt x="95543" y="44498"/>
                </a:lnTo>
                <a:lnTo>
                  <a:pt x="95326" y="42329"/>
                </a:lnTo>
                <a:lnTo>
                  <a:pt x="94963" y="40245"/>
                </a:lnTo>
                <a:lnTo>
                  <a:pt x="94451" y="38245"/>
                </a:lnTo>
                <a:lnTo>
                  <a:pt x="93791" y="36327"/>
                </a:lnTo>
                <a:lnTo>
                  <a:pt x="92981" y="34491"/>
                </a:lnTo>
                <a:lnTo>
                  <a:pt x="92018" y="32734"/>
                </a:lnTo>
                <a:lnTo>
                  <a:pt x="90903" y="31056"/>
                </a:lnTo>
                <a:lnTo>
                  <a:pt x="89633" y="29455"/>
                </a:lnTo>
                <a:lnTo>
                  <a:pt x="88208" y="27930"/>
                </a:lnTo>
                <a:lnTo>
                  <a:pt x="86626" y="26479"/>
                </a:lnTo>
                <a:lnTo>
                  <a:pt x="84885" y="25101"/>
                </a:lnTo>
                <a:lnTo>
                  <a:pt x="83009" y="23860"/>
                </a:lnTo>
                <a:lnTo>
                  <a:pt x="81021" y="22723"/>
                </a:lnTo>
                <a:lnTo>
                  <a:pt x="78921" y="21691"/>
                </a:lnTo>
                <a:lnTo>
                  <a:pt x="76709" y="20765"/>
                </a:lnTo>
                <a:lnTo>
                  <a:pt x="74386" y="19946"/>
                </a:lnTo>
                <a:lnTo>
                  <a:pt x="71951" y="19233"/>
                </a:lnTo>
                <a:lnTo>
                  <a:pt x="69404" y="18629"/>
                </a:lnTo>
                <a:lnTo>
                  <a:pt x="66746" y="18132"/>
                </a:lnTo>
                <a:lnTo>
                  <a:pt x="63975" y="17745"/>
                </a:lnTo>
                <a:lnTo>
                  <a:pt x="61093" y="17468"/>
                </a:lnTo>
                <a:lnTo>
                  <a:pt x="58099" y="17301"/>
                </a:lnTo>
                <a:lnTo>
                  <a:pt x="54993" y="17245"/>
                </a:lnTo>
                <a:lnTo>
                  <a:pt x="51891" y="17301"/>
                </a:lnTo>
                <a:lnTo>
                  <a:pt x="48908" y="17468"/>
                </a:lnTo>
                <a:lnTo>
                  <a:pt x="46041" y="17745"/>
                </a:lnTo>
                <a:lnTo>
                  <a:pt x="43291" y="18132"/>
                </a:lnTo>
                <a:lnTo>
                  <a:pt x="40654" y="18629"/>
                </a:lnTo>
                <a:lnTo>
                  <a:pt x="38131" y="19233"/>
                </a:lnTo>
                <a:lnTo>
                  <a:pt x="35720" y="19946"/>
                </a:lnTo>
                <a:lnTo>
                  <a:pt x="33419" y="20765"/>
                </a:lnTo>
                <a:lnTo>
                  <a:pt x="31227" y="21691"/>
                </a:lnTo>
                <a:lnTo>
                  <a:pt x="29143" y="22723"/>
                </a:lnTo>
                <a:lnTo>
                  <a:pt x="27165" y="23860"/>
                </a:lnTo>
                <a:lnTo>
                  <a:pt x="25293" y="25101"/>
                </a:lnTo>
                <a:lnTo>
                  <a:pt x="23549" y="26479"/>
                </a:lnTo>
                <a:lnTo>
                  <a:pt x="21956" y="27930"/>
                </a:lnTo>
                <a:lnTo>
                  <a:pt x="20515" y="29455"/>
                </a:lnTo>
                <a:lnTo>
                  <a:pt x="19225" y="31056"/>
                </a:lnTo>
                <a:lnTo>
                  <a:pt x="18088" y="32734"/>
                </a:lnTo>
                <a:lnTo>
                  <a:pt x="17102" y="34491"/>
                </a:lnTo>
                <a:lnTo>
                  <a:pt x="16267" y="36327"/>
                </a:lnTo>
                <a:lnTo>
                  <a:pt x="15585" y="38245"/>
                </a:lnTo>
                <a:lnTo>
                  <a:pt x="15054" y="40245"/>
                </a:lnTo>
                <a:lnTo>
                  <a:pt x="14674" y="42329"/>
                </a:lnTo>
                <a:lnTo>
                  <a:pt x="14447" y="44498"/>
                </a:lnTo>
                <a:lnTo>
                  <a:pt x="14371" y="46754"/>
                </a:lnTo>
                <a:lnTo>
                  <a:pt x="14447" y="49009"/>
                </a:lnTo>
                <a:lnTo>
                  <a:pt x="14674" y="51178"/>
                </a:lnTo>
                <a:lnTo>
                  <a:pt x="15054" y="53260"/>
                </a:lnTo>
                <a:lnTo>
                  <a:pt x="15585" y="55256"/>
                </a:lnTo>
                <a:lnTo>
                  <a:pt x="16267" y="57167"/>
                </a:lnTo>
                <a:lnTo>
                  <a:pt x="17102" y="58993"/>
                </a:lnTo>
                <a:lnTo>
                  <a:pt x="18088" y="60736"/>
                </a:lnTo>
                <a:lnTo>
                  <a:pt x="19225" y="62395"/>
                </a:lnTo>
                <a:lnTo>
                  <a:pt x="20515" y="63972"/>
                </a:lnTo>
                <a:lnTo>
                  <a:pt x="21956" y="65467"/>
                </a:lnTo>
                <a:lnTo>
                  <a:pt x="23549" y="66881"/>
                </a:lnTo>
                <a:lnTo>
                  <a:pt x="25293" y="68215"/>
                </a:lnTo>
                <a:lnTo>
                  <a:pt x="27165" y="69452"/>
                </a:lnTo>
                <a:lnTo>
                  <a:pt x="29143" y="70579"/>
                </a:lnTo>
                <a:lnTo>
                  <a:pt x="31227" y="71595"/>
                </a:lnTo>
                <a:lnTo>
                  <a:pt x="33419" y="72501"/>
                </a:lnTo>
                <a:lnTo>
                  <a:pt x="35720" y="73298"/>
                </a:lnTo>
                <a:lnTo>
                  <a:pt x="38131" y="73987"/>
                </a:lnTo>
                <a:lnTo>
                  <a:pt x="40654" y="74568"/>
                </a:lnTo>
                <a:lnTo>
                  <a:pt x="43291" y="75042"/>
                </a:lnTo>
                <a:lnTo>
                  <a:pt x="46041" y="75409"/>
                </a:lnTo>
                <a:lnTo>
                  <a:pt x="48908" y="75671"/>
                </a:lnTo>
                <a:lnTo>
                  <a:pt x="51891" y="75827"/>
                </a:lnTo>
                <a:lnTo>
                  <a:pt x="54993" y="75879"/>
                </a:lnTo>
                <a:close/>
                <a:moveTo>
                  <a:pt x="91591" y="17245"/>
                </a:moveTo>
                <a:lnTo>
                  <a:pt x="93136" y="18175"/>
                </a:lnTo>
                <a:lnTo>
                  <a:pt x="94609" y="19145"/>
                </a:lnTo>
                <a:lnTo>
                  <a:pt x="96011" y="20155"/>
                </a:lnTo>
                <a:lnTo>
                  <a:pt x="97340" y="21205"/>
                </a:lnTo>
                <a:lnTo>
                  <a:pt x="98597" y="22295"/>
                </a:lnTo>
                <a:lnTo>
                  <a:pt x="99783" y="23425"/>
                </a:lnTo>
                <a:lnTo>
                  <a:pt x="100897" y="24594"/>
                </a:lnTo>
                <a:lnTo>
                  <a:pt x="101939" y="25804"/>
                </a:lnTo>
                <a:lnTo>
                  <a:pt x="102909" y="27053"/>
                </a:lnTo>
                <a:lnTo>
                  <a:pt x="103807" y="28343"/>
                </a:lnTo>
                <a:lnTo>
                  <a:pt x="104633" y="29672"/>
                </a:lnTo>
                <a:lnTo>
                  <a:pt x="105388" y="31041"/>
                </a:lnTo>
                <a:lnTo>
                  <a:pt x="106078" y="32451"/>
                </a:lnTo>
                <a:lnTo>
                  <a:pt x="106712" y="33901"/>
                </a:lnTo>
                <a:lnTo>
                  <a:pt x="107289" y="35392"/>
                </a:lnTo>
                <a:lnTo>
                  <a:pt x="107808" y="36925"/>
                </a:lnTo>
                <a:lnTo>
                  <a:pt x="108268" y="38500"/>
                </a:lnTo>
                <a:lnTo>
                  <a:pt x="108669" y="40119"/>
                </a:lnTo>
                <a:lnTo>
                  <a:pt x="109010" y="41782"/>
                </a:lnTo>
                <a:lnTo>
                  <a:pt x="109291" y="43489"/>
                </a:lnTo>
                <a:lnTo>
                  <a:pt x="109510" y="45242"/>
                </a:lnTo>
                <a:lnTo>
                  <a:pt x="109668" y="47040"/>
                </a:lnTo>
                <a:lnTo>
                  <a:pt x="109763" y="48885"/>
                </a:lnTo>
                <a:lnTo>
                  <a:pt x="109795" y="50778"/>
                </a:lnTo>
                <a:lnTo>
                  <a:pt x="109691" y="53891"/>
                </a:lnTo>
                <a:lnTo>
                  <a:pt x="109380" y="56909"/>
                </a:lnTo>
                <a:lnTo>
                  <a:pt x="108861" y="59831"/>
                </a:lnTo>
                <a:lnTo>
                  <a:pt x="108134" y="62658"/>
                </a:lnTo>
                <a:lnTo>
                  <a:pt x="107200" y="65388"/>
                </a:lnTo>
                <a:lnTo>
                  <a:pt x="106058" y="68023"/>
                </a:lnTo>
                <a:lnTo>
                  <a:pt x="104709" y="70562"/>
                </a:lnTo>
                <a:lnTo>
                  <a:pt x="103152" y="73005"/>
                </a:lnTo>
                <a:lnTo>
                  <a:pt x="101388" y="75352"/>
                </a:lnTo>
                <a:lnTo>
                  <a:pt x="99416" y="77604"/>
                </a:lnTo>
                <a:lnTo>
                  <a:pt x="97236" y="79759"/>
                </a:lnTo>
                <a:lnTo>
                  <a:pt x="94849" y="81819"/>
                </a:lnTo>
                <a:lnTo>
                  <a:pt x="92286" y="83744"/>
                </a:lnTo>
                <a:lnTo>
                  <a:pt x="89581" y="85494"/>
                </a:lnTo>
                <a:lnTo>
                  <a:pt x="86735" y="87071"/>
                </a:lnTo>
                <a:lnTo>
                  <a:pt x="83749" y="88476"/>
                </a:lnTo>
                <a:lnTo>
                  <a:pt x="80625" y="89711"/>
                </a:lnTo>
                <a:lnTo>
                  <a:pt x="77364" y="90777"/>
                </a:lnTo>
                <a:lnTo>
                  <a:pt x="73967" y="91676"/>
                </a:lnTo>
                <a:lnTo>
                  <a:pt x="70436" y="92408"/>
                </a:lnTo>
                <a:lnTo>
                  <a:pt x="66771" y="92975"/>
                </a:lnTo>
                <a:lnTo>
                  <a:pt x="62975" y="93378"/>
                </a:lnTo>
                <a:lnTo>
                  <a:pt x="59049" y="93619"/>
                </a:lnTo>
                <a:lnTo>
                  <a:pt x="54993" y="93699"/>
                </a:lnTo>
                <a:lnTo>
                  <a:pt x="50941" y="93619"/>
                </a:lnTo>
                <a:lnTo>
                  <a:pt x="47024" y="93378"/>
                </a:lnTo>
                <a:lnTo>
                  <a:pt x="43242" y="92975"/>
                </a:lnTo>
                <a:lnTo>
                  <a:pt x="39593" y="92408"/>
                </a:lnTo>
                <a:lnTo>
                  <a:pt x="36077" y="91676"/>
                </a:lnTo>
                <a:lnTo>
                  <a:pt x="32694" y="90777"/>
                </a:lnTo>
                <a:lnTo>
                  <a:pt x="29443" y="89711"/>
                </a:lnTo>
                <a:lnTo>
                  <a:pt x="26322" y="88476"/>
                </a:lnTo>
                <a:lnTo>
                  <a:pt x="23332" y="87071"/>
                </a:lnTo>
                <a:lnTo>
                  <a:pt x="20472" y="85494"/>
                </a:lnTo>
                <a:lnTo>
                  <a:pt x="17740" y="83744"/>
                </a:lnTo>
                <a:lnTo>
                  <a:pt x="15138" y="81819"/>
                </a:lnTo>
                <a:lnTo>
                  <a:pt x="12747" y="79759"/>
                </a:lnTo>
                <a:lnTo>
                  <a:pt x="10557" y="77604"/>
                </a:lnTo>
                <a:lnTo>
                  <a:pt x="8569" y="75352"/>
                </a:lnTo>
                <a:lnTo>
                  <a:pt x="6785" y="73005"/>
                </a:lnTo>
                <a:lnTo>
                  <a:pt x="5205" y="70562"/>
                </a:lnTo>
                <a:lnTo>
                  <a:pt x="3832" y="68023"/>
                </a:lnTo>
                <a:lnTo>
                  <a:pt x="2667" y="65388"/>
                </a:lnTo>
                <a:lnTo>
                  <a:pt x="1710" y="62658"/>
                </a:lnTo>
                <a:lnTo>
                  <a:pt x="964" y="59831"/>
                </a:lnTo>
                <a:lnTo>
                  <a:pt x="429" y="56909"/>
                </a:lnTo>
                <a:lnTo>
                  <a:pt x="108" y="53891"/>
                </a:lnTo>
                <a:lnTo>
                  <a:pt x="0" y="50778"/>
                </a:lnTo>
                <a:lnTo>
                  <a:pt x="32" y="48885"/>
                </a:lnTo>
                <a:lnTo>
                  <a:pt x="128" y="47040"/>
                </a:lnTo>
                <a:lnTo>
                  <a:pt x="287" y="45242"/>
                </a:lnTo>
                <a:lnTo>
                  <a:pt x="511" y="43489"/>
                </a:lnTo>
                <a:lnTo>
                  <a:pt x="798" y="41782"/>
                </a:lnTo>
                <a:lnTo>
                  <a:pt x="1150" y="40119"/>
                </a:lnTo>
                <a:lnTo>
                  <a:pt x="1565" y="38500"/>
                </a:lnTo>
                <a:lnTo>
                  <a:pt x="2044" y="36925"/>
                </a:lnTo>
                <a:lnTo>
                  <a:pt x="2587" y="35392"/>
                </a:lnTo>
                <a:lnTo>
                  <a:pt x="3194" y="33901"/>
                </a:lnTo>
                <a:lnTo>
                  <a:pt x="3864" y="32451"/>
                </a:lnTo>
                <a:lnTo>
                  <a:pt x="4599" y="31041"/>
                </a:lnTo>
                <a:lnTo>
                  <a:pt x="5397" y="29672"/>
                </a:lnTo>
                <a:lnTo>
                  <a:pt x="6259" y="28343"/>
                </a:lnTo>
                <a:lnTo>
                  <a:pt x="7186" y="27053"/>
                </a:lnTo>
                <a:lnTo>
                  <a:pt x="8176" y="25804"/>
                </a:lnTo>
                <a:lnTo>
                  <a:pt x="9229" y="24594"/>
                </a:lnTo>
                <a:lnTo>
                  <a:pt x="10347" y="23425"/>
                </a:lnTo>
                <a:lnTo>
                  <a:pt x="11529" y="22295"/>
                </a:lnTo>
                <a:lnTo>
                  <a:pt x="12774" y="21205"/>
                </a:lnTo>
                <a:lnTo>
                  <a:pt x="14084" y="20155"/>
                </a:lnTo>
                <a:lnTo>
                  <a:pt x="15457" y="19145"/>
                </a:lnTo>
                <a:lnTo>
                  <a:pt x="16894" y="18175"/>
                </a:lnTo>
                <a:lnTo>
                  <a:pt x="18395" y="17245"/>
                </a:lnTo>
                <a:lnTo>
                  <a:pt x="2491" y="17245"/>
                </a:lnTo>
                <a:lnTo>
                  <a:pt x="2491" y="0"/>
                </a:lnTo>
                <a:lnTo>
                  <a:pt x="146968" y="0"/>
                </a:lnTo>
                <a:lnTo>
                  <a:pt x="146968" y="17245"/>
                </a:lnTo>
                <a:lnTo>
                  <a:pt x="91591" y="17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46" name="Original native bar-chart element 146">
            <a:extLst xmlns:a="http://schemas.openxmlformats.org/drawingml/2006/main">
              <a:ext uri="{FF2B5EF4-FFF2-40B4-BE49-F238E27FC236}">
                <a16:creationId xmlns:a16="http://schemas.microsoft.com/office/drawing/2014/main" id="{AAF8CAE1-D35A-450B-AEA1-3780EFD9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73" y="968889"/>
            <a:ext cx="109795" cy="87759"/>
          </a:xfrm>
          <a:custGeom xmlns:a="http://schemas.openxmlformats.org/drawingml/2006/main">
            <a:pathLst>
              <a:path w="109795" h="87759">
                <a:moveTo>
                  <a:pt x="65915" y="87759"/>
                </a:moveTo>
                <a:lnTo>
                  <a:pt x="2491" y="87759"/>
                </a:lnTo>
                <a:lnTo>
                  <a:pt x="2491" y="70514"/>
                </a:lnTo>
                <a:lnTo>
                  <a:pt x="65340" y="70514"/>
                </a:lnTo>
                <a:lnTo>
                  <a:pt x="67776" y="70474"/>
                </a:lnTo>
                <a:lnTo>
                  <a:pt x="70101" y="70354"/>
                </a:lnTo>
                <a:lnTo>
                  <a:pt x="72316" y="70155"/>
                </a:lnTo>
                <a:lnTo>
                  <a:pt x="74424" y="69875"/>
                </a:lnTo>
                <a:lnTo>
                  <a:pt x="76426" y="69516"/>
                </a:lnTo>
                <a:lnTo>
                  <a:pt x="78322" y="69077"/>
                </a:lnTo>
                <a:lnTo>
                  <a:pt x="80115" y="68558"/>
                </a:lnTo>
                <a:lnTo>
                  <a:pt x="81805" y="67959"/>
                </a:lnTo>
                <a:lnTo>
                  <a:pt x="83394" y="67280"/>
                </a:lnTo>
                <a:lnTo>
                  <a:pt x="84883" y="66522"/>
                </a:lnTo>
                <a:lnTo>
                  <a:pt x="86274" y="65684"/>
                </a:lnTo>
                <a:lnTo>
                  <a:pt x="87568" y="64766"/>
                </a:lnTo>
                <a:lnTo>
                  <a:pt x="88761" y="63767"/>
                </a:lnTo>
                <a:lnTo>
                  <a:pt x="89851" y="62689"/>
                </a:lnTo>
                <a:lnTo>
                  <a:pt x="90837" y="61529"/>
                </a:lnTo>
                <a:lnTo>
                  <a:pt x="91719" y="60287"/>
                </a:lnTo>
                <a:lnTo>
                  <a:pt x="92498" y="58963"/>
                </a:lnTo>
                <a:lnTo>
                  <a:pt x="93172" y="57556"/>
                </a:lnTo>
                <a:lnTo>
                  <a:pt x="93743" y="56065"/>
                </a:lnTo>
                <a:lnTo>
                  <a:pt x="94210" y="54489"/>
                </a:lnTo>
                <a:lnTo>
                  <a:pt x="94573" y="52829"/>
                </a:lnTo>
                <a:lnTo>
                  <a:pt x="94833" y="51082"/>
                </a:lnTo>
                <a:lnTo>
                  <a:pt x="94989" y="49249"/>
                </a:lnTo>
                <a:lnTo>
                  <a:pt x="95041" y="47329"/>
                </a:lnTo>
                <a:lnTo>
                  <a:pt x="94981" y="45065"/>
                </a:lnTo>
                <a:lnTo>
                  <a:pt x="94800" y="42875"/>
                </a:lnTo>
                <a:lnTo>
                  <a:pt x="94499" y="40760"/>
                </a:lnTo>
                <a:lnTo>
                  <a:pt x="94075" y="38720"/>
                </a:lnTo>
                <a:lnTo>
                  <a:pt x="93530" y="36758"/>
                </a:lnTo>
                <a:lnTo>
                  <a:pt x="92861" y="34874"/>
                </a:lnTo>
                <a:lnTo>
                  <a:pt x="92068" y="33070"/>
                </a:lnTo>
                <a:lnTo>
                  <a:pt x="91151" y="31347"/>
                </a:lnTo>
                <a:lnTo>
                  <a:pt x="90109" y="29706"/>
                </a:lnTo>
                <a:lnTo>
                  <a:pt x="88942" y="28150"/>
                </a:lnTo>
                <a:lnTo>
                  <a:pt x="87648" y="26678"/>
                </a:lnTo>
                <a:lnTo>
                  <a:pt x="86226" y="25293"/>
                </a:lnTo>
                <a:lnTo>
                  <a:pt x="84697" y="24008"/>
                </a:lnTo>
                <a:lnTo>
                  <a:pt x="83080" y="22834"/>
                </a:lnTo>
                <a:lnTo>
                  <a:pt x="81373" y="21772"/>
                </a:lnTo>
                <a:lnTo>
                  <a:pt x="79577" y="20822"/>
                </a:lnTo>
                <a:lnTo>
                  <a:pt x="77690" y="19984"/>
                </a:lnTo>
                <a:lnTo>
                  <a:pt x="75711" y="19257"/>
                </a:lnTo>
                <a:lnTo>
                  <a:pt x="73642" y="18642"/>
                </a:lnTo>
                <a:lnTo>
                  <a:pt x="71479" y="18139"/>
                </a:lnTo>
                <a:lnTo>
                  <a:pt x="69224" y="17748"/>
                </a:lnTo>
                <a:lnTo>
                  <a:pt x="66874" y="17469"/>
                </a:lnTo>
                <a:lnTo>
                  <a:pt x="64430" y="17301"/>
                </a:lnTo>
                <a:lnTo>
                  <a:pt x="61891" y="17245"/>
                </a:lnTo>
                <a:lnTo>
                  <a:pt x="2491" y="17245"/>
                </a:lnTo>
                <a:lnTo>
                  <a:pt x="2491" y="0"/>
                </a:lnTo>
                <a:lnTo>
                  <a:pt x="107304" y="0"/>
                </a:lnTo>
                <a:lnTo>
                  <a:pt x="107304" y="17245"/>
                </a:lnTo>
                <a:lnTo>
                  <a:pt x="91208" y="17245"/>
                </a:lnTo>
                <a:lnTo>
                  <a:pt x="92797" y="18315"/>
                </a:lnTo>
                <a:lnTo>
                  <a:pt x="94308" y="19415"/>
                </a:lnTo>
                <a:lnTo>
                  <a:pt x="95741" y="20545"/>
                </a:lnTo>
                <a:lnTo>
                  <a:pt x="97099" y="21702"/>
                </a:lnTo>
                <a:lnTo>
                  <a:pt x="98382" y="22886"/>
                </a:lnTo>
                <a:lnTo>
                  <a:pt x="99591" y="24095"/>
                </a:lnTo>
                <a:lnTo>
                  <a:pt x="100729" y="25329"/>
                </a:lnTo>
                <a:lnTo>
                  <a:pt x="101797" y="26585"/>
                </a:lnTo>
                <a:lnTo>
                  <a:pt x="102795" y="27862"/>
                </a:lnTo>
                <a:lnTo>
                  <a:pt x="103725" y="29159"/>
                </a:lnTo>
                <a:lnTo>
                  <a:pt x="104589" y="30475"/>
                </a:lnTo>
                <a:lnTo>
                  <a:pt x="105388" y="31808"/>
                </a:lnTo>
                <a:lnTo>
                  <a:pt x="106078" y="33213"/>
                </a:lnTo>
                <a:lnTo>
                  <a:pt x="106712" y="34651"/>
                </a:lnTo>
                <a:lnTo>
                  <a:pt x="107289" y="36122"/>
                </a:lnTo>
                <a:lnTo>
                  <a:pt x="107808" y="37627"/>
                </a:lnTo>
                <a:lnTo>
                  <a:pt x="108268" y="39167"/>
                </a:lnTo>
                <a:lnTo>
                  <a:pt x="108669" y="40742"/>
                </a:lnTo>
                <a:lnTo>
                  <a:pt x="109010" y="42353"/>
                </a:lnTo>
                <a:lnTo>
                  <a:pt x="109291" y="44000"/>
                </a:lnTo>
                <a:lnTo>
                  <a:pt x="109510" y="45685"/>
                </a:lnTo>
                <a:lnTo>
                  <a:pt x="109668" y="47408"/>
                </a:lnTo>
                <a:lnTo>
                  <a:pt x="109763" y="49169"/>
                </a:lnTo>
                <a:lnTo>
                  <a:pt x="109795" y="50969"/>
                </a:lnTo>
                <a:lnTo>
                  <a:pt x="109719" y="53927"/>
                </a:lnTo>
                <a:lnTo>
                  <a:pt x="109491" y="56765"/>
                </a:lnTo>
                <a:lnTo>
                  <a:pt x="109109" y="59481"/>
                </a:lnTo>
                <a:lnTo>
                  <a:pt x="108574" y="62076"/>
                </a:lnTo>
                <a:lnTo>
                  <a:pt x="107885" y="64548"/>
                </a:lnTo>
                <a:lnTo>
                  <a:pt x="107040" y="66897"/>
                </a:lnTo>
                <a:lnTo>
                  <a:pt x="106040" y="69123"/>
                </a:lnTo>
                <a:lnTo>
                  <a:pt x="104884" y="71224"/>
                </a:lnTo>
                <a:lnTo>
                  <a:pt x="103570" y="73200"/>
                </a:lnTo>
                <a:lnTo>
                  <a:pt x="102099" y="75050"/>
                </a:lnTo>
                <a:lnTo>
                  <a:pt x="100470" y="76773"/>
                </a:lnTo>
                <a:lnTo>
                  <a:pt x="98681" y="78370"/>
                </a:lnTo>
                <a:lnTo>
                  <a:pt x="96785" y="79883"/>
                </a:lnTo>
                <a:lnTo>
                  <a:pt x="94737" y="81261"/>
                </a:lnTo>
                <a:lnTo>
                  <a:pt x="92538" y="82505"/>
                </a:lnTo>
                <a:lnTo>
                  <a:pt x="90186" y="83615"/>
                </a:lnTo>
                <a:lnTo>
                  <a:pt x="87683" y="84591"/>
                </a:lnTo>
                <a:lnTo>
                  <a:pt x="85029" y="85436"/>
                </a:lnTo>
                <a:lnTo>
                  <a:pt x="82222" y="86149"/>
                </a:lnTo>
                <a:lnTo>
                  <a:pt x="79264" y="86730"/>
                </a:lnTo>
                <a:lnTo>
                  <a:pt x="76155" y="87181"/>
                </a:lnTo>
                <a:lnTo>
                  <a:pt x="72893" y="87503"/>
                </a:lnTo>
                <a:lnTo>
                  <a:pt x="69480" y="87695"/>
                </a:lnTo>
                <a:lnTo>
                  <a:pt x="65915" y="87759"/>
                </a:lnTo>
                <a:close/>
                <a:moveTo>
                  <a:pt x="0" y="44454"/>
                </a:moveTo>
                <a:lnTo>
                  <a:pt x="0" y="444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47" name="Original native bar-chart element 147">
            <a:extLst xmlns:a="http://schemas.openxmlformats.org/drawingml/2006/main">
              <a:ext uri="{FF2B5EF4-FFF2-40B4-BE49-F238E27FC236}">
                <a16:creationId xmlns:a16="http://schemas.microsoft.com/office/drawing/2014/main" id="{C64F322D-6877-41A4-A9AC-E2C35F3B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73" y="843765"/>
            <a:ext cx="109795" cy="97148"/>
          </a:xfrm>
          <a:custGeom xmlns:a="http://schemas.openxmlformats.org/drawingml/2006/main">
            <a:pathLst>
              <a:path w="109795" h="97148">
                <a:moveTo>
                  <a:pt x="50586" y="0"/>
                </a:moveTo>
                <a:lnTo>
                  <a:pt x="59017" y="0"/>
                </a:lnTo>
                <a:lnTo>
                  <a:pt x="59017" y="79137"/>
                </a:lnTo>
                <a:lnTo>
                  <a:pt x="61931" y="78889"/>
                </a:lnTo>
                <a:lnTo>
                  <a:pt x="64732" y="78528"/>
                </a:lnTo>
                <a:lnTo>
                  <a:pt x="67418" y="78053"/>
                </a:lnTo>
                <a:lnTo>
                  <a:pt x="69989" y="77462"/>
                </a:lnTo>
                <a:lnTo>
                  <a:pt x="72442" y="76754"/>
                </a:lnTo>
                <a:lnTo>
                  <a:pt x="74777" y="75927"/>
                </a:lnTo>
                <a:lnTo>
                  <a:pt x="76993" y="74981"/>
                </a:lnTo>
                <a:lnTo>
                  <a:pt x="79087" y="73913"/>
                </a:lnTo>
                <a:lnTo>
                  <a:pt x="81059" y="72723"/>
                </a:lnTo>
                <a:lnTo>
                  <a:pt x="82907" y="71410"/>
                </a:lnTo>
                <a:lnTo>
                  <a:pt x="84630" y="69971"/>
                </a:lnTo>
                <a:lnTo>
                  <a:pt x="86226" y="68406"/>
                </a:lnTo>
                <a:lnTo>
                  <a:pt x="87695" y="66773"/>
                </a:lnTo>
                <a:lnTo>
                  <a:pt x="89037" y="65036"/>
                </a:lnTo>
                <a:lnTo>
                  <a:pt x="90250" y="63194"/>
                </a:lnTo>
                <a:lnTo>
                  <a:pt x="91336" y="61246"/>
                </a:lnTo>
                <a:lnTo>
                  <a:pt x="92294" y="59191"/>
                </a:lnTo>
                <a:lnTo>
                  <a:pt x="93124" y="57029"/>
                </a:lnTo>
                <a:lnTo>
                  <a:pt x="93827" y="54760"/>
                </a:lnTo>
                <a:lnTo>
                  <a:pt x="94402" y="52382"/>
                </a:lnTo>
                <a:lnTo>
                  <a:pt x="94849" y="49894"/>
                </a:lnTo>
                <a:lnTo>
                  <a:pt x="95168" y="47298"/>
                </a:lnTo>
                <a:lnTo>
                  <a:pt x="95360" y="44590"/>
                </a:lnTo>
                <a:lnTo>
                  <a:pt x="95424" y="41772"/>
                </a:lnTo>
                <a:lnTo>
                  <a:pt x="95408" y="40143"/>
                </a:lnTo>
                <a:lnTo>
                  <a:pt x="95360" y="38516"/>
                </a:lnTo>
                <a:lnTo>
                  <a:pt x="95280" y="36892"/>
                </a:lnTo>
                <a:lnTo>
                  <a:pt x="95168" y="35271"/>
                </a:lnTo>
                <a:lnTo>
                  <a:pt x="95025" y="33656"/>
                </a:lnTo>
                <a:lnTo>
                  <a:pt x="94849" y="32047"/>
                </a:lnTo>
                <a:lnTo>
                  <a:pt x="94641" y="30447"/>
                </a:lnTo>
                <a:lnTo>
                  <a:pt x="94402" y="28856"/>
                </a:lnTo>
                <a:lnTo>
                  <a:pt x="94130" y="27275"/>
                </a:lnTo>
                <a:lnTo>
                  <a:pt x="93827" y="25706"/>
                </a:lnTo>
                <a:lnTo>
                  <a:pt x="93492" y="24151"/>
                </a:lnTo>
                <a:lnTo>
                  <a:pt x="93124" y="22610"/>
                </a:lnTo>
                <a:lnTo>
                  <a:pt x="92721" y="21074"/>
                </a:lnTo>
                <a:lnTo>
                  <a:pt x="92278" y="19530"/>
                </a:lnTo>
                <a:lnTo>
                  <a:pt x="91795" y="17982"/>
                </a:lnTo>
                <a:lnTo>
                  <a:pt x="91272" y="16429"/>
                </a:lnTo>
                <a:lnTo>
                  <a:pt x="90709" y="14874"/>
                </a:lnTo>
                <a:lnTo>
                  <a:pt x="90106" y="13317"/>
                </a:lnTo>
                <a:lnTo>
                  <a:pt x="89464" y="11761"/>
                </a:lnTo>
                <a:lnTo>
                  <a:pt x="88781" y="10205"/>
                </a:lnTo>
                <a:lnTo>
                  <a:pt x="88059" y="8653"/>
                </a:lnTo>
                <a:lnTo>
                  <a:pt x="87296" y="7104"/>
                </a:lnTo>
                <a:lnTo>
                  <a:pt x="86494" y="5561"/>
                </a:lnTo>
                <a:lnTo>
                  <a:pt x="85651" y="4024"/>
                </a:lnTo>
                <a:lnTo>
                  <a:pt x="101939" y="4024"/>
                </a:lnTo>
                <a:lnTo>
                  <a:pt x="102597" y="5561"/>
                </a:lnTo>
                <a:lnTo>
                  <a:pt x="103230" y="7106"/>
                </a:lnTo>
                <a:lnTo>
                  <a:pt x="103837" y="8659"/>
                </a:lnTo>
                <a:lnTo>
                  <a:pt x="104415" y="10219"/>
                </a:lnTo>
                <a:lnTo>
                  <a:pt x="104965" y="11788"/>
                </a:lnTo>
                <a:lnTo>
                  <a:pt x="105483" y="13365"/>
                </a:lnTo>
                <a:lnTo>
                  <a:pt x="105970" y="14950"/>
                </a:lnTo>
                <a:lnTo>
                  <a:pt x="106424" y="16543"/>
                </a:lnTo>
                <a:lnTo>
                  <a:pt x="106843" y="18143"/>
                </a:lnTo>
                <a:lnTo>
                  <a:pt x="107226" y="19752"/>
                </a:lnTo>
                <a:lnTo>
                  <a:pt x="107572" y="21369"/>
                </a:lnTo>
                <a:lnTo>
                  <a:pt x="107879" y="22994"/>
                </a:lnTo>
                <a:lnTo>
                  <a:pt x="108158" y="24626"/>
                </a:lnTo>
                <a:lnTo>
                  <a:pt x="108420" y="26265"/>
                </a:lnTo>
                <a:lnTo>
                  <a:pt x="108663" y="27910"/>
                </a:lnTo>
                <a:lnTo>
                  <a:pt x="108886" y="29558"/>
                </a:lnTo>
                <a:lnTo>
                  <a:pt x="109088" y="31209"/>
                </a:lnTo>
                <a:lnTo>
                  <a:pt x="109268" y="32862"/>
                </a:lnTo>
                <a:lnTo>
                  <a:pt x="109423" y="34514"/>
                </a:lnTo>
                <a:lnTo>
                  <a:pt x="109554" y="36165"/>
                </a:lnTo>
                <a:lnTo>
                  <a:pt x="109657" y="37814"/>
                </a:lnTo>
                <a:lnTo>
                  <a:pt x="109733" y="39458"/>
                </a:lnTo>
                <a:lnTo>
                  <a:pt x="109779" y="41097"/>
                </a:lnTo>
                <a:lnTo>
                  <a:pt x="109795" y="42730"/>
                </a:lnTo>
                <a:lnTo>
                  <a:pt x="109695" y="46870"/>
                </a:lnTo>
                <a:lnTo>
                  <a:pt x="109396" y="50858"/>
                </a:lnTo>
                <a:lnTo>
                  <a:pt x="108897" y="54697"/>
                </a:lnTo>
                <a:lnTo>
                  <a:pt x="108198" y="58385"/>
                </a:lnTo>
                <a:lnTo>
                  <a:pt x="107300" y="61925"/>
                </a:lnTo>
                <a:lnTo>
                  <a:pt x="106202" y="65316"/>
                </a:lnTo>
                <a:lnTo>
                  <a:pt x="104905" y="68560"/>
                </a:lnTo>
                <a:lnTo>
                  <a:pt x="103408" y="71657"/>
                </a:lnTo>
                <a:lnTo>
                  <a:pt x="101711" y="74607"/>
                </a:lnTo>
                <a:lnTo>
                  <a:pt x="99815" y="77411"/>
                </a:lnTo>
                <a:lnTo>
                  <a:pt x="97719" y="80071"/>
                </a:lnTo>
                <a:lnTo>
                  <a:pt x="95424" y="82586"/>
                </a:lnTo>
                <a:lnTo>
                  <a:pt x="92953" y="84925"/>
                </a:lnTo>
                <a:lnTo>
                  <a:pt x="90331" y="87057"/>
                </a:lnTo>
                <a:lnTo>
                  <a:pt x="87559" y="88984"/>
                </a:lnTo>
                <a:lnTo>
                  <a:pt x="84637" y="90704"/>
                </a:lnTo>
                <a:lnTo>
                  <a:pt x="81566" y="92220"/>
                </a:lnTo>
                <a:lnTo>
                  <a:pt x="78346" y="93532"/>
                </a:lnTo>
                <a:lnTo>
                  <a:pt x="74979" y="94639"/>
                </a:lnTo>
                <a:lnTo>
                  <a:pt x="71465" y="95544"/>
                </a:lnTo>
                <a:lnTo>
                  <a:pt x="67804" y="96247"/>
                </a:lnTo>
                <a:lnTo>
                  <a:pt x="63998" y="96748"/>
                </a:lnTo>
                <a:lnTo>
                  <a:pt x="60047" y="97048"/>
                </a:lnTo>
                <a:lnTo>
                  <a:pt x="55951" y="97148"/>
                </a:lnTo>
                <a:lnTo>
                  <a:pt x="51760" y="97052"/>
                </a:lnTo>
                <a:lnTo>
                  <a:pt x="47712" y="96765"/>
                </a:lnTo>
                <a:lnTo>
                  <a:pt x="43808" y="96286"/>
                </a:lnTo>
                <a:lnTo>
                  <a:pt x="40047" y="95615"/>
                </a:lnTo>
                <a:lnTo>
                  <a:pt x="36431" y="94753"/>
                </a:lnTo>
                <a:lnTo>
                  <a:pt x="32958" y="93699"/>
                </a:lnTo>
                <a:lnTo>
                  <a:pt x="29628" y="92454"/>
                </a:lnTo>
                <a:lnTo>
                  <a:pt x="26443" y="91017"/>
                </a:lnTo>
                <a:lnTo>
                  <a:pt x="23401" y="89388"/>
                </a:lnTo>
                <a:lnTo>
                  <a:pt x="20503" y="87568"/>
                </a:lnTo>
                <a:lnTo>
                  <a:pt x="17748" y="85556"/>
                </a:lnTo>
                <a:lnTo>
                  <a:pt x="15138" y="83352"/>
                </a:lnTo>
                <a:lnTo>
                  <a:pt x="12747" y="80981"/>
                </a:lnTo>
                <a:lnTo>
                  <a:pt x="10557" y="78468"/>
                </a:lnTo>
                <a:lnTo>
                  <a:pt x="8569" y="75813"/>
                </a:lnTo>
                <a:lnTo>
                  <a:pt x="6785" y="73019"/>
                </a:lnTo>
                <a:lnTo>
                  <a:pt x="5205" y="70087"/>
                </a:lnTo>
                <a:lnTo>
                  <a:pt x="3832" y="67017"/>
                </a:lnTo>
                <a:lnTo>
                  <a:pt x="2667" y="63812"/>
                </a:lnTo>
                <a:lnTo>
                  <a:pt x="1710" y="60472"/>
                </a:lnTo>
                <a:lnTo>
                  <a:pt x="964" y="56999"/>
                </a:lnTo>
                <a:lnTo>
                  <a:pt x="429" y="53395"/>
                </a:lnTo>
                <a:lnTo>
                  <a:pt x="108" y="49660"/>
                </a:lnTo>
                <a:lnTo>
                  <a:pt x="0" y="45796"/>
                </a:lnTo>
                <a:lnTo>
                  <a:pt x="96" y="42315"/>
                </a:lnTo>
                <a:lnTo>
                  <a:pt x="382" y="38961"/>
                </a:lnTo>
                <a:lnTo>
                  <a:pt x="859" y="35733"/>
                </a:lnTo>
                <a:lnTo>
                  <a:pt x="1526" y="32631"/>
                </a:lnTo>
                <a:lnTo>
                  <a:pt x="2381" y="29654"/>
                </a:lnTo>
                <a:lnTo>
                  <a:pt x="3425" y="26802"/>
                </a:lnTo>
                <a:lnTo>
                  <a:pt x="4657" y="24073"/>
                </a:lnTo>
                <a:lnTo>
                  <a:pt x="6075" y="21468"/>
                </a:lnTo>
                <a:lnTo>
                  <a:pt x="7680" y="18985"/>
                </a:lnTo>
                <a:lnTo>
                  <a:pt x="9470" y="16623"/>
                </a:lnTo>
                <a:lnTo>
                  <a:pt x="11445" y="14383"/>
                </a:lnTo>
                <a:lnTo>
                  <a:pt x="13605" y="12263"/>
                </a:lnTo>
                <a:lnTo>
                  <a:pt x="15968" y="10331"/>
                </a:lnTo>
                <a:lnTo>
                  <a:pt x="18460" y="8561"/>
                </a:lnTo>
                <a:lnTo>
                  <a:pt x="21081" y="6952"/>
                </a:lnTo>
                <a:lnTo>
                  <a:pt x="23831" y="5507"/>
                </a:lnTo>
                <a:lnTo>
                  <a:pt x="26712" y="4227"/>
                </a:lnTo>
                <a:lnTo>
                  <a:pt x="29724" y="3114"/>
                </a:lnTo>
                <a:lnTo>
                  <a:pt x="32868" y="2168"/>
                </a:lnTo>
                <a:lnTo>
                  <a:pt x="36144" y="1391"/>
                </a:lnTo>
                <a:lnTo>
                  <a:pt x="39553" y="784"/>
                </a:lnTo>
                <a:lnTo>
                  <a:pt x="43096" y="350"/>
                </a:lnTo>
                <a:lnTo>
                  <a:pt x="46774" y="88"/>
                </a:lnTo>
                <a:lnTo>
                  <a:pt x="50586" y="0"/>
                </a:lnTo>
                <a:close/>
                <a:moveTo>
                  <a:pt x="45604" y="17245"/>
                </a:moveTo>
                <a:lnTo>
                  <a:pt x="43297" y="17345"/>
                </a:lnTo>
                <a:lnTo>
                  <a:pt x="41068" y="17548"/>
                </a:lnTo>
                <a:lnTo>
                  <a:pt x="38919" y="17853"/>
                </a:lnTo>
                <a:lnTo>
                  <a:pt x="36847" y="18260"/>
                </a:lnTo>
                <a:lnTo>
                  <a:pt x="34852" y="18768"/>
                </a:lnTo>
                <a:lnTo>
                  <a:pt x="32934" y="19377"/>
                </a:lnTo>
                <a:lnTo>
                  <a:pt x="31091" y="20085"/>
                </a:lnTo>
                <a:lnTo>
                  <a:pt x="29324" y="20893"/>
                </a:lnTo>
                <a:lnTo>
                  <a:pt x="27631" y="21799"/>
                </a:lnTo>
                <a:lnTo>
                  <a:pt x="26012" y="22803"/>
                </a:lnTo>
                <a:lnTo>
                  <a:pt x="24467" y="23904"/>
                </a:lnTo>
                <a:lnTo>
                  <a:pt x="22994" y="25101"/>
                </a:lnTo>
                <a:lnTo>
                  <a:pt x="21660" y="26431"/>
                </a:lnTo>
                <a:lnTo>
                  <a:pt x="20440" y="27831"/>
                </a:lnTo>
                <a:lnTo>
                  <a:pt x="19332" y="29302"/>
                </a:lnTo>
                <a:lnTo>
                  <a:pt x="18338" y="30843"/>
                </a:lnTo>
                <a:lnTo>
                  <a:pt x="17459" y="32453"/>
                </a:lnTo>
                <a:lnTo>
                  <a:pt x="16694" y="34131"/>
                </a:lnTo>
                <a:lnTo>
                  <a:pt x="16046" y="35878"/>
                </a:lnTo>
                <a:lnTo>
                  <a:pt x="15514" y="37691"/>
                </a:lnTo>
                <a:lnTo>
                  <a:pt x="15099" y="39571"/>
                </a:lnTo>
                <a:lnTo>
                  <a:pt x="14801" y="41517"/>
                </a:lnTo>
                <a:lnTo>
                  <a:pt x="14622" y="43528"/>
                </a:lnTo>
                <a:lnTo>
                  <a:pt x="14563" y="45604"/>
                </a:lnTo>
                <a:lnTo>
                  <a:pt x="14622" y="47959"/>
                </a:lnTo>
                <a:lnTo>
                  <a:pt x="14800" y="50235"/>
                </a:lnTo>
                <a:lnTo>
                  <a:pt x="15096" y="52430"/>
                </a:lnTo>
                <a:lnTo>
                  <a:pt x="15507" y="54546"/>
                </a:lnTo>
                <a:lnTo>
                  <a:pt x="16032" y="56582"/>
                </a:lnTo>
                <a:lnTo>
                  <a:pt x="16670" y="58538"/>
                </a:lnTo>
                <a:lnTo>
                  <a:pt x="17421" y="60414"/>
                </a:lnTo>
                <a:lnTo>
                  <a:pt x="18281" y="62211"/>
                </a:lnTo>
                <a:lnTo>
                  <a:pt x="19251" y="63927"/>
                </a:lnTo>
                <a:lnTo>
                  <a:pt x="20329" y="65564"/>
                </a:lnTo>
                <a:lnTo>
                  <a:pt x="21513" y="67121"/>
                </a:lnTo>
                <a:lnTo>
                  <a:pt x="22802" y="68598"/>
                </a:lnTo>
                <a:lnTo>
                  <a:pt x="24191" y="69987"/>
                </a:lnTo>
                <a:lnTo>
                  <a:pt x="25675" y="71279"/>
                </a:lnTo>
                <a:lnTo>
                  <a:pt x="27254" y="72472"/>
                </a:lnTo>
                <a:lnTo>
                  <a:pt x="28927" y="73566"/>
                </a:lnTo>
                <a:lnTo>
                  <a:pt x="30692" y="74558"/>
                </a:lnTo>
                <a:lnTo>
                  <a:pt x="32550" y="75448"/>
                </a:lnTo>
                <a:lnTo>
                  <a:pt x="34500" y="76234"/>
                </a:lnTo>
                <a:lnTo>
                  <a:pt x="36541" y="76915"/>
                </a:lnTo>
                <a:lnTo>
                  <a:pt x="38673" y="77490"/>
                </a:lnTo>
                <a:lnTo>
                  <a:pt x="40895" y="77957"/>
                </a:lnTo>
                <a:lnTo>
                  <a:pt x="43205" y="78314"/>
                </a:lnTo>
                <a:lnTo>
                  <a:pt x="45604" y="78562"/>
                </a:lnTo>
                <a:lnTo>
                  <a:pt x="45604" y="17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48" name="Original native bar-chart element 148">
            <a:extLst xmlns:a="http://schemas.openxmlformats.org/drawingml/2006/main">
              <a:ext uri="{FF2B5EF4-FFF2-40B4-BE49-F238E27FC236}">
                <a16:creationId xmlns:a16="http://schemas.microsoft.com/office/drawing/2014/main" id="{91EE9D63-C367-409B-A337-6F049C17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73" y="728413"/>
            <a:ext cx="107304" cy="87759"/>
          </a:xfrm>
          <a:custGeom xmlns:a="http://schemas.openxmlformats.org/drawingml/2006/main">
            <a:pathLst>
              <a:path w="107304" h="87759">
                <a:moveTo>
                  <a:pt x="44071" y="0"/>
                </a:moveTo>
                <a:lnTo>
                  <a:pt x="107304" y="0"/>
                </a:lnTo>
                <a:lnTo>
                  <a:pt x="107304" y="17245"/>
                </a:lnTo>
                <a:lnTo>
                  <a:pt x="44646" y="17245"/>
                </a:lnTo>
                <a:lnTo>
                  <a:pt x="42211" y="17289"/>
                </a:lnTo>
                <a:lnTo>
                  <a:pt x="39886" y="17419"/>
                </a:lnTo>
                <a:lnTo>
                  <a:pt x="37670" y="17634"/>
                </a:lnTo>
                <a:lnTo>
                  <a:pt x="35562" y="17934"/>
                </a:lnTo>
                <a:lnTo>
                  <a:pt x="33561" y="18315"/>
                </a:lnTo>
                <a:lnTo>
                  <a:pt x="31664" y="18778"/>
                </a:lnTo>
                <a:lnTo>
                  <a:pt x="29872" y="19321"/>
                </a:lnTo>
                <a:lnTo>
                  <a:pt x="28181" y="19942"/>
                </a:lnTo>
                <a:lnTo>
                  <a:pt x="26592" y="20640"/>
                </a:lnTo>
                <a:lnTo>
                  <a:pt x="25103" y="21415"/>
                </a:lnTo>
                <a:lnTo>
                  <a:pt x="23712" y="22263"/>
                </a:lnTo>
                <a:lnTo>
                  <a:pt x="22419" y="23185"/>
                </a:lnTo>
                <a:lnTo>
                  <a:pt x="21225" y="24183"/>
                </a:lnTo>
                <a:lnTo>
                  <a:pt x="20135" y="25261"/>
                </a:lnTo>
                <a:lnTo>
                  <a:pt x="19149" y="26419"/>
                </a:lnTo>
                <a:lnTo>
                  <a:pt x="18267" y="27656"/>
                </a:lnTo>
                <a:lnTo>
                  <a:pt x="17489" y="28974"/>
                </a:lnTo>
                <a:lnTo>
                  <a:pt x="16814" y="30371"/>
                </a:lnTo>
                <a:lnTo>
                  <a:pt x="16243" y="31848"/>
                </a:lnTo>
                <a:lnTo>
                  <a:pt x="15776" y="33405"/>
                </a:lnTo>
                <a:lnTo>
                  <a:pt x="15413" y="35041"/>
                </a:lnTo>
                <a:lnTo>
                  <a:pt x="15153" y="36758"/>
                </a:lnTo>
                <a:lnTo>
                  <a:pt x="14998" y="38554"/>
                </a:lnTo>
                <a:lnTo>
                  <a:pt x="14946" y="40431"/>
                </a:lnTo>
                <a:lnTo>
                  <a:pt x="15010" y="42734"/>
                </a:lnTo>
                <a:lnTo>
                  <a:pt x="15200" y="44950"/>
                </a:lnTo>
                <a:lnTo>
                  <a:pt x="15518" y="47080"/>
                </a:lnTo>
                <a:lnTo>
                  <a:pt x="15961" y="49124"/>
                </a:lnTo>
                <a:lnTo>
                  <a:pt x="16529" y="51083"/>
                </a:lnTo>
                <a:lnTo>
                  <a:pt x="17221" y="52957"/>
                </a:lnTo>
                <a:lnTo>
                  <a:pt x="18038" y="54748"/>
                </a:lnTo>
                <a:lnTo>
                  <a:pt x="18977" y="56455"/>
                </a:lnTo>
                <a:lnTo>
                  <a:pt x="20039" y="58080"/>
                </a:lnTo>
                <a:lnTo>
                  <a:pt x="21222" y="59623"/>
                </a:lnTo>
                <a:lnTo>
                  <a:pt x="22527" y="61085"/>
                </a:lnTo>
                <a:lnTo>
                  <a:pt x="23952" y="62466"/>
                </a:lnTo>
                <a:lnTo>
                  <a:pt x="25481" y="63752"/>
                </a:lnTo>
                <a:lnTo>
                  <a:pt x="27097" y="64925"/>
                </a:lnTo>
                <a:lnTo>
                  <a:pt x="28802" y="65987"/>
                </a:lnTo>
                <a:lnTo>
                  <a:pt x="30594" y="66937"/>
                </a:lnTo>
                <a:lnTo>
                  <a:pt x="32475" y="67775"/>
                </a:lnTo>
                <a:lnTo>
                  <a:pt x="34443" y="68502"/>
                </a:lnTo>
                <a:lnTo>
                  <a:pt x="36498" y="69117"/>
                </a:lnTo>
                <a:lnTo>
                  <a:pt x="38642" y="69620"/>
                </a:lnTo>
                <a:lnTo>
                  <a:pt x="40874" y="70011"/>
                </a:lnTo>
                <a:lnTo>
                  <a:pt x="43193" y="70290"/>
                </a:lnTo>
                <a:lnTo>
                  <a:pt x="45600" y="70458"/>
                </a:lnTo>
                <a:lnTo>
                  <a:pt x="48095" y="70514"/>
                </a:lnTo>
                <a:lnTo>
                  <a:pt x="107304" y="70514"/>
                </a:lnTo>
                <a:lnTo>
                  <a:pt x="107304" y="87759"/>
                </a:lnTo>
                <a:lnTo>
                  <a:pt x="2491" y="87759"/>
                </a:lnTo>
                <a:lnTo>
                  <a:pt x="2491" y="70514"/>
                </a:lnTo>
                <a:lnTo>
                  <a:pt x="18778" y="70514"/>
                </a:lnTo>
                <a:lnTo>
                  <a:pt x="17273" y="69492"/>
                </a:lnTo>
                <a:lnTo>
                  <a:pt x="15826" y="68437"/>
                </a:lnTo>
                <a:lnTo>
                  <a:pt x="14437" y="67349"/>
                </a:lnTo>
                <a:lnTo>
                  <a:pt x="13108" y="66227"/>
                </a:lnTo>
                <a:lnTo>
                  <a:pt x="11840" y="65071"/>
                </a:lnTo>
                <a:lnTo>
                  <a:pt x="10635" y="63879"/>
                </a:lnTo>
                <a:lnTo>
                  <a:pt x="9493" y="62652"/>
                </a:lnTo>
                <a:lnTo>
                  <a:pt x="8417" y="61387"/>
                </a:lnTo>
                <a:lnTo>
                  <a:pt x="7407" y="60086"/>
                </a:lnTo>
                <a:lnTo>
                  <a:pt x="6465" y="58747"/>
                </a:lnTo>
                <a:lnTo>
                  <a:pt x="5593" y="57369"/>
                </a:lnTo>
                <a:lnTo>
                  <a:pt x="4790" y="55951"/>
                </a:lnTo>
                <a:lnTo>
                  <a:pt x="4052" y="54542"/>
                </a:lnTo>
                <a:lnTo>
                  <a:pt x="3371" y="53094"/>
                </a:lnTo>
                <a:lnTo>
                  <a:pt x="2748" y="51607"/>
                </a:lnTo>
                <a:lnTo>
                  <a:pt x="2186" y="50082"/>
                </a:lnTo>
                <a:lnTo>
                  <a:pt x="1684" y="48520"/>
                </a:lnTo>
                <a:lnTo>
                  <a:pt x="1245" y="46921"/>
                </a:lnTo>
                <a:lnTo>
                  <a:pt x="870" y="45287"/>
                </a:lnTo>
                <a:lnTo>
                  <a:pt x="561" y="43617"/>
                </a:lnTo>
                <a:lnTo>
                  <a:pt x="317" y="41913"/>
                </a:lnTo>
                <a:lnTo>
                  <a:pt x="142" y="40174"/>
                </a:lnTo>
                <a:lnTo>
                  <a:pt x="36" y="38403"/>
                </a:lnTo>
                <a:lnTo>
                  <a:pt x="0" y="36598"/>
                </a:lnTo>
                <a:lnTo>
                  <a:pt x="80" y="33684"/>
                </a:lnTo>
                <a:lnTo>
                  <a:pt x="318" y="30884"/>
                </a:lnTo>
                <a:lnTo>
                  <a:pt x="716" y="28197"/>
                </a:lnTo>
                <a:lnTo>
                  <a:pt x="1270" y="25627"/>
                </a:lnTo>
                <a:lnTo>
                  <a:pt x="1982" y="23173"/>
                </a:lnTo>
                <a:lnTo>
                  <a:pt x="2850" y="20838"/>
                </a:lnTo>
                <a:lnTo>
                  <a:pt x="3874" y="18623"/>
                </a:lnTo>
                <a:lnTo>
                  <a:pt x="5053" y="16528"/>
                </a:lnTo>
                <a:lnTo>
                  <a:pt x="6386" y="14557"/>
                </a:lnTo>
                <a:lnTo>
                  <a:pt x="7873" y="12709"/>
                </a:lnTo>
                <a:lnTo>
                  <a:pt x="9513" y="10986"/>
                </a:lnTo>
                <a:lnTo>
                  <a:pt x="11305" y="9389"/>
                </a:lnTo>
                <a:lnTo>
                  <a:pt x="13245" y="7916"/>
                </a:lnTo>
                <a:lnTo>
                  <a:pt x="15329" y="6565"/>
                </a:lnTo>
                <a:lnTo>
                  <a:pt x="17557" y="5335"/>
                </a:lnTo>
                <a:lnTo>
                  <a:pt x="19928" y="4230"/>
                </a:lnTo>
                <a:lnTo>
                  <a:pt x="22443" y="3249"/>
                </a:lnTo>
                <a:lnTo>
                  <a:pt x="25101" y="2395"/>
                </a:lnTo>
                <a:lnTo>
                  <a:pt x="27904" y="1669"/>
                </a:lnTo>
                <a:lnTo>
                  <a:pt x="30850" y="1072"/>
                </a:lnTo>
                <a:lnTo>
                  <a:pt x="33940" y="605"/>
                </a:lnTo>
                <a:lnTo>
                  <a:pt x="37173" y="270"/>
                </a:lnTo>
                <a:lnTo>
                  <a:pt x="40550" y="68"/>
                </a:lnTo>
                <a:lnTo>
                  <a:pt x="440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49" name="Original native bar-chart element 149">
            <a:extLst xmlns:a="http://schemas.openxmlformats.org/drawingml/2006/main">
              <a:ext uri="{FF2B5EF4-FFF2-40B4-BE49-F238E27FC236}">
                <a16:creationId xmlns:a16="http://schemas.microsoft.com/office/drawing/2014/main" id="{F5C7D47A-9486-4EBF-873F-9C571A2C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73" y="618618"/>
            <a:ext cx="109795" cy="82969"/>
          </a:xfrm>
          <a:custGeom xmlns:a="http://schemas.openxmlformats.org/drawingml/2006/main">
            <a:pathLst>
              <a:path w="109795" h="82969">
                <a:moveTo>
                  <a:pt x="6515" y="0"/>
                </a:moveTo>
                <a:lnTo>
                  <a:pt x="22610" y="0"/>
                </a:lnTo>
                <a:lnTo>
                  <a:pt x="21956" y="1242"/>
                </a:lnTo>
                <a:lnTo>
                  <a:pt x="21332" y="2477"/>
                </a:lnTo>
                <a:lnTo>
                  <a:pt x="20739" y="3707"/>
                </a:lnTo>
                <a:lnTo>
                  <a:pt x="20176" y="4932"/>
                </a:lnTo>
                <a:lnTo>
                  <a:pt x="19643" y="6155"/>
                </a:lnTo>
                <a:lnTo>
                  <a:pt x="19137" y="7377"/>
                </a:lnTo>
                <a:lnTo>
                  <a:pt x="18660" y="8599"/>
                </a:lnTo>
                <a:lnTo>
                  <a:pt x="18210" y="9822"/>
                </a:lnTo>
                <a:lnTo>
                  <a:pt x="17787" y="11048"/>
                </a:lnTo>
                <a:lnTo>
                  <a:pt x="17390" y="12277"/>
                </a:lnTo>
                <a:lnTo>
                  <a:pt x="17018" y="13513"/>
                </a:lnTo>
                <a:lnTo>
                  <a:pt x="16670" y="14754"/>
                </a:lnTo>
                <a:lnTo>
                  <a:pt x="16347" y="15996"/>
                </a:lnTo>
                <a:lnTo>
                  <a:pt x="16049" y="17231"/>
                </a:lnTo>
                <a:lnTo>
                  <a:pt x="15775" y="18461"/>
                </a:lnTo>
                <a:lnTo>
                  <a:pt x="15528" y="19687"/>
                </a:lnTo>
                <a:lnTo>
                  <a:pt x="15307" y="20910"/>
                </a:lnTo>
                <a:lnTo>
                  <a:pt x="15114" y="22131"/>
                </a:lnTo>
                <a:lnTo>
                  <a:pt x="14948" y="23353"/>
                </a:lnTo>
                <a:lnTo>
                  <a:pt x="14811" y="24576"/>
                </a:lnTo>
                <a:lnTo>
                  <a:pt x="14703" y="25802"/>
                </a:lnTo>
                <a:lnTo>
                  <a:pt x="14626" y="27032"/>
                </a:lnTo>
                <a:lnTo>
                  <a:pt x="14579" y="28267"/>
                </a:lnTo>
                <a:lnTo>
                  <a:pt x="14563" y="29509"/>
                </a:lnTo>
                <a:lnTo>
                  <a:pt x="14638" y="32239"/>
                </a:lnTo>
                <a:lnTo>
                  <a:pt x="14865" y="34872"/>
                </a:lnTo>
                <a:lnTo>
                  <a:pt x="15242" y="37407"/>
                </a:lnTo>
                <a:lnTo>
                  <a:pt x="15769" y="39842"/>
                </a:lnTo>
                <a:lnTo>
                  <a:pt x="16445" y="42175"/>
                </a:lnTo>
                <a:lnTo>
                  <a:pt x="17269" y="44407"/>
                </a:lnTo>
                <a:lnTo>
                  <a:pt x="18241" y="46534"/>
                </a:lnTo>
                <a:lnTo>
                  <a:pt x="19360" y="48556"/>
                </a:lnTo>
                <a:lnTo>
                  <a:pt x="20625" y="50472"/>
                </a:lnTo>
                <a:lnTo>
                  <a:pt x="22036" y="52280"/>
                </a:lnTo>
                <a:lnTo>
                  <a:pt x="23593" y="53979"/>
                </a:lnTo>
                <a:lnTo>
                  <a:pt x="25293" y="55568"/>
                </a:lnTo>
                <a:lnTo>
                  <a:pt x="27125" y="57037"/>
                </a:lnTo>
                <a:lnTo>
                  <a:pt x="29077" y="58378"/>
                </a:lnTo>
                <a:lnTo>
                  <a:pt x="31146" y="59592"/>
                </a:lnTo>
                <a:lnTo>
                  <a:pt x="33334" y="60678"/>
                </a:lnTo>
                <a:lnTo>
                  <a:pt x="35638" y="61636"/>
                </a:lnTo>
                <a:lnTo>
                  <a:pt x="38059" y="62466"/>
                </a:lnTo>
                <a:lnTo>
                  <a:pt x="40596" y="63169"/>
                </a:lnTo>
                <a:lnTo>
                  <a:pt x="43248" y="63744"/>
                </a:lnTo>
                <a:lnTo>
                  <a:pt x="46014" y="64191"/>
                </a:lnTo>
                <a:lnTo>
                  <a:pt x="48894" y="64510"/>
                </a:lnTo>
                <a:lnTo>
                  <a:pt x="51888" y="64702"/>
                </a:lnTo>
                <a:lnTo>
                  <a:pt x="54993" y="64766"/>
                </a:lnTo>
                <a:lnTo>
                  <a:pt x="58143" y="64702"/>
                </a:lnTo>
                <a:lnTo>
                  <a:pt x="61173" y="64510"/>
                </a:lnTo>
                <a:lnTo>
                  <a:pt x="64083" y="64191"/>
                </a:lnTo>
                <a:lnTo>
                  <a:pt x="66873" y="63744"/>
                </a:lnTo>
                <a:lnTo>
                  <a:pt x="69544" y="63169"/>
                </a:lnTo>
                <a:lnTo>
                  <a:pt x="72095" y="62466"/>
                </a:lnTo>
                <a:lnTo>
                  <a:pt x="74526" y="61636"/>
                </a:lnTo>
                <a:lnTo>
                  <a:pt x="76837" y="60678"/>
                </a:lnTo>
                <a:lnTo>
                  <a:pt x="79029" y="59592"/>
                </a:lnTo>
                <a:lnTo>
                  <a:pt x="81101" y="58378"/>
                </a:lnTo>
                <a:lnTo>
                  <a:pt x="83053" y="57037"/>
                </a:lnTo>
                <a:lnTo>
                  <a:pt x="84885" y="55568"/>
                </a:lnTo>
                <a:lnTo>
                  <a:pt x="86582" y="53979"/>
                </a:lnTo>
                <a:lnTo>
                  <a:pt x="88127" y="52280"/>
                </a:lnTo>
                <a:lnTo>
                  <a:pt x="89523" y="50472"/>
                </a:lnTo>
                <a:lnTo>
                  <a:pt x="90768" y="48556"/>
                </a:lnTo>
                <a:lnTo>
                  <a:pt x="91865" y="46534"/>
                </a:lnTo>
                <a:lnTo>
                  <a:pt x="92813" y="44407"/>
                </a:lnTo>
                <a:lnTo>
                  <a:pt x="93614" y="42175"/>
                </a:lnTo>
                <a:lnTo>
                  <a:pt x="94267" y="39842"/>
                </a:lnTo>
                <a:lnTo>
                  <a:pt x="94774" y="37407"/>
                </a:lnTo>
                <a:lnTo>
                  <a:pt x="95135" y="34872"/>
                </a:lnTo>
                <a:lnTo>
                  <a:pt x="95352" y="32239"/>
                </a:lnTo>
                <a:lnTo>
                  <a:pt x="95424" y="29509"/>
                </a:lnTo>
                <a:lnTo>
                  <a:pt x="95412" y="28267"/>
                </a:lnTo>
                <a:lnTo>
                  <a:pt x="95375" y="27032"/>
                </a:lnTo>
                <a:lnTo>
                  <a:pt x="95313" y="25802"/>
                </a:lnTo>
                <a:lnTo>
                  <a:pt x="95225" y="24576"/>
                </a:lnTo>
                <a:lnTo>
                  <a:pt x="95110" y="23353"/>
                </a:lnTo>
                <a:lnTo>
                  <a:pt x="94969" y="22131"/>
                </a:lnTo>
                <a:lnTo>
                  <a:pt x="94799" y="20910"/>
                </a:lnTo>
                <a:lnTo>
                  <a:pt x="94601" y="19687"/>
                </a:lnTo>
                <a:lnTo>
                  <a:pt x="94373" y="18461"/>
                </a:lnTo>
                <a:lnTo>
                  <a:pt x="94115" y="17231"/>
                </a:lnTo>
                <a:lnTo>
                  <a:pt x="93827" y="15996"/>
                </a:lnTo>
                <a:lnTo>
                  <a:pt x="93508" y="14754"/>
                </a:lnTo>
                <a:lnTo>
                  <a:pt x="93156" y="13513"/>
                </a:lnTo>
                <a:lnTo>
                  <a:pt x="92774" y="12277"/>
                </a:lnTo>
                <a:lnTo>
                  <a:pt x="92361" y="11048"/>
                </a:lnTo>
                <a:lnTo>
                  <a:pt x="91918" y="9822"/>
                </a:lnTo>
                <a:lnTo>
                  <a:pt x="91446" y="8599"/>
                </a:lnTo>
                <a:lnTo>
                  <a:pt x="90945" y="7377"/>
                </a:lnTo>
                <a:lnTo>
                  <a:pt x="90416" y="6155"/>
                </a:lnTo>
                <a:lnTo>
                  <a:pt x="89860" y="4932"/>
                </a:lnTo>
                <a:lnTo>
                  <a:pt x="89277" y="3707"/>
                </a:lnTo>
                <a:lnTo>
                  <a:pt x="88668" y="2477"/>
                </a:lnTo>
                <a:lnTo>
                  <a:pt x="88035" y="1242"/>
                </a:lnTo>
                <a:lnTo>
                  <a:pt x="87376" y="0"/>
                </a:lnTo>
                <a:lnTo>
                  <a:pt x="103280" y="0"/>
                </a:lnTo>
                <a:lnTo>
                  <a:pt x="103843" y="1245"/>
                </a:lnTo>
                <a:lnTo>
                  <a:pt x="104381" y="2491"/>
                </a:lnTo>
                <a:lnTo>
                  <a:pt x="104894" y="3736"/>
                </a:lnTo>
                <a:lnTo>
                  <a:pt x="105381" y="4982"/>
                </a:lnTo>
                <a:lnTo>
                  <a:pt x="105841" y="6227"/>
                </a:lnTo>
                <a:lnTo>
                  <a:pt x="106274" y="7473"/>
                </a:lnTo>
                <a:lnTo>
                  <a:pt x="106679" y="8718"/>
                </a:lnTo>
                <a:lnTo>
                  <a:pt x="107055" y="9964"/>
                </a:lnTo>
                <a:lnTo>
                  <a:pt x="107403" y="11209"/>
                </a:lnTo>
                <a:lnTo>
                  <a:pt x="107720" y="12455"/>
                </a:lnTo>
                <a:lnTo>
                  <a:pt x="108007" y="13700"/>
                </a:lnTo>
                <a:lnTo>
                  <a:pt x="108262" y="14946"/>
                </a:lnTo>
                <a:lnTo>
                  <a:pt x="108493" y="16247"/>
                </a:lnTo>
                <a:lnTo>
                  <a:pt x="108708" y="17564"/>
                </a:lnTo>
                <a:lnTo>
                  <a:pt x="108906" y="18895"/>
                </a:lnTo>
                <a:lnTo>
                  <a:pt x="109085" y="20240"/>
                </a:lnTo>
                <a:lnTo>
                  <a:pt x="109246" y="21599"/>
                </a:lnTo>
                <a:lnTo>
                  <a:pt x="109388" y="22970"/>
                </a:lnTo>
                <a:lnTo>
                  <a:pt x="109509" y="24353"/>
                </a:lnTo>
                <a:lnTo>
                  <a:pt x="109610" y="25747"/>
                </a:lnTo>
                <a:lnTo>
                  <a:pt x="109690" y="27152"/>
                </a:lnTo>
                <a:lnTo>
                  <a:pt x="109748" y="28567"/>
                </a:lnTo>
                <a:lnTo>
                  <a:pt x="109783" y="29992"/>
                </a:lnTo>
                <a:lnTo>
                  <a:pt x="109795" y="31425"/>
                </a:lnTo>
                <a:lnTo>
                  <a:pt x="109695" y="35289"/>
                </a:lnTo>
                <a:lnTo>
                  <a:pt x="109394" y="39024"/>
                </a:lnTo>
                <a:lnTo>
                  <a:pt x="108891" y="42628"/>
                </a:lnTo>
                <a:lnTo>
                  <a:pt x="108184" y="46101"/>
                </a:lnTo>
                <a:lnTo>
                  <a:pt x="107272" y="49441"/>
                </a:lnTo>
                <a:lnTo>
                  <a:pt x="106154" y="52646"/>
                </a:lnTo>
                <a:lnTo>
                  <a:pt x="104829" y="55716"/>
                </a:lnTo>
                <a:lnTo>
                  <a:pt x="103294" y="58648"/>
                </a:lnTo>
                <a:lnTo>
                  <a:pt x="101549" y="61442"/>
                </a:lnTo>
                <a:lnTo>
                  <a:pt x="99593" y="64097"/>
                </a:lnTo>
                <a:lnTo>
                  <a:pt x="97424" y="66610"/>
                </a:lnTo>
                <a:lnTo>
                  <a:pt x="95041" y="68981"/>
                </a:lnTo>
                <a:lnTo>
                  <a:pt x="92522" y="71229"/>
                </a:lnTo>
                <a:lnTo>
                  <a:pt x="89852" y="73277"/>
                </a:lnTo>
                <a:lnTo>
                  <a:pt x="87032" y="75128"/>
                </a:lnTo>
                <a:lnTo>
                  <a:pt x="84062" y="76780"/>
                </a:lnTo>
                <a:lnTo>
                  <a:pt x="80943" y="78236"/>
                </a:lnTo>
                <a:lnTo>
                  <a:pt x="77676" y="79496"/>
                </a:lnTo>
                <a:lnTo>
                  <a:pt x="74261" y="80560"/>
                </a:lnTo>
                <a:lnTo>
                  <a:pt x="70698" y="81429"/>
                </a:lnTo>
                <a:lnTo>
                  <a:pt x="66990" y="82104"/>
                </a:lnTo>
                <a:lnTo>
                  <a:pt x="63136" y="82585"/>
                </a:lnTo>
                <a:lnTo>
                  <a:pt x="59137" y="82873"/>
                </a:lnTo>
                <a:lnTo>
                  <a:pt x="54993" y="82969"/>
                </a:lnTo>
                <a:lnTo>
                  <a:pt x="50806" y="82873"/>
                </a:lnTo>
                <a:lnTo>
                  <a:pt x="46770" y="82585"/>
                </a:lnTo>
                <a:lnTo>
                  <a:pt x="42886" y="82104"/>
                </a:lnTo>
                <a:lnTo>
                  <a:pt x="39153" y="81429"/>
                </a:lnTo>
                <a:lnTo>
                  <a:pt x="35572" y="80560"/>
                </a:lnTo>
                <a:lnTo>
                  <a:pt x="32143" y="79496"/>
                </a:lnTo>
                <a:lnTo>
                  <a:pt x="28866" y="78236"/>
                </a:lnTo>
                <a:lnTo>
                  <a:pt x="25740" y="76780"/>
                </a:lnTo>
                <a:lnTo>
                  <a:pt x="22766" y="75128"/>
                </a:lnTo>
                <a:lnTo>
                  <a:pt x="19944" y="73277"/>
                </a:lnTo>
                <a:lnTo>
                  <a:pt x="17273" y="71229"/>
                </a:lnTo>
                <a:lnTo>
                  <a:pt x="14754" y="68981"/>
                </a:lnTo>
                <a:lnTo>
                  <a:pt x="12411" y="66562"/>
                </a:lnTo>
                <a:lnTo>
                  <a:pt x="10268" y="63998"/>
                </a:lnTo>
                <a:lnTo>
                  <a:pt x="8326" y="61290"/>
                </a:lnTo>
                <a:lnTo>
                  <a:pt x="6586" y="58435"/>
                </a:lnTo>
                <a:lnTo>
                  <a:pt x="5048" y="55434"/>
                </a:lnTo>
                <a:lnTo>
                  <a:pt x="3713" y="52287"/>
                </a:lnTo>
                <a:lnTo>
                  <a:pt x="2581" y="48991"/>
                </a:lnTo>
                <a:lnTo>
                  <a:pt x="1654" y="45547"/>
                </a:lnTo>
                <a:lnTo>
                  <a:pt x="931" y="41954"/>
                </a:lnTo>
                <a:lnTo>
                  <a:pt x="414" y="38212"/>
                </a:lnTo>
                <a:lnTo>
                  <a:pt x="104" y="34319"/>
                </a:lnTo>
                <a:lnTo>
                  <a:pt x="0" y="30275"/>
                </a:lnTo>
                <a:lnTo>
                  <a:pt x="12" y="28938"/>
                </a:lnTo>
                <a:lnTo>
                  <a:pt x="48" y="27608"/>
                </a:lnTo>
                <a:lnTo>
                  <a:pt x="108" y="26287"/>
                </a:lnTo>
                <a:lnTo>
                  <a:pt x="192" y="24974"/>
                </a:lnTo>
                <a:lnTo>
                  <a:pt x="299" y="23668"/>
                </a:lnTo>
                <a:lnTo>
                  <a:pt x="431" y="22371"/>
                </a:lnTo>
                <a:lnTo>
                  <a:pt x="587" y="21082"/>
                </a:lnTo>
                <a:lnTo>
                  <a:pt x="766" y="19800"/>
                </a:lnTo>
                <a:lnTo>
                  <a:pt x="970" y="18527"/>
                </a:lnTo>
                <a:lnTo>
                  <a:pt x="1198" y="17261"/>
                </a:lnTo>
                <a:lnTo>
                  <a:pt x="1449" y="16004"/>
                </a:lnTo>
                <a:lnTo>
                  <a:pt x="1725" y="14754"/>
                </a:lnTo>
                <a:lnTo>
                  <a:pt x="2020" y="13509"/>
                </a:lnTo>
                <a:lnTo>
                  <a:pt x="2332" y="12264"/>
                </a:lnTo>
                <a:lnTo>
                  <a:pt x="2662" y="11021"/>
                </a:lnTo>
                <a:lnTo>
                  <a:pt x="3009" y="9779"/>
                </a:lnTo>
                <a:lnTo>
                  <a:pt x="3375" y="8541"/>
                </a:lnTo>
                <a:lnTo>
                  <a:pt x="3760" y="7305"/>
                </a:lnTo>
                <a:lnTo>
                  <a:pt x="4166" y="6074"/>
                </a:lnTo>
                <a:lnTo>
                  <a:pt x="4592" y="4847"/>
                </a:lnTo>
                <a:lnTo>
                  <a:pt x="5039" y="3626"/>
                </a:lnTo>
                <a:lnTo>
                  <a:pt x="5508" y="2410"/>
                </a:lnTo>
                <a:lnTo>
                  <a:pt x="6000" y="1201"/>
                </a:lnTo>
                <a:lnTo>
                  <a:pt x="65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50" name="Original native bar-chart element 150">
            <a:extLst xmlns:a="http://schemas.openxmlformats.org/drawingml/2006/main">
              <a:ext uri="{FF2B5EF4-FFF2-40B4-BE49-F238E27FC236}">
                <a16:creationId xmlns:a16="http://schemas.microsoft.com/office/drawing/2014/main" id="{1F395C18-F7C7-436C-A54F-DB756F6B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64" y="499051"/>
            <a:ext cx="144477" cy="101939"/>
          </a:xfrm>
          <a:custGeom xmlns:a="http://schemas.openxmlformats.org/drawingml/2006/main">
            <a:pathLst>
              <a:path w="144477" h="101939">
                <a:moveTo>
                  <a:pt x="114394" y="45987"/>
                </a:moveTo>
                <a:lnTo>
                  <a:pt x="117375" y="47229"/>
                </a:lnTo>
                <a:lnTo>
                  <a:pt x="120188" y="48462"/>
                </a:lnTo>
                <a:lnTo>
                  <a:pt x="122831" y="49688"/>
                </a:lnTo>
                <a:lnTo>
                  <a:pt x="125301" y="50905"/>
                </a:lnTo>
                <a:lnTo>
                  <a:pt x="127599" y="52115"/>
                </a:lnTo>
                <a:lnTo>
                  <a:pt x="129723" y="53317"/>
                </a:lnTo>
                <a:lnTo>
                  <a:pt x="131671" y="54510"/>
                </a:lnTo>
                <a:lnTo>
                  <a:pt x="133441" y="55696"/>
                </a:lnTo>
                <a:lnTo>
                  <a:pt x="135034" y="56873"/>
                </a:lnTo>
                <a:lnTo>
                  <a:pt x="136447" y="58043"/>
                </a:lnTo>
                <a:lnTo>
                  <a:pt x="137679" y="59205"/>
                </a:lnTo>
                <a:lnTo>
                  <a:pt x="138729" y="60358"/>
                </a:lnTo>
                <a:lnTo>
                  <a:pt x="139647" y="61540"/>
                </a:lnTo>
                <a:lnTo>
                  <a:pt x="140485" y="62786"/>
                </a:lnTo>
                <a:lnTo>
                  <a:pt x="141243" y="64095"/>
                </a:lnTo>
                <a:lnTo>
                  <a:pt x="141922" y="65468"/>
                </a:lnTo>
                <a:lnTo>
                  <a:pt x="142521" y="66905"/>
                </a:lnTo>
                <a:lnTo>
                  <a:pt x="143040" y="68406"/>
                </a:lnTo>
                <a:lnTo>
                  <a:pt x="143479" y="69971"/>
                </a:lnTo>
                <a:lnTo>
                  <a:pt x="143838" y="71600"/>
                </a:lnTo>
                <a:lnTo>
                  <a:pt x="144118" y="73292"/>
                </a:lnTo>
                <a:lnTo>
                  <a:pt x="144317" y="75049"/>
                </a:lnTo>
                <a:lnTo>
                  <a:pt x="144437" y="76869"/>
                </a:lnTo>
                <a:lnTo>
                  <a:pt x="144477" y="78753"/>
                </a:lnTo>
                <a:lnTo>
                  <a:pt x="144477" y="92550"/>
                </a:lnTo>
                <a:lnTo>
                  <a:pt x="130106" y="92550"/>
                </a:lnTo>
                <a:lnTo>
                  <a:pt x="130106" y="82394"/>
                </a:lnTo>
                <a:lnTo>
                  <a:pt x="130082" y="81264"/>
                </a:lnTo>
                <a:lnTo>
                  <a:pt x="130010" y="80174"/>
                </a:lnTo>
                <a:lnTo>
                  <a:pt x="129890" y="79125"/>
                </a:lnTo>
                <a:lnTo>
                  <a:pt x="129723" y="78115"/>
                </a:lnTo>
                <a:lnTo>
                  <a:pt x="129507" y="77145"/>
                </a:lnTo>
                <a:lnTo>
                  <a:pt x="129244" y="76214"/>
                </a:lnTo>
                <a:lnTo>
                  <a:pt x="128932" y="75324"/>
                </a:lnTo>
                <a:lnTo>
                  <a:pt x="128573" y="74474"/>
                </a:lnTo>
                <a:lnTo>
                  <a:pt x="128166" y="73664"/>
                </a:lnTo>
                <a:lnTo>
                  <a:pt x="127711" y="72893"/>
                </a:lnTo>
                <a:lnTo>
                  <a:pt x="127208" y="72163"/>
                </a:lnTo>
                <a:lnTo>
                  <a:pt x="126657" y="71472"/>
                </a:lnTo>
                <a:lnTo>
                  <a:pt x="126022" y="70797"/>
                </a:lnTo>
                <a:lnTo>
                  <a:pt x="125266" y="70114"/>
                </a:lnTo>
                <a:lnTo>
                  <a:pt x="124387" y="69421"/>
                </a:lnTo>
                <a:lnTo>
                  <a:pt x="123385" y="68718"/>
                </a:lnTo>
                <a:lnTo>
                  <a:pt x="122258" y="68005"/>
                </a:lnTo>
                <a:lnTo>
                  <a:pt x="121004" y="67280"/>
                </a:lnTo>
                <a:lnTo>
                  <a:pt x="119623" y="66544"/>
                </a:lnTo>
                <a:lnTo>
                  <a:pt x="118112" y="65795"/>
                </a:lnTo>
                <a:lnTo>
                  <a:pt x="116471" y="65032"/>
                </a:lnTo>
                <a:lnTo>
                  <a:pt x="114699" y="64255"/>
                </a:lnTo>
                <a:lnTo>
                  <a:pt x="112793" y="63464"/>
                </a:lnTo>
                <a:lnTo>
                  <a:pt x="110753" y="62658"/>
                </a:lnTo>
                <a:lnTo>
                  <a:pt x="103088" y="59592"/>
                </a:lnTo>
                <a:lnTo>
                  <a:pt x="0" y="101939"/>
                </a:lnTo>
                <a:lnTo>
                  <a:pt x="0" y="83735"/>
                </a:lnTo>
                <a:lnTo>
                  <a:pt x="82011" y="50969"/>
                </a:lnTo>
                <a:lnTo>
                  <a:pt x="0" y="18203"/>
                </a:lnTo>
                <a:lnTo>
                  <a:pt x="0" y="0"/>
                </a:lnTo>
                <a:lnTo>
                  <a:pt x="114394" y="459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51" name="Original native bar-chart element 151">
            <a:extLst xmlns:a="http://schemas.openxmlformats.org/drawingml/2006/main">
              <a:ext uri="{FF2B5EF4-FFF2-40B4-BE49-F238E27FC236}">
                <a16:creationId xmlns:a16="http://schemas.microsoft.com/office/drawing/2014/main" id="{19A7DA69-A9AD-4B7A-A936-A188B29E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2" y="372969"/>
            <a:ext cx="170536" cy="42922"/>
          </a:xfrm>
          <a:custGeom xmlns:a="http://schemas.openxmlformats.org/drawingml/2006/main">
            <a:pathLst>
              <a:path w="170536" h="42922">
                <a:moveTo>
                  <a:pt x="0" y="0"/>
                </a:moveTo>
                <a:lnTo>
                  <a:pt x="3633" y="2060"/>
                </a:lnTo>
                <a:lnTo>
                  <a:pt x="7250" y="4025"/>
                </a:lnTo>
                <a:lnTo>
                  <a:pt x="10853" y="5895"/>
                </a:lnTo>
                <a:lnTo>
                  <a:pt x="14442" y="7672"/>
                </a:lnTo>
                <a:lnTo>
                  <a:pt x="18018" y="9355"/>
                </a:lnTo>
                <a:lnTo>
                  <a:pt x="21581" y="10946"/>
                </a:lnTo>
                <a:lnTo>
                  <a:pt x="25131" y="12445"/>
                </a:lnTo>
                <a:lnTo>
                  <a:pt x="28671" y="13853"/>
                </a:lnTo>
                <a:lnTo>
                  <a:pt x="32200" y="15170"/>
                </a:lnTo>
                <a:lnTo>
                  <a:pt x="35719" y="16398"/>
                </a:lnTo>
                <a:lnTo>
                  <a:pt x="39229" y="17537"/>
                </a:lnTo>
                <a:lnTo>
                  <a:pt x="42730" y="18587"/>
                </a:lnTo>
                <a:lnTo>
                  <a:pt x="46231" y="19593"/>
                </a:lnTo>
                <a:lnTo>
                  <a:pt x="49740" y="20504"/>
                </a:lnTo>
                <a:lnTo>
                  <a:pt x="53257" y="21323"/>
                </a:lnTo>
                <a:lnTo>
                  <a:pt x="56782" y="22050"/>
                </a:lnTo>
                <a:lnTo>
                  <a:pt x="60314" y="22686"/>
                </a:lnTo>
                <a:lnTo>
                  <a:pt x="63855" y="23233"/>
                </a:lnTo>
                <a:lnTo>
                  <a:pt x="67404" y="23692"/>
                </a:lnTo>
                <a:lnTo>
                  <a:pt x="70961" y="24065"/>
                </a:lnTo>
                <a:lnTo>
                  <a:pt x="74526" y="24353"/>
                </a:lnTo>
                <a:lnTo>
                  <a:pt x="78099" y="24557"/>
                </a:lnTo>
                <a:lnTo>
                  <a:pt x="81679" y="24678"/>
                </a:lnTo>
                <a:lnTo>
                  <a:pt x="85268" y="24718"/>
                </a:lnTo>
                <a:lnTo>
                  <a:pt x="88901" y="24678"/>
                </a:lnTo>
                <a:lnTo>
                  <a:pt x="92518" y="24557"/>
                </a:lnTo>
                <a:lnTo>
                  <a:pt x="96121" y="24353"/>
                </a:lnTo>
                <a:lnTo>
                  <a:pt x="99710" y="24065"/>
                </a:lnTo>
                <a:lnTo>
                  <a:pt x="103286" y="23692"/>
                </a:lnTo>
                <a:lnTo>
                  <a:pt x="106849" y="23233"/>
                </a:lnTo>
                <a:lnTo>
                  <a:pt x="110400" y="22686"/>
                </a:lnTo>
                <a:lnTo>
                  <a:pt x="113939" y="22050"/>
                </a:lnTo>
                <a:lnTo>
                  <a:pt x="117468" y="21323"/>
                </a:lnTo>
                <a:lnTo>
                  <a:pt x="120987" y="20504"/>
                </a:lnTo>
                <a:lnTo>
                  <a:pt x="124497" y="19593"/>
                </a:lnTo>
                <a:lnTo>
                  <a:pt x="127998" y="18587"/>
                </a:lnTo>
                <a:lnTo>
                  <a:pt x="131539" y="17537"/>
                </a:lnTo>
                <a:lnTo>
                  <a:pt x="135075" y="16398"/>
                </a:lnTo>
                <a:lnTo>
                  <a:pt x="138606" y="15170"/>
                </a:lnTo>
                <a:lnTo>
                  <a:pt x="142135" y="13853"/>
                </a:lnTo>
                <a:lnTo>
                  <a:pt x="145664" y="12445"/>
                </a:lnTo>
                <a:lnTo>
                  <a:pt x="149195" y="10946"/>
                </a:lnTo>
                <a:lnTo>
                  <a:pt x="152731" y="9355"/>
                </a:lnTo>
                <a:lnTo>
                  <a:pt x="156272" y="7672"/>
                </a:lnTo>
                <a:lnTo>
                  <a:pt x="159821" y="5895"/>
                </a:lnTo>
                <a:lnTo>
                  <a:pt x="163380" y="4025"/>
                </a:lnTo>
                <a:lnTo>
                  <a:pt x="166951" y="2060"/>
                </a:lnTo>
                <a:lnTo>
                  <a:pt x="170536" y="0"/>
                </a:lnTo>
                <a:lnTo>
                  <a:pt x="170536" y="14946"/>
                </a:lnTo>
                <a:lnTo>
                  <a:pt x="166860" y="17245"/>
                </a:lnTo>
                <a:lnTo>
                  <a:pt x="163205" y="19448"/>
                </a:lnTo>
                <a:lnTo>
                  <a:pt x="159570" y="21554"/>
                </a:lnTo>
                <a:lnTo>
                  <a:pt x="155952" y="23561"/>
                </a:lnTo>
                <a:lnTo>
                  <a:pt x="152351" y="25471"/>
                </a:lnTo>
                <a:lnTo>
                  <a:pt x="148764" y="27281"/>
                </a:lnTo>
                <a:lnTo>
                  <a:pt x="145189" y="28991"/>
                </a:lnTo>
                <a:lnTo>
                  <a:pt x="141624" y="30601"/>
                </a:lnTo>
                <a:lnTo>
                  <a:pt x="138067" y="32110"/>
                </a:lnTo>
                <a:lnTo>
                  <a:pt x="134516" y="33517"/>
                </a:lnTo>
                <a:lnTo>
                  <a:pt x="130968" y="34822"/>
                </a:lnTo>
                <a:lnTo>
                  <a:pt x="127423" y="36023"/>
                </a:lnTo>
                <a:lnTo>
                  <a:pt x="123882" y="37125"/>
                </a:lnTo>
                <a:lnTo>
                  <a:pt x="120349" y="38131"/>
                </a:lnTo>
                <a:lnTo>
                  <a:pt x="116822" y="39041"/>
                </a:lnTo>
                <a:lnTo>
                  <a:pt x="113301" y="39856"/>
                </a:lnTo>
                <a:lnTo>
                  <a:pt x="109785" y="40574"/>
                </a:lnTo>
                <a:lnTo>
                  <a:pt x="106274" y="41197"/>
                </a:lnTo>
                <a:lnTo>
                  <a:pt x="102767" y="41724"/>
                </a:lnTo>
                <a:lnTo>
                  <a:pt x="99263" y="42155"/>
                </a:lnTo>
                <a:lnTo>
                  <a:pt x="95762" y="42490"/>
                </a:lnTo>
                <a:lnTo>
                  <a:pt x="92263" y="42730"/>
                </a:lnTo>
                <a:lnTo>
                  <a:pt x="88765" y="42874"/>
                </a:lnTo>
                <a:lnTo>
                  <a:pt x="85268" y="42922"/>
                </a:lnTo>
                <a:lnTo>
                  <a:pt x="81815" y="42874"/>
                </a:lnTo>
                <a:lnTo>
                  <a:pt x="78354" y="42730"/>
                </a:lnTo>
                <a:lnTo>
                  <a:pt x="74885" y="42490"/>
                </a:lnTo>
                <a:lnTo>
                  <a:pt x="71408" y="42155"/>
                </a:lnTo>
                <a:lnTo>
                  <a:pt x="67923" y="41724"/>
                </a:lnTo>
                <a:lnTo>
                  <a:pt x="64430" y="41197"/>
                </a:lnTo>
                <a:lnTo>
                  <a:pt x="60929" y="40574"/>
                </a:lnTo>
                <a:lnTo>
                  <a:pt x="57420" y="39856"/>
                </a:lnTo>
                <a:lnTo>
                  <a:pt x="53903" y="39041"/>
                </a:lnTo>
                <a:lnTo>
                  <a:pt x="50379" y="38131"/>
                </a:lnTo>
                <a:lnTo>
                  <a:pt x="46846" y="37125"/>
                </a:lnTo>
                <a:lnTo>
                  <a:pt x="43305" y="36023"/>
                </a:lnTo>
                <a:lnTo>
                  <a:pt x="39756" y="34826"/>
                </a:lnTo>
                <a:lnTo>
                  <a:pt x="36198" y="33531"/>
                </a:lnTo>
                <a:lnTo>
                  <a:pt x="32631" y="32137"/>
                </a:lnTo>
                <a:lnTo>
                  <a:pt x="29054" y="30644"/>
                </a:lnTo>
                <a:lnTo>
                  <a:pt x="25467" y="29050"/>
                </a:lnTo>
                <a:lnTo>
                  <a:pt x="21868" y="27353"/>
                </a:lnTo>
                <a:lnTo>
                  <a:pt x="18257" y="25552"/>
                </a:lnTo>
                <a:lnTo>
                  <a:pt x="14634" y="23647"/>
                </a:lnTo>
                <a:lnTo>
                  <a:pt x="10997" y="21634"/>
                </a:lnTo>
                <a:lnTo>
                  <a:pt x="7346" y="19514"/>
                </a:lnTo>
                <a:lnTo>
                  <a:pt x="3681" y="17285"/>
                </a:lnTo>
                <a:lnTo>
                  <a:pt x="0" y="149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52" name="Original native bar-chart element 152">
            <a:extLst xmlns:a="http://schemas.openxmlformats.org/drawingml/2006/main">
              <a:ext uri="{FF2B5EF4-FFF2-40B4-BE49-F238E27FC236}">
                <a16:creationId xmlns:a16="http://schemas.microsoft.com/office/drawing/2014/main" id="{77409CCC-902F-42C8-BDC1-3892A21C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99" y="186146"/>
            <a:ext cx="144669" cy="160956"/>
          </a:xfrm>
          <a:custGeom xmlns:a="http://schemas.openxmlformats.org/drawingml/2006/main">
            <a:pathLst>
              <a:path w="144669" h="160956">
                <a:moveTo>
                  <a:pt x="80669" y="32191"/>
                </a:moveTo>
                <a:lnTo>
                  <a:pt x="80717" y="33512"/>
                </a:lnTo>
                <a:lnTo>
                  <a:pt x="80861" y="34792"/>
                </a:lnTo>
                <a:lnTo>
                  <a:pt x="81101" y="36029"/>
                </a:lnTo>
                <a:lnTo>
                  <a:pt x="81436" y="37223"/>
                </a:lnTo>
                <a:lnTo>
                  <a:pt x="81867" y="38371"/>
                </a:lnTo>
                <a:lnTo>
                  <a:pt x="82394" y="39472"/>
                </a:lnTo>
                <a:lnTo>
                  <a:pt x="83017" y="40526"/>
                </a:lnTo>
                <a:lnTo>
                  <a:pt x="83735" y="41531"/>
                </a:lnTo>
                <a:lnTo>
                  <a:pt x="84550" y="42484"/>
                </a:lnTo>
                <a:lnTo>
                  <a:pt x="85460" y="43386"/>
                </a:lnTo>
                <a:lnTo>
                  <a:pt x="86466" y="44235"/>
                </a:lnTo>
                <a:lnTo>
                  <a:pt x="87568" y="45029"/>
                </a:lnTo>
                <a:lnTo>
                  <a:pt x="88757" y="45764"/>
                </a:lnTo>
                <a:lnTo>
                  <a:pt x="90026" y="46434"/>
                </a:lnTo>
                <a:lnTo>
                  <a:pt x="91373" y="47041"/>
                </a:lnTo>
                <a:lnTo>
                  <a:pt x="92798" y="47584"/>
                </a:lnTo>
                <a:lnTo>
                  <a:pt x="94300" y="48063"/>
                </a:lnTo>
                <a:lnTo>
                  <a:pt x="95879" y="48478"/>
                </a:lnTo>
                <a:lnTo>
                  <a:pt x="97533" y="48830"/>
                </a:lnTo>
                <a:lnTo>
                  <a:pt x="99263" y="49117"/>
                </a:lnTo>
                <a:lnTo>
                  <a:pt x="101067" y="49341"/>
                </a:lnTo>
                <a:lnTo>
                  <a:pt x="102945" y="49500"/>
                </a:lnTo>
                <a:lnTo>
                  <a:pt x="104897" y="49596"/>
                </a:lnTo>
                <a:lnTo>
                  <a:pt x="106921" y="49628"/>
                </a:lnTo>
                <a:lnTo>
                  <a:pt x="108900" y="49596"/>
                </a:lnTo>
                <a:lnTo>
                  <a:pt x="110815" y="49500"/>
                </a:lnTo>
                <a:lnTo>
                  <a:pt x="112663" y="49341"/>
                </a:lnTo>
                <a:lnTo>
                  <a:pt x="114443" y="49117"/>
                </a:lnTo>
                <a:lnTo>
                  <a:pt x="116154" y="48830"/>
                </a:lnTo>
                <a:lnTo>
                  <a:pt x="117795" y="48478"/>
                </a:lnTo>
                <a:lnTo>
                  <a:pt x="119363" y="48063"/>
                </a:lnTo>
                <a:lnTo>
                  <a:pt x="120859" y="47584"/>
                </a:lnTo>
                <a:lnTo>
                  <a:pt x="122280" y="47041"/>
                </a:lnTo>
                <a:lnTo>
                  <a:pt x="123625" y="46434"/>
                </a:lnTo>
                <a:lnTo>
                  <a:pt x="124893" y="45764"/>
                </a:lnTo>
                <a:lnTo>
                  <a:pt x="126082" y="45029"/>
                </a:lnTo>
                <a:lnTo>
                  <a:pt x="127184" y="44235"/>
                </a:lnTo>
                <a:lnTo>
                  <a:pt x="128190" y="43386"/>
                </a:lnTo>
                <a:lnTo>
                  <a:pt x="129100" y="42484"/>
                </a:lnTo>
                <a:lnTo>
                  <a:pt x="129914" y="41531"/>
                </a:lnTo>
                <a:lnTo>
                  <a:pt x="130633" y="40526"/>
                </a:lnTo>
                <a:lnTo>
                  <a:pt x="131256" y="39472"/>
                </a:lnTo>
                <a:lnTo>
                  <a:pt x="131783" y="38371"/>
                </a:lnTo>
                <a:lnTo>
                  <a:pt x="132214" y="37223"/>
                </a:lnTo>
                <a:lnTo>
                  <a:pt x="132549" y="36029"/>
                </a:lnTo>
                <a:lnTo>
                  <a:pt x="132788" y="34792"/>
                </a:lnTo>
                <a:lnTo>
                  <a:pt x="132932" y="33512"/>
                </a:lnTo>
                <a:lnTo>
                  <a:pt x="132980" y="32191"/>
                </a:lnTo>
                <a:lnTo>
                  <a:pt x="132932" y="30874"/>
                </a:lnTo>
                <a:lnTo>
                  <a:pt x="132788" y="29604"/>
                </a:lnTo>
                <a:lnTo>
                  <a:pt x="132549" y="28383"/>
                </a:lnTo>
                <a:lnTo>
                  <a:pt x="132214" y="27209"/>
                </a:lnTo>
                <a:lnTo>
                  <a:pt x="131783" y="26083"/>
                </a:lnTo>
                <a:lnTo>
                  <a:pt x="131256" y="25006"/>
                </a:lnTo>
                <a:lnTo>
                  <a:pt x="130633" y="23976"/>
                </a:lnTo>
                <a:lnTo>
                  <a:pt x="129914" y="22994"/>
                </a:lnTo>
                <a:lnTo>
                  <a:pt x="129100" y="22060"/>
                </a:lnTo>
                <a:lnTo>
                  <a:pt x="128190" y="21173"/>
                </a:lnTo>
                <a:lnTo>
                  <a:pt x="127184" y="20335"/>
                </a:lnTo>
                <a:lnTo>
                  <a:pt x="126082" y="19545"/>
                </a:lnTo>
                <a:lnTo>
                  <a:pt x="124893" y="18810"/>
                </a:lnTo>
                <a:lnTo>
                  <a:pt x="123625" y="18139"/>
                </a:lnTo>
                <a:lnTo>
                  <a:pt x="122280" y="17533"/>
                </a:lnTo>
                <a:lnTo>
                  <a:pt x="120859" y="16990"/>
                </a:lnTo>
                <a:lnTo>
                  <a:pt x="119363" y="16511"/>
                </a:lnTo>
                <a:lnTo>
                  <a:pt x="117795" y="16096"/>
                </a:lnTo>
                <a:lnTo>
                  <a:pt x="116154" y="15744"/>
                </a:lnTo>
                <a:lnTo>
                  <a:pt x="114443" y="15457"/>
                </a:lnTo>
                <a:lnTo>
                  <a:pt x="112663" y="15233"/>
                </a:lnTo>
                <a:lnTo>
                  <a:pt x="110815" y="15074"/>
                </a:lnTo>
                <a:lnTo>
                  <a:pt x="108900" y="14978"/>
                </a:lnTo>
                <a:lnTo>
                  <a:pt x="106921" y="14946"/>
                </a:lnTo>
                <a:lnTo>
                  <a:pt x="104941" y="14978"/>
                </a:lnTo>
                <a:lnTo>
                  <a:pt x="103026" y="15074"/>
                </a:lnTo>
                <a:lnTo>
                  <a:pt x="101178" y="15233"/>
                </a:lnTo>
                <a:lnTo>
                  <a:pt x="99398" y="15457"/>
                </a:lnTo>
                <a:lnTo>
                  <a:pt x="97687" y="15744"/>
                </a:lnTo>
                <a:lnTo>
                  <a:pt x="96046" y="16096"/>
                </a:lnTo>
                <a:lnTo>
                  <a:pt x="94478" y="16511"/>
                </a:lnTo>
                <a:lnTo>
                  <a:pt x="92982" y="16990"/>
                </a:lnTo>
                <a:lnTo>
                  <a:pt x="91562" y="17533"/>
                </a:lnTo>
                <a:lnTo>
                  <a:pt x="90216" y="18139"/>
                </a:lnTo>
                <a:lnTo>
                  <a:pt x="88949" y="18810"/>
                </a:lnTo>
                <a:lnTo>
                  <a:pt x="87759" y="19545"/>
                </a:lnTo>
                <a:lnTo>
                  <a:pt x="86654" y="20335"/>
                </a:lnTo>
                <a:lnTo>
                  <a:pt x="85637" y="21173"/>
                </a:lnTo>
                <a:lnTo>
                  <a:pt x="84711" y="22060"/>
                </a:lnTo>
                <a:lnTo>
                  <a:pt x="83877" y="22994"/>
                </a:lnTo>
                <a:lnTo>
                  <a:pt x="83136" y="23976"/>
                </a:lnTo>
                <a:lnTo>
                  <a:pt x="82490" y="25006"/>
                </a:lnTo>
                <a:lnTo>
                  <a:pt x="81939" y="26083"/>
                </a:lnTo>
                <a:lnTo>
                  <a:pt x="81486" y="27209"/>
                </a:lnTo>
                <a:lnTo>
                  <a:pt x="81131" y="28383"/>
                </a:lnTo>
                <a:lnTo>
                  <a:pt x="80875" y="29604"/>
                </a:lnTo>
                <a:lnTo>
                  <a:pt x="80721" y="30874"/>
                </a:lnTo>
                <a:lnTo>
                  <a:pt x="80669" y="32191"/>
                </a:lnTo>
                <a:close/>
                <a:moveTo>
                  <a:pt x="68789" y="32191"/>
                </a:moveTo>
                <a:lnTo>
                  <a:pt x="68861" y="29788"/>
                </a:lnTo>
                <a:lnTo>
                  <a:pt x="69077" y="27466"/>
                </a:lnTo>
                <a:lnTo>
                  <a:pt x="69436" y="25224"/>
                </a:lnTo>
                <a:lnTo>
                  <a:pt x="69939" y="23065"/>
                </a:lnTo>
                <a:lnTo>
                  <a:pt x="70586" y="20988"/>
                </a:lnTo>
                <a:lnTo>
                  <a:pt x="71376" y="18994"/>
                </a:lnTo>
                <a:lnTo>
                  <a:pt x="72310" y="17084"/>
                </a:lnTo>
                <a:lnTo>
                  <a:pt x="73388" y="15258"/>
                </a:lnTo>
                <a:lnTo>
                  <a:pt x="74610" y="13518"/>
                </a:lnTo>
                <a:lnTo>
                  <a:pt x="75975" y="11863"/>
                </a:lnTo>
                <a:lnTo>
                  <a:pt x="77484" y="10295"/>
                </a:lnTo>
                <a:lnTo>
                  <a:pt x="79137" y="8814"/>
                </a:lnTo>
                <a:lnTo>
                  <a:pt x="80913" y="7433"/>
                </a:lnTo>
                <a:lnTo>
                  <a:pt x="82791" y="6165"/>
                </a:lnTo>
                <a:lnTo>
                  <a:pt x="84771" y="5012"/>
                </a:lnTo>
                <a:lnTo>
                  <a:pt x="86851" y="3974"/>
                </a:lnTo>
                <a:lnTo>
                  <a:pt x="89029" y="3054"/>
                </a:lnTo>
                <a:lnTo>
                  <a:pt x="91304" y="2251"/>
                </a:lnTo>
                <a:lnTo>
                  <a:pt x="93675" y="1569"/>
                </a:lnTo>
                <a:lnTo>
                  <a:pt x="96141" y="1008"/>
                </a:lnTo>
                <a:lnTo>
                  <a:pt x="98699" y="569"/>
                </a:lnTo>
                <a:lnTo>
                  <a:pt x="101350" y="254"/>
                </a:lnTo>
                <a:lnTo>
                  <a:pt x="104091" y="64"/>
                </a:lnTo>
                <a:lnTo>
                  <a:pt x="106921" y="0"/>
                </a:lnTo>
                <a:lnTo>
                  <a:pt x="109791" y="64"/>
                </a:lnTo>
                <a:lnTo>
                  <a:pt x="112557" y="254"/>
                </a:lnTo>
                <a:lnTo>
                  <a:pt x="115220" y="569"/>
                </a:lnTo>
                <a:lnTo>
                  <a:pt x="117779" y="1008"/>
                </a:lnTo>
                <a:lnTo>
                  <a:pt x="120234" y="1569"/>
                </a:lnTo>
                <a:lnTo>
                  <a:pt x="122585" y="2251"/>
                </a:lnTo>
                <a:lnTo>
                  <a:pt x="124833" y="3054"/>
                </a:lnTo>
                <a:lnTo>
                  <a:pt x="126976" y="3974"/>
                </a:lnTo>
                <a:lnTo>
                  <a:pt x="129016" y="5012"/>
                </a:lnTo>
                <a:lnTo>
                  <a:pt x="130952" y="6165"/>
                </a:lnTo>
                <a:lnTo>
                  <a:pt x="132784" y="7433"/>
                </a:lnTo>
                <a:lnTo>
                  <a:pt x="134513" y="8814"/>
                </a:lnTo>
                <a:lnTo>
                  <a:pt x="136162" y="10295"/>
                </a:lnTo>
                <a:lnTo>
                  <a:pt x="137660" y="11863"/>
                </a:lnTo>
                <a:lnTo>
                  <a:pt x="139010" y="13518"/>
                </a:lnTo>
                <a:lnTo>
                  <a:pt x="140212" y="15258"/>
                </a:lnTo>
                <a:lnTo>
                  <a:pt x="141267" y="17084"/>
                </a:lnTo>
                <a:lnTo>
                  <a:pt x="142178" y="18994"/>
                </a:lnTo>
                <a:lnTo>
                  <a:pt x="142944" y="20988"/>
                </a:lnTo>
                <a:lnTo>
                  <a:pt x="143569" y="23065"/>
                </a:lnTo>
                <a:lnTo>
                  <a:pt x="144052" y="25224"/>
                </a:lnTo>
                <a:lnTo>
                  <a:pt x="144395" y="27466"/>
                </a:lnTo>
                <a:lnTo>
                  <a:pt x="144600" y="29788"/>
                </a:lnTo>
                <a:lnTo>
                  <a:pt x="144669" y="32191"/>
                </a:lnTo>
                <a:lnTo>
                  <a:pt x="144600" y="34642"/>
                </a:lnTo>
                <a:lnTo>
                  <a:pt x="144395" y="37012"/>
                </a:lnTo>
                <a:lnTo>
                  <a:pt x="144052" y="39299"/>
                </a:lnTo>
                <a:lnTo>
                  <a:pt x="143569" y="41502"/>
                </a:lnTo>
                <a:lnTo>
                  <a:pt x="142944" y="43620"/>
                </a:lnTo>
                <a:lnTo>
                  <a:pt x="142178" y="45652"/>
                </a:lnTo>
                <a:lnTo>
                  <a:pt x="141267" y="47596"/>
                </a:lnTo>
                <a:lnTo>
                  <a:pt x="140212" y="49451"/>
                </a:lnTo>
                <a:lnTo>
                  <a:pt x="139010" y="51215"/>
                </a:lnTo>
                <a:lnTo>
                  <a:pt x="137660" y="52887"/>
                </a:lnTo>
                <a:lnTo>
                  <a:pt x="136162" y="54466"/>
                </a:lnTo>
                <a:lnTo>
                  <a:pt x="134513" y="55951"/>
                </a:lnTo>
                <a:lnTo>
                  <a:pt x="132784" y="57329"/>
                </a:lnTo>
                <a:lnTo>
                  <a:pt x="130952" y="58586"/>
                </a:lnTo>
                <a:lnTo>
                  <a:pt x="129016" y="59724"/>
                </a:lnTo>
                <a:lnTo>
                  <a:pt x="126976" y="60742"/>
                </a:lnTo>
                <a:lnTo>
                  <a:pt x="124833" y="61640"/>
                </a:lnTo>
                <a:lnTo>
                  <a:pt x="122585" y="62418"/>
                </a:lnTo>
                <a:lnTo>
                  <a:pt x="120234" y="63077"/>
                </a:lnTo>
                <a:lnTo>
                  <a:pt x="117779" y="63616"/>
                </a:lnTo>
                <a:lnTo>
                  <a:pt x="115220" y="64035"/>
                </a:lnTo>
                <a:lnTo>
                  <a:pt x="112557" y="64334"/>
                </a:lnTo>
                <a:lnTo>
                  <a:pt x="109791" y="64514"/>
                </a:lnTo>
                <a:lnTo>
                  <a:pt x="106921" y="64574"/>
                </a:lnTo>
                <a:lnTo>
                  <a:pt x="104050" y="64514"/>
                </a:lnTo>
                <a:lnTo>
                  <a:pt x="101283" y="64334"/>
                </a:lnTo>
                <a:lnTo>
                  <a:pt x="98618" y="64035"/>
                </a:lnTo>
                <a:lnTo>
                  <a:pt x="96055" y="63616"/>
                </a:lnTo>
                <a:lnTo>
                  <a:pt x="93594" y="63077"/>
                </a:lnTo>
                <a:lnTo>
                  <a:pt x="91232" y="62418"/>
                </a:lnTo>
                <a:lnTo>
                  <a:pt x="88971" y="61640"/>
                </a:lnTo>
                <a:lnTo>
                  <a:pt x="86808" y="60742"/>
                </a:lnTo>
                <a:lnTo>
                  <a:pt x="84744" y="59724"/>
                </a:lnTo>
                <a:lnTo>
                  <a:pt x="82778" y="58586"/>
                </a:lnTo>
                <a:lnTo>
                  <a:pt x="80909" y="57329"/>
                </a:lnTo>
                <a:lnTo>
                  <a:pt x="79137" y="55951"/>
                </a:lnTo>
                <a:lnTo>
                  <a:pt x="77484" y="54466"/>
                </a:lnTo>
                <a:lnTo>
                  <a:pt x="75975" y="52887"/>
                </a:lnTo>
                <a:lnTo>
                  <a:pt x="74610" y="51215"/>
                </a:lnTo>
                <a:lnTo>
                  <a:pt x="73388" y="49451"/>
                </a:lnTo>
                <a:lnTo>
                  <a:pt x="72310" y="47596"/>
                </a:lnTo>
                <a:lnTo>
                  <a:pt x="71376" y="45652"/>
                </a:lnTo>
                <a:lnTo>
                  <a:pt x="70586" y="43620"/>
                </a:lnTo>
                <a:lnTo>
                  <a:pt x="69939" y="41502"/>
                </a:lnTo>
                <a:lnTo>
                  <a:pt x="69436" y="39299"/>
                </a:lnTo>
                <a:lnTo>
                  <a:pt x="69077" y="37012"/>
                </a:lnTo>
                <a:lnTo>
                  <a:pt x="68861" y="34642"/>
                </a:lnTo>
                <a:lnTo>
                  <a:pt x="68789" y="32191"/>
                </a:lnTo>
                <a:close/>
                <a:moveTo>
                  <a:pt x="11880" y="128765"/>
                </a:moveTo>
                <a:lnTo>
                  <a:pt x="11932" y="130082"/>
                </a:lnTo>
                <a:lnTo>
                  <a:pt x="12086" y="131351"/>
                </a:lnTo>
                <a:lnTo>
                  <a:pt x="12341" y="132573"/>
                </a:lnTo>
                <a:lnTo>
                  <a:pt x="12696" y="133747"/>
                </a:lnTo>
                <a:lnTo>
                  <a:pt x="13150" y="134872"/>
                </a:lnTo>
                <a:lnTo>
                  <a:pt x="13700" y="135950"/>
                </a:lnTo>
                <a:lnTo>
                  <a:pt x="14347" y="136980"/>
                </a:lnTo>
                <a:lnTo>
                  <a:pt x="15088" y="137962"/>
                </a:lnTo>
                <a:lnTo>
                  <a:pt x="15922" y="138896"/>
                </a:lnTo>
                <a:lnTo>
                  <a:pt x="16848" y="139782"/>
                </a:lnTo>
                <a:lnTo>
                  <a:pt x="17864" y="140621"/>
                </a:lnTo>
                <a:lnTo>
                  <a:pt x="18970" y="141411"/>
                </a:lnTo>
                <a:lnTo>
                  <a:pt x="20155" y="142146"/>
                </a:lnTo>
                <a:lnTo>
                  <a:pt x="21413" y="142816"/>
                </a:lnTo>
                <a:lnTo>
                  <a:pt x="22742" y="143423"/>
                </a:lnTo>
                <a:lnTo>
                  <a:pt x="24143" y="143966"/>
                </a:lnTo>
                <a:lnTo>
                  <a:pt x="25616" y="144445"/>
                </a:lnTo>
                <a:lnTo>
                  <a:pt x="27161" y="144860"/>
                </a:lnTo>
                <a:lnTo>
                  <a:pt x="28778" y="145211"/>
                </a:lnTo>
                <a:lnTo>
                  <a:pt x="30467" y="145499"/>
                </a:lnTo>
                <a:lnTo>
                  <a:pt x="32227" y="145722"/>
                </a:lnTo>
                <a:lnTo>
                  <a:pt x="34059" y="145882"/>
                </a:lnTo>
                <a:lnTo>
                  <a:pt x="35964" y="145978"/>
                </a:lnTo>
                <a:lnTo>
                  <a:pt x="37940" y="146010"/>
                </a:lnTo>
                <a:lnTo>
                  <a:pt x="40004" y="145978"/>
                </a:lnTo>
                <a:lnTo>
                  <a:pt x="41981" y="145882"/>
                </a:lnTo>
                <a:lnTo>
                  <a:pt x="43874" y="145722"/>
                </a:lnTo>
                <a:lnTo>
                  <a:pt x="45682" y="145499"/>
                </a:lnTo>
                <a:lnTo>
                  <a:pt x="47408" y="145211"/>
                </a:lnTo>
                <a:lnTo>
                  <a:pt x="49053" y="144860"/>
                </a:lnTo>
                <a:lnTo>
                  <a:pt x="50618" y="144445"/>
                </a:lnTo>
                <a:lnTo>
                  <a:pt x="52105" y="143966"/>
                </a:lnTo>
                <a:lnTo>
                  <a:pt x="53514" y="143423"/>
                </a:lnTo>
                <a:lnTo>
                  <a:pt x="54848" y="142816"/>
                </a:lnTo>
                <a:lnTo>
                  <a:pt x="56107" y="142146"/>
                </a:lnTo>
                <a:lnTo>
                  <a:pt x="57293" y="141411"/>
                </a:lnTo>
                <a:lnTo>
                  <a:pt x="58394" y="140621"/>
                </a:lnTo>
                <a:lnTo>
                  <a:pt x="59400" y="139782"/>
                </a:lnTo>
                <a:lnTo>
                  <a:pt x="60310" y="138896"/>
                </a:lnTo>
                <a:lnTo>
                  <a:pt x="61125" y="137962"/>
                </a:lnTo>
                <a:lnTo>
                  <a:pt x="61843" y="136980"/>
                </a:lnTo>
                <a:lnTo>
                  <a:pt x="62466" y="135950"/>
                </a:lnTo>
                <a:lnTo>
                  <a:pt x="62993" y="134872"/>
                </a:lnTo>
                <a:lnTo>
                  <a:pt x="63424" y="133747"/>
                </a:lnTo>
                <a:lnTo>
                  <a:pt x="63760" y="132573"/>
                </a:lnTo>
                <a:lnTo>
                  <a:pt x="63999" y="131351"/>
                </a:lnTo>
                <a:lnTo>
                  <a:pt x="64143" y="130082"/>
                </a:lnTo>
                <a:lnTo>
                  <a:pt x="64191" y="128765"/>
                </a:lnTo>
                <a:lnTo>
                  <a:pt x="64143" y="127443"/>
                </a:lnTo>
                <a:lnTo>
                  <a:pt x="63999" y="126164"/>
                </a:lnTo>
                <a:lnTo>
                  <a:pt x="63760" y="124926"/>
                </a:lnTo>
                <a:lnTo>
                  <a:pt x="63424" y="123733"/>
                </a:lnTo>
                <a:lnTo>
                  <a:pt x="62993" y="122585"/>
                </a:lnTo>
                <a:lnTo>
                  <a:pt x="62466" y="121483"/>
                </a:lnTo>
                <a:lnTo>
                  <a:pt x="61843" y="120430"/>
                </a:lnTo>
                <a:lnTo>
                  <a:pt x="61125" y="119425"/>
                </a:lnTo>
                <a:lnTo>
                  <a:pt x="60310" y="118471"/>
                </a:lnTo>
                <a:lnTo>
                  <a:pt x="59400" y="117569"/>
                </a:lnTo>
                <a:lnTo>
                  <a:pt x="58394" y="116721"/>
                </a:lnTo>
                <a:lnTo>
                  <a:pt x="57293" y="115926"/>
                </a:lnTo>
                <a:lnTo>
                  <a:pt x="56107" y="115192"/>
                </a:lnTo>
                <a:lnTo>
                  <a:pt x="54848" y="114521"/>
                </a:lnTo>
                <a:lnTo>
                  <a:pt x="53514" y="113915"/>
                </a:lnTo>
                <a:lnTo>
                  <a:pt x="52105" y="113372"/>
                </a:lnTo>
                <a:lnTo>
                  <a:pt x="50618" y="112893"/>
                </a:lnTo>
                <a:lnTo>
                  <a:pt x="49053" y="112477"/>
                </a:lnTo>
                <a:lnTo>
                  <a:pt x="47408" y="112126"/>
                </a:lnTo>
                <a:lnTo>
                  <a:pt x="45682" y="111839"/>
                </a:lnTo>
                <a:lnTo>
                  <a:pt x="43874" y="111615"/>
                </a:lnTo>
                <a:lnTo>
                  <a:pt x="41981" y="111455"/>
                </a:lnTo>
                <a:lnTo>
                  <a:pt x="40004" y="111360"/>
                </a:lnTo>
                <a:lnTo>
                  <a:pt x="37940" y="111328"/>
                </a:lnTo>
                <a:lnTo>
                  <a:pt x="35964" y="111363"/>
                </a:lnTo>
                <a:lnTo>
                  <a:pt x="34059" y="111470"/>
                </a:lnTo>
                <a:lnTo>
                  <a:pt x="32227" y="111645"/>
                </a:lnTo>
                <a:lnTo>
                  <a:pt x="30467" y="111888"/>
                </a:lnTo>
                <a:lnTo>
                  <a:pt x="28778" y="112198"/>
                </a:lnTo>
                <a:lnTo>
                  <a:pt x="27161" y="112573"/>
                </a:lnTo>
                <a:lnTo>
                  <a:pt x="25616" y="113012"/>
                </a:lnTo>
                <a:lnTo>
                  <a:pt x="24143" y="113514"/>
                </a:lnTo>
                <a:lnTo>
                  <a:pt x="22742" y="114076"/>
                </a:lnTo>
                <a:lnTo>
                  <a:pt x="21413" y="114699"/>
                </a:lnTo>
                <a:lnTo>
                  <a:pt x="20155" y="115380"/>
                </a:lnTo>
                <a:lnTo>
                  <a:pt x="18970" y="116118"/>
                </a:lnTo>
                <a:lnTo>
                  <a:pt x="17864" y="116908"/>
                </a:lnTo>
                <a:lnTo>
                  <a:pt x="16848" y="117747"/>
                </a:lnTo>
                <a:lnTo>
                  <a:pt x="15922" y="118633"/>
                </a:lnTo>
                <a:lnTo>
                  <a:pt x="15088" y="119567"/>
                </a:lnTo>
                <a:lnTo>
                  <a:pt x="14347" y="120549"/>
                </a:lnTo>
                <a:lnTo>
                  <a:pt x="13700" y="121579"/>
                </a:lnTo>
                <a:lnTo>
                  <a:pt x="13150" y="122657"/>
                </a:lnTo>
                <a:lnTo>
                  <a:pt x="12696" y="123783"/>
                </a:lnTo>
                <a:lnTo>
                  <a:pt x="12341" y="124956"/>
                </a:lnTo>
                <a:lnTo>
                  <a:pt x="12086" y="126178"/>
                </a:lnTo>
                <a:lnTo>
                  <a:pt x="11932" y="127447"/>
                </a:lnTo>
                <a:lnTo>
                  <a:pt x="11880" y="128765"/>
                </a:lnTo>
                <a:close/>
                <a:moveTo>
                  <a:pt x="0" y="44263"/>
                </a:moveTo>
                <a:lnTo>
                  <a:pt x="0" y="29317"/>
                </a:lnTo>
                <a:lnTo>
                  <a:pt x="144669" y="116693"/>
                </a:lnTo>
                <a:lnTo>
                  <a:pt x="144669" y="131639"/>
                </a:lnTo>
                <a:lnTo>
                  <a:pt x="0" y="44263"/>
                </a:lnTo>
                <a:close/>
                <a:moveTo>
                  <a:pt x="0" y="128765"/>
                </a:moveTo>
                <a:lnTo>
                  <a:pt x="72" y="126361"/>
                </a:lnTo>
                <a:lnTo>
                  <a:pt x="287" y="124038"/>
                </a:lnTo>
                <a:lnTo>
                  <a:pt x="647" y="121795"/>
                </a:lnTo>
                <a:lnTo>
                  <a:pt x="1150" y="119631"/>
                </a:lnTo>
                <a:lnTo>
                  <a:pt x="1796" y="117547"/>
                </a:lnTo>
                <a:lnTo>
                  <a:pt x="2587" y="115543"/>
                </a:lnTo>
                <a:lnTo>
                  <a:pt x="3521" y="113619"/>
                </a:lnTo>
                <a:lnTo>
                  <a:pt x="4599" y="111775"/>
                </a:lnTo>
                <a:lnTo>
                  <a:pt x="5820" y="110010"/>
                </a:lnTo>
                <a:lnTo>
                  <a:pt x="7186" y="108326"/>
                </a:lnTo>
                <a:lnTo>
                  <a:pt x="8694" y="106721"/>
                </a:lnTo>
                <a:lnTo>
                  <a:pt x="10347" y="105196"/>
                </a:lnTo>
                <a:lnTo>
                  <a:pt x="12120" y="103815"/>
                </a:lnTo>
                <a:lnTo>
                  <a:pt x="13988" y="102547"/>
                </a:lnTo>
                <a:lnTo>
                  <a:pt x="15952" y="101394"/>
                </a:lnTo>
                <a:lnTo>
                  <a:pt x="18012" y="100356"/>
                </a:lnTo>
                <a:lnTo>
                  <a:pt x="20167" y="99435"/>
                </a:lnTo>
                <a:lnTo>
                  <a:pt x="22419" y="98633"/>
                </a:lnTo>
                <a:lnTo>
                  <a:pt x="24766" y="97951"/>
                </a:lnTo>
                <a:lnTo>
                  <a:pt x="27209" y="97390"/>
                </a:lnTo>
                <a:lnTo>
                  <a:pt x="29748" y="96951"/>
                </a:lnTo>
                <a:lnTo>
                  <a:pt x="32383" y="96636"/>
                </a:lnTo>
                <a:lnTo>
                  <a:pt x="35113" y="96445"/>
                </a:lnTo>
                <a:lnTo>
                  <a:pt x="37940" y="96382"/>
                </a:lnTo>
                <a:lnTo>
                  <a:pt x="40854" y="96445"/>
                </a:lnTo>
                <a:lnTo>
                  <a:pt x="43658" y="96636"/>
                </a:lnTo>
                <a:lnTo>
                  <a:pt x="46353" y="96951"/>
                </a:lnTo>
                <a:lnTo>
                  <a:pt x="48940" y="97390"/>
                </a:lnTo>
                <a:lnTo>
                  <a:pt x="51420" y="97951"/>
                </a:lnTo>
                <a:lnTo>
                  <a:pt x="53796" y="98633"/>
                </a:lnTo>
                <a:lnTo>
                  <a:pt x="56067" y="99435"/>
                </a:lnTo>
                <a:lnTo>
                  <a:pt x="58236" y="100356"/>
                </a:lnTo>
                <a:lnTo>
                  <a:pt x="60305" y="101394"/>
                </a:lnTo>
                <a:lnTo>
                  <a:pt x="62273" y="102547"/>
                </a:lnTo>
                <a:lnTo>
                  <a:pt x="64143" y="103815"/>
                </a:lnTo>
                <a:lnTo>
                  <a:pt x="65915" y="105196"/>
                </a:lnTo>
                <a:lnTo>
                  <a:pt x="67564" y="106677"/>
                </a:lnTo>
                <a:lnTo>
                  <a:pt x="69063" y="108246"/>
                </a:lnTo>
                <a:lnTo>
                  <a:pt x="70412" y="109903"/>
                </a:lnTo>
                <a:lnTo>
                  <a:pt x="71614" y="111647"/>
                </a:lnTo>
                <a:lnTo>
                  <a:pt x="72669" y="113479"/>
                </a:lnTo>
                <a:lnTo>
                  <a:pt x="73580" y="115400"/>
                </a:lnTo>
                <a:lnTo>
                  <a:pt x="74346" y="117407"/>
                </a:lnTo>
                <a:lnTo>
                  <a:pt x="74971" y="119503"/>
                </a:lnTo>
                <a:lnTo>
                  <a:pt x="75454" y="121687"/>
                </a:lnTo>
                <a:lnTo>
                  <a:pt x="75798" y="123958"/>
                </a:lnTo>
                <a:lnTo>
                  <a:pt x="76003" y="126318"/>
                </a:lnTo>
                <a:lnTo>
                  <a:pt x="76071" y="128765"/>
                </a:lnTo>
                <a:lnTo>
                  <a:pt x="76003" y="131212"/>
                </a:lnTo>
                <a:lnTo>
                  <a:pt x="75798" y="133571"/>
                </a:lnTo>
                <a:lnTo>
                  <a:pt x="75454" y="135842"/>
                </a:lnTo>
                <a:lnTo>
                  <a:pt x="74971" y="138026"/>
                </a:lnTo>
                <a:lnTo>
                  <a:pt x="74346" y="140122"/>
                </a:lnTo>
                <a:lnTo>
                  <a:pt x="73580" y="142130"/>
                </a:lnTo>
                <a:lnTo>
                  <a:pt x="72669" y="144050"/>
                </a:lnTo>
                <a:lnTo>
                  <a:pt x="71614" y="145882"/>
                </a:lnTo>
                <a:lnTo>
                  <a:pt x="70412" y="147627"/>
                </a:lnTo>
                <a:lnTo>
                  <a:pt x="69063" y="149283"/>
                </a:lnTo>
                <a:lnTo>
                  <a:pt x="67564" y="150852"/>
                </a:lnTo>
                <a:lnTo>
                  <a:pt x="65915" y="152333"/>
                </a:lnTo>
                <a:lnTo>
                  <a:pt x="64143" y="153710"/>
                </a:lnTo>
                <a:lnTo>
                  <a:pt x="62273" y="154968"/>
                </a:lnTo>
                <a:lnTo>
                  <a:pt x="60305" y="156106"/>
                </a:lnTo>
                <a:lnTo>
                  <a:pt x="58236" y="157123"/>
                </a:lnTo>
                <a:lnTo>
                  <a:pt x="56067" y="158022"/>
                </a:lnTo>
                <a:lnTo>
                  <a:pt x="53796" y="158800"/>
                </a:lnTo>
                <a:lnTo>
                  <a:pt x="51420" y="159459"/>
                </a:lnTo>
                <a:lnTo>
                  <a:pt x="48940" y="159998"/>
                </a:lnTo>
                <a:lnTo>
                  <a:pt x="46353" y="160417"/>
                </a:lnTo>
                <a:lnTo>
                  <a:pt x="43658" y="160716"/>
                </a:lnTo>
                <a:lnTo>
                  <a:pt x="40854" y="160896"/>
                </a:lnTo>
                <a:lnTo>
                  <a:pt x="37940" y="160956"/>
                </a:lnTo>
                <a:lnTo>
                  <a:pt x="35113" y="160896"/>
                </a:lnTo>
                <a:lnTo>
                  <a:pt x="32383" y="160716"/>
                </a:lnTo>
                <a:lnTo>
                  <a:pt x="29748" y="160417"/>
                </a:lnTo>
                <a:lnTo>
                  <a:pt x="27209" y="159998"/>
                </a:lnTo>
                <a:lnTo>
                  <a:pt x="24766" y="159459"/>
                </a:lnTo>
                <a:lnTo>
                  <a:pt x="22419" y="158800"/>
                </a:lnTo>
                <a:lnTo>
                  <a:pt x="20167" y="158022"/>
                </a:lnTo>
                <a:lnTo>
                  <a:pt x="18012" y="157123"/>
                </a:lnTo>
                <a:lnTo>
                  <a:pt x="15952" y="156106"/>
                </a:lnTo>
                <a:lnTo>
                  <a:pt x="13988" y="154968"/>
                </a:lnTo>
                <a:lnTo>
                  <a:pt x="12120" y="153710"/>
                </a:lnTo>
                <a:lnTo>
                  <a:pt x="10347" y="152333"/>
                </a:lnTo>
                <a:lnTo>
                  <a:pt x="8694" y="150852"/>
                </a:lnTo>
                <a:lnTo>
                  <a:pt x="7186" y="149283"/>
                </a:lnTo>
                <a:lnTo>
                  <a:pt x="5820" y="147627"/>
                </a:lnTo>
                <a:lnTo>
                  <a:pt x="4599" y="145882"/>
                </a:lnTo>
                <a:lnTo>
                  <a:pt x="3521" y="144050"/>
                </a:lnTo>
                <a:lnTo>
                  <a:pt x="2587" y="142130"/>
                </a:lnTo>
                <a:lnTo>
                  <a:pt x="1796" y="140122"/>
                </a:lnTo>
                <a:lnTo>
                  <a:pt x="1150" y="138026"/>
                </a:lnTo>
                <a:lnTo>
                  <a:pt x="647" y="135842"/>
                </a:lnTo>
                <a:lnTo>
                  <a:pt x="287" y="133571"/>
                </a:lnTo>
                <a:lnTo>
                  <a:pt x="72" y="131212"/>
                </a:lnTo>
                <a:lnTo>
                  <a:pt x="0" y="1287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53" name="Original native bar-chart element 153">
            <a:extLst xmlns:a="http://schemas.openxmlformats.org/drawingml/2006/main">
              <a:ext uri="{FF2B5EF4-FFF2-40B4-BE49-F238E27FC236}">
                <a16:creationId xmlns:a16="http://schemas.microsoft.com/office/drawing/2014/main" id="{62B534E8-ED55-4D79-BE34-CBAB5DDE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2" y="117356"/>
            <a:ext cx="170536" cy="42922"/>
          </a:xfrm>
          <a:custGeom xmlns:a="http://schemas.openxmlformats.org/drawingml/2006/main">
            <a:pathLst>
              <a:path w="170536" h="42922">
                <a:moveTo>
                  <a:pt x="0" y="42922"/>
                </a:moveTo>
                <a:lnTo>
                  <a:pt x="0" y="27976"/>
                </a:lnTo>
                <a:lnTo>
                  <a:pt x="3681" y="25720"/>
                </a:lnTo>
                <a:lnTo>
                  <a:pt x="7346" y="23554"/>
                </a:lnTo>
                <a:lnTo>
                  <a:pt x="10997" y="21479"/>
                </a:lnTo>
                <a:lnTo>
                  <a:pt x="14634" y="19495"/>
                </a:lnTo>
                <a:lnTo>
                  <a:pt x="18257" y="17604"/>
                </a:lnTo>
                <a:lnTo>
                  <a:pt x="21868" y="15808"/>
                </a:lnTo>
                <a:lnTo>
                  <a:pt x="25467" y="14108"/>
                </a:lnTo>
                <a:lnTo>
                  <a:pt x="29054" y="12505"/>
                </a:lnTo>
                <a:lnTo>
                  <a:pt x="32631" y="11000"/>
                </a:lnTo>
                <a:lnTo>
                  <a:pt x="36198" y="9595"/>
                </a:lnTo>
                <a:lnTo>
                  <a:pt x="39756" y="8291"/>
                </a:lnTo>
                <a:lnTo>
                  <a:pt x="43305" y="7090"/>
                </a:lnTo>
                <a:lnTo>
                  <a:pt x="46846" y="5984"/>
                </a:lnTo>
                <a:lnTo>
                  <a:pt x="50379" y="4968"/>
                </a:lnTo>
                <a:lnTo>
                  <a:pt x="53903" y="4042"/>
                </a:lnTo>
                <a:lnTo>
                  <a:pt x="57420" y="3208"/>
                </a:lnTo>
                <a:lnTo>
                  <a:pt x="60929" y="2467"/>
                </a:lnTo>
                <a:lnTo>
                  <a:pt x="64430" y="1820"/>
                </a:lnTo>
                <a:lnTo>
                  <a:pt x="67923" y="1270"/>
                </a:lnTo>
                <a:lnTo>
                  <a:pt x="71408" y="816"/>
                </a:lnTo>
                <a:lnTo>
                  <a:pt x="74885" y="461"/>
                </a:lnTo>
                <a:lnTo>
                  <a:pt x="78354" y="206"/>
                </a:lnTo>
                <a:lnTo>
                  <a:pt x="81815" y="52"/>
                </a:lnTo>
                <a:lnTo>
                  <a:pt x="85268" y="0"/>
                </a:lnTo>
                <a:lnTo>
                  <a:pt x="88765" y="52"/>
                </a:lnTo>
                <a:lnTo>
                  <a:pt x="92263" y="206"/>
                </a:lnTo>
                <a:lnTo>
                  <a:pt x="95762" y="461"/>
                </a:lnTo>
                <a:lnTo>
                  <a:pt x="99263" y="816"/>
                </a:lnTo>
                <a:lnTo>
                  <a:pt x="102767" y="1270"/>
                </a:lnTo>
                <a:lnTo>
                  <a:pt x="106274" y="1820"/>
                </a:lnTo>
                <a:lnTo>
                  <a:pt x="109785" y="2467"/>
                </a:lnTo>
                <a:lnTo>
                  <a:pt x="113301" y="3208"/>
                </a:lnTo>
                <a:lnTo>
                  <a:pt x="116822" y="4042"/>
                </a:lnTo>
                <a:lnTo>
                  <a:pt x="120349" y="4968"/>
                </a:lnTo>
                <a:lnTo>
                  <a:pt x="123882" y="5984"/>
                </a:lnTo>
                <a:lnTo>
                  <a:pt x="127423" y="7090"/>
                </a:lnTo>
                <a:lnTo>
                  <a:pt x="130968" y="8291"/>
                </a:lnTo>
                <a:lnTo>
                  <a:pt x="134516" y="9595"/>
                </a:lnTo>
                <a:lnTo>
                  <a:pt x="138067" y="11000"/>
                </a:lnTo>
                <a:lnTo>
                  <a:pt x="141624" y="12505"/>
                </a:lnTo>
                <a:lnTo>
                  <a:pt x="145189" y="14108"/>
                </a:lnTo>
                <a:lnTo>
                  <a:pt x="148764" y="15808"/>
                </a:lnTo>
                <a:lnTo>
                  <a:pt x="152351" y="17604"/>
                </a:lnTo>
                <a:lnTo>
                  <a:pt x="155952" y="19495"/>
                </a:lnTo>
                <a:lnTo>
                  <a:pt x="159570" y="21479"/>
                </a:lnTo>
                <a:lnTo>
                  <a:pt x="163205" y="23554"/>
                </a:lnTo>
                <a:lnTo>
                  <a:pt x="166860" y="25720"/>
                </a:lnTo>
                <a:lnTo>
                  <a:pt x="170536" y="27976"/>
                </a:lnTo>
                <a:lnTo>
                  <a:pt x="170536" y="42922"/>
                </a:lnTo>
                <a:lnTo>
                  <a:pt x="166951" y="40905"/>
                </a:lnTo>
                <a:lnTo>
                  <a:pt x="163380" y="38977"/>
                </a:lnTo>
                <a:lnTo>
                  <a:pt x="159821" y="37134"/>
                </a:lnTo>
                <a:lnTo>
                  <a:pt x="156272" y="35378"/>
                </a:lnTo>
                <a:lnTo>
                  <a:pt x="152731" y="33706"/>
                </a:lnTo>
                <a:lnTo>
                  <a:pt x="149195" y="32119"/>
                </a:lnTo>
                <a:lnTo>
                  <a:pt x="145664" y="30616"/>
                </a:lnTo>
                <a:lnTo>
                  <a:pt x="142135" y="29196"/>
                </a:lnTo>
                <a:lnTo>
                  <a:pt x="138606" y="27859"/>
                </a:lnTo>
                <a:lnTo>
                  <a:pt x="135075" y="26603"/>
                </a:lnTo>
                <a:lnTo>
                  <a:pt x="131539" y="25429"/>
                </a:lnTo>
                <a:lnTo>
                  <a:pt x="127998" y="24335"/>
                </a:lnTo>
                <a:lnTo>
                  <a:pt x="124497" y="23369"/>
                </a:lnTo>
                <a:lnTo>
                  <a:pt x="120987" y="22484"/>
                </a:lnTo>
                <a:lnTo>
                  <a:pt x="117468" y="21679"/>
                </a:lnTo>
                <a:lnTo>
                  <a:pt x="113939" y="20957"/>
                </a:lnTo>
                <a:lnTo>
                  <a:pt x="110400" y="20317"/>
                </a:lnTo>
                <a:lnTo>
                  <a:pt x="106849" y="19760"/>
                </a:lnTo>
                <a:lnTo>
                  <a:pt x="103286" y="19287"/>
                </a:lnTo>
                <a:lnTo>
                  <a:pt x="99710" y="18899"/>
                </a:lnTo>
                <a:lnTo>
                  <a:pt x="96121" y="18596"/>
                </a:lnTo>
                <a:lnTo>
                  <a:pt x="92518" y="18378"/>
                </a:lnTo>
                <a:lnTo>
                  <a:pt x="88901" y="18247"/>
                </a:lnTo>
                <a:lnTo>
                  <a:pt x="85268" y="18203"/>
                </a:lnTo>
                <a:lnTo>
                  <a:pt x="81679" y="18247"/>
                </a:lnTo>
                <a:lnTo>
                  <a:pt x="78099" y="18378"/>
                </a:lnTo>
                <a:lnTo>
                  <a:pt x="74526" y="18596"/>
                </a:lnTo>
                <a:lnTo>
                  <a:pt x="70961" y="18899"/>
                </a:lnTo>
                <a:lnTo>
                  <a:pt x="67404" y="19287"/>
                </a:lnTo>
                <a:lnTo>
                  <a:pt x="63855" y="19760"/>
                </a:lnTo>
                <a:lnTo>
                  <a:pt x="60314" y="20317"/>
                </a:lnTo>
                <a:lnTo>
                  <a:pt x="56782" y="20957"/>
                </a:lnTo>
                <a:lnTo>
                  <a:pt x="53257" y="21679"/>
                </a:lnTo>
                <a:lnTo>
                  <a:pt x="49740" y="22484"/>
                </a:lnTo>
                <a:lnTo>
                  <a:pt x="46231" y="23369"/>
                </a:lnTo>
                <a:lnTo>
                  <a:pt x="42730" y="24335"/>
                </a:lnTo>
                <a:lnTo>
                  <a:pt x="39229" y="25429"/>
                </a:lnTo>
                <a:lnTo>
                  <a:pt x="35719" y="26603"/>
                </a:lnTo>
                <a:lnTo>
                  <a:pt x="32200" y="27859"/>
                </a:lnTo>
                <a:lnTo>
                  <a:pt x="28671" y="29196"/>
                </a:lnTo>
                <a:lnTo>
                  <a:pt x="25131" y="30616"/>
                </a:lnTo>
                <a:lnTo>
                  <a:pt x="21581" y="32119"/>
                </a:lnTo>
                <a:lnTo>
                  <a:pt x="18018" y="33706"/>
                </a:lnTo>
                <a:lnTo>
                  <a:pt x="14442" y="35378"/>
                </a:lnTo>
                <a:lnTo>
                  <a:pt x="10853" y="37134"/>
                </a:lnTo>
                <a:lnTo>
                  <a:pt x="7250" y="38977"/>
                </a:lnTo>
                <a:lnTo>
                  <a:pt x="3633" y="40905"/>
                </a:lnTo>
                <a:lnTo>
                  <a:pt x="0" y="429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54" name="Original native bar-chart element 154">
            <a:extLst xmlns:a="http://schemas.openxmlformats.org/drawingml/2006/main">
              <a:ext uri="{FF2B5EF4-FFF2-40B4-BE49-F238E27FC236}">
                <a16:creationId xmlns:a16="http://schemas.microsoft.com/office/drawing/2014/main" id="{2881423F-E92B-4C0A-9186-23F533E3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94" y="135193"/>
            <a:ext cx="10" cy="2146844"/>
          </a:xfrm>
          <a:custGeom xmlns:a="http://schemas.openxmlformats.org/drawingml/2006/main">
            <a:pathLst>
              <a:path w="10" h="2146844">
                <a:moveTo>
                  <a:pt x="0" y="214684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155" name="Original native bar-chart element 155">
            <a:extLst xmlns:a="http://schemas.openxmlformats.org/drawingml/2006/main">
              <a:ext uri="{FF2B5EF4-FFF2-40B4-BE49-F238E27FC236}">
                <a16:creationId xmlns:a16="http://schemas.microsoft.com/office/drawing/2014/main" id="{6C49B13D-F6F5-4297-8EBA-9641303A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591" y="135193"/>
            <a:ext cx="10" cy="2146844"/>
          </a:xfrm>
          <a:custGeom xmlns:a="http://schemas.openxmlformats.org/drawingml/2006/main">
            <a:pathLst>
              <a:path w="10" h="2146844">
                <a:moveTo>
                  <a:pt x="0" y="214684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156" name="Original native bar-chart element 156">
            <a:extLst xmlns:a="http://schemas.openxmlformats.org/drawingml/2006/main">
              <a:ext uri="{FF2B5EF4-FFF2-40B4-BE49-F238E27FC236}">
                <a16:creationId xmlns:a16="http://schemas.microsoft.com/office/drawing/2014/main" id="{3BE8A38A-6490-4979-B35D-997B38DF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94" y="2282036"/>
            <a:ext cx="6495296" cy="10"/>
          </a:xfrm>
          <a:custGeom xmlns:a="http://schemas.openxmlformats.org/drawingml/2006/main">
            <a:pathLst>
              <a:path w="6495296" h="10">
                <a:moveTo>
                  <a:pt x="0" y="0"/>
                </a:moveTo>
                <a:lnTo>
                  <a:pt x="6495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157" name="Original native bar-chart element 157">
            <a:extLst xmlns:a="http://schemas.openxmlformats.org/drawingml/2006/main">
              <a:ext uri="{FF2B5EF4-FFF2-40B4-BE49-F238E27FC236}">
                <a16:creationId xmlns:a16="http://schemas.microsoft.com/office/drawing/2014/main" id="{57AC6886-5184-4D7C-BA8C-040BC449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94" y="135193"/>
            <a:ext cx="6495296" cy="10"/>
          </a:xfrm>
          <a:custGeom xmlns:a="http://schemas.openxmlformats.org/drawingml/2006/main">
            <a:pathLst>
              <a:path w="6495296" h="10">
                <a:moveTo>
                  <a:pt x="0" y="0"/>
                </a:moveTo>
                <a:lnTo>
                  <a:pt x="6495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5">
            <a:solidFill>
              <a:srgbClr val="000000"/>
            </a:solidFill>
          </a:ln>
        </p:spPr>
      </p:sp>
      <p:sp>
        <p:nvSpPr>
          <p:cNvPr id="158" name="Original native bar-chart element 158">
            <a:extLst xmlns:a="http://schemas.openxmlformats.org/drawingml/2006/main">
              <a:ext uri="{FF2B5EF4-FFF2-40B4-BE49-F238E27FC236}">
                <a16:creationId xmlns:a16="http://schemas.microsoft.com/office/drawing/2014/main" id="{7C31F76A-2EB0-4FF3-A86F-4F2107CF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198" y="694433"/>
            <a:ext cx="1893489" cy="1028363"/>
          </a:xfrm>
          <a:custGeom xmlns:a="http://schemas.openxmlformats.org/drawingml/2006/main">
            <a:pathLst>
              <a:path w="1893489" h="1028363">
                <a:moveTo>
                  <a:pt x="33324" y="1028363"/>
                </a:moveTo>
                <a:lnTo>
                  <a:pt x="1860165" y="1028363"/>
                </a:lnTo>
                <a:lnTo>
                  <a:pt x="1865488" y="1028131"/>
                </a:lnTo>
                <a:lnTo>
                  <a:pt x="1870347" y="1027437"/>
                </a:lnTo>
                <a:lnTo>
                  <a:pt x="1874744" y="1026280"/>
                </a:lnTo>
                <a:lnTo>
                  <a:pt x="1878679" y="1024660"/>
                </a:lnTo>
                <a:lnTo>
                  <a:pt x="1882150" y="1022577"/>
                </a:lnTo>
                <a:lnTo>
                  <a:pt x="1885158" y="1020032"/>
                </a:lnTo>
                <a:lnTo>
                  <a:pt x="1887704" y="1017023"/>
                </a:lnTo>
                <a:lnTo>
                  <a:pt x="1889787" y="1013552"/>
                </a:lnTo>
                <a:lnTo>
                  <a:pt x="1891406" y="1009618"/>
                </a:lnTo>
                <a:lnTo>
                  <a:pt x="1892563" y="1005221"/>
                </a:lnTo>
                <a:lnTo>
                  <a:pt x="1893258" y="1000361"/>
                </a:lnTo>
                <a:lnTo>
                  <a:pt x="1893489" y="995039"/>
                </a:lnTo>
                <a:lnTo>
                  <a:pt x="1893489" y="33324"/>
                </a:lnTo>
                <a:lnTo>
                  <a:pt x="1893258" y="28002"/>
                </a:lnTo>
                <a:lnTo>
                  <a:pt x="1892563" y="23142"/>
                </a:lnTo>
                <a:lnTo>
                  <a:pt x="1891406" y="18745"/>
                </a:lnTo>
                <a:lnTo>
                  <a:pt x="1889787" y="14811"/>
                </a:lnTo>
                <a:lnTo>
                  <a:pt x="1887704" y="11339"/>
                </a:lnTo>
                <a:lnTo>
                  <a:pt x="1885158" y="8331"/>
                </a:lnTo>
                <a:lnTo>
                  <a:pt x="1882150" y="5785"/>
                </a:lnTo>
                <a:lnTo>
                  <a:pt x="1878679" y="3703"/>
                </a:lnTo>
                <a:lnTo>
                  <a:pt x="1874744" y="2083"/>
                </a:lnTo>
                <a:lnTo>
                  <a:pt x="1870347" y="926"/>
                </a:lnTo>
                <a:lnTo>
                  <a:pt x="1865488" y="231"/>
                </a:lnTo>
                <a:lnTo>
                  <a:pt x="1860165" y="0"/>
                </a:lnTo>
                <a:lnTo>
                  <a:pt x="33324" y="0"/>
                </a:lnTo>
                <a:lnTo>
                  <a:pt x="28002" y="231"/>
                </a:lnTo>
                <a:lnTo>
                  <a:pt x="23142" y="926"/>
                </a:lnTo>
                <a:lnTo>
                  <a:pt x="18745" y="2083"/>
                </a:lnTo>
                <a:lnTo>
                  <a:pt x="14811" y="3703"/>
                </a:lnTo>
                <a:lnTo>
                  <a:pt x="11339" y="5785"/>
                </a:lnTo>
                <a:lnTo>
                  <a:pt x="8331" y="8331"/>
                </a:lnTo>
                <a:lnTo>
                  <a:pt x="5785" y="11339"/>
                </a:lnTo>
                <a:lnTo>
                  <a:pt x="3703" y="14811"/>
                </a:lnTo>
                <a:lnTo>
                  <a:pt x="2083" y="18745"/>
                </a:lnTo>
                <a:lnTo>
                  <a:pt x="926" y="23142"/>
                </a:lnTo>
                <a:lnTo>
                  <a:pt x="231" y="28002"/>
                </a:lnTo>
                <a:lnTo>
                  <a:pt x="0" y="33324"/>
                </a:lnTo>
                <a:lnTo>
                  <a:pt x="0" y="995039"/>
                </a:lnTo>
                <a:lnTo>
                  <a:pt x="231" y="1000361"/>
                </a:lnTo>
                <a:lnTo>
                  <a:pt x="926" y="1005221"/>
                </a:lnTo>
                <a:lnTo>
                  <a:pt x="2083" y="1009618"/>
                </a:lnTo>
                <a:lnTo>
                  <a:pt x="3703" y="1013552"/>
                </a:lnTo>
                <a:lnTo>
                  <a:pt x="5785" y="1017023"/>
                </a:lnTo>
                <a:lnTo>
                  <a:pt x="8331" y="1020032"/>
                </a:lnTo>
                <a:lnTo>
                  <a:pt x="11339" y="1022577"/>
                </a:lnTo>
                <a:lnTo>
                  <a:pt x="14811" y="1024660"/>
                </a:lnTo>
                <a:lnTo>
                  <a:pt x="18745" y="1026280"/>
                </a:lnTo>
                <a:lnTo>
                  <a:pt x="23142" y="1027437"/>
                </a:lnTo>
                <a:lnTo>
                  <a:pt x="28002" y="1028131"/>
                </a:lnTo>
                <a:lnTo>
                  <a:pt x="33324" y="10283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159" name="Original native bar-chart element 159">
            <a:extLst xmlns:a="http://schemas.openxmlformats.org/drawingml/2006/main">
              <a:ext uri="{FF2B5EF4-FFF2-40B4-BE49-F238E27FC236}">
                <a16:creationId xmlns:a16="http://schemas.microsoft.com/office/drawing/2014/main" id="{45992C69-71B3-4CFF-9891-9370E9BA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198" y="694433"/>
            <a:ext cx="1893489" cy="1028363"/>
          </a:xfrm>
          <a:custGeom xmlns:a="http://schemas.openxmlformats.org/drawingml/2006/main">
            <a:pathLst>
              <a:path w="1893489" h="1028363">
                <a:moveTo>
                  <a:pt x="33324" y="1028363"/>
                </a:moveTo>
                <a:lnTo>
                  <a:pt x="1860165" y="1028363"/>
                </a:lnTo>
                <a:lnTo>
                  <a:pt x="1865488" y="1028131"/>
                </a:lnTo>
                <a:lnTo>
                  <a:pt x="1870347" y="1027437"/>
                </a:lnTo>
                <a:lnTo>
                  <a:pt x="1874744" y="1026280"/>
                </a:lnTo>
                <a:lnTo>
                  <a:pt x="1878679" y="1024660"/>
                </a:lnTo>
                <a:lnTo>
                  <a:pt x="1882150" y="1022577"/>
                </a:lnTo>
                <a:lnTo>
                  <a:pt x="1885158" y="1020032"/>
                </a:lnTo>
                <a:lnTo>
                  <a:pt x="1887704" y="1017023"/>
                </a:lnTo>
                <a:lnTo>
                  <a:pt x="1889787" y="1013552"/>
                </a:lnTo>
                <a:lnTo>
                  <a:pt x="1891406" y="1009618"/>
                </a:lnTo>
                <a:lnTo>
                  <a:pt x="1892563" y="1005221"/>
                </a:lnTo>
                <a:lnTo>
                  <a:pt x="1893258" y="1000361"/>
                </a:lnTo>
                <a:lnTo>
                  <a:pt x="1893489" y="995039"/>
                </a:lnTo>
                <a:lnTo>
                  <a:pt x="1893489" y="33324"/>
                </a:lnTo>
                <a:lnTo>
                  <a:pt x="1893258" y="28002"/>
                </a:lnTo>
                <a:lnTo>
                  <a:pt x="1892563" y="23142"/>
                </a:lnTo>
                <a:lnTo>
                  <a:pt x="1891406" y="18745"/>
                </a:lnTo>
                <a:lnTo>
                  <a:pt x="1889787" y="14811"/>
                </a:lnTo>
                <a:lnTo>
                  <a:pt x="1887704" y="11339"/>
                </a:lnTo>
                <a:lnTo>
                  <a:pt x="1885158" y="8331"/>
                </a:lnTo>
                <a:lnTo>
                  <a:pt x="1882150" y="5785"/>
                </a:lnTo>
                <a:lnTo>
                  <a:pt x="1878679" y="3703"/>
                </a:lnTo>
                <a:lnTo>
                  <a:pt x="1874744" y="2083"/>
                </a:lnTo>
                <a:lnTo>
                  <a:pt x="1870347" y="926"/>
                </a:lnTo>
                <a:lnTo>
                  <a:pt x="1865488" y="231"/>
                </a:lnTo>
                <a:lnTo>
                  <a:pt x="1860165" y="0"/>
                </a:lnTo>
                <a:lnTo>
                  <a:pt x="33324" y="0"/>
                </a:lnTo>
                <a:lnTo>
                  <a:pt x="28002" y="231"/>
                </a:lnTo>
                <a:lnTo>
                  <a:pt x="23142" y="926"/>
                </a:lnTo>
                <a:lnTo>
                  <a:pt x="18745" y="2083"/>
                </a:lnTo>
                <a:lnTo>
                  <a:pt x="14811" y="3703"/>
                </a:lnTo>
                <a:lnTo>
                  <a:pt x="11339" y="5785"/>
                </a:lnTo>
                <a:lnTo>
                  <a:pt x="8331" y="8331"/>
                </a:lnTo>
                <a:lnTo>
                  <a:pt x="5785" y="11339"/>
                </a:lnTo>
                <a:lnTo>
                  <a:pt x="3703" y="14811"/>
                </a:lnTo>
                <a:lnTo>
                  <a:pt x="2083" y="18745"/>
                </a:lnTo>
                <a:lnTo>
                  <a:pt x="926" y="23142"/>
                </a:lnTo>
                <a:lnTo>
                  <a:pt x="231" y="28002"/>
                </a:lnTo>
                <a:lnTo>
                  <a:pt x="0" y="33324"/>
                </a:lnTo>
                <a:lnTo>
                  <a:pt x="0" y="995039"/>
                </a:lnTo>
                <a:lnTo>
                  <a:pt x="231" y="1000361"/>
                </a:lnTo>
                <a:lnTo>
                  <a:pt x="926" y="1005221"/>
                </a:lnTo>
                <a:lnTo>
                  <a:pt x="2083" y="1009618"/>
                </a:lnTo>
                <a:lnTo>
                  <a:pt x="3703" y="1013552"/>
                </a:lnTo>
                <a:lnTo>
                  <a:pt x="5785" y="1017023"/>
                </a:lnTo>
                <a:lnTo>
                  <a:pt x="8331" y="1020032"/>
                </a:lnTo>
                <a:lnTo>
                  <a:pt x="11339" y="1022577"/>
                </a:lnTo>
                <a:lnTo>
                  <a:pt x="14811" y="1024660"/>
                </a:lnTo>
                <a:lnTo>
                  <a:pt x="18745" y="1026280"/>
                </a:lnTo>
                <a:lnTo>
                  <a:pt x="23142" y="1027437"/>
                </a:lnTo>
                <a:lnTo>
                  <a:pt x="28002" y="1028131"/>
                </a:lnTo>
                <a:lnTo>
                  <a:pt x="33324" y="10283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331">
            <a:solidFill>
              <a:srgbClr val="CCCCCC"/>
            </a:solidFill>
          </a:ln>
        </p:spPr>
      </p:sp>
      <p:sp>
        <p:nvSpPr>
          <p:cNvPr id="160" name="Original native bar-chart element 160">
            <a:extLst xmlns:a="http://schemas.openxmlformats.org/drawingml/2006/main">
              <a:ext uri="{FF2B5EF4-FFF2-40B4-BE49-F238E27FC236}">
                <a16:creationId xmlns:a16="http://schemas.microsoft.com/office/drawing/2014/main" id="{39AC6ACD-53FD-41EE-B30F-FF469DDE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599" y="766273"/>
            <a:ext cx="111303" cy="121467"/>
          </a:xfrm>
          <a:custGeom xmlns:a="http://schemas.openxmlformats.org/drawingml/2006/main">
            <a:pathLst>
              <a:path w="111303" h="121467">
                <a:moveTo>
                  <a:pt x="55651" y="16162"/>
                </a:moveTo>
                <a:lnTo>
                  <a:pt x="33324" y="76646"/>
                </a:lnTo>
                <a:lnTo>
                  <a:pt x="77979" y="76646"/>
                </a:lnTo>
                <a:lnTo>
                  <a:pt x="55651" y="16162"/>
                </a:lnTo>
                <a:close/>
                <a:moveTo>
                  <a:pt x="46321" y="0"/>
                </a:moveTo>
                <a:lnTo>
                  <a:pt x="64982" y="0"/>
                </a:lnTo>
                <a:lnTo>
                  <a:pt x="111303" y="121467"/>
                </a:lnTo>
                <a:lnTo>
                  <a:pt x="94141" y="121467"/>
                </a:lnTo>
                <a:lnTo>
                  <a:pt x="83144" y="90308"/>
                </a:lnTo>
                <a:lnTo>
                  <a:pt x="28326" y="90308"/>
                </a:lnTo>
                <a:lnTo>
                  <a:pt x="17329" y="121467"/>
                </a:lnTo>
                <a:lnTo>
                  <a:pt x="0" y="121467"/>
                </a:lnTo>
                <a:lnTo>
                  <a:pt x="463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61" name="Original native bar-chart element 161">
            <a:extLst xmlns:a="http://schemas.openxmlformats.org/drawingml/2006/main">
              <a:ext uri="{FF2B5EF4-FFF2-40B4-BE49-F238E27FC236}">
                <a16:creationId xmlns:a16="http://schemas.microsoft.com/office/drawing/2014/main" id="{32F71AD1-70E5-4F63-8035-BA22607C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399" y="794431"/>
            <a:ext cx="81478" cy="127798"/>
          </a:xfrm>
          <a:custGeom xmlns:a="http://schemas.openxmlformats.org/drawingml/2006/main">
            <a:pathLst>
              <a:path w="81478" h="127798">
                <a:moveTo>
                  <a:pt x="66482" y="46654"/>
                </a:moveTo>
                <a:lnTo>
                  <a:pt x="66433" y="44033"/>
                </a:lnTo>
                <a:lnTo>
                  <a:pt x="66289" y="41504"/>
                </a:lnTo>
                <a:lnTo>
                  <a:pt x="66050" y="39067"/>
                </a:lnTo>
                <a:lnTo>
                  <a:pt x="65716" y="36724"/>
                </a:lnTo>
                <a:lnTo>
                  <a:pt x="65291" y="34476"/>
                </a:lnTo>
                <a:lnTo>
                  <a:pt x="64774" y="32324"/>
                </a:lnTo>
                <a:lnTo>
                  <a:pt x="64167" y="30270"/>
                </a:lnTo>
                <a:lnTo>
                  <a:pt x="63470" y="28313"/>
                </a:lnTo>
                <a:lnTo>
                  <a:pt x="62686" y="26456"/>
                </a:lnTo>
                <a:lnTo>
                  <a:pt x="61815" y="24700"/>
                </a:lnTo>
                <a:lnTo>
                  <a:pt x="60858" y="23046"/>
                </a:lnTo>
                <a:lnTo>
                  <a:pt x="59817" y="21494"/>
                </a:lnTo>
                <a:lnTo>
                  <a:pt x="58654" y="20057"/>
                </a:lnTo>
                <a:lnTo>
                  <a:pt x="57416" y="18745"/>
                </a:lnTo>
                <a:lnTo>
                  <a:pt x="56102" y="17558"/>
                </a:lnTo>
                <a:lnTo>
                  <a:pt x="54713" y="16495"/>
                </a:lnTo>
                <a:lnTo>
                  <a:pt x="53251" y="15558"/>
                </a:lnTo>
                <a:lnTo>
                  <a:pt x="51715" y="14746"/>
                </a:lnTo>
                <a:lnTo>
                  <a:pt x="50106" y="14059"/>
                </a:lnTo>
                <a:lnTo>
                  <a:pt x="48425" y="13496"/>
                </a:lnTo>
                <a:lnTo>
                  <a:pt x="46672" y="13059"/>
                </a:lnTo>
                <a:lnTo>
                  <a:pt x="44848" y="12746"/>
                </a:lnTo>
                <a:lnTo>
                  <a:pt x="42953" y="12559"/>
                </a:lnTo>
                <a:lnTo>
                  <a:pt x="40989" y="12497"/>
                </a:lnTo>
                <a:lnTo>
                  <a:pt x="39024" y="12559"/>
                </a:lnTo>
                <a:lnTo>
                  <a:pt x="37129" y="12746"/>
                </a:lnTo>
                <a:lnTo>
                  <a:pt x="35305" y="13059"/>
                </a:lnTo>
                <a:lnTo>
                  <a:pt x="33553" y="13496"/>
                </a:lnTo>
                <a:lnTo>
                  <a:pt x="31871" y="14059"/>
                </a:lnTo>
                <a:lnTo>
                  <a:pt x="30263" y="14746"/>
                </a:lnTo>
                <a:lnTo>
                  <a:pt x="28727" y="15558"/>
                </a:lnTo>
                <a:lnTo>
                  <a:pt x="27264" y="16495"/>
                </a:lnTo>
                <a:lnTo>
                  <a:pt x="25876" y="17558"/>
                </a:lnTo>
                <a:lnTo>
                  <a:pt x="24562" y="18745"/>
                </a:lnTo>
                <a:lnTo>
                  <a:pt x="23323" y="20057"/>
                </a:lnTo>
                <a:lnTo>
                  <a:pt x="22161" y="21494"/>
                </a:lnTo>
                <a:lnTo>
                  <a:pt x="21084" y="23046"/>
                </a:lnTo>
                <a:lnTo>
                  <a:pt x="20105" y="24700"/>
                </a:lnTo>
                <a:lnTo>
                  <a:pt x="19221" y="26456"/>
                </a:lnTo>
                <a:lnTo>
                  <a:pt x="18433" y="28313"/>
                </a:lnTo>
                <a:lnTo>
                  <a:pt x="17740" y="30270"/>
                </a:lnTo>
                <a:lnTo>
                  <a:pt x="17141" y="32324"/>
                </a:lnTo>
                <a:lnTo>
                  <a:pt x="16636" y="34476"/>
                </a:lnTo>
                <a:lnTo>
                  <a:pt x="16224" y="36724"/>
                </a:lnTo>
                <a:lnTo>
                  <a:pt x="15904" y="39067"/>
                </a:lnTo>
                <a:lnTo>
                  <a:pt x="15677" y="41504"/>
                </a:lnTo>
                <a:lnTo>
                  <a:pt x="15541" y="44033"/>
                </a:lnTo>
                <a:lnTo>
                  <a:pt x="15496" y="46654"/>
                </a:lnTo>
                <a:lnTo>
                  <a:pt x="15541" y="49309"/>
                </a:lnTo>
                <a:lnTo>
                  <a:pt x="15677" y="51862"/>
                </a:lnTo>
                <a:lnTo>
                  <a:pt x="15904" y="54311"/>
                </a:lnTo>
                <a:lnTo>
                  <a:pt x="16224" y="56657"/>
                </a:lnTo>
                <a:lnTo>
                  <a:pt x="16636" y="58902"/>
                </a:lnTo>
                <a:lnTo>
                  <a:pt x="17141" y="61046"/>
                </a:lnTo>
                <a:lnTo>
                  <a:pt x="17740" y="63089"/>
                </a:lnTo>
                <a:lnTo>
                  <a:pt x="18433" y="65031"/>
                </a:lnTo>
                <a:lnTo>
                  <a:pt x="19221" y="66875"/>
                </a:lnTo>
                <a:lnTo>
                  <a:pt x="20105" y="68619"/>
                </a:lnTo>
                <a:lnTo>
                  <a:pt x="21084" y="70265"/>
                </a:lnTo>
                <a:lnTo>
                  <a:pt x="22161" y="71814"/>
                </a:lnTo>
                <a:lnTo>
                  <a:pt x="23323" y="73251"/>
                </a:lnTo>
                <a:lnTo>
                  <a:pt x="24562" y="74563"/>
                </a:lnTo>
                <a:lnTo>
                  <a:pt x="25876" y="75750"/>
                </a:lnTo>
                <a:lnTo>
                  <a:pt x="27264" y="76812"/>
                </a:lnTo>
                <a:lnTo>
                  <a:pt x="28727" y="77749"/>
                </a:lnTo>
                <a:lnTo>
                  <a:pt x="30263" y="78562"/>
                </a:lnTo>
                <a:lnTo>
                  <a:pt x="31871" y="79249"/>
                </a:lnTo>
                <a:lnTo>
                  <a:pt x="33553" y="79811"/>
                </a:lnTo>
                <a:lnTo>
                  <a:pt x="35305" y="80249"/>
                </a:lnTo>
                <a:lnTo>
                  <a:pt x="37129" y="80561"/>
                </a:lnTo>
                <a:lnTo>
                  <a:pt x="39024" y="80749"/>
                </a:lnTo>
                <a:lnTo>
                  <a:pt x="40989" y="80811"/>
                </a:lnTo>
                <a:lnTo>
                  <a:pt x="42953" y="80749"/>
                </a:lnTo>
                <a:lnTo>
                  <a:pt x="44848" y="80561"/>
                </a:lnTo>
                <a:lnTo>
                  <a:pt x="46672" y="80249"/>
                </a:lnTo>
                <a:lnTo>
                  <a:pt x="48425" y="79811"/>
                </a:lnTo>
                <a:lnTo>
                  <a:pt x="50106" y="79249"/>
                </a:lnTo>
                <a:lnTo>
                  <a:pt x="51715" y="78562"/>
                </a:lnTo>
                <a:lnTo>
                  <a:pt x="53251" y="77749"/>
                </a:lnTo>
                <a:lnTo>
                  <a:pt x="54713" y="76812"/>
                </a:lnTo>
                <a:lnTo>
                  <a:pt x="56102" y="75750"/>
                </a:lnTo>
                <a:lnTo>
                  <a:pt x="57416" y="74563"/>
                </a:lnTo>
                <a:lnTo>
                  <a:pt x="58654" y="73251"/>
                </a:lnTo>
                <a:lnTo>
                  <a:pt x="59817" y="71814"/>
                </a:lnTo>
                <a:lnTo>
                  <a:pt x="60858" y="70265"/>
                </a:lnTo>
                <a:lnTo>
                  <a:pt x="61815" y="68619"/>
                </a:lnTo>
                <a:lnTo>
                  <a:pt x="62686" y="66875"/>
                </a:lnTo>
                <a:lnTo>
                  <a:pt x="63470" y="65031"/>
                </a:lnTo>
                <a:lnTo>
                  <a:pt x="64167" y="63089"/>
                </a:lnTo>
                <a:lnTo>
                  <a:pt x="64774" y="61046"/>
                </a:lnTo>
                <a:lnTo>
                  <a:pt x="65291" y="58902"/>
                </a:lnTo>
                <a:lnTo>
                  <a:pt x="65716" y="56657"/>
                </a:lnTo>
                <a:lnTo>
                  <a:pt x="66050" y="54311"/>
                </a:lnTo>
                <a:lnTo>
                  <a:pt x="66289" y="51862"/>
                </a:lnTo>
                <a:lnTo>
                  <a:pt x="66433" y="49309"/>
                </a:lnTo>
                <a:lnTo>
                  <a:pt x="66482" y="46654"/>
                </a:lnTo>
                <a:close/>
                <a:moveTo>
                  <a:pt x="81478" y="81977"/>
                </a:moveTo>
                <a:lnTo>
                  <a:pt x="81405" y="85730"/>
                </a:lnTo>
                <a:lnTo>
                  <a:pt x="81187" y="89323"/>
                </a:lnTo>
                <a:lnTo>
                  <a:pt x="80824" y="92756"/>
                </a:lnTo>
                <a:lnTo>
                  <a:pt x="80317" y="96029"/>
                </a:lnTo>
                <a:lnTo>
                  <a:pt x="79667" y="99143"/>
                </a:lnTo>
                <a:lnTo>
                  <a:pt x="78874" y="102097"/>
                </a:lnTo>
                <a:lnTo>
                  <a:pt x="77939" y="104891"/>
                </a:lnTo>
                <a:lnTo>
                  <a:pt x="76862" y="107526"/>
                </a:lnTo>
                <a:lnTo>
                  <a:pt x="75643" y="110001"/>
                </a:lnTo>
                <a:lnTo>
                  <a:pt x="74284" y="112316"/>
                </a:lnTo>
                <a:lnTo>
                  <a:pt x="72785" y="114472"/>
                </a:lnTo>
                <a:lnTo>
                  <a:pt x="71147" y="116468"/>
                </a:lnTo>
                <a:lnTo>
                  <a:pt x="69325" y="118266"/>
                </a:lnTo>
                <a:lnTo>
                  <a:pt x="67356" y="119911"/>
                </a:lnTo>
                <a:lnTo>
                  <a:pt x="65240" y="121402"/>
                </a:lnTo>
                <a:lnTo>
                  <a:pt x="62977" y="122738"/>
                </a:lnTo>
                <a:lnTo>
                  <a:pt x="60565" y="123919"/>
                </a:lnTo>
                <a:lnTo>
                  <a:pt x="58005" y="124945"/>
                </a:lnTo>
                <a:lnTo>
                  <a:pt x="55295" y="125814"/>
                </a:lnTo>
                <a:lnTo>
                  <a:pt x="52436" y="126527"/>
                </a:lnTo>
                <a:lnTo>
                  <a:pt x="49427" y="127082"/>
                </a:lnTo>
                <a:lnTo>
                  <a:pt x="46266" y="127480"/>
                </a:lnTo>
                <a:lnTo>
                  <a:pt x="42954" y="127718"/>
                </a:lnTo>
                <a:lnTo>
                  <a:pt x="39489" y="127798"/>
                </a:lnTo>
                <a:lnTo>
                  <a:pt x="38166" y="127788"/>
                </a:lnTo>
                <a:lnTo>
                  <a:pt x="36863" y="127758"/>
                </a:lnTo>
                <a:lnTo>
                  <a:pt x="35579" y="127710"/>
                </a:lnTo>
                <a:lnTo>
                  <a:pt x="34312" y="127644"/>
                </a:lnTo>
                <a:lnTo>
                  <a:pt x="33061" y="127562"/>
                </a:lnTo>
                <a:lnTo>
                  <a:pt x="31825" y="127465"/>
                </a:lnTo>
                <a:lnTo>
                  <a:pt x="30603" y="127354"/>
                </a:lnTo>
                <a:lnTo>
                  <a:pt x="29393" y="127230"/>
                </a:lnTo>
                <a:lnTo>
                  <a:pt x="28195" y="127095"/>
                </a:lnTo>
                <a:lnTo>
                  <a:pt x="27008" y="126950"/>
                </a:lnTo>
                <a:lnTo>
                  <a:pt x="25830" y="126795"/>
                </a:lnTo>
                <a:lnTo>
                  <a:pt x="24660" y="126632"/>
                </a:lnTo>
                <a:lnTo>
                  <a:pt x="23494" y="126417"/>
                </a:lnTo>
                <a:lnTo>
                  <a:pt x="22329" y="126187"/>
                </a:lnTo>
                <a:lnTo>
                  <a:pt x="21166" y="125942"/>
                </a:lnTo>
                <a:lnTo>
                  <a:pt x="20007" y="125681"/>
                </a:lnTo>
                <a:lnTo>
                  <a:pt x="18852" y="125405"/>
                </a:lnTo>
                <a:lnTo>
                  <a:pt x="17703" y="125111"/>
                </a:lnTo>
                <a:lnTo>
                  <a:pt x="16562" y="124801"/>
                </a:lnTo>
                <a:lnTo>
                  <a:pt x="15428" y="124472"/>
                </a:lnTo>
                <a:lnTo>
                  <a:pt x="14303" y="124125"/>
                </a:lnTo>
                <a:lnTo>
                  <a:pt x="13189" y="123758"/>
                </a:lnTo>
                <a:lnTo>
                  <a:pt x="12087" y="123372"/>
                </a:lnTo>
                <a:lnTo>
                  <a:pt x="10997" y="122966"/>
                </a:lnTo>
                <a:lnTo>
                  <a:pt x="10997" y="108470"/>
                </a:lnTo>
                <a:lnTo>
                  <a:pt x="12080" y="109040"/>
                </a:lnTo>
                <a:lnTo>
                  <a:pt x="13163" y="109582"/>
                </a:lnTo>
                <a:lnTo>
                  <a:pt x="14246" y="110097"/>
                </a:lnTo>
                <a:lnTo>
                  <a:pt x="15329" y="110587"/>
                </a:lnTo>
                <a:lnTo>
                  <a:pt x="16412" y="111051"/>
                </a:lnTo>
                <a:lnTo>
                  <a:pt x="17495" y="111490"/>
                </a:lnTo>
                <a:lnTo>
                  <a:pt x="18578" y="111905"/>
                </a:lnTo>
                <a:lnTo>
                  <a:pt x="19661" y="112296"/>
                </a:lnTo>
                <a:lnTo>
                  <a:pt x="20744" y="112664"/>
                </a:lnTo>
                <a:lnTo>
                  <a:pt x="21827" y="113010"/>
                </a:lnTo>
                <a:lnTo>
                  <a:pt x="22910" y="113333"/>
                </a:lnTo>
                <a:lnTo>
                  <a:pt x="23993" y="113635"/>
                </a:lnTo>
                <a:lnTo>
                  <a:pt x="25077" y="113916"/>
                </a:lnTo>
                <a:lnTo>
                  <a:pt x="26160" y="114176"/>
                </a:lnTo>
                <a:lnTo>
                  <a:pt x="27245" y="114414"/>
                </a:lnTo>
                <a:lnTo>
                  <a:pt x="28332" y="114629"/>
                </a:lnTo>
                <a:lnTo>
                  <a:pt x="29421" y="114821"/>
                </a:lnTo>
                <a:lnTo>
                  <a:pt x="30512" y="114989"/>
                </a:lnTo>
                <a:lnTo>
                  <a:pt x="31608" y="115133"/>
                </a:lnTo>
                <a:lnTo>
                  <a:pt x="32707" y="115252"/>
                </a:lnTo>
                <a:lnTo>
                  <a:pt x="33811" y="115346"/>
                </a:lnTo>
                <a:lnTo>
                  <a:pt x="34920" y="115413"/>
                </a:lnTo>
                <a:lnTo>
                  <a:pt x="36035" y="115454"/>
                </a:lnTo>
                <a:lnTo>
                  <a:pt x="37156" y="115468"/>
                </a:lnTo>
                <a:lnTo>
                  <a:pt x="39524" y="115413"/>
                </a:lnTo>
                <a:lnTo>
                  <a:pt x="41794" y="115248"/>
                </a:lnTo>
                <a:lnTo>
                  <a:pt x="43967" y="114974"/>
                </a:lnTo>
                <a:lnTo>
                  <a:pt x="46043" y="114592"/>
                </a:lnTo>
                <a:lnTo>
                  <a:pt x="48022" y="114104"/>
                </a:lnTo>
                <a:lnTo>
                  <a:pt x="49903" y="113510"/>
                </a:lnTo>
                <a:lnTo>
                  <a:pt x="51687" y="112813"/>
                </a:lnTo>
                <a:lnTo>
                  <a:pt x="53374" y="112012"/>
                </a:lnTo>
                <a:lnTo>
                  <a:pt x="54964" y="111110"/>
                </a:lnTo>
                <a:lnTo>
                  <a:pt x="56457" y="110107"/>
                </a:lnTo>
                <a:lnTo>
                  <a:pt x="57852" y="109005"/>
                </a:lnTo>
                <a:lnTo>
                  <a:pt x="59150" y="107804"/>
                </a:lnTo>
                <a:lnTo>
                  <a:pt x="60310" y="106460"/>
                </a:lnTo>
                <a:lnTo>
                  <a:pt x="61371" y="105012"/>
                </a:lnTo>
                <a:lnTo>
                  <a:pt x="62334" y="103459"/>
                </a:lnTo>
                <a:lnTo>
                  <a:pt x="63199" y="101799"/>
                </a:lnTo>
                <a:lnTo>
                  <a:pt x="63963" y="100033"/>
                </a:lnTo>
                <a:lnTo>
                  <a:pt x="64628" y="98161"/>
                </a:lnTo>
                <a:lnTo>
                  <a:pt x="65192" y="96180"/>
                </a:lnTo>
                <a:lnTo>
                  <a:pt x="65655" y="94091"/>
                </a:lnTo>
                <a:lnTo>
                  <a:pt x="66016" y="91894"/>
                </a:lnTo>
                <a:lnTo>
                  <a:pt x="66274" y="89587"/>
                </a:lnTo>
                <a:lnTo>
                  <a:pt x="66430" y="87171"/>
                </a:lnTo>
                <a:lnTo>
                  <a:pt x="66482" y="84643"/>
                </a:lnTo>
                <a:lnTo>
                  <a:pt x="66482" y="77312"/>
                </a:lnTo>
                <a:lnTo>
                  <a:pt x="65673" y="78617"/>
                </a:lnTo>
                <a:lnTo>
                  <a:pt x="64829" y="79867"/>
                </a:lnTo>
                <a:lnTo>
                  <a:pt x="63951" y="81061"/>
                </a:lnTo>
                <a:lnTo>
                  <a:pt x="63038" y="82200"/>
                </a:lnTo>
                <a:lnTo>
                  <a:pt x="62091" y="83283"/>
                </a:lnTo>
                <a:lnTo>
                  <a:pt x="61108" y="84310"/>
                </a:lnTo>
                <a:lnTo>
                  <a:pt x="60091" y="85282"/>
                </a:lnTo>
                <a:lnTo>
                  <a:pt x="59039" y="86199"/>
                </a:lnTo>
                <a:lnTo>
                  <a:pt x="57953" y="87059"/>
                </a:lnTo>
                <a:lnTo>
                  <a:pt x="56832" y="87865"/>
                </a:lnTo>
                <a:lnTo>
                  <a:pt x="55676" y="88615"/>
                </a:lnTo>
                <a:lnTo>
                  <a:pt x="54485" y="89309"/>
                </a:lnTo>
                <a:lnTo>
                  <a:pt x="53260" y="89947"/>
                </a:lnTo>
                <a:lnTo>
                  <a:pt x="51999" y="90531"/>
                </a:lnTo>
                <a:lnTo>
                  <a:pt x="50702" y="91058"/>
                </a:lnTo>
                <a:lnTo>
                  <a:pt x="49369" y="91530"/>
                </a:lnTo>
                <a:lnTo>
                  <a:pt x="47999" y="91947"/>
                </a:lnTo>
                <a:lnTo>
                  <a:pt x="46591" y="92308"/>
                </a:lnTo>
                <a:lnTo>
                  <a:pt x="45145" y="92613"/>
                </a:lnTo>
                <a:lnTo>
                  <a:pt x="43661" y="92863"/>
                </a:lnTo>
                <a:lnTo>
                  <a:pt x="42137" y="93058"/>
                </a:lnTo>
                <a:lnTo>
                  <a:pt x="40573" y="93197"/>
                </a:lnTo>
                <a:lnTo>
                  <a:pt x="38969" y="93280"/>
                </a:lnTo>
                <a:lnTo>
                  <a:pt x="37323" y="93308"/>
                </a:lnTo>
                <a:lnTo>
                  <a:pt x="34539" y="93221"/>
                </a:lnTo>
                <a:lnTo>
                  <a:pt x="31852" y="92960"/>
                </a:lnTo>
                <a:lnTo>
                  <a:pt x="29260" y="92524"/>
                </a:lnTo>
                <a:lnTo>
                  <a:pt x="26764" y="91913"/>
                </a:lnTo>
                <a:lnTo>
                  <a:pt x="24363" y="91126"/>
                </a:lnTo>
                <a:lnTo>
                  <a:pt x="22056" y="90163"/>
                </a:lnTo>
                <a:lnTo>
                  <a:pt x="19843" y="89022"/>
                </a:lnTo>
                <a:lnTo>
                  <a:pt x="17724" y="87704"/>
                </a:lnTo>
                <a:lnTo>
                  <a:pt x="15696" y="86208"/>
                </a:lnTo>
                <a:lnTo>
                  <a:pt x="13761" y="84533"/>
                </a:lnTo>
                <a:lnTo>
                  <a:pt x="11917" y="82679"/>
                </a:lnTo>
                <a:lnTo>
                  <a:pt x="10164" y="80644"/>
                </a:lnTo>
                <a:lnTo>
                  <a:pt x="8529" y="78461"/>
                </a:lnTo>
                <a:lnTo>
                  <a:pt x="7039" y="76160"/>
                </a:lnTo>
                <a:lnTo>
                  <a:pt x="5694" y="73740"/>
                </a:lnTo>
                <a:lnTo>
                  <a:pt x="4493" y="71203"/>
                </a:lnTo>
                <a:lnTo>
                  <a:pt x="3435" y="68547"/>
                </a:lnTo>
                <a:lnTo>
                  <a:pt x="2520" y="65774"/>
                </a:lnTo>
                <a:lnTo>
                  <a:pt x="1748" y="62882"/>
                </a:lnTo>
                <a:lnTo>
                  <a:pt x="1117" y="59872"/>
                </a:lnTo>
                <a:lnTo>
                  <a:pt x="627" y="56745"/>
                </a:lnTo>
                <a:lnTo>
                  <a:pt x="278" y="53499"/>
                </a:lnTo>
                <a:lnTo>
                  <a:pt x="70" y="50136"/>
                </a:lnTo>
                <a:lnTo>
                  <a:pt x="0" y="46654"/>
                </a:lnTo>
                <a:lnTo>
                  <a:pt x="70" y="43210"/>
                </a:lnTo>
                <a:lnTo>
                  <a:pt x="278" y="39879"/>
                </a:lnTo>
                <a:lnTo>
                  <a:pt x="627" y="36659"/>
                </a:lnTo>
                <a:lnTo>
                  <a:pt x="1117" y="33553"/>
                </a:lnTo>
                <a:lnTo>
                  <a:pt x="1748" y="30559"/>
                </a:lnTo>
                <a:lnTo>
                  <a:pt x="2520" y="27680"/>
                </a:lnTo>
                <a:lnTo>
                  <a:pt x="3435" y="24915"/>
                </a:lnTo>
                <a:lnTo>
                  <a:pt x="4493" y="22265"/>
                </a:lnTo>
                <a:lnTo>
                  <a:pt x="5694" y="19732"/>
                </a:lnTo>
                <a:lnTo>
                  <a:pt x="7039" y="17314"/>
                </a:lnTo>
                <a:lnTo>
                  <a:pt x="8529" y="15013"/>
                </a:lnTo>
                <a:lnTo>
                  <a:pt x="10164" y="12830"/>
                </a:lnTo>
                <a:lnTo>
                  <a:pt x="11917" y="10792"/>
                </a:lnTo>
                <a:lnTo>
                  <a:pt x="13761" y="8929"/>
                </a:lnTo>
                <a:lnTo>
                  <a:pt x="15696" y="7240"/>
                </a:lnTo>
                <a:lnTo>
                  <a:pt x="17724" y="5727"/>
                </a:lnTo>
                <a:lnTo>
                  <a:pt x="19843" y="4389"/>
                </a:lnTo>
                <a:lnTo>
                  <a:pt x="22056" y="3228"/>
                </a:lnTo>
                <a:lnTo>
                  <a:pt x="24363" y="2244"/>
                </a:lnTo>
                <a:lnTo>
                  <a:pt x="26764" y="1438"/>
                </a:lnTo>
                <a:lnTo>
                  <a:pt x="29260" y="810"/>
                </a:lnTo>
                <a:lnTo>
                  <a:pt x="31852" y="360"/>
                </a:lnTo>
                <a:lnTo>
                  <a:pt x="34539" y="90"/>
                </a:lnTo>
                <a:lnTo>
                  <a:pt x="37323" y="0"/>
                </a:lnTo>
                <a:lnTo>
                  <a:pt x="38969" y="28"/>
                </a:lnTo>
                <a:lnTo>
                  <a:pt x="40573" y="111"/>
                </a:lnTo>
                <a:lnTo>
                  <a:pt x="42137" y="250"/>
                </a:lnTo>
                <a:lnTo>
                  <a:pt x="43661" y="444"/>
                </a:lnTo>
                <a:lnTo>
                  <a:pt x="45145" y="694"/>
                </a:lnTo>
                <a:lnTo>
                  <a:pt x="46591" y="1000"/>
                </a:lnTo>
                <a:lnTo>
                  <a:pt x="47999" y="1361"/>
                </a:lnTo>
                <a:lnTo>
                  <a:pt x="49369" y="1777"/>
                </a:lnTo>
                <a:lnTo>
                  <a:pt x="50702" y="2249"/>
                </a:lnTo>
                <a:lnTo>
                  <a:pt x="51999" y="2777"/>
                </a:lnTo>
                <a:lnTo>
                  <a:pt x="53260" y="3360"/>
                </a:lnTo>
                <a:lnTo>
                  <a:pt x="54485" y="3999"/>
                </a:lnTo>
                <a:lnTo>
                  <a:pt x="55676" y="4693"/>
                </a:lnTo>
                <a:lnTo>
                  <a:pt x="56832" y="5443"/>
                </a:lnTo>
                <a:lnTo>
                  <a:pt x="57953" y="6248"/>
                </a:lnTo>
                <a:lnTo>
                  <a:pt x="59039" y="7109"/>
                </a:lnTo>
                <a:lnTo>
                  <a:pt x="60091" y="8026"/>
                </a:lnTo>
                <a:lnTo>
                  <a:pt x="61108" y="8998"/>
                </a:lnTo>
                <a:lnTo>
                  <a:pt x="62091" y="10025"/>
                </a:lnTo>
                <a:lnTo>
                  <a:pt x="63038" y="11108"/>
                </a:lnTo>
                <a:lnTo>
                  <a:pt x="63951" y="12247"/>
                </a:lnTo>
                <a:lnTo>
                  <a:pt x="64829" y="13441"/>
                </a:lnTo>
                <a:lnTo>
                  <a:pt x="65673" y="14690"/>
                </a:lnTo>
                <a:lnTo>
                  <a:pt x="66482" y="15996"/>
                </a:lnTo>
                <a:lnTo>
                  <a:pt x="66482" y="2166"/>
                </a:lnTo>
                <a:lnTo>
                  <a:pt x="81478" y="2166"/>
                </a:lnTo>
                <a:lnTo>
                  <a:pt x="81478" y="819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62" name="Original native bar-chart element 162">
            <a:extLst xmlns:a="http://schemas.openxmlformats.org/drawingml/2006/main">
              <a:ext uri="{FF2B5EF4-FFF2-40B4-BE49-F238E27FC236}">
                <a16:creationId xmlns:a16="http://schemas.microsoft.com/office/drawing/2014/main" id="{93AE0C9F-380E-4F9B-AD76-19074113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203" y="794431"/>
            <a:ext cx="84477" cy="95474"/>
          </a:xfrm>
          <a:custGeom xmlns:a="http://schemas.openxmlformats.org/drawingml/2006/main">
            <a:pathLst>
              <a:path w="84477" h="95474">
                <a:moveTo>
                  <a:pt x="84477" y="43988"/>
                </a:moveTo>
                <a:lnTo>
                  <a:pt x="84477" y="51319"/>
                </a:lnTo>
                <a:lnTo>
                  <a:pt x="15662" y="51319"/>
                </a:lnTo>
                <a:lnTo>
                  <a:pt x="15878" y="53853"/>
                </a:lnTo>
                <a:lnTo>
                  <a:pt x="16192" y="56289"/>
                </a:lnTo>
                <a:lnTo>
                  <a:pt x="16605" y="58625"/>
                </a:lnTo>
                <a:lnTo>
                  <a:pt x="17119" y="60860"/>
                </a:lnTo>
                <a:lnTo>
                  <a:pt x="17735" y="62993"/>
                </a:lnTo>
                <a:lnTo>
                  <a:pt x="18453" y="65024"/>
                </a:lnTo>
                <a:lnTo>
                  <a:pt x="19276" y="66950"/>
                </a:lnTo>
                <a:lnTo>
                  <a:pt x="20204" y="68771"/>
                </a:lnTo>
                <a:lnTo>
                  <a:pt x="21239" y="70486"/>
                </a:lnTo>
                <a:lnTo>
                  <a:pt x="22381" y="72093"/>
                </a:lnTo>
                <a:lnTo>
                  <a:pt x="23632" y="73591"/>
                </a:lnTo>
                <a:lnTo>
                  <a:pt x="24993" y="74979"/>
                </a:lnTo>
                <a:lnTo>
                  <a:pt x="26413" y="76257"/>
                </a:lnTo>
                <a:lnTo>
                  <a:pt x="27924" y="77423"/>
                </a:lnTo>
                <a:lnTo>
                  <a:pt x="29526" y="78478"/>
                </a:lnTo>
                <a:lnTo>
                  <a:pt x="31220" y="79423"/>
                </a:lnTo>
                <a:lnTo>
                  <a:pt x="33006" y="80256"/>
                </a:lnTo>
                <a:lnTo>
                  <a:pt x="34886" y="80978"/>
                </a:lnTo>
                <a:lnTo>
                  <a:pt x="36860" y="81589"/>
                </a:lnTo>
                <a:lnTo>
                  <a:pt x="38928" y="82089"/>
                </a:lnTo>
                <a:lnTo>
                  <a:pt x="41090" y="82477"/>
                </a:lnTo>
                <a:lnTo>
                  <a:pt x="43348" y="82755"/>
                </a:lnTo>
                <a:lnTo>
                  <a:pt x="45703" y="82922"/>
                </a:lnTo>
                <a:lnTo>
                  <a:pt x="48153" y="82977"/>
                </a:lnTo>
                <a:lnTo>
                  <a:pt x="49570" y="82963"/>
                </a:lnTo>
                <a:lnTo>
                  <a:pt x="50984" y="82922"/>
                </a:lnTo>
                <a:lnTo>
                  <a:pt x="52397" y="82852"/>
                </a:lnTo>
                <a:lnTo>
                  <a:pt x="53806" y="82755"/>
                </a:lnTo>
                <a:lnTo>
                  <a:pt x="55211" y="82630"/>
                </a:lnTo>
                <a:lnTo>
                  <a:pt x="56609" y="82477"/>
                </a:lnTo>
                <a:lnTo>
                  <a:pt x="58001" y="82297"/>
                </a:lnTo>
                <a:lnTo>
                  <a:pt x="59385" y="82089"/>
                </a:lnTo>
                <a:lnTo>
                  <a:pt x="60759" y="81852"/>
                </a:lnTo>
                <a:lnTo>
                  <a:pt x="62123" y="81589"/>
                </a:lnTo>
                <a:lnTo>
                  <a:pt x="63476" y="81297"/>
                </a:lnTo>
                <a:lnTo>
                  <a:pt x="64816" y="80978"/>
                </a:lnTo>
                <a:lnTo>
                  <a:pt x="66152" y="80627"/>
                </a:lnTo>
                <a:lnTo>
                  <a:pt x="67494" y="80242"/>
                </a:lnTo>
                <a:lnTo>
                  <a:pt x="68840" y="79822"/>
                </a:lnTo>
                <a:lnTo>
                  <a:pt x="70191" y="79367"/>
                </a:lnTo>
                <a:lnTo>
                  <a:pt x="71543" y="78878"/>
                </a:lnTo>
                <a:lnTo>
                  <a:pt x="72897" y="78353"/>
                </a:lnTo>
                <a:lnTo>
                  <a:pt x="74250" y="77795"/>
                </a:lnTo>
                <a:lnTo>
                  <a:pt x="75603" y="77201"/>
                </a:lnTo>
                <a:lnTo>
                  <a:pt x="76953" y="76573"/>
                </a:lnTo>
                <a:lnTo>
                  <a:pt x="78299" y="75910"/>
                </a:lnTo>
                <a:lnTo>
                  <a:pt x="79641" y="75212"/>
                </a:lnTo>
                <a:lnTo>
                  <a:pt x="80978" y="74480"/>
                </a:lnTo>
                <a:lnTo>
                  <a:pt x="80978" y="88642"/>
                </a:lnTo>
                <a:lnTo>
                  <a:pt x="79641" y="89215"/>
                </a:lnTo>
                <a:lnTo>
                  <a:pt x="78298" y="89765"/>
                </a:lnTo>
                <a:lnTo>
                  <a:pt x="76948" y="90293"/>
                </a:lnTo>
                <a:lnTo>
                  <a:pt x="75590" y="90796"/>
                </a:lnTo>
                <a:lnTo>
                  <a:pt x="74226" y="91274"/>
                </a:lnTo>
                <a:lnTo>
                  <a:pt x="72855" y="91725"/>
                </a:lnTo>
                <a:lnTo>
                  <a:pt x="71477" y="92148"/>
                </a:lnTo>
                <a:lnTo>
                  <a:pt x="70092" y="92542"/>
                </a:lnTo>
                <a:lnTo>
                  <a:pt x="68700" y="92907"/>
                </a:lnTo>
                <a:lnTo>
                  <a:pt x="67301" y="93240"/>
                </a:lnTo>
                <a:lnTo>
                  <a:pt x="65895" y="93540"/>
                </a:lnTo>
                <a:lnTo>
                  <a:pt x="64482" y="93808"/>
                </a:lnTo>
                <a:lnTo>
                  <a:pt x="63063" y="94050"/>
                </a:lnTo>
                <a:lnTo>
                  <a:pt x="61637" y="94278"/>
                </a:lnTo>
                <a:lnTo>
                  <a:pt x="60207" y="94490"/>
                </a:lnTo>
                <a:lnTo>
                  <a:pt x="58774" y="94684"/>
                </a:lnTo>
                <a:lnTo>
                  <a:pt x="57338" y="94860"/>
                </a:lnTo>
                <a:lnTo>
                  <a:pt x="55901" y="95016"/>
                </a:lnTo>
                <a:lnTo>
                  <a:pt x="54464" y="95151"/>
                </a:lnTo>
                <a:lnTo>
                  <a:pt x="53029" y="95264"/>
                </a:lnTo>
                <a:lnTo>
                  <a:pt x="51595" y="95354"/>
                </a:lnTo>
                <a:lnTo>
                  <a:pt x="50165" y="95420"/>
                </a:lnTo>
                <a:lnTo>
                  <a:pt x="48740" y="95460"/>
                </a:lnTo>
                <a:lnTo>
                  <a:pt x="47320" y="95474"/>
                </a:lnTo>
                <a:lnTo>
                  <a:pt x="43721" y="95387"/>
                </a:lnTo>
                <a:lnTo>
                  <a:pt x="40252" y="95127"/>
                </a:lnTo>
                <a:lnTo>
                  <a:pt x="36914" y="94693"/>
                </a:lnTo>
                <a:lnTo>
                  <a:pt x="33707" y="94085"/>
                </a:lnTo>
                <a:lnTo>
                  <a:pt x="30629" y="93304"/>
                </a:lnTo>
                <a:lnTo>
                  <a:pt x="27680" y="92350"/>
                </a:lnTo>
                <a:lnTo>
                  <a:pt x="24859" y="91221"/>
                </a:lnTo>
                <a:lnTo>
                  <a:pt x="22167" y="89920"/>
                </a:lnTo>
                <a:lnTo>
                  <a:pt x="19601" y="88444"/>
                </a:lnTo>
                <a:lnTo>
                  <a:pt x="17163" y="86796"/>
                </a:lnTo>
                <a:lnTo>
                  <a:pt x="14850" y="84973"/>
                </a:lnTo>
                <a:lnTo>
                  <a:pt x="12663" y="82977"/>
                </a:lnTo>
                <a:lnTo>
                  <a:pt x="10629" y="80829"/>
                </a:lnTo>
                <a:lnTo>
                  <a:pt x="8775" y="78549"/>
                </a:lnTo>
                <a:lnTo>
                  <a:pt x="7100" y="76138"/>
                </a:lnTo>
                <a:lnTo>
                  <a:pt x="5603" y="73597"/>
                </a:lnTo>
                <a:lnTo>
                  <a:pt x="4285" y="70927"/>
                </a:lnTo>
                <a:lnTo>
                  <a:pt x="3145" y="68127"/>
                </a:lnTo>
                <a:lnTo>
                  <a:pt x="2182" y="65199"/>
                </a:lnTo>
                <a:lnTo>
                  <a:pt x="1395" y="62143"/>
                </a:lnTo>
                <a:lnTo>
                  <a:pt x="784" y="58960"/>
                </a:lnTo>
                <a:lnTo>
                  <a:pt x="348" y="55651"/>
                </a:lnTo>
                <a:lnTo>
                  <a:pt x="87" y="52215"/>
                </a:lnTo>
                <a:lnTo>
                  <a:pt x="0" y="48653"/>
                </a:lnTo>
                <a:lnTo>
                  <a:pt x="83" y="45008"/>
                </a:lnTo>
                <a:lnTo>
                  <a:pt x="333" y="41489"/>
                </a:lnTo>
                <a:lnTo>
                  <a:pt x="750" y="38094"/>
                </a:lnTo>
                <a:lnTo>
                  <a:pt x="1333" y="34824"/>
                </a:lnTo>
                <a:lnTo>
                  <a:pt x="2083" y="31679"/>
                </a:lnTo>
                <a:lnTo>
                  <a:pt x="2999" y="28659"/>
                </a:lnTo>
                <a:lnTo>
                  <a:pt x="4082" y="25764"/>
                </a:lnTo>
                <a:lnTo>
                  <a:pt x="5332" y="22994"/>
                </a:lnTo>
                <a:lnTo>
                  <a:pt x="6748" y="20349"/>
                </a:lnTo>
                <a:lnTo>
                  <a:pt x="8331" y="17828"/>
                </a:lnTo>
                <a:lnTo>
                  <a:pt x="10081" y="15433"/>
                </a:lnTo>
                <a:lnTo>
                  <a:pt x="11997" y="13163"/>
                </a:lnTo>
                <a:lnTo>
                  <a:pt x="14058" y="11084"/>
                </a:lnTo>
                <a:lnTo>
                  <a:pt x="16244" y="9180"/>
                </a:lnTo>
                <a:lnTo>
                  <a:pt x="18552" y="7451"/>
                </a:lnTo>
                <a:lnTo>
                  <a:pt x="20982" y="5900"/>
                </a:lnTo>
                <a:lnTo>
                  <a:pt x="23532" y="4526"/>
                </a:lnTo>
                <a:lnTo>
                  <a:pt x="26201" y="3332"/>
                </a:lnTo>
                <a:lnTo>
                  <a:pt x="28988" y="2319"/>
                </a:lnTo>
                <a:lnTo>
                  <a:pt x="31892" y="1487"/>
                </a:lnTo>
                <a:lnTo>
                  <a:pt x="34912" y="838"/>
                </a:lnTo>
                <a:lnTo>
                  <a:pt x="38047" y="373"/>
                </a:lnTo>
                <a:lnTo>
                  <a:pt x="41294" y="94"/>
                </a:lnTo>
                <a:lnTo>
                  <a:pt x="44654" y="0"/>
                </a:lnTo>
                <a:lnTo>
                  <a:pt x="47681" y="83"/>
                </a:lnTo>
                <a:lnTo>
                  <a:pt x="50598" y="332"/>
                </a:lnTo>
                <a:lnTo>
                  <a:pt x="53405" y="747"/>
                </a:lnTo>
                <a:lnTo>
                  <a:pt x="56102" y="1327"/>
                </a:lnTo>
                <a:lnTo>
                  <a:pt x="58690" y="2071"/>
                </a:lnTo>
                <a:lnTo>
                  <a:pt x="61171" y="2978"/>
                </a:lnTo>
                <a:lnTo>
                  <a:pt x="63543" y="4049"/>
                </a:lnTo>
                <a:lnTo>
                  <a:pt x="65809" y="5282"/>
                </a:lnTo>
                <a:lnTo>
                  <a:pt x="67968" y="6678"/>
                </a:lnTo>
                <a:lnTo>
                  <a:pt x="70022" y="8235"/>
                </a:lnTo>
                <a:lnTo>
                  <a:pt x="71970" y="9952"/>
                </a:lnTo>
                <a:lnTo>
                  <a:pt x="73813" y="11830"/>
                </a:lnTo>
                <a:lnTo>
                  <a:pt x="75493" y="13885"/>
                </a:lnTo>
                <a:lnTo>
                  <a:pt x="77033" y="16052"/>
                </a:lnTo>
                <a:lnTo>
                  <a:pt x="78432" y="18331"/>
                </a:lnTo>
                <a:lnTo>
                  <a:pt x="79688" y="20723"/>
                </a:lnTo>
                <a:lnTo>
                  <a:pt x="80801" y="23228"/>
                </a:lnTo>
                <a:lnTo>
                  <a:pt x="81769" y="25847"/>
                </a:lnTo>
                <a:lnTo>
                  <a:pt x="82592" y="28581"/>
                </a:lnTo>
                <a:lnTo>
                  <a:pt x="83267" y="31430"/>
                </a:lnTo>
                <a:lnTo>
                  <a:pt x="83795" y="34394"/>
                </a:lnTo>
                <a:lnTo>
                  <a:pt x="84173" y="37475"/>
                </a:lnTo>
                <a:lnTo>
                  <a:pt x="84401" y="40673"/>
                </a:lnTo>
                <a:lnTo>
                  <a:pt x="84477" y="43988"/>
                </a:lnTo>
                <a:close/>
                <a:moveTo>
                  <a:pt x="69481" y="39656"/>
                </a:moveTo>
                <a:lnTo>
                  <a:pt x="69394" y="37649"/>
                </a:lnTo>
                <a:lnTo>
                  <a:pt x="69218" y="35712"/>
                </a:lnTo>
                <a:lnTo>
                  <a:pt x="68952" y="33842"/>
                </a:lnTo>
                <a:lnTo>
                  <a:pt x="68598" y="32041"/>
                </a:lnTo>
                <a:lnTo>
                  <a:pt x="68157" y="30306"/>
                </a:lnTo>
                <a:lnTo>
                  <a:pt x="67627" y="28638"/>
                </a:lnTo>
                <a:lnTo>
                  <a:pt x="67011" y="27036"/>
                </a:lnTo>
                <a:lnTo>
                  <a:pt x="66309" y="25499"/>
                </a:lnTo>
                <a:lnTo>
                  <a:pt x="65521" y="24027"/>
                </a:lnTo>
                <a:lnTo>
                  <a:pt x="64648" y="22620"/>
                </a:lnTo>
                <a:lnTo>
                  <a:pt x="63691" y="21275"/>
                </a:lnTo>
                <a:lnTo>
                  <a:pt x="62649" y="19995"/>
                </a:lnTo>
                <a:lnTo>
                  <a:pt x="61494" y="18835"/>
                </a:lnTo>
                <a:lnTo>
                  <a:pt x="60276" y="17774"/>
                </a:lnTo>
                <a:lnTo>
                  <a:pt x="58997" y="16810"/>
                </a:lnTo>
                <a:lnTo>
                  <a:pt x="57657" y="15946"/>
                </a:lnTo>
                <a:lnTo>
                  <a:pt x="56257" y="15181"/>
                </a:lnTo>
                <a:lnTo>
                  <a:pt x="54797" y="14517"/>
                </a:lnTo>
                <a:lnTo>
                  <a:pt x="53279" y="13953"/>
                </a:lnTo>
                <a:lnTo>
                  <a:pt x="51702" y="13490"/>
                </a:lnTo>
                <a:lnTo>
                  <a:pt x="50067" y="13129"/>
                </a:lnTo>
                <a:lnTo>
                  <a:pt x="48375" y="12871"/>
                </a:lnTo>
                <a:lnTo>
                  <a:pt x="46626" y="12715"/>
                </a:lnTo>
                <a:lnTo>
                  <a:pt x="44821" y="12663"/>
                </a:lnTo>
                <a:lnTo>
                  <a:pt x="42773" y="12715"/>
                </a:lnTo>
                <a:lnTo>
                  <a:pt x="40794" y="12870"/>
                </a:lnTo>
                <a:lnTo>
                  <a:pt x="38885" y="13127"/>
                </a:lnTo>
                <a:lnTo>
                  <a:pt x="37045" y="13484"/>
                </a:lnTo>
                <a:lnTo>
                  <a:pt x="35275" y="13941"/>
                </a:lnTo>
                <a:lnTo>
                  <a:pt x="33574" y="14496"/>
                </a:lnTo>
                <a:lnTo>
                  <a:pt x="31943" y="15148"/>
                </a:lnTo>
                <a:lnTo>
                  <a:pt x="30381" y="15897"/>
                </a:lnTo>
                <a:lnTo>
                  <a:pt x="28888" y="16740"/>
                </a:lnTo>
                <a:lnTo>
                  <a:pt x="27465" y="17677"/>
                </a:lnTo>
                <a:lnTo>
                  <a:pt x="26111" y="18707"/>
                </a:lnTo>
                <a:lnTo>
                  <a:pt x="24827" y="19828"/>
                </a:lnTo>
                <a:lnTo>
                  <a:pt x="23619" y="21036"/>
                </a:lnTo>
                <a:lnTo>
                  <a:pt x="22495" y="22326"/>
                </a:lnTo>
                <a:lnTo>
                  <a:pt x="21458" y="23699"/>
                </a:lnTo>
                <a:lnTo>
                  <a:pt x="20507" y="25154"/>
                </a:lnTo>
                <a:lnTo>
                  <a:pt x="19644" y="26689"/>
                </a:lnTo>
                <a:lnTo>
                  <a:pt x="18870" y="28305"/>
                </a:lnTo>
                <a:lnTo>
                  <a:pt x="18186" y="30000"/>
                </a:lnTo>
                <a:lnTo>
                  <a:pt x="17594" y="31775"/>
                </a:lnTo>
                <a:lnTo>
                  <a:pt x="17094" y="33629"/>
                </a:lnTo>
                <a:lnTo>
                  <a:pt x="16688" y="35560"/>
                </a:lnTo>
                <a:lnTo>
                  <a:pt x="16377" y="37570"/>
                </a:lnTo>
                <a:lnTo>
                  <a:pt x="16162" y="39656"/>
                </a:lnTo>
                <a:lnTo>
                  <a:pt x="69481" y="396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63" name="Original native bar-chart element 163">
            <a:extLst xmlns:a="http://schemas.openxmlformats.org/drawingml/2006/main">
              <a:ext uri="{FF2B5EF4-FFF2-40B4-BE49-F238E27FC236}">
                <a16:creationId xmlns:a16="http://schemas.microsoft.com/office/drawing/2014/main" id="{2C38DC54-6957-46B8-8C73-46FDA5B3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673" y="794431"/>
            <a:ext cx="76312" cy="93308"/>
          </a:xfrm>
          <a:custGeom xmlns:a="http://schemas.openxmlformats.org/drawingml/2006/main">
            <a:pathLst>
              <a:path w="76312" h="93308">
                <a:moveTo>
                  <a:pt x="76312" y="38323"/>
                </a:moveTo>
                <a:lnTo>
                  <a:pt x="76312" y="93308"/>
                </a:lnTo>
                <a:lnTo>
                  <a:pt x="61316" y="93308"/>
                </a:lnTo>
                <a:lnTo>
                  <a:pt x="61316" y="38823"/>
                </a:lnTo>
                <a:lnTo>
                  <a:pt x="61278" y="36705"/>
                </a:lnTo>
                <a:lnTo>
                  <a:pt x="61165" y="34683"/>
                </a:lnTo>
                <a:lnTo>
                  <a:pt x="60978" y="32757"/>
                </a:lnTo>
                <a:lnTo>
                  <a:pt x="60718" y="30924"/>
                </a:lnTo>
                <a:lnTo>
                  <a:pt x="60386" y="29183"/>
                </a:lnTo>
                <a:lnTo>
                  <a:pt x="59984" y="27534"/>
                </a:lnTo>
                <a:lnTo>
                  <a:pt x="59512" y="25975"/>
                </a:lnTo>
                <a:lnTo>
                  <a:pt x="58971" y="24506"/>
                </a:lnTo>
                <a:lnTo>
                  <a:pt x="58364" y="23124"/>
                </a:lnTo>
                <a:lnTo>
                  <a:pt x="57691" y="21829"/>
                </a:lnTo>
                <a:lnTo>
                  <a:pt x="56953" y="20620"/>
                </a:lnTo>
                <a:lnTo>
                  <a:pt x="56151" y="19495"/>
                </a:lnTo>
                <a:lnTo>
                  <a:pt x="55283" y="18457"/>
                </a:lnTo>
                <a:lnTo>
                  <a:pt x="54346" y="17509"/>
                </a:lnTo>
                <a:lnTo>
                  <a:pt x="53339" y="16652"/>
                </a:lnTo>
                <a:lnTo>
                  <a:pt x="52263" y="15885"/>
                </a:lnTo>
                <a:lnTo>
                  <a:pt x="51118" y="15208"/>
                </a:lnTo>
                <a:lnTo>
                  <a:pt x="49903" y="14621"/>
                </a:lnTo>
                <a:lnTo>
                  <a:pt x="48619" y="14125"/>
                </a:lnTo>
                <a:lnTo>
                  <a:pt x="47265" y="13718"/>
                </a:lnTo>
                <a:lnTo>
                  <a:pt x="45842" y="13403"/>
                </a:lnTo>
                <a:lnTo>
                  <a:pt x="44349" y="13177"/>
                </a:lnTo>
                <a:lnTo>
                  <a:pt x="42787" y="13042"/>
                </a:lnTo>
                <a:lnTo>
                  <a:pt x="41155" y="12996"/>
                </a:lnTo>
                <a:lnTo>
                  <a:pt x="39152" y="13052"/>
                </a:lnTo>
                <a:lnTo>
                  <a:pt x="37225" y="13218"/>
                </a:lnTo>
                <a:lnTo>
                  <a:pt x="35373" y="13494"/>
                </a:lnTo>
                <a:lnTo>
                  <a:pt x="33596" y="13879"/>
                </a:lnTo>
                <a:lnTo>
                  <a:pt x="31892" y="14373"/>
                </a:lnTo>
                <a:lnTo>
                  <a:pt x="30263" y="14975"/>
                </a:lnTo>
                <a:lnTo>
                  <a:pt x="28706" y="15685"/>
                </a:lnTo>
                <a:lnTo>
                  <a:pt x="27221" y="16502"/>
                </a:lnTo>
                <a:lnTo>
                  <a:pt x="25808" y="17425"/>
                </a:lnTo>
                <a:lnTo>
                  <a:pt x="24466" y="18454"/>
                </a:lnTo>
                <a:lnTo>
                  <a:pt x="23195" y="19588"/>
                </a:lnTo>
                <a:lnTo>
                  <a:pt x="21994" y="20828"/>
                </a:lnTo>
                <a:lnTo>
                  <a:pt x="20876" y="22157"/>
                </a:lnTo>
                <a:lnTo>
                  <a:pt x="19856" y="23563"/>
                </a:lnTo>
                <a:lnTo>
                  <a:pt x="18932" y="25045"/>
                </a:lnTo>
                <a:lnTo>
                  <a:pt x="18106" y="26604"/>
                </a:lnTo>
                <a:lnTo>
                  <a:pt x="17377" y="28239"/>
                </a:lnTo>
                <a:lnTo>
                  <a:pt x="16745" y="29950"/>
                </a:lnTo>
                <a:lnTo>
                  <a:pt x="16211" y="31738"/>
                </a:lnTo>
                <a:lnTo>
                  <a:pt x="15773" y="33602"/>
                </a:lnTo>
                <a:lnTo>
                  <a:pt x="15433" y="35542"/>
                </a:lnTo>
                <a:lnTo>
                  <a:pt x="15190" y="37559"/>
                </a:lnTo>
                <a:lnTo>
                  <a:pt x="15044" y="39652"/>
                </a:lnTo>
                <a:lnTo>
                  <a:pt x="14996" y="41822"/>
                </a:lnTo>
                <a:lnTo>
                  <a:pt x="14996" y="93308"/>
                </a:lnTo>
                <a:lnTo>
                  <a:pt x="0" y="93308"/>
                </a:lnTo>
                <a:lnTo>
                  <a:pt x="0" y="2166"/>
                </a:lnTo>
                <a:lnTo>
                  <a:pt x="14996" y="2166"/>
                </a:lnTo>
                <a:lnTo>
                  <a:pt x="14996" y="16329"/>
                </a:lnTo>
                <a:lnTo>
                  <a:pt x="15885" y="15020"/>
                </a:lnTo>
                <a:lnTo>
                  <a:pt x="16802" y="13762"/>
                </a:lnTo>
                <a:lnTo>
                  <a:pt x="17748" y="12554"/>
                </a:lnTo>
                <a:lnTo>
                  <a:pt x="18723" y="11398"/>
                </a:lnTo>
                <a:lnTo>
                  <a:pt x="19729" y="10296"/>
                </a:lnTo>
                <a:lnTo>
                  <a:pt x="20765" y="9247"/>
                </a:lnTo>
                <a:lnTo>
                  <a:pt x="21833" y="8255"/>
                </a:lnTo>
                <a:lnTo>
                  <a:pt x="22932" y="7319"/>
                </a:lnTo>
                <a:lnTo>
                  <a:pt x="24064" y="6441"/>
                </a:lnTo>
                <a:lnTo>
                  <a:pt x="25228" y="5622"/>
                </a:lnTo>
                <a:lnTo>
                  <a:pt x="26427" y="4863"/>
                </a:lnTo>
                <a:lnTo>
                  <a:pt x="27659" y="4166"/>
                </a:lnTo>
                <a:lnTo>
                  <a:pt x="28884" y="3524"/>
                </a:lnTo>
                <a:lnTo>
                  <a:pt x="30144" y="2931"/>
                </a:lnTo>
                <a:lnTo>
                  <a:pt x="31437" y="2390"/>
                </a:lnTo>
                <a:lnTo>
                  <a:pt x="32763" y="1901"/>
                </a:lnTo>
                <a:lnTo>
                  <a:pt x="34121" y="1465"/>
                </a:lnTo>
                <a:lnTo>
                  <a:pt x="35511" y="1083"/>
                </a:lnTo>
                <a:lnTo>
                  <a:pt x="36932" y="757"/>
                </a:lnTo>
                <a:lnTo>
                  <a:pt x="38385" y="488"/>
                </a:lnTo>
                <a:lnTo>
                  <a:pt x="39867" y="276"/>
                </a:lnTo>
                <a:lnTo>
                  <a:pt x="41378" y="123"/>
                </a:lnTo>
                <a:lnTo>
                  <a:pt x="42919" y="31"/>
                </a:lnTo>
                <a:lnTo>
                  <a:pt x="44488" y="0"/>
                </a:lnTo>
                <a:lnTo>
                  <a:pt x="47022" y="69"/>
                </a:lnTo>
                <a:lnTo>
                  <a:pt x="49457" y="277"/>
                </a:lnTo>
                <a:lnTo>
                  <a:pt x="51793" y="622"/>
                </a:lnTo>
                <a:lnTo>
                  <a:pt x="54028" y="1105"/>
                </a:lnTo>
                <a:lnTo>
                  <a:pt x="56162" y="1724"/>
                </a:lnTo>
                <a:lnTo>
                  <a:pt x="58192" y="2478"/>
                </a:lnTo>
                <a:lnTo>
                  <a:pt x="60119" y="3369"/>
                </a:lnTo>
                <a:lnTo>
                  <a:pt x="61940" y="4394"/>
                </a:lnTo>
                <a:lnTo>
                  <a:pt x="63654" y="5553"/>
                </a:lnTo>
                <a:lnTo>
                  <a:pt x="65261" y="6846"/>
                </a:lnTo>
                <a:lnTo>
                  <a:pt x="66760" y="8272"/>
                </a:lnTo>
                <a:lnTo>
                  <a:pt x="68148" y="9831"/>
                </a:lnTo>
                <a:lnTo>
                  <a:pt x="69429" y="11518"/>
                </a:lnTo>
                <a:lnTo>
                  <a:pt x="70604" y="13330"/>
                </a:lnTo>
                <a:lnTo>
                  <a:pt x="71673" y="15267"/>
                </a:lnTo>
                <a:lnTo>
                  <a:pt x="72634" y="17329"/>
                </a:lnTo>
                <a:lnTo>
                  <a:pt x="73487" y="19515"/>
                </a:lnTo>
                <a:lnTo>
                  <a:pt x="74230" y="21827"/>
                </a:lnTo>
                <a:lnTo>
                  <a:pt x="74861" y="24264"/>
                </a:lnTo>
                <a:lnTo>
                  <a:pt x="75381" y="26826"/>
                </a:lnTo>
                <a:lnTo>
                  <a:pt x="75786" y="29513"/>
                </a:lnTo>
                <a:lnTo>
                  <a:pt x="76078" y="32324"/>
                </a:lnTo>
                <a:lnTo>
                  <a:pt x="76254" y="35261"/>
                </a:lnTo>
                <a:lnTo>
                  <a:pt x="76312" y="383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64" name="Original native bar-chart element 164">
            <a:extLst xmlns:a="http://schemas.openxmlformats.org/drawingml/2006/main">
              <a:ext uri="{FF2B5EF4-FFF2-40B4-BE49-F238E27FC236}">
                <a16:creationId xmlns:a16="http://schemas.microsoft.com/office/drawing/2014/main" id="{F4EC91A6-E99E-441E-BBF5-D5913702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47" y="770771"/>
            <a:ext cx="56818" cy="116968"/>
          </a:xfrm>
          <a:custGeom xmlns:a="http://schemas.openxmlformats.org/drawingml/2006/main">
            <a:pathLst>
              <a:path w="56818" h="116968">
                <a:moveTo>
                  <a:pt x="25993" y="0"/>
                </a:moveTo>
                <a:lnTo>
                  <a:pt x="25993" y="25826"/>
                </a:lnTo>
                <a:lnTo>
                  <a:pt x="56818" y="25826"/>
                </a:lnTo>
                <a:lnTo>
                  <a:pt x="56818" y="37490"/>
                </a:lnTo>
                <a:lnTo>
                  <a:pt x="25993" y="37490"/>
                </a:lnTo>
                <a:lnTo>
                  <a:pt x="25993" y="86976"/>
                </a:lnTo>
                <a:lnTo>
                  <a:pt x="26014" y="88795"/>
                </a:lnTo>
                <a:lnTo>
                  <a:pt x="26076" y="90502"/>
                </a:lnTo>
                <a:lnTo>
                  <a:pt x="26180" y="92097"/>
                </a:lnTo>
                <a:lnTo>
                  <a:pt x="26326" y="93579"/>
                </a:lnTo>
                <a:lnTo>
                  <a:pt x="26514" y="94948"/>
                </a:lnTo>
                <a:lnTo>
                  <a:pt x="26743" y="96203"/>
                </a:lnTo>
                <a:lnTo>
                  <a:pt x="27013" y="97343"/>
                </a:lnTo>
                <a:lnTo>
                  <a:pt x="27326" y="98368"/>
                </a:lnTo>
                <a:lnTo>
                  <a:pt x="27680" y="99277"/>
                </a:lnTo>
                <a:lnTo>
                  <a:pt x="28076" y="100070"/>
                </a:lnTo>
                <a:lnTo>
                  <a:pt x="28513" y="100747"/>
                </a:lnTo>
                <a:lnTo>
                  <a:pt x="28992" y="101305"/>
                </a:lnTo>
                <a:lnTo>
                  <a:pt x="29537" y="101823"/>
                </a:lnTo>
                <a:lnTo>
                  <a:pt x="30172" y="102292"/>
                </a:lnTo>
                <a:lnTo>
                  <a:pt x="30898" y="102714"/>
                </a:lnTo>
                <a:lnTo>
                  <a:pt x="31713" y="103089"/>
                </a:lnTo>
                <a:lnTo>
                  <a:pt x="32620" y="103418"/>
                </a:lnTo>
                <a:lnTo>
                  <a:pt x="33616" y="103701"/>
                </a:lnTo>
                <a:lnTo>
                  <a:pt x="34702" y="103939"/>
                </a:lnTo>
                <a:lnTo>
                  <a:pt x="35879" y="104132"/>
                </a:lnTo>
                <a:lnTo>
                  <a:pt x="37146" y="104281"/>
                </a:lnTo>
                <a:lnTo>
                  <a:pt x="38503" y="104387"/>
                </a:lnTo>
                <a:lnTo>
                  <a:pt x="39951" y="104450"/>
                </a:lnTo>
                <a:lnTo>
                  <a:pt x="41489" y="104471"/>
                </a:lnTo>
                <a:lnTo>
                  <a:pt x="56818" y="104471"/>
                </a:lnTo>
                <a:lnTo>
                  <a:pt x="56818" y="116968"/>
                </a:lnTo>
                <a:lnTo>
                  <a:pt x="41489" y="116968"/>
                </a:lnTo>
                <a:lnTo>
                  <a:pt x="38649" y="116923"/>
                </a:lnTo>
                <a:lnTo>
                  <a:pt x="35962" y="116787"/>
                </a:lnTo>
                <a:lnTo>
                  <a:pt x="33428" y="116562"/>
                </a:lnTo>
                <a:lnTo>
                  <a:pt x="31047" y="116246"/>
                </a:lnTo>
                <a:lnTo>
                  <a:pt x="28818" y="115840"/>
                </a:lnTo>
                <a:lnTo>
                  <a:pt x="26743" y="115343"/>
                </a:lnTo>
                <a:lnTo>
                  <a:pt x="24820" y="114757"/>
                </a:lnTo>
                <a:lnTo>
                  <a:pt x="23049" y="114080"/>
                </a:lnTo>
                <a:lnTo>
                  <a:pt x="21432" y="113313"/>
                </a:lnTo>
                <a:lnTo>
                  <a:pt x="19967" y="112455"/>
                </a:lnTo>
                <a:lnTo>
                  <a:pt x="18655" y="111508"/>
                </a:lnTo>
                <a:lnTo>
                  <a:pt x="17495" y="110470"/>
                </a:lnTo>
                <a:lnTo>
                  <a:pt x="16457" y="109314"/>
                </a:lnTo>
                <a:lnTo>
                  <a:pt x="15510" y="108012"/>
                </a:lnTo>
                <a:lnTo>
                  <a:pt x="14652" y="106564"/>
                </a:lnTo>
                <a:lnTo>
                  <a:pt x="13885" y="104971"/>
                </a:lnTo>
                <a:lnTo>
                  <a:pt x="13208" y="103232"/>
                </a:lnTo>
                <a:lnTo>
                  <a:pt x="12622" y="101347"/>
                </a:lnTo>
                <a:lnTo>
                  <a:pt x="12125" y="99316"/>
                </a:lnTo>
                <a:lnTo>
                  <a:pt x="11719" y="97140"/>
                </a:lnTo>
                <a:lnTo>
                  <a:pt x="11403" y="94818"/>
                </a:lnTo>
                <a:lnTo>
                  <a:pt x="11177" y="92350"/>
                </a:lnTo>
                <a:lnTo>
                  <a:pt x="11042" y="89736"/>
                </a:lnTo>
                <a:lnTo>
                  <a:pt x="10997" y="86976"/>
                </a:lnTo>
                <a:lnTo>
                  <a:pt x="10997" y="37490"/>
                </a:lnTo>
                <a:lnTo>
                  <a:pt x="0" y="37490"/>
                </a:lnTo>
                <a:lnTo>
                  <a:pt x="0" y="25826"/>
                </a:lnTo>
                <a:lnTo>
                  <a:pt x="10997" y="25826"/>
                </a:lnTo>
                <a:lnTo>
                  <a:pt x="10997" y="0"/>
                </a:lnTo>
                <a:lnTo>
                  <a:pt x="259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65" name="Original native bar-chart element 165">
            <a:extLst xmlns:a="http://schemas.openxmlformats.org/drawingml/2006/main">
              <a:ext uri="{FF2B5EF4-FFF2-40B4-BE49-F238E27FC236}">
                <a16:creationId xmlns:a16="http://schemas.microsoft.com/office/drawing/2014/main" id="{00504151-CD6C-4326-9290-65CB974D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846" y="1015699"/>
            <a:ext cx="333242" cy="116635"/>
          </a:xfrm>
          <a:custGeom xmlns:a="http://schemas.openxmlformats.org/drawingml/2006/main">
            <a:pathLst>
              <a:path w="333242" h="116635">
                <a:moveTo>
                  <a:pt x="0" y="116635"/>
                </a:moveTo>
                <a:lnTo>
                  <a:pt x="333242" y="116635"/>
                </a:lnTo>
                <a:lnTo>
                  <a:pt x="333242" y="0"/>
                </a:lnTo>
                <a:lnTo>
                  <a:pt x="0" y="0"/>
                </a:lnTo>
                <a:lnTo>
                  <a:pt x="0" y="116635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66" name="Original native bar-chart element 166">
            <a:extLst xmlns:a="http://schemas.openxmlformats.org/drawingml/2006/main">
              <a:ext uri="{FF2B5EF4-FFF2-40B4-BE49-F238E27FC236}">
                <a16:creationId xmlns:a16="http://schemas.microsoft.com/office/drawing/2014/main" id="{DE3D0959-0EAF-4B31-B192-50357AD4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713" y="1010867"/>
            <a:ext cx="94641" cy="121467"/>
          </a:xfrm>
          <a:custGeom xmlns:a="http://schemas.openxmlformats.org/drawingml/2006/main">
            <a:pathLst>
              <a:path w="94641" h="121467">
                <a:moveTo>
                  <a:pt x="57651" y="64482"/>
                </a:moveTo>
                <a:lnTo>
                  <a:pt x="58525" y="64840"/>
                </a:lnTo>
                <a:lnTo>
                  <a:pt x="59400" y="65247"/>
                </a:lnTo>
                <a:lnTo>
                  <a:pt x="60272" y="65703"/>
                </a:lnTo>
                <a:lnTo>
                  <a:pt x="61144" y="66210"/>
                </a:lnTo>
                <a:lnTo>
                  <a:pt x="62013" y="66768"/>
                </a:lnTo>
                <a:lnTo>
                  <a:pt x="62879" y="67377"/>
                </a:lnTo>
                <a:lnTo>
                  <a:pt x="63741" y="68039"/>
                </a:lnTo>
                <a:lnTo>
                  <a:pt x="64600" y="68753"/>
                </a:lnTo>
                <a:lnTo>
                  <a:pt x="65453" y="69520"/>
                </a:lnTo>
                <a:lnTo>
                  <a:pt x="66302" y="70341"/>
                </a:lnTo>
                <a:lnTo>
                  <a:pt x="67145" y="71216"/>
                </a:lnTo>
                <a:lnTo>
                  <a:pt x="67981" y="72147"/>
                </a:lnTo>
                <a:lnTo>
                  <a:pt x="68814" y="73174"/>
                </a:lnTo>
                <a:lnTo>
                  <a:pt x="69648" y="74258"/>
                </a:lnTo>
                <a:lnTo>
                  <a:pt x="70481" y="75399"/>
                </a:lnTo>
                <a:lnTo>
                  <a:pt x="71314" y="76596"/>
                </a:lnTo>
                <a:lnTo>
                  <a:pt x="72147" y="77852"/>
                </a:lnTo>
                <a:lnTo>
                  <a:pt x="72980" y="79166"/>
                </a:lnTo>
                <a:lnTo>
                  <a:pt x="73813" y="80539"/>
                </a:lnTo>
                <a:lnTo>
                  <a:pt x="74646" y="81971"/>
                </a:lnTo>
                <a:lnTo>
                  <a:pt x="75479" y="83464"/>
                </a:lnTo>
                <a:lnTo>
                  <a:pt x="76312" y="85018"/>
                </a:lnTo>
                <a:lnTo>
                  <a:pt x="77145" y="86632"/>
                </a:lnTo>
                <a:lnTo>
                  <a:pt x="77979" y="88309"/>
                </a:lnTo>
                <a:lnTo>
                  <a:pt x="94641" y="121467"/>
                </a:lnTo>
                <a:lnTo>
                  <a:pt x="76979" y="121467"/>
                </a:lnTo>
                <a:lnTo>
                  <a:pt x="61483" y="90308"/>
                </a:lnTo>
                <a:lnTo>
                  <a:pt x="60484" y="88361"/>
                </a:lnTo>
                <a:lnTo>
                  <a:pt x="59485" y="86519"/>
                </a:lnTo>
                <a:lnTo>
                  <a:pt x="58489" y="84784"/>
                </a:lnTo>
                <a:lnTo>
                  <a:pt x="57497" y="83156"/>
                </a:lnTo>
                <a:lnTo>
                  <a:pt x="56509" y="81637"/>
                </a:lnTo>
                <a:lnTo>
                  <a:pt x="55526" y="80228"/>
                </a:lnTo>
                <a:lnTo>
                  <a:pt x="54551" y="78930"/>
                </a:lnTo>
                <a:lnTo>
                  <a:pt x="53584" y="77744"/>
                </a:lnTo>
                <a:lnTo>
                  <a:pt x="52626" y="76672"/>
                </a:lnTo>
                <a:lnTo>
                  <a:pt x="51679" y="75714"/>
                </a:lnTo>
                <a:lnTo>
                  <a:pt x="50743" y="74872"/>
                </a:lnTo>
                <a:lnTo>
                  <a:pt x="49820" y="74146"/>
                </a:lnTo>
                <a:lnTo>
                  <a:pt x="48834" y="73508"/>
                </a:lnTo>
                <a:lnTo>
                  <a:pt x="47792" y="72924"/>
                </a:lnTo>
                <a:lnTo>
                  <a:pt x="46695" y="72397"/>
                </a:lnTo>
                <a:lnTo>
                  <a:pt x="45543" y="71925"/>
                </a:lnTo>
                <a:lnTo>
                  <a:pt x="44335" y="71508"/>
                </a:lnTo>
                <a:lnTo>
                  <a:pt x="43071" y="71147"/>
                </a:lnTo>
                <a:lnTo>
                  <a:pt x="41752" y="70842"/>
                </a:lnTo>
                <a:lnTo>
                  <a:pt x="40378" y="70592"/>
                </a:lnTo>
                <a:lnTo>
                  <a:pt x="38948" y="70397"/>
                </a:lnTo>
                <a:lnTo>
                  <a:pt x="37462" y="70258"/>
                </a:lnTo>
                <a:lnTo>
                  <a:pt x="35921" y="70175"/>
                </a:lnTo>
                <a:lnTo>
                  <a:pt x="34324" y="70147"/>
                </a:lnTo>
                <a:lnTo>
                  <a:pt x="16495" y="70147"/>
                </a:lnTo>
                <a:lnTo>
                  <a:pt x="16495" y="121467"/>
                </a:lnTo>
                <a:lnTo>
                  <a:pt x="0" y="121467"/>
                </a:lnTo>
                <a:lnTo>
                  <a:pt x="0" y="0"/>
                </a:lnTo>
                <a:lnTo>
                  <a:pt x="37156" y="0"/>
                </a:lnTo>
                <a:lnTo>
                  <a:pt x="40541" y="62"/>
                </a:lnTo>
                <a:lnTo>
                  <a:pt x="43780" y="248"/>
                </a:lnTo>
                <a:lnTo>
                  <a:pt x="46873" y="557"/>
                </a:lnTo>
                <a:lnTo>
                  <a:pt x="49820" y="987"/>
                </a:lnTo>
                <a:lnTo>
                  <a:pt x="52621" y="1538"/>
                </a:lnTo>
                <a:lnTo>
                  <a:pt x="55276" y="2208"/>
                </a:lnTo>
                <a:lnTo>
                  <a:pt x="57786" y="2996"/>
                </a:lnTo>
                <a:lnTo>
                  <a:pt x="60150" y="3900"/>
                </a:lnTo>
                <a:lnTo>
                  <a:pt x="62368" y="4921"/>
                </a:lnTo>
                <a:lnTo>
                  <a:pt x="64441" y="6055"/>
                </a:lnTo>
                <a:lnTo>
                  <a:pt x="66367" y="7304"/>
                </a:lnTo>
                <a:lnTo>
                  <a:pt x="68148" y="8664"/>
                </a:lnTo>
                <a:lnTo>
                  <a:pt x="69786" y="10185"/>
                </a:lnTo>
                <a:lnTo>
                  <a:pt x="71285" y="11829"/>
                </a:lnTo>
                <a:lnTo>
                  <a:pt x="72644" y="13598"/>
                </a:lnTo>
                <a:lnTo>
                  <a:pt x="73862" y="15490"/>
                </a:lnTo>
                <a:lnTo>
                  <a:pt x="74940" y="17504"/>
                </a:lnTo>
                <a:lnTo>
                  <a:pt x="75875" y="19640"/>
                </a:lnTo>
                <a:lnTo>
                  <a:pt x="76668" y="21898"/>
                </a:lnTo>
                <a:lnTo>
                  <a:pt x="77318" y="24277"/>
                </a:lnTo>
                <a:lnTo>
                  <a:pt x="77825" y="26776"/>
                </a:lnTo>
                <a:lnTo>
                  <a:pt x="78188" y="29395"/>
                </a:lnTo>
                <a:lnTo>
                  <a:pt x="78406" y="32134"/>
                </a:lnTo>
                <a:lnTo>
                  <a:pt x="78478" y="34990"/>
                </a:lnTo>
                <a:lnTo>
                  <a:pt x="78440" y="36882"/>
                </a:lnTo>
                <a:lnTo>
                  <a:pt x="78326" y="38724"/>
                </a:lnTo>
                <a:lnTo>
                  <a:pt x="78137" y="40515"/>
                </a:lnTo>
                <a:lnTo>
                  <a:pt x="77874" y="42254"/>
                </a:lnTo>
                <a:lnTo>
                  <a:pt x="77536" y="43939"/>
                </a:lnTo>
                <a:lnTo>
                  <a:pt x="77125" y="45571"/>
                </a:lnTo>
                <a:lnTo>
                  <a:pt x="76640" y="47147"/>
                </a:lnTo>
                <a:lnTo>
                  <a:pt x="76084" y="48666"/>
                </a:lnTo>
                <a:lnTo>
                  <a:pt x="75456" y="50127"/>
                </a:lnTo>
                <a:lnTo>
                  <a:pt x="74756" y="51529"/>
                </a:lnTo>
                <a:lnTo>
                  <a:pt x="73986" y="52871"/>
                </a:lnTo>
                <a:lnTo>
                  <a:pt x="73147" y="54152"/>
                </a:lnTo>
                <a:lnTo>
                  <a:pt x="72199" y="55370"/>
                </a:lnTo>
                <a:lnTo>
                  <a:pt x="71189" y="56525"/>
                </a:lnTo>
                <a:lnTo>
                  <a:pt x="70116" y="57617"/>
                </a:lnTo>
                <a:lnTo>
                  <a:pt x="68981" y="58644"/>
                </a:lnTo>
                <a:lnTo>
                  <a:pt x="67783" y="59607"/>
                </a:lnTo>
                <a:lnTo>
                  <a:pt x="66523" y="60504"/>
                </a:lnTo>
                <a:lnTo>
                  <a:pt x="65201" y="61335"/>
                </a:lnTo>
                <a:lnTo>
                  <a:pt x="63816" y="62100"/>
                </a:lnTo>
                <a:lnTo>
                  <a:pt x="62368" y="62798"/>
                </a:lnTo>
                <a:lnTo>
                  <a:pt x="60858" y="63428"/>
                </a:lnTo>
                <a:lnTo>
                  <a:pt x="59286" y="63989"/>
                </a:lnTo>
                <a:lnTo>
                  <a:pt x="57651" y="64482"/>
                </a:lnTo>
                <a:close/>
                <a:moveTo>
                  <a:pt x="16495" y="13496"/>
                </a:moveTo>
                <a:lnTo>
                  <a:pt x="16495" y="56651"/>
                </a:lnTo>
                <a:lnTo>
                  <a:pt x="37156" y="56651"/>
                </a:lnTo>
                <a:lnTo>
                  <a:pt x="39076" y="56613"/>
                </a:lnTo>
                <a:lnTo>
                  <a:pt x="40919" y="56498"/>
                </a:lnTo>
                <a:lnTo>
                  <a:pt x="42684" y="56307"/>
                </a:lnTo>
                <a:lnTo>
                  <a:pt x="44371" y="56040"/>
                </a:lnTo>
                <a:lnTo>
                  <a:pt x="45979" y="55696"/>
                </a:lnTo>
                <a:lnTo>
                  <a:pt x="47508" y="55276"/>
                </a:lnTo>
                <a:lnTo>
                  <a:pt x="48957" y="54780"/>
                </a:lnTo>
                <a:lnTo>
                  <a:pt x="50326" y="54207"/>
                </a:lnTo>
                <a:lnTo>
                  <a:pt x="51613" y="53558"/>
                </a:lnTo>
                <a:lnTo>
                  <a:pt x="52820" y="52833"/>
                </a:lnTo>
                <a:lnTo>
                  <a:pt x="53944" y="52031"/>
                </a:lnTo>
                <a:lnTo>
                  <a:pt x="54985" y="51153"/>
                </a:lnTo>
                <a:lnTo>
                  <a:pt x="55946" y="50201"/>
                </a:lnTo>
                <a:lnTo>
                  <a:pt x="56830" y="49180"/>
                </a:lnTo>
                <a:lnTo>
                  <a:pt x="57635" y="48088"/>
                </a:lnTo>
                <a:lnTo>
                  <a:pt x="58360" y="46925"/>
                </a:lnTo>
                <a:lnTo>
                  <a:pt x="59005" y="45691"/>
                </a:lnTo>
                <a:lnTo>
                  <a:pt x="59567" y="44384"/>
                </a:lnTo>
                <a:lnTo>
                  <a:pt x="60046" y="43004"/>
                </a:lnTo>
                <a:lnTo>
                  <a:pt x="60440" y="41550"/>
                </a:lnTo>
                <a:lnTo>
                  <a:pt x="60749" y="40023"/>
                </a:lnTo>
                <a:lnTo>
                  <a:pt x="60971" y="38421"/>
                </a:lnTo>
                <a:lnTo>
                  <a:pt x="61105" y="36743"/>
                </a:lnTo>
                <a:lnTo>
                  <a:pt x="61150" y="34990"/>
                </a:lnTo>
                <a:lnTo>
                  <a:pt x="61105" y="33276"/>
                </a:lnTo>
                <a:lnTo>
                  <a:pt x="60971" y="31630"/>
                </a:lnTo>
                <a:lnTo>
                  <a:pt x="60749" y="30054"/>
                </a:lnTo>
                <a:lnTo>
                  <a:pt x="60440" y="28548"/>
                </a:lnTo>
                <a:lnTo>
                  <a:pt x="60046" y="27111"/>
                </a:lnTo>
                <a:lnTo>
                  <a:pt x="59567" y="25743"/>
                </a:lnTo>
                <a:lnTo>
                  <a:pt x="59005" y="24445"/>
                </a:lnTo>
                <a:lnTo>
                  <a:pt x="58360" y="23216"/>
                </a:lnTo>
                <a:lnTo>
                  <a:pt x="57635" y="22056"/>
                </a:lnTo>
                <a:lnTo>
                  <a:pt x="56830" y="20966"/>
                </a:lnTo>
                <a:lnTo>
                  <a:pt x="55946" y="19946"/>
                </a:lnTo>
                <a:lnTo>
                  <a:pt x="54985" y="18995"/>
                </a:lnTo>
                <a:lnTo>
                  <a:pt x="53944" y="18117"/>
                </a:lnTo>
                <a:lnTo>
                  <a:pt x="52820" y="17315"/>
                </a:lnTo>
                <a:lnTo>
                  <a:pt x="51613" y="16589"/>
                </a:lnTo>
                <a:lnTo>
                  <a:pt x="50326" y="15940"/>
                </a:lnTo>
                <a:lnTo>
                  <a:pt x="48957" y="15367"/>
                </a:lnTo>
                <a:lnTo>
                  <a:pt x="47508" y="14871"/>
                </a:lnTo>
                <a:lnTo>
                  <a:pt x="45979" y="14451"/>
                </a:lnTo>
                <a:lnTo>
                  <a:pt x="44371" y="14107"/>
                </a:lnTo>
                <a:lnTo>
                  <a:pt x="42684" y="13840"/>
                </a:lnTo>
                <a:lnTo>
                  <a:pt x="40919" y="13649"/>
                </a:lnTo>
                <a:lnTo>
                  <a:pt x="39076" y="13534"/>
                </a:lnTo>
                <a:lnTo>
                  <a:pt x="37156" y="13496"/>
                </a:lnTo>
                <a:lnTo>
                  <a:pt x="16495" y="134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67" name="Original native bar-chart element 167">
            <a:extLst xmlns:a="http://schemas.openxmlformats.org/drawingml/2006/main">
              <a:ext uri="{FF2B5EF4-FFF2-40B4-BE49-F238E27FC236}">
                <a16:creationId xmlns:a16="http://schemas.microsoft.com/office/drawing/2014/main" id="{0B09448E-8B8D-4669-98AA-1EA7A4AF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930" y="1039026"/>
            <a:ext cx="84477" cy="95474"/>
          </a:xfrm>
          <a:custGeom xmlns:a="http://schemas.openxmlformats.org/drawingml/2006/main">
            <a:pathLst>
              <a:path w="84477" h="95474">
                <a:moveTo>
                  <a:pt x="84477" y="43988"/>
                </a:moveTo>
                <a:lnTo>
                  <a:pt x="84477" y="51319"/>
                </a:lnTo>
                <a:lnTo>
                  <a:pt x="15662" y="51319"/>
                </a:lnTo>
                <a:lnTo>
                  <a:pt x="15878" y="53853"/>
                </a:lnTo>
                <a:lnTo>
                  <a:pt x="16192" y="56289"/>
                </a:lnTo>
                <a:lnTo>
                  <a:pt x="16605" y="58625"/>
                </a:lnTo>
                <a:lnTo>
                  <a:pt x="17119" y="60860"/>
                </a:lnTo>
                <a:lnTo>
                  <a:pt x="17735" y="62993"/>
                </a:lnTo>
                <a:lnTo>
                  <a:pt x="18453" y="65024"/>
                </a:lnTo>
                <a:lnTo>
                  <a:pt x="19276" y="66950"/>
                </a:lnTo>
                <a:lnTo>
                  <a:pt x="20204" y="68771"/>
                </a:lnTo>
                <a:lnTo>
                  <a:pt x="21239" y="70486"/>
                </a:lnTo>
                <a:lnTo>
                  <a:pt x="22381" y="72093"/>
                </a:lnTo>
                <a:lnTo>
                  <a:pt x="23632" y="73591"/>
                </a:lnTo>
                <a:lnTo>
                  <a:pt x="24993" y="74979"/>
                </a:lnTo>
                <a:lnTo>
                  <a:pt x="26413" y="76257"/>
                </a:lnTo>
                <a:lnTo>
                  <a:pt x="27924" y="77423"/>
                </a:lnTo>
                <a:lnTo>
                  <a:pt x="29526" y="78478"/>
                </a:lnTo>
                <a:lnTo>
                  <a:pt x="31220" y="79423"/>
                </a:lnTo>
                <a:lnTo>
                  <a:pt x="33006" y="80256"/>
                </a:lnTo>
                <a:lnTo>
                  <a:pt x="34886" y="80978"/>
                </a:lnTo>
                <a:lnTo>
                  <a:pt x="36860" y="81589"/>
                </a:lnTo>
                <a:lnTo>
                  <a:pt x="38928" y="82089"/>
                </a:lnTo>
                <a:lnTo>
                  <a:pt x="41090" y="82477"/>
                </a:lnTo>
                <a:lnTo>
                  <a:pt x="43348" y="82755"/>
                </a:lnTo>
                <a:lnTo>
                  <a:pt x="45703" y="82922"/>
                </a:lnTo>
                <a:lnTo>
                  <a:pt x="48153" y="82977"/>
                </a:lnTo>
                <a:lnTo>
                  <a:pt x="49570" y="82963"/>
                </a:lnTo>
                <a:lnTo>
                  <a:pt x="50984" y="82922"/>
                </a:lnTo>
                <a:lnTo>
                  <a:pt x="52397" y="82852"/>
                </a:lnTo>
                <a:lnTo>
                  <a:pt x="53806" y="82755"/>
                </a:lnTo>
                <a:lnTo>
                  <a:pt x="55211" y="82630"/>
                </a:lnTo>
                <a:lnTo>
                  <a:pt x="56609" y="82477"/>
                </a:lnTo>
                <a:lnTo>
                  <a:pt x="58001" y="82297"/>
                </a:lnTo>
                <a:lnTo>
                  <a:pt x="59385" y="82089"/>
                </a:lnTo>
                <a:lnTo>
                  <a:pt x="60759" y="81852"/>
                </a:lnTo>
                <a:lnTo>
                  <a:pt x="62123" y="81589"/>
                </a:lnTo>
                <a:lnTo>
                  <a:pt x="63476" y="81297"/>
                </a:lnTo>
                <a:lnTo>
                  <a:pt x="64816" y="80978"/>
                </a:lnTo>
                <a:lnTo>
                  <a:pt x="66152" y="80627"/>
                </a:lnTo>
                <a:lnTo>
                  <a:pt x="67494" y="80242"/>
                </a:lnTo>
                <a:lnTo>
                  <a:pt x="68840" y="79822"/>
                </a:lnTo>
                <a:lnTo>
                  <a:pt x="70191" y="79367"/>
                </a:lnTo>
                <a:lnTo>
                  <a:pt x="71543" y="78878"/>
                </a:lnTo>
                <a:lnTo>
                  <a:pt x="72897" y="78353"/>
                </a:lnTo>
                <a:lnTo>
                  <a:pt x="74250" y="77795"/>
                </a:lnTo>
                <a:lnTo>
                  <a:pt x="75603" y="77201"/>
                </a:lnTo>
                <a:lnTo>
                  <a:pt x="76953" y="76573"/>
                </a:lnTo>
                <a:lnTo>
                  <a:pt x="78299" y="75910"/>
                </a:lnTo>
                <a:lnTo>
                  <a:pt x="79641" y="75212"/>
                </a:lnTo>
                <a:lnTo>
                  <a:pt x="80978" y="74480"/>
                </a:lnTo>
                <a:lnTo>
                  <a:pt x="80978" y="88642"/>
                </a:lnTo>
                <a:lnTo>
                  <a:pt x="79641" y="89215"/>
                </a:lnTo>
                <a:lnTo>
                  <a:pt x="78298" y="89765"/>
                </a:lnTo>
                <a:lnTo>
                  <a:pt x="76948" y="90293"/>
                </a:lnTo>
                <a:lnTo>
                  <a:pt x="75590" y="90796"/>
                </a:lnTo>
                <a:lnTo>
                  <a:pt x="74226" y="91274"/>
                </a:lnTo>
                <a:lnTo>
                  <a:pt x="72855" y="91725"/>
                </a:lnTo>
                <a:lnTo>
                  <a:pt x="71477" y="92148"/>
                </a:lnTo>
                <a:lnTo>
                  <a:pt x="70092" y="92542"/>
                </a:lnTo>
                <a:lnTo>
                  <a:pt x="68700" y="92907"/>
                </a:lnTo>
                <a:lnTo>
                  <a:pt x="67301" y="93240"/>
                </a:lnTo>
                <a:lnTo>
                  <a:pt x="65895" y="93540"/>
                </a:lnTo>
                <a:lnTo>
                  <a:pt x="64482" y="93808"/>
                </a:lnTo>
                <a:lnTo>
                  <a:pt x="63063" y="94050"/>
                </a:lnTo>
                <a:lnTo>
                  <a:pt x="61637" y="94278"/>
                </a:lnTo>
                <a:lnTo>
                  <a:pt x="60207" y="94490"/>
                </a:lnTo>
                <a:lnTo>
                  <a:pt x="58774" y="94684"/>
                </a:lnTo>
                <a:lnTo>
                  <a:pt x="57338" y="94860"/>
                </a:lnTo>
                <a:lnTo>
                  <a:pt x="55901" y="95016"/>
                </a:lnTo>
                <a:lnTo>
                  <a:pt x="54464" y="95151"/>
                </a:lnTo>
                <a:lnTo>
                  <a:pt x="53029" y="95264"/>
                </a:lnTo>
                <a:lnTo>
                  <a:pt x="51595" y="95354"/>
                </a:lnTo>
                <a:lnTo>
                  <a:pt x="50165" y="95420"/>
                </a:lnTo>
                <a:lnTo>
                  <a:pt x="48740" y="95460"/>
                </a:lnTo>
                <a:lnTo>
                  <a:pt x="47320" y="95474"/>
                </a:lnTo>
                <a:lnTo>
                  <a:pt x="43721" y="95387"/>
                </a:lnTo>
                <a:lnTo>
                  <a:pt x="40252" y="95127"/>
                </a:lnTo>
                <a:lnTo>
                  <a:pt x="36914" y="94693"/>
                </a:lnTo>
                <a:lnTo>
                  <a:pt x="33707" y="94085"/>
                </a:lnTo>
                <a:lnTo>
                  <a:pt x="30629" y="93304"/>
                </a:lnTo>
                <a:lnTo>
                  <a:pt x="27680" y="92350"/>
                </a:lnTo>
                <a:lnTo>
                  <a:pt x="24859" y="91221"/>
                </a:lnTo>
                <a:lnTo>
                  <a:pt x="22167" y="89920"/>
                </a:lnTo>
                <a:lnTo>
                  <a:pt x="19601" y="88444"/>
                </a:lnTo>
                <a:lnTo>
                  <a:pt x="17163" y="86796"/>
                </a:lnTo>
                <a:lnTo>
                  <a:pt x="14850" y="84973"/>
                </a:lnTo>
                <a:lnTo>
                  <a:pt x="12663" y="82977"/>
                </a:lnTo>
                <a:lnTo>
                  <a:pt x="10629" y="80829"/>
                </a:lnTo>
                <a:lnTo>
                  <a:pt x="8775" y="78549"/>
                </a:lnTo>
                <a:lnTo>
                  <a:pt x="7100" y="76138"/>
                </a:lnTo>
                <a:lnTo>
                  <a:pt x="5603" y="73597"/>
                </a:lnTo>
                <a:lnTo>
                  <a:pt x="4285" y="70927"/>
                </a:lnTo>
                <a:lnTo>
                  <a:pt x="3145" y="68127"/>
                </a:lnTo>
                <a:lnTo>
                  <a:pt x="2182" y="65199"/>
                </a:lnTo>
                <a:lnTo>
                  <a:pt x="1395" y="62143"/>
                </a:lnTo>
                <a:lnTo>
                  <a:pt x="784" y="58960"/>
                </a:lnTo>
                <a:lnTo>
                  <a:pt x="348" y="55651"/>
                </a:lnTo>
                <a:lnTo>
                  <a:pt x="87" y="52215"/>
                </a:lnTo>
                <a:lnTo>
                  <a:pt x="0" y="48653"/>
                </a:lnTo>
                <a:lnTo>
                  <a:pt x="83" y="45008"/>
                </a:lnTo>
                <a:lnTo>
                  <a:pt x="333" y="41489"/>
                </a:lnTo>
                <a:lnTo>
                  <a:pt x="750" y="38094"/>
                </a:lnTo>
                <a:lnTo>
                  <a:pt x="1333" y="34824"/>
                </a:lnTo>
                <a:lnTo>
                  <a:pt x="2083" y="31679"/>
                </a:lnTo>
                <a:lnTo>
                  <a:pt x="2999" y="28659"/>
                </a:lnTo>
                <a:lnTo>
                  <a:pt x="4082" y="25764"/>
                </a:lnTo>
                <a:lnTo>
                  <a:pt x="5332" y="22994"/>
                </a:lnTo>
                <a:lnTo>
                  <a:pt x="6748" y="20349"/>
                </a:lnTo>
                <a:lnTo>
                  <a:pt x="8331" y="17828"/>
                </a:lnTo>
                <a:lnTo>
                  <a:pt x="10081" y="15433"/>
                </a:lnTo>
                <a:lnTo>
                  <a:pt x="11997" y="13163"/>
                </a:lnTo>
                <a:lnTo>
                  <a:pt x="14058" y="11084"/>
                </a:lnTo>
                <a:lnTo>
                  <a:pt x="16244" y="9180"/>
                </a:lnTo>
                <a:lnTo>
                  <a:pt x="18552" y="7451"/>
                </a:lnTo>
                <a:lnTo>
                  <a:pt x="20982" y="5900"/>
                </a:lnTo>
                <a:lnTo>
                  <a:pt x="23532" y="4526"/>
                </a:lnTo>
                <a:lnTo>
                  <a:pt x="26201" y="3332"/>
                </a:lnTo>
                <a:lnTo>
                  <a:pt x="28988" y="2319"/>
                </a:lnTo>
                <a:lnTo>
                  <a:pt x="31892" y="1487"/>
                </a:lnTo>
                <a:lnTo>
                  <a:pt x="34912" y="838"/>
                </a:lnTo>
                <a:lnTo>
                  <a:pt x="38047" y="373"/>
                </a:lnTo>
                <a:lnTo>
                  <a:pt x="41294" y="94"/>
                </a:lnTo>
                <a:lnTo>
                  <a:pt x="44654" y="0"/>
                </a:lnTo>
                <a:lnTo>
                  <a:pt x="47681" y="83"/>
                </a:lnTo>
                <a:lnTo>
                  <a:pt x="50598" y="332"/>
                </a:lnTo>
                <a:lnTo>
                  <a:pt x="53405" y="747"/>
                </a:lnTo>
                <a:lnTo>
                  <a:pt x="56102" y="1327"/>
                </a:lnTo>
                <a:lnTo>
                  <a:pt x="58690" y="2071"/>
                </a:lnTo>
                <a:lnTo>
                  <a:pt x="61171" y="2978"/>
                </a:lnTo>
                <a:lnTo>
                  <a:pt x="63543" y="4049"/>
                </a:lnTo>
                <a:lnTo>
                  <a:pt x="65809" y="5282"/>
                </a:lnTo>
                <a:lnTo>
                  <a:pt x="67968" y="6678"/>
                </a:lnTo>
                <a:lnTo>
                  <a:pt x="70022" y="8235"/>
                </a:lnTo>
                <a:lnTo>
                  <a:pt x="71970" y="9952"/>
                </a:lnTo>
                <a:lnTo>
                  <a:pt x="73813" y="11830"/>
                </a:lnTo>
                <a:lnTo>
                  <a:pt x="75493" y="13885"/>
                </a:lnTo>
                <a:lnTo>
                  <a:pt x="77033" y="16052"/>
                </a:lnTo>
                <a:lnTo>
                  <a:pt x="78432" y="18331"/>
                </a:lnTo>
                <a:lnTo>
                  <a:pt x="79688" y="20723"/>
                </a:lnTo>
                <a:lnTo>
                  <a:pt x="80801" y="23228"/>
                </a:lnTo>
                <a:lnTo>
                  <a:pt x="81769" y="25847"/>
                </a:lnTo>
                <a:lnTo>
                  <a:pt x="82592" y="28581"/>
                </a:lnTo>
                <a:lnTo>
                  <a:pt x="83267" y="31430"/>
                </a:lnTo>
                <a:lnTo>
                  <a:pt x="83795" y="34394"/>
                </a:lnTo>
                <a:lnTo>
                  <a:pt x="84173" y="37475"/>
                </a:lnTo>
                <a:lnTo>
                  <a:pt x="84401" y="40673"/>
                </a:lnTo>
                <a:lnTo>
                  <a:pt x="84477" y="43988"/>
                </a:lnTo>
                <a:close/>
                <a:moveTo>
                  <a:pt x="69481" y="39656"/>
                </a:moveTo>
                <a:lnTo>
                  <a:pt x="69394" y="37649"/>
                </a:lnTo>
                <a:lnTo>
                  <a:pt x="69218" y="35712"/>
                </a:lnTo>
                <a:lnTo>
                  <a:pt x="68952" y="33842"/>
                </a:lnTo>
                <a:lnTo>
                  <a:pt x="68598" y="32041"/>
                </a:lnTo>
                <a:lnTo>
                  <a:pt x="68157" y="30306"/>
                </a:lnTo>
                <a:lnTo>
                  <a:pt x="67627" y="28638"/>
                </a:lnTo>
                <a:lnTo>
                  <a:pt x="67011" y="27036"/>
                </a:lnTo>
                <a:lnTo>
                  <a:pt x="66309" y="25499"/>
                </a:lnTo>
                <a:lnTo>
                  <a:pt x="65521" y="24027"/>
                </a:lnTo>
                <a:lnTo>
                  <a:pt x="64648" y="22620"/>
                </a:lnTo>
                <a:lnTo>
                  <a:pt x="63691" y="21275"/>
                </a:lnTo>
                <a:lnTo>
                  <a:pt x="62649" y="19995"/>
                </a:lnTo>
                <a:lnTo>
                  <a:pt x="61494" y="18835"/>
                </a:lnTo>
                <a:lnTo>
                  <a:pt x="60276" y="17774"/>
                </a:lnTo>
                <a:lnTo>
                  <a:pt x="58997" y="16810"/>
                </a:lnTo>
                <a:lnTo>
                  <a:pt x="57657" y="15946"/>
                </a:lnTo>
                <a:lnTo>
                  <a:pt x="56257" y="15181"/>
                </a:lnTo>
                <a:lnTo>
                  <a:pt x="54797" y="14517"/>
                </a:lnTo>
                <a:lnTo>
                  <a:pt x="53279" y="13953"/>
                </a:lnTo>
                <a:lnTo>
                  <a:pt x="51702" y="13490"/>
                </a:lnTo>
                <a:lnTo>
                  <a:pt x="50067" y="13129"/>
                </a:lnTo>
                <a:lnTo>
                  <a:pt x="48375" y="12871"/>
                </a:lnTo>
                <a:lnTo>
                  <a:pt x="46626" y="12715"/>
                </a:lnTo>
                <a:lnTo>
                  <a:pt x="44821" y="12663"/>
                </a:lnTo>
                <a:lnTo>
                  <a:pt x="42773" y="12715"/>
                </a:lnTo>
                <a:lnTo>
                  <a:pt x="40794" y="12870"/>
                </a:lnTo>
                <a:lnTo>
                  <a:pt x="38885" y="13127"/>
                </a:lnTo>
                <a:lnTo>
                  <a:pt x="37045" y="13484"/>
                </a:lnTo>
                <a:lnTo>
                  <a:pt x="35275" y="13941"/>
                </a:lnTo>
                <a:lnTo>
                  <a:pt x="33574" y="14496"/>
                </a:lnTo>
                <a:lnTo>
                  <a:pt x="31943" y="15148"/>
                </a:lnTo>
                <a:lnTo>
                  <a:pt x="30381" y="15897"/>
                </a:lnTo>
                <a:lnTo>
                  <a:pt x="28888" y="16740"/>
                </a:lnTo>
                <a:lnTo>
                  <a:pt x="27465" y="17677"/>
                </a:lnTo>
                <a:lnTo>
                  <a:pt x="26111" y="18707"/>
                </a:lnTo>
                <a:lnTo>
                  <a:pt x="24827" y="19828"/>
                </a:lnTo>
                <a:lnTo>
                  <a:pt x="23619" y="21036"/>
                </a:lnTo>
                <a:lnTo>
                  <a:pt x="22495" y="22326"/>
                </a:lnTo>
                <a:lnTo>
                  <a:pt x="21458" y="23699"/>
                </a:lnTo>
                <a:lnTo>
                  <a:pt x="20507" y="25154"/>
                </a:lnTo>
                <a:lnTo>
                  <a:pt x="19644" y="26689"/>
                </a:lnTo>
                <a:lnTo>
                  <a:pt x="18870" y="28305"/>
                </a:lnTo>
                <a:lnTo>
                  <a:pt x="18186" y="30000"/>
                </a:lnTo>
                <a:lnTo>
                  <a:pt x="17594" y="31775"/>
                </a:lnTo>
                <a:lnTo>
                  <a:pt x="17094" y="33629"/>
                </a:lnTo>
                <a:lnTo>
                  <a:pt x="16688" y="35560"/>
                </a:lnTo>
                <a:lnTo>
                  <a:pt x="16377" y="37570"/>
                </a:lnTo>
                <a:lnTo>
                  <a:pt x="16162" y="39656"/>
                </a:lnTo>
                <a:lnTo>
                  <a:pt x="69481" y="396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68" name="Original native bar-chart element 168">
            <a:extLst xmlns:a="http://schemas.openxmlformats.org/drawingml/2006/main">
              <a:ext uri="{FF2B5EF4-FFF2-40B4-BE49-F238E27FC236}">
                <a16:creationId xmlns:a16="http://schemas.microsoft.com/office/drawing/2014/main" id="{27A5B29F-02F1-45DB-B8BE-425F5046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401" y="1039026"/>
            <a:ext cx="81478" cy="127798"/>
          </a:xfrm>
          <a:custGeom xmlns:a="http://schemas.openxmlformats.org/drawingml/2006/main">
            <a:pathLst>
              <a:path w="81478" h="127798">
                <a:moveTo>
                  <a:pt x="14996" y="79645"/>
                </a:moveTo>
                <a:lnTo>
                  <a:pt x="14996" y="127798"/>
                </a:lnTo>
                <a:lnTo>
                  <a:pt x="0" y="127798"/>
                </a:lnTo>
                <a:lnTo>
                  <a:pt x="0" y="2166"/>
                </a:lnTo>
                <a:lnTo>
                  <a:pt x="14996" y="2166"/>
                </a:lnTo>
                <a:lnTo>
                  <a:pt x="14996" y="15996"/>
                </a:lnTo>
                <a:lnTo>
                  <a:pt x="15766" y="14690"/>
                </a:lnTo>
                <a:lnTo>
                  <a:pt x="16578" y="13441"/>
                </a:lnTo>
                <a:lnTo>
                  <a:pt x="17430" y="12247"/>
                </a:lnTo>
                <a:lnTo>
                  <a:pt x="18322" y="11108"/>
                </a:lnTo>
                <a:lnTo>
                  <a:pt x="19253" y="10025"/>
                </a:lnTo>
                <a:lnTo>
                  <a:pt x="20224" y="8998"/>
                </a:lnTo>
                <a:lnTo>
                  <a:pt x="21232" y="8026"/>
                </a:lnTo>
                <a:lnTo>
                  <a:pt x="22278" y="7109"/>
                </a:lnTo>
                <a:lnTo>
                  <a:pt x="23361" y="6248"/>
                </a:lnTo>
                <a:lnTo>
                  <a:pt x="24480" y="5443"/>
                </a:lnTo>
                <a:lnTo>
                  <a:pt x="25635" y="4693"/>
                </a:lnTo>
                <a:lnTo>
                  <a:pt x="26826" y="3999"/>
                </a:lnTo>
                <a:lnTo>
                  <a:pt x="28055" y="3360"/>
                </a:lnTo>
                <a:lnTo>
                  <a:pt x="29324" y="2777"/>
                </a:lnTo>
                <a:lnTo>
                  <a:pt x="30635" y="2249"/>
                </a:lnTo>
                <a:lnTo>
                  <a:pt x="31985" y="1777"/>
                </a:lnTo>
                <a:lnTo>
                  <a:pt x="33375" y="1361"/>
                </a:lnTo>
                <a:lnTo>
                  <a:pt x="34803" y="1000"/>
                </a:lnTo>
                <a:lnTo>
                  <a:pt x="36269" y="694"/>
                </a:lnTo>
                <a:lnTo>
                  <a:pt x="37774" y="444"/>
                </a:lnTo>
                <a:lnTo>
                  <a:pt x="39315" y="250"/>
                </a:lnTo>
                <a:lnTo>
                  <a:pt x="40892" y="111"/>
                </a:lnTo>
                <a:lnTo>
                  <a:pt x="42506" y="28"/>
                </a:lnTo>
                <a:lnTo>
                  <a:pt x="44155" y="0"/>
                </a:lnTo>
                <a:lnTo>
                  <a:pt x="46862" y="94"/>
                </a:lnTo>
                <a:lnTo>
                  <a:pt x="49486" y="373"/>
                </a:lnTo>
                <a:lnTo>
                  <a:pt x="52027" y="838"/>
                </a:lnTo>
                <a:lnTo>
                  <a:pt x="54485" y="1487"/>
                </a:lnTo>
                <a:lnTo>
                  <a:pt x="56859" y="2319"/>
                </a:lnTo>
                <a:lnTo>
                  <a:pt x="59150" y="3332"/>
                </a:lnTo>
                <a:lnTo>
                  <a:pt x="61358" y="4526"/>
                </a:lnTo>
                <a:lnTo>
                  <a:pt x="63483" y="5900"/>
                </a:lnTo>
                <a:lnTo>
                  <a:pt x="65524" y="7451"/>
                </a:lnTo>
                <a:lnTo>
                  <a:pt x="67481" y="9180"/>
                </a:lnTo>
                <a:lnTo>
                  <a:pt x="69356" y="11084"/>
                </a:lnTo>
                <a:lnTo>
                  <a:pt x="71147" y="13163"/>
                </a:lnTo>
                <a:lnTo>
                  <a:pt x="72785" y="15426"/>
                </a:lnTo>
                <a:lnTo>
                  <a:pt x="74284" y="17801"/>
                </a:lnTo>
                <a:lnTo>
                  <a:pt x="75643" y="20289"/>
                </a:lnTo>
                <a:lnTo>
                  <a:pt x="76862" y="22889"/>
                </a:lnTo>
                <a:lnTo>
                  <a:pt x="77939" y="25602"/>
                </a:lnTo>
                <a:lnTo>
                  <a:pt x="78874" y="28430"/>
                </a:lnTo>
                <a:lnTo>
                  <a:pt x="79667" y="31372"/>
                </a:lnTo>
                <a:lnTo>
                  <a:pt x="80317" y="34429"/>
                </a:lnTo>
                <a:lnTo>
                  <a:pt x="80824" y="37602"/>
                </a:lnTo>
                <a:lnTo>
                  <a:pt x="81187" y="40891"/>
                </a:lnTo>
                <a:lnTo>
                  <a:pt x="81405" y="44297"/>
                </a:lnTo>
                <a:lnTo>
                  <a:pt x="81478" y="47820"/>
                </a:lnTo>
                <a:lnTo>
                  <a:pt x="81405" y="51347"/>
                </a:lnTo>
                <a:lnTo>
                  <a:pt x="81187" y="54761"/>
                </a:lnTo>
                <a:lnTo>
                  <a:pt x="80824" y="58062"/>
                </a:lnTo>
                <a:lnTo>
                  <a:pt x="80317" y="61249"/>
                </a:lnTo>
                <a:lnTo>
                  <a:pt x="79667" y="64319"/>
                </a:lnTo>
                <a:lnTo>
                  <a:pt x="78874" y="67273"/>
                </a:lnTo>
                <a:lnTo>
                  <a:pt x="77939" y="70109"/>
                </a:lnTo>
                <a:lnTo>
                  <a:pt x="76862" y="72826"/>
                </a:lnTo>
                <a:lnTo>
                  <a:pt x="75643" y="75422"/>
                </a:lnTo>
                <a:lnTo>
                  <a:pt x="74284" y="77897"/>
                </a:lnTo>
                <a:lnTo>
                  <a:pt x="72785" y="80249"/>
                </a:lnTo>
                <a:lnTo>
                  <a:pt x="71147" y="82477"/>
                </a:lnTo>
                <a:lnTo>
                  <a:pt x="69356" y="84553"/>
                </a:lnTo>
                <a:lnTo>
                  <a:pt x="67481" y="86448"/>
                </a:lnTo>
                <a:lnTo>
                  <a:pt x="65524" y="88163"/>
                </a:lnTo>
                <a:lnTo>
                  <a:pt x="63483" y="89698"/>
                </a:lnTo>
                <a:lnTo>
                  <a:pt x="61358" y="91051"/>
                </a:lnTo>
                <a:lnTo>
                  <a:pt x="59150" y="92225"/>
                </a:lnTo>
                <a:lnTo>
                  <a:pt x="56859" y="93217"/>
                </a:lnTo>
                <a:lnTo>
                  <a:pt x="54485" y="94030"/>
                </a:lnTo>
                <a:lnTo>
                  <a:pt x="52027" y="94661"/>
                </a:lnTo>
                <a:lnTo>
                  <a:pt x="49486" y="95113"/>
                </a:lnTo>
                <a:lnTo>
                  <a:pt x="46862" y="95383"/>
                </a:lnTo>
                <a:lnTo>
                  <a:pt x="44155" y="95474"/>
                </a:lnTo>
                <a:lnTo>
                  <a:pt x="42506" y="95446"/>
                </a:lnTo>
                <a:lnTo>
                  <a:pt x="40892" y="95363"/>
                </a:lnTo>
                <a:lnTo>
                  <a:pt x="39315" y="95226"/>
                </a:lnTo>
                <a:lnTo>
                  <a:pt x="37774" y="95036"/>
                </a:lnTo>
                <a:lnTo>
                  <a:pt x="36269" y="94792"/>
                </a:lnTo>
                <a:lnTo>
                  <a:pt x="34803" y="94495"/>
                </a:lnTo>
                <a:lnTo>
                  <a:pt x="33375" y="94146"/>
                </a:lnTo>
                <a:lnTo>
                  <a:pt x="31985" y="93746"/>
                </a:lnTo>
                <a:lnTo>
                  <a:pt x="30635" y="93295"/>
                </a:lnTo>
                <a:lnTo>
                  <a:pt x="29324" y="92793"/>
                </a:lnTo>
                <a:lnTo>
                  <a:pt x="28055" y="92242"/>
                </a:lnTo>
                <a:lnTo>
                  <a:pt x="26826" y="91641"/>
                </a:lnTo>
                <a:lnTo>
                  <a:pt x="25635" y="90985"/>
                </a:lnTo>
                <a:lnTo>
                  <a:pt x="24480" y="90267"/>
                </a:lnTo>
                <a:lnTo>
                  <a:pt x="23361" y="89486"/>
                </a:lnTo>
                <a:lnTo>
                  <a:pt x="22278" y="88642"/>
                </a:lnTo>
                <a:lnTo>
                  <a:pt x="21232" y="87736"/>
                </a:lnTo>
                <a:lnTo>
                  <a:pt x="20224" y="86768"/>
                </a:lnTo>
                <a:lnTo>
                  <a:pt x="19253" y="85737"/>
                </a:lnTo>
                <a:lnTo>
                  <a:pt x="18322" y="84643"/>
                </a:lnTo>
                <a:lnTo>
                  <a:pt x="17430" y="83487"/>
                </a:lnTo>
                <a:lnTo>
                  <a:pt x="16578" y="82269"/>
                </a:lnTo>
                <a:lnTo>
                  <a:pt x="15766" y="80988"/>
                </a:lnTo>
                <a:lnTo>
                  <a:pt x="14996" y="79645"/>
                </a:lnTo>
                <a:close/>
                <a:moveTo>
                  <a:pt x="65982" y="47820"/>
                </a:moveTo>
                <a:lnTo>
                  <a:pt x="65933" y="45123"/>
                </a:lnTo>
                <a:lnTo>
                  <a:pt x="65788" y="42528"/>
                </a:lnTo>
                <a:lnTo>
                  <a:pt x="65547" y="40036"/>
                </a:lnTo>
                <a:lnTo>
                  <a:pt x="65210" y="37644"/>
                </a:lnTo>
                <a:lnTo>
                  <a:pt x="64779" y="35352"/>
                </a:lnTo>
                <a:lnTo>
                  <a:pt x="64253" y="33158"/>
                </a:lnTo>
                <a:lnTo>
                  <a:pt x="63634" y="31061"/>
                </a:lnTo>
                <a:lnTo>
                  <a:pt x="62921" y="29060"/>
                </a:lnTo>
                <a:lnTo>
                  <a:pt x="62116" y="27154"/>
                </a:lnTo>
                <a:lnTo>
                  <a:pt x="61219" y="25342"/>
                </a:lnTo>
                <a:lnTo>
                  <a:pt x="60230" y="23622"/>
                </a:lnTo>
                <a:lnTo>
                  <a:pt x="59150" y="21994"/>
                </a:lnTo>
                <a:lnTo>
                  <a:pt x="57953" y="20477"/>
                </a:lnTo>
                <a:lnTo>
                  <a:pt x="56692" y="19092"/>
                </a:lnTo>
                <a:lnTo>
                  <a:pt x="55368" y="17839"/>
                </a:lnTo>
                <a:lnTo>
                  <a:pt x="53979" y="16718"/>
                </a:lnTo>
                <a:lnTo>
                  <a:pt x="52526" y="15728"/>
                </a:lnTo>
                <a:lnTo>
                  <a:pt x="51007" y="14871"/>
                </a:lnTo>
                <a:lnTo>
                  <a:pt x="49422" y="14145"/>
                </a:lnTo>
                <a:lnTo>
                  <a:pt x="47771" y="13552"/>
                </a:lnTo>
                <a:lnTo>
                  <a:pt x="46052" y="13090"/>
                </a:lnTo>
                <a:lnTo>
                  <a:pt x="44266" y="12760"/>
                </a:lnTo>
                <a:lnTo>
                  <a:pt x="42412" y="12563"/>
                </a:lnTo>
                <a:lnTo>
                  <a:pt x="40489" y="12497"/>
                </a:lnTo>
                <a:lnTo>
                  <a:pt x="38528" y="12563"/>
                </a:lnTo>
                <a:lnTo>
                  <a:pt x="36642" y="12760"/>
                </a:lnTo>
                <a:lnTo>
                  <a:pt x="34832" y="13090"/>
                </a:lnTo>
                <a:lnTo>
                  <a:pt x="33096" y="13552"/>
                </a:lnTo>
                <a:lnTo>
                  <a:pt x="31434" y="14145"/>
                </a:lnTo>
                <a:lnTo>
                  <a:pt x="29846" y="14871"/>
                </a:lnTo>
                <a:lnTo>
                  <a:pt x="28331" y="15728"/>
                </a:lnTo>
                <a:lnTo>
                  <a:pt x="26888" y="16718"/>
                </a:lnTo>
                <a:lnTo>
                  <a:pt x="25516" y="17839"/>
                </a:lnTo>
                <a:lnTo>
                  <a:pt x="24216" y="19092"/>
                </a:lnTo>
                <a:lnTo>
                  <a:pt x="22987" y="20477"/>
                </a:lnTo>
                <a:lnTo>
                  <a:pt x="21827" y="21994"/>
                </a:lnTo>
                <a:lnTo>
                  <a:pt x="20713" y="23622"/>
                </a:lnTo>
                <a:lnTo>
                  <a:pt x="19701" y="25342"/>
                </a:lnTo>
                <a:lnTo>
                  <a:pt x="18792" y="27154"/>
                </a:lnTo>
                <a:lnTo>
                  <a:pt x="17983" y="29060"/>
                </a:lnTo>
                <a:lnTo>
                  <a:pt x="17273" y="31061"/>
                </a:lnTo>
                <a:lnTo>
                  <a:pt x="16662" y="33158"/>
                </a:lnTo>
                <a:lnTo>
                  <a:pt x="16148" y="35352"/>
                </a:lnTo>
                <a:lnTo>
                  <a:pt x="15730" y="37644"/>
                </a:lnTo>
                <a:lnTo>
                  <a:pt x="15407" y="40036"/>
                </a:lnTo>
                <a:lnTo>
                  <a:pt x="15178" y="42528"/>
                </a:lnTo>
                <a:lnTo>
                  <a:pt x="15041" y="45123"/>
                </a:lnTo>
                <a:lnTo>
                  <a:pt x="14996" y="47820"/>
                </a:lnTo>
                <a:lnTo>
                  <a:pt x="15041" y="50521"/>
                </a:lnTo>
                <a:lnTo>
                  <a:pt x="15178" y="53124"/>
                </a:lnTo>
                <a:lnTo>
                  <a:pt x="15407" y="55631"/>
                </a:lnTo>
                <a:lnTo>
                  <a:pt x="15730" y="58040"/>
                </a:lnTo>
                <a:lnTo>
                  <a:pt x="16148" y="60351"/>
                </a:lnTo>
                <a:lnTo>
                  <a:pt x="16662" y="62566"/>
                </a:lnTo>
                <a:lnTo>
                  <a:pt x="17273" y="64684"/>
                </a:lnTo>
                <a:lnTo>
                  <a:pt x="17983" y="66704"/>
                </a:lnTo>
                <a:lnTo>
                  <a:pt x="18792" y="68627"/>
                </a:lnTo>
                <a:lnTo>
                  <a:pt x="19701" y="70453"/>
                </a:lnTo>
                <a:lnTo>
                  <a:pt x="20713" y="72182"/>
                </a:lnTo>
                <a:lnTo>
                  <a:pt x="21827" y="73813"/>
                </a:lnTo>
                <a:lnTo>
                  <a:pt x="22987" y="75327"/>
                </a:lnTo>
                <a:lnTo>
                  <a:pt x="24216" y="76703"/>
                </a:lnTo>
                <a:lnTo>
                  <a:pt x="25516" y="77942"/>
                </a:lnTo>
                <a:lnTo>
                  <a:pt x="26888" y="79046"/>
                </a:lnTo>
                <a:lnTo>
                  <a:pt x="28331" y="80016"/>
                </a:lnTo>
                <a:lnTo>
                  <a:pt x="29846" y="80853"/>
                </a:lnTo>
                <a:lnTo>
                  <a:pt x="31434" y="81558"/>
                </a:lnTo>
                <a:lnTo>
                  <a:pt x="33096" y="82132"/>
                </a:lnTo>
                <a:lnTo>
                  <a:pt x="34832" y="82576"/>
                </a:lnTo>
                <a:lnTo>
                  <a:pt x="36642" y="82892"/>
                </a:lnTo>
                <a:lnTo>
                  <a:pt x="38528" y="83081"/>
                </a:lnTo>
                <a:lnTo>
                  <a:pt x="40489" y="83144"/>
                </a:lnTo>
                <a:lnTo>
                  <a:pt x="42412" y="83081"/>
                </a:lnTo>
                <a:lnTo>
                  <a:pt x="44266" y="82892"/>
                </a:lnTo>
                <a:lnTo>
                  <a:pt x="46052" y="82576"/>
                </a:lnTo>
                <a:lnTo>
                  <a:pt x="47771" y="82132"/>
                </a:lnTo>
                <a:lnTo>
                  <a:pt x="49422" y="81558"/>
                </a:lnTo>
                <a:lnTo>
                  <a:pt x="51007" y="80853"/>
                </a:lnTo>
                <a:lnTo>
                  <a:pt x="52526" y="80016"/>
                </a:lnTo>
                <a:lnTo>
                  <a:pt x="53979" y="79046"/>
                </a:lnTo>
                <a:lnTo>
                  <a:pt x="55368" y="77942"/>
                </a:lnTo>
                <a:lnTo>
                  <a:pt x="56692" y="76703"/>
                </a:lnTo>
                <a:lnTo>
                  <a:pt x="57953" y="75327"/>
                </a:lnTo>
                <a:lnTo>
                  <a:pt x="59150" y="73813"/>
                </a:lnTo>
                <a:lnTo>
                  <a:pt x="60230" y="72182"/>
                </a:lnTo>
                <a:lnTo>
                  <a:pt x="61219" y="70453"/>
                </a:lnTo>
                <a:lnTo>
                  <a:pt x="62116" y="68627"/>
                </a:lnTo>
                <a:lnTo>
                  <a:pt x="62921" y="66704"/>
                </a:lnTo>
                <a:lnTo>
                  <a:pt x="63634" y="64684"/>
                </a:lnTo>
                <a:lnTo>
                  <a:pt x="64253" y="62566"/>
                </a:lnTo>
                <a:lnTo>
                  <a:pt x="64779" y="60351"/>
                </a:lnTo>
                <a:lnTo>
                  <a:pt x="65210" y="58040"/>
                </a:lnTo>
                <a:lnTo>
                  <a:pt x="65547" y="55631"/>
                </a:lnTo>
                <a:lnTo>
                  <a:pt x="65788" y="53124"/>
                </a:lnTo>
                <a:lnTo>
                  <a:pt x="65933" y="50521"/>
                </a:lnTo>
                <a:lnTo>
                  <a:pt x="65982" y="478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69" name="Original native bar-chart element 169">
            <a:extLst xmlns:a="http://schemas.openxmlformats.org/drawingml/2006/main">
              <a:ext uri="{FF2B5EF4-FFF2-40B4-BE49-F238E27FC236}">
                <a16:creationId xmlns:a16="http://schemas.microsoft.com/office/drawing/2014/main" id="{FB317136-53E4-42E0-93A7-ACE07381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039" y="1039026"/>
            <a:ext cx="76979" cy="95474"/>
          </a:xfrm>
          <a:custGeom xmlns:a="http://schemas.openxmlformats.org/drawingml/2006/main">
            <a:pathLst>
              <a:path w="76979" h="95474">
                <a:moveTo>
                  <a:pt x="47154" y="47487"/>
                </a:moveTo>
                <a:lnTo>
                  <a:pt x="44193" y="47518"/>
                </a:lnTo>
                <a:lnTo>
                  <a:pt x="41391" y="47610"/>
                </a:lnTo>
                <a:lnTo>
                  <a:pt x="38747" y="47763"/>
                </a:lnTo>
                <a:lnTo>
                  <a:pt x="36262" y="47974"/>
                </a:lnTo>
                <a:lnTo>
                  <a:pt x="33933" y="48244"/>
                </a:lnTo>
                <a:lnTo>
                  <a:pt x="31762" y="48570"/>
                </a:lnTo>
                <a:lnTo>
                  <a:pt x="29747" y="48952"/>
                </a:lnTo>
                <a:lnTo>
                  <a:pt x="27887" y="49388"/>
                </a:lnTo>
                <a:lnTo>
                  <a:pt x="26183" y="49877"/>
                </a:lnTo>
                <a:lnTo>
                  <a:pt x="24633" y="50418"/>
                </a:lnTo>
                <a:lnTo>
                  <a:pt x="23237" y="51010"/>
                </a:lnTo>
                <a:lnTo>
                  <a:pt x="21994" y="51652"/>
                </a:lnTo>
                <a:lnTo>
                  <a:pt x="20876" y="52399"/>
                </a:lnTo>
                <a:lnTo>
                  <a:pt x="19856" y="53222"/>
                </a:lnTo>
                <a:lnTo>
                  <a:pt x="18932" y="54123"/>
                </a:lnTo>
                <a:lnTo>
                  <a:pt x="18106" y="55102"/>
                </a:lnTo>
                <a:lnTo>
                  <a:pt x="17377" y="56160"/>
                </a:lnTo>
                <a:lnTo>
                  <a:pt x="16745" y="57297"/>
                </a:lnTo>
                <a:lnTo>
                  <a:pt x="16211" y="58514"/>
                </a:lnTo>
                <a:lnTo>
                  <a:pt x="15773" y="59811"/>
                </a:lnTo>
                <a:lnTo>
                  <a:pt x="15433" y="61189"/>
                </a:lnTo>
                <a:lnTo>
                  <a:pt x="15190" y="62649"/>
                </a:lnTo>
                <a:lnTo>
                  <a:pt x="15044" y="64191"/>
                </a:lnTo>
                <a:lnTo>
                  <a:pt x="14996" y="65815"/>
                </a:lnTo>
                <a:lnTo>
                  <a:pt x="15031" y="67127"/>
                </a:lnTo>
                <a:lnTo>
                  <a:pt x="15135" y="68396"/>
                </a:lnTo>
                <a:lnTo>
                  <a:pt x="15311" y="69621"/>
                </a:lnTo>
                <a:lnTo>
                  <a:pt x="15557" y="70802"/>
                </a:lnTo>
                <a:lnTo>
                  <a:pt x="15876" y="71935"/>
                </a:lnTo>
                <a:lnTo>
                  <a:pt x="16266" y="73022"/>
                </a:lnTo>
                <a:lnTo>
                  <a:pt x="16730" y="74059"/>
                </a:lnTo>
                <a:lnTo>
                  <a:pt x="17267" y="75047"/>
                </a:lnTo>
                <a:lnTo>
                  <a:pt x="17878" y="75984"/>
                </a:lnTo>
                <a:lnTo>
                  <a:pt x="18564" y="76869"/>
                </a:lnTo>
                <a:lnTo>
                  <a:pt x="19324" y="77701"/>
                </a:lnTo>
                <a:lnTo>
                  <a:pt x="20161" y="78478"/>
                </a:lnTo>
                <a:lnTo>
                  <a:pt x="21064" y="79235"/>
                </a:lnTo>
                <a:lnTo>
                  <a:pt x="22021" y="79923"/>
                </a:lnTo>
                <a:lnTo>
                  <a:pt x="23033" y="80543"/>
                </a:lnTo>
                <a:lnTo>
                  <a:pt x="24098" y="81095"/>
                </a:lnTo>
                <a:lnTo>
                  <a:pt x="25217" y="81580"/>
                </a:lnTo>
                <a:lnTo>
                  <a:pt x="26389" y="81998"/>
                </a:lnTo>
                <a:lnTo>
                  <a:pt x="27612" y="82351"/>
                </a:lnTo>
                <a:lnTo>
                  <a:pt x="28887" y="82638"/>
                </a:lnTo>
                <a:lnTo>
                  <a:pt x="30213" y="82860"/>
                </a:lnTo>
                <a:lnTo>
                  <a:pt x="31589" y="83018"/>
                </a:lnTo>
                <a:lnTo>
                  <a:pt x="33015" y="83112"/>
                </a:lnTo>
                <a:lnTo>
                  <a:pt x="34491" y="83144"/>
                </a:lnTo>
                <a:lnTo>
                  <a:pt x="36539" y="83085"/>
                </a:lnTo>
                <a:lnTo>
                  <a:pt x="38517" y="82906"/>
                </a:lnTo>
                <a:lnTo>
                  <a:pt x="40426" y="82607"/>
                </a:lnTo>
                <a:lnTo>
                  <a:pt x="42266" y="82187"/>
                </a:lnTo>
                <a:lnTo>
                  <a:pt x="44036" y="81644"/>
                </a:lnTo>
                <a:lnTo>
                  <a:pt x="45737" y="80978"/>
                </a:lnTo>
                <a:lnTo>
                  <a:pt x="47369" y="80186"/>
                </a:lnTo>
                <a:lnTo>
                  <a:pt x="48931" y="79268"/>
                </a:lnTo>
                <a:lnTo>
                  <a:pt x="50424" y="78223"/>
                </a:lnTo>
                <a:lnTo>
                  <a:pt x="51847" y="77050"/>
                </a:lnTo>
                <a:lnTo>
                  <a:pt x="53201" y="75747"/>
                </a:lnTo>
                <a:lnTo>
                  <a:pt x="54485" y="74313"/>
                </a:lnTo>
                <a:lnTo>
                  <a:pt x="55683" y="72813"/>
                </a:lnTo>
                <a:lnTo>
                  <a:pt x="56776" y="71230"/>
                </a:lnTo>
                <a:lnTo>
                  <a:pt x="57765" y="69564"/>
                </a:lnTo>
                <a:lnTo>
                  <a:pt x="58651" y="67815"/>
                </a:lnTo>
                <a:lnTo>
                  <a:pt x="59432" y="65982"/>
                </a:lnTo>
                <a:lnTo>
                  <a:pt x="60108" y="64066"/>
                </a:lnTo>
                <a:lnTo>
                  <a:pt x="60681" y="62066"/>
                </a:lnTo>
                <a:lnTo>
                  <a:pt x="61150" y="59984"/>
                </a:lnTo>
                <a:lnTo>
                  <a:pt x="61514" y="57817"/>
                </a:lnTo>
                <a:lnTo>
                  <a:pt x="61775" y="55568"/>
                </a:lnTo>
                <a:lnTo>
                  <a:pt x="61931" y="53235"/>
                </a:lnTo>
                <a:lnTo>
                  <a:pt x="61983" y="50819"/>
                </a:lnTo>
                <a:lnTo>
                  <a:pt x="61983" y="47487"/>
                </a:lnTo>
                <a:lnTo>
                  <a:pt x="47154" y="47487"/>
                </a:lnTo>
                <a:close/>
                <a:moveTo>
                  <a:pt x="76979" y="41322"/>
                </a:moveTo>
                <a:lnTo>
                  <a:pt x="76979" y="93308"/>
                </a:lnTo>
                <a:lnTo>
                  <a:pt x="61983" y="93308"/>
                </a:lnTo>
                <a:lnTo>
                  <a:pt x="61983" y="79478"/>
                </a:lnTo>
                <a:lnTo>
                  <a:pt x="61091" y="80860"/>
                </a:lnTo>
                <a:lnTo>
                  <a:pt x="60165" y="82173"/>
                </a:lnTo>
                <a:lnTo>
                  <a:pt x="59205" y="83417"/>
                </a:lnTo>
                <a:lnTo>
                  <a:pt x="58212" y="84594"/>
                </a:lnTo>
                <a:lnTo>
                  <a:pt x="57187" y="85704"/>
                </a:lnTo>
                <a:lnTo>
                  <a:pt x="56130" y="86747"/>
                </a:lnTo>
                <a:lnTo>
                  <a:pt x="55042" y="87724"/>
                </a:lnTo>
                <a:lnTo>
                  <a:pt x="53923" y="88636"/>
                </a:lnTo>
                <a:lnTo>
                  <a:pt x="52775" y="89483"/>
                </a:lnTo>
                <a:lnTo>
                  <a:pt x="51596" y="90266"/>
                </a:lnTo>
                <a:lnTo>
                  <a:pt x="50389" y="90985"/>
                </a:lnTo>
                <a:lnTo>
                  <a:pt x="49153" y="91641"/>
                </a:lnTo>
                <a:lnTo>
                  <a:pt x="47876" y="92242"/>
                </a:lnTo>
                <a:lnTo>
                  <a:pt x="46544" y="92793"/>
                </a:lnTo>
                <a:lnTo>
                  <a:pt x="45159" y="93295"/>
                </a:lnTo>
                <a:lnTo>
                  <a:pt x="43723" y="93746"/>
                </a:lnTo>
                <a:lnTo>
                  <a:pt x="42235" y="94146"/>
                </a:lnTo>
                <a:lnTo>
                  <a:pt x="40697" y="94495"/>
                </a:lnTo>
                <a:lnTo>
                  <a:pt x="39111" y="94792"/>
                </a:lnTo>
                <a:lnTo>
                  <a:pt x="37477" y="95036"/>
                </a:lnTo>
                <a:lnTo>
                  <a:pt x="35797" y="95226"/>
                </a:lnTo>
                <a:lnTo>
                  <a:pt x="34072" y="95363"/>
                </a:lnTo>
                <a:lnTo>
                  <a:pt x="32303" y="95446"/>
                </a:lnTo>
                <a:lnTo>
                  <a:pt x="30492" y="95474"/>
                </a:lnTo>
                <a:lnTo>
                  <a:pt x="28197" y="95422"/>
                </a:lnTo>
                <a:lnTo>
                  <a:pt x="25980" y="95265"/>
                </a:lnTo>
                <a:lnTo>
                  <a:pt x="23840" y="95003"/>
                </a:lnTo>
                <a:lnTo>
                  <a:pt x="21778" y="94634"/>
                </a:lnTo>
                <a:lnTo>
                  <a:pt x="19795" y="94160"/>
                </a:lnTo>
                <a:lnTo>
                  <a:pt x="17891" y="93578"/>
                </a:lnTo>
                <a:lnTo>
                  <a:pt x="16067" y="92889"/>
                </a:lnTo>
                <a:lnTo>
                  <a:pt x="14323" y="92092"/>
                </a:lnTo>
                <a:lnTo>
                  <a:pt x="12661" y="91186"/>
                </a:lnTo>
                <a:lnTo>
                  <a:pt x="11080" y="90170"/>
                </a:lnTo>
                <a:lnTo>
                  <a:pt x="9581" y="89045"/>
                </a:lnTo>
                <a:lnTo>
                  <a:pt x="8164" y="87809"/>
                </a:lnTo>
                <a:lnTo>
                  <a:pt x="6849" y="86480"/>
                </a:lnTo>
                <a:lnTo>
                  <a:pt x="5650" y="85074"/>
                </a:lnTo>
                <a:lnTo>
                  <a:pt x="4569" y="83592"/>
                </a:lnTo>
                <a:lnTo>
                  <a:pt x="3604" y="82033"/>
                </a:lnTo>
                <a:lnTo>
                  <a:pt x="2755" y="80398"/>
                </a:lnTo>
                <a:lnTo>
                  <a:pt x="2020" y="78687"/>
                </a:lnTo>
                <a:lnTo>
                  <a:pt x="1401" y="76899"/>
                </a:lnTo>
                <a:lnTo>
                  <a:pt x="895" y="75035"/>
                </a:lnTo>
                <a:lnTo>
                  <a:pt x="502" y="73094"/>
                </a:lnTo>
                <a:lnTo>
                  <a:pt x="223" y="71078"/>
                </a:lnTo>
                <a:lnTo>
                  <a:pt x="56" y="68984"/>
                </a:lnTo>
                <a:lnTo>
                  <a:pt x="0" y="66815"/>
                </a:lnTo>
                <a:lnTo>
                  <a:pt x="70" y="64326"/>
                </a:lnTo>
                <a:lnTo>
                  <a:pt x="279" y="61941"/>
                </a:lnTo>
                <a:lnTo>
                  <a:pt x="630" y="59658"/>
                </a:lnTo>
                <a:lnTo>
                  <a:pt x="1123" y="57478"/>
                </a:lnTo>
                <a:lnTo>
                  <a:pt x="1760" y="55400"/>
                </a:lnTo>
                <a:lnTo>
                  <a:pt x="2541" y="53423"/>
                </a:lnTo>
                <a:lnTo>
                  <a:pt x="3468" y="51546"/>
                </a:lnTo>
                <a:lnTo>
                  <a:pt x="4542" y="49770"/>
                </a:lnTo>
                <a:lnTo>
                  <a:pt x="5764" y="48094"/>
                </a:lnTo>
                <a:lnTo>
                  <a:pt x="7135" y="46516"/>
                </a:lnTo>
                <a:lnTo>
                  <a:pt x="8657" y="45036"/>
                </a:lnTo>
                <a:lnTo>
                  <a:pt x="10330" y="43655"/>
                </a:lnTo>
                <a:lnTo>
                  <a:pt x="12108" y="42416"/>
                </a:lnTo>
                <a:lnTo>
                  <a:pt x="14025" y="41281"/>
                </a:lnTo>
                <a:lnTo>
                  <a:pt x="16082" y="40252"/>
                </a:lnTo>
                <a:lnTo>
                  <a:pt x="18279" y="39329"/>
                </a:lnTo>
                <a:lnTo>
                  <a:pt x="20617" y="38512"/>
                </a:lnTo>
                <a:lnTo>
                  <a:pt x="23098" y="37802"/>
                </a:lnTo>
                <a:lnTo>
                  <a:pt x="25720" y="37200"/>
                </a:lnTo>
                <a:lnTo>
                  <a:pt x="28486" y="36706"/>
                </a:lnTo>
                <a:lnTo>
                  <a:pt x="31395" y="36321"/>
                </a:lnTo>
                <a:lnTo>
                  <a:pt x="34448" y="36045"/>
                </a:lnTo>
                <a:lnTo>
                  <a:pt x="37646" y="35879"/>
                </a:lnTo>
                <a:lnTo>
                  <a:pt x="40989" y="35823"/>
                </a:lnTo>
                <a:lnTo>
                  <a:pt x="61983" y="35823"/>
                </a:lnTo>
                <a:lnTo>
                  <a:pt x="61983" y="34324"/>
                </a:lnTo>
                <a:lnTo>
                  <a:pt x="61934" y="32647"/>
                </a:lnTo>
                <a:lnTo>
                  <a:pt x="61789" y="31033"/>
                </a:lnTo>
                <a:lnTo>
                  <a:pt x="61548" y="29481"/>
                </a:lnTo>
                <a:lnTo>
                  <a:pt x="61212" y="27992"/>
                </a:lnTo>
                <a:lnTo>
                  <a:pt x="60780" y="26566"/>
                </a:lnTo>
                <a:lnTo>
                  <a:pt x="60254" y="25201"/>
                </a:lnTo>
                <a:lnTo>
                  <a:pt x="59635" y="23900"/>
                </a:lnTo>
                <a:lnTo>
                  <a:pt x="58922" y="22660"/>
                </a:lnTo>
                <a:lnTo>
                  <a:pt x="58117" y="21484"/>
                </a:lnTo>
                <a:lnTo>
                  <a:pt x="57220" y="20369"/>
                </a:lnTo>
                <a:lnTo>
                  <a:pt x="56231" y="19318"/>
                </a:lnTo>
                <a:lnTo>
                  <a:pt x="55151" y="18328"/>
                </a:lnTo>
                <a:lnTo>
                  <a:pt x="53989" y="17447"/>
                </a:lnTo>
                <a:lnTo>
                  <a:pt x="52749" y="16636"/>
                </a:lnTo>
                <a:lnTo>
                  <a:pt x="51434" y="15897"/>
                </a:lnTo>
                <a:lnTo>
                  <a:pt x="50042" y="15230"/>
                </a:lnTo>
                <a:lnTo>
                  <a:pt x="48573" y="14638"/>
                </a:lnTo>
                <a:lnTo>
                  <a:pt x="47029" y="14121"/>
                </a:lnTo>
                <a:lnTo>
                  <a:pt x="45408" y="13680"/>
                </a:lnTo>
                <a:lnTo>
                  <a:pt x="43710" y="13317"/>
                </a:lnTo>
                <a:lnTo>
                  <a:pt x="41936" y="13033"/>
                </a:lnTo>
                <a:lnTo>
                  <a:pt x="40086" y="12828"/>
                </a:lnTo>
                <a:lnTo>
                  <a:pt x="38160" y="12705"/>
                </a:lnTo>
                <a:lnTo>
                  <a:pt x="36157" y="12663"/>
                </a:lnTo>
                <a:lnTo>
                  <a:pt x="34831" y="12677"/>
                </a:lnTo>
                <a:lnTo>
                  <a:pt x="33517" y="12719"/>
                </a:lnTo>
                <a:lnTo>
                  <a:pt x="32215" y="12788"/>
                </a:lnTo>
                <a:lnTo>
                  <a:pt x="30924" y="12885"/>
                </a:lnTo>
                <a:lnTo>
                  <a:pt x="29641" y="13010"/>
                </a:lnTo>
                <a:lnTo>
                  <a:pt x="28367" y="13163"/>
                </a:lnTo>
                <a:lnTo>
                  <a:pt x="27100" y="13344"/>
                </a:lnTo>
                <a:lnTo>
                  <a:pt x="25839" y="13552"/>
                </a:lnTo>
                <a:lnTo>
                  <a:pt x="24582" y="13788"/>
                </a:lnTo>
                <a:lnTo>
                  <a:pt x="23328" y="14052"/>
                </a:lnTo>
                <a:lnTo>
                  <a:pt x="22077" y="14343"/>
                </a:lnTo>
                <a:lnTo>
                  <a:pt x="20828" y="14663"/>
                </a:lnTo>
                <a:lnTo>
                  <a:pt x="19585" y="15006"/>
                </a:lnTo>
                <a:lnTo>
                  <a:pt x="18355" y="15371"/>
                </a:lnTo>
                <a:lnTo>
                  <a:pt x="17139" y="15756"/>
                </a:lnTo>
                <a:lnTo>
                  <a:pt x="15934" y="16162"/>
                </a:lnTo>
                <a:lnTo>
                  <a:pt x="14741" y="16589"/>
                </a:lnTo>
                <a:lnTo>
                  <a:pt x="13559" y="17037"/>
                </a:lnTo>
                <a:lnTo>
                  <a:pt x="12387" y="17506"/>
                </a:lnTo>
                <a:lnTo>
                  <a:pt x="11225" y="17995"/>
                </a:lnTo>
                <a:lnTo>
                  <a:pt x="10073" y="18505"/>
                </a:lnTo>
                <a:lnTo>
                  <a:pt x="8929" y="19036"/>
                </a:lnTo>
                <a:lnTo>
                  <a:pt x="7793" y="19588"/>
                </a:lnTo>
                <a:lnTo>
                  <a:pt x="6665" y="20161"/>
                </a:lnTo>
                <a:lnTo>
                  <a:pt x="6665" y="6332"/>
                </a:lnTo>
                <a:lnTo>
                  <a:pt x="7998" y="5839"/>
                </a:lnTo>
                <a:lnTo>
                  <a:pt x="9330" y="5361"/>
                </a:lnTo>
                <a:lnTo>
                  <a:pt x="10661" y="4900"/>
                </a:lnTo>
                <a:lnTo>
                  <a:pt x="11991" y="4456"/>
                </a:lnTo>
                <a:lnTo>
                  <a:pt x="13318" y="4030"/>
                </a:lnTo>
                <a:lnTo>
                  <a:pt x="14642" y="3624"/>
                </a:lnTo>
                <a:lnTo>
                  <a:pt x="15963" y="3239"/>
                </a:lnTo>
                <a:lnTo>
                  <a:pt x="17279" y="2876"/>
                </a:lnTo>
                <a:lnTo>
                  <a:pt x="18591" y="2536"/>
                </a:lnTo>
                <a:lnTo>
                  <a:pt x="19898" y="2220"/>
                </a:lnTo>
                <a:lnTo>
                  <a:pt x="21199" y="1930"/>
                </a:lnTo>
                <a:lnTo>
                  <a:pt x="22494" y="1666"/>
                </a:lnTo>
                <a:lnTo>
                  <a:pt x="23782" y="1423"/>
                </a:lnTo>
                <a:lnTo>
                  <a:pt x="25063" y="1196"/>
                </a:lnTo>
                <a:lnTo>
                  <a:pt x="26339" y="984"/>
                </a:lnTo>
                <a:lnTo>
                  <a:pt x="27610" y="790"/>
                </a:lnTo>
                <a:lnTo>
                  <a:pt x="28876" y="614"/>
                </a:lnTo>
                <a:lnTo>
                  <a:pt x="30138" y="458"/>
                </a:lnTo>
                <a:lnTo>
                  <a:pt x="31396" y="323"/>
                </a:lnTo>
                <a:lnTo>
                  <a:pt x="32652" y="210"/>
                </a:lnTo>
                <a:lnTo>
                  <a:pt x="33905" y="120"/>
                </a:lnTo>
                <a:lnTo>
                  <a:pt x="35156" y="54"/>
                </a:lnTo>
                <a:lnTo>
                  <a:pt x="36407" y="14"/>
                </a:lnTo>
                <a:lnTo>
                  <a:pt x="37656" y="0"/>
                </a:lnTo>
                <a:lnTo>
                  <a:pt x="40878" y="73"/>
                </a:lnTo>
                <a:lnTo>
                  <a:pt x="43960" y="291"/>
                </a:lnTo>
                <a:lnTo>
                  <a:pt x="46904" y="653"/>
                </a:lnTo>
                <a:lnTo>
                  <a:pt x="49709" y="1160"/>
                </a:lnTo>
                <a:lnTo>
                  <a:pt x="52374" y="1810"/>
                </a:lnTo>
                <a:lnTo>
                  <a:pt x="54902" y="2603"/>
                </a:lnTo>
                <a:lnTo>
                  <a:pt x="57290" y="3539"/>
                </a:lnTo>
                <a:lnTo>
                  <a:pt x="59539" y="4616"/>
                </a:lnTo>
                <a:lnTo>
                  <a:pt x="61650" y="5834"/>
                </a:lnTo>
                <a:lnTo>
                  <a:pt x="63621" y="7193"/>
                </a:lnTo>
                <a:lnTo>
                  <a:pt x="65454" y="8692"/>
                </a:lnTo>
                <a:lnTo>
                  <a:pt x="67148" y="10330"/>
                </a:lnTo>
                <a:lnTo>
                  <a:pt x="68707" y="12111"/>
                </a:lnTo>
                <a:lnTo>
                  <a:pt x="70133" y="14038"/>
                </a:lnTo>
                <a:lnTo>
                  <a:pt x="71426" y="16110"/>
                </a:lnTo>
                <a:lnTo>
                  <a:pt x="72585" y="18328"/>
                </a:lnTo>
                <a:lnTo>
                  <a:pt x="73610" y="20692"/>
                </a:lnTo>
                <a:lnTo>
                  <a:pt x="74500" y="23202"/>
                </a:lnTo>
                <a:lnTo>
                  <a:pt x="75255" y="25857"/>
                </a:lnTo>
                <a:lnTo>
                  <a:pt x="75874" y="28659"/>
                </a:lnTo>
                <a:lnTo>
                  <a:pt x="76357" y="31606"/>
                </a:lnTo>
                <a:lnTo>
                  <a:pt x="76702" y="34699"/>
                </a:lnTo>
                <a:lnTo>
                  <a:pt x="76909" y="37937"/>
                </a:lnTo>
                <a:lnTo>
                  <a:pt x="76979" y="413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70" name="Original native bar-chart element 170">
            <a:extLst xmlns:a="http://schemas.openxmlformats.org/drawingml/2006/main">
              <a:ext uri="{FF2B5EF4-FFF2-40B4-BE49-F238E27FC236}">
                <a16:creationId xmlns:a16="http://schemas.microsoft.com/office/drawing/2014/main" id="{7250C36D-ED87-4E24-8B6E-9D329CCE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843" y="1005702"/>
            <a:ext cx="14996" cy="126632"/>
          </a:xfrm>
          <a:custGeom xmlns:a="http://schemas.openxmlformats.org/drawingml/2006/main">
            <a:pathLst>
              <a:path w="14996" h="126632">
                <a:moveTo>
                  <a:pt x="0" y="35490"/>
                </a:moveTo>
                <a:lnTo>
                  <a:pt x="14996" y="35490"/>
                </a:lnTo>
                <a:lnTo>
                  <a:pt x="14996" y="126632"/>
                </a:lnTo>
                <a:lnTo>
                  <a:pt x="0" y="126632"/>
                </a:lnTo>
                <a:lnTo>
                  <a:pt x="0" y="35490"/>
                </a:lnTo>
                <a:close/>
                <a:moveTo>
                  <a:pt x="0" y="0"/>
                </a:moveTo>
                <a:lnTo>
                  <a:pt x="14996" y="0"/>
                </a:lnTo>
                <a:lnTo>
                  <a:pt x="14996" y="18995"/>
                </a:lnTo>
                <a:lnTo>
                  <a:pt x="0" y="189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71" name="Original native bar-chart element 171">
            <a:extLst xmlns:a="http://schemas.openxmlformats.org/drawingml/2006/main">
              <a:ext uri="{FF2B5EF4-FFF2-40B4-BE49-F238E27FC236}">
                <a16:creationId xmlns:a16="http://schemas.microsoft.com/office/drawing/2014/main" id="{F4FE7C27-78E7-4463-B645-622440F5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664" y="1039026"/>
            <a:ext cx="53319" cy="93308"/>
          </a:xfrm>
          <a:custGeom xmlns:a="http://schemas.openxmlformats.org/drawingml/2006/main">
            <a:pathLst>
              <a:path w="53319" h="93308">
                <a:moveTo>
                  <a:pt x="53319" y="16162"/>
                </a:moveTo>
                <a:lnTo>
                  <a:pt x="52899" y="15919"/>
                </a:lnTo>
                <a:lnTo>
                  <a:pt x="52472" y="15689"/>
                </a:lnTo>
                <a:lnTo>
                  <a:pt x="52038" y="15472"/>
                </a:lnTo>
                <a:lnTo>
                  <a:pt x="51597" y="15267"/>
                </a:lnTo>
                <a:lnTo>
                  <a:pt x="51149" y="15074"/>
                </a:lnTo>
                <a:lnTo>
                  <a:pt x="50694" y="14892"/>
                </a:lnTo>
                <a:lnTo>
                  <a:pt x="50233" y="14720"/>
                </a:lnTo>
                <a:lnTo>
                  <a:pt x="49764" y="14558"/>
                </a:lnTo>
                <a:lnTo>
                  <a:pt x="49289" y="14405"/>
                </a:lnTo>
                <a:lnTo>
                  <a:pt x="48806" y="14261"/>
                </a:lnTo>
                <a:lnTo>
                  <a:pt x="48317" y="14125"/>
                </a:lnTo>
                <a:lnTo>
                  <a:pt x="47820" y="13996"/>
                </a:lnTo>
                <a:lnTo>
                  <a:pt x="47317" y="13913"/>
                </a:lnTo>
                <a:lnTo>
                  <a:pt x="46807" y="13831"/>
                </a:lnTo>
                <a:lnTo>
                  <a:pt x="46289" y="13751"/>
                </a:lnTo>
                <a:lnTo>
                  <a:pt x="45765" y="13675"/>
                </a:lnTo>
                <a:lnTo>
                  <a:pt x="45234" y="13604"/>
                </a:lnTo>
                <a:lnTo>
                  <a:pt x="44696" y="13538"/>
                </a:lnTo>
                <a:lnTo>
                  <a:pt x="44151" y="13479"/>
                </a:lnTo>
                <a:lnTo>
                  <a:pt x="43599" y="13428"/>
                </a:lnTo>
                <a:lnTo>
                  <a:pt x="43040" y="13387"/>
                </a:lnTo>
                <a:lnTo>
                  <a:pt x="42474" y="13356"/>
                </a:lnTo>
                <a:lnTo>
                  <a:pt x="41902" y="13336"/>
                </a:lnTo>
                <a:lnTo>
                  <a:pt x="41322" y="13330"/>
                </a:lnTo>
                <a:lnTo>
                  <a:pt x="39239" y="13389"/>
                </a:lnTo>
                <a:lnTo>
                  <a:pt x="37240" y="13565"/>
                </a:lnTo>
                <a:lnTo>
                  <a:pt x="35324" y="13858"/>
                </a:lnTo>
                <a:lnTo>
                  <a:pt x="33491" y="14268"/>
                </a:lnTo>
                <a:lnTo>
                  <a:pt x="31741" y="14793"/>
                </a:lnTo>
                <a:lnTo>
                  <a:pt x="30075" y="15433"/>
                </a:lnTo>
                <a:lnTo>
                  <a:pt x="28492" y="16188"/>
                </a:lnTo>
                <a:lnTo>
                  <a:pt x="26993" y="17057"/>
                </a:lnTo>
                <a:lnTo>
                  <a:pt x="25576" y="18039"/>
                </a:lnTo>
                <a:lnTo>
                  <a:pt x="24243" y="19134"/>
                </a:lnTo>
                <a:lnTo>
                  <a:pt x="22994" y="20342"/>
                </a:lnTo>
                <a:lnTo>
                  <a:pt x="21827" y="21661"/>
                </a:lnTo>
                <a:lnTo>
                  <a:pt x="20713" y="23084"/>
                </a:lnTo>
                <a:lnTo>
                  <a:pt x="19701" y="24605"/>
                </a:lnTo>
                <a:lnTo>
                  <a:pt x="18792" y="26225"/>
                </a:lnTo>
                <a:lnTo>
                  <a:pt x="17983" y="27943"/>
                </a:lnTo>
                <a:lnTo>
                  <a:pt x="17273" y="29761"/>
                </a:lnTo>
                <a:lnTo>
                  <a:pt x="16662" y="31679"/>
                </a:lnTo>
                <a:lnTo>
                  <a:pt x="16148" y="33697"/>
                </a:lnTo>
                <a:lnTo>
                  <a:pt x="15730" y="35817"/>
                </a:lnTo>
                <a:lnTo>
                  <a:pt x="15407" y="38039"/>
                </a:lnTo>
                <a:lnTo>
                  <a:pt x="15178" y="40363"/>
                </a:lnTo>
                <a:lnTo>
                  <a:pt x="15041" y="42790"/>
                </a:lnTo>
                <a:lnTo>
                  <a:pt x="14996" y="45321"/>
                </a:lnTo>
                <a:lnTo>
                  <a:pt x="14996" y="93308"/>
                </a:lnTo>
                <a:lnTo>
                  <a:pt x="0" y="93308"/>
                </a:lnTo>
                <a:lnTo>
                  <a:pt x="0" y="2166"/>
                </a:lnTo>
                <a:lnTo>
                  <a:pt x="14996" y="2166"/>
                </a:lnTo>
                <a:lnTo>
                  <a:pt x="14996" y="16329"/>
                </a:lnTo>
                <a:lnTo>
                  <a:pt x="15770" y="14982"/>
                </a:lnTo>
                <a:lnTo>
                  <a:pt x="16591" y="13691"/>
                </a:lnTo>
                <a:lnTo>
                  <a:pt x="17459" y="12458"/>
                </a:lnTo>
                <a:lnTo>
                  <a:pt x="18371" y="11281"/>
                </a:lnTo>
                <a:lnTo>
                  <a:pt x="19328" y="10162"/>
                </a:lnTo>
                <a:lnTo>
                  <a:pt x="20328" y="9102"/>
                </a:lnTo>
                <a:lnTo>
                  <a:pt x="21369" y="8100"/>
                </a:lnTo>
                <a:lnTo>
                  <a:pt x="22451" y="7159"/>
                </a:lnTo>
                <a:lnTo>
                  <a:pt x="23572" y="6277"/>
                </a:lnTo>
                <a:lnTo>
                  <a:pt x="24731" y="5456"/>
                </a:lnTo>
                <a:lnTo>
                  <a:pt x="25927" y="4697"/>
                </a:lnTo>
                <a:lnTo>
                  <a:pt x="27159" y="3999"/>
                </a:lnTo>
                <a:lnTo>
                  <a:pt x="28433" y="3360"/>
                </a:lnTo>
                <a:lnTo>
                  <a:pt x="29756" y="2777"/>
                </a:lnTo>
                <a:lnTo>
                  <a:pt x="31127" y="2249"/>
                </a:lnTo>
                <a:lnTo>
                  <a:pt x="32547" y="1777"/>
                </a:lnTo>
                <a:lnTo>
                  <a:pt x="34015" y="1361"/>
                </a:lnTo>
                <a:lnTo>
                  <a:pt x="35532" y="1000"/>
                </a:lnTo>
                <a:lnTo>
                  <a:pt x="37097" y="694"/>
                </a:lnTo>
                <a:lnTo>
                  <a:pt x="38712" y="444"/>
                </a:lnTo>
                <a:lnTo>
                  <a:pt x="40374" y="250"/>
                </a:lnTo>
                <a:lnTo>
                  <a:pt x="42086" y="111"/>
                </a:lnTo>
                <a:lnTo>
                  <a:pt x="43846" y="28"/>
                </a:lnTo>
                <a:lnTo>
                  <a:pt x="45654" y="0"/>
                </a:lnTo>
                <a:lnTo>
                  <a:pt x="45908" y="3"/>
                </a:lnTo>
                <a:lnTo>
                  <a:pt x="46168" y="12"/>
                </a:lnTo>
                <a:lnTo>
                  <a:pt x="46435" y="26"/>
                </a:lnTo>
                <a:lnTo>
                  <a:pt x="46709" y="43"/>
                </a:lnTo>
                <a:lnTo>
                  <a:pt x="46991" y="63"/>
                </a:lnTo>
                <a:lnTo>
                  <a:pt x="47279" y="83"/>
                </a:lnTo>
                <a:lnTo>
                  <a:pt x="47574" y="104"/>
                </a:lnTo>
                <a:lnTo>
                  <a:pt x="47876" y="123"/>
                </a:lnTo>
                <a:lnTo>
                  <a:pt x="48185" y="141"/>
                </a:lnTo>
                <a:lnTo>
                  <a:pt x="48501" y="154"/>
                </a:lnTo>
                <a:lnTo>
                  <a:pt x="48823" y="163"/>
                </a:lnTo>
                <a:lnTo>
                  <a:pt x="49153" y="167"/>
                </a:lnTo>
                <a:lnTo>
                  <a:pt x="49448" y="208"/>
                </a:lnTo>
                <a:lnTo>
                  <a:pt x="49751" y="251"/>
                </a:lnTo>
                <a:lnTo>
                  <a:pt x="50062" y="294"/>
                </a:lnTo>
                <a:lnTo>
                  <a:pt x="50381" y="339"/>
                </a:lnTo>
                <a:lnTo>
                  <a:pt x="50710" y="387"/>
                </a:lnTo>
                <a:lnTo>
                  <a:pt x="51048" y="437"/>
                </a:lnTo>
                <a:lnTo>
                  <a:pt x="51397" y="491"/>
                </a:lnTo>
                <a:lnTo>
                  <a:pt x="51757" y="549"/>
                </a:lnTo>
                <a:lnTo>
                  <a:pt x="52129" y="612"/>
                </a:lnTo>
                <a:lnTo>
                  <a:pt x="52513" y="680"/>
                </a:lnTo>
                <a:lnTo>
                  <a:pt x="52909" y="753"/>
                </a:lnTo>
                <a:lnTo>
                  <a:pt x="53319" y="833"/>
                </a:lnTo>
                <a:lnTo>
                  <a:pt x="53319" y="161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72" name="Original native bar-chart element 172">
            <a:extLst xmlns:a="http://schemas.openxmlformats.org/drawingml/2006/main">
              <a:ext uri="{FF2B5EF4-FFF2-40B4-BE49-F238E27FC236}">
                <a16:creationId xmlns:a16="http://schemas.microsoft.com/office/drawing/2014/main" id="{B08CBB3F-E7E2-4C66-B6BF-31589336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16" y="1010867"/>
            <a:ext cx="111303" cy="121467"/>
          </a:xfrm>
          <a:custGeom xmlns:a="http://schemas.openxmlformats.org/drawingml/2006/main">
            <a:pathLst>
              <a:path w="111303" h="121467">
                <a:moveTo>
                  <a:pt x="55651" y="16162"/>
                </a:moveTo>
                <a:lnTo>
                  <a:pt x="33324" y="76646"/>
                </a:lnTo>
                <a:lnTo>
                  <a:pt x="77979" y="76646"/>
                </a:lnTo>
                <a:lnTo>
                  <a:pt x="55651" y="16162"/>
                </a:lnTo>
                <a:close/>
                <a:moveTo>
                  <a:pt x="46321" y="0"/>
                </a:moveTo>
                <a:lnTo>
                  <a:pt x="64982" y="0"/>
                </a:lnTo>
                <a:lnTo>
                  <a:pt x="111303" y="121467"/>
                </a:lnTo>
                <a:lnTo>
                  <a:pt x="94141" y="121467"/>
                </a:lnTo>
                <a:lnTo>
                  <a:pt x="83144" y="90308"/>
                </a:lnTo>
                <a:lnTo>
                  <a:pt x="28326" y="90308"/>
                </a:lnTo>
                <a:lnTo>
                  <a:pt x="17329" y="121467"/>
                </a:lnTo>
                <a:lnTo>
                  <a:pt x="0" y="121467"/>
                </a:lnTo>
                <a:lnTo>
                  <a:pt x="463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73" name="Original native bar-chart element 173">
            <a:extLst xmlns:a="http://schemas.openxmlformats.org/drawingml/2006/main">
              <a:ext uri="{FF2B5EF4-FFF2-40B4-BE49-F238E27FC236}">
                <a16:creationId xmlns:a16="http://schemas.microsoft.com/office/drawing/2014/main" id="{A38B1806-BFC5-4FB0-9BF6-9CC888BA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115" y="1039026"/>
            <a:ext cx="81478" cy="127798"/>
          </a:xfrm>
          <a:custGeom xmlns:a="http://schemas.openxmlformats.org/drawingml/2006/main">
            <a:pathLst>
              <a:path w="81478" h="127798">
                <a:moveTo>
                  <a:pt x="66482" y="46654"/>
                </a:moveTo>
                <a:lnTo>
                  <a:pt x="66433" y="44033"/>
                </a:lnTo>
                <a:lnTo>
                  <a:pt x="66289" y="41504"/>
                </a:lnTo>
                <a:lnTo>
                  <a:pt x="66050" y="39067"/>
                </a:lnTo>
                <a:lnTo>
                  <a:pt x="65716" y="36724"/>
                </a:lnTo>
                <a:lnTo>
                  <a:pt x="65291" y="34476"/>
                </a:lnTo>
                <a:lnTo>
                  <a:pt x="64774" y="32324"/>
                </a:lnTo>
                <a:lnTo>
                  <a:pt x="64167" y="30270"/>
                </a:lnTo>
                <a:lnTo>
                  <a:pt x="63470" y="28313"/>
                </a:lnTo>
                <a:lnTo>
                  <a:pt x="62686" y="26456"/>
                </a:lnTo>
                <a:lnTo>
                  <a:pt x="61815" y="24700"/>
                </a:lnTo>
                <a:lnTo>
                  <a:pt x="60858" y="23046"/>
                </a:lnTo>
                <a:lnTo>
                  <a:pt x="59817" y="21494"/>
                </a:lnTo>
                <a:lnTo>
                  <a:pt x="58654" y="20057"/>
                </a:lnTo>
                <a:lnTo>
                  <a:pt x="57416" y="18745"/>
                </a:lnTo>
                <a:lnTo>
                  <a:pt x="56102" y="17558"/>
                </a:lnTo>
                <a:lnTo>
                  <a:pt x="54713" y="16495"/>
                </a:lnTo>
                <a:lnTo>
                  <a:pt x="53251" y="15558"/>
                </a:lnTo>
                <a:lnTo>
                  <a:pt x="51715" y="14746"/>
                </a:lnTo>
                <a:lnTo>
                  <a:pt x="50106" y="14059"/>
                </a:lnTo>
                <a:lnTo>
                  <a:pt x="48425" y="13496"/>
                </a:lnTo>
                <a:lnTo>
                  <a:pt x="46672" y="13059"/>
                </a:lnTo>
                <a:lnTo>
                  <a:pt x="44848" y="12746"/>
                </a:lnTo>
                <a:lnTo>
                  <a:pt x="42953" y="12559"/>
                </a:lnTo>
                <a:lnTo>
                  <a:pt x="40989" y="12497"/>
                </a:lnTo>
                <a:lnTo>
                  <a:pt x="39024" y="12559"/>
                </a:lnTo>
                <a:lnTo>
                  <a:pt x="37129" y="12746"/>
                </a:lnTo>
                <a:lnTo>
                  <a:pt x="35305" y="13059"/>
                </a:lnTo>
                <a:lnTo>
                  <a:pt x="33553" y="13496"/>
                </a:lnTo>
                <a:lnTo>
                  <a:pt x="31871" y="14059"/>
                </a:lnTo>
                <a:lnTo>
                  <a:pt x="30263" y="14746"/>
                </a:lnTo>
                <a:lnTo>
                  <a:pt x="28727" y="15558"/>
                </a:lnTo>
                <a:lnTo>
                  <a:pt x="27264" y="16495"/>
                </a:lnTo>
                <a:lnTo>
                  <a:pt x="25876" y="17558"/>
                </a:lnTo>
                <a:lnTo>
                  <a:pt x="24562" y="18745"/>
                </a:lnTo>
                <a:lnTo>
                  <a:pt x="23323" y="20057"/>
                </a:lnTo>
                <a:lnTo>
                  <a:pt x="22161" y="21494"/>
                </a:lnTo>
                <a:lnTo>
                  <a:pt x="21084" y="23046"/>
                </a:lnTo>
                <a:lnTo>
                  <a:pt x="20105" y="24700"/>
                </a:lnTo>
                <a:lnTo>
                  <a:pt x="19221" y="26456"/>
                </a:lnTo>
                <a:lnTo>
                  <a:pt x="18433" y="28313"/>
                </a:lnTo>
                <a:lnTo>
                  <a:pt x="17740" y="30270"/>
                </a:lnTo>
                <a:lnTo>
                  <a:pt x="17141" y="32324"/>
                </a:lnTo>
                <a:lnTo>
                  <a:pt x="16636" y="34476"/>
                </a:lnTo>
                <a:lnTo>
                  <a:pt x="16224" y="36724"/>
                </a:lnTo>
                <a:lnTo>
                  <a:pt x="15904" y="39067"/>
                </a:lnTo>
                <a:lnTo>
                  <a:pt x="15677" y="41504"/>
                </a:lnTo>
                <a:lnTo>
                  <a:pt x="15541" y="44033"/>
                </a:lnTo>
                <a:lnTo>
                  <a:pt x="15496" y="46654"/>
                </a:lnTo>
                <a:lnTo>
                  <a:pt x="15541" y="49309"/>
                </a:lnTo>
                <a:lnTo>
                  <a:pt x="15677" y="51862"/>
                </a:lnTo>
                <a:lnTo>
                  <a:pt x="15904" y="54311"/>
                </a:lnTo>
                <a:lnTo>
                  <a:pt x="16224" y="56657"/>
                </a:lnTo>
                <a:lnTo>
                  <a:pt x="16636" y="58902"/>
                </a:lnTo>
                <a:lnTo>
                  <a:pt x="17141" y="61046"/>
                </a:lnTo>
                <a:lnTo>
                  <a:pt x="17740" y="63089"/>
                </a:lnTo>
                <a:lnTo>
                  <a:pt x="18433" y="65031"/>
                </a:lnTo>
                <a:lnTo>
                  <a:pt x="19221" y="66875"/>
                </a:lnTo>
                <a:lnTo>
                  <a:pt x="20105" y="68619"/>
                </a:lnTo>
                <a:lnTo>
                  <a:pt x="21084" y="70265"/>
                </a:lnTo>
                <a:lnTo>
                  <a:pt x="22161" y="71814"/>
                </a:lnTo>
                <a:lnTo>
                  <a:pt x="23323" y="73251"/>
                </a:lnTo>
                <a:lnTo>
                  <a:pt x="24562" y="74563"/>
                </a:lnTo>
                <a:lnTo>
                  <a:pt x="25876" y="75750"/>
                </a:lnTo>
                <a:lnTo>
                  <a:pt x="27264" y="76812"/>
                </a:lnTo>
                <a:lnTo>
                  <a:pt x="28727" y="77749"/>
                </a:lnTo>
                <a:lnTo>
                  <a:pt x="30263" y="78562"/>
                </a:lnTo>
                <a:lnTo>
                  <a:pt x="31871" y="79249"/>
                </a:lnTo>
                <a:lnTo>
                  <a:pt x="33553" y="79811"/>
                </a:lnTo>
                <a:lnTo>
                  <a:pt x="35305" y="80249"/>
                </a:lnTo>
                <a:lnTo>
                  <a:pt x="37129" y="80561"/>
                </a:lnTo>
                <a:lnTo>
                  <a:pt x="39024" y="80749"/>
                </a:lnTo>
                <a:lnTo>
                  <a:pt x="40989" y="80811"/>
                </a:lnTo>
                <a:lnTo>
                  <a:pt x="42953" y="80749"/>
                </a:lnTo>
                <a:lnTo>
                  <a:pt x="44848" y="80561"/>
                </a:lnTo>
                <a:lnTo>
                  <a:pt x="46672" y="80249"/>
                </a:lnTo>
                <a:lnTo>
                  <a:pt x="48425" y="79811"/>
                </a:lnTo>
                <a:lnTo>
                  <a:pt x="50106" y="79249"/>
                </a:lnTo>
                <a:lnTo>
                  <a:pt x="51715" y="78562"/>
                </a:lnTo>
                <a:lnTo>
                  <a:pt x="53251" y="77749"/>
                </a:lnTo>
                <a:lnTo>
                  <a:pt x="54713" y="76812"/>
                </a:lnTo>
                <a:lnTo>
                  <a:pt x="56102" y="75750"/>
                </a:lnTo>
                <a:lnTo>
                  <a:pt x="57416" y="74563"/>
                </a:lnTo>
                <a:lnTo>
                  <a:pt x="58654" y="73251"/>
                </a:lnTo>
                <a:lnTo>
                  <a:pt x="59817" y="71814"/>
                </a:lnTo>
                <a:lnTo>
                  <a:pt x="60858" y="70265"/>
                </a:lnTo>
                <a:lnTo>
                  <a:pt x="61815" y="68619"/>
                </a:lnTo>
                <a:lnTo>
                  <a:pt x="62686" y="66875"/>
                </a:lnTo>
                <a:lnTo>
                  <a:pt x="63470" y="65031"/>
                </a:lnTo>
                <a:lnTo>
                  <a:pt x="64167" y="63089"/>
                </a:lnTo>
                <a:lnTo>
                  <a:pt x="64774" y="61046"/>
                </a:lnTo>
                <a:lnTo>
                  <a:pt x="65291" y="58902"/>
                </a:lnTo>
                <a:lnTo>
                  <a:pt x="65716" y="56657"/>
                </a:lnTo>
                <a:lnTo>
                  <a:pt x="66050" y="54311"/>
                </a:lnTo>
                <a:lnTo>
                  <a:pt x="66289" y="51862"/>
                </a:lnTo>
                <a:lnTo>
                  <a:pt x="66433" y="49309"/>
                </a:lnTo>
                <a:lnTo>
                  <a:pt x="66482" y="46654"/>
                </a:lnTo>
                <a:close/>
                <a:moveTo>
                  <a:pt x="81478" y="81977"/>
                </a:moveTo>
                <a:lnTo>
                  <a:pt x="81405" y="85730"/>
                </a:lnTo>
                <a:lnTo>
                  <a:pt x="81187" y="89323"/>
                </a:lnTo>
                <a:lnTo>
                  <a:pt x="80824" y="92756"/>
                </a:lnTo>
                <a:lnTo>
                  <a:pt x="80317" y="96029"/>
                </a:lnTo>
                <a:lnTo>
                  <a:pt x="79667" y="99143"/>
                </a:lnTo>
                <a:lnTo>
                  <a:pt x="78874" y="102097"/>
                </a:lnTo>
                <a:lnTo>
                  <a:pt x="77939" y="104891"/>
                </a:lnTo>
                <a:lnTo>
                  <a:pt x="76862" y="107526"/>
                </a:lnTo>
                <a:lnTo>
                  <a:pt x="75643" y="110001"/>
                </a:lnTo>
                <a:lnTo>
                  <a:pt x="74284" y="112316"/>
                </a:lnTo>
                <a:lnTo>
                  <a:pt x="72785" y="114472"/>
                </a:lnTo>
                <a:lnTo>
                  <a:pt x="71147" y="116468"/>
                </a:lnTo>
                <a:lnTo>
                  <a:pt x="69325" y="118266"/>
                </a:lnTo>
                <a:lnTo>
                  <a:pt x="67356" y="119911"/>
                </a:lnTo>
                <a:lnTo>
                  <a:pt x="65240" y="121402"/>
                </a:lnTo>
                <a:lnTo>
                  <a:pt x="62977" y="122738"/>
                </a:lnTo>
                <a:lnTo>
                  <a:pt x="60565" y="123919"/>
                </a:lnTo>
                <a:lnTo>
                  <a:pt x="58005" y="124945"/>
                </a:lnTo>
                <a:lnTo>
                  <a:pt x="55295" y="125814"/>
                </a:lnTo>
                <a:lnTo>
                  <a:pt x="52436" y="126527"/>
                </a:lnTo>
                <a:lnTo>
                  <a:pt x="49427" y="127082"/>
                </a:lnTo>
                <a:lnTo>
                  <a:pt x="46266" y="127480"/>
                </a:lnTo>
                <a:lnTo>
                  <a:pt x="42954" y="127718"/>
                </a:lnTo>
                <a:lnTo>
                  <a:pt x="39489" y="127798"/>
                </a:lnTo>
                <a:lnTo>
                  <a:pt x="38166" y="127788"/>
                </a:lnTo>
                <a:lnTo>
                  <a:pt x="36863" y="127758"/>
                </a:lnTo>
                <a:lnTo>
                  <a:pt x="35579" y="127710"/>
                </a:lnTo>
                <a:lnTo>
                  <a:pt x="34312" y="127644"/>
                </a:lnTo>
                <a:lnTo>
                  <a:pt x="33061" y="127562"/>
                </a:lnTo>
                <a:lnTo>
                  <a:pt x="31825" y="127465"/>
                </a:lnTo>
                <a:lnTo>
                  <a:pt x="30603" y="127354"/>
                </a:lnTo>
                <a:lnTo>
                  <a:pt x="29393" y="127230"/>
                </a:lnTo>
                <a:lnTo>
                  <a:pt x="28195" y="127095"/>
                </a:lnTo>
                <a:lnTo>
                  <a:pt x="27008" y="126950"/>
                </a:lnTo>
                <a:lnTo>
                  <a:pt x="25830" y="126795"/>
                </a:lnTo>
                <a:lnTo>
                  <a:pt x="24660" y="126632"/>
                </a:lnTo>
                <a:lnTo>
                  <a:pt x="23494" y="126417"/>
                </a:lnTo>
                <a:lnTo>
                  <a:pt x="22329" y="126187"/>
                </a:lnTo>
                <a:lnTo>
                  <a:pt x="21166" y="125942"/>
                </a:lnTo>
                <a:lnTo>
                  <a:pt x="20007" y="125681"/>
                </a:lnTo>
                <a:lnTo>
                  <a:pt x="18852" y="125405"/>
                </a:lnTo>
                <a:lnTo>
                  <a:pt x="17703" y="125111"/>
                </a:lnTo>
                <a:lnTo>
                  <a:pt x="16562" y="124801"/>
                </a:lnTo>
                <a:lnTo>
                  <a:pt x="15428" y="124472"/>
                </a:lnTo>
                <a:lnTo>
                  <a:pt x="14303" y="124125"/>
                </a:lnTo>
                <a:lnTo>
                  <a:pt x="13189" y="123758"/>
                </a:lnTo>
                <a:lnTo>
                  <a:pt x="12087" y="123372"/>
                </a:lnTo>
                <a:lnTo>
                  <a:pt x="10997" y="122966"/>
                </a:lnTo>
                <a:lnTo>
                  <a:pt x="10997" y="108470"/>
                </a:lnTo>
                <a:lnTo>
                  <a:pt x="12080" y="109040"/>
                </a:lnTo>
                <a:lnTo>
                  <a:pt x="13163" y="109582"/>
                </a:lnTo>
                <a:lnTo>
                  <a:pt x="14246" y="110097"/>
                </a:lnTo>
                <a:lnTo>
                  <a:pt x="15329" y="110587"/>
                </a:lnTo>
                <a:lnTo>
                  <a:pt x="16412" y="111051"/>
                </a:lnTo>
                <a:lnTo>
                  <a:pt x="17495" y="111490"/>
                </a:lnTo>
                <a:lnTo>
                  <a:pt x="18578" y="111905"/>
                </a:lnTo>
                <a:lnTo>
                  <a:pt x="19661" y="112296"/>
                </a:lnTo>
                <a:lnTo>
                  <a:pt x="20744" y="112664"/>
                </a:lnTo>
                <a:lnTo>
                  <a:pt x="21827" y="113010"/>
                </a:lnTo>
                <a:lnTo>
                  <a:pt x="22910" y="113333"/>
                </a:lnTo>
                <a:lnTo>
                  <a:pt x="23993" y="113635"/>
                </a:lnTo>
                <a:lnTo>
                  <a:pt x="25077" y="113916"/>
                </a:lnTo>
                <a:lnTo>
                  <a:pt x="26160" y="114176"/>
                </a:lnTo>
                <a:lnTo>
                  <a:pt x="27245" y="114414"/>
                </a:lnTo>
                <a:lnTo>
                  <a:pt x="28332" y="114629"/>
                </a:lnTo>
                <a:lnTo>
                  <a:pt x="29421" y="114821"/>
                </a:lnTo>
                <a:lnTo>
                  <a:pt x="30512" y="114989"/>
                </a:lnTo>
                <a:lnTo>
                  <a:pt x="31608" y="115133"/>
                </a:lnTo>
                <a:lnTo>
                  <a:pt x="32707" y="115252"/>
                </a:lnTo>
                <a:lnTo>
                  <a:pt x="33811" y="115346"/>
                </a:lnTo>
                <a:lnTo>
                  <a:pt x="34920" y="115413"/>
                </a:lnTo>
                <a:lnTo>
                  <a:pt x="36035" y="115454"/>
                </a:lnTo>
                <a:lnTo>
                  <a:pt x="37156" y="115468"/>
                </a:lnTo>
                <a:lnTo>
                  <a:pt x="39524" y="115413"/>
                </a:lnTo>
                <a:lnTo>
                  <a:pt x="41794" y="115248"/>
                </a:lnTo>
                <a:lnTo>
                  <a:pt x="43967" y="114974"/>
                </a:lnTo>
                <a:lnTo>
                  <a:pt x="46043" y="114592"/>
                </a:lnTo>
                <a:lnTo>
                  <a:pt x="48022" y="114104"/>
                </a:lnTo>
                <a:lnTo>
                  <a:pt x="49903" y="113510"/>
                </a:lnTo>
                <a:lnTo>
                  <a:pt x="51687" y="112813"/>
                </a:lnTo>
                <a:lnTo>
                  <a:pt x="53374" y="112012"/>
                </a:lnTo>
                <a:lnTo>
                  <a:pt x="54964" y="111110"/>
                </a:lnTo>
                <a:lnTo>
                  <a:pt x="56457" y="110107"/>
                </a:lnTo>
                <a:lnTo>
                  <a:pt x="57852" y="109005"/>
                </a:lnTo>
                <a:lnTo>
                  <a:pt x="59150" y="107804"/>
                </a:lnTo>
                <a:lnTo>
                  <a:pt x="60310" y="106460"/>
                </a:lnTo>
                <a:lnTo>
                  <a:pt x="61371" y="105012"/>
                </a:lnTo>
                <a:lnTo>
                  <a:pt x="62334" y="103459"/>
                </a:lnTo>
                <a:lnTo>
                  <a:pt x="63199" y="101799"/>
                </a:lnTo>
                <a:lnTo>
                  <a:pt x="63963" y="100033"/>
                </a:lnTo>
                <a:lnTo>
                  <a:pt x="64628" y="98161"/>
                </a:lnTo>
                <a:lnTo>
                  <a:pt x="65192" y="96180"/>
                </a:lnTo>
                <a:lnTo>
                  <a:pt x="65655" y="94091"/>
                </a:lnTo>
                <a:lnTo>
                  <a:pt x="66016" y="91894"/>
                </a:lnTo>
                <a:lnTo>
                  <a:pt x="66274" y="89587"/>
                </a:lnTo>
                <a:lnTo>
                  <a:pt x="66430" y="87171"/>
                </a:lnTo>
                <a:lnTo>
                  <a:pt x="66482" y="84643"/>
                </a:lnTo>
                <a:lnTo>
                  <a:pt x="66482" y="77312"/>
                </a:lnTo>
                <a:lnTo>
                  <a:pt x="65673" y="78617"/>
                </a:lnTo>
                <a:lnTo>
                  <a:pt x="64829" y="79867"/>
                </a:lnTo>
                <a:lnTo>
                  <a:pt x="63951" y="81061"/>
                </a:lnTo>
                <a:lnTo>
                  <a:pt x="63038" y="82200"/>
                </a:lnTo>
                <a:lnTo>
                  <a:pt x="62091" y="83283"/>
                </a:lnTo>
                <a:lnTo>
                  <a:pt x="61108" y="84310"/>
                </a:lnTo>
                <a:lnTo>
                  <a:pt x="60091" y="85282"/>
                </a:lnTo>
                <a:lnTo>
                  <a:pt x="59039" y="86199"/>
                </a:lnTo>
                <a:lnTo>
                  <a:pt x="57953" y="87059"/>
                </a:lnTo>
                <a:lnTo>
                  <a:pt x="56832" y="87865"/>
                </a:lnTo>
                <a:lnTo>
                  <a:pt x="55676" y="88615"/>
                </a:lnTo>
                <a:lnTo>
                  <a:pt x="54485" y="89309"/>
                </a:lnTo>
                <a:lnTo>
                  <a:pt x="53260" y="89947"/>
                </a:lnTo>
                <a:lnTo>
                  <a:pt x="51999" y="90531"/>
                </a:lnTo>
                <a:lnTo>
                  <a:pt x="50702" y="91058"/>
                </a:lnTo>
                <a:lnTo>
                  <a:pt x="49369" y="91530"/>
                </a:lnTo>
                <a:lnTo>
                  <a:pt x="47999" y="91947"/>
                </a:lnTo>
                <a:lnTo>
                  <a:pt x="46591" y="92308"/>
                </a:lnTo>
                <a:lnTo>
                  <a:pt x="45145" y="92613"/>
                </a:lnTo>
                <a:lnTo>
                  <a:pt x="43661" y="92863"/>
                </a:lnTo>
                <a:lnTo>
                  <a:pt x="42137" y="93058"/>
                </a:lnTo>
                <a:lnTo>
                  <a:pt x="40573" y="93197"/>
                </a:lnTo>
                <a:lnTo>
                  <a:pt x="38969" y="93280"/>
                </a:lnTo>
                <a:lnTo>
                  <a:pt x="37323" y="93308"/>
                </a:lnTo>
                <a:lnTo>
                  <a:pt x="34539" y="93221"/>
                </a:lnTo>
                <a:lnTo>
                  <a:pt x="31852" y="92960"/>
                </a:lnTo>
                <a:lnTo>
                  <a:pt x="29260" y="92524"/>
                </a:lnTo>
                <a:lnTo>
                  <a:pt x="26764" y="91913"/>
                </a:lnTo>
                <a:lnTo>
                  <a:pt x="24363" y="91126"/>
                </a:lnTo>
                <a:lnTo>
                  <a:pt x="22056" y="90163"/>
                </a:lnTo>
                <a:lnTo>
                  <a:pt x="19843" y="89022"/>
                </a:lnTo>
                <a:lnTo>
                  <a:pt x="17724" y="87704"/>
                </a:lnTo>
                <a:lnTo>
                  <a:pt x="15696" y="86208"/>
                </a:lnTo>
                <a:lnTo>
                  <a:pt x="13761" y="84533"/>
                </a:lnTo>
                <a:lnTo>
                  <a:pt x="11917" y="82679"/>
                </a:lnTo>
                <a:lnTo>
                  <a:pt x="10164" y="80644"/>
                </a:lnTo>
                <a:lnTo>
                  <a:pt x="8529" y="78461"/>
                </a:lnTo>
                <a:lnTo>
                  <a:pt x="7039" y="76160"/>
                </a:lnTo>
                <a:lnTo>
                  <a:pt x="5694" y="73740"/>
                </a:lnTo>
                <a:lnTo>
                  <a:pt x="4493" y="71203"/>
                </a:lnTo>
                <a:lnTo>
                  <a:pt x="3435" y="68547"/>
                </a:lnTo>
                <a:lnTo>
                  <a:pt x="2520" y="65774"/>
                </a:lnTo>
                <a:lnTo>
                  <a:pt x="1748" y="62882"/>
                </a:lnTo>
                <a:lnTo>
                  <a:pt x="1117" y="59872"/>
                </a:lnTo>
                <a:lnTo>
                  <a:pt x="627" y="56745"/>
                </a:lnTo>
                <a:lnTo>
                  <a:pt x="278" y="53499"/>
                </a:lnTo>
                <a:lnTo>
                  <a:pt x="70" y="50136"/>
                </a:lnTo>
                <a:lnTo>
                  <a:pt x="0" y="46654"/>
                </a:lnTo>
                <a:lnTo>
                  <a:pt x="70" y="43210"/>
                </a:lnTo>
                <a:lnTo>
                  <a:pt x="278" y="39879"/>
                </a:lnTo>
                <a:lnTo>
                  <a:pt x="627" y="36659"/>
                </a:lnTo>
                <a:lnTo>
                  <a:pt x="1117" y="33553"/>
                </a:lnTo>
                <a:lnTo>
                  <a:pt x="1748" y="30559"/>
                </a:lnTo>
                <a:lnTo>
                  <a:pt x="2520" y="27680"/>
                </a:lnTo>
                <a:lnTo>
                  <a:pt x="3435" y="24915"/>
                </a:lnTo>
                <a:lnTo>
                  <a:pt x="4493" y="22265"/>
                </a:lnTo>
                <a:lnTo>
                  <a:pt x="5694" y="19732"/>
                </a:lnTo>
                <a:lnTo>
                  <a:pt x="7039" y="17314"/>
                </a:lnTo>
                <a:lnTo>
                  <a:pt x="8529" y="15013"/>
                </a:lnTo>
                <a:lnTo>
                  <a:pt x="10164" y="12830"/>
                </a:lnTo>
                <a:lnTo>
                  <a:pt x="11917" y="10792"/>
                </a:lnTo>
                <a:lnTo>
                  <a:pt x="13761" y="8929"/>
                </a:lnTo>
                <a:lnTo>
                  <a:pt x="15696" y="7240"/>
                </a:lnTo>
                <a:lnTo>
                  <a:pt x="17724" y="5727"/>
                </a:lnTo>
                <a:lnTo>
                  <a:pt x="19843" y="4389"/>
                </a:lnTo>
                <a:lnTo>
                  <a:pt x="22056" y="3228"/>
                </a:lnTo>
                <a:lnTo>
                  <a:pt x="24363" y="2244"/>
                </a:lnTo>
                <a:lnTo>
                  <a:pt x="26764" y="1438"/>
                </a:lnTo>
                <a:lnTo>
                  <a:pt x="29260" y="810"/>
                </a:lnTo>
                <a:lnTo>
                  <a:pt x="31852" y="360"/>
                </a:lnTo>
                <a:lnTo>
                  <a:pt x="34539" y="90"/>
                </a:lnTo>
                <a:lnTo>
                  <a:pt x="37323" y="0"/>
                </a:lnTo>
                <a:lnTo>
                  <a:pt x="38969" y="28"/>
                </a:lnTo>
                <a:lnTo>
                  <a:pt x="40573" y="111"/>
                </a:lnTo>
                <a:lnTo>
                  <a:pt x="42137" y="250"/>
                </a:lnTo>
                <a:lnTo>
                  <a:pt x="43661" y="444"/>
                </a:lnTo>
                <a:lnTo>
                  <a:pt x="45145" y="694"/>
                </a:lnTo>
                <a:lnTo>
                  <a:pt x="46591" y="1000"/>
                </a:lnTo>
                <a:lnTo>
                  <a:pt x="47999" y="1361"/>
                </a:lnTo>
                <a:lnTo>
                  <a:pt x="49369" y="1777"/>
                </a:lnTo>
                <a:lnTo>
                  <a:pt x="50702" y="2249"/>
                </a:lnTo>
                <a:lnTo>
                  <a:pt x="51999" y="2777"/>
                </a:lnTo>
                <a:lnTo>
                  <a:pt x="53260" y="3360"/>
                </a:lnTo>
                <a:lnTo>
                  <a:pt x="54485" y="3999"/>
                </a:lnTo>
                <a:lnTo>
                  <a:pt x="55676" y="4693"/>
                </a:lnTo>
                <a:lnTo>
                  <a:pt x="56832" y="5443"/>
                </a:lnTo>
                <a:lnTo>
                  <a:pt x="57953" y="6248"/>
                </a:lnTo>
                <a:lnTo>
                  <a:pt x="59039" y="7109"/>
                </a:lnTo>
                <a:lnTo>
                  <a:pt x="60091" y="8026"/>
                </a:lnTo>
                <a:lnTo>
                  <a:pt x="61108" y="8998"/>
                </a:lnTo>
                <a:lnTo>
                  <a:pt x="62091" y="10025"/>
                </a:lnTo>
                <a:lnTo>
                  <a:pt x="63038" y="11108"/>
                </a:lnTo>
                <a:lnTo>
                  <a:pt x="63951" y="12247"/>
                </a:lnTo>
                <a:lnTo>
                  <a:pt x="64829" y="13441"/>
                </a:lnTo>
                <a:lnTo>
                  <a:pt x="65673" y="14690"/>
                </a:lnTo>
                <a:lnTo>
                  <a:pt x="66482" y="15996"/>
                </a:lnTo>
                <a:lnTo>
                  <a:pt x="66482" y="2166"/>
                </a:lnTo>
                <a:lnTo>
                  <a:pt x="81478" y="2166"/>
                </a:lnTo>
                <a:lnTo>
                  <a:pt x="81478" y="819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74" name="Original native bar-chart element 174">
            <a:extLst xmlns:a="http://schemas.openxmlformats.org/drawingml/2006/main">
              <a:ext uri="{FF2B5EF4-FFF2-40B4-BE49-F238E27FC236}">
                <a16:creationId xmlns:a16="http://schemas.microsoft.com/office/drawing/2014/main" id="{84E0899F-4FAE-408F-AEBC-AA3AF84D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919" y="1039026"/>
            <a:ext cx="84477" cy="95474"/>
          </a:xfrm>
          <a:custGeom xmlns:a="http://schemas.openxmlformats.org/drawingml/2006/main">
            <a:pathLst>
              <a:path w="84477" h="95474">
                <a:moveTo>
                  <a:pt x="84477" y="43988"/>
                </a:moveTo>
                <a:lnTo>
                  <a:pt x="84477" y="51319"/>
                </a:lnTo>
                <a:lnTo>
                  <a:pt x="15662" y="51319"/>
                </a:lnTo>
                <a:lnTo>
                  <a:pt x="15878" y="53853"/>
                </a:lnTo>
                <a:lnTo>
                  <a:pt x="16192" y="56289"/>
                </a:lnTo>
                <a:lnTo>
                  <a:pt x="16605" y="58625"/>
                </a:lnTo>
                <a:lnTo>
                  <a:pt x="17119" y="60860"/>
                </a:lnTo>
                <a:lnTo>
                  <a:pt x="17735" y="62993"/>
                </a:lnTo>
                <a:lnTo>
                  <a:pt x="18453" y="65024"/>
                </a:lnTo>
                <a:lnTo>
                  <a:pt x="19276" y="66950"/>
                </a:lnTo>
                <a:lnTo>
                  <a:pt x="20204" y="68771"/>
                </a:lnTo>
                <a:lnTo>
                  <a:pt x="21239" y="70486"/>
                </a:lnTo>
                <a:lnTo>
                  <a:pt x="22381" y="72093"/>
                </a:lnTo>
                <a:lnTo>
                  <a:pt x="23632" y="73591"/>
                </a:lnTo>
                <a:lnTo>
                  <a:pt x="24993" y="74979"/>
                </a:lnTo>
                <a:lnTo>
                  <a:pt x="26413" y="76257"/>
                </a:lnTo>
                <a:lnTo>
                  <a:pt x="27924" y="77423"/>
                </a:lnTo>
                <a:lnTo>
                  <a:pt x="29526" y="78478"/>
                </a:lnTo>
                <a:lnTo>
                  <a:pt x="31220" y="79423"/>
                </a:lnTo>
                <a:lnTo>
                  <a:pt x="33006" y="80256"/>
                </a:lnTo>
                <a:lnTo>
                  <a:pt x="34886" y="80978"/>
                </a:lnTo>
                <a:lnTo>
                  <a:pt x="36860" y="81589"/>
                </a:lnTo>
                <a:lnTo>
                  <a:pt x="38928" y="82089"/>
                </a:lnTo>
                <a:lnTo>
                  <a:pt x="41090" y="82477"/>
                </a:lnTo>
                <a:lnTo>
                  <a:pt x="43348" y="82755"/>
                </a:lnTo>
                <a:lnTo>
                  <a:pt x="45703" y="82922"/>
                </a:lnTo>
                <a:lnTo>
                  <a:pt x="48153" y="82977"/>
                </a:lnTo>
                <a:lnTo>
                  <a:pt x="49570" y="82963"/>
                </a:lnTo>
                <a:lnTo>
                  <a:pt x="50984" y="82922"/>
                </a:lnTo>
                <a:lnTo>
                  <a:pt x="52397" y="82852"/>
                </a:lnTo>
                <a:lnTo>
                  <a:pt x="53806" y="82755"/>
                </a:lnTo>
                <a:lnTo>
                  <a:pt x="55211" y="82630"/>
                </a:lnTo>
                <a:lnTo>
                  <a:pt x="56609" y="82477"/>
                </a:lnTo>
                <a:lnTo>
                  <a:pt x="58001" y="82297"/>
                </a:lnTo>
                <a:lnTo>
                  <a:pt x="59385" y="82089"/>
                </a:lnTo>
                <a:lnTo>
                  <a:pt x="60759" y="81852"/>
                </a:lnTo>
                <a:lnTo>
                  <a:pt x="62123" y="81589"/>
                </a:lnTo>
                <a:lnTo>
                  <a:pt x="63476" y="81297"/>
                </a:lnTo>
                <a:lnTo>
                  <a:pt x="64816" y="80978"/>
                </a:lnTo>
                <a:lnTo>
                  <a:pt x="66152" y="80627"/>
                </a:lnTo>
                <a:lnTo>
                  <a:pt x="67494" y="80242"/>
                </a:lnTo>
                <a:lnTo>
                  <a:pt x="68840" y="79822"/>
                </a:lnTo>
                <a:lnTo>
                  <a:pt x="70191" y="79367"/>
                </a:lnTo>
                <a:lnTo>
                  <a:pt x="71543" y="78878"/>
                </a:lnTo>
                <a:lnTo>
                  <a:pt x="72897" y="78353"/>
                </a:lnTo>
                <a:lnTo>
                  <a:pt x="74250" y="77795"/>
                </a:lnTo>
                <a:lnTo>
                  <a:pt x="75603" y="77201"/>
                </a:lnTo>
                <a:lnTo>
                  <a:pt x="76953" y="76573"/>
                </a:lnTo>
                <a:lnTo>
                  <a:pt x="78299" y="75910"/>
                </a:lnTo>
                <a:lnTo>
                  <a:pt x="79641" y="75212"/>
                </a:lnTo>
                <a:lnTo>
                  <a:pt x="80978" y="74480"/>
                </a:lnTo>
                <a:lnTo>
                  <a:pt x="80978" y="88642"/>
                </a:lnTo>
                <a:lnTo>
                  <a:pt x="79641" y="89215"/>
                </a:lnTo>
                <a:lnTo>
                  <a:pt x="78298" y="89765"/>
                </a:lnTo>
                <a:lnTo>
                  <a:pt x="76948" y="90293"/>
                </a:lnTo>
                <a:lnTo>
                  <a:pt x="75590" y="90796"/>
                </a:lnTo>
                <a:lnTo>
                  <a:pt x="74226" y="91274"/>
                </a:lnTo>
                <a:lnTo>
                  <a:pt x="72855" y="91725"/>
                </a:lnTo>
                <a:lnTo>
                  <a:pt x="71477" y="92148"/>
                </a:lnTo>
                <a:lnTo>
                  <a:pt x="70092" y="92542"/>
                </a:lnTo>
                <a:lnTo>
                  <a:pt x="68700" y="92907"/>
                </a:lnTo>
                <a:lnTo>
                  <a:pt x="67301" y="93240"/>
                </a:lnTo>
                <a:lnTo>
                  <a:pt x="65895" y="93540"/>
                </a:lnTo>
                <a:lnTo>
                  <a:pt x="64482" y="93808"/>
                </a:lnTo>
                <a:lnTo>
                  <a:pt x="63063" y="94050"/>
                </a:lnTo>
                <a:lnTo>
                  <a:pt x="61637" y="94278"/>
                </a:lnTo>
                <a:lnTo>
                  <a:pt x="60207" y="94490"/>
                </a:lnTo>
                <a:lnTo>
                  <a:pt x="58774" y="94684"/>
                </a:lnTo>
                <a:lnTo>
                  <a:pt x="57338" y="94860"/>
                </a:lnTo>
                <a:lnTo>
                  <a:pt x="55901" y="95016"/>
                </a:lnTo>
                <a:lnTo>
                  <a:pt x="54464" y="95151"/>
                </a:lnTo>
                <a:lnTo>
                  <a:pt x="53029" y="95264"/>
                </a:lnTo>
                <a:lnTo>
                  <a:pt x="51595" y="95354"/>
                </a:lnTo>
                <a:lnTo>
                  <a:pt x="50165" y="95420"/>
                </a:lnTo>
                <a:lnTo>
                  <a:pt x="48740" y="95460"/>
                </a:lnTo>
                <a:lnTo>
                  <a:pt x="47320" y="95474"/>
                </a:lnTo>
                <a:lnTo>
                  <a:pt x="43721" y="95387"/>
                </a:lnTo>
                <a:lnTo>
                  <a:pt x="40252" y="95127"/>
                </a:lnTo>
                <a:lnTo>
                  <a:pt x="36914" y="94693"/>
                </a:lnTo>
                <a:lnTo>
                  <a:pt x="33707" y="94085"/>
                </a:lnTo>
                <a:lnTo>
                  <a:pt x="30629" y="93304"/>
                </a:lnTo>
                <a:lnTo>
                  <a:pt x="27680" y="92350"/>
                </a:lnTo>
                <a:lnTo>
                  <a:pt x="24859" y="91221"/>
                </a:lnTo>
                <a:lnTo>
                  <a:pt x="22167" y="89920"/>
                </a:lnTo>
                <a:lnTo>
                  <a:pt x="19601" y="88444"/>
                </a:lnTo>
                <a:lnTo>
                  <a:pt x="17163" y="86796"/>
                </a:lnTo>
                <a:lnTo>
                  <a:pt x="14850" y="84973"/>
                </a:lnTo>
                <a:lnTo>
                  <a:pt x="12663" y="82977"/>
                </a:lnTo>
                <a:lnTo>
                  <a:pt x="10629" y="80829"/>
                </a:lnTo>
                <a:lnTo>
                  <a:pt x="8775" y="78549"/>
                </a:lnTo>
                <a:lnTo>
                  <a:pt x="7100" y="76138"/>
                </a:lnTo>
                <a:lnTo>
                  <a:pt x="5603" y="73597"/>
                </a:lnTo>
                <a:lnTo>
                  <a:pt x="4285" y="70927"/>
                </a:lnTo>
                <a:lnTo>
                  <a:pt x="3145" y="68127"/>
                </a:lnTo>
                <a:lnTo>
                  <a:pt x="2182" y="65199"/>
                </a:lnTo>
                <a:lnTo>
                  <a:pt x="1395" y="62143"/>
                </a:lnTo>
                <a:lnTo>
                  <a:pt x="784" y="58960"/>
                </a:lnTo>
                <a:lnTo>
                  <a:pt x="348" y="55651"/>
                </a:lnTo>
                <a:lnTo>
                  <a:pt x="87" y="52215"/>
                </a:lnTo>
                <a:lnTo>
                  <a:pt x="0" y="48653"/>
                </a:lnTo>
                <a:lnTo>
                  <a:pt x="83" y="45008"/>
                </a:lnTo>
                <a:lnTo>
                  <a:pt x="333" y="41489"/>
                </a:lnTo>
                <a:lnTo>
                  <a:pt x="750" y="38094"/>
                </a:lnTo>
                <a:lnTo>
                  <a:pt x="1333" y="34824"/>
                </a:lnTo>
                <a:lnTo>
                  <a:pt x="2083" y="31679"/>
                </a:lnTo>
                <a:lnTo>
                  <a:pt x="2999" y="28659"/>
                </a:lnTo>
                <a:lnTo>
                  <a:pt x="4082" y="25764"/>
                </a:lnTo>
                <a:lnTo>
                  <a:pt x="5332" y="22994"/>
                </a:lnTo>
                <a:lnTo>
                  <a:pt x="6748" y="20349"/>
                </a:lnTo>
                <a:lnTo>
                  <a:pt x="8331" y="17828"/>
                </a:lnTo>
                <a:lnTo>
                  <a:pt x="10081" y="15433"/>
                </a:lnTo>
                <a:lnTo>
                  <a:pt x="11997" y="13163"/>
                </a:lnTo>
                <a:lnTo>
                  <a:pt x="14058" y="11084"/>
                </a:lnTo>
                <a:lnTo>
                  <a:pt x="16244" y="9180"/>
                </a:lnTo>
                <a:lnTo>
                  <a:pt x="18552" y="7451"/>
                </a:lnTo>
                <a:lnTo>
                  <a:pt x="20982" y="5900"/>
                </a:lnTo>
                <a:lnTo>
                  <a:pt x="23532" y="4526"/>
                </a:lnTo>
                <a:lnTo>
                  <a:pt x="26201" y="3332"/>
                </a:lnTo>
                <a:lnTo>
                  <a:pt x="28988" y="2319"/>
                </a:lnTo>
                <a:lnTo>
                  <a:pt x="31892" y="1487"/>
                </a:lnTo>
                <a:lnTo>
                  <a:pt x="34912" y="838"/>
                </a:lnTo>
                <a:lnTo>
                  <a:pt x="38047" y="373"/>
                </a:lnTo>
                <a:lnTo>
                  <a:pt x="41294" y="94"/>
                </a:lnTo>
                <a:lnTo>
                  <a:pt x="44654" y="0"/>
                </a:lnTo>
                <a:lnTo>
                  <a:pt x="47681" y="83"/>
                </a:lnTo>
                <a:lnTo>
                  <a:pt x="50598" y="332"/>
                </a:lnTo>
                <a:lnTo>
                  <a:pt x="53405" y="747"/>
                </a:lnTo>
                <a:lnTo>
                  <a:pt x="56102" y="1327"/>
                </a:lnTo>
                <a:lnTo>
                  <a:pt x="58690" y="2071"/>
                </a:lnTo>
                <a:lnTo>
                  <a:pt x="61171" y="2978"/>
                </a:lnTo>
                <a:lnTo>
                  <a:pt x="63543" y="4049"/>
                </a:lnTo>
                <a:lnTo>
                  <a:pt x="65809" y="5282"/>
                </a:lnTo>
                <a:lnTo>
                  <a:pt x="67968" y="6678"/>
                </a:lnTo>
                <a:lnTo>
                  <a:pt x="70022" y="8235"/>
                </a:lnTo>
                <a:lnTo>
                  <a:pt x="71970" y="9952"/>
                </a:lnTo>
                <a:lnTo>
                  <a:pt x="73813" y="11830"/>
                </a:lnTo>
                <a:lnTo>
                  <a:pt x="75493" y="13885"/>
                </a:lnTo>
                <a:lnTo>
                  <a:pt x="77033" y="16052"/>
                </a:lnTo>
                <a:lnTo>
                  <a:pt x="78432" y="18331"/>
                </a:lnTo>
                <a:lnTo>
                  <a:pt x="79688" y="20723"/>
                </a:lnTo>
                <a:lnTo>
                  <a:pt x="80801" y="23228"/>
                </a:lnTo>
                <a:lnTo>
                  <a:pt x="81769" y="25847"/>
                </a:lnTo>
                <a:lnTo>
                  <a:pt x="82592" y="28581"/>
                </a:lnTo>
                <a:lnTo>
                  <a:pt x="83267" y="31430"/>
                </a:lnTo>
                <a:lnTo>
                  <a:pt x="83795" y="34394"/>
                </a:lnTo>
                <a:lnTo>
                  <a:pt x="84173" y="37475"/>
                </a:lnTo>
                <a:lnTo>
                  <a:pt x="84401" y="40673"/>
                </a:lnTo>
                <a:lnTo>
                  <a:pt x="84477" y="43988"/>
                </a:lnTo>
                <a:close/>
                <a:moveTo>
                  <a:pt x="69481" y="39656"/>
                </a:moveTo>
                <a:lnTo>
                  <a:pt x="69394" y="37649"/>
                </a:lnTo>
                <a:lnTo>
                  <a:pt x="69218" y="35712"/>
                </a:lnTo>
                <a:lnTo>
                  <a:pt x="68952" y="33842"/>
                </a:lnTo>
                <a:lnTo>
                  <a:pt x="68598" y="32041"/>
                </a:lnTo>
                <a:lnTo>
                  <a:pt x="68157" y="30306"/>
                </a:lnTo>
                <a:lnTo>
                  <a:pt x="67627" y="28638"/>
                </a:lnTo>
                <a:lnTo>
                  <a:pt x="67011" y="27036"/>
                </a:lnTo>
                <a:lnTo>
                  <a:pt x="66309" y="25499"/>
                </a:lnTo>
                <a:lnTo>
                  <a:pt x="65521" y="24027"/>
                </a:lnTo>
                <a:lnTo>
                  <a:pt x="64648" y="22620"/>
                </a:lnTo>
                <a:lnTo>
                  <a:pt x="63691" y="21275"/>
                </a:lnTo>
                <a:lnTo>
                  <a:pt x="62649" y="19995"/>
                </a:lnTo>
                <a:lnTo>
                  <a:pt x="61494" y="18835"/>
                </a:lnTo>
                <a:lnTo>
                  <a:pt x="60276" y="17774"/>
                </a:lnTo>
                <a:lnTo>
                  <a:pt x="58997" y="16810"/>
                </a:lnTo>
                <a:lnTo>
                  <a:pt x="57657" y="15946"/>
                </a:lnTo>
                <a:lnTo>
                  <a:pt x="56257" y="15181"/>
                </a:lnTo>
                <a:lnTo>
                  <a:pt x="54797" y="14517"/>
                </a:lnTo>
                <a:lnTo>
                  <a:pt x="53279" y="13953"/>
                </a:lnTo>
                <a:lnTo>
                  <a:pt x="51702" y="13490"/>
                </a:lnTo>
                <a:lnTo>
                  <a:pt x="50067" y="13129"/>
                </a:lnTo>
                <a:lnTo>
                  <a:pt x="48375" y="12871"/>
                </a:lnTo>
                <a:lnTo>
                  <a:pt x="46626" y="12715"/>
                </a:lnTo>
                <a:lnTo>
                  <a:pt x="44821" y="12663"/>
                </a:lnTo>
                <a:lnTo>
                  <a:pt x="42773" y="12715"/>
                </a:lnTo>
                <a:lnTo>
                  <a:pt x="40794" y="12870"/>
                </a:lnTo>
                <a:lnTo>
                  <a:pt x="38885" y="13127"/>
                </a:lnTo>
                <a:lnTo>
                  <a:pt x="37045" y="13484"/>
                </a:lnTo>
                <a:lnTo>
                  <a:pt x="35275" y="13941"/>
                </a:lnTo>
                <a:lnTo>
                  <a:pt x="33574" y="14496"/>
                </a:lnTo>
                <a:lnTo>
                  <a:pt x="31943" y="15148"/>
                </a:lnTo>
                <a:lnTo>
                  <a:pt x="30381" y="15897"/>
                </a:lnTo>
                <a:lnTo>
                  <a:pt x="28888" y="16740"/>
                </a:lnTo>
                <a:lnTo>
                  <a:pt x="27465" y="17677"/>
                </a:lnTo>
                <a:lnTo>
                  <a:pt x="26111" y="18707"/>
                </a:lnTo>
                <a:lnTo>
                  <a:pt x="24827" y="19828"/>
                </a:lnTo>
                <a:lnTo>
                  <a:pt x="23619" y="21036"/>
                </a:lnTo>
                <a:lnTo>
                  <a:pt x="22495" y="22326"/>
                </a:lnTo>
                <a:lnTo>
                  <a:pt x="21458" y="23699"/>
                </a:lnTo>
                <a:lnTo>
                  <a:pt x="20507" y="25154"/>
                </a:lnTo>
                <a:lnTo>
                  <a:pt x="19644" y="26689"/>
                </a:lnTo>
                <a:lnTo>
                  <a:pt x="18870" y="28305"/>
                </a:lnTo>
                <a:lnTo>
                  <a:pt x="18186" y="30000"/>
                </a:lnTo>
                <a:lnTo>
                  <a:pt x="17594" y="31775"/>
                </a:lnTo>
                <a:lnTo>
                  <a:pt x="17094" y="33629"/>
                </a:lnTo>
                <a:lnTo>
                  <a:pt x="16688" y="35560"/>
                </a:lnTo>
                <a:lnTo>
                  <a:pt x="16377" y="37570"/>
                </a:lnTo>
                <a:lnTo>
                  <a:pt x="16162" y="39656"/>
                </a:lnTo>
                <a:lnTo>
                  <a:pt x="69481" y="396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75" name="Original native bar-chart element 175">
            <a:extLst xmlns:a="http://schemas.openxmlformats.org/drawingml/2006/main">
              <a:ext uri="{FF2B5EF4-FFF2-40B4-BE49-F238E27FC236}">
                <a16:creationId xmlns:a16="http://schemas.microsoft.com/office/drawing/2014/main" id="{F8544BC3-D4A7-443B-8CB5-A155C0C7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390" y="1039026"/>
            <a:ext cx="76312" cy="93308"/>
          </a:xfrm>
          <a:custGeom xmlns:a="http://schemas.openxmlformats.org/drawingml/2006/main">
            <a:pathLst>
              <a:path w="76312" h="93308">
                <a:moveTo>
                  <a:pt x="76312" y="38323"/>
                </a:moveTo>
                <a:lnTo>
                  <a:pt x="76312" y="93308"/>
                </a:lnTo>
                <a:lnTo>
                  <a:pt x="61316" y="93308"/>
                </a:lnTo>
                <a:lnTo>
                  <a:pt x="61316" y="38823"/>
                </a:lnTo>
                <a:lnTo>
                  <a:pt x="61278" y="36705"/>
                </a:lnTo>
                <a:lnTo>
                  <a:pt x="61165" y="34683"/>
                </a:lnTo>
                <a:lnTo>
                  <a:pt x="60978" y="32757"/>
                </a:lnTo>
                <a:lnTo>
                  <a:pt x="60718" y="30924"/>
                </a:lnTo>
                <a:lnTo>
                  <a:pt x="60386" y="29183"/>
                </a:lnTo>
                <a:lnTo>
                  <a:pt x="59984" y="27534"/>
                </a:lnTo>
                <a:lnTo>
                  <a:pt x="59512" y="25975"/>
                </a:lnTo>
                <a:lnTo>
                  <a:pt x="58971" y="24506"/>
                </a:lnTo>
                <a:lnTo>
                  <a:pt x="58364" y="23124"/>
                </a:lnTo>
                <a:lnTo>
                  <a:pt x="57691" y="21829"/>
                </a:lnTo>
                <a:lnTo>
                  <a:pt x="56953" y="20620"/>
                </a:lnTo>
                <a:lnTo>
                  <a:pt x="56151" y="19495"/>
                </a:lnTo>
                <a:lnTo>
                  <a:pt x="55283" y="18457"/>
                </a:lnTo>
                <a:lnTo>
                  <a:pt x="54346" y="17509"/>
                </a:lnTo>
                <a:lnTo>
                  <a:pt x="53339" y="16652"/>
                </a:lnTo>
                <a:lnTo>
                  <a:pt x="52263" y="15885"/>
                </a:lnTo>
                <a:lnTo>
                  <a:pt x="51118" y="15208"/>
                </a:lnTo>
                <a:lnTo>
                  <a:pt x="49903" y="14621"/>
                </a:lnTo>
                <a:lnTo>
                  <a:pt x="48619" y="14125"/>
                </a:lnTo>
                <a:lnTo>
                  <a:pt x="47265" y="13718"/>
                </a:lnTo>
                <a:lnTo>
                  <a:pt x="45842" y="13403"/>
                </a:lnTo>
                <a:lnTo>
                  <a:pt x="44349" y="13177"/>
                </a:lnTo>
                <a:lnTo>
                  <a:pt x="42787" y="13042"/>
                </a:lnTo>
                <a:lnTo>
                  <a:pt x="41155" y="12996"/>
                </a:lnTo>
                <a:lnTo>
                  <a:pt x="39152" y="13052"/>
                </a:lnTo>
                <a:lnTo>
                  <a:pt x="37225" y="13218"/>
                </a:lnTo>
                <a:lnTo>
                  <a:pt x="35373" y="13494"/>
                </a:lnTo>
                <a:lnTo>
                  <a:pt x="33596" y="13879"/>
                </a:lnTo>
                <a:lnTo>
                  <a:pt x="31892" y="14373"/>
                </a:lnTo>
                <a:lnTo>
                  <a:pt x="30263" y="14975"/>
                </a:lnTo>
                <a:lnTo>
                  <a:pt x="28706" y="15685"/>
                </a:lnTo>
                <a:lnTo>
                  <a:pt x="27221" y="16502"/>
                </a:lnTo>
                <a:lnTo>
                  <a:pt x="25808" y="17425"/>
                </a:lnTo>
                <a:lnTo>
                  <a:pt x="24466" y="18454"/>
                </a:lnTo>
                <a:lnTo>
                  <a:pt x="23195" y="19588"/>
                </a:lnTo>
                <a:lnTo>
                  <a:pt x="21994" y="20828"/>
                </a:lnTo>
                <a:lnTo>
                  <a:pt x="20876" y="22157"/>
                </a:lnTo>
                <a:lnTo>
                  <a:pt x="19856" y="23563"/>
                </a:lnTo>
                <a:lnTo>
                  <a:pt x="18932" y="25045"/>
                </a:lnTo>
                <a:lnTo>
                  <a:pt x="18106" y="26604"/>
                </a:lnTo>
                <a:lnTo>
                  <a:pt x="17377" y="28239"/>
                </a:lnTo>
                <a:lnTo>
                  <a:pt x="16745" y="29950"/>
                </a:lnTo>
                <a:lnTo>
                  <a:pt x="16211" y="31738"/>
                </a:lnTo>
                <a:lnTo>
                  <a:pt x="15773" y="33602"/>
                </a:lnTo>
                <a:lnTo>
                  <a:pt x="15433" y="35542"/>
                </a:lnTo>
                <a:lnTo>
                  <a:pt x="15190" y="37559"/>
                </a:lnTo>
                <a:lnTo>
                  <a:pt x="15044" y="39652"/>
                </a:lnTo>
                <a:lnTo>
                  <a:pt x="14996" y="41822"/>
                </a:lnTo>
                <a:lnTo>
                  <a:pt x="14996" y="93308"/>
                </a:lnTo>
                <a:lnTo>
                  <a:pt x="0" y="93308"/>
                </a:lnTo>
                <a:lnTo>
                  <a:pt x="0" y="2166"/>
                </a:lnTo>
                <a:lnTo>
                  <a:pt x="14996" y="2166"/>
                </a:lnTo>
                <a:lnTo>
                  <a:pt x="14996" y="16329"/>
                </a:lnTo>
                <a:lnTo>
                  <a:pt x="15885" y="15020"/>
                </a:lnTo>
                <a:lnTo>
                  <a:pt x="16802" y="13762"/>
                </a:lnTo>
                <a:lnTo>
                  <a:pt x="17748" y="12554"/>
                </a:lnTo>
                <a:lnTo>
                  <a:pt x="18723" y="11398"/>
                </a:lnTo>
                <a:lnTo>
                  <a:pt x="19729" y="10296"/>
                </a:lnTo>
                <a:lnTo>
                  <a:pt x="20765" y="9247"/>
                </a:lnTo>
                <a:lnTo>
                  <a:pt x="21833" y="8255"/>
                </a:lnTo>
                <a:lnTo>
                  <a:pt x="22932" y="7319"/>
                </a:lnTo>
                <a:lnTo>
                  <a:pt x="24064" y="6441"/>
                </a:lnTo>
                <a:lnTo>
                  <a:pt x="25228" y="5622"/>
                </a:lnTo>
                <a:lnTo>
                  <a:pt x="26427" y="4863"/>
                </a:lnTo>
                <a:lnTo>
                  <a:pt x="27659" y="4166"/>
                </a:lnTo>
                <a:lnTo>
                  <a:pt x="28884" y="3524"/>
                </a:lnTo>
                <a:lnTo>
                  <a:pt x="30144" y="2931"/>
                </a:lnTo>
                <a:lnTo>
                  <a:pt x="31437" y="2390"/>
                </a:lnTo>
                <a:lnTo>
                  <a:pt x="32763" y="1901"/>
                </a:lnTo>
                <a:lnTo>
                  <a:pt x="34121" y="1465"/>
                </a:lnTo>
                <a:lnTo>
                  <a:pt x="35511" y="1083"/>
                </a:lnTo>
                <a:lnTo>
                  <a:pt x="36932" y="757"/>
                </a:lnTo>
                <a:lnTo>
                  <a:pt x="38385" y="488"/>
                </a:lnTo>
                <a:lnTo>
                  <a:pt x="39867" y="276"/>
                </a:lnTo>
                <a:lnTo>
                  <a:pt x="41378" y="123"/>
                </a:lnTo>
                <a:lnTo>
                  <a:pt x="42919" y="31"/>
                </a:lnTo>
                <a:lnTo>
                  <a:pt x="44488" y="0"/>
                </a:lnTo>
                <a:lnTo>
                  <a:pt x="47022" y="69"/>
                </a:lnTo>
                <a:lnTo>
                  <a:pt x="49457" y="277"/>
                </a:lnTo>
                <a:lnTo>
                  <a:pt x="51793" y="622"/>
                </a:lnTo>
                <a:lnTo>
                  <a:pt x="54028" y="1105"/>
                </a:lnTo>
                <a:lnTo>
                  <a:pt x="56162" y="1724"/>
                </a:lnTo>
                <a:lnTo>
                  <a:pt x="58192" y="2478"/>
                </a:lnTo>
                <a:lnTo>
                  <a:pt x="60119" y="3369"/>
                </a:lnTo>
                <a:lnTo>
                  <a:pt x="61940" y="4394"/>
                </a:lnTo>
                <a:lnTo>
                  <a:pt x="63654" y="5553"/>
                </a:lnTo>
                <a:lnTo>
                  <a:pt x="65261" y="6846"/>
                </a:lnTo>
                <a:lnTo>
                  <a:pt x="66760" y="8272"/>
                </a:lnTo>
                <a:lnTo>
                  <a:pt x="68148" y="9831"/>
                </a:lnTo>
                <a:lnTo>
                  <a:pt x="69429" y="11518"/>
                </a:lnTo>
                <a:lnTo>
                  <a:pt x="70604" y="13330"/>
                </a:lnTo>
                <a:lnTo>
                  <a:pt x="71673" y="15267"/>
                </a:lnTo>
                <a:lnTo>
                  <a:pt x="72634" y="17329"/>
                </a:lnTo>
                <a:lnTo>
                  <a:pt x="73487" y="19515"/>
                </a:lnTo>
                <a:lnTo>
                  <a:pt x="74230" y="21827"/>
                </a:lnTo>
                <a:lnTo>
                  <a:pt x="74861" y="24264"/>
                </a:lnTo>
                <a:lnTo>
                  <a:pt x="75381" y="26826"/>
                </a:lnTo>
                <a:lnTo>
                  <a:pt x="75786" y="29513"/>
                </a:lnTo>
                <a:lnTo>
                  <a:pt x="76078" y="32324"/>
                </a:lnTo>
                <a:lnTo>
                  <a:pt x="76254" y="35261"/>
                </a:lnTo>
                <a:lnTo>
                  <a:pt x="76312" y="383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76" name="Original native bar-chart element 176">
            <a:extLst xmlns:a="http://schemas.openxmlformats.org/drawingml/2006/main">
              <a:ext uri="{FF2B5EF4-FFF2-40B4-BE49-F238E27FC236}">
                <a16:creationId xmlns:a16="http://schemas.microsoft.com/office/drawing/2014/main" id="{9AE21AA0-E77A-436F-AEBC-D6A640B1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364" y="1015366"/>
            <a:ext cx="56818" cy="116968"/>
          </a:xfrm>
          <a:custGeom xmlns:a="http://schemas.openxmlformats.org/drawingml/2006/main">
            <a:pathLst>
              <a:path w="56818" h="116968">
                <a:moveTo>
                  <a:pt x="25993" y="0"/>
                </a:moveTo>
                <a:lnTo>
                  <a:pt x="25993" y="25826"/>
                </a:lnTo>
                <a:lnTo>
                  <a:pt x="56818" y="25826"/>
                </a:lnTo>
                <a:lnTo>
                  <a:pt x="56818" y="37490"/>
                </a:lnTo>
                <a:lnTo>
                  <a:pt x="25993" y="37490"/>
                </a:lnTo>
                <a:lnTo>
                  <a:pt x="25993" y="86976"/>
                </a:lnTo>
                <a:lnTo>
                  <a:pt x="26014" y="88795"/>
                </a:lnTo>
                <a:lnTo>
                  <a:pt x="26076" y="90502"/>
                </a:lnTo>
                <a:lnTo>
                  <a:pt x="26180" y="92097"/>
                </a:lnTo>
                <a:lnTo>
                  <a:pt x="26326" y="93579"/>
                </a:lnTo>
                <a:lnTo>
                  <a:pt x="26514" y="94948"/>
                </a:lnTo>
                <a:lnTo>
                  <a:pt x="26743" y="96203"/>
                </a:lnTo>
                <a:lnTo>
                  <a:pt x="27013" y="97343"/>
                </a:lnTo>
                <a:lnTo>
                  <a:pt x="27326" y="98368"/>
                </a:lnTo>
                <a:lnTo>
                  <a:pt x="27680" y="99277"/>
                </a:lnTo>
                <a:lnTo>
                  <a:pt x="28076" y="100070"/>
                </a:lnTo>
                <a:lnTo>
                  <a:pt x="28513" y="100747"/>
                </a:lnTo>
                <a:lnTo>
                  <a:pt x="28992" y="101305"/>
                </a:lnTo>
                <a:lnTo>
                  <a:pt x="29537" y="101823"/>
                </a:lnTo>
                <a:lnTo>
                  <a:pt x="30172" y="102292"/>
                </a:lnTo>
                <a:lnTo>
                  <a:pt x="30898" y="102714"/>
                </a:lnTo>
                <a:lnTo>
                  <a:pt x="31713" y="103089"/>
                </a:lnTo>
                <a:lnTo>
                  <a:pt x="32620" y="103418"/>
                </a:lnTo>
                <a:lnTo>
                  <a:pt x="33616" y="103701"/>
                </a:lnTo>
                <a:lnTo>
                  <a:pt x="34702" y="103939"/>
                </a:lnTo>
                <a:lnTo>
                  <a:pt x="35879" y="104132"/>
                </a:lnTo>
                <a:lnTo>
                  <a:pt x="37146" y="104281"/>
                </a:lnTo>
                <a:lnTo>
                  <a:pt x="38503" y="104387"/>
                </a:lnTo>
                <a:lnTo>
                  <a:pt x="39951" y="104450"/>
                </a:lnTo>
                <a:lnTo>
                  <a:pt x="41489" y="104471"/>
                </a:lnTo>
                <a:lnTo>
                  <a:pt x="56818" y="104471"/>
                </a:lnTo>
                <a:lnTo>
                  <a:pt x="56818" y="116968"/>
                </a:lnTo>
                <a:lnTo>
                  <a:pt x="41489" y="116968"/>
                </a:lnTo>
                <a:lnTo>
                  <a:pt x="38649" y="116923"/>
                </a:lnTo>
                <a:lnTo>
                  <a:pt x="35962" y="116787"/>
                </a:lnTo>
                <a:lnTo>
                  <a:pt x="33428" y="116562"/>
                </a:lnTo>
                <a:lnTo>
                  <a:pt x="31047" y="116246"/>
                </a:lnTo>
                <a:lnTo>
                  <a:pt x="28818" y="115840"/>
                </a:lnTo>
                <a:lnTo>
                  <a:pt x="26743" y="115343"/>
                </a:lnTo>
                <a:lnTo>
                  <a:pt x="24820" y="114757"/>
                </a:lnTo>
                <a:lnTo>
                  <a:pt x="23049" y="114080"/>
                </a:lnTo>
                <a:lnTo>
                  <a:pt x="21432" y="113313"/>
                </a:lnTo>
                <a:lnTo>
                  <a:pt x="19967" y="112455"/>
                </a:lnTo>
                <a:lnTo>
                  <a:pt x="18655" y="111508"/>
                </a:lnTo>
                <a:lnTo>
                  <a:pt x="17495" y="110470"/>
                </a:lnTo>
                <a:lnTo>
                  <a:pt x="16457" y="109314"/>
                </a:lnTo>
                <a:lnTo>
                  <a:pt x="15510" y="108012"/>
                </a:lnTo>
                <a:lnTo>
                  <a:pt x="14652" y="106564"/>
                </a:lnTo>
                <a:lnTo>
                  <a:pt x="13885" y="104971"/>
                </a:lnTo>
                <a:lnTo>
                  <a:pt x="13208" y="103232"/>
                </a:lnTo>
                <a:lnTo>
                  <a:pt x="12622" y="101347"/>
                </a:lnTo>
                <a:lnTo>
                  <a:pt x="12125" y="99316"/>
                </a:lnTo>
                <a:lnTo>
                  <a:pt x="11719" y="97140"/>
                </a:lnTo>
                <a:lnTo>
                  <a:pt x="11403" y="94818"/>
                </a:lnTo>
                <a:lnTo>
                  <a:pt x="11177" y="92350"/>
                </a:lnTo>
                <a:lnTo>
                  <a:pt x="11042" y="89736"/>
                </a:lnTo>
                <a:lnTo>
                  <a:pt x="10997" y="86976"/>
                </a:lnTo>
                <a:lnTo>
                  <a:pt x="10997" y="37490"/>
                </a:lnTo>
                <a:lnTo>
                  <a:pt x="0" y="37490"/>
                </a:lnTo>
                <a:lnTo>
                  <a:pt x="0" y="25826"/>
                </a:lnTo>
                <a:lnTo>
                  <a:pt x="10997" y="25826"/>
                </a:lnTo>
                <a:lnTo>
                  <a:pt x="10997" y="0"/>
                </a:lnTo>
                <a:lnTo>
                  <a:pt x="259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77" name="Original native bar-chart element 177">
            <a:extLst xmlns:a="http://schemas.openxmlformats.org/drawingml/2006/main">
              <a:ext uri="{FF2B5EF4-FFF2-40B4-BE49-F238E27FC236}">
                <a16:creationId xmlns:a16="http://schemas.microsoft.com/office/drawing/2014/main" id="{8297F174-C9AD-4A90-BB81-A846AC1C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846" y="1260293"/>
            <a:ext cx="333242" cy="116635"/>
          </a:xfrm>
          <a:custGeom xmlns:a="http://schemas.openxmlformats.org/drawingml/2006/main">
            <a:pathLst>
              <a:path w="333242" h="116635">
                <a:moveTo>
                  <a:pt x="0" y="116635"/>
                </a:moveTo>
                <a:lnTo>
                  <a:pt x="333242" y="116635"/>
                </a:lnTo>
                <a:lnTo>
                  <a:pt x="333242" y="0"/>
                </a:lnTo>
                <a:lnTo>
                  <a:pt x="0" y="0"/>
                </a:lnTo>
                <a:lnTo>
                  <a:pt x="0" y="116635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78" name="Original native bar-chart element 178">
            <a:extLst xmlns:a="http://schemas.openxmlformats.org/drawingml/2006/main">
              <a:ext uri="{FF2B5EF4-FFF2-40B4-BE49-F238E27FC236}">
                <a16:creationId xmlns:a16="http://schemas.microsoft.com/office/drawing/2014/main" id="{B2FFEC2B-0775-4185-AD2E-4B3826FC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715" y="1253295"/>
            <a:ext cx="112469" cy="125799"/>
          </a:xfrm>
          <a:custGeom xmlns:a="http://schemas.openxmlformats.org/drawingml/2006/main">
            <a:pathLst>
              <a:path w="112469" h="125799">
                <a:moveTo>
                  <a:pt x="56318" y="13330"/>
                </a:moveTo>
                <a:lnTo>
                  <a:pt x="53371" y="13423"/>
                </a:lnTo>
                <a:lnTo>
                  <a:pt x="50528" y="13704"/>
                </a:lnTo>
                <a:lnTo>
                  <a:pt x="47789" y="14171"/>
                </a:lnTo>
                <a:lnTo>
                  <a:pt x="45154" y="14823"/>
                </a:lnTo>
                <a:lnTo>
                  <a:pt x="42624" y="15661"/>
                </a:lnTo>
                <a:lnTo>
                  <a:pt x="40197" y="16683"/>
                </a:lnTo>
                <a:lnTo>
                  <a:pt x="37875" y="17889"/>
                </a:lnTo>
                <a:lnTo>
                  <a:pt x="35657" y="19279"/>
                </a:lnTo>
                <a:lnTo>
                  <a:pt x="33543" y="20851"/>
                </a:lnTo>
                <a:lnTo>
                  <a:pt x="31533" y="22606"/>
                </a:lnTo>
                <a:lnTo>
                  <a:pt x="29627" y="24542"/>
                </a:lnTo>
                <a:lnTo>
                  <a:pt x="27826" y="26659"/>
                </a:lnTo>
                <a:lnTo>
                  <a:pt x="26149" y="28971"/>
                </a:lnTo>
                <a:lnTo>
                  <a:pt x="24618" y="31410"/>
                </a:lnTo>
                <a:lnTo>
                  <a:pt x="23233" y="33975"/>
                </a:lnTo>
                <a:lnTo>
                  <a:pt x="21994" y="36669"/>
                </a:lnTo>
                <a:lnTo>
                  <a:pt x="20901" y="39492"/>
                </a:lnTo>
                <a:lnTo>
                  <a:pt x="19953" y="42447"/>
                </a:lnTo>
                <a:lnTo>
                  <a:pt x="19151" y="45533"/>
                </a:lnTo>
                <a:lnTo>
                  <a:pt x="18495" y="48752"/>
                </a:lnTo>
                <a:lnTo>
                  <a:pt x="17985" y="52105"/>
                </a:lnTo>
                <a:lnTo>
                  <a:pt x="17620" y="55594"/>
                </a:lnTo>
                <a:lnTo>
                  <a:pt x="17401" y="59220"/>
                </a:lnTo>
                <a:lnTo>
                  <a:pt x="17329" y="62983"/>
                </a:lnTo>
                <a:lnTo>
                  <a:pt x="17401" y="66749"/>
                </a:lnTo>
                <a:lnTo>
                  <a:pt x="17620" y="70383"/>
                </a:lnTo>
                <a:lnTo>
                  <a:pt x="17985" y="73883"/>
                </a:lnTo>
                <a:lnTo>
                  <a:pt x="18495" y="77250"/>
                </a:lnTo>
                <a:lnTo>
                  <a:pt x="19151" y="80483"/>
                </a:lnTo>
                <a:lnTo>
                  <a:pt x="19953" y="83581"/>
                </a:lnTo>
                <a:lnTo>
                  <a:pt x="20901" y="86544"/>
                </a:lnTo>
                <a:lnTo>
                  <a:pt x="21994" y="89370"/>
                </a:lnTo>
                <a:lnTo>
                  <a:pt x="23233" y="92061"/>
                </a:lnTo>
                <a:lnTo>
                  <a:pt x="24618" y="94614"/>
                </a:lnTo>
                <a:lnTo>
                  <a:pt x="26149" y="97029"/>
                </a:lnTo>
                <a:lnTo>
                  <a:pt x="27826" y="99306"/>
                </a:lnTo>
                <a:lnTo>
                  <a:pt x="29627" y="101458"/>
                </a:lnTo>
                <a:lnTo>
                  <a:pt x="31533" y="103418"/>
                </a:lnTo>
                <a:lnTo>
                  <a:pt x="33543" y="105185"/>
                </a:lnTo>
                <a:lnTo>
                  <a:pt x="35657" y="106761"/>
                </a:lnTo>
                <a:lnTo>
                  <a:pt x="37875" y="108147"/>
                </a:lnTo>
                <a:lnTo>
                  <a:pt x="40197" y="109345"/>
                </a:lnTo>
                <a:lnTo>
                  <a:pt x="42624" y="110355"/>
                </a:lnTo>
                <a:lnTo>
                  <a:pt x="45154" y="111179"/>
                </a:lnTo>
                <a:lnTo>
                  <a:pt x="47789" y="111818"/>
                </a:lnTo>
                <a:lnTo>
                  <a:pt x="50528" y="112273"/>
                </a:lnTo>
                <a:lnTo>
                  <a:pt x="53371" y="112545"/>
                </a:lnTo>
                <a:lnTo>
                  <a:pt x="56318" y="112636"/>
                </a:lnTo>
                <a:lnTo>
                  <a:pt x="59227" y="112545"/>
                </a:lnTo>
                <a:lnTo>
                  <a:pt x="62038" y="112273"/>
                </a:lnTo>
                <a:lnTo>
                  <a:pt x="64750" y="111818"/>
                </a:lnTo>
                <a:lnTo>
                  <a:pt x="67364" y="111179"/>
                </a:lnTo>
                <a:lnTo>
                  <a:pt x="69878" y="110355"/>
                </a:lnTo>
                <a:lnTo>
                  <a:pt x="72293" y="109345"/>
                </a:lnTo>
                <a:lnTo>
                  <a:pt x="74606" y="108147"/>
                </a:lnTo>
                <a:lnTo>
                  <a:pt x="76818" y="106761"/>
                </a:lnTo>
                <a:lnTo>
                  <a:pt x="78929" y="105185"/>
                </a:lnTo>
                <a:lnTo>
                  <a:pt x="80937" y="103418"/>
                </a:lnTo>
                <a:lnTo>
                  <a:pt x="82842" y="101458"/>
                </a:lnTo>
                <a:lnTo>
                  <a:pt x="84643" y="99306"/>
                </a:lnTo>
                <a:lnTo>
                  <a:pt x="86320" y="97029"/>
                </a:lnTo>
                <a:lnTo>
                  <a:pt x="87851" y="94614"/>
                </a:lnTo>
                <a:lnTo>
                  <a:pt x="89236" y="92061"/>
                </a:lnTo>
                <a:lnTo>
                  <a:pt x="90475" y="89370"/>
                </a:lnTo>
                <a:lnTo>
                  <a:pt x="91569" y="86544"/>
                </a:lnTo>
                <a:lnTo>
                  <a:pt x="92516" y="83581"/>
                </a:lnTo>
                <a:lnTo>
                  <a:pt x="93318" y="80483"/>
                </a:lnTo>
                <a:lnTo>
                  <a:pt x="93974" y="77250"/>
                </a:lnTo>
                <a:lnTo>
                  <a:pt x="94484" y="73883"/>
                </a:lnTo>
                <a:lnTo>
                  <a:pt x="94849" y="70383"/>
                </a:lnTo>
                <a:lnTo>
                  <a:pt x="95068" y="66749"/>
                </a:lnTo>
                <a:lnTo>
                  <a:pt x="95140" y="62983"/>
                </a:lnTo>
                <a:lnTo>
                  <a:pt x="95068" y="59220"/>
                </a:lnTo>
                <a:lnTo>
                  <a:pt x="94849" y="55594"/>
                </a:lnTo>
                <a:lnTo>
                  <a:pt x="94484" y="52105"/>
                </a:lnTo>
                <a:lnTo>
                  <a:pt x="93974" y="48752"/>
                </a:lnTo>
                <a:lnTo>
                  <a:pt x="93318" y="45533"/>
                </a:lnTo>
                <a:lnTo>
                  <a:pt x="92516" y="42447"/>
                </a:lnTo>
                <a:lnTo>
                  <a:pt x="91569" y="39492"/>
                </a:lnTo>
                <a:lnTo>
                  <a:pt x="90475" y="36669"/>
                </a:lnTo>
                <a:lnTo>
                  <a:pt x="89236" y="33975"/>
                </a:lnTo>
                <a:lnTo>
                  <a:pt x="87851" y="31410"/>
                </a:lnTo>
                <a:lnTo>
                  <a:pt x="86320" y="28971"/>
                </a:lnTo>
                <a:lnTo>
                  <a:pt x="84643" y="26659"/>
                </a:lnTo>
                <a:lnTo>
                  <a:pt x="82842" y="24542"/>
                </a:lnTo>
                <a:lnTo>
                  <a:pt x="80937" y="22606"/>
                </a:lnTo>
                <a:lnTo>
                  <a:pt x="78929" y="20851"/>
                </a:lnTo>
                <a:lnTo>
                  <a:pt x="76818" y="19279"/>
                </a:lnTo>
                <a:lnTo>
                  <a:pt x="74606" y="17889"/>
                </a:lnTo>
                <a:lnTo>
                  <a:pt x="72293" y="16683"/>
                </a:lnTo>
                <a:lnTo>
                  <a:pt x="69878" y="15661"/>
                </a:lnTo>
                <a:lnTo>
                  <a:pt x="67364" y="14823"/>
                </a:lnTo>
                <a:lnTo>
                  <a:pt x="64750" y="14171"/>
                </a:lnTo>
                <a:lnTo>
                  <a:pt x="62038" y="13704"/>
                </a:lnTo>
                <a:lnTo>
                  <a:pt x="59227" y="13423"/>
                </a:lnTo>
                <a:lnTo>
                  <a:pt x="56318" y="13330"/>
                </a:lnTo>
                <a:close/>
                <a:moveTo>
                  <a:pt x="56318" y="0"/>
                </a:moveTo>
                <a:lnTo>
                  <a:pt x="60494" y="121"/>
                </a:lnTo>
                <a:lnTo>
                  <a:pt x="64525" y="484"/>
                </a:lnTo>
                <a:lnTo>
                  <a:pt x="68413" y="1088"/>
                </a:lnTo>
                <a:lnTo>
                  <a:pt x="72159" y="1932"/>
                </a:lnTo>
                <a:lnTo>
                  <a:pt x="75764" y="3013"/>
                </a:lnTo>
                <a:lnTo>
                  <a:pt x="79228" y="4332"/>
                </a:lnTo>
                <a:lnTo>
                  <a:pt x="82554" y="5887"/>
                </a:lnTo>
                <a:lnTo>
                  <a:pt x="85742" y="7677"/>
                </a:lnTo>
                <a:lnTo>
                  <a:pt x="88793" y="9700"/>
                </a:lnTo>
                <a:lnTo>
                  <a:pt x="91709" y="11957"/>
                </a:lnTo>
                <a:lnTo>
                  <a:pt x="94491" y="14444"/>
                </a:lnTo>
                <a:lnTo>
                  <a:pt x="97140" y="17162"/>
                </a:lnTo>
                <a:lnTo>
                  <a:pt x="99577" y="20078"/>
                </a:lnTo>
                <a:lnTo>
                  <a:pt x="101805" y="23160"/>
                </a:lnTo>
                <a:lnTo>
                  <a:pt x="103823" y="26407"/>
                </a:lnTo>
                <a:lnTo>
                  <a:pt x="105631" y="29819"/>
                </a:lnTo>
                <a:lnTo>
                  <a:pt x="107229" y="33395"/>
                </a:lnTo>
                <a:lnTo>
                  <a:pt x="108616" y="37136"/>
                </a:lnTo>
                <a:lnTo>
                  <a:pt x="109791" y="41039"/>
                </a:lnTo>
                <a:lnTo>
                  <a:pt x="110753" y="45105"/>
                </a:lnTo>
                <a:lnTo>
                  <a:pt x="111503" y="49333"/>
                </a:lnTo>
                <a:lnTo>
                  <a:pt x="112039" y="53722"/>
                </a:lnTo>
                <a:lnTo>
                  <a:pt x="112362" y="58272"/>
                </a:lnTo>
                <a:lnTo>
                  <a:pt x="112469" y="62983"/>
                </a:lnTo>
                <a:lnTo>
                  <a:pt x="112362" y="67728"/>
                </a:lnTo>
                <a:lnTo>
                  <a:pt x="112039" y="72301"/>
                </a:lnTo>
                <a:lnTo>
                  <a:pt x="111503" y="76703"/>
                </a:lnTo>
                <a:lnTo>
                  <a:pt x="110753" y="80935"/>
                </a:lnTo>
                <a:lnTo>
                  <a:pt x="109791" y="84997"/>
                </a:lnTo>
                <a:lnTo>
                  <a:pt x="108616" y="88892"/>
                </a:lnTo>
                <a:lnTo>
                  <a:pt x="107229" y="92621"/>
                </a:lnTo>
                <a:lnTo>
                  <a:pt x="105631" y="96183"/>
                </a:lnTo>
                <a:lnTo>
                  <a:pt x="103823" y="99582"/>
                </a:lnTo>
                <a:lnTo>
                  <a:pt x="101805" y="102817"/>
                </a:lnTo>
                <a:lnTo>
                  <a:pt x="99577" y="105891"/>
                </a:lnTo>
                <a:lnTo>
                  <a:pt x="97140" y="108803"/>
                </a:lnTo>
                <a:lnTo>
                  <a:pt x="94491" y="111518"/>
                </a:lnTo>
                <a:lnTo>
                  <a:pt x="91709" y="113996"/>
                </a:lnTo>
                <a:lnTo>
                  <a:pt x="88793" y="116239"/>
                </a:lnTo>
                <a:lnTo>
                  <a:pt x="85742" y="118245"/>
                </a:lnTo>
                <a:lnTo>
                  <a:pt x="82554" y="120016"/>
                </a:lnTo>
                <a:lnTo>
                  <a:pt x="79228" y="121550"/>
                </a:lnTo>
                <a:lnTo>
                  <a:pt x="75764" y="122848"/>
                </a:lnTo>
                <a:lnTo>
                  <a:pt x="72159" y="123910"/>
                </a:lnTo>
                <a:lnTo>
                  <a:pt x="68413" y="124737"/>
                </a:lnTo>
                <a:lnTo>
                  <a:pt x="64525" y="125327"/>
                </a:lnTo>
                <a:lnTo>
                  <a:pt x="60494" y="125681"/>
                </a:lnTo>
                <a:lnTo>
                  <a:pt x="56318" y="125799"/>
                </a:lnTo>
                <a:lnTo>
                  <a:pt x="52100" y="125681"/>
                </a:lnTo>
                <a:lnTo>
                  <a:pt x="48028" y="125327"/>
                </a:lnTo>
                <a:lnTo>
                  <a:pt x="44102" y="124737"/>
                </a:lnTo>
                <a:lnTo>
                  <a:pt x="40322" y="123910"/>
                </a:lnTo>
                <a:lnTo>
                  <a:pt x="36688" y="122848"/>
                </a:lnTo>
                <a:lnTo>
                  <a:pt x="33199" y="121550"/>
                </a:lnTo>
                <a:lnTo>
                  <a:pt x="29856" y="120016"/>
                </a:lnTo>
                <a:lnTo>
                  <a:pt x="26659" y="118245"/>
                </a:lnTo>
                <a:lnTo>
                  <a:pt x="23608" y="116239"/>
                </a:lnTo>
                <a:lnTo>
                  <a:pt x="20703" y="113996"/>
                </a:lnTo>
                <a:lnTo>
                  <a:pt x="17943" y="111518"/>
                </a:lnTo>
                <a:lnTo>
                  <a:pt x="15329" y="108803"/>
                </a:lnTo>
                <a:lnTo>
                  <a:pt x="12857" y="105891"/>
                </a:lnTo>
                <a:lnTo>
                  <a:pt x="10607" y="102817"/>
                </a:lnTo>
                <a:lnTo>
                  <a:pt x="8576" y="99582"/>
                </a:lnTo>
                <a:lnTo>
                  <a:pt x="6764" y="96183"/>
                </a:lnTo>
                <a:lnTo>
                  <a:pt x="5169" y="92621"/>
                </a:lnTo>
                <a:lnTo>
                  <a:pt x="3791" y="88892"/>
                </a:lnTo>
                <a:lnTo>
                  <a:pt x="2628" y="84997"/>
                </a:lnTo>
                <a:lnTo>
                  <a:pt x="1679" y="80935"/>
                </a:lnTo>
                <a:lnTo>
                  <a:pt x="942" y="76703"/>
                </a:lnTo>
                <a:lnTo>
                  <a:pt x="418" y="72301"/>
                </a:lnTo>
                <a:lnTo>
                  <a:pt x="104" y="67728"/>
                </a:lnTo>
                <a:lnTo>
                  <a:pt x="0" y="62983"/>
                </a:lnTo>
                <a:lnTo>
                  <a:pt x="104" y="58272"/>
                </a:lnTo>
                <a:lnTo>
                  <a:pt x="418" y="53722"/>
                </a:lnTo>
                <a:lnTo>
                  <a:pt x="942" y="49333"/>
                </a:lnTo>
                <a:lnTo>
                  <a:pt x="1679" y="45105"/>
                </a:lnTo>
                <a:lnTo>
                  <a:pt x="2628" y="41039"/>
                </a:lnTo>
                <a:lnTo>
                  <a:pt x="3791" y="37136"/>
                </a:lnTo>
                <a:lnTo>
                  <a:pt x="5169" y="33395"/>
                </a:lnTo>
                <a:lnTo>
                  <a:pt x="6764" y="29819"/>
                </a:lnTo>
                <a:lnTo>
                  <a:pt x="8576" y="26407"/>
                </a:lnTo>
                <a:lnTo>
                  <a:pt x="10607" y="23160"/>
                </a:lnTo>
                <a:lnTo>
                  <a:pt x="12857" y="20078"/>
                </a:lnTo>
                <a:lnTo>
                  <a:pt x="15329" y="17162"/>
                </a:lnTo>
                <a:lnTo>
                  <a:pt x="17943" y="14444"/>
                </a:lnTo>
                <a:lnTo>
                  <a:pt x="20703" y="11957"/>
                </a:lnTo>
                <a:lnTo>
                  <a:pt x="23608" y="9700"/>
                </a:lnTo>
                <a:lnTo>
                  <a:pt x="26659" y="7677"/>
                </a:lnTo>
                <a:lnTo>
                  <a:pt x="29856" y="5887"/>
                </a:lnTo>
                <a:lnTo>
                  <a:pt x="33199" y="4332"/>
                </a:lnTo>
                <a:lnTo>
                  <a:pt x="36688" y="3013"/>
                </a:lnTo>
                <a:lnTo>
                  <a:pt x="40322" y="1932"/>
                </a:lnTo>
                <a:lnTo>
                  <a:pt x="44102" y="1088"/>
                </a:lnTo>
                <a:lnTo>
                  <a:pt x="48028" y="484"/>
                </a:lnTo>
                <a:lnTo>
                  <a:pt x="52100" y="121"/>
                </a:lnTo>
                <a:lnTo>
                  <a:pt x="5631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79" name="Original native bar-chart element 179">
            <a:extLst xmlns:a="http://schemas.openxmlformats.org/drawingml/2006/main">
              <a:ext uri="{FF2B5EF4-FFF2-40B4-BE49-F238E27FC236}">
                <a16:creationId xmlns:a16="http://schemas.microsoft.com/office/drawing/2014/main" id="{1FB3FFF1-2AF8-462D-8B97-EEED346F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677" y="1283620"/>
            <a:ext cx="81478" cy="127798"/>
          </a:xfrm>
          <a:custGeom xmlns:a="http://schemas.openxmlformats.org/drawingml/2006/main">
            <a:pathLst>
              <a:path w="81478" h="127798">
                <a:moveTo>
                  <a:pt x="14996" y="79645"/>
                </a:moveTo>
                <a:lnTo>
                  <a:pt x="14996" y="127798"/>
                </a:lnTo>
                <a:lnTo>
                  <a:pt x="0" y="127798"/>
                </a:lnTo>
                <a:lnTo>
                  <a:pt x="0" y="2166"/>
                </a:lnTo>
                <a:lnTo>
                  <a:pt x="14996" y="2166"/>
                </a:lnTo>
                <a:lnTo>
                  <a:pt x="14996" y="15996"/>
                </a:lnTo>
                <a:lnTo>
                  <a:pt x="15766" y="14690"/>
                </a:lnTo>
                <a:lnTo>
                  <a:pt x="16578" y="13441"/>
                </a:lnTo>
                <a:lnTo>
                  <a:pt x="17430" y="12247"/>
                </a:lnTo>
                <a:lnTo>
                  <a:pt x="18322" y="11108"/>
                </a:lnTo>
                <a:lnTo>
                  <a:pt x="19253" y="10025"/>
                </a:lnTo>
                <a:lnTo>
                  <a:pt x="20224" y="8998"/>
                </a:lnTo>
                <a:lnTo>
                  <a:pt x="21232" y="8026"/>
                </a:lnTo>
                <a:lnTo>
                  <a:pt x="22278" y="7109"/>
                </a:lnTo>
                <a:lnTo>
                  <a:pt x="23361" y="6248"/>
                </a:lnTo>
                <a:lnTo>
                  <a:pt x="24480" y="5443"/>
                </a:lnTo>
                <a:lnTo>
                  <a:pt x="25635" y="4693"/>
                </a:lnTo>
                <a:lnTo>
                  <a:pt x="26826" y="3999"/>
                </a:lnTo>
                <a:lnTo>
                  <a:pt x="28055" y="3360"/>
                </a:lnTo>
                <a:lnTo>
                  <a:pt x="29324" y="2777"/>
                </a:lnTo>
                <a:lnTo>
                  <a:pt x="30635" y="2249"/>
                </a:lnTo>
                <a:lnTo>
                  <a:pt x="31985" y="1777"/>
                </a:lnTo>
                <a:lnTo>
                  <a:pt x="33375" y="1361"/>
                </a:lnTo>
                <a:lnTo>
                  <a:pt x="34803" y="1000"/>
                </a:lnTo>
                <a:lnTo>
                  <a:pt x="36269" y="694"/>
                </a:lnTo>
                <a:lnTo>
                  <a:pt x="37774" y="444"/>
                </a:lnTo>
                <a:lnTo>
                  <a:pt x="39315" y="250"/>
                </a:lnTo>
                <a:lnTo>
                  <a:pt x="40892" y="111"/>
                </a:lnTo>
                <a:lnTo>
                  <a:pt x="42506" y="28"/>
                </a:lnTo>
                <a:lnTo>
                  <a:pt x="44155" y="0"/>
                </a:lnTo>
                <a:lnTo>
                  <a:pt x="46862" y="94"/>
                </a:lnTo>
                <a:lnTo>
                  <a:pt x="49486" y="373"/>
                </a:lnTo>
                <a:lnTo>
                  <a:pt x="52027" y="838"/>
                </a:lnTo>
                <a:lnTo>
                  <a:pt x="54485" y="1487"/>
                </a:lnTo>
                <a:lnTo>
                  <a:pt x="56859" y="2319"/>
                </a:lnTo>
                <a:lnTo>
                  <a:pt x="59150" y="3332"/>
                </a:lnTo>
                <a:lnTo>
                  <a:pt x="61358" y="4526"/>
                </a:lnTo>
                <a:lnTo>
                  <a:pt x="63483" y="5900"/>
                </a:lnTo>
                <a:lnTo>
                  <a:pt x="65524" y="7451"/>
                </a:lnTo>
                <a:lnTo>
                  <a:pt x="67481" y="9180"/>
                </a:lnTo>
                <a:lnTo>
                  <a:pt x="69356" y="11084"/>
                </a:lnTo>
                <a:lnTo>
                  <a:pt x="71147" y="13163"/>
                </a:lnTo>
                <a:lnTo>
                  <a:pt x="72785" y="15426"/>
                </a:lnTo>
                <a:lnTo>
                  <a:pt x="74284" y="17801"/>
                </a:lnTo>
                <a:lnTo>
                  <a:pt x="75643" y="20289"/>
                </a:lnTo>
                <a:lnTo>
                  <a:pt x="76862" y="22889"/>
                </a:lnTo>
                <a:lnTo>
                  <a:pt x="77939" y="25602"/>
                </a:lnTo>
                <a:lnTo>
                  <a:pt x="78874" y="28430"/>
                </a:lnTo>
                <a:lnTo>
                  <a:pt x="79667" y="31372"/>
                </a:lnTo>
                <a:lnTo>
                  <a:pt x="80317" y="34429"/>
                </a:lnTo>
                <a:lnTo>
                  <a:pt x="80824" y="37602"/>
                </a:lnTo>
                <a:lnTo>
                  <a:pt x="81187" y="40891"/>
                </a:lnTo>
                <a:lnTo>
                  <a:pt x="81405" y="44297"/>
                </a:lnTo>
                <a:lnTo>
                  <a:pt x="81478" y="47820"/>
                </a:lnTo>
                <a:lnTo>
                  <a:pt x="81405" y="51347"/>
                </a:lnTo>
                <a:lnTo>
                  <a:pt x="81187" y="54761"/>
                </a:lnTo>
                <a:lnTo>
                  <a:pt x="80824" y="58062"/>
                </a:lnTo>
                <a:lnTo>
                  <a:pt x="80317" y="61249"/>
                </a:lnTo>
                <a:lnTo>
                  <a:pt x="79667" y="64319"/>
                </a:lnTo>
                <a:lnTo>
                  <a:pt x="78874" y="67273"/>
                </a:lnTo>
                <a:lnTo>
                  <a:pt x="77939" y="70109"/>
                </a:lnTo>
                <a:lnTo>
                  <a:pt x="76862" y="72826"/>
                </a:lnTo>
                <a:lnTo>
                  <a:pt x="75643" y="75422"/>
                </a:lnTo>
                <a:lnTo>
                  <a:pt x="74284" y="77897"/>
                </a:lnTo>
                <a:lnTo>
                  <a:pt x="72785" y="80249"/>
                </a:lnTo>
                <a:lnTo>
                  <a:pt x="71147" y="82477"/>
                </a:lnTo>
                <a:lnTo>
                  <a:pt x="69356" y="84553"/>
                </a:lnTo>
                <a:lnTo>
                  <a:pt x="67481" y="86448"/>
                </a:lnTo>
                <a:lnTo>
                  <a:pt x="65524" y="88163"/>
                </a:lnTo>
                <a:lnTo>
                  <a:pt x="63483" y="89698"/>
                </a:lnTo>
                <a:lnTo>
                  <a:pt x="61358" y="91051"/>
                </a:lnTo>
                <a:lnTo>
                  <a:pt x="59150" y="92225"/>
                </a:lnTo>
                <a:lnTo>
                  <a:pt x="56859" y="93217"/>
                </a:lnTo>
                <a:lnTo>
                  <a:pt x="54485" y="94030"/>
                </a:lnTo>
                <a:lnTo>
                  <a:pt x="52027" y="94661"/>
                </a:lnTo>
                <a:lnTo>
                  <a:pt x="49486" y="95113"/>
                </a:lnTo>
                <a:lnTo>
                  <a:pt x="46862" y="95383"/>
                </a:lnTo>
                <a:lnTo>
                  <a:pt x="44155" y="95474"/>
                </a:lnTo>
                <a:lnTo>
                  <a:pt x="42506" y="95446"/>
                </a:lnTo>
                <a:lnTo>
                  <a:pt x="40892" y="95363"/>
                </a:lnTo>
                <a:lnTo>
                  <a:pt x="39315" y="95226"/>
                </a:lnTo>
                <a:lnTo>
                  <a:pt x="37774" y="95036"/>
                </a:lnTo>
                <a:lnTo>
                  <a:pt x="36269" y="94792"/>
                </a:lnTo>
                <a:lnTo>
                  <a:pt x="34803" y="94495"/>
                </a:lnTo>
                <a:lnTo>
                  <a:pt x="33375" y="94146"/>
                </a:lnTo>
                <a:lnTo>
                  <a:pt x="31985" y="93746"/>
                </a:lnTo>
                <a:lnTo>
                  <a:pt x="30635" y="93295"/>
                </a:lnTo>
                <a:lnTo>
                  <a:pt x="29324" y="92793"/>
                </a:lnTo>
                <a:lnTo>
                  <a:pt x="28055" y="92242"/>
                </a:lnTo>
                <a:lnTo>
                  <a:pt x="26826" y="91641"/>
                </a:lnTo>
                <a:lnTo>
                  <a:pt x="25635" y="90985"/>
                </a:lnTo>
                <a:lnTo>
                  <a:pt x="24480" y="90267"/>
                </a:lnTo>
                <a:lnTo>
                  <a:pt x="23361" y="89486"/>
                </a:lnTo>
                <a:lnTo>
                  <a:pt x="22278" y="88642"/>
                </a:lnTo>
                <a:lnTo>
                  <a:pt x="21232" y="87736"/>
                </a:lnTo>
                <a:lnTo>
                  <a:pt x="20224" y="86768"/>
                </a:lnTo>
                <a:lnTo>
                  <a:pt x="19253" y="85737"/>
                </a:lnTo>
                <a:lnTo>
                  <a:pt x="18322" y="84643"/>
                </a:lnTo>
                <a:lnTo>
                  <a:pt x="17430" y="83487"/>
                </a:lnTo>
                <a:lnTo>
                  <a:pt x="16578" y="82269"/>
                </a:lnTo>
                <a:lnTo>
                  <a:pt x="15766" y="80988"/>
                </a:lnTo>
                <a:lnTo>
                  <a:pt x="14996" y="79645"/>
                </a:lnTo>
                <a:close/>
                <a:moveTo>
                  <a:pt x="65982" y="47820"/>
                </a:moveTo>
                <a:lnTo>
                  <a:pt x="65933" y="45123"/>
                </a:lnTo>
                <a:lnTo>
                  <a:pt x="65788" y="42528"/>
                </a:lnTo>
                <a:lnTo>
                  <a:pt x="65547" y="40036"/>
                </a:lnTo>
                <a:lnTo>
                  <a:pt x="65210" y="37644"/>
                </a:lnTo>
                <a:lnTo>
                  <a:pt x="64779" y="35352"/>
                </a:lnTo>
                <a:lnTo>
                  <a:pt x="64253" y="33158"/>
                </a:lnTo>
                <a:lnTo>
                  <a:pt x="63634" y="31061"/>
                </a:lnTo>
                <a:lnTo>
                  <a:pt x="62921" y="29060"/>
                </a:lnTo>
                <a:lnTo>
                  <a:pt x="62116" y="27154"/>
                </a:lnTo>
                <a:lnTo>
                  <a:pt x="61219" y="25342"/>
                </a:lnTo>
                <a:lnTo>
                  <a:pt x="60230" y="23622"/>
                </a:lnTo>
                <a:lnTo>
                  <a:pt x="59150" y="21994"/>
                </a:lnTo>
                <a:lnTo>
                  <a:pt x="57953" y="20477"/>
                </a:lnTo>
                <a:lnTo>
                  <a:pt x="56692" y="19092"/>
                </a:lnTo>
                <a:lnTo>
                  <a:pt x="55368" y="17839"/>
                </a:lnTo>
                <a:lnTo>
                  <a:pt x="53979" y="16718"/>
                </a:lnTo>
                <a:lnTo>
                  <a:pt x="52526" y="15728"/>
                </a:lnTo>
                <a:lnTo>
                  <a:pt x="51007" y="14871"/>
                </a:lnTo>
                <a:lnTo>
                  <a:pt x="49422" y="14145"/>
                </a:lnTo>
                <a:lnTo>
                  <a:pt x="47771" y="13552"/>
                </a:lnTo>
                <a:lnTo>
                  <a:pt x="46052" y="13090"/>
                </a:lnTo>
                <a:lnTo>
                  <a:pt x="44266" y="12760"/>
                </a:lnTo>
                <a:lnTo>
                  <a:pt x="42412" y="12563"/>
                </a:lnTo>
                <a:lnTo>
                  <a:pt x="40489" y="12497"/>
                </a:lnTo>
                <a:lnTo>
                  <a:pt x="38528" y="12563"/>
                </a:lnTo>
                <a:lnTo>
                  <a:pt x="36642" y="12760"/>
                </a:lnTo>
                <a:lnTo>
                  <a:pt x="34832" y="13090"/>
                </a:lnTo>
                <a:lnTo>
                  <a:pt x="33096" y="13552"/>
                </a:lnTo>
                <a:lnTo>
                  <a:pt x="31434" y="14145"/>
                </a:lnTo>
                <a:lnTo>
                  <a:pt x="29846" y="14871"/>
                </a:lnTo>
                <a:lnTo>
                  <a:pt x="28331" y="15728"/>
                </a:lnTo>
                <a:lnTo>
                  <a:pt x="26888" y="16718"/>
                </a:lnTo>
                <a:lnTo>
                  <a:pt x="25516" y="17839"/>
                </a:lnTo>
                <a:lnTo>
                  <a:pt x="24216" y="19092"/>
                </a:lnTo>
                <a:lnTo>
                  <a:pt x="22987" y="20477"/>
                </a:lnTo>
                <a:lnTo>
                  <a:pt x="21827" y="21994"/>
                </a:lnTo>
                <a:lnTo>
                  <a:pt x="20713" y="23622"/>
                </a:lnTo>
                <a:lnTo>
                  <a:pt x="19701" y="25342"/>
                </a:lnTo>
                <a:lnTo>
                  <a:pt x="18792" y="27154"/>
                </a:lnTo>
                <a:lnTo>
                  <a:pt x="17983" y="29060"/>
                </a:lnTo>
                <a:lnTo>
                  <a:pt x="17273" y="31061"/>
                </a:lnTo>
                <a:lnTo>
                  <a:pt x="16662" y="33158"/>
                </a:lnTo>
                <a:lnTo>
                  <a:pt x="16148" y="35352"/>
                </a:lnTo>
                <a:lnTo>
                  <a:pt x="15730" y="37644"/>
                </a:lnTo>
                <a:lnTo>
                  <a:pt x="15407" y="40036"/>
                </a:lnTo>
                <a:lnTo>
                  <a:pt x="15178" y="42528"/>
                </a:lnTo>
                <a:lnTo>
                  <a:pt x="15041" y="45123"/>
                </a:lnTo>
                <a:lnTo>
                  <a:pt x="14996" y="47820"/>
                </a:lnTo>
                <a:lnTo>
                  <a:pt x="15041" y="50521"/>
                </a:lnTo>
                <a:lnTo>
                  <a:pt x="15178" y="53124"/>
                </a:lnTo>
                <a:lnTo>
                  <a:pt x="15407" y="55631"/>
                </a:lnTo>
                <a:lnTo>
                  <a:pt x="15730" y="58040"/>
                </a:lnTo>
                <a:lnTo>
                  <a:pt x="16148" y="60351"/>
                </a:lnTo>
                <a:lnTo>
                  <a:pt x="16662" y="62566"/>
                </a:lnTo>
                <a:lnTo>
                  <a:pt x="17273" y="64684"/>
                </a:lnTo>
                <a:lnTo>
                  <a:pt x="17983" y="66704"/>
                </a:lnTo>
                <a:lnTo>
                  <a:pt x="18792" y="68627"/>
                </a:lnTo>
                <a:lnTo>
                  <a:pt x="19701" y="70453"/>
                </a:lnTo>
                <a:lnTo>
                  <a:pt x="20713" y="72182"/>
                </a:lnTo>
                <a:lnTo>
                  <a:pt x="21827" y="73813"/>
                </a:lnTo>
                <a:lnTo>
                  <a:pt x="22987" y="75327"/>
                </a:lnTo>
                <a:lnTo>
                  <a:pt x="24216" y="76703"/>
                </a:lnTo>
                <a:lnTo>
                  <a:pt x="25516" y="77942"/>
                </a:lnTo>
                <a:lnTo>
                  <a:pt x="26888" y="79046"/>
                </a:lnTo>
                <a:lnTo>
                  <a:pt x="28331" y="80016"/>
                </a:lnTo>
                <a:lnTo>
                  <a:pt x="29846" y="80853"/>
                </a:lnTo>
                <a:lnTo>
                  <a:pt x="31434" y="81558"/>
                </a:lnTo>
                <a:lnTo>
                  <a:pt x="33096" y="82132"/>
                </a:lnTo>
                <a:lnTo>
                  <a:pt x="34832" y="82576"/>
                </a:lnTo>
                <a:lnTo>
                  <a:pt x="36642" y="82892"/>
                </a:lnTo>
                <a:lnTo>
                  <a:pt x="38528" y="83081"/>
                </a:lnTo>
                <a:lnTo>
                  <a:pt x="40489" y="83144"/>
                </a:lnTo>
                <a:lnTo>
                  <a:pt x="42412" y="83081"/>
                </a:lnTo>
                <a:lnTo>
                  <a:pt x="44266" y="82892"/>
                </a:lnTo>
                <a:lnTo>
                  <a:pt x="46052" y="82576"/>
                </a:lnTo>
                <a:lnTo>
                  <a:pt x="47771" y="82132"/>
                </a:lnTo>
                <a:lnTo>
                  <a:pt x="49422" y="81558"/>
                </a:lnTo>
                <a:lnTo>
                  <a:pt x="51007" y="80853"/>
                </a:lnTo>
                <a:lnTo>
                  <a:pt x="52526" y="80016"/>
                </a:lnTo>
                <a:lnTo>
                  <a:pt x="53979" y="79046"/>
                </a:lnTo>
                <a:lnTo>
                  <a:pt x="55368" y="77942"/>
                </a:lnTo>
                <a:lnTo>
                  <a:pt x="56692" y="76703"/>
                </a:lnTo>
                <a:lnTo>
                  <a:pt x="57953" y="75327"/>
                </a:lnTo>
                <a:lnTo>
                  <a:pt x="59150" y="73813"/>
                </a:lnTo>
                <a:lnTo>
                  <a:pt x="60230" y="72182"/>
                </a:lnTo>
                <a:lnTo>
                  <a:pt x="61219" y="70453"/>
                </a:lnTo>
                <a:lnTo>
                  <a:pt x="62116" y="68627"/>
                </a:lnTo>
                <a:lnTo>
                  <a:pt x="62921" y="66704"/>
                </a:lnTo>
                <a:lnTo>
                  <a:pt x="63634" y="64684"/>
                </a:lnTo>
                <a:lnTo>
                  <a:pt x="64253" y="62566"/>
                </a:lnTo>
                <a:lnTo>
                  <a:pt x="64779" y="60351"/>
                </a:lnTo>
                <a:lnTo>
                  <a:pt x="65210" y="58040"/>
                </a:lnTo>
                <a:lnTo>
                  <a:pt x="65547" y="55631"/>
                </a:lnTo>
                <a:lnTo>
                  <a:pt x="65788" y="53124"/>
                </a:lnTo>
                <a:lnTo>
                  <a:pt x="65933" y="50521"/>
                </a:lnTo>
                <a:lnTo>
                  <a:pt x="65982" y="478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0" name="Original native bar-chart element 180">
            <a:extLst xmlns:a="http://schemas.openxmlformats.org/drawingml/2006/main">
              <a:ext uri="{FF2B5EF4-FFF2-40B4-BE49-F238E27FC236}">
                <a16:creationId xmlns:a16="http://schemas.microsoft.com/office/drawing/2014/main" id="{5643A26F-ACDE-4B43-9EEE-C10C184A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484" y="1283620"/>
            <a:ext cx="84477" cy="95474"/>
          </a:xfrm>
          <a:custGeom xmlns:a="http://schemas.openxmlformats.org/drawingml/2006/main">
            <a:pathLst>
              <a:path w="84477" h="95474">
                <a:moveTo>
                  <a:pt x="84477" y="43988"/>
                </a:moveTo>
                <a:lnTo>
                  <a:pt x="84477" y="51319"/>
                </a:lnTo>
                <a:lnTo>
                  <a:pt x="15662" y="51319"/>
                </a:lnTo>
                <a:lnTo>
                  <a:pt x="15878" y="53853"/>
                </a:lnTo>
                <a:lnTo>
                  <a:pt x="16192" y="56289"/>
                </a:lnTo>
                <a:lnTo>
                  <a:pt x="16605" y="58625"/>
                </a:lnTo>
                <a:lnTo>
                  <a:pt x="17119" y="60860"/>
                </a:lnTo>
                <a:lnTo>
                  <a:pt x="17735" y="62993"/>
                </a:lnTo>
                <a:lnTo>
                  <a:pt x="18453" y="65024"/>
                </a:lnTo>
                <a:lnTo>
                  <a:pt x="19276" y="66950"/>
                </a:lnTo>
                <a:lnTo>
                  <a:pt x="20204" y="68771"/>
                </a:lnTo>
                <a:lnTo>
                  <a:pt x="21239" y="70486"/>
                </a:lnTo>
                <a:lnTo>
                  <a:pt x="22381" y="72093"/>
                </a:lnTo>
                <a:lnTo>
                  <a:pt x="23632" y="73591"/>
                </a:lnTo>
                <a:lnTo>
                  <a:pt x="24993" y="74979"/>
                </a:lnTo>
                <a:lnTo>
                  <a:pt x="26413" y="76257"/>
                </a:lnTo>
                <a:lnTo>
                  <a:pt x="27924" y="77423"/>
                </a:lnTo>
                <a:lnTo>
                  <a:pt x="29526" y="78478"/>
                </a:lnTo>
                <a:lnTo>
                  <a:pt x="31220" y="79423"/>
                </a:lnTo>
                <a:lnTo>
                  <a:pt x="33006" y="80256"/>
                </a:lnTo>
                <a:lnTo>
                  <a:pt x="34886" y="80978"/>
                </a:lnTo>
                <a:lnTo>
                  <a:pt x="36860" y="81589"/>
                </a:lnTo>
                <a:lnTo>
                  <a:pt x="38928" y="82089"/>
                </a:lnTo>
                <a:lnTo>
                  <a:pt x="41090" y="82477"/>
                </a:lnTo>
                <a:lnTo>
                  <a:pt x="43348" y="82755"/>
                </a:lnTo>
                <a:lnTo>
                  <a:pt x="45703" y="82922"/>
                </a:lnTo>
                <a:lnTo>
                  <a:pt x="48153" y="82977"/>
                </a:lnTo>
                <a:lnTo>
                  <a:pt x="49570" y="82963"/>
                </a:lnTo>
                <a:lnTo>
                  <a:pt x="50984" y="82922"/>
                </a:lnTo>
                <a:lnTo>
                  <a:pt x="52397" y="82852"/>
                </a:lnTo>
                <a:lnTo>
                  <a:pt x="53806" y="82755"/>
                </a:lnTo>
                <a:lnTo>
                  <a:pt x="55211" y="82630"/>
                </a:lnTo>
                <a:lnTo>
                  <a:pt x="56609" y="82477"/>
                </a:lnTo>
                <a:lnTo>
                  <a:pt x="58001" y="82297"/>
                </a:lnTo>
                <a:lnTo>
                  <a:pt x="59385" y="82089"/>
                </a:lnTo>
                <a:lnTo>
                  <a:pt x="60759" y="81852"/>
                </a:lnTo>
                <a:lnTo>
                  <a:pt x="62123" y="81589"/>
                </a:lnTo>
                <a:lnTo>
                  <a:pt x="63476" y="81297"/>
                </a:lnTo>
                <a:lnTo>
                  <a:pt x="64816" y="80978"/>
                </a:lnTo>
                <a:lnTo>
                  <a:pt x="66152" y="80627"/>
                </a:lnTo>
                <a:lnTo>
                  <a:pt x="67494" y="80242"/>
                </a:lnTo>
                <a:lnTo>
                  <a:pt x="68840" y="79822"/>
                </a:lnTo>
                <a:lnTo>
                  <a:pt x="70191" y="79367"/>
                </a:lnTo>
                <a:lnTo>
                  <a:pt x="71543" y="78878"/>
                </a:lnTo>
                <a:lnTo>
                  <a:pt x="72897" y="78353"/>
                </a:lnTo>
                <a:lnTo>
                  <a:pt x="74250" y="77795"/>
                </a:lnTo>
                <a:lnTo>
                  <a:pt x="75603" y="77201"/>
                </a:lnTo>
                <a:lnTo>
                  <a:pt x="76953" y="76573"/>
                </a:lnTo>
                <a:lnTo>
                  <a:pt x="78299" y="75910"/>
                </a:lnTo>
                <a:lnTo>
                  <a:pt x="79641" y="75212"/>
                </a:lnTo>
                <a:lnTo>
                  <a:pt x="80978" y="74480"/>
                </a:lnTo>
                <a:lnTo>
                  <a:pt x="80978" y="88642"/>
                </a:lnTo>
                <a:lnTo>
                  <a:pt x="79641" y="89215"/>
                </a:lnTo>
                <a:lnTo>
                  <a:pt x="78298" y="89765"/>
                </a:lnTo>
                <a:lnTo>
                  <a:pt x="76948" y="90293"/>
                </a:lnTo>
                <a:lnTo>
                  <a:pt x="75590" y="90796"/>
                </a:lnTo>
                <a:lnTo>
                  <a:pt x="74226" y="91274"/>
                </a:lnTo>
                <a:lnTo>
                  <a:pt x="72855" y="91725"/>
                </a:lnTo>
                <a:lnTo>
                  <a:pt x="71477" y="92148"/>
                </a:lnTo>
                <a:lnTo>
                  <a:pt x="70092" y="92542"/>
                </a:lnTo>
                <a:lnTo>
                  <a:pt x="68700" y="92907"/>
                </a:lnTo>
                <a:lnTo>
                  <a:pt x="67301" y="93240"/>
                </a:lnTo>
                <a:lnTo>
                  <a:pt x="65895" y="93540"/>
                </a:lnTo>
                <a:lnTo>
                  <a:pt x="64482" y="93808"/>
                </a:lnTo>
                <a:lnTo>
                  <a:pt x="63063" y="94050"/>
                </a:lnTo>
                <a:lnTo>
                  <a:pt x="61637" y="94278"/>
                </a:lnTo>
                <a:lnTo>
                  <a:pt x="60207" y="94490"/>
                </a:lnTo>
                <a:lnTo>
                  <a:pt x="58774" y="94684"/>
                </a:lnTo>
                <a:lnTo>
                  <a:pt x="57338" y="94860"/>
                </a:lnTo>
                <a:lnTo>
                  <a:pt x="55901" y="95016"/>
                </a:lnTo>
                <a:lnTo>
                  <a:pt x="54464" y="95151"/>
                </a:lnTo>
                <a:lnTo>
                  <a:pt x="53029" y="95264"/>
                </a:lnTo>
                <a:lnTo>
                  <a:pt x="51595" y="95354"/>
                </a:lnTo>
                <a:lnTo>
                  <a:pt x="50165" y="95420"/>
                </a:lnTo>
                <a:lnTo>
                  <a:pt x="48740" y="95460"/>
                </a:lnTo>
                <a:lnTo>
                  <a:pt x="47320" y="95474"/>
                </a:lnTo>
                <a:lnTo>
                  <a:pt x="43721" y="95387"/>
                </a:lnTo>
                <a:lnTo>
                  <a:pt x="40252" y="95127"/>
                </a:lnTo>
                <a:lnTo>
                  <a:pt x="36914" y="94693"/>
                </a:lnTo>
                <a:lnTo>
                  <a:pt x="33707" y="94085"/>
                </a:lnTo>
                <a:lnTo>
                  <a:pt x="30629" y="93304"/>
                </a:lnTo>
                <a:lnTo>
                  <a:pt x="27680" y="92350"/>
                </a:lnTo>
                <a:lnTo>
                  <a:pt x="24859" y="91221"/>
                </a:lnTo>
                <a:lnTo>
                  <a:pt x="22167" y="89920"/>
                </a:lnTo>
                <a:lnTo>
                  <a:pt x="19601" y="88444"/>
                </a:lnTo>
                <a:lnTo>
                  <a:pt x="17163" y="86796"/>
                </a:lnTo>
                <a:lnTo>
                  <a:pt x="14850" y="84973"/>
                </a:lnTo>
                <a:lnTo>
                  <a:pt x="12663" y="82977"/>
                </a:lnTo>
                <a:lnTo>
                  <a:pt x="10629" y="80829"/>
                </a:lnTo>
                <a:lnTo>
                  <a:pt x="8775" y="78549"/>
                </a:lnTo>
                <a:lnTo>
                  <a:pt x="7100" y="76138"/>
                </a:lnTo>
                <a:lnTo>
                  <a:pt x="5603" y="73597"/>
                </a:lnTo>
                <a:lnTo>
                  <a:pt x="4285" y="70927"/>
                </a:lnTo>
                <a:lnTo>
                  <a:pt x="3145" y="68127"/>
                </a:lnTo>
                <a:lnTo>
                  <a:pt x="2182" y="65199"/>
                </a:lnTo>
                <a:lnTo>
                  <a:pt x="1395" y="62143"/>
                </a:lnTo>
                <a:lnTo>
                  <a:pt x="784" y="58960"/>
                </a:lnTo>
                <a:lnTo>
                  <a:pt x="348" y="55651"/>
                </a:lnTo>
                <a:lnTo>
                  <a:pt x="87" y="52215"/>
                </a:lnTo>
                <a:lnTo>
                  <a:pt x="0" y="48653"/>
                </a:lnTo>
                <a:lnTo>
                  <a:pt x="83" y="45008"/>
                </a:lnTo>
                <a:lnTo>
                  <a:pt x="333" y="41489"/>
                </a:lnTo>
                <a:lnTo>
                  <a:pt x="750" y="38094"/>
                </a:lnTo>
                <a:lnTo>
                  <a:pt x="1333" y="34824"/>
                </a:lnTo>
                <a:lnTo>
                  <a:pt x="2083" y="31679"/>
                </a:lnTo>
                <a:lnTo>
                  <a:pt x="2999" y="28659"/>
                </a:lnTo>
                <a:lnTo>
                  <a:pt x="4082" y="25764"/>
                </a:lnTo>
                <a:lnTo>
                  <a:pt x="5332" y="22994"/>
                </a:lnTo>
                <a:lnTo>
                  <a:pt x="6748" y="20349"/>
                </a:lnTo>
                <a:lnTo>
                  <a:pt x="8331" y="17828"/>
                </a:lnTo>
                <a:lnTo>
                  <a:pt x="10081" y="15433"/>
                </a:lnTo>
                <a:lnTo>
                  <a:pt x="11997" y="13163"/>
                </a:lnTo>
                <a:lnTo>
                  <a:pt x="14058" y="11084"/>
                </a:lnTo>
                <a:lnTo>
                  <a:pt x="16244" y="9180"/>
                </a:lnTo>
                <a:lnTo>
                  <a:pt x="18552" y="7451"/>
                </a:lnTo>
                <a:lnTo>
                  <a:pt x="20982" y="5900"/>
                </a:lnTo>
                <a:lnTo>
                  <a:pt x="23532" y="4526"/>
                </a:lnTo>
                <a:lnTo>
                  <a:pt x="26201" y="3332"/>
                </a:lnTo>
                <a:lnTo>
                  <a:pt x="28988" y="2319"/>
                </a:lnTo>
                <a:lnTo>
                  <a:pt x="31892" y="1487"/>
                </a:lnTo>
                <a:lnTo>
                  <a:pt x="34912" y="838"/>
                </a:lnTo>
                <a:lnTo>
                  <a:pt x="38047" y="373"/>
                </a:lnTo>
                <a:lnTo>
                  <a:pt x="41294" y="94"/>
                </a:lnTo>
                <a:lnTo>
                  <a:pt x="44654" y="0"/>
                </a:lnTo>
                <a:lnTo>
                  <a:pt x="47681" y="83"/>
                </a:lnTo>
                <a:lnTo>
                  <a:pt x="50598" y="332"/>
                </a:lnTo>
                <a:lnTo>
                  <a:pt x="53405" y="747"/>
                </a:lnTo>
                <a:lnTo>
                  <a:pt x="56102" y="1327"/>
                </a:lnTo>
                <a:lnTo>
                  <a:pt x="58690" y="2071"/>
                </a:lnTo>
                <a:lnTo>
                  <a:pt x="61171" y="2978"/>
                </a:lnTo>
                <a:lnTo>
                  <a:pt x="63543" y="4049"/>
                </a:lnTo>
                <a:lnTo>
                  <a:pt x="65809" y="5282"/>
                </a:lnTo>
                <a:lnTo>
                  <a:pt x="67968" y="6678"/>
                </a:lnTo>
                <a:lnTo>
                  <a:pt x="70022" y="8235"/>
                </a:lnTo>
                <a:lnTo>
                  <a:pt x="71970" y="9952"/>
                </a:lnTo>
                <a:lnTo>
                  <a:pt x="73813" y="11830"/>
                </a:lnTo>
                <a:lnTo>
                  <a:pt x="75493" y="13885"/>
                </a:lnTo>
                <a:lnTo>
                  <a:pt x="77033" y="16052"/>
                </a:lnTo>
                <a:lnTo>
                  <a:pt x="78432" y="18331"/>
                </a:lnTo>
                <a:lnTo>
                  <a:pt x="79688" y="20723"/>
                </a:lnTo>
                <a:lnTo>
                  <a:pt x="80801" y="23228"/>
                </a:lnTo>
                <a:lnTo>
                  <a:pt x="81769" y="25847"/>
                </a:lnTo>
                <a:lnTo>
                  <a:pt x="82592" y="28581"/>
                </a:lnTo>
                <a:lnTo>
                  <a:pt x="83267" y="31430"/>
                </a:lnTo>
                <a:lnTo>
                  <a:pt x="83795" y="34394"/>
                </a:lnTo>
                <a:lnTo>
                  <a:pt x="84173" y="37475"/>
                </a:lnTo>
                <a:lnTo>
                  <a:pt x="84401" y="40673"/>
                </a:lnTo>
                <a:lnTo>
                  <a:pt x="84477" y="43988"/>
                </a:lnTo>
                <a:close/>
                <a:moveTo>
                  <a:pt x="69481" y="39656"/>
                </a:moveTo>
                <a:lnTo>
                  <a:pt x="69394" y="37649"/>
                </a:lnTo>
                <a:lnTo>
                  <a:pt x="69218" y="35712"/>
                </a:lnTo>
                <a:lnTo>
                  <a:pt x="68952" y="33842"/>
                </a:lnTo>
                <a:lnTo>
                  <a:pt x="68598" y="32041"/>
                </a:lnTo>
                <a:lnTo>
                  <a:pt x="68157" y="30306"/>
                </a:lnTo>
                <a:lnTo>
                  <a:pt x="67627" y="28638"/>
                </a:lnTo>
                <a:lnTo>
                  <a:pt x="67011" y="27036"/>
                </a:lnTo>
                <a:lnTo>
                  <a:pt x="66309" y="25499"/>
                </a:lnTo>
                <a:lnTo>
                  <a:pt x="65521" y="24027"/>
                </a:lnTo>
                <a:lnTo>
                  <a:pt x="64648" y="22620"/>
                </a:lnTo>
                <a:lnTo>
                  <a:pt x="63691" y="21275"/>
                </a:lnTo>
                <a:lnTo>
                  <a:pt x="62649" y="19995"/>
                </a:lnTo>
                <a:lnTo>
                  <a:pt x="61494" y="18835"/>
                </a:lnTo>
                <a:lnTo>
                  <a:pt x="60276" y="17774"/>
                </a:lnTo>
                <a:lnTo>
                  <a:pt x="58997" y="16810"/>
                </a:lnTo>
                <a:lnTo>
                  <a:pt x="57657" y="15946"/>
                </a:lnTo>
                <a:lnTo>
                  <a:pt x="56257" y="15181"/>
                </a:lnTo>
                <a:lnTo>
                  <a:pt x="54797" y="14517"/>
                </a:lnTo>
                <a:lnTo>
                  <a:pt x="53279" y="13953"/>
                </a:lnTo>
                <a:lnTo>
                  <a:pt x="51702" y="13490"/>
                </a:lnTo>
                <a:lnTo>
                  <a:pt x="50067" y="13129"/>
                </a:lnTo>
                <a:lnTo>
                  <a:pt x="48375" y="12871"/>
                </a:lnTo>
                <a:lnTo>
                  <a:pt x="46626" y="12715"/>
                </a:lnTo>
                <a:lnTo>
                  <a:pt x="44821" y="12663"/>
                </a:lnTo>
                <a:lnTo>
                  <a:pt x="42773" y="12715"/>
                </a:lnTo>
                <a:lnTo>
                  <a:pt x="40794" y="12870"/>
                </a:lnTo>
                <a:lnTo>
                  <a:pt x="38885" y="13127"/>
                </a:lnTo>
                <a:lnTo>
                  <a:pt x="37045" y="13484"/>
                </a:lnTo>
                <a:lnTo>
                  <a:pt x="35275" y="13941"/>
                </a:lnTo>
                <a:lnTo>
                  <a:pt x="33574" y="14496"/>
                </a:lnTo>
                <a:lnTo>
                  <a:pt x="31943" y="15148"/>
                </a:lnTo>
                <a:lnTo>
                  <a:pt x="30381" y="15897"/>
                </a:lnTo>
                <a:lnTo>
                  <a:pt x="28888" y="16740"/>
                </a:lnTo>
                <a:lnTo>
                  <a:pt x="27465" y="17677"/>
                </a:lnTo>
                <a:lnTo>
                  <a:pt x="26111" y="18707"/>
                </a:lnTo>
                <a:lnTo>
                  <a:pt x="24827" y="19828"/>
                </a:lnTo>
                <a:lnTo>
                  <a:pt x="23619" y="21036"/>
                </a:lnTo>
                <a:lnTo>
                  <a:pt x="22495" y="22326"/>
                </a:lnTo>
                <a:lnTo>
                  <a:pt x="21458" y="23699"/>
                </a:lnTo>
                <a:lnTo>
                  <a:pt x="20507" y="25154"/>
                </a:lnTo>
                <a:lnTo>
                  <a:pt x="19644" y="26689"/>
                </a:lnTo>
                <a:lnTo>
                  <a:pt x="18870" y="28305"/>
                </a:lnTo>
                <a:lnTo>
                  <a:pt x="18186" y="30000"/>
                </a:lnTo>
                <a:lnTo>
                  <a:pt x="17594" y="31775"/>
                </a:lnTo>
                <a:lnTo>
                  <a:pt x="17094" y="33629"/>
                </a:lnTo>
                <a:lnTo>
                  <a:pt x="16688" y="35560"/>
                </a:lnTo>
                <a:lnTo>
                  <a:pt x="16377" y="37570"/>
                </a:lnTo>
                <a:lnTo>
                  <a:pt x="16162" y="39656"/>
                </a:lnTo>
                <a:lnTo>
                  <a:pt x="69481" y="396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1" name="Original native bar-chart element 181">
            <a:extLst xmlns:a="http://schemas.openxmlformats.org/drawingml/2006/main">
              <a:ext uri="{FF2B5EF4-FFF2-40B4-BE49-F238E27FC236}">
                <a16:creationId xmlns:a16="http://schemas.microsoft.com/office/drawing/2014/main" id="{F18F1E79-4759-493A-908D-99FEB086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953" y="1283620"/>
            <a:ext cx="76312" cy="93308"/>
          </a:xfrm>
          <a:custGeom xmlns:a="http://schemas.openxmlformats.org/drawingml/2006/main">
            <a:pathLst>
              <a:path w="76312" h="93308">
                <a:moveTo>
                  <a:pt x="76312" y="38323"/>
                </a:moveTo>
                <a:lnTo>
                  <a:pt x="76312" y="93308"/>
                </a:lnTo>
                <a:lnTo>
                  <a:pt x="61316" y="93308"/>
                </a:lnTo>
                <a:lnTo>
                  <a:pt x="61316" y="38823"/>
                </a:lnTo>
                <a:lnTo>
                  <a:pt x="61278" y="36705"/>
                </a:lnTo>
                <a:lnTo>
                  <a:pt x="61165" y="34683"/>
                </a:lnTo>
                <a:lnTo>
                  <a:pt x="60978" y="32757"/>
                </a:lnTo>
                <a:lnTo>
                  <a:pt x="60718" y="30924"/>
                </a:lnTo>
                <a:lnTo>
                  <a:pt x="60386" y="29183"/>
                </a:lnTo>
                <a:lnTo>
                  <a:pt x="59984" y="27534"/>
                </a:lnTo>
                <a:lnTo>
                  <a:pt x="59512" y="25975"/>
                </a:lnTo>
                <a:lnTo>
                  <a:pt x="58971" y="24506"/>
                </a:lnTo>
                <a:lnTo>
                  <a:pt x="58364" y="23124"/>
                </a:lnTo>
                <a:lnTo>
                  <a:pt x="57691" y="21829"/>
                </a:lnTo>
                <a:lnTo>
                  <a:pt x="56953" y="20620"/>
                </a:lnTo>
                <a:lnTo>
                  <a:pt x="56151" y="19495"/>
                </a:lnTo>
                <a:lnTo>
                  <a:pt x="55283" y="18457"/>
                </a:lnTo>
                <a:lnTo>
                  <a:pt x="54346" y="17509"/>
                </a:lnTo>
                <a:lnTo>
                  <a:pt x="53339" y="16652"/>
                </a:lnTo>
                <a:lnTo>
                  <a:pt x="52263" y="15885"/>
                </a:lnTo>
                <a:lnTo>
                  <a:pt x="51118" y="15208"/>
                </a:lnTo>
                <a:lnTo>
                  <a:pt x="49903" y="14621"/>
                </a:lnTo>
                <a:lnTo>
                  <a:pt x="48619" y="14125"/>
                </a:lnTo>
                <a:lnTo>
                  <a:pt x="47265" y="13718"/>
                </a:lnTo>
                <a:lnTo>
                  <a:pt x="45842" y="13403"/>
                </a:lnTo>
                <a:lnTo>
                  <a:pt x="44349" y="13177"/>
                </a:lnTo>
                <a:lnTo>
                  <a:pt x="42787" y="13042"/>
                </a:lnTo>
                <a:lnTo>
                  <a:pt x="41155" y="12996"/>
                </a:lnTo>
                <a:lnTo>
                  <a:pt x="39152" y="13052"/>
                </a:lnTo>
                <a:lnTo>
                  <a:pt x="37225" y="13218"/>
                </a:lnTo>
                <a:lnTo>
                  <a:pt x="35373" y="13494"/>
                </a:lnTo>
                <a:lnTo>
                  <a:pt x="33596" y="13879"/>
                </a:lnTo>
                <a:lnTo>
                  <a:pt x="31892" y="14373"/>
                </a:lnTo>
                <a:lnTo>
                  <a:pt x="30263" y="14975"/>
                </a:lnTo>
                <a:lnTo>
                  <a:pt x="28706" y="15685"/>
                </a:lnTo>
                <a:lnTo>
                  <a:pt x="27221" y="16502"/>
                </a:lnTo>
                <a:lnTo>
                  <a:pt x="25808" y="17425"/>
                </a:lnTo>
                <a:lnTo>
                  <a:pt x="24466" y="18454"/>
                </a:lnTo>
                <a:lnTo>
                  <a:pt x="23195" y="19588"/>
                </a:lnTo>
                <a:lnTo>
                  <a:pt x="21994" y="20828"/>
                </a:lnTo>
                <a:lnTo>
                  <a:pt x="20876" y="22157"/>
                </a:lnTo>
                <a:lnTo>
                  <a:pt x="19856" y="23563"/>
                </a:lnTo>
                <a:lnTo>
                  <a:pt x="18932" y="25045"/>
                </a:lnTo>
                <a:lnTo>
                  <a:pt x="18106" y="26604"/>
                </a:lnTo>
                <a:lnTo>
                  <a:pt x="17377" y="28239"/>
                </a:lnTo>
                <a:lnTo>
                  <a:pt x="16745" y="29950"/>
                </a:lnTo>
                <a:lnTo>
                  <a:pt x="16211" y="31738"/>
                </a:lnTo>
                <a:lnTo>
                  <a:pt x="15773" y="33602"/>
                </a:lnTo>
                <a:lnTo>
                  <a:pt x="15433" y="35542"/>
                </a:lnTo>
                <a:lnTo>
                  <a:pt x="15190" y="37559"/>
                </a:lnTo>
                <a:lnTo>
                  <a:pt x="15044" y="39652"/>
                </a:lnTo>
                <a:lnTo>
                  <a:pt x="14996" y="41822"/>
                </a:lnTo>
                <a:lnTo>
                  <a:pt x="14996" y="93308"/>
                </a:lnTo>
                <a:lnTo>
                  <a:pt x="0" y="93308"/>
                </a:lnTo>
                <a:lnTo>
                  <a:pt x="0" y="2166"/>
                </a:lnTo>
                <a:lnTo>
                  <a:pt x="14996" y="2166"/>
                </a:lnTo>
                <a:lnTo>
                  <a:pt x="14996" y="16329"/>
                </a:lnTo>
                <a:lnTo>
                  <a:pt x="15885" y="15020"/>
                </a:lnTo>
                <a:lnTo>
                  <a:pt x="16802" y="13762"/>
                </a:lnTo>
                <a:lnTo>
                  <a:pt x="17748" y="12554"/>
                </a:lnTo>
                <a:lnTo>
                  <a:pt x="18723" y="11398"/>
                </a:lnTo>
                <a:lnTo>
                  <a:pt x="19729" y="10296"/>
                </a:lnTo>
                <a:lnTo>
                  <a:pt x="20765" y="9247"/>
                </a:lnTo>
                <a:lnTo>
                  <a:pt x="21833" y="8255"/>
                </a:lnTo>
                <a:lnTo>
                  <a:pt x="22932" y="7319"/>
                </a:lnTo>
                <a:lnTo>
                  <a:pt x="24064" y="6441"/>
                </a:lnTo>
                <a:lnTo>
                  <a:pt x="25228" y="5622"/>
                </a:lnTo>
                <a:lnTo>
                  <a:pt x="26427" y="4863"/>
                </a:lnTo>
                <a:lnTo>
                  <a:pt x="27659" y="4166"/>
                </a:lnTo>
                <a:lnTo>
                  <a:pt x="28884" y="3524"/>
                </a:lnTo>
                <a:lnTo>
                  <a:pt x="30144" y="2931"/>
                </a:lnTo>
                <a:lnTo>
                  <a:pt x="31437" y="2390"/>
                </a:lnTo>
                <a:lnTo>
                  <a:pt x="32763" y="1901"/>
                </a:lnTo>
                <a:lnTo>
                  <a:pt x="34121" y="1465"/>
                </a:lnTo>
                <a:lnTo>
                  <a:pt x="35511" y="1083"/>
                </a:lnTo>
                <a:lnTo>
                  <a:pt x="36932" y="757"/>
                </a:lnTo>
                <a:lnTo>
                  <a:pt x="38385" y="488"/>
                </a:lnTo>
                <a:lnTo>
                  <a:pt x="39867" y="276"/>
                </a:lnTo>
                <a:lnTo>
                  <a:pt x="41378" y="123"/>
                </a:lnTo>
                <a:lnTo>
                  <a:pt x="42919" y="31"/>
                </a:lnTo>
                <a:lnTo>
                  <a:pt x="44488" y="0"/>
                </a:lnTo>
                <a:lnTo>
                  <a:pt x="47022" y="69"/>
                </a:lnTo>
                <a:lnTo>
                  <a:pt x="49457" y="277"/>
                </a:lnTo>
                <a:lnTo>
                  <a:pt x="51793" y="622"/>
                </a:lnTo>
                <a:lnTo>
                  <a:pt x="54028" y="1105"/>
                </a:lnTo>
                <a:lnTo>
                  <a:pt x="56162" y="1724"/>
                </a:lnTo>
                <a:lnTo>
                  <a:pt x="58192" y="2478"/>
                </a:lnTo>
                <a:lnTo>
                  <a:pt x="60119" y="3369"/>
                </a:lnTo>
                <a:lnTo>
                  <a:pt x="61940" y="4394"/>
                </a:lnTo>
                <a:lnTo>
                  <a:pt x="63654" y="5553"/>
                </a:lnTo>
                <a:lnTo>
                  <a:pt x="65261" y="6846"/>
                </a:lnTo>
                <a:lnTo>
                  <a:pt x="66760" y="8272"/>
                </a:lnTo>
                <a:lnTo>
                  <a:pt x="68148" y="9831"/>
                </a:lnTo>
                <a:lnTo>
                  <a:pt x="69429" y="11518"/>
                </a:lnTo>
                <a:lnTo>
                  <a:pt x="70604" y="13330"/>
                </a:lnTo>
                <a:lnTo>
                  <a:pt x="71673" y="15267"/>
                </a:lnTo>
                <a:lnTo>
                  <a:pt x="72634" y="17329"/>
                </a:lnTo>
                <a:lnTo>
                  <a:pt x="73487" y="19515"/>
                </a:lnTo>
                <a:lnTo>
                  <a:pt x="74230" y="21827"/>
                </a:lnTo>
                <a:lnTo>
                  <a:pt x="74861" y="24264"/>
                </a:lnTo>
                <a:lnTo>
                  <a:pt x="75381" y="26826"/>
                </a:lnTo>
                <a:lnTo>
                  <a:pt x="75786" y="29513"/>
                </a:lnTo>
                <a:lnTo>
                  <a:pt x="76078" y="32324"/>
                </a:lnTo>
                <a:lnTo>
                  <a:pt x="76254" y="35261"/>
                </a:lnTo>
                <a:lnTo>
                  <a:pt x="76312" y="383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2" name="Original native bar-chart element 182">
            <a:extLst xmlns:a="http://schemas.openxmlformats.org/drawingml/2006/main">
              <a:ext uri="{FF2B5EF4-FFF2-40B4-BE49-F238E27FC236}">
                <a16:creationId xmlns:a16="http://schemas.microsoft.com/office/drawing/2014/main" id="{1DE731FA-A711-4EDC-B21B-8064338B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758" y="1255461"/>
            <a:ext cx="92641" cy="121467"/>
          </a:xfrm>
          <a:custGeom xmlns:a="http://schemas.openxmlformats.org/drawingml/2006/main">
            <a:pathLst>
              <a:path w="92641" h="121467">
                <a:moveTo>
                  <a:pt x="0" y="0"/>
                </a:moveTo>
                <a:lnTo>
                  <a:pt x="16495" y="0"/>
                </a:lnTo>
                <a:lnTo>
                  <a:pt x="16495" y="49820"/>
                </a:lnTo>
                <a:lnTo>
                  <a:pt x="76146" y="49820"/>
                </a:lnTo>
                <a:lnTo>
                  <a:pt x="76146" y="0"/>
                </a:lnTo>
                <a:lnTo>
                  <a:pt x="92641" y="0"/>
                </a:lnTo>
                <a:lnTo>
                  <a:pt x="92641" y="121467"/>
                </a:lnTo>
                <a:lnTo>
                  <a:pt x="76146" y="121467"/>
                </a:lnTo>
                <a:lnTo>
                  <a:pt x="76146" y="63649"/>
                </a:lnTo>
                <a:lnTo>
                  <a:pt x="16495" y="63649"/>
                </a:lnTo>
                <a:lnTo>
                  <a:pt x="16495" y="121467"/>
                </a:lnTo>
                <a:lnTo>
                  <a:pt x="0" y="121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3" name="Original native bar-chart element 183">
            <a:extLst xmlns:a="http://schemas.openxmlformats.org/drawingml/2006/main">
              <a:ext uri="{FF2B5EF4-FFF2-40B4-BE49-F238E27FC236}">
                <a16:creationId xmlns:a16="http://schemas.microsoft.com/office/drawing/2014/main" id="{B297D57F-2E5F-4A38-B3F1-12DD633D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725" y="1283620"/>
            <a:ext cx="76979" cy="95474"/>
          </a:xfrm>
          <a:custGeom xmlns:a="http://schemas.openxmlformats.org/drawingml/2006/main">
            <a:pathLst>
              <a:path w="76979" h="95474">
                <a:moveTo>
                  <a:pt x="47154" y="47487"/>
                </a:moveTo>
                <a:lnTo>
                  <a:pt x="44193" y="47518"/>
                </a:lnTo>
                <a:lnTo>
                  <a:pt x="41391" y="47610"/>
                </a:lnTo>
                <a:lnTo>
                  <a:pt x="38747" y="47763"/>
                </a:lnTo>
                <a:lnTo>
                  <a:pt x="36262" y="47974"/>
                </a:lnTo>
                <a:lnTo>
                  <a:pt x="33933" y="48244"/>
                </a:lnTo>
                <a:lnTo>
                  <a:pt x="31762" y="48570"/>
                </a:lnTo>
                <a:lnTo>
                  <a:pt x="29747" y="48952"/>
                </a:lnTo>
                <a:lnTo>
                  <a:pt x="27887" y="49388"/>
                </a:lnTo>
                <a:lnTo>
                  <a:pt x="26183" y="49877"/>
                </a:lnTo>
                <a:lnTo>
                  <a:pt x="24633" y="50418"/>
                </a:lnTo>
                <a:lnTo>
                  <a:pt x="23237" y="51010"/>
                </a:lnTo>
                <a:lnTo>
                  <a:pt x="21994" y="51652"/>
                </a:lnTo>
                <a:lnTo>
                  <a:pt x="20876" y="52399"/>
                </a:lnTo>
                <a:lnTo>
                  <a:pt x="19856" y="53222"/>
                </a:lnTo>
                <a:lnTo>
                  <a:pt x="18932" y="54123"/>
                </a:lnTo>
                <a:lnTo>
                  <a:pt x="18106" y="55102"/>
                </a:lnTo>
                <a:lnTo>
                  <a:pt x="17377" y="56160"/>
                </a:lnTo>
                <a:lnTo>
                  <a:pt x="16745" y="57297"/>
                </a:lnTo>
                <a:lnTo>
                  <a:pt x="16211" y="58514"/>
                </a:lnTo>
                <a:lnTo>
                  <a:pt x="15773" y="59811"/>
                </a:lnTo>
                <a:lnTo>
                  <a:pt x="15433" y="61189"/>
                </a:lnTo>
                <a:lnTo>
                  <a:pt x="15190" y="62649"/>
                </a:lnTo>
                <a:lnTo>
                  <a:pt x="15044" y="64191"/>
                </a:lnTo>
                <a:lnTo>
                  <a:pt x="14996" y="65815"/>
                </a:lnTo>
                <a:lnTo>
                  <a:pt x="15031" y="67127"/>
                </a:lnTo>
                <a:lnTo>
                  <a:pt x="15135" y="68396"/>
                </a:lnTo>
                <a:lnTo>
                  <a:pt x="15311" y="69621"/>
                </a:lnTo>
                <a:lnTo>
                  <a:pt x="15557" y="70802"/>
                </a:lnTo>
                <a:lnTo>
                  <a:pt x="15876" y="71935"/>
                </a:lnTo>
                <a:lnTo>
                  <a:pt x="16266" y="73022"/>
                </a:lnTo>
                <a:lnTo>
                  <a:pt x="16730" y="74059"/>
                </a:lnTo>
                <a:lnTo>
                  <a:pt x="17267" y="75047"/>
                </a:lnTo>
                <a:lnTo>
                  <a:pt x="17878" y="75984"/>
                </a:lnTo>
                <a:lnTo>
                  <a:pt x="18564" y="76869"/>
                </a:lnTo>
                <a:lnTo>
                  <a:pt x="19324" y="77701"/>
                </a:lnTo>
                <a:lnTo>
                  <a:pt x="20161" y="78478"/>
                </a:lnTo>
                <a:lnTo>
                  <a:pt x="21064" y="79235"/>
                </a:lnTo>
                <a:lnTo>
                  <a:pt x="22021" y="79923"/>
                </a:lnTo>
                <a:lnTo>
                  <a:pt x="23033" y="80543"/>
                </a:lnTo>
                <a:lnTo>
                  <a:pt x="24098" y="81095"/>
                </a:lnTo>
                <a:lnTo>
                  <a:pt x="25217" y="81580"/>
                </a:lnTo>
                <a:lnTo>
                  <a:pt x="26389" y="81998"/>
                </a:lnTo>
                <a:lnTo>
                  <a:pt x="27612" y="82351"/>
                </a:lnTo>
                <a:lnTo>
                  <a:pt x="28887" y="82638"/>
                </a:lnTo>
                <a:lnTo>
                  <a:pt x="30213" y="82860"/>
                </a:lnTo>
                <a:lnTo>
                  <a:pt x="31589" y="83018"/>
                </a:lnTo>
                <a:lnTo>
                  <a:pt x="33015" y="83112"/>
                </a:lnTo>
                <a:lnTo>
                  <a:pt x="34491" y="83144"/>
                </a:lnTo>
                <a:lnTo>
                  <a:pt x="36539" y="83085"/>
                </a:lnTo>
                <a:lnTo>
                  <a:pt x="38517" y="82906"/>
                </a:lnTo>
                <a:lnTo>
                  <a:pt x="40426" y="82607"/>
                </a:lnTo>
                <a:lnTo>
                  <a:pt x="42266" y="82187"/>
                </a:lnTo>
                <a:lnTo>
                  <a:pt x="44036" y="81644"/>
                </a:lnTo>
                <a:lnTo>
                  <a:pt x="45737" y="80978"/>
                </a:lnTo>
                <a:lnTo>
                  <a:pt x="47369" y="80186"/>
                </a:lnTo>
                <a:lnTo>
                  <a:pt x="48931" y="79268"/>
                </a:lnTo>
                <a:lnTo>
                  <a:pt x="50424" y="78223"/>
                </a:lnTo>
                <a:lnTo>
                  <a:pt x="51847" y="77050"/>
                </a:lnTo>
                <a:lnTo>
                  <a:pt x="53201" y="75747"/>
                </a:lnTo>
                <a:lnTo>
                  <a:pt x="54485" y="74313"/>
                </a:lnTo>
                <a:lnTo>
                  <a:pt x="55683" y="72813"/>
                </a:lnTo>
                <a:lnTo>
                  <a:pt x="56776" y="71230"/>
                </a:lnTo>
                <a:lnTo>
                  <a:pt x="57765" y="69564"/>
                </a:lnTo>
                <a:lnTo>
                  <a:pt x="58651" y="67815"/>
                </a:lnTo>
                <a:lnTo>
                  <a:pt x="59432" y="65982"/>
                </a:lnTo>
                <a:lnTo>
                  <a:pt x="60108" y="64066"/>
                </a:lnTo>
                <a:lnTo>
                  <a:pt x="60681" y="62066"/>
                </a:lnTo>
                <a:lnTo>
                  <a:pt x="61150" y="59984"/>
                </a:lnTo>
                <a:lnTo>
                  <a:pt x="61514" y="57817"/>
                </a:lnTo>
                <a:lnTo>
                  <a:pt x="61775" y="55568"/>
                </a:lnTo>
                <a:lnTo>
                  <a:pt x="61931" y="53235"/>
                </a:lnTo>
                <a:lnTo>
                  <a:pt x="61983" y="50819"/>
                </a:lnTo>
                <a:lnTo>
                  <a:pt x="61983" y="47487"/>
                </a:lnTo>
                <a:lnTo>
                  <a:pt x="47154" y="47487"/>
                </a:lnTo>
                <a:close/>
                <a:moveTo>
                  <a:pt x="76979" y="41322"/>
                </a:moveTo>
                <a:lnTo>
                  <a:pt x="76979" y="93308"/>
                </a:lnTo>
                <a:lnTo>
                  <a:pt x="61983" y="93308"/>
                </a:lnTo>
                <a:lnTo>
                  <a:pt x="61983" y="79478"/>
                </a:lnTo>
                <a:lnTo>
                  <a:pt x="61091" y="80860"/>
                </a:lnTo>
                <a:lnTo>
                  <a:pt x="60165" y="82173"/>
                </a:lnTo>
                <a:lnTo>
                  <a:pt x="59205" y="83417"/>
                </a:lnTo>
                <a:lnTo>
                  <a:pt x="58212" y="84594"/>
                </a:lnTo>
                <a:lnTo>
                  <a:pt x="57187" y="85704"/>
                </a:lnTo>
                <a:lnTo>
                  <a:pt x="56130" y="86747"/>
                </a:lnTo>
                <a:lnTo>
                  <a:pt x="55042" y="87724"/>
                </a:lnTo>
                <a:lnTo>
                  <a:pt x="53923" y="88636"/>
                </a:lnTo>
                <a:lnTo>
                  <a:pt x="52775" y="89483"/>
                </a:lnTo>
                <a:lnTo>
                  <a:pt x="51596" y="90266"/>
                </a:lnTo>
                <a:lnTo>
                  <a:pt x="50389" y="90985"/>
                </a:lnTo>
                <a:lnTo>
                  <a:pt x="49153" y="91641"/>
                </a:lnTo>
                <a:lnTo>
                  <a:pt x="47876" y="92242"/>
                </a:lnTo>
                <a:lnTo>
                  <a:pt x="46544" y="92793"/>
                </a:lnTo>
                <a:lnTo>
                  <a:pt x="45159" y="93295"/>
                </a:lnTo>
                <a:lnTo>
                  <a:pt x="43723" y="93746"/>
                </a:lnTo>
                <a:lnTo>
                  <a:pt x="42235" y="94146"/>
                </a:lnTo>
                <a:lnTo>
                  <a:pt x="40697" y="94495"/>
                </a:lnTo>
                <a:lnTo>
                  <a:pt x="39111" y="94792"/>
                </a:lnTo>
                <a:lnTo>
                  <a:pt x="37477" y="95036"/>
                </a:lnTo>
                <a:lnTo>
                  <a:pt x="35797" y="95226"/>
                </a:lnTo>
                <a:lnTo>
                  <a:pt x="34072" y="95363"/>
                </a:lnTo>
                <a:lnTo>
                  <a:pt x="32303" y="95446"/>
                </a:lnTo>
                <a:lnTo>
                  <a:pt x="30492" y="95474"/>
                </a:lnTo>
                <a:lnTo>
                  <a:pt x="28197" y="95422"/>
                </a:lnTo>
                <a:lnTo>
                  <a:pt x="25980" y="95265"/>
                </a:lnTo>
                <a:lnTo>
                  <a:pt x="23840" y="95003"/>
                </a:lnTo>
                <a:lnTo>
                  <a:pt x="21778" y="94634"/>
                </a:lnTo>
                <a:lnTo>
                  <a:pt x="19795" y="94160"/>
                </a:lnTo>
                <a:lnTo>
                  <a:pt x="17891" y="93578"/>
                </a:lnTo>
                <a:lnTo>
                  <a:pt x="16067" y="92889"/>
                </a:lnTo>
                <a:lnTo>
                  <a:pt x="14323" y="92092"/>
                </a:lnTo>
                <a:lnTo>
                  <a:pt x="12661" y="91186"/>
                </a:lnTo>
                <a:lnTo>
                  <a:pt x="11080" y="90170"/>
                </a:lnTo>
                <a:lnTo>
                  <a:pt x="9581" y="89045"/>
                </a:lnTo>
                <a:lnTo>
                  <a:pt x="8164" y="87809"/>
                </a:lnTo>
                <a:lnTo>
                  <a:pt x="6849" y="86480"/>
                </a:lnTo>
                <a:lnTo>
                  <a:pt x="5650" y="85074"/>
                </a:lnTo>
                <a:lnTo>
                  <a:pt x="4569" y="83592"/>
                </a:lnTo>
                <a:lnTo>
                  <a:pt x="3604" y="82033"/>
                </a:lnTo>
                <a:lnTo>
                  <a:pt x="2755" y="80398"/>
                </a:lnTo>
                <a:lnTo>
                  <a:pt x="2020" y="78687"/>
                </a:lnTo>
                <a:lnTo>
                  <a:pt x="1401" y="76899"/>
                </a:lnTo>
                <a:lnTo>
                  <a:pt x="895" y="75035"/>
                </a:lnTo>
                <a:lnTo>
                  <a:pt x="502" y="73094"/>
                </a:lnTo>
                <a:lnTo>
                  <a:pt x="223" y="71078"/>
                </a:lnTo>
                <a:lnTo>
                  <a:pt x="56" y="68984"/>
                </a:lnTo>
                <a:lnTo>
                  <a:pt x="0" y="66815"/>
                </a:lnTo>
                <a:lnTo>
                  <a:pt x="70" y="64326"/>
                </a:lnTo>
                <a:lnTo>
                  <a:pt x="279" y="61941"/>
                </a:lnTo>
                <a:lnTo>
                  <a:pt x="630" y="59658"/>
                </a:lnTo>
                <a:lnTo>
                  <a:pt x="1123" y="57478"/>
                </a:lnTo>
                <a:lnTo>
                  <a:pt x="1760" y="55400"/>
                </a:lnTo>
                <a:lnTo>
                  <a:pt x="2541" y="53423"/>
                </a:lnTo>
                <a:lnTo>
                  <a:pt x="3468" y="51546"/>
                </a:lnTo>
                <a:lnTo>
                  <a:pt x="4542" y="49770"/>
                </a:lnTo>
                <a:lnTo>
                  <a:pt x="5764" y="48094"/>
                </a:lnTo>
                <a:lnTo>
                  <a:pt x="7135" y="46516"/>
                </a:lnTo>
                <a:lnTo>
                  <a:pt x="8657" y="45036"/>
                </a:lnTo>
                <a:lnTo>
                  <a:pt x="10330" y="43655"/>
                </a:lnTo>
                <a:lnTo>
                  <a:pt x="12108" y="42416"/>
                </a:lnTo>
                <a:lnTo>
                  <a:pt x="14025" y="41281"/>
                </a:lnTo>
                <a:lnTo>
                  <a:pt x="16082" y="40252"/>
                </a:lnTo>
                <a:lnTo>
                  <a:pt x="18279" y="39329"/>
                </a:lnTo>
                <a:lnTo>
                  <a:pt x="20617" y="38512"/>
                </a:lnTo>
                <a:lnTo>
                  <a:pt x="23098" y="37802"/>
                </a:lnTo>
                <a:lnTo>
                  <a:pt x="25720" y="37200"/>
                </a:lnTo>
                <a:lnTo>
                  <a:pt x="28486" y="36706"/>
                </a:lnTo>
                <a:lnTo>
                  <a:pt x="31395" y="36321"/>
                </a:lnTo>
                <a:lnTo>
                  <a:pt x="34448" y="36045"/>
                </a:lnTo>
                <a:lnTo>
                  <a:pt x="37646" y="35879"/>
                </a:lnTo>
                <a:lnTo>
                  <a:pt x="40989" y="35823"/>
                </a:lnTo>
                <a:lnTo>
                  <a:pt x="61983" y="35823"/>
                </a:lnTo>
                <a:lnTo>
                  <a:pt x="61983" y="34324"/>
                </a:lnTo>
                <a:lnTo>
                  <a:pt x="61934" y="32647"/>
                </a:lnTo>
                <a:lnTo>
                  <a:pt x="61789" y="31033"/>
                </a:lnTo>
                <a:lnTo>
                  <a:pt x="61548" y="29481"/>
                </a:lnTo>
                <a:lnTo>
                  <a:pt x="61212" y="27992"/>
                </a:lnTo>
                <a:lnTo>
                  <a:pt x="60780" y="26566"/>
                </a:lnTo>
                <a:lnTo>
                  <a:pt x="60254" y="25201"/>
                </a:lnTo>
                <a:lnTo>
                  <a:pt x="59635" y="23900"/>
                </a:lnTo>
                <a:lnTo>
                  <a:pt x="58922" y="22660"/>
                </a:lnTo>
                <a:lnTo>
                  <a:pt x="58117" y="21484"/>
                </a:lnTo>
                <a:lnTo>
                  <a:pt x="57220" y="20369"/>
                </a:lnTo>
                <a:lnTo>
                  <a:pt x="56231" y="19318"/>
                </a:lnTo>
                <a:lnTo>
                  <a:pt x="55151" y="18328"/>
                </a:lnTo>
                <a:lnTo>
                  <a:pt x="53989" y="17447"/>
                </a:lnTo>
                <a:lnTo>
                  <a:pt x="52749" y="16636"/>
                </a:lnTo>
                <a:lnTo>
                  <a:pt x="51434" y="15897"/>
                </a:lnTo>
                <a:lnTo>
                  <a:pt x="50042" y="15230"/>
                </a:lnTo>
                <a:lnTo>
                  <a:pt x="48573" y="14638"/>
                </a:lnTo>
                <a:lnTo>
                  <a:pt x="47029" y="14121"/>
                </a:lnTo>
                <a:lnTo>
                  <a:pt x="45408" y="13680"/>
                </a:lnTo>
                <a:lnTo>
                  <a:pt x="43710" y="13317"/>
                </a:lnTo>
                <a:lnTo>
                  <a:pt x="41936" y="13033"/>
                </a:lnTo>
                <a:lnTo>
                  <a:pt x="40086" y="12828"/>
                </a:lnTo>
                <a:lnTo>
                  <a:pt x="38160" y="12705"/>
                </a:lnTo>
                <a:lnTo>
                  <a:pt x="36157" y="12663"/>
                </a:lnTo>
                <a:lnTo>
                  <a:pt x="34831" y="12677"/>
                </a:lnTo>
                <a:lnTo>
                  <a:pt x="33517" y="12719"/>
                </a:lnTo>
                <a:lnTo>
                  <a:pt x="32215" y="12788"/>
                </a:lnTo>
                <a:lnTo>
                  <a:pt x="30924" y="12885"/>
                </a:lnTo>
                <a:lnTo>
                  <a:pt x="29641" y="13010"/>
                </a:lnTo>
                <a:lnTo>
                  <a:pt x="28367" y="13163"/>
                </a:lnTo>
                <a:lnTo>
                  <a:pt x="27100" y="13344"/>
                </a:lnTo>
                <a:lnTo>
                  <a:pt x="25839" y="13552"/>
                </a:lnTo>
                <a:lnTo>
                  <a:pt x="24582" y="13788"/>
                </a:lnTo>
                <a:lnTo>
                  <a:pt x="23328" y="14052"/>
                </a:lnTo>
                <a:lnTo>
                  <a:pt x="22077" y="14343"/>
                </a:lnTo>
                <a:lnTo>
                  <a:pt x="20828" y="14663"/>
                </a:lnTo>
                <a:lnTo>
                  <a:pt x="19585" y="15006"/>
                </a:lnTo>
                <a:lnTo>
                  <a:pt x="18355" y="15371"/>
                </a:lnTo>
                <a:lnTo>
                  <a:pt x="17139" y="15756"/>
                </a:lnTo>
                <a:lnTo>
                  <a:pt x="15934" y="16162"/>
                </a:lnTo>
                <a:lnTo>
                  <a:pt x="14741" y="16589"/>
                </a:lnTo>
                <a:lnTo>
                  <a:pt x="13559" y="17037"/>
                </a:lnTo>
                <a:lnTo>
                  <a:pt x="12387" y="17506"/>
                </a:lnTo>
                <a:lnTo>
                  <a:pt x="11225" y="17995"/>
                </a:lnTo>
                <a:lnTo>
                  <a:pt x="10073" y="18505"/>
                </a:lnTo>
                <a:lnTo>
                  <a:pt x="8929" y="19036"/>
                </a:lnTo>
                <a:lnTo>
                  <a:pt x="7793" y="19588"/>
                </a:lnTo>
                <a:lnTo>
                  <a:pt x="6665" y="20161"/>
                </a:lnTo>
                <a:lnTo>
                  <a:pt x="6665" y="6332"/>
                </a:lnTo>
                <a:lnTo>
                  <a:pt x="7998" y="5839"/>
                </a:lnTo>
                <a:lnTo>
                  <a:pt x="9330" y="5361"/>
                </a:lnTo>
                <a:lnTo>
                  <a:pt x="10661" y="4900"/>
                </a:lnTo>
                <a:lnTo>
                  <a:pt x="11991" y="4456"/>
                </a:lnTo>
                <a:lnTo>
                  <a:pt x="13318" y="4030"/>
                </a:lnTo>
                <a:lnTo>
                  <a:pt x="14642" y="3624"/>
                </a:lnTo>
                <a:lnTo>
                  <a:pt x="15963" y="3239"/>
                </a:lnTo>
                <a:lnTo>
                  <a:pt x="17279" y="2876"/>
                </a:lnTo>
                <a:lnTo>
                  <a:pt x="18591" y="2536"/>
                </a:lnTo>
                <a:lnTo>
                  <a:pt x="19898" y="2220"/>
                </a:lnTo>
                <a:lnTo>
                  <a:pt x="21199" y="1930"/>
                </a:lnTo>
                <a:lnTo>
                  <a:pt x="22494" y="1666"/>
                </a:lnTo>
                <a:lnTo>
                  <a:pt x="23782" y="1423"/>
                </a:lnTo>
                <a:lnTo>
                  <a:pt x="25063" y="1196"/>
                </a:lnTo>
                <a:lnTo>
                  <a:pt x="26339" y="984"/>
                </a:lnTo>
                <a:lnTo>
                  <a:pt x="27610" y="790"/>
                </a:lnTo>
                <a:lnTo>
                  <a:pt x="28876" y="614"/>
                </a:lnTo>
                <a:lnTo>
                  <a:pt x="30138" y="458"/>
                </a:lnTo>
                <a:lnTo>
                  <a:pt x="31396" y="323"/>
                </a:lnTo>
                <a:lnTo>
                  <a:pt x="32652" y="210"/>
                </a:lnTo>
                <a:lnTo>
                  <a:pt x="33905" y="120"/>
                </a:lnTo>
                <a:lnTo>
                  <a:pt x="35156" y="54"/>
                </a:lnTo>
                <a:lnTo>
                  <a:pt x="36407" y="14"/>
                </a:lnTo>
                <a:lnTo>
                  <a:pt x="37656" y="0"/>
                </a:lnTo>
                <a:lnTo>
                  <a:pt x="40878" y="73"/>
                </a:lnTo>
                <a:lnTo>
                  <a:pt x="43960" y="291"/>
                </a:lnTo>
                <a:lnTo>
                  <a:pt x="46904" y="653"/>
                </a:lnTo>
                <a:lnTo>
                  <a:pt x="49709" y="1160"/>
                </a:lnTo>
                <a:lnTo>
                  <a:pt x="52374" y="1810"/>
                </a:lnTo>
                <a:lnTo>
                  <a:pt x="54902" y="2603"/>
                </a:lnTo>
                <a:lnTo>
                  <a:pt x="57290" y="3539"/>
                </a:lnTo>
                <a:lnTo>
                  <a:pt x="59539" y="4616"/>
                </a:lnTo>
                <a:lnTo>
                  <a:pt x="61650" y="5834"/>
                </a:lnTo>
                <a:lnTo>
                  <a:pt x="63621" y="7193"/>
                </a:lnTo>
                <a:lnTo>
                  <a:pt x="65454" y="8692"/>
                </a:lnTo>
                <a:lnTo>
                  <a:pt x="67148" y="10330"/>
                </a:lnTo>
                <a:lnTo>
                  <a:pt x="68707" y="12111"/>
                </a:lnTo>
                <a:lnTo>
                  <a:pt x="70133" y="14038"/>
                </a:lnTo>
                <a:lnTo>
                  <a:pt x="71426" y="16110"/>
                </a:lnTo>
                <a:lnTo>
                  <a:pt x="72585" y="18328"/>
                </a:lnTo>
                <a:lnTo>
                  <a:pt x="73610" y="20692"/>
                </a:lnTo>
                <a:lnTo>
                  <a:pt x="74500" y="23202"/>
                </a:lnTo>
                <a:lnTo>
                  <a:pt x="75255" y="25857"/>
                </a:lnTo>
                <a:lnTo>
                  <a:pt x="75874" y="28659"/>
                </a:lnTo>
                <a:lnTo>
                  <a:pt x="76357" y="31606"/>
                </a:lnTo>
                <a:lnTo>
                  <a:pt x="76702" y="34699"/>
                </a:lnTo>
                <a:lnTo>
                  <a:pt x="76909" y="37937"/>
                </a:lnTo>
                <a:lnTo>
                  <a:pt x="76979" y="413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4" name="Original native bar-chart element 184">
            <a:extLst xmlns:a="http://schemas.openxmlformats.org/drawingml/2006/main">
              <a:ext uri="{FF2B5EF4-FFF2-40B4-BE49-F238E27FC236}">
                <a16:creationId xmlns:a16="http://schemas.microsoft.com/office/drawing/2014/main" id="{7CA9CF9B-47D7-47C3-B076-F35194BF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29" y="1283620"/>
            <a:ext cx="76312" cy="93308"/>
          </a:xfrm>
          <a:custGeom xmlns:a="http://schemas.openxmlformats.org/drawingml/2006/main">
            <a:pathLst>
              <a:path w="76312" h="93308">
                <a:moveTo>
                  <a:pt x="76312" y="38323"/>
                </a:moveTo>
                <a:lnTo>
                  <a:pt x="76312" y="93308"/>
                </a:lnTo>
                <a:lnTo>
                  <a:pt x="61316" y="93308"/>
                </a:lnTo>
                <a:lnTo>
                  <a:pt x="61316" y="38823"/>
                </a:lnTo>
                <a:lnTo>
                  <a:pt x="61278" y="36705"/>
                </a:lnTo>
                <a:lnTo>
                  <a:pt x="61165" y="34683"/>
                </a:lnTo>
                <a:lnTo>
                  <a:pt x="60978" y="32757"/>
                </a:lnTo>
                <a:lnTo>
                  <a:pt x="60718" y="30924"/>
                </a:lnTo>
                <a:lnTo>
                  <a:pt x="60386" y="29183"/>
                </a:lnTo>
                <a:lnTo>
                  <a:pt x="59984" y="27534"/>
                </a:lnTo>
                <a:lnTo>
                  <a:pt x="59512" y="25975"/>
                </a:lnTo>
                <a:lnTo>
                  <a:pt x="58971" y="24506"/>
                </a:lnTo>
                <a:lnTo>
                  <a:pt x="58364" y="23124"/>
                </a:lnTo>
                <a:lnTo>
                  <a:pt x="57691" y="21829"/>
                </a:lnTo>
                <a:lnTo>
                  <a:pt x="56953" y="20620"/>
                </a:lnTo>
                <a:lnTo>
                  <a:pt x="56151" y="19495"/>
                </a:lnTo>
                <a:lnTo>
                  <a:pt x="55283" y="18457"/>
                </a:lnTo>
                <a:lnTo>
                  <a:pt x="54346" y="17509"/>
                </a:lnTo>
                <a:lnTo>
                  <a:pt x="53339" y="16652"/>
                </a:lnTo>
                <a:lnTo>
                  <a:pt x="52263" y="15885"/>
                </a:lnTo>
                <a:lnTo>
                  <a:pt x="51118" y="15208"/>
                </a:lnTo>
                <a:lnTo>
                  <a:pt x="49903" y="14621"/>
                </a:lnTo>
                <a:lnTo>
                  <a:pt x="48619" y="14125"/>
                </a:lnTo>
                <a:lnTo>
                  <a:pt x="47265" y="13718"/>
                </a:lnTo>
                <a:lnTo>
                  <a:pt x="45842" y="13403"/>
                </a:lnTo>
                <a:lnTo>
                  <a:pt x="44349" y="13177"/>
                </a:lnTo>
                <a:lnTo>
                  <a:pt x="42787" y="13042"/>
                </a:lnTo>
                <a:lnTo>
                  <a:pt x="41155" y="12996"/>
                </a:lnTo>
                <a:lnTo>
                  <a:pt x="39152" y="13052"/>
                </a:lnTo>
                <a:lnTo>
                  <a:pt x="37225" y="13218"/>
                </a:lnTo>
                <a:lnTo>
                  <a:pt x="35373" y="13494"/>
                </a:lnTo>
                <a:lnTo>
                  <a:pt x="33596" y="13879"/>
                </a:lnTo>
                <a:lnTo>
                  <a:pt x="31892" y="14373"/>
                </a:lnTo>
                <a:lnTo>
                  <a:pt x="30263" y="14975"/>
                </a:lnTo>
                <a:lnTo>
                  <a:pt x="28706" y="15685"/>
                </a:lnTo>
                <a:lnTo>
                  <a:pt x="27221" y="16502"/>
                </a:lnTo>
                <a:lnTo>
                  <a:pt x="25808" y="17425"/>
                </a:lnTo>
                <a:lnTo>
                  <a:pt x="24466" y="18454"/>
                </a:lnTo>
                <a:lnTo>
                  <a:pt x="23195" y="19588"/>
                </a:lnTo>
                <a:lnTo>
                  <a:pt x="21994" y="20828"/>
                </a:lnTo>
                <a:lnTo>
                  <a:pt x="20876" y="22157"/>
                </a:lnTo>
                <a:lnTo>
                  <a:pt x="19856" y="23563"/>
                </a:lnTo>
                <a:lnTo>
                  <a:pt x="18932" y="25045"/>
                </a:lnTo>
                <a:lnTo>
                  <a:pt x="18106" y="26604"/>
                </a:lnTo>
                <a:lnTo>
                  <a:pt x="17377" y="28239"/>
                </a:lnTo>
                <a:lnTo>
                  <a:pt x="16745" y="29950"/>
                </a:lnTo>
                <a:lnTo>
                  <a:pt x="16211" y="31738"/>
                </a:lnTo>
                <a:lnTo>
                  <a:pt x="15773" y="33602"/>
                </a:lnTo>
                <a:lnTo>
                  <a:pt x="15433" y="35542"/>
                </a:lnTo>
                <a:lnTo>
                  <a:pt x="15190" y="37559"/>
                </a:lnTo>
                <a:lnTo>
                  <a:pt x="15044" y="39652"/>
                </a:lnTo>
                <a:lnTo>
                  <a:pt x="14996" y="41822"/>
                </a:lnTo>
                <a:lnTo>
                  <a:pt x="14996" y="93308"/>
                </a:lnTo>
                <a:lnTo>
                  <a:pt x="0" y="93308"/>
                </a:lnTo>
                <a:lnTo>
                  <a:pt x="0" y="2166"/>
                </a:lnTo>
                <a:lnTo>
                  <a:pt x="14996" y="2166"/>
                </a:lnTo>
                <a:lnTo>
                  <a:pt x="14996" y="16329"/>
                </a:lnTo>
                <a:lnTo>
                  <a:pt x="15885" y="15020"/>
                </a:lnTo>
                <a:lnTo>
                  <a:pt x="16802" y="13762"/>
                </a:lnTo>
                <a:lnTo>
                  <a:pt x="17748" y="12554"/>
                </a:lnTo>
                <a:lnTo>
                  <a:pt x="18723" y="11398"/>
                </a:lnTo>
                <a:lnTo>
                  <a:pt x="19729" y="10296"/>
                </a:lnTo>
                <a:lnTo>
                  <a:pt x="20765" y="9247"/>
                </a:lnTo>
                <a:lnTo>
                  <a:pt x="21833" y="8255"/>
                </a:lnTo>
                <a:lnTo>
                  <a:pt x="22932" y="7319"/>
                </a:lnTo>
                <a:lnTo>
                  <a:pt x="24064" y="6441"/>
                </a:lnTo>
                <a:lnTo>
                  <a:pt x="25228" y="5622"/>
                </a:lnTo>
                <a:lnTo>
                  <a:pt x="26427" y="4863"/>
                </a:lnTo>
                <a:lnTo>
                  <a:pt x="27659" y="4166"/>
                </a:lnTo>
                <a:lnTo>
                  <a:pt x="28884" y="3524"/>
                </a:lnTo>
                <a:lnTo>
                  <a:pt x="30144" y="2931"/>
                </a:lnTo>
                <a:lnTo>
                  <a:pt x="31437" y="2390"/>
                </a:lnTo>
                <a:lnTo>
                  <a:pt x="32763" y="1901"/>
                </a:lnTo>
                <a:lnTo>
                  <a:pt x="34121" y="1465"/>
                </a:lnTo>
                <a:lnTo>
                  <a:pt x="35511" y="1083"/>
                </a:lnTo>
                <a:lnTo>
                  <a:pt x="36932" y="757"/>
                </a:lnTo>
                <a:lnTo>
                  <a:pt x="38385" y="488"/>
                </a:lnTo>
                <a:lnTo>
                  <a:pt x="39867" y="276"/>
                </a:lnTo>
                <a:lnTo>
                  <a:pt x="41378" y="123"/>
                </a:lnTo>
                <a:lnTo>
                  <a:pt x="42919" y="31"/>
                </a:lnTo>
                <a:lnTo>
                  <a:pt x="44488" y="0"/>
                </a:lnTo>
                <a:lnTo>
                  <a:pt x="47022" y="69"/>
                </a:lnTo>
                <a:lnTo>
                  <a:pt x="49457" y="277"/>
                </a:lnTo>
                <a:lnTo>
                  <a:pt x="51793" y="622"/>
                </a:lnTo>
                <a:lnTo>
                  <a:pt x="54028" y="1105"/>
                </a:lnTo>
                <a:lnTo>
                  <a:pt x="56162" y="1724"/>
                </a:lnTo>
                <a:lnTo>
                  <a:pt x="58192" y="2478"/>
                </a:lnTo>
                <a:lnTo>
                  <a:pt x="60119" y="3369"/>
                </a:lnTo>
                <a:lnTo>
                  <a:pt x="61940" y="4394"/>
                </a:lnTo>
                <a:lnTo>
                  <a:pt x="63654" y="5553"/>
                </a:lnTo>
                <a:lnTo>
                  <a:pt x="65261" y="6846"/>
                </a:lnTo>
                <a:lnTo>
                  <a:pt x="66760" y="8272"/>
                </a:lnTo>
                <a:lnTo>
                  <a:pt x="68148" y="9831"/>
                </a:lnTo>
                <a:lnTo>
                  <a:pt x="69429" y="11518"/>
                </a:lnTo>
                <a:lnTo>
                  <a:pt x="70604" y="13330"/>
                </a:lnTo>
                <a:lnTo>
                  <a:pt x="71673" y="15267"/>
                </a:lnTo>
                <a:lnTo>
                  <a:pt x="72634" y="17329"/>
                </a:lnTo>
                <a:lnTo>
                  <a:pt x="73487" y="19515"/>
                </a:lnTo>
                <a:lnTo>
                  <a:pt x="74230" y="21827"/>
                </a:lnTo>
                <a:lnTo>
                  <a:pt x="74861" y="24264"/>
                </a:lnTo>
                <a:lnTo>
                  <a:pt x="75381" y="26826"/>
                </a:lnTo>
                <a:lnTo>
                  <a:pt x="75786" y="29513"/>
                </a:lnTo>
                <a:lnTo>
                  <a:pt x="76078" y="32324"/>
                </a:lnTo>
                <a:lnTo>
                  <a:pt x="76254" y="35261"/>
                </a:lnTo>
                <a:lnTo>
                  <a:pt x="76312" y="383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5" name="Original native bar-chart element 185">
            <a:extLst xmlns:a="http://schemas.openxmlformats.org/drawingml/2006/main">
              <a:ext uri="{FF2B5EF4-FFF2-40B4-BE49-F238E27FC236}">
                <a16:creationId xmlns:a16="http://schemas.microsoft.com/office/drawing/2014/main" id="{E018CF38-5BCF-433E-A278-48D582AA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668" y="1250296"/>
            <a:ext cx="81478" cy="128798"/>
          </a:xfrm>
          <a:custGeom xmlns:a="http://schemas.openxmlformats.org/drawingml/2006/main">
            <a:pathLst>
              <a:path w="81478" h="128798">
                <a:moveTo>
                  <a:pt x="66482" y="49320"/>
                </a:moveTo>
                <a:lnTo>
                  <a:pt x="66482" y="0"/>
                </a:lnTo>
                <a:lnTo>
                  <a:pt x="81478" y="0"/>
                </a:lnTo>
                <a:lnTo>
                  <a:pt x="81478" y="126632"/>
                </a:lnTo>
                <a:lnTo>
                  <a:pt x="66482" y="126632"/>
                </a:lnTo>
                <a:lnTo>
                  <a:pt x="66482" y="112969"/>
                </a:lnTo>
                <a:lnTo>
                  <a:pt x="65673" y="114312"/>
                </a:lnTo>
                <a:lnTo>
                  <a:pt x="64829" y="115593"/>
                </a:lnTo>
                <a:lnTo>
                  <a:pt x="63951" y="116812"/>
                </a:lnTo>
                <a:lnTo>
                  <a:pt x="63038" y="117968"/>
                </a:lnTo>
                <a:lnTo>
                  <a:pt x="62091" y="119061"/>
                </a:lnTo>
                <a:lnTo>
                  <a:pt x="61108" y="120092"/>
                </a:lnTo>
                <a:lnTo>
                  <a:pt x="60091" y="121060"/>
                </a:lnTo>
                <a:lnTo>
                  <a:pt x="59039" y="121966"/>
                </a:lnTo>
                <a:lnTo>
                  <a:pt x="57953" y="122810"/>
                </a:lnTo>
                <a:lnTo>
                  <a:pt x="56832" y="123591"/>
                </a:lnTo>
                <a:lnTo>
                  <a:pt x="55676" y="124310"/>
                </a:lnTo>
                <a:lnTo>
                  <a:pt x="54485" y="124966"/>
                </a:lnTo>
                <a:lnTo>
                  <a:pt x="53260" y="125566"/>
                </a:lnTo>
                <a:lnTo>
                  <a:pt x="51999" y="126117"/>
                </a:lnTo>
                <a:lnTo>
                  <a:pt x="50702" y="126619"/>
                </a:lnTo>
                <a:lnTo>
                  <a:pt x="49369" y="127070"/>
                </a:lnTo>
                <a:lnTo>
                  <a:pt x="47999" y="127470"/>
                </a:lnTo>
                <a:lnTo>
                  <a:pt x="46591" y="127819"/>
                </a:lnTo>
                <a:lnTo>
                  <a:pt x="45145" y="128116"/>
                </a:lnTo>
                <a:lnTo>
                  <a:pt x="43661" y="128360"/>
                </a:lnTo>
                <a:lnTo>
                  <a:pt x="42137" y="128551"/>
                </a:lnTo>
                <a:lnTo>
                  <a:pt x="40573" y="128688"/>
                </a:lnTo>
                <a:lnTo>
                  <a:pt x="38969" y="128770"/>
                </a:lnTo>
                <a:lnTo>
                  <a:pt x="37323" y="128798"/>
                </a:lnTo>
                <a:lnTo>
                  <a:pt x="34615" y="128708"/>
                </a:lnTo>
                <a:lnTo>
                  <a:pt x="31991" y="128437"/>
                </a:lnTo>
                <a:lnTo>
                  <a:pt x="29450" y="127986"/>
                </a:lnTo>
                <a:lnTo>
                  <a:pt x="26993" y="127354"/>
                </a:lnTo>
                <a:lnTo>
                  <a:pt x="24618" y="126542"/>
                </a:lnTo>
                <a:lnTo>
                  <a:pt x="22327" y="125549"/>
                </a:lnTo>
                <a:lnTo>
                  <a:pt x="20119" y="124376"/>
                </a:lnTo>
                <a:lnTo>
                  <a:pt x="17995" y="123022"/>
                </a:lnTo>
                <a:lnTo>
                  <a:pt x="15954" y="121487"/>
                </a:lnTo>
                <a:lnTo>
                  <a:pt x="13996" y="119773"/>
                </a:lnTo>
                <a:lnTo>
                  <a:pt x="12122" y="117877"/>
                </a:lnTo>
                <a:lnTo>
                  <a:pt x="10330" y="115801"/>
                </a:lnTo>
                <a:lnTo>
                  <a:pt x="8657" y="113573"/>
                </a:lnTo>
                <a:lnTo>
                  <a:pt x="7135" y="111221"/>
                </a:lnTo>
                <a:lnTo>
                  <a:pt x="5764" y="108746"/>
                </a:lnTo>
                <a:lnTo>
                  <a:pt x="4542" y="106150"/>
                </a:lnTo>
                <a:lnTo>
                  <a:pt x="3468" y="103433"/>
                </a:lnTo>
                <a:lnTo>
                  <a:pt x="2541" y="100597"/>
                </a:lnTo>
                <a:lnTo>
                  <a:pt x="1760" y="97643"/>
                </a:lnTo>
                <a:lnTo>
                  <a:pt x="1123" y="94573"/>
                </a:lnTo>
                <a:lnTo>
                  <a:pt x="630" y="91386"/>
                </a:lnTo>
                <a:lnTo>
                  <a:pt x="279" y="88085"/>
                </a:lnTo>
                <a:lnTo>
                  <a:pt x="70" y="84671"/>
                </a:lnTo>
                <a:lnTo>
                  <a:pt x="0" y="81144"/>
                </a:lnTo>
                <a:lnTo>
                  <a:pt x="70" y="77621"/>
                </a:lnTo>
                <a:lnTo>
                  <a:pt x="279" y="74215"/>
                </a:lnTo>
                <a:lnTo>
                  <a:pt x="630" y="70926"/>
                </a:lnTo>
                <a:lnTo>
                  <a:pt x="1123" y="67753"/>
                </a:lnTo>
                <a:lnTo>
                  <a:pt x="1760" y="64696"/>
                </a:lnTo>
                <a:lnTo>
                  <a:pt x="2541" y="61754"/>
                </a:lnTo>
                <a:lnTo>
                  <a:pt x="3468" y="58926"/>
                </a:lnTo>
                <a:lnTo>
                  <a:pt x="4542" y="56213"/>
                </a:lnTo>
                <a:lnTo>
                  <a:pt x="5764" y="53613"/>
                </a:lnTo>
                <a:lnTo>
                  <a:pt x="7135" y="51126"/>
                </a:lnTo>
                <a:lnTo>
                  <a:pt x="8657" y="48751"/>
                </a:lnTo>
                <a:lnTo>
                  <a:pt x="10330" y="46487"/>
                </a:lnTo>
                <a:lnTo>
                  <a:pt x="12122" y="44408"/>
                </a:lnTo>
                <a:lnTo>
                  <a:pt x="13996" y="42504"/>
                </a:lnTo>
                <a:lnTo>
                  <a:pt x="15954" y="40775"/>
                </a:lnTo>
                <a:lnTo>
                  <a:pt x="17995" y="39224"/>
                </a:lnTo>
                <a:lnTo>
                  <a:pt x="20119" y="37851"/>
                </a:lnTo>
                <a:lnTo>
                  <a:pt x="22327" y="36657"/>
                </a:lnTo>
                <a:lnTo>
                  <a:pt x="24618" y="35643"/>
                </a:lnTo>
                <a:lnTo>
                  <a:pt x="26993" y="34811"/>
                </a:lnTo>
                <a:lnTo>
                  <a:pt x="29450" y="34162"/>
                </a:lnTo>
                <a:lnTo>
                  <a:pt x="31991" y="33698"/>
                </a:lnTo>
                <a:lnTo>
                  <a:pt x="34615" y="33418"/>
                </a:lnTo>
                <a:lnTo>
                  <a:pt x="37323" y="33324"/>
                </a:lnTo>
                <a:lnTo>
                  <a:pt x="38969" y="33352"/>
                </a:lnTo>
                <a:lnTo>
                  <a:pt x="40573" y="33435"/>
                </a:lnTo>
                <a:lnTo>
                  <a:pt x="42137" y="33574"/>
                </a:lnTo>
                <a:lnTo>
                  <a:pt x="43661" y="33768"/>
                </a:lnTo>
                <a:lnTo>
                  <a:pt x="45145" y="34018"/>
                </a:lnTo>
                <a:lnTo>
                  <a:pt x="46591" y="34324"/>
                </a:lnTo>
                <a:lnTo>
                  <a:pt x="47999" y="34685"/>
                </a:lnTo>
                <a:lnTo>
                  <a:pt x="49369" y="35101"/>
                </a:lnTo>
                <a:lnTo>
                  <a:pt x="50702" y="35574"/>
                </a:lnTo>
                <a:lnTo>
                  <a:pt x="51999" y="36101"/>
                </a:lnTo>
                <a:lnTo>
                  <a:pt x="53260" y="36684"/>
                </a:lnTo>
                <a:lnTo>
                  <a:pt x="54485" y="37323"/>
                </a:lnTo>
                <a:lnTo>
                  <a:pt x="55676" y="38017"/>
                </a:lnTo>
                <a:lnTo>
                  <a:pt x="56832" y="38767"/>
                </a:lnTo>
                <a:lnTo>
                  <a:pt x="57953" y="39572"/>
                </a:lnTo>
                <a:lnTo>
                  <a:pt x="59039" y="40433"/>
                </a:lnTo>
                <a:lnTo>
                  <a:pt x="60091" y="41350"/>
                </a:lnTo>
                <a:lnTo>
                  <a:pt x="61108" y="42322"/>
                </a:lnTo>
                <a:lnTo>
                  <a:pt x="62091" y="43349"/>
                </a:lnTo>
                <a:lnTo>
                  <a:pt x="63038" y="44432"/>
                </a:lnTo>
                <a:lnTo>
                  <a:pt x="63951" y="45571"/>
                </a:lnTo>
                <a:lnTo>
                  <a:pt x="64829" y="46765"/>
                </a:lnTo>
                <a:lnTo>
                  <a:pt x="65673" y="48015"/>
                </a:lnTo>
                <a:lnTo>
                  <a:pt x="66482" y="49320"/>
                </a:lnTo>
                <a:close/>
                <a:moveTo>
                  <a:pt x="15496" y="81144"/>
                </a:moveTo>
                <a:lnTo>
                  <a:pt x="15541" y="83845"/>
                </a:lnTo>
                <a:lnTo>
                  <a:pt x="15677" y="86448"/>
                </a:lnTo>
                <a:lnTo>
                  <a:pt x="15904" y="88955"/>
                </a:lnTo>
                <a:lnTo>
                  <a:pt x="16224" y="91364"/>
                </a:lnTo>
                <a:lnTo>
                  <a:pt x="16636" y="93676"/>
                </a:lnTo>
                <a:lnTo>
                  <a:pt x="17141" y="95890"/>
                </a:lnTo>
                <a:lnTo>
                  <a:pt x="17740" y="98008"/>
                </a:lnTo>
                <a:lnTo>
                  <a:pt x="18433" y="100028"/>
                </a:lnTo>
                <a:lnTo>
                  <a:pt x="19221" y="101951"/>
                </a:lnTo>
                <a:lnTo>
                  <a:pt x="20105" y="103777"/>
                </a:lnTo>
                <a:lnTo>
                  <a:pt x="21084" y="105506"/>
                </a:lnTo>
                <a:lnTo>
                  <a:pt x="22161" y="107137"/>
                </a:lnTo>
                <a:lnTo>
                  <a:pt x="23320" y="108651"/>
                </a:lnTo>
                <a:lnTo>
                  <a:pt x="24550" y="110027"/>
                </a:lnTo>
                <a:lnTo>
                  <a:pt x="25850" y="111266"/>
                </a:lnTo>
                <a:lnTo>
                  <a:pt x="27221" y="112370"/>
                </a:lnTo>
                <a:lnTo>
                  <a:pt x="28664" y="113340"/>
                </a:lnTo>
                <a:lnTo>
                  <a:pt x="30179" y="114177"/>
                </a:lnTo>
                <a:lnTo>
                  <a:pt x="31767" y="114882"/>
                </a:lnTo>
                <a:lnTo>
                  <a:pt x="33429" y="115456"/>
                </a:lnTo>
                <a:lnTo>
                  <a:pt x="35165" y="115900"/>
                </a:lnTo>
                <a:lnTo>
                  <a:pt x="36975" y="116216"/>
                </a:lnTo>
                <a:lnTo>
                  <a:pt x="38861" y="116405"/>
                </a:lnTo>
                <a:lnTo>
                  <a:pt x="40822" y="116468"/>
                </a:lnTo>
                <a:lnTo>
                  <a:pt x="42784" y="116405"/>
                </a:lnTo>
                <a:lnTo>
                  <a:pt x="44670" y="116216"/>
                </a:lnTo>
                <a:lnTo>
                  <a:pt x="46482" y="115900"/>
                </a:lnTo>
                <a:lnTo>
                  <a:pt x="48221" y="115456"/>
                </a:lnTo>
                <a:lnTo>
                  <a:pt x="49889" y="114882"/>
                </a:lnTo>
                <a:lnTo>
                  <a:pt x="51486" y="114177"/>
                </a:lnTo>
                <a:lnTo>
                  <a:pt x="53013" y="113340"/>
                </a:lnTo>
                <a:lnTo>
                  <a:pt x="54473" y="112370"/>
                </a:lnTo>
                <a:lnTo>
                  <a:pt x="55865" y="111266"/>
                </a:lnTo>
                <a:lnTo>
                  <a:pt x="57191" y="110027"/>
                </a:lnTo>
                <a:lnTo>
                  <a:pt x="58452" y="108651"/>
                </a:lnTo>
                <a:lnTo>
                  <a:pt x="59650" y="107137"/>
                </a:lnTo>
                <a:lnTo>
                  <a:pt x="60730" y="105506"/>
                </a:lnTo>
                <a:lnTo>
                  <a:pt x="61718" y="103777"/>
                </a:lnTo>
                <a:lnTo>
                  <a:pt x="62616" y="101951"/>
                </a:lnTo>
                <a:lnTo>
                  <a:pt x="63421" y="100028"/>
                </a:lnTo>
                <a:lnTo>
                  <a:pt x="64133" y="98008"/>
                </a:lnTo>
                <a:lnTo>
                  <a:pt x="64753" y="95890"/>
                </a:lnTo>
                <a:lnTo>
                  <a:pt x="65279" y="93676"/>
                </a:lnTo>
                <a:lnTo>
                  <a:pt x="65710" y="91364"/>
                </a:lnTo>
                <a:lnTo>
                  <a:pt x="66047" y="88955"/>
                </a:lnTo>
                <a:lnTo>
                  <a:pt x="66288" y="86448"/>
                </a:lnTo>
                <a:lnTo>
                  <a:pt x="66433" y="83845"/>
                </a:lnTo>
                <a:lnTo>
                  <a:pt x="66482" y="81144"/>
                </a:lnTo>
                <a:lnTo>
                  <a:pt x="66433" y="78447"/>
                </a:lnTo>
                <a:lnTo>
                  <a:pt x="66288" y="75853"/>
                </a:lnTo>
                <a:lnTo>
                  <a:pt x="66047" y="73360"/>
                </a:lnTo>
                <a:lnTo>
                  <a:pt x="65710" y="70968"/>
                </a:lnTo>
                <a:lnTo>
                  <a:pt x="65279" y="68676"/>
                </a:lnTo>
                <a:lnTo>
                  <a:pt x="64753" y="66482"/>
                </a:lnTo>
                <a:lnTo>
                  <a:pt x="64133" y="64385"/>
                </a:lnTo>
                <a:lnTo>
                  <a:pt x="63421" y="62384"/>
                </a:lnTo>
                <a:lnTo>
                  <a:pt x="62616" y="60478"/>
                </a:lnTo>
                <a:lnTo>
                  <a:pt x="61718" y="58666"/>
                </a:lnTo>
                <a:lnTo>
                  <a:pt x="60730" y="56946"/>
                </a:lnTo>
                <a:lnTo>
                  <a:pt x="59650" y="55318"/>
                </a:lnTo>
                <a:lnTo>
                  <a:pt x="58452" y="53801"/>
                </a:lnTo>
                <a:lnTo>
                  <a:pt x="57191" y="52416"/>
                </a:lnTo>
                <a:lnTo>
                  <a:pt x="55865" y="51163"/>
                </a:lnTo>
                <a:lnTo>
                  <a:pt x="54473" y="50042"/>
                </a:lnTo>
                <a:lnTo>
                  <a:pt x="53013" y="49052"/>
                </a:lnTo>
                <a:lnTo>
                  <a:pt x="51486" y="48195"/>
                </a:lnTo>
                <a:lnTo>
                  <a:pt x="49889" y="47470"/>
                </a:lnTo>
                <a:lnTo>
                  <a:pt x="48221" y="46876"/>
                </a:lnTo>
                <a:lnTo>
                  <a:pt x="46482" y="46414"/>
                </a:lnTo>
                <a:lnTo>
                  <a:pt x="44670" y="46085"/>
                </a:lnTo>
                <a:lnTo>
                  <a:pt x="42784" y="45887"/>
                </a:lnTo>
                <a:lnTo>
                  <a:pt x="40822" y="45821"/>
                </a:lnTo>
                <a:lnTo>
                  <a:pt x="38861" y="45887"/>
                </a:lnTo>
                <a:lnTo>
                  <a:pt x="36975" y="46085"/>
                </a:lnTo>
                <a:lnTo>
                  <a:pt x="35165" y="46414"/>
                </a:lnTo>
                <a:lnTo>
                  <a:pt x="33429" y="46876"/>
                </a:lnTo>
                <a:lnTo>
                  <a:pt x="31767" y="47470"/>
                </a:lnTo>
                <a:lnTo>
                  <a:pt x="30179" y="48195"/>
                </a:lnTo>
                <a:lnTo>
                  <a:pt x="28664" y="49052"/>
                </a:lnTo>
                <a:lnTo>
                  <a:pt x="27221" y="50042"/>
                </a:lnTo>
                <a:lnTo>
                  <a:pt x="25850" y="51163"/>
                </a:lnTo>
                <a:lnTo>
                  <a:pt x="24550" y="52416"/>
                </a:lnTo>
                <a:lnTo>
                  <a:pt x="23320" y="53801"/>
                </a:lnTo>
                <a:lnTo>
                  <a:pt x="22161" y="55318"/>
                </a:lnTo>
                <a:lnTo>
                  <a:pt x="21084" y="56946"/>
                </a:lnTo>
                <a:lnTo>
                  <a:pt x="20105" y="58666"/>
                </a:lnTo>
                <a:lnTo>
                  <a:pt x="19221" y="60478"/>
                </a:lnTo>
                <a:lnTo>
                  <a:pt x="18433" y="62384"/>
                </a:lnTo>
                <a:lnTo>
                  <a:pt x="17740" y="64385"/>
                </a:lnTo>
                <a:lnTo>
                  <a:pt x="17141" y="66482"/>
                </a:lnTo>
                <a:lnTo>
                  <a:pt x="16636" y="68676"/>
                </a:lnTo>
                <a:lnTo>
                  <a:pt x="16224" y="70968"/>
                </a:lnTo>
                <a:lnTo>
                  <a:pt x="15904" y="73360"/>
                </a:lnTo>
                <a:lnTo>
                  <a:pt x="15677" y="75853"/>
                </a:lnTo>
                <a:lnTo>
                  <a:pt x="15541" y="78447"/>
                </a:lnTo>
                <a:lnTo>
                  <a:pt x="15496" y="811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6" name="Original native bar-chart element 186">
            <a:extLst xmlns:a="http://schemas.openxmlformats.org/drawingml/2006/main">
              <a:ext uri="{FF2B5EF4-FFF2-40B4-BE49-F238E27FC236}">
                <a16:creationId xmlns:a16="http://schemas.microsoft.com/office/drawing/2014/main" id="{CDF924D5-C875-42F3-A48D-B7947AEE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306" y="1283620"/>
            <a:ext cx="69648" cy="95474"/>
          </a:xfrm>
          <a:custGeom xmlns:a="http://schemas.openxmlformats.org/drawingml/2006/main">
            <a:pathLst>
              <a:path w="69648" h="95474">
                <a:moveTo>
                  <a:pt x="64816" y="4832"/>
                </a:moveTo>
                <a:lnTo>
                  <a:pt x="64816" y="18995"/>
                </a:lnTo>
                <a:lnTo>
                  <a:pt x="63732" y="18502"/>
                </a:lnTo>
                <a:lnTo>
                  <a:pt x="62649" y="18024"/>
                </a:lnTo>
                <a:lnTo>
                  <a:pt x="61564" y="17560"/>
                </a:lnTo>
                <a:lnTo>
                  <a:pt x="60477" y="17113"/>
                </a:lnTo>
                <a:lnTo>
                  <a:pt x="59388" y="16681"/>
                </a:lnTo>
                <a:lnTo>
                  <a:pt x="58296" y="16266"/>
                </a:lnTo>
                <a:lnTo>
                  <a:pt x="57201" y="15869"/>
                </a:lnTo>
                <a:lnTo>
                  <a:pt x="56102" y="15490"/>
                </a:lnTo>
                <a:lnTo>
                  <a:pt x="54998" y="15129"/>
                </a:lnTo>
                <a:lnTo>
                  <a:pt x="53889" y="14787"/>
                </a:lnTo>
                <a:lnTo>
                  <a:pt x="52774" y="14465"/>
                </a:lnTo>
                <a:lnTo>
                  <a:pt x="51652" y="14163"/>
                </a:lnTo>
                <a:lnTo>
                  <a:pt x="50486" y="13920"/>
                </a:lnTo>
                <a:lnTo>
                  <a:pt x="49319" y="13692"/>
                </a:lnTo>
                <a:lnTo>
                  <a:pt x="48151" y="13481"/>
                </a:lnTo>
                <a:lnTo>
                  <a:pt x="46981" y="13286"/>
                </a:lnTo>
                <a:lnTo>
                  <a:pt x="45809" y="13111"/>
                </a:lnTo>
                <a:lnTo>
                  <a:pt x="44634" y="12955"/>
                </a:lnTo>
                <a:lnTo>
                  <a:pt x="43455" y="12820"/>
                </a:lnTo>
                <a:lnTo>
                  <a:pt x="42272" y="12706"/>
                </a:lnTo>
                <a:lnTo>
                  <a:pt x="41085" y="12616"/>
                </a:lnTo>
                <a:lnTo>
                  <a:pt x="39893" y="12551"/>
                </a:lnTo>
                <a:lnTo>
                  <a:pt x="38694" y="12510"/>
                </a:lnTo>
                <a:lnTo>
                  <a:pt x="37490" y="12497"/>
                </a:lnTo>
                <a:lnTo>
                  <a:pt x="35653" y="12521"/>
                </a:lnTo>
                <a:lnTo>
                  <a:pt x="33894" y="12594"/>
                </a:lnTo>
                <a:lnTo>
                  <a:pt x="32212" y="12715"/>
                </a:lnTo>
                <a:lnTo>
                  <a:pt x="30609" y="12885"/>
                </a:lnTo>
                <a:lnTo>
                  <a:pt x="29084" y="13104"/>
                </a:lnTo>
                <a:lnTo>
                  <a:pt x="27638" y="13371"/>
                </a:lnTo>
                <a:lnTo>
                  <a:pt x="26272" y="13687"/>
                </a:lnTo>
                <a:lnTo>
                  <a:pt x="24987" y="14052"/>
                </a:lnTo>
                <a:lnTo>
                  <a:pt x="23783" y="14465"/>
                </a:lnTo>
                <a:lnTo>
                  <a:pt x="22660" y="14926"/>
                </a:lnTo>
                <a:lnTo>
                  <a:pt x="21619" y="15437"/>
                </a:lnTo>
                <a:lnTo>
                  <a:pt x="20661" y="15996"/>
                </a:lnTo>
                <a:lnTo>
                  <a:pt x="19783" y="16600"/>
                </a:lnTo>
                <a:lnTo>
                  <a:pt x="18981" y="17246"/>
                </a:lnTo>
                <a:lnTo>
                  <a:pt x="18255" y="17935"/>
                </a:lnTo>
                <a:lnTo>
                  <a:pt x="17606" y="18668"/>
                </a:lnTo>
                <a:lnTo>
                  <a:pt x="17034" y="19444"/>
                </a:lnTo>
                <a:lnTo>
                  <a:pt x="16537" y="20265"/>
                </a:lnTo>
                <a:lnTo>
                  <a:pt x="16117" y="21131"/>
                </a:lnTo>
                <a:lnTo>
                  <a:pt x="15773" y="22043"/>
                </a:lnTo>
                <a:lnTo>
                  <a:pt x="15506" y="23001"/>
                </a:lnTo>
                <a:lnTo>
                  <a:pt x="15315" y="24007"/>
                </a:lnTo>
                <a:lnTo>
                  <a:pt x="15201" y="25059"/>
                </a:lnTo>
                <a:lnTo>
                  <a:pt x="15162" y="26159"/>
                </a:lnTo>
                <a:lnTo>
                  <a:pt x="15190" y="27017"/>
                </a:lnTo>
                <a:lnTo>
                  <a:pt x="15274" y="27840"/>
                </a:lnTo>
                <a:lnTo>
                  <a:pt x="15412" y="28630"/>
                </a:lnTo>
                <a:lnTo>
                  <a:pt x="15607" y="29387"/>
                </a:lnTo>
                <a:lnTo>
                  <a:pt x="15857" y="30111"/>
                </a:lnTo>
                <a:lnTo>
                  <a:pt x="16162" y="30804"/>
                </a:lnTo>
                <a:lnTo>
                  <a:pt x="16523" y="31465"/>
                </a:lnTo>
                <a:lnTo>
                  <a:pt x="16940" y="32096"/>
                </a:lnTo>
                <a:lnTo>
                  <a:pt x="17412" y="32697"/>
                </a:lnTo>
                <a:lnTo>
                  <a:pt x="17940" y="33268"/>
                </a:lnTo>
                <a:lnTo>
                  <a:pt x="18523" y="33810"/>
                </a:lnTo>
                <a:lnTo>
                  <a:pt x="19161" y="34324"/>
                </a:lnTo>
                <a:lnTo>
                  <a:pt x="19883" y="34824"/>
                </a:lnTo>
                <a:lnTo>
                  <a:pt x="20717" y="35322"/>
                </a:lnTo>
                <a:lnTo>
                  <a:pt x="21661" y="35818"/>
                </a:lnTo>
                <a:lnTo>
                  <a:pt x="22716" y="36311"/>
                </a:lnTo>
                <a:lnTo>
                  <a:pt x="23882" y="36799"/>
                </a:lnTo>
                <a:lnTo>
                  <a:pt x="25160" y="37281"/>
                </a:lnTo>
                <a:lnTo>
                  <a:pt x="26548" y="37757"/>
                </a:lnTo>
                <a:lnTo>
                  <a:pt x="28048" y="38224"/>
                </a:lnTo>
                <a:lnTo>
                  <a:pt x="29659" y="38682"/>
                </a:lnTo>
                <a:lnTo>
                  <a:pt x="31380" y="39130"/>
                </a:lnTo>
                <a:lnTo>
                  <a:pt x="33213" y="39566"/>
                </a:lnTo>
                <a:lnTo>
                  <a:pt x="35157" y="39989"/>
                </a:lnTo>
                <a:lnTo>
                  <a:pt x="40322" y="41155"/>
                </a:lnTo>
                <a:lnTo>
                  <a:pt x="42922" y="41759"/>
                </a:lnTo>
                <a:lnTo>
                  <a:pt x="45391" y="42403"/>
                </a:lnTo>
                <a:lnTo>
                  <a:pt x="47729" y="43087"/>
                </a:lnTo>
                <a:lnTo>
                  <a:pt x="49937" y="43809"/>
                </a:lnTo>
                <a:lnTo>
                  <a:pt x="52015" y="44568"/>
                </a:lnTo>
                <a:lnTo>
                  <a:pt x="53964" y="45363"/>
                </a:lnTo>
                <a:lnTo>
                  <a:pt x="55785" y="46192"/>
                </a:lnTo>
                <a:lnTo>
                  <a:pt x="57478" y="47055"/>
                </a:lnTo>
                <a:lnTo>
                  <a:pt x="59044" y="47950"/>
                </a:lnTo>
                <a:lnTo>
                  <a:pt x="60483" y="48877"/>
                </a:lnTo>
                <a:lnTo>
                  <a:pt x="61795" y="49834"/>
                </a:lnTo>
                <a:lnTo>
                  <a:pt x="62983" y="50819"/>
                </a:lnTo>
                <a:lnTo>
                  <a:pt x="64024" y="51895"/>
                </a:lnTo>
                <a:lnTo>
                  <a:pt x="64981" y="53040"/>
                </a:lnTo>
                <a:lnTo>
                  <a:pt x="65852" y="54253"/>
                </a:lnTo>
                <a:lnTo>
                  <a:pt x="66636" y="55534"/>
                </a:lnTo>
                <a:lnTo>
                  <a:pt x="67332" y="56882"/>
                </a:lnTo>
                <a:lnTo>
                  <a:pt x="67940" y="58296"/>
                </a:lnTo>
                <a:lnTo>
                  <a:pt x="68457" y="59777"/>
                </a:lnTo>
                <a:lnTo>
                  <a:pt x="68882" y="61323"/>
                </a:lnTo>
                <a:lnTo>
                  <a:pt x="69215" y="62933"/>
                </a:lnTo>
                <a:lnTo>
                  <a:pt x="69455" y="64608"/>
                </a:lnTo>
                <a:lnTo>
                  <a:pt x="69599" y="66346"/>
                </a:lnTo>
                <a:lnTo>
                  <a:pt x="69648" y="68148"/>
                </a:lnTo>
                <a:lnTo>
                  <a:pt x="69578" y="70234"/>
                </a:lnTo>
                <a:lnTo>
                  <a:pt x="69370" y="72244"/>
                </a:lnTo>
                <a:lnTo>
                  <a:pt x="69023" y="74178"/>
                </a:lnTo>
                <a:lnTo>
                  <a:pt x="68537" y="76035"/>
                </a:lnTo>
                <a:lnTo>
                  <a:pt x="67912" y="77815"/>
                </a:lnTo>
                <a:lnTo>
                  <a:pt x="67148" y="79520"/>
                </a:lnTo>
                <a:lnTo>
                  <a:pt x="66246" y="81148"/>
                </a:lnTo>
                <a:lnTo>
                  <a:pt x="65204" y="82699"/>
                </a:lnTo>
                <a:lnTo>
                  <a:pt x="64024" y="84175"/>
                </a:lnTo>
                <a:lnTo>
                  <a:pt x="62705" y="85574"/>
                </a:lnTo>
                <a:lnTo>
                  <a:pt x="61247" y="86896"/>
                </a:lnTo>
                <a:lnTo>
                  <a:pt x="59650" y="88142"/>
                </a:lnTo>
                <a:lnTo>
                  <a:pt x="57929" y="89337"/>
                </a:lnTo>
                <a:lnTo>
                  <a:pt x="56097" y="90421"/>
                </a:lnTo>
                <a:lnTo>
                  <a:pt x="54157" y="91397"/>
                </a:lnTo>
                <a:lnTo>
                  <a:pt x="52109" y="92265"/>
                </a:lnTo>
                <a:lnTo>
                  <a:pt x="49955" y="93026"/>
                </a:lnTo>
                <a:lnTo>
                  <a:pt x="47695" y="93683"/>
                </a:lnTo>
                <a:lnTo>
                  <a:pt x="45331" y="94235"/>
                </a:lnTo>
                <a:lnTo>
                  <a:pt x="42865" y="94684"/>
                </a:lnTo>
                <a:lnTo>
                  <a:pt x="40296" y="95031"/>
                </a:lnTo>
                <a:lnTo>
                  <a:pt x="37627" y="95278"/>
                </a:lnTo>
                <a:lnTo>
                  <a:pt x="34858" y="95425"/>
                </a:lnTo>
                <a:lnTo>
                  <a:pt x="31991" y="95474"/>
                </a:lnTo>
                <a:lnTo>
                  <a:pt x="30741" y="95463"/>
                </a:lnTo>
                <a:lnTo>
                  <a:pt x="29490" y="95433"/>
                </a:lnTo>
                <a:lnTo>
                  <a:pt x="28237" y="95383"/>
                </a:lnTo>
                <a:lnTo>
                  <a:pt x="26980" y="95313"/>
                </a:lnTo>
                <a:lnTo>
                  <a:pt x="25719" y="95225"/>
                </a:lnTo>
                <a:lnTo>
                  <a:pt x="24452" y="95120"/>
                </a:lnTo>
                <a:lnTo>
                  <a:pt x="23177" y="94997"/>
                </a:lnTo>
                <a:lnTo>
                  <a:pt x="21895" y="94857"/>
                </a:lnTo>
                <a:lnTo>
                  <a:pt x="20604" y="94701"/>
                </a:lnTo>
                <a:lnTo>
                  <a:pt x="19302" y="94529"/>
                </a:lnTo>
                <a:lnTo>
                  <a:pt x="17988" y="94342"/>
                </a:lnTo>
                <a:lnTo>
                  <a:pt x="16662" y="94141"/>
                </a:lnTo>
                <a:lnTo>
                  <a:pt x="15326" y="93922"/>
                </a:lnTo>
                <a:lnTo>
                  <a:pt x="13981" y="93682"/>
                </a:lnTo>
                <a:lnTo>
                  <a:pt x="12629" y="93420"/>
                </a:lnTo>
                <a:lnTo>
                  <a:pt x="11269" y="93135"/>
                </a:lnTo>
                <a:lnTo>
                  <a:pt x="9898" y="92827"/>
                </a:lnTo>
                <a:lnTo>
                  <a:pt x="8518" y="92495"/>
                </a:lnTo>
                <a:lnTo>
                  <a:pt x="7128" y="92139"/>
                </a:lnTo>
                <a:lnTo>
                  <a:pt x="5727" y="91759"/>
                </a:lnTo>
                <a:lnTo>
                  <a:pt x="4314" y="91352"/>
                </a:lnTo>
                <a:lnTo>
                  <a:pt x="2889" y="90920"/>
                </a:lnTo>
                <a:lnTo>
                  <a:pt x="1451" y="90461"/>
                </a:lnTo>
                <a:lnTo>
                  <a:pt x="0" y="89975"/>
                </a:lnTo>
                <a:lnTo>
                  <a:pt x="0" y="74480"/>
                </a:lnTo>
                <a:lnTo>
                  <a:pt x="1375" y="75212"/>
                </a:lnTo>
                <a:lnTo>
                  <a:pt x="2748" y="75910"/>
                </a:lnTo>
                <a:lnTo>
                  <a:pt x="4121" y="76573"/>
                </a:lnTo>
                <a:lnTo>
                  <a:pt x="5492" y="77201"/>
                </a:lnTo>
                <a:lnTo>
                  <a:pt x="6861" y="77795"/>
                </a:lnTo>
                <a:lnTo>
                  <a:pt x="8227" y="78353"/>
                </a:lnTo>
                <a:lnTo>
                  <a:pt x="9589" y="78878"/>
                </a:lnTo>
                <a:lnTo>
                  <a:pt x="10948" y="79367"/>
                </a:lnTo>
                <a:lnTo>
                  <a:pt x="12301" y="79822"/>
                </a:lnTo>
                <a:lnTo>
                  <a:pt x="13650" y="80242"/>
                </a:lnTo>
                <a:lnTo>
                  <a:pt x="14993" y="80627"/>
                </a:lnTo>
                <a:lnTo>
                  <a:pt x="16329" y="80978"/>
                </a:lnTo>
                <a:lnTo>
                  <a:pt x="17662" y="81335"/>
                </a:lnTo>
                <a:lnTo>
                  <a:pt x="18995" y="81659"/>
                </a:lnTo>
                <a:lnTo>
                  <a:pt x="20328" y="81949"/>
                </a:lnTo>
                <a:lnTo>
                  <a:pt x="21661" y="82206"/>
                </a:lnTo>
                <a:lnTo>
                  <a:pt x="22994" y="82430"/>
                </a:lnTo>
                <a:lnTo>
                  <a:pt x="24327" y="82623"/>
                </a:lnTo>
                <a:lnTo>
                  <a:pt x="25660" y="82785"/>
                </a:lnTo>
                <a:lnTo>
                  <a:pt x="26993" y="82915"/>
                </a:lnTo>
                <a:lnTo>
                  <a:pt x="28326" y="83016"/>
                </a:lnTo>
                <a:lnTo>
                  <a:pt x="29659" y="83087"/>
                </a:lnTo>
                <a:lnTo>
                  <a:pt x="30991" y="83130"/>
                </a:lnTo>
                <a:lnTo>
                  <a:pt x="32324" y="83144"/>
                </a:lnTo>
                <a:lnTo>
                  <a:pt x="34043" y="83119"/>
                </a:lnTo>
                <a:lnTo>
                  <a:pt x="35698" y="83047"/>
                </a:lnTo>
                <a:lnTo>
                  <a:pt x="37289" y="82925"/>
                </a:lnTo>
                <a:lnTo>
                  <a:pt x="38816" y="82755"/>
                </a:lnTo>
                <a:lnTo>
                  <a:pt x="40279" y="82536"/>
                </a:lnTo>
                <a:lnTo>
                  <a:pt x="41676" y="82269"/>
                </a:lnTo>
                <a:lnTo>
                  <a:pt x="43007" y="81953"/>
                </a:lnTo>
                <a:lnTo>
                  <a:pt x="44272" y="81589"/>
                </a:lnTo>
                <a:lnTo>
                  <a:pt x="45469" y="81176"/>
                </a:lnTo>
                <a:lnTo>
                  <a:pt x="46599" y="80714"/>
                </a:lnTo>
                <a:lnTo>
                  <a:pt x="47661" y="80204"/>
                </a:lnTo>
                <a:lnTo>
                  <a:pt x="48653" y="79645"/>
                </a:lnTo>
                <a:lnTo>
                  <a:pt x="49535" y="79037"/>
                </a:lnTo>
                <a:lnTo>
                  <a:pt x="50346" y="78382"/>
                </a:lnTo>
                <a:lnTo>
                  <a:pt x="51085" y="77679"/>
                </a:lnTo>
                <a:lnTo>
                  <a:pt x="51751" y="76929"/>
                </a:lnTo>
                <a:lnTo>
                  <a:pt x="52343" y="76133"/>
                </a:lnTo>
                <a:lnTo>
                  <a:pt x="52860" y="75292"/>
                </a:lnTo>
                <a:lnTo>
                  <a:pt x="53301" y="74405"/>
                </a:lnTo>
                <a:lnTo>
                  <a:pt x="53664" y="73474"/>
                </a:lnTo>
                <a:lnTo>
                  <a:pt x="53949" y="72498"/>
                </a:lnTo>
                <a:lnTo>
                  <a:pt x="54153" y="71480"/>
                </a:lnTo>
                <a:lnTo>
                  <a:pt x="54277" y="70418"/>
                </a:lnTo>
                <a:lnTo>
                  <a:pt x="54318" y="69314"/>
                </a:lnTo>
                <a:lnTo>
                  <a:pt x="54287" y="68332"/>
                </a:lnTo>
                <a:lnTo>
                  <a:pt x="54195" y="67385"/>
                </a:lnTo>
                <a:lnTo>
                  <a:pt x="54042" y="66474"/>
                </a:lnTo>
                <a:lnTo>
                  <a:pt x="53831" y="65599"/>
                </a:lnTo>
                <a:lnTo>
                  <a:pt x="53561" y="64762"/>
                </a:lnTo>
                <a:lnTo>
                  <a:pt x="53235" y="63962"/>
                </a:lnTo>
                <a:lnTo>
                  <a:pt x="52854" y="63200"/>
                </a:lnTo>
                <a:lnTo>
                  <a:pt x="52418" y="62477"/>
                </a:lnTo>
                <a:lnTo>
                  <a:pt x="51928" y="61793"/>
                </a:lnTo>
                <a:lnTo>
                  <a:pt x="51387" y="61149"/>
                </a:lnTo>
                <a:lnTo>
                  <a:pt x="50795" y="60546"/>
                </a:lnTo>
                <a:lnTo>
                  <a:pt x="50153" y="59984"/>
                </a:lnTo>
                <a:lnTo>
                  <a:pt x="49417" y="59442"/>
                </a:lnTo>
                <a:lnTo>
                  <a:pt x="48542" y="58901"/>
                </a:lnTo>
                <a:lnTo>
                  <a:pt x="47529" y="58362"/>
                </a:lnTo>
                <a:lnTo>
                  <a:pt x="46376" y="57824"/>
                </a:lnTo>
                <a:lnTo>
                  <a:pt x="45085" y="57288"/>
                </a:lnTo>
                <a:lnTo>
                  <a:pt x="43655" y="56755"/>
                </a:lnTo>
                <a:lnTo>
                  <a:pt x="42086" y="56226"/>
                </a:lnTo>
                <a:lnTo>
                  <a:pt x="40378" y="55701"/>
                </a:lnTo>
                <a:lnTo>
                  <a:pt x="38531" y="55180"/>
                </a:lnTo>
                <a:lnTo>
                  <a:pt x="36546" y="54665"/>
                </a:lnTo>
                <a:lnTo>
                  <a:pt x="34421" y="54155"/>
                </a:lnTo>
                <a:lnTo>
                  <a:pt x="32158" y="53652"/>
                </a:lnTo>
                <a:lnTo>
                  <a:pt x="26993" y="52486"/>
                </a:lnTo>
                <a:lnTo>
                  <a:pt x="24712" y="51965"/>
                </a:lnTo>
                <a:lnTo>
                  <a:pt x="22537" y="51403"/>
                </a:lnTo>
                <a:lnTo>
                  <a:pt x="20468" y="50799"/>
                </a:lnTo>
                <a:lnTo>
                  <a:pt x="18507" y="50153"/>
                </a:lnTo>
                <a:lnTo>
                  <a:pt x="16655" y="49466"/>
                </a:lnTo>
                <a:lnTo>
                  <a:pt x="14913" y="48737"/>
                </a:lnTo>
                <a:lnTo>
                  <a:pt x="13281" y="47966"/>
                </a:lnTo>
                <a:lnTo>
                  <a:pt x="11762" y="47154"/>
                </a:lnTo>
                <a:lnTo>
                  <a:pt x="10357" y="46300"/>
                </a:lnTo>
                <a:lnTo>
                  <a:pt x="9065" y="45404"/>
                </a:lnTo>
                <a:lnTo>
                  <a:pt x="7890" y="44467"/>
                </a:lnTo>
                <a:lnTo>
                  <a:pt x="6831" y="43488"/>
                </a:lnTo>
                <a:lnTo>
                  <a:pt x="5835" y="42457"/>
                </a:lnTo>
                <a:lnTo>
                  <a:pt x="4928" y="41363"/>
                </a:lnTo>
                <a:lnTo>
                  <a:pt x="4111" y="40205"/>
                </a:lnTo>
                <a:lnTo>
                  <a:pt x="3382" y="38983"/>
                </a:lnTo>
                <a:lnTo>
                  <a:pt x="2741" y="37696"/>
                </a:lnTo>
                <a:lnTo>
                  <a:pt x="2187" y="36344"/>
                </a:lnTo>
                <a:lnTo>
                  <a:pt x="1720" y="34926"/>
                </a:lnTo>
                <a:lnTo>
                  <a:pt x="1339" y="33441"/>
                </a:lnTo>
                <a:lnTo>
                  <a:pt x="1044" y="31890"/>
                </a:lnTo>
                <a:lnTo>
                  <a:pt x="834" y="30270"/>
                </a:lnTo>
                <a:lnTo>
                  <a:pt x="708" y="28583"/>
                </a:lnTo>
                <a:lnTo>
                  <a:pt x="666" y="26826"/>
                </a:lnTo>
                <a:lnTo>
                  <a:pt x="729" y="24740"/>
                </a:lnTo>
                <a:lnTo>
                  <a:pt x="916" y="22731"/>
                </a:lnTo>
                <a:lnTo>
                  <a:pt x="1229" y="20799"/>
                </a:lnTo>
                <a:lnTo>
                  <a:pt x="1666" y="18945"/>
                </a:lnTo>
                <a:lnTo>
                  <a:pt x="2229" y="17171"/>
                </a:lnTo>
                <a:lnTo>
                  <a:pt x="2916" y="15475"/>
                </a:lnTo>
                <a:lnTo>
                  <a:pt x="3728" y="13859"/>
                </a:lnTo>
                <a:lnTo>
                  <a:pt x="4665" y="12324"/>
                </a:lnTo>
                <a:lnTo>
                  <a:pt x="5728" y="10869"/>
                </a:lnTo>
                <a:lnTo>
                  <a:pt x="6915" y="9497"/>
                </a:lnTo>
                <a:lnTo>
                  <a:pt x="8227" y="8206"/>
                </a:lnTo>
                <a:lnTo>
                  <a:pt x="9664" y="6998"/>
                </a:lnTo>
                <a:lnTo>
                  <a:pt x="11219" y="5880"/>
                </a:lnTo>
                <a:lnTo>
                  <a:pt x="12885" y="4860"/>
                </a:lnTo>
                <a:lnTo>
                  <a:pt x="14663" y="3936"/>
                </a:lnTo>
                <a:lnTo>
                  <a:pt x="16551" y="3110"/>
                </a:lnTo>
                <a:lnTo>
                  <a:pt x="18550" y="2381"/>
                </a:lnTo>
                <a:lnTo>
                  <a:pt x="20661" y="1750"/>
                </a:lnTo>
                <a:lnTo>
                  <a:pt x="22883" y="1215"/>
                </a:lnTo>
                <a:lnTo>
                  <a:pt x="25215" y="778"/>
                </a:lnTo>
                <a:lnTo>
                  <a:pt x="27659" y="437"/>
                </a:lnTo>
                <a:lnTo>
                  <a:pt x="30214" y="194"/>
                </a:lnTo>
                <a:lnTo>
                  <a:pt x="32880" y="49"/>
                </a:lnTo>
                <a:lnTo>
                  <a:pt x="35657" y="0"/>
                </a:lnTo>
                <a:lnTo>
                  <a:pt x="37025" y="10"/>
                </a:lnTo>
                <a:lnTo>
                  <a:pt x="38379" y="41"/>
                </a:lnTo>
                <a:lnTo>
                  <a:pt x="39721" y="91"/>
                </a:lnTo>
                <a:lnTo>
                  <a:pt x="41050" y="160"/>
                </a:lnTo>
                <a:lnTo>
                  <a:pt x="42368" y="248"/>
                </a:lnTo>
                <a:lnTo>
                  <a:pt x="43675" y="354"/>
                </a:lnTo>
                <a:lnTo>
                  <a:pt x="44972" y="477"/>
                </a:lnTo>
                <a:lnTo>
                  <a:pt x="46259" y="617"/>
                </a:lnTo>
                <a:lnTo>
                  <a:pt x="47536" y="773"/>
                </a:lnTo>
                <a:lnTo>
                  <a:pt x="48805" y="945"/>
                </a:lnTo>
                <a:lnTo>
                  <a:pt x="50066" y="1132"/>
                </a:lnTo>
                <a:lnTo>
                  <a:pt x="51319" y="1333"/>
                </a:lnTo>
                <a:lnTo>
                  <a:pt x="52520" y="1548"/>
                </a:lnTo>
                <a:lnTo>
                  <a:pt x="53707" y="1777"/>
                </a:lnTo>
                <a:lnTo>
                  <a:pt x="54881" y="2020"/>
                </a:lnTo>
                <a:lnTo>
                  <a:pt x="56040" y="2277"/>
                </a:lnTo>
                <a:lnTo>
                  <a:pt x="57186" y="2548"/>
                </a:lnTo>
                <a:lnTo>
                  <a:pt x="58317" y="2833"/>
                </a:lnTo>
                <a:lnTo>
                  <a:pt x="59435" y="3131"/>
                </a:lnTo>
                <a:lnTo>
                  <a:pt x="60539" y="3443"/>
                </a:lnTo>
                <a:lnTo>
                  <a:pt x="61629" y="3770"/>
                </a:lnTo>
                <a:lnTo>
                  <a:pt x="62705" y="4110"/>
                </a:lnTo>
                <a:lnTo>
                  <a:pt x="63767" y="4464"/>
                </a:lnTo>
                <a:lnTo>
                  <a:pt x="64816" y="4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7" name="Original native bar-chart element 187">
            <a:extLst xmlns:a="http://schemas.openxmlformats.org/drawingml/2006/main">
              <a:ext uri="{FF2B5EF4-FFF2-40B4-BE49-F238E27FC236}">
                <a16:creationId xmlns:a16="http://schemas.microsoft.com/office/drawing/2014/main" id="{8EA3905C-817A-469E-A23D-80C54D18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846" y="1504887"/>
            <a:ext cx="333242" cy="116634"/>
          </a:xfrm>
          <a:custGeom xmlns:a="http://schemas.openxmlformats.org/drawingml/2006/main">
            <a:pathLst>
              <a:path w="333242" h="116634">
                <a:moveTo>
                  <a:pt x="0" y="116634"/>
                </a:moveTo>
                <a:lnTo>
                  <a:pt x="333242" y="116634"/>
                </a:lnTo>
                <a:lnTo>
                  <a:pt x="333242" y="0"/>
                </a:lnTo>
                <a:lnTo>
                  <a:pt x="0" y="0"/>
                </a:lnTo>
                <a:lnTo>
                  <a:pt x="0" y="116634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>
            <a:noFill/>
          </a:ln>
        </p:spPr>
      </p:sp>
      <p:sp>
        <p:nvSpPr>
          <p:cNvPr id="188" name="Original native bar-chart element 188">
            <a:extLst xmlns:a="http://schemas.openxmlformats.org/drawingml/2006/main">
              <a:ext uri="{FF2B5EF4-FFF2-40B4-BE49-F238E27FC236}">
                <a16:creationId xmlns:a16="http://schemas.microsoft.com/office/drawing/2014/main" id="{5D1DCBFA-6E2C-4819-B95A-FFF111E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717" y="1500055"/>
            <a:ext cx="111303" cy="121467"/>
          </a:xfrm>
          <a:custGeom xmlns:a="http://schemas.openxmlformats.org/drawingml/2006/main">
            <a:pathLst>
              <a:path w="111303" h="121467">
                <a:moveTo>
                  <a:pt x="55651" y="16162"/>
                </a:moveTo>
                <a:lnTo>
                  <a:pt x="33324" y="76646"/>
                </a:lnTo>
                <a:lnTo>
                  <a:pt x="77979" y="76646"/>
                </a:lnTo>
                <a:lnTo>
                  <a:pt x="55651" y="16162"/>
                </a:lnTo>
                <a:close/>
                <a:moveTo>
                  <a:pt x="46321" y="0"/>
                </a:moveTo>
                <a:lnTo>
                  <a:pt x="64982" y="0"/>
                </a:lnTo>
                <a:lnTo>
                  <a:pt x="111303" y="121467"/>
                </a:lnTo>
                <a:lnTo>
                  <a:pt x="94141" y="121467"/>
                </a:lnTo>
                <a:lnTo>
                  <a:pt x="83144" y="90308"/>
                </a:lnTo>
                <a:lnTo>
                  <a:pt x="28326" y="90308"/>
                </a:lnTo>
                <a:lnTo>
                  <a:pt x="17329" y="121467"/>
                </a:lnTo>
                <a:lnTo>
                  <a:pt x="0" y="121467"/>
                </a:lnTo>
                <a:lnTo>
                  <a:pt x="463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9" name="Original native bar-chart element 189">
            <a:extLst xmlns:a="http://schemas.openxmlformats.org/drawingml/2006/main">
              <a:ext uri="{FF2B5EF4-FFF2-40B4-BE49-F238E27FC236}">
                <a16:creationId xmlns:a16="http://schemas.microsoft.com/office/drawing/2014/main" id="{994C5620-460B-4518-9D17-EF4DAD1E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516" y="1528214"/>
            <a:ext cx="76312" cy="95474"/>
          </a:xfrm>
          <a:custGeom xmlns:a="http://schemas.openxmlformats.org/drawingml/2006/main">
            <a:pathLst>
              <a:path w="76312" h="95474">
                <a:moveTo>
                  <a:pt x="0" y="57318"/>
                </a:moveTo>
                <a:lnTo>
                  <a:pt x="0" y="2166"/>
                </a:lnTo>
                <a:lnTo>
                  <a:pt x="14996" y="2166"/>
                </a:lnTo>
                <a:lnTo>
                  <a:pt x="14996" y="56818"/>
                </a:lnTo>
                <a:lnTo>
                  <a:pt x="15031" y="58935"/>
                </a:lnTo>
                <a:lnTo>
                  <a:pt x="15135" y="60957"/>
                </a:lnTo>
                <a:lnTo>
                  <a:pt x="15308" y="62884"/>
                </a:lnTo>
                <a:lnTo>
                  <a:pt x="15551" y="64717"/>
                </a:lnTo>
                <a:lnTo>
                  <a:pt x="15864" y="66457"/>
                </a:lnTo>
                <a:lnTo>
                  <a:pt x="16246" y="68106"/>
                </a:lnTo>
                <a:lnTo>
                  <a:pt x="16697" y="69665"/>
                </a:lnTo>
                <a:lnTo>
                  <a:pt x="17217" y="71135"/>
                </a:lnTo>
                <a:lnTo>
                  <a:pt x="17808" y="72517"/>
                </a:lnTo>
                <a:lnTo>
                  <a:pt x="18467" y="73811"/>
                </a:lnTo>
                <a:lnTo>
                  <a:pt x="19196" y="75021"/>
                </a:lnTo>
                <a:lnTo>
                  <a:pt x="19995" y="76146"/>
                </a:lnTo>
                <a:lnTo>
                  <a:pt x="20862" y="77184"/>
                </a:lnTo>
                <a:lnTo>
                  <a:pt x="21800" y="78131"/>
                </a:lnTo>
                <a:lnTo>
                  <a:pt x="22809" y="78989"/>
                </a:lnTo>
                <a:lnTo>
                  <a:pt x="23888" y="79756"/>
                </a:lnTo>
                <a:lnTo>
                  <a:pt x="25040" y="80433"/>
                </a:lnTo>
                <a:lnTo>
                  <a:pt x="26264" y="81019"/>
                </a:lnTo>
                <a:lnTo>
                  <a:pt x="27560" y="81516"/>
                </a:lnTo>
                <a:lnTo>
                  <a:pt x="28930" y="81922"/>
                </a:lnTo>
                <a:lnTo>
                  <a:pt x="30374" y="82238"/>
                </a:lnTo>
                <a:lnTo>
                  <a:pt x="31893" y="82463"/>
                </a:lnTo>
                <a:lnTo>
                  <a:pt x="33487" y="82599"/>
                </a:lnTo>
                <a:lnTo>
                  <a:pt x="35157" y="82644"/>
                </a:lnTo>
                <a:lnTo>
                  <a:pt x="37125" y="82592"/>
                </a:lnTo>
                <a:lnTo>
                  <a:pt x="39029" y="82435"/>
                </a:lnTo>
                <a:lnTo>
                  <a:pt x="40869" y="82173"/>
                </a:lnTo>
                <a:lnTo>
                  <a:pt x="42643" y="81805"/>
                </a:lnTo>
                <a:lnTo>
                  <a:pt x="44349" y="81330"/>
                </a:lnTo>
                <a:lnTo>
                  <a:pt x="45987" y="80749"/>
                </a:lnTo>
                <a:lnTo>
                  <a:pt x="47556" y="80059"/>
                </a:lnTo>
                <a:lnTo>
                  <a:pt x="49054" y="79262"/>
                </a:lnTo>
                <a:lnTo>
                  <a:pt x="50481" y="78356"/>
                </a:lnTo>
                <a:lnTo>
                  <a:pt x="51835" y="77341"/>
                </a:lnTo>
                <a:lnTo>
                  <a:pt x="53114" y="76215"/>
                </a:lnTo>
                <a:lnTo>
                  <a:pt x="54318" y="74979"/>
                </a:lnTo>
                <a:lnTo>
                  <a:pt x="55436" y="73650"/>
                </a:lnTo>
                <a:lnTo>
                  <a:pt x="56457" y="72243"/>
                </a:lnTo>
                <a:lnTo>
                  <a:pt x="57380" y="70759"/>
                </a:lnTo>
                <a:lnTo>
                  <a:pt x="58206" y="69197"/>
                </a:lnTo>
                <a:lnTo>
                  <a:pt x="58935" y="67556"/>
                </a:lnTo>
                <a:lnTo>
                  <a:pt x="59567" y="65836"/>
                </a:lnTo>
                <a:lnTo>
                  <a:pt x="60102" y="64036"/>
                </a:lnTo>
                <a:lnTo>
                  <a:pt x="60539" y="62156"/>
                </a:lnTo>
                <a:lnTo>
                  <a:pt x="60879" y="60194"/>
                </a:lnTo>
                <a:lnTo>
                  <a:pt x="61122" y="58151"/>
                </a:lnTo>
                <a:lnTo>
                  <a:pt x="61268" y="56026"/>
                </a:lnTo>
                <a:lnTo>
                  <a:pt x="61316" y="53819"/>
                </a:lnTo>
                <a:lnTo>
                  <a:pt x="61316" y="2166"/>
                </a:lnTo>
                <a:lnTo>
                  <a:pt x="76312" y="2166"/>
                </a:lnTo>
                <a:lnTo>
                  <a:pt x="76312" y="93308"/>
                </a:lnTo>
                <a:lnTo>
                  <a:pt x="61316" y="93308"/>
                </a:lnTo>
                <a:lnTo>
                  <a:pt x="61316" y="79312"/>
                </a:lnTo>
                <a:lnTo>
                  <a:pt x="60386" y="80693"/>
                </a:lnTo>
                <a:lnTo>
                  <a:pt x="59430" y="82007"/>
                </a:lnTo>
                <a:lnTo>
                  <a:pt x="58447" y="83253"/>
                </a:lnTo>
                <a:lnTo>
                  <a:pt x="57441" y="84434"/>
                </a:lnTo>
                <a:lnTo>
                  <a:pt x="56411" y="85549"/>
                </a:lnTo>
                <a:lnTo>
                  <a:pt x="55360" y="86601"/>
                </a:lnTo>
                <a:lnTo>
                  <a:pt x="54287" y="87591"/>
                </a:lnTo>
                <a:lnTo>
                  <a:pt x="53195" y="88519"/>
                </a:lnTo>
                <a:lnTo>
                  <a:pt x="52085" y="89387"/>
                </a:lnTo>
                <a:lnTo>
                  <a:pt x="50957" y="90196"/>
                </a:lnTo>
                <a:lnTo>
                  <a:pt x="49812" y="90947"/>
                </a:lnTo>
                <a:lnTo>
                  <a:pt x="48653" y="91641"/>
                </a:lnTo>
                <a:lnTo>
                  <a:pt x="47431" y="92242"/>
                </a:lnTo>
                <a:lnTo>
                  <a:pt x="46181" y="92793"/>
                </a:lnTo>
                <a:lnTo>
                  <a:pt x="44902" y="93295"/>
                </a:lnTo>
                <a:lnTo>
                  <a:pt x="43593" y="93746"/>
                </a:lnTo>
                <a:lnTo>
                  <a:pt x="42254" y="94146"/>
                </a:lnTo>
                <a:lnTo>
                  <a:pt x="40885" y="94495"/>
                </a:lnTo>
                <a:lnTo>
                  <a:pt x="39484" y="94792"/>
                </a:lnTo>
                <a:lnTo>
                  <a:pt x="38051" y="95036"/>
                </a:lnTo>
                <a:lnTo>
                  <a:pt x="36586" y="95226"/>
                </a:lnTo>
                <a:lnTo>
                  <a:pt x="35088" y="95363"/>
                </a:lnTo>
                <a:lnTo>
                  <a:pt x="33557" y="95446"/>
                </a:lnTo>
                <a:lnTo>
                  <a:pt x="31991" y="95474"/>
                </a:lnTo>
                <a:lnTo>
                  <a:pt x="29419" y="95408"/>
                </a:lnTo>
                <a:lnTo>
                  <a:pt x="26952" y="95209"/>
                </a:lnTo>
                <a:lnTo>
                  <a:pt x="24590" y="94878"/>
                </a:lnTo>
                <a:lnTo>
                  <a:pt x="22333" y="94412"/>
                </a:lnTo>
                <a:lnTo>
                  <a:pt x="20184" y="93813"/>
                </a:lnTo>
                <a:lnTo>
                  <a:pt x="18141" y="93079"/>
                </a:lnTo>
                <a:lnTo>
                  <a:pt x="16206" y="92209"/>
                </a:lnTo>
                <a:lnTo>
                  <a:pt x="14379" y="91203"/>
                </a:lnTo>
                <a:lnTo>
                  <a:pt x="12661" y="90061"/>
                </a:lnTo>
                <a:lnTo>
                  <a:pt x="11052" y="88782"/>
                </a:lnTo>
                <a:lnTo>
                  <a:pt x="9553" y="87365"/>
                </a:lnTo>
                <a:lnTo>
                  <a:pt x="8164" y="85810"/>
                </a:lnTo>
                <a:lnTo>
                  <a:pt x="6849" y="84161"/>
                </a:lnTo>
                <a:lnTo>
                  <a:pt x="5650" y="82380"/>
                </a:lnTo>
                <a:lnTo>
                  <a:pt x="4569" y="80467"/>
                </a:lnTo>
                <a:lnTo>
                  <a:pt x="3604" y="78423"/>
                </a:lnTo>
                <a:lnTo>
                  <a:pt x="2755" y="76246"/>
                </a:lnTo>
                <a:lnTo>
                  <a:pt x="2020" y="73938"/>
                </a:lnTo>
                <a:lnTo>
                  <a:pt x="1401" y="71498"/>
                </a:lnTo>
                <a:lnTo>
                  <a:pt x="895" y="68925"/>
                </a:lnTo>
                <a:lnTo>
                  <a:pt x="502" y="66221"/>
                </a:lnTo>
                <a:lnTo>
                  <a:pt x="223" y="63385"/>
                </a:lnTo>
                <a:lnTo>
                  <a:pt x="56" y="60417"/>
                </a:lnTo>
                <a:lnTo>
                  <a:pt x="0" y="57318"/>
                </a:lnTo>
                <a:close/>
                <a:moveTo>
                  <a:pt x="37656" y="0"/>
                </a:moveTo>
                <a:lnTo>
                  <a:pt x="376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90" name="Original native bar-chart element 190">
            <a:extLst xmlns:a="http://schemas.openxmlformats.org/drawingml/2006/main">
              <a:ext uri="{FF2B5EF4-FFF2-40B4-BE49-F238E27FC236}">
                <a16:creationId xmlns:a16="http://schemas.microsoft.com/office/drawing/2014/main" id="{8A04EA8C-B1F4-44CE-9C3C-60CA8C79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490" y="1504554"/>
            <a:ext cx="56818" cy="116968"/>
          </a:xfrm>
          <a:custGeom xmlns:a="http://schemas.openxmlformats.org/drawingml/2006/main">
            <a:pathLst>
              <a:path w="56818" h="116968">
                <a:moveTo>
                  <a:pt x="25993" y="0"/>
                </a:moveTo>
                <a:lnTo>
                  <a:pt x="25993" y="25826"/>
                </a:lnTo>
                <a:lnTo>
                  <a:pt x="56818" y="25826"/>
                </a:lnTo>
                <a:lnTo>
                  <a:pt x="56818" y="37490"/>
                </a:lnTo>
                <a:lnTo>
                  <a:pt x="25993" y="37490"/>
                </a:lnTo>
                <a:lnTo>
                  <a:pt x="25993" y="86976"/>
                </a:lnTo>
                <a:lnTo>
                  <a:pt x="26014" y="88795"/>
                </a:lnTo>
                <a:lnTo>
                  <a:pt x="26076" y="90502"/>
                </a:lnTo>
                <a:lnTo>
                  <a:pt x="26180" y="92097"/>
                </a:lnTo>
                <a:lnTo>
                  <a:pt x="26326" y="93579"/>
                </a:lnTo>
                <a:lnTo>
                  <a:pt x="26514" y="94948"/>
                </a:lnTo>
                <a:lnTo>
                  <a:pt x="26743" y="96203"/>
                </a:lnTo>
                <a:lnTo>
                  <a:pt x="27013" y="97343"/>
                </a:lnTo>
                <a:lnTo>
                  <a:pt x="27326" y="98368"/>
                </a:lnTo>
                <a:lnTo>
                  <a:pt x="27680" y="99277"/>
                </a:lnTo>
                <a:lnTo>
                  <a:pt x="28076" y="100070"/>
                </a:lnTo>
                <a:lnTo>
                  <a:pt x="28513" y="100747"/>
                </a:lnTo>
                <a:lnTo>
                  <a:pt x="28992" y="101305"/>
                </a:lnTo>
                <a:lnTo>
                  <a:pt x="29537" y="101823"/>
                </a:lnTo>
                <a:lnTo>
                  <a:pt x="30172" y="102292"/>
                </a:lnTo>
                <a:lnTo>
                  <a:pt x="30898" y="102714"/>
                </a:lnTo>
                <a:lnTo>
                  <a:pt x="31713" y="103089"/>
                </a:lnTo>
                <a:lnTo>
                  <a:pt x="32620" y="103418"/>
                </a:lnTo>
                <a:lnTo>
                  <a:pt x="33616" y="103701"/>
                </a:lnTo>
                <a:lnTo>
                  <a:pt x="34702" y="103939"/>
                </a:lnTo>
                <a:lnTo>
                  <a:pt x="35879" y="104132"/>
                </a:lnTo>
                <a:lnTo>
                  <a:pt x="37146" y="104281"/>
                </a:lnTo>
                <a:lnTo>
                  <a:pt x="38503" y="104387"/>
                </a:lnTo>
                <a:lnTo>
                  <a:pt x="39951" y="104450"/>
                </a:lnTo>
                <a:lnTo>
                  <a:pt x="41489" y="104471"/>
                </a:lnTo>
                <a:lnTo>
                  <a:pt x="56818" y="104471"/>
                </a:lnTo>
                <a:lnTo>
                  <a:pt x="56818" y="116968"/>
                </a:lnTo>
                <a:lnTo>
                  <a:pt x="41489" y="116968"/>
                </a:lnTo>
                <a:lnTo>
                  <a:pt x="38649" y="116923"/>
                </a:lnTo>
                <a:lnTo>
                  <a:pt x="35962" y="116787"/>
                </a:lnTo>
                <a:lnTo>
                  <a:pt x="33428" y="116562"/>
                </a:lnTo>
                <a:lnTo>
                  <a:pt x="31047" y="116246"/>
                </a:lnTo>
                <a:lnTo>
                  <a:pt x="28818" y="115840"/>
                </a:lnTo>
                <a:lnTo>
                  <a:pt x="26743" y="115343"/>
                </a:lnTo>
                <a:lnTo>
                  <a:pt x="24820" y="114757"/>
                </a:lnTo>
                <a:lnTo>
                  <a:pt x="23049" y="114080"/>
                </a:lnTo>
                <a:lnTo>
                  <a:pt x="21432" y="113313"/>
                </a:lnTo>
                <a:lnTo>
                  <a:pt x="19967" y="112455"/>
                </a:lnTo>
                <a:lnTo>
                  <a:pt x="18655" y="111508"/>
                </a:lnTo>
                <a:lnTo>
                  <a:pt x="17495" y="110470"/>
                </a:lnTo>
                <a:lnTo>
                  <a:pt x="16457" y="109314"/>
                </a:lnTo>
                <a:lnTo>
                  <a:pt x="15510" y="108012"/>
                </a:lnTo>
                <a:lnTo>
                  <a:pt x="14652" y="106564"/>
                </a:lnTo>
                <a:lnTo>
                  <a:pt x="13885" y="104971"/>
                </a:lnTo>
                <a:lnTo>
                  <a:pt x="13208" y="103232"/>
                </a:lnTo>
                <a:lnTo>
                  <a:pt x="12622" y="101347"/>
                </a:lnTo>
                <a:lnTo>
                  <a:pt x="12125" y="99316"/>
                </a:lnTo>
                <a:lnTo>
                  <a:pt x="11719" y="97140"/>
                </a:lnTo>
                <a:lnTo>
                  <a:pt x="11403" y="94818"/>
                </a:lnTo>
                <a:lnTo>
                  <a:pt x="11177" y="92350"/>
                </a:lnTo>
                <a:lnTo>
                  <a:pt x="11042" y="89736"/>
                </a:lnTo>
                <a:lnTo>
                  <a:pt x="10997" y="86976"/>
                </a:lnTo>
                <a:lnTo>
                  <a:pt x="10997" y="37490"/>
                </a:lnTo>
                <a:lnTo>
                  <a:pt x="0" y="37490"/>
                </a:lnTo>
                <a:lnTo>
                  <a:pt x="0" y="25826"/>
                </a:lnTo>
                <a:lnTo>
                  <a:pt x="10997" y="25826"/>
                </a:lnTo>
                <a:lnTo>
                  <a:pt x="10997" y="0"/>
                </a:lnTo>
                <a:lnTo>
                  <a:pt x="259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91" name="Original native bar-chart element 191">
            <a:extLst xmlns:a="http://schemas.openxmlformats.org/drawingml/2006/main">
              <a:ext uri="{FF2B5EF4-FFF2-40B4-BE49-F238E27FC236}">
                <a16:creationId xmlns:a16="http://schemas.microsoft.com/office/drawing/2014/main" id="{DBBAE781-A6C1-46A6-AE54-4C14477A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470" y="1528214"/>
            <a:ext cx="83644" cy="95474"/>
          </a:xfrm>
          <a:custGeom xmlns:a="http://schemas.openxmlformats.org/drawingml/2006/main">
            <a:pathLst>
              <a:path w="83644" h="95474">
                <a:moveTo>
                  <a:pt x="41822" y="12663"/>
                </a:moveTo>
                <a:lnTo>
                  <a:pt x="39857" y="12729"/>
                </a:lnTo>
                <a:lnTo>
                  <a:pt x="37962" y="12927"/>
                </a:lnTo>
                <a:lnTo>
                  <a:pt x="36136" y="13257"/>
                </a:lnTo>
                <a:lnTo>
                  <a:pt x="34379" y="13718"/>
                </a:lnTo>
                <a:lnTo>
                  <a:pt x="32692" y="14312"/>
                </a:lnTo>
                <a:lnTo>
                  <a:pt x="31075" y="15038"/>
                </a:lnTo>
                <a:lnTo>
                  <a:pt x="29527" y="15895"/>
                </a:lnTo>
                <a:lnTo>
                  <a:pt x="28048" y="16884"/>
                </a:lnTo>
                <a:lnTo>
                  <a:pt x="26639" y="18005"/>
                </a:lnTo>
                <a:lnTo>
                  <a:pt x="25299" y="19259"/>
                </a:lnTo>
                <a:lnTo>
                  <a:pt x="24028" y="20644"/>
                </a:lnTo>
                <a:lnTo>
                  <a:pt x="22827" y="22161"/>
                </a:lnTo>
                <a:lnTo>
                  <a:pt x="21709" y="23789"/>
                </a:lnTo>
                <a:lnTo>
                  <a:pt x="20689" y="25508"/>
                </a:lnTo>
                <a:lnTo>
                  <a:pt x="19765" y="27318"/>
                </a:lnTo>
                <a:lnTo>
                  <a:pt x="18939" y="29220"/>
                </a:lnTo>
                <a:lnTo>
                  <a:pt x="18210" y="31215"/>
                </a:lnTo>
                <a:lnTo>
                  <a:pt x="17578" y="33303"/>
                </a:lnTo>
                <a:lnTo>
                  <a:pt x="17044" y="35485"/>
                </a:lnTo>
                <a:lnTo>
                  <a:pt x="16607" y="37761"/>
                </a:lnTo>
                <a:lnTo>
                  <a:pt x="16266" y="40132"/>
                </a:lnTo>
                <a:lnTo>
                  <a:pt x="16023" y="42599"/>
                </a:lnTo>
                <a:lnTo>
                  <a:pt x="15878" y="45161"/>
                </a:lnTo>
                <a:lnTo>
                  <a:pt x="15829" y="47820"/>
                </a:lnTo>
                <a:lnTo>
                  <a:pt x="15874" y="50518"/>
                </a:lnTo>
                <a:lnTo>
                  <a:pt x="16011" y="53112"/>
                </a:lnTo>
                <a:lnTo>
                  <a:pt x="16240" y="55604"/>
                </a:lnTo>
                <a:lnTo>
                  <a:pt x="16563" y="57996"/>
                </a:lnTo>
                <a:lnTo>
                  <a:pt x="16981" y="60289"/>
                </a:lnTo>
                <a:lnTo>
                  <a:pt x="17495" y="62483"/>
                </a:lnTo>
                <a:lnTo>
                  <a:pt x="18106" y="64580"/>
                </a:lnTo>
                <a:lnTo>
                  <a:pt x="18816" y="66580"/>
                </a:lnTo>
                <a:lnTo>
                  <a:pt x="19625" y="68486"/>
                </a:lnTo>
                <a:lnTo>
                  <a:pt x="20534" y="70299"/>
                </a:lnTo>
                <a:lnTo>
                  <a:pt x="21546" y="72018"/>
                </a:lnTo>
                <a:lnTo>
                  <a:pt x="22660" y="73646"/>
                </a:lnTo>
                <a:lnTo>
                  <a:pt x="23862" y="75160"/>
                </a:lnTo>
                <a:lnTo>
                  <a:pt x="25133" y="76536"/>
                </a:lnTo>
                <a:lnTo>
                  <a:pt x="26474" y="77775"/>
                </a:lnTo>
                <a:lnTo>
                  <a:pt x="27887" y="78880"/>
                </a:lnTo>
                <a:lnTo>
                  <a:pt x="29372" y="79849"/>
                </a:lnTo>
                <a:lnTo>
                  <a:pt x="30929" y="80686"/>
                </a:lnTo>
                <a:lnTo>
                  <a:pt x="32559" y="81391"/>
                </a:lnTo>
                <a:lnTo>
                  <a:pt x="34262" y="81965"/>
                </a:lnTo>
                <a:lnTo>
                  <a:pt x="36040" y="82410"/>
                </a:lnTo>
                <a:lnTo>
                  <a:pt x="37892" y="82726"/>
                </a:lnTo>
                <a:lnTo>
                  <a:pt x="39819" y="82915"/>
                </a:lnTo>
                <a:lnTo>
                  <a:pt x="41822" y="82977"/>
                </a:lnTo>
                <a:lnTo>
                  <a:pt x="43787" y="82915"/>
                </a:lnTo>
                <a:lnTo>
                  <a:pt x="45682" y="82726"/>
                </a:lnTo>
                <a:lnTo>
                  <a:pt x="47508" y="82410"/>
                </a:lnTo>
                <a:lnTo>
                  <a:pt x="49264" y="81965"/>
                </a:lnTo>
                <a:lnTo>
                  <a:pt x="50951" y="81391"/>
                </a:lnTo>
                <a:lnTo>
                  <a:pt x="52569" y="80686"/>
                </a:lnTo>
                <a:lnTo>
                  <a:pt x="54117" y="79849"/>
                </a:lnTo>
                <a:lnTo>
                  <a:pt x="55596" y="78880"/>
                </a:lnTo>
                <a:lnTo>
                  <a:pt x="57005" y="77775"/>
                </a:lnTo>
                <a:lnTo>
                  <a:pt x="58345" y="76536"/>
                </a:lnTo>
                <a:lnTo>
                  <a:pt x="59616" y="75160"/>
                </a:lnTo>
                <a:lnTo>
                  <a:pt x="60817" y="73646"/>
                </a:lnTo>
                <a:lnTo>
                  <a:pt x="61934" y="72018"/>
                </a:lnTo>
                <a:lnTo>
                  <a:pt x="62955" y="70299"/>
                </a:lnTo>
                <a:lnTo>
                  <a:pt x="63878" y="68486"/>
                </a:lnTo>
                <a:lnTo>
                  <a:pt x="64704" y="66580"/>
                </a:lnTo>
                <a:lnTo>
                  <a:pt x="65433" y="64580"/>
                </a:lnTo>
                <a:lnTo>
                  <a:pt x="66065" y="62483"/>
                </a:lnTo>
                <a:lnTo>
                  <a:pt x="66600" y="60289"/>
                </a:lnTo>
                <a:lnTo>
                  <a:pt x="67037" y="57996"/>
                </a:lnTo>
                <a:lnTo>
                  <a:pt x="67377" y="55604"/>
                </a:lnTo>
                <a:lnTo>
                  <a:pt x="67620" y="53112"/>
                </a:lnTo>
                <a:lnTo>
                  <a:pt x="67766" y="50518"/>
                </a:lnTo>
                <a:lnTo>
                  <a:pt x="67815" y="47820"/>
                </a:lnTo>
                <a:lnTo>
                  <a:pt x="67766" y="45196"/>
                </a:lnTo>
                <a:lnTo>
                  <a:pt x="67620" y="42656"/>
                </a:lnTo>
                <a:lnTo>
                  <a:pt x="67377" y="40202"/>
                </a:lnTo>
                <a:lnTo>
                  <a:pt x="67037" y="37835"/>
                </a:lnTo>
                <a:lnTo>
                  <a:pt x="66600" y="35556"/>
                </a:lnTo>
                <a:lnTo>
                  <a:pt x="66065" y="33366"/>
                </a:lnTo>
                <a:lnTo>
                  <a:pt x="65433" y="31266"/>
                </a:lnTo>
                <a:lnTo>
                  <a:pt x="64704" y="29257"/>
                </a:lnTo>
                <a:lnTo>
                  <a:pt x="63878" y="27341"/>
                </a:lnTo>
                <a:lnTo>
                  <a:pt x="62955" y="25519"/>
                </a:lnTo>
                <a:lnTo>
                  <a:pt x="61934" y="23792"/>
                </a:lnTo>
                <a:lnTo>
                  <a:pt x="60817" y="22161"/>
                </a:lnTo>
                <a:lnTo>
                  <a:pt x="59616" y="20644"/>
                </a:lnTo>
                <a:lnTo>
                  <a:pt x="58345" y="19259"/>
                </a:lnTo>
                <a:lnTo>
                  <a:pt x="57005" y="18005"/>
                </a:lnTo>
                <a:lnTo>
                  <a:pt x="55596" y="16884"/>
                </a:lnTo>
                <a:lnTo>
                  <a:pt x="54117" y="15895"/>
                </a:lnTo>
                <a:lnTo>
                  <a:pt x="52569" y="15038"/>
                </a:lnTo>
                <a:lnTo>
                  <a:pt x="50951" y="14312"/>
                </a:lnTo>
                <a:lnTo>
                  <a:pt x="49264" y="13718"/>
                </a:lnTo>
                <a:lnTo>
                  <a:pt x="47508" y="13257"/>
                </a:lnTo>
                <a:lnTo>
                  <a:pt x="45682" y="12927"/>
                </a:lnTo>
                <a:lnTo>
                  <a:pt x="43787" y="12729"/>
                </a:lnTo>
                <a:lnTo>
                  <a:pt x="41822" y="12663"/>
                </a:lnTo>
                <a:close/>
                <a:moveTo>
                  <a:pt x="41822" y="0"/>
                </a:moveTo>
                <a:lnTo>
                  <a:pt x="45012" y="90"/>
                </a:lnTo>
                <a:lnTo>
                  <a:pt x="48085" y="359"/>
                </a:lnTo>
                <a:lnTo>
                  <a:pt x="51041" y="807"/>
                </a:lnTo>
                <a:lnTo>
                  <a:pt x="53880" y="1432"/>
                </a:lnTo>
                <a:lnTo>
                  <a:pt x="56604" y="2232"/>
                </a:lnTo>
                <a:lnTo>
                  <a:pt x="59213" y="3207"/>
                </a:lnTo>
                <a:lnTo>
                  <a:pt x="61707" y="4356"/>
                </a:lnTo>
                <a:lnTo>
                  <a:pt x="64087" y="5677"/>
                </a:lnTo>
                <a:lnTo>
                  <a:pt x="66354" y="7170"/>
                </a:lnTo>
                <a:lnTo>
                  <a:pt x="68508" y="8832"/>
                </a:lnTo>
                <a:lnTo>
                  <a:pt x="70550" y="10664"/>
                </a:lnTo>
                <a:lnTo>
                  <a:pt x="72480" y="12663"/>
                </a:lnTo>
                <a:lnTo>
                  <a:pt x="74240" y="14854"/>
                </a:lnTo>
                <a:lnTo>
                  <a:pt x="75853" y="17177"/>
                </a:lnTo>
                <a:lnTo>
                  <a:pt x="77317" y="19633"/>
                </a:lnTo>
                <a:lnTo>
                  <a:pt x="78633" y="22222"/>
                </a:lnTo>
                <a:lnTo>
                  <a:pt x="79798" y="24946"/>
                </a:lnTo>
                <a:lnTo>
                  <a:pt x="80811" y="27805"/>
                </a:lnTo>
                <a:lnTo>
                  <a:pt x="81672" y="30799"/>
                </a:lnTo>
                <a:lnTo>
                  <a:pt x="82379" y="33929"/>
                </a:lnTo>
                <a:lnTo>
                  <a:pt x="82930" y="37195"/>
                </a:lnTo>
                <a:lnTo>
                  <a:pt x="83326" y="40599"/>
                </a:lnTo>
                <a:lnTo>
                  <a:pt x="83564" y="44141"/>
                </a:lnTo>
                <a:lnTo>
                  <a:pt x="83644" y="47820"/>
                </a:lnTo>
                <a:lnTo>
                  <a:pt x="83564" y="51500"/>
                </a:lnTo>
                <a:lnTo>
                  <a:pt x="83326" y="55040"/>
                </a:lnTo>
                <a:lnTo>
                  <a:pt x="82930" y="58442"/>
                </a:lnTo>
                <a:lnTo>
                  <a:pt x="82379" y="61705"/>
                </a:lnTo>
                <a:lnTo>
                  <a:pt x="81672" y="64829"/>
                </a:lnTo>
                <a:lnTo>
                  <a:pt x="80811" y="67815"/>
                </a:lnTo>
                <a:lnTo>
                  <a:pt x="79798" y="70661"/>
                </a:lnTo>
                <a:lnTo>
                  <a:pt x="78633" y="73369"/>
                </a:lnTo>
                <a:lnTo>
                  <a:pt x="77317" y="75937"/>
                </a:lnTo>
                <a:lnTo>
                  <a:pt x="75853" y="78367"/>
                </a:lnTo>
                <a:lnTo>
                  <a:pt x="74240" y="80658"/>
                </a:lnTo>
                <a:lnTo>
                  <a:pt x="72480" y="82811"/>
                </a:lnTo>
                <a:lnTo>
                  <a:pt x="70550" y="84845"/>
                </a:lnTo>
                <a:lnTo>
                  <a:pt x="68508" y="86699"/>
                </a:lnTo>
                <a:lnTo>
                  <a:pt x="66354" y="88374"/>
                </a:lnTo>
                <a:lnTo>
                  <a:pt x="64087" y="89870"/>
                </a:lnTo>
                <a:lnTo>
                  <a:pt x="61707" y="91188"/>
                </a:lnTo>
                <a:lnTo>
                  <a:pt x="59213" y="92329"/>
                </a:lnTo>
                <a:lnTo>
                  <a:pt x="56604" y="93292"/>
                </a:lnTo>
                <a:lnTo>
                  <a:pt x="53880" y="94079"/>
                </a:lnTo>
                <a:lnTo>
                  <a:pt x="51041" y="94690"/>
                </a:lnTo>
                <a:lnTo>
                  <a:pt x="48085" y="95126"/>
                </a:lnTo>
                <a:lnTo>
                  <a:pt x="45012" y="95387"/>
                </a:lnTo>
                <a:lnTo>
                  <a:pt x="41822" y="95474"/>
                </a:lnTo>
                <a:lnTo>
                  <a:pt x="38590" y="95387"/>
                </a:lnTo>
                <a:lnTo>
                  <a:pt x="35477" y="95126"/>
                </a:lnTo>
                <a:lnTo>
                  <a:pt x="32483" y="94690"/>
                </a:lnTo>
                <a:lnTo>
                  <a:pt x="29609" y="94079"/>
                </a:lnTo>
                <a:lnTo>
                  <a:pt x="26855" y="93292"/>
                </a:lnTo>
                <a:lnTo>
                  <a:pt x="24223" y="92329"/>
                </a:lnTo>
                <a:lnTo>
                  <a:pt x="21711" y="91188"/>
                </a:lnTo>
                <a:lnTo>
                  <a:pt x="19322" y="89870"/>
                </a:lnTo>
                <a:lnTo>
                  <a:pt x="17055" y="88374"/>
                </a:lnTo>
                <a:lnTo>
                  <a:pt x="14912" y="86699"/>
                </a:lnTo>
                <a:lnTo>
                  <a:pt x="12892" y="84845"/>
                </a:lnTo>
                <a:lnTo>
                  <a:pt x="10997" y="82811"/>
                </a:lnTo>
                <a:lnTo>
                  <a:pt x="9241" y="80658"/>
                </a:lnTo>
                <a:lnTo>
                  <a:pt x="7637" y="78367"/>
                </a:lnTo>
                <a:lnTo>
                  <a:pt x="6186" y="75937"/>
                </a:lnTo>
                <a:lnTo>
                  <a:pt x="4888" y="73369"/>
                </a:lnTo>
                <a:lnTo>
                  <a:pt x="3742" y="70661"/>
                </a:lnTo>
                <a:lnTo>
                  <a:pt x="2749" y="67815"/>
                </a:lnTo>
                <a:lnTo>
                  <a:pt x="1909" y="64829"/>
                </a:lnTo>
                <a:lnTo>
                  <a:pt x="1222" y="61705"/>
                </a:lnTo>
                <a:lnTo>
                  <a:pt x="687" y="58442"/>
                </a:lnTo>
                <a:lnTo>
                  <a:pt x="305" y="55040"/>
                </a:lnTo>
                <a:lnTo>
                  <a:pt x="76" y="51500"/>
                </a:lnTo>
                <a:lnTo>
                  <a:pt x="0" y="47820"/>
                </a:lnTo>
                <a:lnTo>
                  <a:pt x="76" y="44141"/>
                </a:lnTo>
                <a:lnTo>
                  <a:pt x="305" y="40599"/>
                </a:lnTo>
                <a:lnTo>
                  <a:pt x="687" y="37195"/>
                </a:lnTo>
                <a:lnTo>
                  <a:pt x="1222" y="33929"/>
                </a:lnTo>
                <a:lnTo>
                  <a:pt x="1909" y="30799"/>
                </a:lnTo>
                <a:lnTo>
                  <a:pt x="2749" y="27805"/>
                </a:lnTo>
                <a:lnTo>
                  <a:pt x="3742" y="24946"/>
                </a:lnTo>
                <a:lnTo>
                  <a:pt x="4888" y="22222"/>
                </a:lnTo>
                <a:lnTo>
                  <a:pt x="6186" y="19633"/>
                </a:lnTo>
                <a:lnTo>
                  <a:pt x="7637" y="17177"/>
                </a:lnTo>
                <a:lnTo>
                  <a:pt x="9241" y="14854"/>
                </a:lnTo>
                <a:lnTo>
                  <a:pt x="10997" y="12663"/>
                </a:lnTo>
                <a:lnTo>
                  <a:pt x="12892" y="10664"/>
                </a:lnTo>
                <a:lnTo>
                  <a:pt x="14912" y="8832"/>
                </a:lnTo>
                <a:lnTo>
                  <a:pt x="17055" y="7170"/>
                </a:lnTo>
                <a:lnTo>
                  <a:pt x="19322" y="5677"/>
                </a:lnTo>
                <a:lnTo>
                  <a:pt x="21711" y="4356"/>
                </a:lnTo>
                <a:lnTo>
                  <a:pt x="24223" y="3207"/>
                </a:lnTo>
                <a:lnTo>
                  <a:pt x="26855" y="2232"/>
                </a:lnTo>
                <a:lnTo>
                  <a:pt x="29609" y="1432"/>
                </a:lnTo>
                <a:lnTo>
                  <a:pt x="32483" y="807"/>
                </a:lnTo>
                <a:lnTo>
                  <a:pt x="35477" y="359"/>
                </a:lnTo>
                <a:lnTo>
                  <a:pt x="38590" y="90"/>
                </a:lnTo>
                <a:lnTo>
                  <a:pt x="418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92" name="Original native bar-chart element 192">
            <a:extLst xmlns:a="http://schemas.openxmlformats.org/drawingml/2006/main">
              <a:ext uri="{FF2B5EF4-FFF2-40B4-BE49-F238E27FC236}">
                <a16:creationId xmlns:a16="http://schemas.microsoft.com/office/drawing/2014/main" id="{410F8FC3-9193-4EB9-A102-C429A082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609" y="1497889"/>
            <a:ext cx="97973" cy="125799"/>
          </a:xfrm>
          <a:custGeom xmlns:a="http://schemas.openxmlformats.org/drawingml/2006/main">
            <a:pathLst>
              <a:path w="97973" h="125799">
                <a:moveTo>
                  <a:pt x="97973" y="11497"/>
                </a:moveTo>
                <a:lnTo>
                  <a:pt x="97973" y="28825"/>
                </a:lnTo>
                <a:lnTo>
                  <a:pt x="96553" y="27600"/>
                </a:lnTo>
                <a:lnTo>
                  <a:pt x="95125" y="26423"/>
                </a:lnTo>
                <a:lnTo>
                  <a:pt x="93688" y="25295"/>
                </a:lnTo>
                <a:lnTo>
                  <a:pt x="92240" y="24216"/>
                </a:lnTo>
                <a:lnTo>
                  <a:pt x="90781" y="23185"/>
                </a:lnTo>
                <a:lnTo>
                  <a:pt x="89309" y="22202"/>
                </a:lnTo>
                <a:lnTo>
                  <a:pt x="87823" y="21268"/>
                </a:lnTo>
                <a:lnTo>
                  <a:pt x="86322" y="20383"/>
                </a:lnTo>
                <a:lnTo>
                  <a:pt x="84805" y="19547"/>
                </a:lnTo>
                <a:lnTo>
                  <a:pt x="83270" y="18759"/>
                </a:lnTo>
                <a:lnTo>
                  <a:pt x="81717" y="18019"/>
                </a:lnTo>
                <a:lnTo>
                  <a:pt x="80145" y="17329"/>
                </a:lnTo>
                <a:lnTo>
                  <a:pt x="78558" y="16728"/>
                </a:lnTo>
                <a:lnTo>
                  <a:pt x="76963" y="16177"/>
                </a:lnTo>
                <a:lnTo>
                  <a:pt x="75359" y="15675"/>
                </a:lnTo>
                <a:lnTo>
                  <a:pt x="73745" y="15224"/>
                </a:lnTo>
                <a:lnTo>
                  <a:pt x="72119" y="14824"/>
                </a:lnTo>
                <a:lnTo>
                  <a:pt x="70481" y="14475"/>
                </a:lnTo>
                <a:lnTo>
                  <a:pt x="68828" y="14178"/>
                </a:lnTo>
                <a:lnTo>
                  <a:pt x="67161" y="13934"/>
                </a:lnTo>
                <a:lnTo>
                  <a:pt x="65477" y="13744"/>
                </a:lnTo>
                <a:lnTo>
                  <a:pt x="63776" y="13607"/>
                </a:lnTo>
                <a:lnTo>
                  <a:pt x="62056" y="13524"/>
                </a:lnTo>
                <a:lnTo>
                  <a:pt x="60317" y="13496"/>
                </a:lnTo>
                <a:lnTo>
                  <a:pt x="56887" y="13586"/>
                </a:lnTo>
                <a:lnTo>
                  <a:pt x="53596" y="13857"/>
                </a:lnTo>
                <a:lnTo>
                  <a:pt x="50444" y="14306"/>
                </a:lnTo>
                <a:lnTo>
                  <a:pt x="47431" y="14934"/>
                </a:lnTo>
                <a:lnTo>
                  <a:pt x="44557" y="15741"/>
                </a:lnTo>
                <a:lnTo>
                  <a:pt x="41822" y="16725"/>
                </a:lnTo>
                <a:lnTo>
                  <a:pt x="39225" y="17886"/>
                </a:lnTo>
                <a:lnTo>
                  <a:pt x="36768" y="19223"/>
                </a:lnTo>
                <a:lnTo>
                  <a:pt x="34449" y="20736"/>
                </a:lnTo>
                <a:lnTo>
                  <a:pt x="32269" y="22425"/>
                </a:lnTo>
                <a:lnTo>
                  <a:pt x="30228" y="24289"/>
                </a:lnTo>
                <a:lnTo>
                  <a:pt x="28326" y="26326"/>
                </a:lnTo>
                <a:lnTo>
                  <a:pt x="26569" y="28527"/>
                </a:lnTo>
                <a:lnTo>
                  <a:pt x="24965" y="30881"/>
                </a:lnTo>
                <a:lnTo>
                  <a:pt x="23514" y="33389"/>
                </a:lnTo>
                <a:lnTo>
                  <a:pt x="22216" y="36052"/>
                </a:lnTo>
                <a:lnTo>
                  <a:pt x="21071" y="38869"/>
                </a:lnTo>
                <a:lnTo>
                  <a:pt x="20078" y="41843"/>
                </a:lnTo>
                <a:lnTo>
                  <a:pt x="19238" y="44972"/>
                </a:lnTo>
                <a:lnTo>
                  <a:pt x="18550" y="48258"/>
                </a:lnTo>
                <a:lnTo>
                  <a:pt x="18016" y="51702"/>
                </a:lnTo>
                <a:lnTo>
                  <a:pt x="17634" y="55303"/>
                </a:lnTo>
                <a:lnTo>
                  <a:pt x="17405" y="59064"/>
                </a:lnTo>
                <a:lnTo>
                  <a:pt x="17329" y="62983"/>
                </a:lnTo>
                <a:lnTo>
                  <a:pt x="17405" y="66905"/>
                </a:lnTo>
                <a:lnTo>
                  <a:pt x="17634" y="70674"/>
                </a:lnTo>
                <a:lnTo>
                  <a:pt x="18016" y="74289"/>
                </a:lnTo>
                <a:lnTo>
                  <a:pt x="18550" y="77750"/>
                </a:lnTo>
                <a:lnTo>
                  <a:pt x="19238" y="81056"/>
                </a:lnTo>
                <a:lnTo>
                  <a:pt x="20078" y="84206"/>
                </a:lnTo>
                <a:lnTo>
                  <a:pt x="21071" y="87200"/>
                </a:lnTo>
                <a:lnTo>
                  <a:pt x="22216" y="90037"/>
                </a:lnTo>
                <a:lnTo>
                  <a:pt x="23514" y="92717"/>
                </a:lnTo>
                <a:lnTo>
                  <a:pt x="24965" y="95238"/>
                </a:lnTo>
                <a:lnTo>
                  <a:pt x="26569" y="97602"/>
                </a:lnTo>
                <a:lnTo>
                  <a:pt x="28326" y="99806"/>
                </a:lnTo>
                <a:lnTo>
                  <a:pt x="30228" y="101840"/>
                </a:lnTo>
                <a:lnTo>
                  <a:pt x="32269" y="103694"/>
                </a:lnTo>
                <a:lnTo>
                  <a:pt x="34449" y="105369"/>
                </a:lnTo>
                <a:lnTo>
                  <a:pt x="36768" y="106866"/>
                </a:lnTo>
                <a:lnTo>
                  <a:pt x="39225" y="108184"/>
                </a:lnTo>
                <a:lnTo>
                  <a:pt x="41822" y="109324"/>
                </a:lnTo>
                <a:lnTo>
                  <a:pt x="44557" y="110287"/>
                </a:lnTo>
                <a:lnTo>
                  <a:pt x="47431" y="111074"/>
                </a:lnTo>
                <a:lnTo>
                  <a:pt x="50444" y="111685"/>
                </a:lnTo>
                <a:lnTo>
                  <a:pt x="53596" y="112121"/>
                </a:lnTo>
                <a:lnTo>
                  <a:pt x="56887" y="112382"/>
                </a:lnTo>
                <a:lnTo>
                  <a:pt x="60317" y="112469"/>
                </a:lnTo>
                <a:lnTo>
                  <a:pt x="62056" y="112445"/>
                </a:lnTo>
                <a:lnTo>
                  <a:pt x="63776" y="112370"/>
                </a:lnTo>
                <a:lnTo>
                  <a:pt x="65477" y="112245"/>
                </a:lnTo>
                <a:lnTo>
                  <a:pt x="67161" y="112068"/>
                </a:lnTo>
                <a:lnTo>
                  <a:pt x="68828" y="111837"/>
                </a:lnTo>
                <a:lnTo>
                  <a:pt x="70481" y="111553"/>
                </a:lnTo>
                <a:lnTo>
                  <a:pt x="72119" y="111212"/>
                </a:lnTo>
                <a:lnTo>
                  <a:pt x="73745" y="110815"/>
                </a:lnTo>
                <a:lnTo>
                  <a:pt x="75359" y="110360"/>
                </a:lnTo>
                <a:lnTo>
                  <a:pt x="76963" y="109846"/>
                </a:lnTo>
                <a:lnTo>
                  <a:pt x="78558" y="109272"/>
                </a:lnTo>
                <a:lnTo>
                  <a:pt x="80145" y="108637"/>
                </a:lnTo>
                <a:lnTo>
                  <a:pt x="81717" y="107984"/>
                </a:lnTo>
                <a:lnTo>
                  <a:pt x="83270" y="107276"/>
                </a:lnTo>
                <a:lnTo>
                  <a:pt x="84805" y="106512"/>
                </a:lnTo>
                <a:lnTo>
                  <a:pt x="86322" y="105693"/>
                </a:lnTo>
                <a:lnTo>
                  <a:pt x="87823" y="104818"/>
                </a:lnTo>
                <a:lnTo>
                  <a:pt x="89309" y="103888"/>
                </a:lnTo>
                <a:lnTo>
                  <a:pt x="90781" y="102902"/>
                </a:lnTo>
                <a:lnTo>
                  <a:pt x="92240" y="101861"/>
                </a:lnTo>
                <a:lnTo>
                  <a:pt x="93688" y="100764"/>
                </a:lnTo>
                <a:lnTo>
                  <a:pt x="95125" y="99611"/>
                </a:lnTo>
                <a:lnTo>
                  <a:pt x="96553" y="98403"/>
                </a:lnTo>
                <a:lnTo>
                  <a:pt x="97973" y="97140"/>
                </a:lnTo>
                <a:lnTo>
                  <a:pt x="97973" y="114302"/>
                </a:lnTo>
                <a:lnTo>
                  <a:pt x="96508" y="115277"/>
                </a:lnTo>
                <a:lnTo>
                  <a:pt x="95030" y="116205"/>
                </a:lnTo>
                <a:lnTo>
                  <a:pt x="93539" y="117085"/>
                </a:lnTo>
                <a:lnTo>
                  <a:pt x="92036" y="117918"/>
                </a:lnTo>
                <a:lnTo>
                  <a:pt x="90522" y="118705"/>
                </a:lnTo>
                <a:lnTo>
                  <a:pt x="88996" y="119446"/>
                </a:lnTo>
                <a:lnTo>
                  <a:pt x="87460" y="120142"/>
                </a:lnTo>
                <a:lnTo>
                  <a:pt x="85915" y="120794"/>
                </a:lnTo>
                <a:lnTo>
                  <a:pt x="84360" y="121402"/>
                </a:lnTo>
                <a:lnTo>
                  <a:pt x="82796" y="121966"/>
                </a:lnTo>
                <a:lnTo>
                  <a:pt x="81224" y="122487"/>
                </a:lnTo>
                <a:lnTo>
                  <a:pt x="79645" y="122966"/>
                </a:lnTo>
                <a:lnTo>
                  <a:pt x="78052" y="123407"/>
                </a:lnTo>
                <a:lnTo>
                  <a:pt x="76438" y="123812"/>
                </a:lnTo>
                <a:lnTo>
                  <a:pt x="74805" y="124182"/>
                </a:lnTo>
                <a:lnTo>
                  <a:pt x="73153" y="124515"/>
                </a:lnTo>
                <a:lnTo>
                  <a:pt x="71482" y="124811"/>
                </a:lnTo>
                <a:lnTo>
                  <a:pt x="69793" y="125070"/>
                </a:lnTo>
                <a:lnTo>
                  <a:pt x="68087" y="125290"/>
                </a:lnTo>
                <a:lnTo>
                  <a:pt x="66364" y="125472"/>
                </a:lnTo>
                <a:lnTo>
                  <a:pt x="64625" y="125614"/>
                </a:lnTo>
                <a:lnTo>
                  <a:pt x="62871" y="125716"/>
                </a:lnTo>
                <a:lnTo>
                  <a:pt x="61101" y="125778"/>
                </a:lnTo>
                <a:lnTo>
                  <a:pt x="59317" y="125799"/>
                </a:lnTo>
                <a:lnTo>
                  <a:pt x="54815" y="125684"/>
                </a:lnTo>
                <a:lnTo>
                  <a:pt x="50472" y="125340"/>
                </a:lnTo>
                <a:lnTo>
                  <a:pt x="46289" y="124765"/>
                </a:lnTo>
                <a:lnTo>
                  <a:pt x="42266" y="123960"/>
                </a:lnTo>
                <a:lnTo>
                  <a:pt x="38403" y="122923"/>
                </a:lnTo>
                <a:lnTo>
                  <a:pt x="34699" y="121654"/>
                </a:lnTo>
                <a:lnTo>
                  <a:pt x="31155" y="120153"/>
                </a:lnTo>
                <a:lnTo>
                  <a:pt x="27770" y="118418"/>
                </a:lnTo>
                <a:lnTo>
                  <a:pt x="24545" y="116450"/>
                </a:lnTo>
                <a:lnTo>
                  <a:pt x="21480" y="114247"/>
                </a:lnTo>
                <a:lnTo>
                  <a:pt x="18575" y="111810"/>
                </a:lnTo>
                <a:lnTo>
                  <a:pt x="15829" y="109137"/>
                </a:lnTo>
                <a:lnTo>
                  <a:pt x="13277" y="106259"/>
                </a:lnTo>
                <a:lnTo>
                  <a:pt x="10954" y="103207"/>
                </a:lnTo>
                <a:lnTo>
                  <a:pt x="8857" y="99980"/>
                </a:lnTo>
                <a:lnTo>
                  <a:pt x="6986" y="96578"/>
                </a:lnTo>
                <a:lnTo>
                  <a:pt x="5339" y="93001"/>
                </a:lnTo>
                <a:lnTo>
                  <a:pt x="3916" y="89246"/>
                </a:lnTo>
                <a:lnTo>
                  <a:pt x="2714" y="85315"/>
                </a:lnTo>
                <a:lnTo>
                  <a:pt x="1734" y="81206"/>
                </a:lnTo>
                <a:lnTo>
                  <a:pt x="974" y="76919"/>
                </a:lnTo>
                <a:lnTo>
                  <a:pt x="432" y="72453"/>
                </a:lnTo>
                <a:lnTo>
                  <a:pt x="108" y="67808"/>
                </a:lnTo>
                <a:lnTo>
                  <a:pt x="0" y="62983"/>
                </a:lnTo>
                <a:lnTo>
                  <a:pt x="108" y="58196"/>
                </a:lnTo>
                <a:lnTo>
                  <a:pt x="432" y="53582"/>
                </a:lnTo>
                <a:lnTo>
                  <a:pt x="974" y="49140"/>
                </a:lnTo>
                <a:lnTo>
                  <a:pt x="1734" y="44870"/>
                </a:lnTo>
                <a:lnTo>
                  <a:pt x="2714" y="40772"/>
                </a:lnTo>
                <a:lnTo>
                  <a:pt x="3916" y="36844"/>
                </a:lnTo>
                <a:lnTo>
                  <a:pt x="5339" y="33086"/>
                </a:lnTo>
                <a:lnTo>
                  <a:pt x="6986" y="29498"/>
                </a:lnTo>
                <a:lnTo>
                  <a:pt x="8857" y="26079"/>
                </a:lnTo>
                <a:lnTo>
                  <a:pt x="10954" y="22828"/>
                </a:lnTo>
                <a:lnTo>
                  <a:pt x="13277" y="19745"/>
                </a:lnTo>
                <a:lnTo>
                  <a:pt x="15829" y="16829"/>
                </a:lnTo>
                <a:lnTo>
                  <a:pt x="18575" y="14152"/>
                </a:lnTo>
                <a:lnTo>
                  <a:pt x="21480" y="11706"/>
                </a:lnTo>
                <a:lnTo>
                  <a:pt x="24545" y="9490"/>
                </a:lnTo>
                <a:lnTo>
                  <a:pt x="27770" y="7504"/>
                </a:lnTo>
                <a:lnTo>
                  <a:pt x="31155" y="5750"/>
                </a:lnTo>
                <a:lnTo>
                  <a:pt x="34699" y="4228"/>
                </a:lnTo>
                <a:lnTo>
                  <a:pt x="38403" y="2939"/>
                </a:lnTo>
                <a:lnTo>
                  <a:pt x="42266" y="1882"/>
                </a:lnTo>
                <a:lnTo>
                  <a:pt x="46289" y="1060"/>
                </a:lnTo>
                <a:lnTo>
                  <a:pt x="50472" y="471"/>
                </a:lnTo>
                <a:lnTo>
                  <a:pt x="54815" y="118"/>
                </a:lnTo>
                <a:lnTo>
                  <a:pt x="59317" y="0"/>
                </a:lnTo>
                <a:lnTo>
                  <a:pt x="61139" y="21"/>
                </a:lnTo>
                <a:lnTo>
                  <a:pt x="62941" y="83"/>
                </a:lnTo>
                <a:lnTo>
                  <a:pt x="64722" y="185"/>
                </a:lnTo>
                <a:lnTo>
                  <a:pt x="66482" y="327"/>
                </a:lnTo>
                <a:lnTo>
                  <a:pt x="68221" y="509"/>
                </a:lnTo>
                <a:lnTo>
                  <a:pt x="69939" y="729"/>
                </a:lnTo>
                <a:lnTo>
                  <a:pt x="71637" y="987"/>
                </a:lnTo>
                <a:lnTo>
                  <a:pt x="73313" y="1284"/>
                </a:lnTo>
                <a:lnTo>
                  <a:pt x="74969" y="1617"/>
                </a:lnTo>
                <a:lnTo>
                  <a:pt x="76604" y="1986"/>
                </a:lnTo>
                <a:lnTo>
                  <a:pt x="78218" y="2392"/>
                </a:lnTo>
                <a:lnTo>
                  <a:pt x="79811" y="2833"/>
                </a:lnTo>
                <a:lnTo>
                  <a:pt x="81391" y="3350"/>
                </a:lnTo>
                <a:lnTo>
                  <a:pt x="82962" y="3902"/>
                </a:lnTo>
                <a:lnTo>
                  <a:pt x="84524" y="4491"/>
                </a:lnTo>
                <a:lnTo>
                  <a:pt x="86075" y="5116"/>
                </a:lnTo>
                <a:lnTo>
                  <a:pt x="87615" y="5778"/>
                </a:lnTo>
                <a:lnTo>
                  <a:pt x="89142" y="6477"/>
                </a:lnTo>
                <a:lnTo>
                  <a:pt x="90655" y="7215"/>
                </a:lnTo>
                <a:lnTo>
                  <a:pt x="92154" y="7992"/>
                </a:lnTo>
                <a:lnTo>
                  <a:pt x="93636" y="8807"/>
                </a:lnTo>
                <a:lnTo>
                  <a:pt x="95100" y="9663"/>
                </a:lnTo>
                <a:lnTo>
                  <a:pt x="96547" y="10559"/>
                </a:lnTo>
                <a:lnTo>
                  <a:pt x="97973" y="114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93" name="Original native bar-chart element 193">
            <a:extLst xmlns:a="http://schemas.openxmlformats.org/drawingml/2006/main">
              <a:ext uri="{FF2B5EF4-FFF2-40B4-BE49-F238E27FC236}">
                <a16:creationId xmlns:a16="http://schemas.microsoft.com/office/drawing/2014/main" id="{33D3E4B8-4170-46EA-82A7-5302A67E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44" y="1528214"/>
            <a:ext cx="83644" cy="95474"/>
          </a:xfrm>
          <a:custGeom xmlns:a="http://schemas.openxmlformats.org/drawingml/2006/main">
            <a:pathLst>
              <a:path w="83644" h="95474">
                <a:moveTo>
                  <a:pt x="41822" y="12663"/>
                </a:moveTo>
                <a:lnTo>
                  <a:pt x="39857" y="12729"/>
                </a:lnTo>
                <a:lnTo>
                  <a:pt x="37962" y="12927"/>
                </a:lnTo>
                <a:lnTo>
                  <a:pt x="36136" y="13257"/>
                </a:lnTo>
                <a:lnTo>
                  <a:pt x="34379" y="13718"/>
                </a:lnTo>
                <a:lnTo>
                  <a:pt x="32692" y="14312"/>
                </a:lnTo>
                <a:lnTo>
                  <a:pt x="31075" y="15038"/>
                </a:lnTo>
                <a:lnTo>
                  <a:pt x="29527" y="15895"/>
                </a:lnTo>
                <a:lnTo>
                  <a:pt x="28048" y="16884"/>
                </a:lnTo>
                <a:lnTo>
                  <a:pt x="26639" y="18005"/>
                </a:lnTo>
                <a:lnTo>
                  <a:pt x="25299" y="19259"/>
                </a:lnTo>
                <a:lnTo>
                  <a:pt x="24028" y="20644"/>
                </a:lnTo>
                <a:lnTo>
                  <a:pt x="22827" y="22161"/>
                </a:lnTo>
                <a:lnTo>
                  <a:pt x="21709" y="23789"/>
                </a:lnTo>
                <a:lnTo>
                  <a:pt x="20689" y="25508"/>
                </a:lnTo>
                <a:lnTo>
                  <a:pt x="19765" y="27318"/>
                </a:lnTo>
                <a:lnTo>
                  <a:pt x="18939" y="29220"/>
                </a:lnTo>
                <a:lnTo>
                  <a:pt x="18210" y="31215"/>
                </a:lnTo>
                <a:lnTo>
                  <a:pt x="17578" y="33303"/>
                </a:lnTo>
                <a:lnTo>
                  <a:pt x="17044" y="35485"/>
                </a:lnTo>
                <a:lnTo>
                  <a:pt x="16607" y="37761"/>
                </a:lnTo>
                <a:lnTo>
                  <a:pt x="16266" y="40132"/>
                </a:lnTo>
                <a:lnTo>
                  <a:pt x="16023" y="42599"/>
                </a:lnTo>
                <a:lnTo>
                  <a:pt x="15878" y="45161"/>
                </a:lnTo>
                <a:lnTo>
                  <a:pt x="15829" y="47820"/>
                </a:lnTo>
                <a:lnTo>
                  <a:pt x="15874" y="50518"/>
                </a:lnTo>
                <a:lnTo>
                  <a:pt x="16011" y="53112"/>
                </a:lnTo>
                <a:lnTo>
                  <a:pt x="16240" y="55604"/>
                </a:lnTo>
                <a:lnTo>
                  <a:pt x="16563" y="57996"/>
                </a:lnTo>
                <a:lnTo>
                  <a:pt x="16981" y="60289"/>
                </a:lnTo>
                <a:lnTo>
                  <a:pt x="17495" y="62483"/>
                </a:lnTo>
                <a:lnTo>
                  <a:pt x="18106" y="64580"/>
                </a:lnTo>
                <a:lnTo>
                  <a:pt x="18816" y="66580"/>
                </a:lnTo>
                <a:lnTo>
                  <a:pt x="19625" y="68486"/>
                </a:lnTo>
                <a:lnTo>
                  <a:pt x="20534" y="70299"/>
                </a:lnTo>
                <a:lnTo>
                  <a:pt x="21546" y="72018"/>
                </a:lnTo>
                <a:lnTo>
                  <a:pt x="22660" y="73646"/>
                </a:lnTo>
                <a:lnTo>
                  <a:pt x="23862" y="75160"/>
                </a:lnTo>
                <a:lnTo>
                  <a:pt x="25133" y="76536"/>
                </a:lnTo>
                <a:lnTo>
                  <a:pt x="26474" y="77775"/>
                </a:lnTo>
                <a:lnTo>
                  <a:pt x="27887" y="78880"/>
                </a:lnTo>
                <a:lnTo>
                  <a:pt x="29372" y="79849"/>
                </a:lnTo>
                <a:lnTo>
                  <a:pt x="30929" y="80686"/>
                </a:lnTo>
                <a:lnTo>
                  <a:pt x="32559" y="81391"/>
                </a:lnTo>
                <a:lnTo>
                  <a:pt x="34262" y="81965"/>
                </a:lnTo>
                <a:lnTo>
                  <a:pt x="36040" y="82410"/>
                </a:lnTo>
                <a:lnTo>
                  <a:pt x="37892" y="82726"/>
                </a:lnTo>
                <a:lnTo>
                  <a:pt x="39819" y="82915"/>
                </a:lnTo>
                <a:lnTo>
                  <a:pt x="41822" y="82977"/>
                </a:lnTo>
                <a:lnTo>
                  <a:pt x="43787" y="82915"/>
                </a:lnTo>
                <a:lnTo>
                  <a:pt x="45682" y="82726"/>
                </a:lnTo>
                <a:lnTo>
                  <a:pt x="47508" y="82410"/>
                </a:lnTo>
                <a:lnTo>
                  <a:pt x="49264" y="81965"/>
                </a:lnTo>
                <a:lnTo>
                  <a:pt x="50951" y="81391"/>
                </a:lnTo>
                <a:lnTo>
                  <a:pt x="52569" y="80686"/>
                </a:lnTo>
                <a:lnTo>
                  <a:pt x="54117" y="79849"/>
                </a:lnTo>
                <a:lnTo>
                  <a:pt x="55596" y="78880"/>
                </a:lnTo>
                <a:lnTo>
                  <a:pt x="57005" y="77775"/>
                </a:lnTo>
                <a:lnTo>
                  <a:pt x="58345" y="76536"/>
                </a:lnTo>
                <a:lnTo>
                  <a:pt x="59616" y="75160"/>
                </a:lnTo>
                <a:lnTo>
                  <a:pt x="60817" y="73646"/>
                </a:lnTo>
                <a:lnTo>
                  <a:pt x="61934" y="72018"/>
                </a:lnTo>
                <a:lnTo>
                  <a:pt x="62955" y="70299"/>
                </a:lnTo>
                <a:lnTo>
                  <a:pt x="63878" y="68486"/>
                </a:lnTo>
                <a:lnTo>
                  <a:pt x="64704" y="66580"/>
                </a:lnTo>
                <a:lnTo>
                  <a:pt x="65433" y="64580"/>
                </a:lnTo>
                <a:lnTo>
                  <a:pt x="66065" y="62483"/>
                </a:lnTo>
                <a:lnTo>
                  <a:pt x="66600" y="60289"/>
                </a:lnTo>
                <a:lnTo>
                  <a:pt x="67037" y="57996"/>
                </a:lnTo>
                <a:lnTo>
                  <a:pt x="67377" y="55604"/>
                </a:lnTo>
                <a:lnTo>
                  <a:pt x="67620" y="53112"/>
                </a:lnTo>
                <a:lnTo>
                  <a:pt x="67766" y="50518"/>
                </a:lnTo>
                <a:lnTo>
                  <a:pt x="67815" y="47820"/>
                </a:lnTo>
                <a:lnTo>
                  <a:pt x="67766" y="45196"/>
                </a:lnTo>
                <a:lnTo>
                  <a:pt x="67620" y="42656"/>
                </a:lnTo>
                <a:lnTo>
                  <a:pt x="67377" y="40202"/>
                </a:lnTo>
                <a:lnTo>
                  <a:pt x="67037" y="37835"/>
                </a:lnTo>
                <a:lnTo>
                  <a:pt x="66600" y="35556"/>
                </a:lnTo>
                <a:lnTo>
                  <a:pt x="66065" y="33366"/>
                </a:lnTo>
                <a:lnTo>
                  <a:pt x="65433" y="31266"/>
                </a:lnTo>
                <a:lnTo>
                  <a:pt x="64704" y="29257"/>
                </a:lnTo>
                <a:lnTo>
                  <a:pt x="63878" y="27341"/>
                </a:lnTo>
                <a:lnTo>
                  <a:pt x="62955" y="25519"/>
                </a:lnTo>
                <a:lnTo>
                  <a:pt x="61934" y="23792"/>
                </a:lnTo>
                <a:lnTo>
                  <a:pt x="60817" y="22161"/>
                </a:lnTo>
                <a:lnTo>
                  <a:pt x="59616" y="20644"/>
                </a:lnTo>
                <a:lnTo>
                  <a:pt x="58345" y="19259"/>
                </a:lnTo>
                <a:lnTo>
                  <a:pt x="57005" y="18005"/>
                </a:lnTo>
                <a:lnTo>
                  <a:pt x="55596" y="16884"/>
                </a:lnTo>
                <a:lnTo>
                  <a:pt x="54117" y="15895"/>
                </a:lnTo>
                <a:lnTo>
                  <a:pt x="52569" y="15038"/>
                </a:lnTo>
                <a:lnTo>
                  <a:pt x="50951" y="14312"/>
                </a:lnTo>
                <a:lnTo>
                  <a:pt x="49264" y="13718"/>
                </a:lnTo>
                <a:lnTo>
                  <a:pt x="47508" y="13257"/>
                </a:lnTo>
                <a:lnTo>
                  <a:pt x="45682" y="12927"/>
                </a:lnTo>
                <a:lnTo>
                  <a:pt x="43787" y="12729"/>
                </a:lnTo>
                <a:lnTo>
                  <a:pt x="41822" y="12663"/>
                </a:lnTo>
                <a:close/>
                <a:moveTo>
                  <a:pt x="41822" y="0"/>
                </a:moveTo>
                <a:lnTo>
                  <a:pt x="45012" y="90"/>
                </a:lnTo>
                <a:lnTo>
                  <a:pt x="48085" y="359"/>
                </a:lnTo>
                <a:lnTo>
                  <a:pt x="51041" y="807"/>
                </a:lnTo>
                <a:lnTo>
                  <a:pt x="53880" y="1432"/>
                </a:lnTo>
                <a:lnTo>
                  <a:pt x="56604" y="2232"/>
                </a:lnTo>
                <a:lnTo>
                  <a:pt x="59213" y="3207"/>
                </a:lnTo>
                <a:lnTo>
                  <a:pt x="61707" y="4356"/>
                </a:lnTo>
                <a:lnTo>
                  <a:pt x="64087" y="5677"/>
                </a:lnTo>
                <a:lnTo>
                  <a:pt x="66354" y="7170"/>
                </a:lnTo>
                <a:lnTo>
                  <a:pt x="68508" y="8832"/>
                </a:lnTo>
                <a:lnTo>
                  <a:pt x="70550" y="10664"/>
                </a:lnTo>
                <a:lnTo>
                  <a:pt x="72480" y="12663"/>
                </a:lnTo>
                <a:lnTo>
                  <a:pt x="74240" y="14854"/>
                </a:lnTo>
                <a:lnTo>
                  <a:pt x="75853" y="17177"/>
                </a:lnTo>
                <a:lnTo>
                  <a:pt x="77317" y="19633"/>
                </a:lnTo>
                <a:lnTo>
                  <a:pt x="78633" y="22222"/>
                </a:lnTo>
                <a:lnTo>
                  <a:pt x="79798" y="24946"/>
                </a:lnTo>
                <a:lnTo>
                  <a:pt x="80811" y="27805"/>
                </a:lnTo>
                <a:lnTo>
                  <a:pt x="81672" y="30799"/>
                </a:lnTo>
                <a:lnTo>
                  <a:pt x="82379" y="33929"/>
                </a:lnTo>
                <a:lnTo>
                  <a:pt x="82930" y="37195"/>
                </a:lnTo>
                <a:lnTo>
                  <a:pt x="83326" y="40599"/>
                </a:lnTo>
                <a:lnTo>
                  <a:pt x="83564" y="44141"/>
                </a:lnTo>
                <a:lnTo>
                  <a:pt x="83644" y="47820"/>
                </a:lnTo>
                <a:lnTo>
                  <a:pt x="83564" y="51500"/>
                </a:lnTo>
                <a:lnTo>
                  <a:pt x="83326" y="55040"/>
                </a:lnTo>
                <a:lnTo>
                  <a:pt x="82930" y="58442"/>
                </a:lnTo>
                <a:lnTo>
                  <a:pt x="82379" y="61705"/>
                </a:lnTo>
                <a:lnTo>
                  <a:pt x="81672" y="64829"/>
                </a:lnTo>
                <a:lnTo>
                  <a:pt x="80811" y="67815"/>
                </a:lnTo>
                <a:lnTo>
                  <a:pt x="79798" y="70661"/>
                </a:lnTo>
                <a:lnTo>
                  <a:pt x="78633" y="73369"/>
                </a:lnTo>
                <a:lnTo>
                  <a:pt x="77317" y="75937"/>
                </a:lnTo>
                <a:lnTo>
                  <a:pt x="75853" y="78367"/>
                </a:lnTo>
                <a:lnTo>
                  <a:pt x="74240" y="80658"/>
                </a:lnTo>
                <a:lnTo>
                  <a:pt x="72480" y="82811"/>
                </a:lnTo>
                <a:lnTo>
                  <a:pt x="70550" y="84845"/>
                </a:lnTo>
                <a:lnTo>
                  <a:pt x="68508" y="86699"/>
                </a:lnTo>
                <a:lnTo>
                  <a:pt x="66354" y="88374"/>
                </a:lnTo>
                <a:lnTo>
                  <a:pt x="64087" y="89870"/>
                </a:lnTo>
                <a:lnTo>
                  <a:pt x="61707" y="91188"/>
                </a:lnTo>
                <a:lnTo>
                  <a:pt x="59213" y="92329"/>
                </a:lnTo>
                <a:lnTo>
                  <a:pt x="56604" y="93292"/>
                </a:lnTo>
                <a:lnTo>
                  <a:pt x="53880" y="94079"/>
                </a:lnTo>
                <a:lnTo>
                  <a:pt x="51041" y="94690"/>
                </a:lnTo>
                <a:lnTo>
                  <a:pt x="48085" y="95126"/>
                </a:lnTo>
                <a:lnTo>
                  <a:pt x="45012" y="95387"/>
                </a:lnTo>
                <a:lnTo>
                  <a:pt x="41822" y="95474"/>
                </a:lnTo>
                <a:lnTo>
                  <a:pt x="38590" y="95387"/>
                </a:lnTo>
                <a:lnTo>
                  <a:pt x="35477" y="95126"/>
                </a:lnTo>
                <a:lnTo>
                  <a:pt x="32483" y="94690"/>
                </a:lnTo>
                <a:lnTo>
                  <a:pt x="29609" y="94079"/>
                </a:lnTo>
                <a:lnTo>
                  <a:pt x="26855" y="93292"/>
                </a:lnTo>
                <a:lnTo>
                  <a:pt x="24223" y="92329"/>
                </a:lnTo>
                <a:lnTo>
                  <a:pt x="21711" y="91188"/>
                </a:lnTo>
                <a:lnTo>
                  <a:pt x="19322" y="89870"/>
                </a:lnTo>
                <a:lnTo>
                  <a:pt x="17055" y="88374"/>
                </a:lnTo>
                <a:lnTo>
                  <a:pt x="14912" y="86699"/>
                </a:lnTo>
                <a:lnTo>
                  <a:pt x="12892" y="84845"/>
                </a:lnTo>
                <a:lnTo>
                  <a:pt x="10997" y="82811"/>
                </a:lnTo>
                <a:lnTo>
                  <a:pt x="9241" y="80658"/>
                </a:lnTo>
                <a:lnTo>
                  <a:pt x="7637" y="78367"/>
                </a:lnTo>
                <a:lnTo>
                  <a:pt x="6186" y="75937"/>
                </a:lnTo>
                <a:lnTo>
                  <a:pt x="4888" y="73369"/>
                </a:lnTo>
                <a:lnTo>
                  <a:pt x="3742" y="70661"/>
                </a:lnTo>
                <a:lnTo>
                  <a:pt x="2749" y="67815"/>
                </a:lnTo>
                <a:lnTo>
                  <a:pt x="1909" y="64829"/>
                </a:lnTo>
                <a:lnTo>
                  <a:pt x="1222" y="61705"/>
                </a:lnTo>
                <a:lnTo>
                  <a:pt x="687" y="58442"/>
                </a:lnTo>
                <a:lnTo>
                  <a:pt x="305" y="55040"/>
                </a:lnTo>
                <a:lnTo>
                  <a:pt x="76" y="51500"/>
                </a:lnTo>
                <a:lnTo>
                  <a:pt x="0" y="47820"/>
                </a:lnTo>
                <a:lnTo>
                  <a:pt x="76" y="44141"/>
                </a:lnTo>
                <a:lnTo>
                  <a:pt x="305" y="40599"/>
                </a:lnTo>
                <a:lnTo>
                  <a:pt x="687" y="37195"/>
                </a:lnTo>
                <a:lnTo>
                  <a:pt x="1222" y="33929"/>
                </a:lnTo>
                <a:lnTo>
                  <a:pt x="1909" y="30799"/>
                </a:lnTo>
                <a:lnTo>
                  <a:pt x="2749" y="27805"/>
                </a:lnTo>
                <a:lnTo>
                  <a:pt x="3742" y="24946"/>
                </a:lnTo>
                <a:lnTo>
                  <a:pt x="4888" y="22222"/>
                </a:lnTo>
                <a:lnTo>
                  <a:pt x="6186" y="19633"/>
                </a:lnTo>
                <a:lnTo>
                  <a:pt x="7637" y="17177"/>
                </a:lnTo>
                <a:lnTo>
                  <a:pt x="9241" y="14854"/>
                </a:lnTo>
                <a:lnTo>
                  <a:pt x="10997" y="12663"/>
                </a:lnTo>
                <a:lnTo>
                  <a:pt x="12892" y="10664"/>
                </a:lnTo>
                <a:lnTo>
                  <a:pt x="14912" y="8832"/>
                </a:lnTo>
                <a:lnTo>
                  <a:pt x="17055" y="7170"/>
                </a:lnTo>
                <a:lnTo>
                  <a:pt x="19322" y="5677"/>
                </a:lnTo>
                <a:lnTo>
                  <a:pt x="21711" y="4356"/>
                </a:lnTo>
                <a:lnTo>
                  <a:pt x="24223" y="3207"/>
                </a:lnTo>
                <a:lnTo>
                  <a:pt x="26855" y="2232"/>
                </a:lnTo>
                <a:lnTo>
                  <a:pt x="29609" y="1432"/>
                </a:lnTo>
                <a:lnTo>
                  <a:pt x="32483" y="807"/>
                </a:lnTo>
                <a:lnTo>
                  <a:pt x="35477" y="359"/>
                </a:lnTo>
                <a:lnTo>
                  <a:pt x="38590" y="90"/>
                </a:lnTo>
                <a:lnTo>
                  <a:pt x="418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94" name="Original native bar-chart element 194">
            <a:extLst xmlns:a="http://schemas.openxmlformats.org/drawingml/2006/main">
              <a:ext uri="{FF2B5EF4-FFF2-40B4-BE49-F238E27FC236}">
                <a16:creationId xmlns:a16="http://schemas.microsoft.com/office/drawing/2014/main" id="{88AD6D3D-6B49-4E22-A02A-57810F14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8715" y="1494890"/>
            <a:ext cx="81478" cy="128798"/>
          </a:xfrm>
          <a:custGeom xmlns:a="http://schemas.openxmlformats.org/drawingml/2006/main">
            <a:pathLst>
              <a:path w="81478" h="128798">
                <a:moveTo>
                  <a:pt x="66482" y="49320"/>
                </a:moveTo>
                <a:lnTo>
                  <a:pt x="66482" y="0"/>
                </a:lnTo>
                <a:lnTo>
                  <a:pt x="81478" y="0"/>
                </a:lnTo>
                <a:lnTo>
                  <a:pt x="81478" y="126632"/>
                </a:lnTo>
                <a:lnTo>
                  <a:pt x="66482" y="126632"/>
                </a:lnTo>
                <a:lnTo>
                  <a:pt x="66482" y="112969"/>
                </a:lnTo>
                <a:lnTo>
                  <a:pt x="65673" y="114312"/>
                </a:lnTo>
                <a:lnTo>
                  <a:pt x="64829" y="115593"/>
                </a:lnTo>
                <a:lnTo>
                  <a:pt x="63951" y="116812"/>
                </a:lnTo>
                <a:lnTo>
                  <a:pt x="63038" y="117968"/>
                </a:lnTo>
                <a:lnTo>
                  <a:pt x="62091" y="119061"/>
                </a:lnTo>
                <a:lnTo>
                  <a:pt x="61108" y="120092"/>
                </a:lnTo>
                <a:lnTo>
                  <a:pt x="60091" y="121060"/>
                </a:lnTo>
                <a:lnTo>
                  <a:pt x="59039" y="121966"/>
                </a:lnTo>
                <a:lnTo>
                  <a:pt x="57953" y="122810"/>
                </a:lnTo>
                <a:lnTo>
                  <a:pt x="56832" y="123591"/>
                </a:lnTo>
                <a:lnTo>
                  <a:pt x="55676" y="124310"/>
                </a:lnTo>
                <a:lnTo>
                  <a:pt x="54485" y="124966"/>
                </a:lnTo>
                <a:lnTo>
                  <a:pt x="53260" y="125566"/>
                </a:lnTo>
                <a:lnTo>
                  <a:pt x="51999" y="126117"/>
                </a:lnTo>
                <a:lnTo>
                  <a:pt x="50702" y="126619"/>
                </a:lnTo>
                <a:lnTo>
                  <a:pt x="49369" y="127070"/>
                </a:lnTo>
                <a:lnTo>
                  <a:pt x="47999" y="127470"/>
                </a:lnTo>
                <a:lnTo>
                  <a:pt x="46591" y="127819"/>
                </a:lnTo>
                <a:lnTo>
                  <a:pt x="45145" y="128116"/>
                </a:lnTo>
                <a:lnTo>
                  <a:pt x="43661" y="128360"/>
                </a:lnTo>
                <a:lnTo>
                  <a:pt x="42137" y="128551"/>
                </a:lnTo>
                <a:lnTo>
                  <a:pt x="40573" y="128688"/>
                </a:lnTo>
                <a:lnTo>
                  <a:pt x="38969" y="128770"/>
                </a:lnTo>
                <a:lnTo>
                  <a:pt x="37323" y="128798"/>
                </a:lnTo>
                <a:lnTo>
                  <a:pt x="34615" y="128708"/>
                </a:lnTo>
                <a:lnTo>
                  <a:pt x="31991" y="128437"/>
                </a:lnTo>
                <a:lnTo>
                  <a:pt x="29450" y="127986"/>
                </a:lnTo>
                <a:lnTo>
                  <a:pt x="26993" y="127354"/>
                </a:lnTo>
                <a:lnTo>
                  <a:pt x="24618" y="126542"/>
                </a:lnTo>
                <a:lnTo>
                  <a:pt x="22327" y="125549"/>
                </a:lnTo>
                <a:lnTo>
                  <a:pt x="20119" y="124376"/>
                </a:lnTo>
                <a:lnTo>
                  <a:pt x="17995" y="123022"/>
                </a:lnTo>
                <a:lnTo>
                  <a:pt x="15954" y="121487"/>
                </a:lnTo>
                <a:lnTo>
                  <a:pt x="13996" y="119773"/>
                </a:lnTo>
                <a:lnTo>
                  <a:pt x="12122" y="117877"/>
                </a:lnTo>
                <a:lnTo>
                  <a:pt x="10330" y="115801"/>
                </a:lnTo>
                <a:lnTo>
                  <a:pt x="8657" y="113573"/>
                </a:lnTo>
                <a:lnTo>
                  <a:pt x="7135" y="111221"/>
                </a:lnTo>
                <a:lnTo>
                  <a:pt x="5764" y="108746"/>
                </a:lnTo>
                <a:lnTo>
                  <a:pt x="4542" y="106150"/>
                </a:lnTo>
                <a:lnTo>
                  <a:pt x="3468" y="103433"/>
                </a:lnTo>
                <a:lnTo>
                  <a:pt x="2541" y="100597"/>
                </a:lnTo>
                <a:lnTo>
                  <a:pt x="1760" y="97643"/>
                </a:lnTo>
                <a:lnTo>
                  <a:pt x="1123" y="94573"/>
                </a:lnTo>
                <a:lnTo>
                  <a:pt x="630" y="91386"/>
                </a:lnTo>
                <a:lnTo>
                  <a:pt x="279" y="88085"/>
                </a:lnTo>
                <a:lnTo>
                  <a:pt x="70" y="84671"/>
                </a:lnTo>
                <a:lnTo>
                  <a:pt x="0" y="81144"/>
                </a:lnTo>
                <a:lnTo>
                  <a:pt x="70" y="77621"/>
                </a:lnTo>
                <a:lnTo>
                  <a:pt x="279" y="74215"/>
                </a:lnTo>
                <a:lnTo>
                  <a:pt x="630" y="70926"/>
                </a:lnTo>
                <a:lnTo>
                  <a:pt x="1123" y="67753"/>
                </a:lnTo>
                <a:lnTo>
                  <a:pt x="1760" y="64696"/>
                </a:lnTo>
                <a:lnTo>
                  <a:pt x="2541" y="61754"/>
                </a:lnTo>
                <a:lnTo>
                  <a:pt x="3468" y="58926"/>
                </a:lnTo>
                <a:lnTo>
                  <a:pt x="4542" y="56213"/>
                </a:lnTo>
                <a:lnTo>
                  <a:pt x="5764" y="53613"/>
                </a:lnTo>
                <a:lnTo>
                  <a:pt x="7135" y="51126"/>
                </a:lnTo>
                <a:lnTo>
                  <a:pt x="8657" y="48751"/>
                </a:lnTo>
                <a:lnTo>
                  <a:pt x="10330" y="46487"/>
                </a:lnTo>
                <a:lnTo>
                  <a:pt x="12122" y="44408"/>
                </a:lnTo>
                <a:lnTo>
                  <a:pt x="13996" y="42504"/>
                </a:lnTo>
                <a:lnTo>
                  <a:pt x="15954" y="40775"/>
                </a:lnTo>
                <a:lnTo>
                  <a:pt x="17995" y="39224"/>
                </a:lnTo>
                <a:lnTo>
                  <a:pt x="20119" y="37851"/>
                </a:lnTo>
                <a:lnTo>
                  <a:pt x="22327" y="36657"/>
                </a:lnTo>
                <a:lnTo>
                  <a:pt x="24618" y="35643"/>
                </a:lnTo>
                <a:lnTo>
                  <a:pt x="26993" y="34811"/>
                </a:lnTo>
                <a:lnTo>
                  <a:pt x="29450" y="34162"/>
                </a:lnTo>
                <a:lnTo>
                  <a:pt x="31991" y="33698"/>
                </a:lnTo>
                <a:lnTo>
                  <a:pt x="34615" y="33418"/>
                </a:lnTo>
                <a:lnTo>
                  <a:pt x="37323" y="33324"/>
                </a:lnTo>
                <a:lnTo>
                  <a:pt x="38969" y="33352"/>
                </a:lnTo>
                <a:lnTo>
                  <a:pt x="40573" y="33435"/>
                </a:lnTo>
                <a:lnTo>
                  <a:pt x="42137" y="33574"/>
                </a:lnTo>
                <a:lnTo>
                  <a:pt x="43661" y="33768"/>
                </a:lnTo>
                <a:lnTo>
                  <a:pt x="45145" y="34018"/>
                </a:lnTo>
                <a:lnTo>
                  <a:pt x="46591" y="34324"/>
                </a:lnTo>
                <a:lnTo>
                  <a:pt x="47999" y="34685"/>
                </a:lnTo>
                <a:lnTo>
                  <a:pt x="49369" y="35101"/>
                </a:lnTo>
                <a:lnTo>
                  <a:pt x="50702" y="35574"/>
                </a:lnTo>
                <a:lnTo>
                  <a:pt x="51999" y="36101"/>
                </a:lnTo>
                <a:lnTo>
                  <a:pt x="53260" y="36684"/>
                </a:lnTo>
                <a:lnTo>
                  <a:pt x="54485" y="37323"/>
                </a:lnTo>
                <a:lnTo>
                  <a:pt x="55676" y="38017"/>
                </a:lnTo>
                <a:lnTo>
                  <a:pt x="56832" y="38767"/>
                </a:lnTo>
                <a:lnTo>
                  <a:pt x="57953" y="39572"/>
                </a:lnTo>
                <a:lnTo>
                  <a:pt x="59039" y="40433"/>
                </a:lnTo>
                <a:lnTo>
                  <a:pt x="60091" y="41350"/>
                </a:lnTo>
                <a:lnTo>
                  <a:pt x="61108" y="42322"/>
                </a:lnTo>
                <a:lnTo>
                  <a:pt x="62091" y="43349"/>
                </a:lnTo>
                <a:lnTo>
                  <a:pt x="63038" y="44432"/>
                </a:lnTo>
                <a:lnTo>
                  <a:pt x="63951" y="45571"/>
                </a:lnTo>
                <a:lnTo>
                  <a:pt x="64829" y="46765"/>
                </a:lnTo>
                <a:lnTo>
                  <a:pt x="65673" y="48015"/>
                </a:lnTo>
                <a:lnTo>
                  <a:pt x="66482" y="49320"/>
                </a:lnTo>
                <a:close/>
                <a:moveTo>
                  <a:pt x="15496" y="81144"/>
                </a:moveTo>
                <a:lnTo>
                  <a:pt x="15541" y="83845"/>
                </a:lnTo>
                <a:lnTo>
                  <a:pt x="15677" y="86448"/>
                </a:lnTo>
                <a:lnTo>
                  <a:pt x="15904" y="88955"/>
                </a:lnTo>
                <a:lnTo>
                  <a:pt x="16224" y="91364"/>
                </a:lnTo>
                <a:lnTo>
                  <a:pt x="16636" y="93676"/>
                </a:lnTo>
                <a:lnTo>
                  <a:pt x="17141" y="95890"/>
                </a:lnTo>
                <a:lnTo>
                  <a:pt x="17740" y="98008"/>
                </a:lnTo>
                <a:lnTo>
                  <a:pt x="18433" y="100028"/>
                </a:lnTo>
                <a:lnTo>
                  <a:pt x="19221" y="101951"/>
                </a:lnTo>
                <a:lnTo>
                  <a:pt x="20105" y="103777"/>
                </a:lnTo>
                <a:lnTo>
                  <a:pt x="21084" y="105506"/>
                </a:lnTo>
                <a:lnTo>
                  <a:pt x="22161" y="107137"/>
                </a:lnTo>
                <a:lnTo>
                  <a:pt x="23320" y="108651"/>
                </a:lnTo>
                <a:lnTo>
                  <a:pt x="24550" y="110027"/>
                </a:lnTo>
                <a:lnTo>
                  <a:pt x="25850" y="111266"/>
                </a:lnTo>
                <a:lnTo>
                  <a:pt x="27221" y="112370"/>
                </a:lnTo>
                <a:lnTo>
                  <a:pt x="28664" y="113340"/>
                </a:lnTo>
                <a:lnTo>
                  <a:pt x="30179" y="114177"/>
                </a:lnTo>
                <a:lnTo>
                  <a:pt x="31767" y="114882"/>
                </a:lnTo>
                <a:lnTo>
                  <a:pt x="33429" y="115456"/>
                </a:lnTo>
                <a:lnTo>
                  <a:pt x="35165" y="115900"/>
                </a:lnTo>
                <a:lnTo>
                  <a:pt x="36975" y="116216"/>
                </a:lnTo>
                <a:lnTo>
                  <a:pt x="38861" y="116405"/>
                </a:lnTo>
                <a:lnTo>
                  <a:pt x="40822" y="116468"/>
                </a:lnTo>
                <a:lnTo>
                  <a:pt x="42784" y="116405"/>
                </a:lnTo>
                <a:lnTo>
                  <a:pt x="44670" y="116216"/>
                </a:lnTo>
                <a:lnTo>
                  <a:pt x="46482" y="115900"/>
                </a:lnTo>
                <a:lnTo>
                  <a:pt x="48221" y="115456"/>
                </a:lnTo>
                <a:lnTo>
                  <a:pt x="49889" y="114882"/>
                </a:lnTo>
                <a:lnTo>
                  <a:pt x="51486" y="114177"/>
                </a:lnTo>
                <a:lnTo>
                  <a:pt x="53013" y="113340"/>
                </a:lnTo>
                <a:lnTo>
                  <a:pt x="54473" y="112370"/>
                </a:lnTo>
                <a:lnTo>
                  <a:pt x="55865" y="111266"/>
                </a:lnTo>
                <a:lnTo>
                  <a:pt x="57191" y="110027"/>
                </a:lnTo>
                <a:lnTo>
                  <a:pt x="58452" y="108651"/>
                </a:lnTo>
                <a:lnTo>
                  <a:pt x="59650" y="107137"/>
                </a:lnTo>
                <a:lnTo>
                  <a:pt x="60730" y="105506"/>
                </a:lnTo>
                <a:lnTo>
                  <a:pt x="61718" y="103777"/>
                </a:lnTo>
                <a:lnTo>
                  <a:pt x="62616" y="101951"/>
                </a:lnTo>
                <a:lnTo>
                  <a:pt x="63421" y="100028"/>
                </a:lnTo>
                <a:lnTo>
                  <a:pt x="64133" y="98008"/>
                </a:lnTo>
                <a:lnTo>
                  <a:pt x="64753" y="95890"/>
                </a:lnTo>
                <a:lnTo>
                  <a:pt x="65279" y="93676"/>
                </a:lnTo>
                <a:lnTo>
                  <a:pt x="65710" y="91364"/>
                </a:lnTo>
                <a:lnTo>
                  <a:pt x="66047" y="88955"/>
                </a:lnTo>
                <a:lnTo>
                  <a:pt x="66288" y="86448"/>
                </a:lnTo>
                <a:lnTo>
                  <a:pt x="66433" y="83845"/>
                </a:lnTo>
                <a:lnTo>
                  <a:pt x="66482" y="81144"/>
                </a:lnTo>
                <a:lnTo>
                  <a:pt x="66433" y="78447"/>
                </a:lnTo>
                <a:lnTo>
                  <a:pt x="66288" y="75853"/>
                </a:lnTo>
                <a:lnTo>
                  <a:pt x="66047" y="73360"/>
                </a:lnTo>
                <a:lnTo>
                  <a:pt x="65710" y="70968"/>
                </a:lnTo>
                <a:lnTo>
                  <a:pt x="65279" y="68676"/>
                </a:lnTo>
                <a:lnTo>
                  <a:pt x="64753" y="66482"/>
                </a:lnTo>
                <a:lnTo>
                  <a:pt x="64133" y="64385"/>
                </a:lnTo>
                <a:lnTo>
                  <a:pt x="63421" y="62384"/>
                </a:lnTo>
                <a:lnTo>
                  <a:pt x="62616" y="60478"/>
                </a:lnTo>
                <a:lnTo>
                  <a:pt x="61718" y="58666"/>
                </a:lnTo>
                <a:lnTo>
                  <a:pt x="60730" y="56946"/>
                </a:lnTo>
                <a:lnTo>
                  <a:pt x="59650" y="55318"/>
                </a:lnTo>
                <a:lnTo>
                  <a:pt x="58452" y="53801"/>
                </a:lnTo>
                <a:lnTo>
                  <a:pt x="57191" y="52416"/>
                </a:lnTo>
                <a:lnTo>
                  <a:pt x="55865" y="51163"/>
                </a:lnTo>
                <a:lnTo>
                  <a:pt x="54473" y="50042"/>
                </a:lnTo>
                <a:lnTo>
                  <a:pt x="53013" y="49052"/>
                </a:lnTo>
                <a:lnTo>
                  <a:pt x="51486" y="48195"/>
                </a:lnTo>
                <a:lnTo>
                  <a:pt x="49889" y="47470"/>
                </a:lnTo>
                <a:lnTo>
                  <a:pt x="48221" y="46876"/>
                </a:lnTo>
                <a:lnTo>
                  <a:pt x="46482" y="46414"/>
                </a:lnTo>
                <a:lnTo>
                  <a:pt x="44670" y="46085"/>
                </a:lnTo>
                <a:lnTo>
                  <a:pt x="42784" y="45887"/>
                </a:lnTo>
                <a:lnTo>
                  <a:pt x="40822" y="45821"/>
                </a:lnTo>
                <a:lnTo>
                  <a:pt x="38861" y="45887"/>
                </a:lnTo>
                <a:lnTo>
                  <a:pt x="36975" y="46085"/>
                </a:lnTo>
                <a:lnTo>
                  <a:pt x="35165" y="46414"/>
                </a:lnTo>
                <a:lnTo>
                  <a:pt x="33429" y="46876"/>
                </a:lnTo>
                <a:lnTo>
                  <a:pt x="31767" y="47470"/>
                </a:lnTo>
                <a:lnTo>
                  <a:pt x="30179" y="48195"/>
                </a:lnTo>
                <a:lnTo>
                  <a:pt x="28664" y="49052"/>
                </a:lnTo>
                <a:lnTo>
                  <a:pt x="27221" y="50042"/>
                </a:lnTo>
                <a:lnTo>
                  <a:pt x="25850" y="51163"/>
                </a:lnTo>
                <a:lnTo>
                  <a:pt x="24550" y="52416"/>
                </a:lnTo>
                <a:lnTo>
                  <a:pt x="23320" y="53801"/>
                </a:lnTo>
                <a:lnTo>
                  <a:pt x="22161" y="55318"/>
                </a:lnTo>
                <a:lnTo>
                  <a:pt x="21084" y="56946"/>
                </a:lnTo>
                <a:lnTo>
                  <a:pt x="20105" y="58666"/>
                </a:lnTo>
                <a:lnTo>
                  <a:pt x="19221" y="60478"/>
                </a:lnTo>
                <a:lnTo>
                  <a:pt x="18433" y="62384"/>
                </a:lnTo>
                <a:lnTo>
                  <a:pt x="17740" y="64385"/>
                </a:lnTo>
                <a:lnTo>
                  <a:pt x="17141" y="66482"/>
                </a:lnTo>
                <a:lnTo>
                  <a:pt x="16636" y="68676"/>
                </a:lnTo>
                <a:lnTo>
                  <a:pt x="16224" y="70968"/>
                </a:lnTo>
                <a:lnTo>
                  <a:pt x="15904" y="73360"/>
                </a:lnTo>
                <a:lnTo>
                  <a:pt x="15677" y="75853"/>
                </a:lnTo>
                <a:lnTo>
                  <a:pt x="15541" y="78447"/>
                </a:lnTo>
                <a:lnTo>
                  <a:pt x="15496" y="811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95" name="Original native bar-chart element 195">
            <a:extLst xmlns:a="http://schemas.openxmlformats.org/drawingml/2006/main">
              <a:ext uri="{FF2B5EF4-FFF2-40B4-BE49-F238E27FC236}">
                <a16:creationId xmlns:a16="http://schemas.microsoft.com/office/drawing/2014/main" id="{8237755D-64F0-418E-9523-64AE1A63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520" y="1528214"/>
            <a:ext cx="84477" cy="95474"/>
          </a:xfrm>
          <a:custGeom xmlns:a="http://schemas.openxmlformats.org/drawingml/2006/main">
            <a:pathLst>
              <a:path w="84477" h="95474">
                <a:moveTo>
                  <a:pt x="84477" y="43988"/>
                </a:moveTo>
                <a:lnTo>
                  <a:pt x="84477" y="51319"/>
                </a:lnTo>
                <a:lnTo>
                  <a:pt x="15662" y="51319"/>
                </a:lnTo>
                <a:lnTo>
                  <a:pt x="15878" y="53853"/>
                </a:lnTo>
                <a:lnTo>
                  <a:pt x="16192" y="56289"/>
                </a:lnTo>
                <a:lnTo>
                  <a:pt x="16605" y="58625"/>
                </a:lnTo>
                <a:lnTo>
                  <a:pt x="17119" y="60860"/>
                </a:lnTo>
                <a:lnTo>
                  <a:pt x="17735" y="62993"/>
                </a:lnTo>
                <a:lnTo>
                  <a:pt x="18453" y="65024"/>
                </a:lnTo>
                <a:lnTo>
                  <a:pt x="19276" y="66950"/>
                </a:lnTo>
                <a:lnTo>
                  <a:pt x="20204" y="68771"/>
                </a:lnTo>
                <a:lnTo>
                  <a:pt x="21239" y="70486"/>
                </a:lnTo>
                <a:lnTo>
                  <a:pt x="22381" y="72093"/>
                </a:lnTo>
                <a:lnTo>
                  <a:pt x="23632" y="73591"/>
                </a:lnTo>
                <a:lnTo>
                  <a:pt x="24993" y="74979"/>
                </a:lnTo>
                <a:lnTo>
                  <a:pt x="26413" y="76257"/>
                </a:lnTo>
                <a:lnTo>
                  <a:pt x="27924" y="77423"/>
                </a:lnTo>
                <a:lnTo>
                  <a:pt x="29526" y="78478"/>
                </a:lnTo>
                <a:lnTo>
                  <a:pt x="31220" y="79423"/>
                </a:lnTo>
                <a:lnTo>
                  <a:pt x="33006" y="80256"/>
                </a:lnTo>
                <a:lnTo>
                  <a:pt x="34886" y="80978"/>
                </a:lnTo>
                <a:lnTo>
                  <a:pt x="36860" y="81589"/>
                </a:lnTo>
                <a:lnTo>
                  <a:pt x="38928" y="82089"/>
                </a:lnTo>
                <a:lnTo>
                  <a:pt x="41090" y="82477"/>
                </a:lnTo>
                <a:lnTo>
                  <a:pt x="43348" y="82755"/>
                </a:lnTo>
                <a:lnTo>
                  <a:pt x="45703" y="82922"/>
                </a:lnTo>
                <a:lnTo>
                  <a:pt x="48153" y="82977"/>
                </a:lnTo>
                <a:lnTo>
                  <a:pt x="49570" y="82963"/>
                </a:lnTo>
                <a:lnTo>
                  <a:pt x="50984" y="82922"/>
                </a:lnTo>
                <a:lnTo>
                  <a:pt x="52397" y="82852"/>
                </a:lnTo>
                <a:lnTo>
                  <a:pt x="53806" y="82755"/>
                </a:lnTo>
                <a:lnTo>
                  <a:pt x="55211" y="82630"/>
                </a:lnTo>
                <a:lnTo>
                  <a:pt x="56609" y="82477"/>
                </a:lnTo>
                <a:lnTo>
                  <a:pt x="58001" y="82297"/>
                </a:lnTo>
                <a:lnTo>
                  <a:pt x="59385" y="82089"/>
                </a:lnTo>
                <a:lnTo>
                  <a:pt x="60759" y="81852"/>
                </a:lnTo>
                <a:lnTo>
                  <a:pt x="62123" y="81589"/>
                </a:lnTo>
                <a:lnTo>
                  <a:pt x="63476" y="81297"/>
                </a:lnTo>
                <a:lnTo>
                  <a:pt x="64816" y="80978"/>
                </a:lnTo>
                <a:lnTo>
                  <a:pt x="66152" y="80627"/>
                </a:lnTo>
                <a:lnTo>
                  <a:pt x="67494" y="80242"/>
                </a:lnTo>
                <a:lnTo>
                  <a:pt x="68840" y="79822"/>
                </a:lnTo>
                <a:lnTo>
                  <a:pt x="70191" y="79367"/>
                </a:lnTo>
                <a:lnTo>
                  <a:pt x="71543" y="78878"/>
                </a:lnTo>
                <a:lnTo>
                  <a:pt x="72897" y="78353"/>
                </a:lnTo>
                <a:lnTo>
                  <a:pt x="74250" y="77795"/>
                </a:lnTo>
                <a:lnTo>
                  <a:pt x="75603" y="77201"/>
                </a:lnTo>
                <a:lnTo>
                  <a:pt x="76953" y="76573"/>
                </a:lnTo>
                <a:lnTo>
                  <a:pt x="78299" y="75910"/>
                </a:lnTo>
                <a:lnTo>
                  <a:pt x="79641" y="75212"/>
                </a:lnTo>
                <a:lnTo>
                  <a:pt x="80978" y="74480"/>
                </a:lnTo>
                <a:lnTo>
                  <a:pt x="80978" y="88642"/>
                </a:lnTo>
                <a:lnTo>
                  <a:pt x="79641" y="89215"/>
                </a:lnTo>
                <a:lnTo>
                  <a:pt x="78298" y="89765"/>
                </a:lnTo>
                <a:lnTo>
                  <a:pt x="76948" y="90293"/>
                </a:lnTo>
                <a:lnTo>
                  <a:pt x="75590" y="90796"/>
                </a:lnTo>
                <a:lnTo>
                  <a:pt x="74226" y="91274"/>
                </a:lnTo>
                <a:lnTo>
                  <a:pt x="72855" y="91725"/>
                </a:lnTo>
                <a:lnTo>
                  <a:pt x="71477" y="92148"/>
                </a:lnTo>
                <a:lnTo>
                  <a:pt x="70092" y="92542"/>
                </a:lnTo>
                <a:lnTo>
                  <a:pt x="68700" y="92907"/>
                </a:lnTo>
                <a:lnTo>
                  <a:pt x="67301" y="93240"/>
                </a:lnTo>
                <a:lnTo>
                  <a:pt x="65895" y="93540"/>
                </a:lnTo>
                <a:lnTo>
                  <a:pt x="64482" y="93808"/>
                </a:lnTo>
                <a:lnTo>
                  <a:pt x="63063" y="94050"/>
                </a:lnTo>
                <a:lnTo>
                  <a:pt x="61637" y="94278"/>
                </a:lnTo>
                <a:lnTo>
                  <a:pt x="60207" y="94490"/>
                </a:lnTo>
                <a:lnTo>
                  <a:pt x="58774" y="94684"/>
                </a:lnTo>
                <a:lnTo>
                  <a:pt x="57338" y="94860"/>
                </a:lnTo>
                <a:lnTo>
                  <a:pt x="55901" y="95016"/>
                </a:lnTo>
                <a:lnTo>
                  <a:pt x="54464" y="95151"/>
                </a:lnTo>
                <a:lnTo>
                  <a:pt x="53029" y="95264"/>
                </a:lnTo>
                <a:lnTo>
                  <a:pt x="51595" y="95354"/>
                </a:lnTo>
                <a:lnTo>
                  <a:pt x="50165" y="95420"/>
                </a:lnTo>
                <a:lnTo>
                  <a:pt x="48740" y="95460"/>
                </a:lnTo>
                <a:lnTo>
                  <a:pt x="47320" y="95474"/>
                </a:lnTo>
                <a:lnTo>
                  <a:pt x="43721" y="95387"/>
                </a:lnTo>
                <a:lnTo>
                  <a:pt x="40252" y="95127"/>
                </a:lnTo>
                <a:lnTo>
                  <a:pt x="36914" y="94693"/>
                </a:lnTo>
                <a:lnTo>
                  <a:pt x="33707" y="94085"/>
                </a:lnTo>
                <a:lnTo>
                  <a:pt x="30629" y="93304"/>
                </a:lnTo>
                <a:lnTo>
                  <a:pt x="27680" y="92350"/>
                </a:lnTo>
                <a:lnTo>
                  <a:pt x="24859" y="91221"/>
                </a:lnTo>
                <a:lnTo>
                  <a:pt x="22167" y="89920"/>
                </a:lnTo>
                <a:lnTo>
                  <a:pt x="19601" y="88444"/>
                </a:lnTo>
                <a:lnTo>
                  <a:pt x="17163" y="86796"/>
                </a:lnTo>
                <a:lnTo>
                  <a:pt x="14850" y="84973"/>
                </a:lnTo>
                <a:lnTo>
                  <a:pt x="12663" y="82977"/>
                </a:lnTo>
                <a:lnTo>
                  <a:pt x="10629" y="80829"/>
                </a:lnTo>
                <a:lnTo>
                  <a:pt x="8775" y="78549"/>
                </a:lnTo>
                <a:lnTo>
                  <a:pt x="7100" y="76138"/>
                </a:lnTo>
                <a:lnTo>
                  <a:pt x="5603" y="73597"/>
                </a:lnTo>
                <a:lnTo>
                  <a:pt x="4285" y="70927"/>
                </a:lnTo>
                <a:lnTo>
                  <a:pt x="3145" y="68127"/>
                </a:lnTo>
                <a:lnTo>
                  <a:pt x="2182" y="65199"/>
                </a:lnTo>
                <a:lnTo>
                  <a:pt x="1395" y="62143"/>
                </a:lnTo>
                <a:lnTo>
                  <a:pt x="784" y="58960"/>
                </a:lnTo>
                <a:lnTo>
                  <a:pt x="348" y="55651"/>
                </a:lnTo>
                <a:lnTo>
                  <a:pt x="87" y="52215"/>
                </a:lnTo>
                <a:lnTo>
                  <a:pt x="0" y="48653"/>
                </a:lnTo>
                <a:lnTo>
                  <a:pt x="83" y="45008"/>
                </a:lnTo>
                <a:lnTo>
                  <a:pt x="333" y="41489"/>
                </a:lnTo>
                <a:lnTo>
                  <a:pt x="750" y="38094"/>
                </a:lnTo>
                <a:lnTo>
                  <a:pt x="1333" y="34824"/>
                </a:lnTo>
                <a:lnTo>
                  <a:pt x="2083" y="31679"/>
                </a:lnTo>
                <a:lnTo>
                  <a:pt x="2999" y="28659"/>
                </a:lnTo>
                <a:lnTo>
                  <a:pt x="4082" y="25764"/>
                </a:lnTo>
                <a:lnTo>
                  <a:pt x="5332" y="22994"/>
                </a:lnTo>
                <a:lnTo>
                  <a:pt x="6748" y="20349"/>
                </a:lnTo>
                <a:lnTo>
                  <a:pt x="8331" y="17828"/>
                </a:lnTo>
                <a:lnTo>
                  <a:pt x="10081" y="15433"/>
                </a:lnTo>
                <a:lnTo>
                  <a:pt x="11997" y="13163"/>
                </a:lnTo>
                <a:lnTo>
                  <a:pt x="14058" y="11084"/>
                </a:lnTo>
                <a:lnTo>
                  <a:pt x="16244" y="9180"/>
                </a:lnTo>
                <a:lnTo>
                  <a:pt x="18552" y="7451"/>
                </a:lnTo>
                <a:lnTo>
                  <a:pt x="20982" y="5900"/>
                </a:lnTo>
                <a:lnTo>
                  <a:pt x="23532" y="4526"/>
                </a:lnTo>
                <a:lnTo>
                  <a:pt x="26201" y="3332"/>
                </a:lnTo>
                <a:lnTo>
                  <a:pt x="28988" y="2319"/>
                </a:lnTo>
                <a:lnTo>
                  <a:pt x="31892" y="1487"/>
                </a:lnTo>
                <a:lnTo>
                  <a:pt x="34912" y="838"/>
                </a:lnTo>
                <a:lnTo>
                  <a:pt x="38047" y="373"/>
                </a:lnTo>
                <a:lnTo>
                  <a:pt x="41294" y="94"/>
                </a:lnTo>
                <a:lnTo>
                  <a:pt x="44654" y="0"/>
                </a:lnTo>
                <a:lnTo>
                  <a:pt x="47681" y="83"/>
                </a:lnTo>
                <a:lnTo>
                  <a:pt x="50598" y="332"/>
                </a:lnTo>
                <a:lnTo>
                  <a:pt x="53405" y="747"/>
                </a:lnTo>
                <a:lnTo>
                  <a:pt x="56102" y="1327"/>
                </a:lnTo>
                <a:lnTo>
                  <a:pt x="58690" y="2071"/>
                </a:lnTo>
                <a:lnTo>
                  <a:pt x="61171" y="2978"/>
                </a:lnTo>
                <a:lnTo>
                  <a:pt x="63543" y="4049"/>
                </a:lnTo>
                <a:lnTo>
                  <a:pt x="65809" y="5282"/>
                </a:lnTo>
                <a:lnTo>
                  <a:pt x="67968" y="6678"/>
                </a:lnTo>
                <a:lnTo>
                  <a:pt x="70022" y="8235"/>
                </a:lnTo>
                <a:lnTo>
                  <a:pt x="71970" y="9952"/>
                </a:lnTo>
                <a:lnTo>
                  <a:pt x="73813" y="11830"/>
                </a:lnTo>
                <a:lnTo>
                  <a:pt x="75493" y="13885"/>
                </a:lnTo>
                <a:lnTo>
                  <a:pt x="77033" y="16052"/>
                </a:lnTo>
                <a:lnTo>
                  <a:pt x="78432" y="18331"/>
                </a:lnTo>
                <a:lnTo>
                  <a:pt x="79688" y="20723"/>
                </a:lnTo>
                <a:lnTo>
                  <a:pt x="80801" y="23228"/>
                </a:lnTo>
                <a:lnTo>
                  <a:pt x="81769" y="25847"/>
                </a:lnTo>
                <a:lnTo>
                  <a:pt x="82592" y="28581"/>
                </a:lnTo>
                <a:lnTo>
                  <a:pt x="83267" y="31430"/>
                </a:lnTo>
                <a:lnTo>
                  <a:pt x="83795" y="34394"/>
                </a:lnTo>
                <a:lnTo>
                  <a:pt x="84173" y="37475"/>
                </a:lnTo>
                <a:lnTo>
                  <a:pt x="84401" y="40673"/>
                </a:lnTo>
                <a:lnTo>
                  <a:pt x="84477" y="43988"/>
                </a:lnTo>
                <a:close/>
                <a:moveTo>
                  <a:pt x="69481" y="39656"/>
                </a:moveTo>
                <a:lnTo>
                  <a:pt x="69394" y="37649"/>
                </a:lnTo>
                <a:lnTo>
                  <a:pt x="69218" y="35712"/>
                </a:lnTo>
                <a:lnTo>
                  <a:pt x="68952" y="33842"/>
                </a:lnTo>
                <a:lnTo>
                  <a:pt x="68598" y="32041"/>
                </a:lnTo>
                <a:lnTo>
                  <a:pt x="68157" y="30306"/>
                </a:lnTo>
                <a:lnTo>
                  <a:pt x="67627" y="28638"/>
                </a:lnTo>
                <a:lnTo>
                  <a:pt x="67011" y="27036"/>
                </a:lnTo>
                <a:lnTo>
                  <a:pt x="66309" y="25499"/>
                </a:lnTo>
                <a:lnTo>
                  <a:pt x="65521" y="24027"/>
                </a:lnTo>
                <a:lnTo>
                  <a:pt x="64648" y="22620"/>
                </a:lnTo>
                <a:lnTo>
                  <a:pt x="63691" y="21275"/>
                </a:lnTo>
                <a:lnTo>
                  <a:pt x="62649" y="19995"/>
                </a:lnTo>
                <a:lnTo>
                  <a:pt x="61494" y="18835"/>
                </a:lnTo>
                <a:lnTo>
                  <a:pt x="60276" y="17774"/>
                </a:lnTo>
                <a:lnTo>
                  <a:pt x="58997" y="16810"/>
                </a:lnTo>
                <a:lnTo>
                  <a:pt x="57657" y="15946"/>
                </a:lnTo>
                <a:lnTo>
                  <a:pt x="56257" y="15181"/>
                </a:lnTo>
                <a:lnTo>
                  <a:pt x="54797" y="14517"/>
                </a:lnTo>
                <a:lnTo>
                  <a:pt x="53279" y="13953"/>
                </a:lnTo>
                <a:lnTo>
                  <a:pt x="51702" y="13490"/>
                </a:lnTo>
                <a:lnTo>
                  <a:pt x="50067" y="13129"/>
                </a:lnTo>
                <a:lnTo>
                  <a:pt x="48375" y="12871"/>
                </a:lnTo>
                <a:lnTo>
                  <a:pt x="46626" y="12715"/>
                </a:lnTo>
                <a:lnTo>
                  <a:pt x="44821" y="12663"/>
                </a:lnTo>
                <a:lnTo>
                  <a:pt x="42773" y="12715"/>
                </a:lnTo>
                <a:lnTo>
                  <a:pt x="40794" y="12870"/>
                </a:lnTo>
                <a:lnTo>
                  <a:pt x="38885" y="13127"/>
                </a:lnTo>
                <a:lnTo>
                  <a:pt x="37045" y="13484"/>
                </a:lnTo>
                <a:lnTo>
                  <a:pt x="35275" y="13941"/>
                </a:lnTo>
                <a:lnTo>
                  <a:pt x="33574" y="14496"/>
                </a:lnTo>
                <a:lnTo>
                  <a:pt x="31943" y="15148"/>
                </a:lnTo>
                <a:lnTo>
                  <a:pt x="30381" y="15897"/>
                </a:lnTo>
                <a:lnTo>
                  <a:pt x="28888" y="16740"/>
                </a:lnTo>
                <a:lnTo>
                  <a:pt x="27465" y="17677"/>
                </a:lnTo>
                <a:lnTo>
                  <a:pt x="26111" y="18707"/>
                </a:lnTo>
                <a:lnTo>
                  <a:pt x="24827" y="19828"/>
                </a:lnTo>
                <a:lnTo>
                  <a:pt x="23619" y="21036"/>
                </a:lnTo>
                <a:lnTo>
                  <a:pt x="22495" y="22326"/>
                </a:lnTo>
                <a:lnTo>
                  <a:pt x="21458" y="23699"/>
                </a:lnTo>
                <a:lnTo>
                  <a:pt x="20507" y="25154"/>
                </a:lnTo>
                <a:lnTo>
                  <a:pt x="19644" y="26689"/>
                </a:lnTo>
                <a:lnTo>
                  <a:pt x="18870" y="28305"/>
                </a:lnTo>
                <a:lnTo>
                  <a:pt x="18186" y="30000"/>
                </a:lnTo>
                <a:lnTo>
                  <a:pt x="17594" y="31775"/>
                </a:lnTo>
                <a:lnTo>
                  <a:pt x="17094" y="33629"/>
                </a:lnTo>
                <a:lnTo>
                  <a:pt x="16688" y="35560"/>
                </a:lnTo>
                <a:lnTo>
                  <a:pt x="16377" y="37570"/>
                </a:lnTo>
                <a:lnTo>
                  <a:pt x="16162" y="39656"/>
                </a:lnTo>
                <a:lnTo>
                  <a:pt x="69481" y="396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96" name="Original native bar-chart element 196">
            <a:extLst xmlns:a="http://schemas.openxmlformats.org/drawingml/2006/main">
              <a:ext uri="{FF2B5EF4-FFF2-40B4-BE49-F238E27FC236}">
                <a16:creationId xmlns:a16="http://schemas.microsoft.com/office/drawing/2014/main" id="{86BAAA3E-5665-4869-881C-B0752671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156" y="1500055"/>
            <a:ext cx="94641" cy="121467"/>
          </a:xfrm>
          <a:custGeom xmlns:a="http://schemas.openxmlformats.org/drawingml/2006/main">
            <a:pathLst>
              <a:path w="94641" h="121467">
                <a:moveTo>
                  <a:pt x="57651" y="64482"/>
                </a:moveTo>
                <a:lnTo>
                  <a:pt x="58525" y="64840"/>
                </a:lnTo>
                <a:lnTo>
                  <a:pt x="59400" y="65247"/>
                </a:lnTo>
                <a:lnTo>
                  <a:pt x="60272" y="65703"/>
                </a:lnTo>
                <a:lnTo>
                  <a:pt x="61144" y="66210"/>
                </a:lnTo>
                <a:lnTo>
                  <a:pt x="62013" y="66768"/>
                </a:lnTo>
                <a:lnTo>
                  <a:pt x="62879" y="67377"/>
                </a:lnTo>
                <a:lnTo>
                  <a:pt x="63741" y="68039"/>
                </a:lnTo>
                <a:lnTo>
                  <a:pt x="64600" y="68753"/>
                </a:lnTo>
                <a:lnTo>
                  <a:pt x="65453" y="69520"/>
                </a:lnTo>
                <a:lnTo>
                  <a:pt x="66302" y="70341"/>
                </a:lnTo>
                <a:lnTo>
                  <a:pt x="67145" y="71216"/>
                </a:lnTo>
                <a:lnTo>
                  <a:pt x="67981" y="72147"/>
                </a:lnTo>
                <a:lnTo>
                  <a:pt x="68814" y="73174"/>
                </a:lnTo>
                <a:lnTo>
                  <a:pt x="69648" y="74258"/>
                </a:lnTo>
                <a:lnTo>
                  <a:pt x="70481" y="75399"/>
                </a:lnTo>
                <a:lnTo>
                  <a:pt x="71314" y="76596"/>
                </a:lnTo>
                <a:lnTo>
                  <a:pt x="72147" y="77852"/>
                </a:lnTo>
                <a:lnTo>
                  <a:pt x="72980" y="79166"/>
                </a:lnTo>
                <a:lnTo>
                  <a:pt x="73813" y="80539"/>
                </a:lnTo>
                <a:lnTo>
                  <a:pt x="74646" y="81971"/>
                </a:lnTo>
                <a:lnTo>
                  <a:pt x="75479" y="83464"/>
                </a:lnTo>
                <a:lnTo>
                  <a:pt x="76312" y="85018"/>
                </a:lnTo>
                <a:lnTo>
                  <a:pt x="77145" y="86632"/>
                </a:lnTo>
                <a:lnTo>
                  <a:pt x="77979" y="88309"/>
                </a:lnTo>
                <a:lnTo>
                  <a:pt x="94641" y="121467"/>
                </a:lnTo>
                <a:lnTo>
                  <a:pt x="76979" y="121467"/>
                </a:lnTo>
                <a:lnTo>
                  <a:pt x="61483" y="90308"/>
                </a:lnTo>
                <a:lnTo>
                  <a:pt x="60484" y="88361"/>
                </a:lnTo>
                <a:lnTo>
                  <a:pt x="59485" y="86519"/>
                </a:lnTo>
                <a:lnTo>
                  <a:pt x="58489" y="84784"/>
                </a:lnTo>
                <a:lnTo>
                  <a:pt x="57497" y="83156"/>
                </a:lnTo>
                <a:lnTo>
                  <a:pt x="56509" y="81637"/>
                </a:lnTo>
                <a:lnTo>
                  <a:pt x="55526" y="80228"/>
                </a:lnTo>
                <a:lnTo>
                  <a:pt x="54551" y="78930"/>
                </a:lnTo>
                <a:lnTo>
                  <a:pt x="53584" y="77744"/>
                </a:lnTo>
                <a:lnTo>
                  <a:pt x="52626" y="76672"/>
                </a:lnTo>
                <a:lnTo>
                  <a:pt x="51679" y="75714"/>
                </a:lnTo>
                <a:lnTo>
                  <a:pt x="50743" y="74872"/>
                </a:lnTo>
                <a:lnTo>
                  <a:pt x="49820" y="74146"/>
                </a:lnTo>
                <a:lnTo>
                  <a:pt x="48834" y="73508"/>
                </a:lnTo>
                <a:lnTo>
                  <a:pt x="47792" y="72924"/>
                </a:lnTo>
                <a:lnTo>
                  <a:pt x="46695" y="72397"/>
                </a:lnTo>
                <a:lnTo>
                  <a:pt x="45543" y="71925"/>
                </a:lnTo>
                <a:lnTo>
                  <a:pt x="44335" y="71508"/>
                </a:lnTo>
                <a:lnTo>
                  <a:pt x="43071" y="71147"/>
                </a:lnTo>
                <a:lnTo>
                  <a:pt x="41752" y="70842"/>
                </a:lnTo>
                <a:lnTo>
                  <a:pt x="40378" y="70592"/>
                </a:lnTo>
                <a:lnTo>
                  <a:pt x="38948" y="70397"/>
                </a:lnTo>
                <a:lnTo>
                  <a:pt x="37462" y="70258"/>
                </a:lnTo>
                <a:lnTo>
                  <a:pt x="35921" y="70175"/>
                </a:lnTo>
                <a:lnTo>
                  <a:pt x="34324" y="70147"/>
                </a:lnTo>
                <a:lnTo>
                  <a:pt x="16495" y="70147"/>
                </a:lnTo>
                <a:lnTo>
                  <a:pt x="16495" y="121467"/>
                </a:lnTo>
                <a:lnTo>
                  <a:pt x="0" y="121467"/>
                </a:lnTo>
                <a:lnTo>
                  <a:pt x="0" y="0"/>
                </a:lnTo>
                <a:lnTo>
                  <a:pt x="37156" y="0"/>
                </a:lnTo>
                <a:lnTo>
                  <a:pt x="40541" y="62"/>
                </a:lnTo>
                <a:lnTo>
                  <a:pt x="43780" y="248"/>
                </a:lnTo>
                <a:lnTo>
                  <a:pt x="46873" y="557"/>
                </a:lnTo>
                <a:lnTo>
                  <a:pt x="49820" y="987"/>
                </a:lnTo>
                <a:lnTo>
                  <a:pt x="52621" y="1538"/>
                </a:lnTo>
                <a:lnTo>
                  <a:pt x="55276" y="2208"/>
                </a:lnTo>
                <a:lnTo>
                  <a:pt x="57786" y="2996"/>
                </a:lnTo>
                <a:lnTo>
                  <a:pt x="60150" y="3900"/>
                </a:lnTo>
                <a:lnTo>
                  <a:pt x="62368" y="4921"/>
                </a:lnTo>
                <a:lnTo>
                  <a:pt x="64441" y="6055"/>
                </a:lnTo>
                <a:lnTo>
                  <a:pt x="66367" y="7304"/>
                </a:lnTo>
                <a:lnTo>
                  <a:pt x="68148" y="8664"/>
                </a:lnTo>
                <a:lnTo>
                  <a:pt x="69786" y="10185"/>
                </a:lnTo>
                <a:lnTo>
                  <a:pt x="71285" y="11829"/>
                </a:lnTo>
                <a:lnTo>
                  <a:pt x="72644" y="13598"/>
                </a:lnTo>
                <a:lnTo>
                  <a:pt x="73862" y="15490"/>
                </a:lnTo>
                <a:lnTo>
                  <a:pt x="74940" y="17504"/>
                </a:lnTo>
                <a:lnTo>
                  <a:pt x="75875" y="19640"/>
                </a:lnTo>
                <a:lnTo>
                  <a:pt x="76668" y="21898"/>
                </a:lnTo>
                <a:lnTo>
                  <a:pt x="77318" y="24277"/>
                </a:lnTo>
                <a:lnTo>
                  <a:pt x="77825" y="26776"/>
                </a:lnTo>
                <a:lnTo>
                  <a:pt x="78188" y="29395"/>
                </a:lnTo>
                <a:lnTo>
                  <a:pt x="78406" y="32134"/>
                </a:lnTo>
                <a:lnTo>
                  <a:pt x="78478" y="34990"/>
                </a:lnTo>
                <a:lnTo>
                  <a:pt x="78440" y="36882"/>
                </a:lnTo>
                <a:lnTo>
                  <a:pt x="78326" y="38724"/>
                </a:lnTo>
                <a:lnTo>
                  <a:pt x="78137" y="40515"/>
                </a:lnTo>
                <a:lnTo>
                  <a:pt x="77874" y="42254"/>
                </a:lnTo>
                <a:lnTo>
                  <a:pt x="77536" y="43939"/>
                </a:lnTo>
                <a:lnTo>
                  <a:pt x="77125" y="45571"/>
                </a:lnTo>
                <a:lnTo>
                  <a:pt x="76640" y="47147"/>
                </a:lnTo>
                <a:lnTo>
                  <a:pt x="76084" y="48666"/>
                </a:lnTo>
                <a:lnTo>
                  <a:pt x="75456" y="50127"/>
                </a:lnTo>
                <a:lnTo>
                  <a:pt x="74756" y="51529"/>
                </a:lnTo>
                <a:lnTo>
                  <a:pt x="73986" y="52871"/>
                </a:lnTo>
                <a:lnTo>
                  <a:pt x="73147" y="54152"/>
                </a:lnTo>
                <a:lnTo>
                  <a:pt x="72199" y="55370"/>
                </a:lnTo>
                <a:lnTo>
                  <a:pt x="71189" y="56525"/>
                </a:lnTo>
                <a:lnTo>
                  <a:pt x="70116" y="57617"/>
                </a:lnTo>
                <a:lnTo>
                  <a:pt x="68981" y="58644"/>
                </a:lnTo>
                <a:lnTo>
                  <a:pt x="67783" y="59607"/>
                </a:lnTo>
                <a:lnTo>
                  <a:pt x="66523" y="60504"/>
                </a:lnTo>
                <a:lnTo>
                  <a:pt x="65201" y="61335"/>
                </a:lnTo>
                <a:lnTo>
                  <a:pt x="63816" y="62100"/>
                </a:lnTo>
                <a:lnTo>
                  <a:pt x="62368" y="62798"/>
                </a:lnTo>
                <a:lnTo>
                  <a:pt x="60858" y="63428"/>
                </a:lnTo>
                <a:lnTo>
                  <a:pt x="59286" y="63989"/>
                </a:lnTo>
                <a:lnTo>
                  <a:pt x="57651" y="64482"/>
                </a:lnTo>
                <a:close/>
                <a:moveTo>
                  <a:pt x="16495" y="13496"/>
                </a:moveTo>
                <a:lnTo>
                  <a:pt x="16495" y="56651"/>
                </a:lnTo>
                <a:lnTo>
                  <a:pt x="37156" y="56651"/>
                </a:lnTo>
                <a:lnTo>
                  <a:pt x="39076" y="56613"/>
                </a:lnTo>
                <a:lnTo>
                  <a:pt x="40919" y="56498"/>
                </a:lnTo>
                <a:lnTo>
                  <a:pt x="42684" y="56307"/>
                </a:lnTo>
                <a:lnTo>
                  <a:pt x="44371" y="56040"/>
                </a:lnTo>
                <a:lnTo>
                  <a:pt x="45979" y="55696"/>
                </a:lnTo>
                <a:lnTo>
                  <a:pt x="47508" y="55276"/>
                </a:lnTo>
                <a:lnTo>
                  <a:pt x="48957" y="54780"/>
                </a:lnTo>
                <a:lnTo>
                  <a:pt x="50326" y="54207"/>
                </a:lnTo>
                <a:lnTo>
                  <a:pt x="51613" y="53558"/>
                </a:lnTo>
                <a:lnTo>
                  <a:pt x="52820" y="52833"/>
                </a:lnTo>
                <a:lnTo>
                  <a:pt x="53944" y="52031"/>
                </a:lnTo>
                <a:lnTo>
                  <a:pt x="54985" y="51153"/>
                </a:lnTo>
                <a:lnTo>
                  <a:pt x="55946" y="50201"/>
                </a:lnTo>
                <a:lnTo>
                  <a:pt x="56830" y="49180"/>
                </a:lnTo>
                <a:lnTo>
                  <a:pt x="57635" y="48088"/>
                </a:lnTo>
                <a:lnTo>
                  <a:pt x="58360" y="46925"/>
                </a:lnTo>
                <a:lnTo>
                  <a:pt x="59005" y="45691"/>
                </a:lnTo>
                <a:lnTo>
                  <a:pt x="59567" y="44384"/>
                </a:lnTo>
                <a:lnTo>
                  <a:pt x="60046" y="43004"/>
                </a:lnTo>
                <a:lnTo>
                  <a:pt x="60440" y="41550"/>
                </a:lnTo>
                <a:lnTo>
                  <a:pt x="60749" y="40023"/>
                </a:lnTo>
                <a:lnTo>
                  <a:pt x="60971" y="38421"/>
                </a:lnTo>
                <a:lnTo>
                  <a:pt x="61105" y="36743"/>
                </a:lnTo>
                <a:lnTo>
                  <a:pt x="61150" y="34990"/>
                </a:lnTo>
                <a:lnTo>
                  <a:pt x="61105" y="33276"/>
                </a:lnTo>
                <a:lnTo>
                  <a:pt x="60971" y="31630"/>
                </a:lnTo>
                <a:lnTo>
                  <a:pt x="60749" y="30054"/>
                </a:lnTo>
                <a:lnTo>
                  <a:pt x="60440" y="28548"/>
                </a:lnTo>
                <a:lnTo>
                  <a:pt x="60046" y="27111"/>
                </a:lnTo>
                <a:lnTo>
                  <a:pt x="59567" y="25743"/>
                </a:lnTo>
                <a:lnTo>
                  <a:pt x="59005" y="24445"/>
                </a:lnTo>
                <a:lnTo>
                  <a:pt x="58360" y="23216"/>
                </a:lnTo>
                <a:lnTo>
                  <a:pt x="57635" y="22056"/>
                </a:lnTo>
                <a:lnTo>
                  <a:pt x="56830" y="20966"/>
                </a:lnTo>
                <a:lnTo>
                  <a:pt x="55946" y="19946"/>
                </a:lnTo>
                <a:lnTo>
                  <a:pt x="54985" y="18995"/>
                </a:lnTo>
                <a:lnTo>
                  <a:pt x="53944" y="18117"/>
                </a:lnTo>
                <a:lnTo>
                  <a:pt x="52820" y="17315"/>
                </a:lnTo>
                <a:lnTo>
                  <a:pt x="51613" y="16589"/>
                </a:lnTo>
                <a:lnTo>
                  <a:pt x="50326" y="15940"/>
                </a:lnTo>
                <a:lnTo>
                  <a:pt x="48957" y="15367"/>
                </a:lnTo>
                <a:lnTo>
                  <a:pt x="47508" y="14871"/>
                </a:lnTo>
                <a:lnTo>
                  <a:pt x="45979" y="14451"/>
                </a:lnTo>
                <a:lnTo>
                  <a:pt x="44371" y="14107"/>
                </a:lnTo>
                <a:lnTo>
                  <a:pt x="42684" y="13840"/>
                </a:lnTo>
                <a:lnTo>
                  <a:pt x="40919" y="13649"/>
                </a:lnTo>
                <a:lnTo>
                  <a:pt x="39076" y="13534"/>
                </a:lnTo>
                <a:lnTo>
                  <a:pt x="37156" y="13496"/>
                </a:lnTo>
                <a:lnTo>
                  <a:pt x="16495" y="134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97" name="Original native bar-chart element 197">
            <a:extLst xmlns:a="http://schemas.openxmlformats.org/drawingml/2006/main">
              <a:ext uri="{FF2B5EF4-FFF2-40B4-BE49-F238E27FC236}">
                <a16:creationId xmlns:a16="http://schemas.microsoft.com/office/drawing/2014/main" id="{6212997D-9322-4F4D-9477-795087F9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73" y="1528214"/>
            <a:ext cx="83644" cy="95474"/>
          </a:xfrm>
          <a:custGeom xmlns:a="http://schemas.openxmlformats.org/drawingml/2006/main">
            <a:pathLst>
              <a:path w="83644" h="95474">
                <a:moveTo>
                  <a:pt x="41822" y="12663"/>
                </a:moveTo>
                <a:lnTo>
                  <a:pt x="39857" y="12729"/>
                </a:lnTo>
                <a:lnTo>
                  <a:pt x="37962" y="12927"/>
                </a:lnTo>
                <a:lnTo>
                  <a:pt x="36136" y="13257"/>
                </a:lnTo>
                <a:lnTo>
                  <a:pt x="34379" y="13718"/>
                </a:lnTo>
                <a:lnTo>
                  <a:pt x="32692" y="14312"/>
                </a:lnTo>
                <a:lnTo>
                  <a:pt x="31075" y="15038"/>
                </a:lnTo>
                <a:lnTo>
                  <a:pt x="29527" y="15895"/>
                </a:lnTo>
                <a:lnTo>
                  <a:pt x="28048" y="16884"/>
                </a:lnTo>
                <a:lnTo>
                  <a:pt x="26639" y="18005"/>
                </a:lnTo>
                <a:lnTo>
                  <a:pt x="25299" y="19259"/>
                </a:lnTo>
                <a:lnTo>
                  <a:pt x="24028" y="20644"/>
                </a:lnTo>
                <a:lnTo>
                  <a:pt x="22827" y="22161"/>
                </a:lnTo>
                <a:lnTo>
                  <a:pt x="21709" y="23789"/>
                </a:lnTo>
                <a:lnTo>
                  <a:pt x="20689" y="25508"/>
                </a:lnTo>
                <a:lnTo>
                  <a:pt x="19765" y="27318"/>
                </a:lnTo>
                <a:lnTo>
                  <a:pt x="18939" y="29220"/>
                </a:lnTo>
                <a:lnTo>
                  <a:pt x="18210" y="31215"/>
                </a:lnTo>
                <a:lnTo>
                  <a:pt x="17578" y="33303"/>
                </a:lnTo>
                <a:lnTo>
                  <a:pt x="17044" y="35485"/>
                </a:lnTo>
                <a:lnTo>
                  <a:pt x="16607" y="37761"/>
                </a:lnTo>
                <a:lnTo>
                  <a:pt x="16266" y="40132"/>
                </a:lnTo>
                <a:lnTo>
                  <a:pt x="16023" y="42599"/>
                </a:lnTo>
                <a:lnTo>
                  <a:pt x="15878" y="45161"/>
                </a:lnTo>
                <a:lnTo>
                  <a:pt x="15829" y="47820"/>
                </a:lnTo>
                <a:lnTo>
                  <a:pt x="15874" y="50518"/>
                </a:lnTo>
                <a:lnTo>
                  <a:pt x="16011" y="53112"/>
                </a:lnTo>
                <a:lnTo>
                  <a:pt x="16240" y="55604"/>
                </a:lnTo>
                <a:lnTo>
                  <a:pt x="16563" y="57996"/>
                </a:lnTo>
                <a:lnTo>
                  <a:pt x="16981" y="60289"/>
                </a:lnTo>
                <a:lnTo>
                  <a:pt x="17495" y="62483"/>
                </a:lnTo>
                <a:lnTo>
                  <a:pt x="18106" y="64580"/>
                </a:lnTo>
                <a:lnTo>
                  <a:pt x="18816" y="66580"/>
                </a:lnTo>
                <a:lnTo>
                  <a:pt x="19625" y="68486"/>
                </a:lnTo>
                <a:lnTo>
                  <a:pt x="20534" y="70299"/>
                </a:lnTo>
                <a:lnTo>
                  <a:pt x="21546" y="72018"/>
                </a:lnTo>
                <a:lnTo>
                  <a:pt x="22660" y="73646"/>
                </a:lnTo>
                <a:lnTo>
                  <a:pt x="23862" y="75160"/>
                </a:lnTo>
                <a:lnTo>
                  <a:pt x="25133" y="76536"/>
                </a:lnTo>
                <a:lnTo>
                  <a:pt x="26474" y="77775"/>
                </a:lnTo>
                <a:lnTo>
                  <a:pt x="27887" y="78880"/>
                </a:lnTo>
                <a:lnTo>
                  <a:pt x="29372" y="79849"/>
                </a:lnTo>
                <a:lnTo>
                  <a:pt x="30929" y="80686"/>
                </a:lnTo>
                <a:lnTo>
                  <a:pt x="32559" y="81391"/>
                </a:lnTo>
                <a:lnTo>
                  <a:pt x="34262" y="81965"/>
                </a:lnTo>
                <a:lnTo>
                  <a:pt x="36040" y="82410"/>
                </a:lnTo>
                <a:lnTo>
                  <a:pt x="37892" y="82726"/>
                </a:lnTo>
                <a:lnTo>
                  <a:pt x="39819" y="82915"/>
                </a:lnTo>
                <a:lnTo>
                  <a:pt x="41822" y="82977"/>
                </a:lnTo>
                <a:lnTo>
                  <a:pt x="43787" y="82915"/>
                </a:lnTo>
                <a:lnTo>
                  <a:pt x="45682" y="82726"/>
                </a:lnTo>
                <a:lnTo>
                  <a:pt x="47508" y="82410"/>
                </a:lnTo>
                <a:lnTo>
                  <a:pt x="49264" y="81965"/>
                </a:lnTo>
                <a:lnTo>
                  <a:pt x="50951" y="81391"/>
                </a:lnTo>
                <a:lnTo>
                  <a:pt x="52569" y="80686"/>
                </a:lnTo>
                <a:lnTo>
                  <a:pt x="54117" y="79849"/>
                </a:lnTo>
                <a:lnTo>
                  <a:pt x="55596" y="78880"/>
                </a:lnTo>
                <a:lnTo>
                  <a:pt x="57005" y="77775"/>
                </a:lnTo>
                <a:lnTo>
                  <a:pt x="58345" y="76536"/>
                </a:lnTo>
                <a:lnTo>
                  <a:pt x="59616" y="75160"/>
                </a:lnTo>
                <a:lnTo>
                  <a:pt x="60817" y="73646"/>
                </a:lnTo>
                <a:lnTo>
                  <a:pt x="61934" y="72018"/>
                </a:lnTo>
                <a:lnTo>
                  <a:pt x="62955" y="70299"/>
                </a:lnTo>
                <a:lnTo>
                  <a:pt x="63878" y="68486"/>
                </a:lnTo>
                <a:lnTo>
                  <a:pt x="64704" y="66580"/>
                </a:lnTo>
                <a:lnTo>
                  <a:pt x="65433" y="64580"/>
                </a:lnTo>
                <a:lnTo>
                  <a:pt x="66065" y="62483"/>
                </a:lnTo>
                <a:lnTo>
                  <a:pt x="66600" y="60289"/>
                </a:lnTo>
                <a:lnTo>
                  <a:pt x="67037" y="57996"/>
                </a:lnTo>
                <a:lnTo>
                  <a:pt x="67377" y="55604"/>
                </a:lnTo>
                <a:lnTo>
                  <a:pt x="67620" y="53112"/>
                </a:lnTo>
                <a:lnTo>
                  <a:pt x="67766" y="50518"/>
                </a:lnTo>
                <a:lnTo>
                  <a:pt x="67815" y="47820"/>
                </a:lnTo>
                <a:lnTo>
                  <a:pt x="67766" y="45196"/>
                </a:lnTo>
                <a:lnTo>
                  <a:pt x="67620" y="42656"/>
                </a:lnTo>
                <a:lnTo>
                  <a:pt x="67377" y="40202"/>
                </a:lnTo>
                <a:lnTo>
                  <a:pt x="67037" y="37835"/>
                </a:lnTo>
                <a:lnTo>
                  <a:pt x="66600" y="35556"/>
                </a:lnTo>
                <a:lnTo>
                  <a:pt x="66065" y="33366"/>
                </a:lnTo>
                <a:lnTo>
                  <a:pt x="65433" y="31266"/>
                </a:lnTo>
                <a:lnTo>
                  <a:pt x="64704" y="29257"/>
                </a:lnTo>
                <a:lnTo>
                  <a:pt x="63878" y="27341"/>
                </a:lnTo>
                <a:lnTo>
                  <a:pt x="62955" y="25519"/>
                </a:lnTo>
                <a:lnTo>
                  <a:pt x="61934" y="23792"/>
                </a:lnTo>
                <a:lnTo>
                  <a:pt x="60817" y="22161"/>
                </a:lnTo>
                <a:lnTo>
                  <a:pt x="59616" y="20644"/>
                </a:lnTo>
                <a:lnTo>
                  <a:pt x="58345" y="19259"/>
                </a:lnTo>
                <a:lnTo>
                  <a:pt x="57005" y="18005"/>
                </a:lnTo>
                <a:lnTo>
                  <a:pt x="55596" y="16884"/>
                </a:lnTo>
                <a:lnTo>
                  <a:pt x="54117" y="15895"/>
                </a:lnTo>
                <a:lnTo>
                  <a:pt x="52569" y="15038"/>
                </a:lnTo>
                <a:lnTo>
                  <a:pt x="50951" y="14312"/>
                </a:lnTo>
                <a:lnTo>
                  <a:pt x="49264" y="13718"/>
                </a:lnTo>
                <a:lnTo>
                  <a:pt x="47508" y="13257"/>
                </a:lnTo>
                <a:lnTo>
                  <a:pt x="45682" y="12927"/>
                </a:lnTo>
                <a:lnTo>
                  <a:pt x="43787" y="12729"/>
                </a:lnTo>
                <a:lnTo>
                  <a:pt x="41822" y="12663"/>
                </a:lnTo>
                <a:close/>
                <a:moveTo>
                  <a:pt x="41822" y="0"/>
                </a:moveTo>
                <a:lnTo>
                  <a:pt x="45012" y="90"/>
                </a:lnTo>
                <a:lnTo>
                  <a:pt x="48085" y="359"/>
                </a:lnTo>
                <a:lnTo>
                  <a:pt x="51041" y="807"/>
                </a:lnTo>
                <a:lnTo>
                  <a:pt x="53880" y="1432"/>
                </a:lnTo>
                <a:lnTo>
                  <a:pt x="56604" y="2232"/>
                </a:lnTo>
                <a:lnTo>
                  <a:pt x="59213" y="3207"/>
                </a:lnTo>
                <a:lnTo>
                  <a:pt x="61707" y="4356"/>
                </a:lnTo>
                <a:lnTo>
                  <a:pt x="64087" y="5677"/>
                </a:lnTo>
                <a:lnTo>
                  <a:pt x="66354" y="7170"/>
                </a:lnTo>
                <a:lnTo>
                  <a:pt x="68508" y="8832"/>
                </a:lnTo>
                <a:lnTo>
                  <a:pt x="70550" y="10664"/>
                </a:lnTo>
                <a:lnTo>
                  <a:pt x="72480" y="12663"/>
                </a:lnTo>
                <a:lnTo>
                  <a:pt x="74240" y="14854"/>
                </a:lnTo>
                <a:lnTo>
                  <a:pt x="75853" y="17177"/>
                </a:lnTo>
                <a:lnTo>
                  <a:pt x="77317" y="19633"/>
                </a:lnTo>
                <a:lnTo>
                  <a:pt x="78633" y="22222"/>
                </a:lnTo>
                <a:lnTo>
                  <a:pt x="79798" y="24946"/>
                </a:lnTo>
                <a:lnTo>
                  <a:pt x="80811" y="27805"/>
                </a:lnTo>
                <a:lnTo>
                  <a:pt x="81672" y="30799"/>
                </a:lnTo>
                <a:lnTo>
                  <a:pt x="82379" y="33929"/>
                </a:lnTo>
                <a:lnTo>
                  <a:pt x="82930" y="37195"/>
                </a:lnTo>
                <a:lnTo>
                  <a:pt x="83326" y="40599"/>
                </a:lnTo>
                <a:lnTo>
                  <a:pt x="83564" y="44141"/>
                </a:lnTo>
                <a:lnTo>
                  <a:pt x="83644" y="47820"/>
                </a:lnTo>
                <a:lnTo>
                  <a:pt x="83564" y="51500"/>
                </a:lnTo>
                <a:lnTo>
                  <a:pt x="83326" y="55040"/>
                </a:lnTo>
                <a:lnTo>
                  <a:pt x="82930" y="58442"/>
                </a:lnTo>
                <a:lnTo>
                  <a:pt x="82379" y="61705"/>
                </a:lnTo>
                <a:lnTo>
                  <a:pt x="81672" y="64829"/>
                </a:lnTo>
                <a:lnTo>
                  <a:pt x="80811" y="67815"/>
                </a:lnTo>
                <a:lnTo>
                  <a:pt x="79798" y="70661"/>
                </a:lnTo>
                <a:lnTo>
                  <a:pt x="78633" y="73369"/>
                </a:lnTo>
                <a:lnTo>
                  <a:pt x="77317" y="75937"/>
                </a:lnTo>
                <a:lnTo>
                  <a:pt x="75853" y="78367"/>
                </a:lnTo>
                <a:lnTo>
                  <a:pt x="74240" y="80658"/>
                </a:lnTo>
                <a:lnTo>
                  <a:pt x="72480" y="82811"/>
                </a:lnTo>
                <a:lnTo>
                  <a:pt x="70550" y="84845"/>
                </a:lnTo>
                <a:lnTo>
                  <a:pt x="68508" y="86699"/>
                </a:lnTo>
                <a:lnTo>
                  <a:pt x="66354" y="88374"/>
                </a:lnTo>
                <a:lnTo>
                  <a:pt x="64087" y="89870"/>
                </a:lnTo>
                <a:lnTo>
                  <a:pt x="61707" y="91188"/>
                </a:lnTo>
                <a:lnTo>
                  <a:pt x="59213" y="92329"/>
                </a:lnTo>
                <a:lnTo>
                  <a:pt x="56604" y="93292"/>
                </a:lnTo>
                <a:lnTo>
                  <a:pt x="53880" y="94079"/>
                </a:lnTo>
                <a:lnTo>
                  <a:pt x="51041" y="94690"/>
                </a:lnTo>
                <a:lnTo>
                  <a:pt x="48085" y="95126"/>
                </a:lnTo>
                <a:lnTo>
                  <a:pt x="45012" y="95387"/>
                </a:lnTo>
                <a:lnTo>
                  <a:pt x="41822" y="95474"/>
                </a:lnTo>
                <a:lnTo>
                  <a:pt x="38590" y="95387"/>
                </a:lnTo>
                <a:lnTo>
                  <a:pt x="35477" y="95126"/>
                </a:lnTo>
                <a:lnTo>
                  <a:pt x="32483" y="94690"/>
                </a:lnTo>
                <a:lnTo>
                  <a:pt x="29609" y="94079"/>
                </a:lnTo>
                <a:lnTo>
                  <a:pt x="26855" y="93292"/>
                </a:lnTo>
                <a:lnTo>
                  <a:pt x="24223" y="92329"/>
                </a:lnTo>
                <a:lnTo>
                  <a:pt x="21711" y="91188"/>
                </a:lnTo>
                <a:lnTo>
                  <a:pt x="19322" y="89870"/>
                </a:lnTo>
                <a:lnTo>
                  <a:pt x="17055" y="88374"/>
                </a:lnTo>
                <a:lnTo>
                  <a:pt x="14912" y="86699"/>
                </a:lnTo>
                <a:lnTo>
                  <a:pt x="12892" y="84845"/>
                </a:lnTo>
                <a:lnTo>
                  <a:pt x="10997" y="82811"/>
                </a:lnTo>
                <a:lnTo>
                  <a:pt x="9241" y="80658"/>
                </a:lnTo>
                <a:lnTo>
                  <a:pt x="7637" y="78367"/>
                </a:lnTo>
                <a:lnTo>
                  <a:pt x="6186" y="75937"/>
                </a:lnTo>
                <a:lnTo>
                  <a:pt x="4888" y="73369"/>
                </a:lnTo>
                <a:lnTo>
                  <a:pt x="3742" y="70661"/>
                </a:lnTo>
                <a:lnTo>
                  <a:pt x="2749" y="67815"/>
                </a:lnTo>
                <a:lnTo>
                  <a:pt x="1909" y="64829"/>
                </a:lnTo>
                <a:lnTo>
                  <a:pt x="1222" y="61705"/>
                </a:lnTo>
                <a:lnTo>
                  <a:pt x="687" y="58442"/>
                </a:lnTo>
                <a:lnTo>
                  <a:pt x="305" y="55040"/>
                </a:lnTo>
                <a:lnTo>
                  <a:pt x="76" y="51500"/>
                </a:lnTo>
                <a:lnTo>
                  <a:pt x="0" y="47820"/>
                </a:lnTo>
                <a:lnTo>
                  <a:pt x="76" y="44141"/>
                </a:lnTo>
                <a:lnTo>
                  <a:pt x="305" y="40599"/>
                </a:lnTo>
                <a:lnTo>
                  <a:pt x="687" y="37195"/>
                </a:lnTo>
                <a:lnTo>
                  <a:pt x="1222" y="33929"/>
                </a:lnTo>
                <a:lnTo>
                  <a:pt x="1909" y="30799"/>
                </a:lnTo>
                <a:lnTo>
                  <a:pt x="2749" y="27805"/>
                </a:lnTo>
                <a:lnTo>
                  <a:pt x="3742" y="24946"/>
                </a:lnTo>
                <a:lnTo>
                  <a:pt x="4888" y="22222"/>
                </a:lnTo>
                <a:lnTo>
                  <a:pt x="6186" y="19633"/>
                </a:lnTo>
                <a:lnTo>
                  <a:pt x="7637" y="17177"/>
                </a:lnTo>
                <a:lnTo>
                  <a:pt x="9241" y="14854"/>
                </a:lnTo>
                <a:lnTo>
                  <a:pt x="10997" y="12663"/>
                </a:lnTo>
                <a:lnTo>
                  <a:pt x="12892" y="10664"/>
                </a:lnTo>
                <a:lnTo>
                  <a:pt x="14912" y="8832"/>
                </a:lnTo>
                <a:lnTo>
                  <a:pt x="17055" y="7170"/>
                </a:lnTo>
                <a:lnTo>
                  <a:pt x="19322" y="5677"/>
                </a:lnTo>
                <a:lnTo>
                  <a:pt x="21711" y="4356"/>
                </a:lnTo>
                <a:lnTo>
                  <a:pt x="24223" y="3207"/>
                </a:lnTo>
                <a:lnTo>
                  <a:pt x="26855" y="2232"/>
                </a:lnTo>
                <a:lnTo>
                  <a:pt x="29609" y="1432"/>
                </a:lnTo>
                <a:lnTo>
                  <a:pt x="32483" y="807"/>
                </a:lnTo>
                <a:lnTo>
                  <a:pt x="35477" y="359"/>
                </a:lnTo>
                <a:lnTo>
                  <a:pt x="38590" y="90"/>
                </a:lnTo>
                <a:lnTo>
                  <a:pt x="418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98" name="Original native bar-chart element 198">
            <a:extLst xmlns:a="http://schemas.openxmlformats.org/drawingml/2006/main">
              <a:ext uri="{FF2B5EF4-FFF2-40B4-BE49-F238E27FC236}">
                <a16:creationId xmlns:a16="http://schemas.microsoft.com/office/drawing/2014/main" id="{26C8FD89-A6AB-43F6-9976-C6C3C63D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180" y="1530380"/>
            <a:ext cx="88642" cy="91142"/>
          </a:xfrm>
          <a:custGeom xmlns:a="http://schemas.openxmlformats.org/drawingml/2006/main">
            <a:pathLst>
              <a:path w="88642" h="91142">
                <a:moveTo>
                  <a:pt x="0" y="0"/>
                </a:moveTo>
                <a:lnTo>
                  <a:pt x="15829" y="0"/>
                </a:lnTo>
                <a:lnTo>
                  <a:pt x="44321" y="76479"/>
                </a:lnTo>
                <a:lnTo>
                  <a:pt x="72813" y="0"/>
                </a:lnTo>
                <a:lnTo>
                  <a:pt x="88642" y="0"/>
                </a:lnTo>
                <a:lnTo>
                  <a:pt x="54485" y="91142"/>
                </a:lnTo>
                <a:lnTo>
                  <a:pt x="34157" y="911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99" name="Original native bar-chart element 199">
            <a:extLst xmlns:a="http://schemas.openxmlformats.org/drawingml/2006/main">
              <a:ext uri="{FF2B5EF4-FFF2-40B4-BE49-F238E27FC236}">
                <a16:creationId xmlns:a16="http://schemas.microsoft.com/office/drawing/2014/main" id="{C1A0394C-1B4D-440E-92C2-0FF1504C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984" y="1528214"/>
            <a:ext cx="84477" cy="95474"/>
          </a:xfrm>
          <a:custGeom xmlns:a="http://schemas.openxmlformats.org/drawingml/2006/main">
            <a:pathLst>
              <a:path w="84477" h="95474">
                <a:moveTo>
                  <a:pt x="84477" y="43988"/>
                </a:moveTo>
                <a:lnTo>
                  <a:pt x="84477" y="51319"/>
                </a:lnTo>
                <a:lnTo>
                  <a:pt x="15662" y="51319"/>
                </a:lnTo>
                <a:lnTo>
                  <a:pt x="15878" y="53853"/>
                </a:lnTo>
                <a:lnTo>
                  <a:pt x="16192" y="56289"/>
                </a:lnTo>
                <a:lnTo>
                  <a:pt x="16605" y="58625"/>
                </a:lnTo>
                <a:lnTo>
                  <a:pt x="17119" y="60860"/>
                </a:lnTo>
                <a:lnTo>
                  <a:pt x="17735" y="62993"/>
                </a:lnTo>
                <a:lnTo>
                  <a:pt x="18453" y="65024"/>
                </a:lnTo>
                <a:lnTo>
                  <a:pt x="19276" y="66950"/>
                </a:lnTo>
                <a:lnTo>
                  <a:pt x="20204" y="68771"/>
                </a:lnTo>
                <a:lnTo>
                  <a:pt x="21239" y="70486"/>
                </a:lnTo>
                <a:lnTo>
                  <a:pt x="22381" y="72093"/>
                </a:lnTo>
                <a:lnTo>
                  <a:pt x="23632" y="73591"/>
                </a:lnTo>
                <a:lnTo>
                  <a:pt x="24993" y="74979"/>
                </a:lnTo>
                <a:lnTo>
                  <a:pt x="26413" y="76257"/>
                </a:lnTo>
                <a:lnTo>
                  <a:pt x="27924" y="77423"/>
                </a:lnTo>
                <a:lnTo>
                  <a:pt x="29526" y="78478"/>
                </a:lnTo>
                <a:lnTo>
                  <a:pt x="31220" y="79423"/>
                </a:lnTo>
                <a:lnTo>
                  <a:pt x="33006" y="80256"/>
                </a:lnTo>
                <a:lnTo>
                  <a:pt x="34886" y="80978"/>
                </a:lnTo>
                <a:lnTo>
                  <a:pt x="36860" y="81589"/>
                </a:lnTo>
                <a:lnTo>
                  <a:pt x="38928" y="82089"/>
                </a:lnTo>
                <a:lnTo>
                  <a:pt x="41090" y="82477"/>
                </a:lnTo>
                <a:lnTo>
                  <a:pt x="43348" y="82755"/>
                </a:lnTo>
                <a:lnTo>
                  <a:pt x="45703" y="82922"/>
                </a:lnTo>
                <a:lnTo>
                  <a:pt x="48153" y="82977"/>
                </a:lnTo>
                <a:lnTo>
                  <a:pt x="49570" y="82963"/>
                </a:lnTo>
                <a:lnTo>
                  <a:pt x="50984" y="82922"/>
                </a:lnTo>
                <a:lnTo>
                  <a:pt x="52397" y="82852"/>
                </a:lnTo>
                <a:lnTo>
                  <a:pt x="53806" y="82755"/>
                </a:lnTo>
                <a:lnTo>
                  <a:pt x="55211" y="82630"/>
                </a:lnTo>
                <a:lnTo>
                  <a:pt x="56609" y="82477"/>
                </a:lnTo>
                <a:lnTo>
                  <a:pt x="58001" y="82297"/>
                </a:lnTo>
                <a:lnTo>
                  <a:pt x="59385" y="82089"/>
                </a:lnTo>
                <a:lnTo>
                  <a:pt x="60759" y="81852"/>
                </a:lnTo>
                <a:lnTo>
                  <a:pt x="62123" y="81589"/>
                </a:lnTo>
                <a:lnTo>
                  <a:pt x="63476" y="81297"/>
                </a:lnTo>
                <a:lnTo>
                  <a:pt x="64816" y="80978"/>
                </a:lnTo>
                <a:lnTo>
                  <a:pt x="66152" y="80627"/>
                </a:lnTo>
                <a:lnTo>
                  <a:pt x="67494" y="80242"/>
                </a:lnTo>
                <a:lnTo>
                  <a:pt x="68840" y="79822"/>
                </a:lnTo>
                <a:lnTo>
                  <a:pt x="70191" y="79367"/>
                </a:lnTo>
                <a:lnTo>
                  <a:pt x="71543" y="78878"/>
                </a:lnTo>
                <a:lnTo>
                  <a:pt x="72897" y="78353"/>
                </a:lnTo>
                <a:lnTo>
                  <a:pt x="74250" y="77795"/>
                </a:lnTo>
                <a:lnTo>
                  <a:pt x="75603" y="77201"/>
                </a:lnTo>
                <a:lnTo>
                  <a:pt x="76953" y="76573"/>
                </a:lnTo>
                <a:lnTo>
                  <a:pt x="78299" y="75910"/>
                </a:lnTo>
                <a:lnTo>
                  <a:pt x="79641" y="75212"/>
                </a:lnTo>
                <a:lnTo>
                  <a:pt x="80978" y="74480"/>
                </a:lnTo>
                <a:lnTo>
                  <a:pt x="80978" y="88642"/>
                </a:lnTo>
                <a:lnTo>
                  <a:pt x="79641" y="89215"/>
                </a:lnTo>
                <a:lnTo>
                  <a:pt x="78298" y="89765"/>
                </a:lnTo>
                <a:lnTo>
                  <a:pt x="76948" y="90293"/>
                </a:lnTo>
                <a:lnTo>
                  <a:pt x="75590" y="90796"/>
                </a:lnTo>
                <a:lnTo>
                  <a:pt x="74226" y="91274"/>
                </a:lnTo>
                <a:lnTo>
                  <a:pt x="72855" y="91725"/>
                </a:lnTo>
                <a:lnTo>
                  <a:pt x="71477" y="92148"/>
                </a:lnTo>
                <a:lnTo>
                  <a:pt x="70092" y="92542"/>
                </a:lnTo>
                <a:lnTo>
                  <a:pt x="68700" y="92907"/>
                </a:lnTo>
                <a:lnTo>
                  <a:pt x="67301" y="93240"/>
                </a:lnTo>
                <a:lnTo>
                  <a:pt x="65895" y="93540"/>
                </a:lnTo>
                <a:lnTo>
                  <a:pt x="64482" y="93808"/>
                </a:lnTo>
                <a:lnTo>
                  <a:pt x="63063" y="94050"/>
                </a:lnTo>
                <a:lnTo>
                  <a:pt x="61637" y="94278"/>
                </a:lnTo>
                <a:lnTo>
                  <a:pt x="60207" y="94490"/>
                </a:lnTo>
                <a:lnTo>
                  <a:pt x="58774" y="94684"/>
                </a:lnTo>
                <a:lnTo>
                  <a:pt x="57338" y="94860"/>
                </a:lnTo>
                <a:lnTo>
                  <a:pt x="55901" y="95016"/>
                </a:lnTo>
                <a:lnTo>
                  <a:pt x="54464" y="95151"/>
                </a:lnTo>
                <a:lnTo>
                  <a:pt x="53029" y="95264"/>
                </a:lnTo>
                <a:lnTo>
                  <a:pt x="51595" y="95354"/>
                </a:lnTo>
                <a:lnTo>
                  <a:pt x="50165" y="95420"/>
                </a:lnTo>
                <a:lnTo>
                  <a:pt x="48740" y="95460"/>
                </a:lnTo>
                <a:lnTo>
                  <a:pt x="47320" y="95474"/>
                </a:lnTo>
                <a:lnTo>
                  <a:pt x="43721" y="95387"/>
                </a:lnTo>
                <a:lnTo>
                  <a:pt x="40252" y="95127"/>
                </a:lnTo>
                <a:lnTo>
                  <a:pt x="36914" y="94693"/>
                </a:lnTo>
                <a:lnTo>
                  <a:pt x="33707" y="94085"/>
                </a:lnTo>
                <a:lnTo>
                  <a:pt x="30629" y="93304"/>
                </a:lnTo>
                <a:lnTo>
                  <a:pt x="27680" y="92350"/>
                </a:lnTo>
                <a:lnTo>
                  <a:pt x="24859" y="91221"/>
                </a:lnTo>
                <a:lnTo>
                  <a:pt x="22167" y="89920"/>
                </a:lnTo>
                <a:lnTo>
                  <a:pt x="19601" y="88444"/>
                </a:lnTo>
                <a:lnTo>
                  <a:pt x="17163" y="86796"/>
                </a:lnTo>
                <a:lnTo>
                  <a:pt x="14850" y="84973"/>
                </a:lnTo>
                <a:lnTo>
                  <a:pt x="12663" y="82977"/>
                </a:lnTo>
                <a:lnTo>
                  <a:pt x="10629" y="80829"/>
                </a:lnTo>
                <a:lnTo>
                  <a:pt x="8775" y="78549"/>
                </a:lnTo>
                <a:lnTo>
                  <a:pt x="7100" y="76138"/>
                </a:lnTo>
                <a:lnTo>
                  <a:pt x="5603" y="73597"/>
                </a:lnTo>
                <a:lnTo>
                  <a:pt x="4285" y="70927"/>
                </a:lnTo>
                <a:lnTo>
                  <a:pt x="3145" y="68127"/>
                </a:lnTo>
                <a:lnTo>
                  <a:pt x="2182" y="65199"/>
                </a:lnTo>
                <a:lnTo>
                  <a:pt x="1395" y="62143"/>
                </a:lnTo>
                <a:lnTo>
                  <a:pt x="784" y="58960"/>
                </a:lnTo>
                <a:lnTo>
                  <a:pt x="348" y="55651"/>
                </a:lnTo>
                <a:lnTo>
                  <a:pt x="87" y="52215"/>
                </a:lnTo>
                <a:lnTo>
                  <a:pt x="0" y="48653"/>
                </a:lnTo>
                <a:lnTo>
                  <a:pt x="83" y="45008"/>
                </a:lnTo>
                <a:lnTo>
                  <a:pt x="333" y="41489"/>
                </a:lnTo>
                <a:lnTo>
                  <a:pt x="750" y="38094"/>
                </a:lnTo>
                <a:lnTo>
                  <a:pt x="1333" y="34824"/>
                </a:lnTo>
                <a:lnTo>
                  <a:pt x="2083" y="31679"/>
                </a:lnTo>
                <a:lnTo>
                  <a:pt x="2999" y="28659"/>
                </a:lnTo>
                <a:lnTo>
                  <a:pt x="4082" y="25764"/>
                </a:lnTo>
                <a:lnTo>
                  <a:pt x="5332" y="22994"/>
                </a:lnTo>
                <a:lnTo>
                  <a:pt x="6748" y="20349"/>
                </a:lnTo>
                <a:lnTo>
                  <a:pt x="8331" y="17828"/>
                </a:lnTo>
                <a:lnTo>
                  <a:pt x="10081" y="15433"/>
                </a:lnTo>
                <a:lnTo>
                  <a:pt x="11997" y="13163"/>
                </a:lnTo>
                <a:lnTo>
                  <a:pt x="14058" y="11084"/>
                </a:lnTo>
                <a:lnTo>
                  <a:pt x="16244" y="9180"/>
                </a:lnTo>
                <a:lnTo>
                  <a:pt x="18552" y="7451"/>
                </a:lnTo>
                <a:lnTo>
                  <a:pt x="20982" y="5900"/>
                </a:lnTo>
                <a:lnTo>
                  <a:pt x="23532" y="4526"/>
                </a:lnTo>
                <a:lnTo>
                  <a:pt x="26201" y="3332"/>
                </a:lnTo>
                <a:lnTo>
                  <a:pt x="28988" y="2319"/>
                </a:lnTo>
                <a:lnTo>
                  <a:pt x="31892" y="1487"/>
                </a:lnTo>
                <a:lnTo>
                  <a:pt x="34912" y="838"/>
                </a:lnTo>
                <a:lnTo>
                  <a:pt x="38047" y="373"/>
                </a:lnTo>
                <a:lnTo>
                  <a:pt x="41294" y="94"/>
                </a:lnTo>
                <a:lnTo>
                  <a:pt x="44654" y="0"/>
                </a:lnTo>
                <a:lnTo>
                  <a:pt x="47681" y="83"/>
                </a:lnTo>
                <a:lnTo>
                  <a:pt x="50598" y="332"/>
                </a:lnTo>
                <a:lnTo>
                  <a:pt x="53405" y="747"/>
                </a:lnTo>
                <a:lnTo>
                  <a:pt x="56102" y="1327"/>
                </a:lnTo>
                <a:lnTo>
                  <a:pt x="58690" y="2071"/>
                </a:lnTo>
                <a:lnTo>
                  <a:pt x="61171" y="2978"/>
                </a:lnTo>
                <a:lnTo>
                  <a:pt x="63543" y="4049"/>
                </a:lnTo>
                <a:lnTo>
                  <a:pt x="65809" y="5282"/>
                </a:lnTo>
                <a:lnTo>
                  <a:pt x="67968" y="6678"/>
                </a:lnTo>
                <a:lnTo>
                  <a:pt x="70022" y="8235"/>
                </a:lnTo>
                <a:lnTo>
                  <a:pt x="71970" y="9952"/>
                </a:lnTo>
                <a:lnTo>
                  <a:pt x="73813" y="11830"/>
                </a:lnTo>
                <a:lnTo>
                  <a:pt x="75493" y="13885"/>
                </a:lnTo>
                <a:lnTo>
                  <a:pt x="77033" y="16052"/>
                </a:lnTo>
                <a:lnTo>
                  <a:pt x="78432" y="18331"/>
                </a:lnTo>
                <a:lnTo>
                  <a:pt x="79688" y="20723"/>
                </a:lnTo>
                <a:lnTo>
                  <a:pt x="80801" y="23228"/>
                </a:lnTo>
                <a:lnTo>
                  <a:pt x="81769" y="25847"/>
                </a:lnTo>
                <a:lnTo>
                  <a:pt x="82592" y="28581"/>
                </a:lnTo>
                <a:lnTo>
                  <a:pt x="83267" y="31430"/>
                </a:lnTo>
                <a:lnTo>
                  <a:pt x="83795" y="34394"/>
                </a:lnTo>
                <a:lnTo>
                  <a:pt x="84173" y="37475"/>
                </a:lnTo>
                <a:lnTo>
                  <a:pt x="84401" y="40673"/>
                </a:lnTo>
                <a:lnTo>
                  <a:pt x="84477" y="43988"/>
                </a:lnTo>
                <a:close/>
                <a:moveTo>
                  <a:pt x="69481" y="39656"/>
                </a:moveTo>
                <a:lnTo>
                  <a:pt x="69394" y="37649"/>
                </a:lnTo>
                <a:lnTo>
                  <a:pt x="69218" y="35712"/>
                </a:lnTo>
                <a:lnTo>
                  <a:pt x="68952" y="33842"/>
                </a:lnTo>
                <a:lnTo>
                  <a:pt x="68598" y="32041"/>
                </a:lnTo>
                <a:lnTo>
                  <a:pt x="68157" y="30306"/>
                </a:lnTo>
                <a:lnTo>
                  <a:pt x="67627" y="28638"/>
                </a:lnTo>
                <a:lnTo>
                  <a:pt x="67011" y="27036"/>
                </a:lnTo>
                <a:lnTo>
                  <a:pt x="66309" y="25499"/>
                </a:lnTo>
                <a:lnTo>
                  <a:pt x="65521" y="24027"/>
                </a:lnTo>
                <a:lnTo>
                  <a:pt x="64648" y="22620"/>
                </a:lnTo>
                <a:lnTo>
                  <a:pt x="63691" y="21275"/>
                </a:lnTo>
                <a:lnTo>
                  <a:pt x="62649" y="19995"/>
                </a:lnTo>
                <a:lnTo>
                  <a:pt x="61494" y="18835"/>
                </a:lnTo>
                <a:lnTo>
                  <a:pt x="60276" y="17774"/>
                </a:lnTo>
                <a:lnTo>
                  <a:pt x="58997" y="16810"/>
                </a:lnTo>
                <a:lnTo>
                  <a:pt x="57657" y="15946"/>
                </a:lnTo>
                <a:lnTo>
                  <a:pt x="56257" y="15181"/>
                </a:lnTo>
                <a:lnTo>
                  <a:pt x="54797" y="14517"/>
                </a:lnTo>
                <a:lnTo>
                  <a:pt x="53279" y="13953"/>
                </a:lnTo>
                <a:lnTo>
                  <a:pt x="51702" y="13490"/>
                </a:lnTo>
                <a:lnTo>
                  <a:pt x="50067" y="13129"/>
                </a:lnTo>
                <a:lnTo>
                  <a:pt x="48375" y="12871"/>
                </a:lnTo>
                <a:lnTo>
                  <a:pt x="46626" y="12715"/>
                </a:lnTo>
                <a:lnTo>
                  <a:pt x="44821" y="12663"/>
                </a:lnTo>
                <a:lnTo>
                  <a:pt x="42773" y="12715"/>
                </a:lnTo>
                <a:lnTo>
                  <a:pt x="40794" y="12870"/>
                </a:lnTo>
                <a:lnTo>
                  <a:pt x="38885" y="13127"/>
                </a:lnTo>
                <a:lnTo>
                  <a:pt x="37045" y="13484"/>
                </a:lnTo>
                <a:lnTo>
                  <a:pt x="35275" y="13941"/>
                </a:lnTo>
                <a:lnTo>
                  <a:pt x="33574" y="14496"/>
                </a:lnTo>
                <a:lnTo>
                  <a:pt x="31943" y="15148"/>
                </a:lnTo>
                <a:lnTo>
                  <a:pt x="30381" y="15897"/>
                </a:lnTo>
                <a:lnTo>
                  <a:pt x="28888" y="16740"/>
                </a:lnTo>
                <a:lnTo>
                  <a:pt x="27465" y="17677"/>
                </a:lnTo>
                <a:lnTo>
                  <a:pt x="26111" y="18707"/>
                </a:lnTo>
                <a:lnTo>
                  <a:pt x="24827" y="19828"/>
                </a:lnTo>
                <a:lnTo>
                  <a:pt x="23619" y="21036"/>
                </a:lnTo>
                <a:lnTo>
                  <a:pt x="22495" y="22326"/>
                </a:lnTo>
                <a:lnTo>
                  <a:pt x="21458" y="23699"/>
                </a:lnTo>
                <a:lnTo>
                  <a:pt x="20507" y="25154"/>
                </a:lnTo>
                <a:lnTo>
                  <a:pt x="19644" y="26689"/>
                </a:lnTo>
                <a:lnTo>
                  <a:pt x="18870" y="28305"/>
                </a:lnTo>
                <a:lnTo>
                  <a:pt x="18186" y="30000"/>
                </a:lnTo>
                <a:lnTo>
                  <a:pt x="17594" y="31775"/>
                </a:lnTo>
                <a:lnTo>
                  <a:pt x="17094" y="33629"/>
                </a:lnTo>
                <a:lnTo>
                  <a:pt x="16688" y="35560"/>
                </a:lnTo>
                <a:lnTo>
                  <a:pt x="16377" y="37570"/>
                </a:lnTo>
                <a:lnTo>
                  <a:pt x="16162" y="39656"/>
                </a:lnTo>
                <a:lnTo>
                  <a:pt x="69481" y="396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00" name="Original native bar-chart element 200">
            <a:extLst xmlns:a="http://schemas.openxmlformats.org/drawingml/2006/main">
              <a:ext uri="{FF2B5EF4-FFF2-40B4-BE49-F238E27FC236}">
                <a16:creationId xmlns:a16="http://schemas.microsoft.com/office/drawing/2014/main" id="{8D767C0C-0B75-49E6-A91E-51A3E388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455" y="1528214"/>
            <a:ext cx="53319" cy="93308"/>
          </a:xfrm>
          <a:custGeom xmlns:a="http://schemas.openxmlformats.org/drawingml/2006/main">
            <a:pathLst>
              <a:path w="53319" h="93308">
                <a:moveTo>
                  <a:pt x="53319" y="16162"/>
                </a:moveTo>
                <a:lnTo>
                  <a:pt x="52899" y="15919"/>
                </a:lnTo>
                <a:lnTo>
                  <a:pt x="52472" y="15689"/>
                </a:lnTo>
                <a:lnTo>
                  <a:pt x="52038" y="15472"/>
                </a:lnTo>
                <a:lnTo>
                  <a:pt x="51597" y="15267"/>
                </a:lnTo>
                <a:lnTo>
                  <a:pt x="51149" y="15074"/>
                </a:lnTo>
                <a:lnTo>
                  <a:pt x="50694" y="14892"/>
                </a:lnTo>
                <a:lnTo>
                  <a:pt x="50233" y="14720"/>
                </a:lnTo>
                <a:lnTo>
                  <a:pt x="49764" y="14558"/>
                </a:lnTo>
                <a:lnTo>
                  <a:pt x="49289" y="14405"/>
                </a:lnTo>
                <a:lnTo>
                  <a:pt x="48806" y="14261"/>
                </a:lnTo>
                <a:lnTo>
                  <a:pt x="48317" y="14125"/>
                </a:lnTo>
                <a:lnTo>
                  <a:pt x="47820" y="13996"/>
                </a:lnTo>
                <a:lnTo>
                  <a:pt x="47317" y="13913"/>
                </a:lnTo>
                <a:lnTo>
                  <a:pt x="46807" y="13831"/>
                </a:lnTo>
                <a:lnTo>
                  <a:pt x="46289" y="13751"/>
                </a:lnTo>
                <a:lnTo>
                  <a:pt x="45765" y="13675"/>
                </a:lnTo>
                <a:lnTo>
                  <a:pt x="45234" y="13604"/>
                </a:lnTo>
                <a:lnTo>
                  <a:pt x="44696" y="13538"/>
                </a:lnTo>
                <a:lnTo>
                  <a:pt x="44151" y="13479"/>
                </a:lnTo>
                <a:lnTo>
                  <a:pt x="43599" y="13428"/>
                </a:lnTo>
                <a:lnTo>
                  <a:pt x="43040" y="13387"/>
                </a:lnTo>
                <a:lnTo>
                  <a:pt x="42474" y="13356"/>
                </a:lnTo>
                <a:lnTo>
                  <a:pt x="41902" y="13336"/>
                </a:lnTo>
                <a:lnTo>
                  <a:pt x="41322" y="13330"/>
                </a:lnTo>
                <a:lnTo>
                  <a:pt x="39239" y="13389"/>
                </a:lnTo>
                <a:lnTo>
                  <a:pt x="37240" y="13565"/>
                </a:lnTo>
                <a:lnTo>
                  <a:pt x="35324" y="13858"/>
                </a:lnTo>
                <a:lnTo>
                  <a:pt x="33491" y="14268"/>
                </a:lnTo>
                <a:lnTo>
                  <a:pt x="31741" y="14793"/>
                </a:lnTo>
                <a:lnTo>
                  <a:pt x="30075" y="15433"/>
                </a:lnTo>
                <a:lnTo>
                  <a:pt x="28492" y="16188"/>
                </a:lnTo>
                <a:lnTo>
                  <a:pt x="26993" y="17057"/>
                </a:lnTo>
                <a:lnTo>
                  <a:pt x="25576" y="18039"/>
                </a:lnTo>
                <a:lnTo>
                  <a:pt x="24243" y="19134"/>
                </a:lnTo>
                <a:lnTo>
                  <a:pt x="22994" y="20342"/>
                </a:lnTo>
                <a:lnTo>
                  <a:pt x="21827" y="21661"/>
                </a:lnTo>
                <a:lnTo>
                  <a:pt x="20713" y="23084"/>
                </a:lnTo>
                <a:lnTo>
                  <a:pt x="19701" y="24605"/>
                </a:lnTo>
                <a:lnTo>
                  <a:pt x="18792" y="26225"/>
                </a:lnTo>
                <a:lnTo>
                  <a:pt x="17983" y="27943"/>
                </a:lnTo>
                <a:lnTo>
                  <a:pt x="17273" y="29761"/>
                </a:lnTo>
                <a:lnTo>
                  <a:pt x="16662" y="31679"/>
                </a:lnTo>
                <a:lnTo>
                  <a:pt x="16148" y="33697"/>
                </a:lnTo>
                <a:lnTo>
                  <a:pt x="15730" y="35817"/>
                </a:lnTo>
                <a:lnTo>
                  <a:pt x="15407" y="38039"/>
                </a:lnTo>
                <a:lnTo>
                  <a:pt x="15178" y="40363"/>
                </a:lnTo>
                <a:lnTo>
                  <a:pt x="15041" y="42790"/>
                </a:lnTo>
                <a:lnTo>
                  <a:pt x="14996" y="45321"/>
                </a:lnTo>
                <a:lnTo>
                  <a:pt x="14996" y="93308"/>
                </a:lnTo>
                <a:lnTo>
                  <a:pt x="0" y="93308"/>
                </a:lnTo>
                <a:lnTo>
                  <a:pt x="0" y="2166"/>
                </a:lnTo>
                <a:lnTo>
                  <a:pt x="14996" y="2166"/>
                </a:lnTo>
                <a:lnTo>
                  <a:pt x="14996" y="16329"/>
                </a:lnTo>
                <a:lnTo>
                  <a:pt x="15770" y="14982"/>
                </a:lnTo>
                <a:lnTo>
                  <a:pt x="16591" y="13691"/>
                </a:lnTo>
                <a:lnTo>
                  <a:pt x="17459" y="12458"/>
                </a:lnTo>
                <a:lnTo>
                  <a:pt x="18371" y="11281"/>
                </a:lnTo>
                <a:lnTo>
                  <a:pt x="19328" y="10162"/>
                </a:lnTo>
                <a:lnTo>
                  <a:pt x="20328" y="9102"/>
                </a:lnTo>
                <a:lnTo>
                  <a:pt x="21369" y="8100"/>
                </a:lnTo>
                <a:lnTo>
                  <a:pt x="22451" y="7159"/>
                </a:lnTo>
                <a:lnTo>
                  <a:pt x="23572" y="6277"/>
                </a:lnTo>
                <a:lnTo>
                  <a:pt x="24731" y="5456"/>
                </a:lnTo>
                <a:lnTo>
                  <a:pt x="25927" y="4697"/>
                </a:lnTo>
                <a:lnTo>
                  <a:pt x="27159" y="3999"/>
                </a:lnTo>
                <a:lnTo>
                  <a:pt x="28433" y="3360"/>
                </a:lnTo>
                <a:lnTo>
                  <a:pt x="29756" y="2777"/>
                </a:lnTo>
                <a:lnTo>
                  <a:pt x="31127" y="2249"/>
                </a:lnTo>
                <a:lnTo>
                  <a:pt x="32547" y="1777"/>
                </a:lnTo>
                <a:lnTo>
                  <a:pt x="34015" y="1361"/>
                </a:lnTo>
                <a:lnTo>
                  <a:pt x="35532" y="1000"/>
                </a:lnTo>
                <a:lnTo>
                  <a:pt x="37097" y="694"/>
                </a:lnTo>
                <a:lnTo>
                  <a:pt x="38712" y="444"/>
                </a:lnTo>
                <a:lnTo>
                  <a:pt x="40374" y="250"/>
                </a:lnTo>
                <a:lnTo>
                  <a:pt x="42086" y="111"/>
                </a:lnTo>
                <a:lnTo>
                  <a:pt x="43846" y="28"/>
                </a:lnTo>
                <a:lnTo>
                  <a:pt x="45654" y="0"/>
                </a:lnTo>
                <a:lnTo>
                  <a:pt x="45908" y="3"/>
                </a:lnTo>
                <a:lnTo>
                  <a:pt x="46168" y="12"/>
                </a:lnTo>
                <a:lnTo>
                  <a:pt x="46435" y="26"/>
                </a:lnTo>
                <a:lnTo>
                  <a:pt x="46709" y="43"/>
                </a:lnTo>
                <a:lnTo>
                  <a:pt x="46991" y="63"/>
                </a:lnTo>
                <a:lnTo>
                  <a:pt x="47279" y="83"/>
                </a:lnTo>
                <a:lnTo>
                  <a:pt x="47574" y="104"/>
                </a:lnTo>
                <a:lnTo>
                  <a:pt x="47876" y="123"/>
                </a:lnTo>
                <a:lnTo>
                  <a:pt x="48185" y="141"/>
                </a:lnTo>
                <a:lnTo>
                  <a:pt x="48501" y="154"/>
                </a:lnTo>
                <a:lnTo>
                  <a:pt x="48823" y="163"/>
                </a:lnTo>
                <a:lnTo>
                  <a:pt x="49153" y="167"/>
                </a:lnTo>
                <a:lnTo>
                  <a:pt x="49448" y="208"/>
                </a:lnTo>
                <a:lnTo>
                  <a:pt x="49751" y="251"/>
                </a:lnTo>
                <a:lnTo>
                  <a:pt x="50062" y="294"/>
                </a:lnTo>
                <a:lnTo>
                  <a:pt x="50381" y="339"/>
                </a:lnTo>
                <a:lnTo>
                  <a:pt x="50710" y="387"/>
                </a:lnTo>
                <a:lnTo>
                  <a:pt x="51048" y="437"/>
                </a:lnTo>
                <a:lnTo>
                  <a:pt x="51397" y="491"/>
                </a:lnTo>
                <a:lnTo>
                  <a:pt x="51757" y="549"/>
                </a:lnTo>
                <a:lnTo>
                  <a:pt x="52129" y="612"/>
                </a:lnTo>
                <a:lnTo>
                  <a:pt x="52513" y="680"/>
                </a:lnTo>
                <a:lnTo>
                  <a:pt x="52909" y="753"/>
                </a:lnTo>
                <a:lnTo>
                  <a:pt x="53319" y="833"/>
                </a:lnTo>
                <a:lnTo>
                  <a:pt x="53319" y="161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01" name="Original native bar-chart element 201">
            <a:extLst xmlns:a="http://schemas.openxmlformats.org/drawingml/2006/main">
              <a:ext uri="{FF2B5EF4-FFF2-40B4-BE49-F238E27FC236}">
                <a16:creationId xmlns:a16="http://schemas.microsoft.com/office/drawing/2014/main" id="{9CF65886-BD86-4B0C-A039-F828867D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024" y="3839434"/>
            <a:ext cx="1346667" cy="220306"/>
          </a:xfrm>
          <a:custGeom xmlns:a="http://schemas.openxmlformats.org/drawingml/2006/main">
            <a:pathLst>
              <a:path w="1346667" h="220306">
                <a:moveTo>
                  <a:pt x="63287" y="1751"/>
                </a:moveTo>
                <a:lnTo>
                  <a:pt x="58774" y="4715"/>
                </a:lnTo>
                <a:lnTo>
                  <a:pt x="54686" y="7481"/>
                </a:lnTo>
                <a:lnTo>
                  <a:pt x="50976" y="10087"/>
                </a:lnTo>
                <a:lnTo>
                  <a:pt x="47601" y="12570"/>
                </a:lnTo>
                <a:lnTo>
                  <a:pt x="44513" y="14968"/>
                </a:lnTo>
                <a:lnTo>
                  <a:pt x="41668" y="17318"/>
                </a:lnTo>
                <a:lnTo>
                  <a:pt x="39021" y="19657"/>
                </a:lnTo>
                <a:lnTo>
                  <a:pt x="36526" y="22023"/>
                </a:lnTo>
                <a:lnTo>
                  <a:pt x="34138" y="24452"/>
                </a:lnTo>
                <a:lnTo>
                  <a:pt x="31811" y="26984"/>
                </a:lnTo>
                <a:lnTo>
                  <a:pt x="29500" y="29654"/>
                </a:lnTo>
                <a:lnTo>
                  <a:pt x="27159" y="32500"/>
                </a:lnTo>
                <a:lnTo>
                  <a:pt x="22804" y="38142"/>
                </a:lnTo>
                <a:lnTo>
                  <a:pt x="18831" y="43927"/>
                </a:lnTo>
                <a:lnTo>
                  <a:pt x="15241" y="49857"/>
                </a:lnTo>
                <a:lnTo>
                  <a:pt x="12033" y="55938"/>
                </a:lnTo>
                <a:lnTo>
                  <a:pt x="9206" y="62171"/>
                </a:lnTo>
                <a:lnTo>
                  <a:pt x="6758" y="68561"/>
                </a:lnTo>
                <a:lnTo>
                  <a:pt x="4689" y="75111"/>
                </a:lnTo>
                <a:lnTo>
                  <a:pt x="2999" y="81825"/>
                </a:lnTo>
                <a:lnTo>
                  <a:pt x="1686" y="88706"/>
                </a:lnTo>
                <a:lnTo>
                  <a:pt x="749" y="95759"/>
                </a:lnTo>
                <a:lnTo>
                  <a:pt x="187" y="102985"/>
                </a:lnTo>
                <a:lnTo>
                  <a:pt x="0" y="110389"/>
                </a:lnTo>
                <a:lnTo>
                  <a:pt x="200" y="118374"/>
                </a:lnTo>
                <a:lnTo>
                  <a:pt x="807" y="126079"/>
                </a:lnTo>
                <a:lnTo>
                  <a:pt x="1834" y="133532"/>
                </a:lnTo>
                <a:lnTo>
                  <a:pt x="3293" y="140764"/>
                </a:lnTo>
                <a:lnTo>
                  <a:pt x="5197" y="147804"/>
                </a:lnTo>
                <a:lnTo>
                  <a:pt x="7559" y="154681"/>
                </a:lnTo>
                <a:lnTo>
                  <a:pt x="10390" y="161425"/>
                </a:lnTo>
                <a:lnTo>
                  <a:pt x="13703" y="168065"/>
                </a:lnTo>
                <a:lnTo>
                  <a:pt x="17511" y="174630"/>
                </a:lnTo>
                <a:lnTo>
                  <a:pt x="21826" y="181150"/>
                </a:lnTo>
                <a:lnTo>
                  <a:pt x="26660" y="187653"/>
                </a:lnTo>
                <a:lnTo>
                  <a:pt x="32027" y="194171"/>
                </a:lnTo>
                <a:lnTo>
                  <a:pt x="34579" y="197112"/>
                </a:lnTo>
                <a:lnTo>
                  <a:pt x="37008" y="199808"/>
                </a:lnTo>
                <a:lnTo>
                  <a:pt x="39349" y="202290"/>
                </a:lnTo>
                <a:lnTo>
                  <a:pt x="41640" y="204591"/>
                </a:lnTo>
                <a:lnTo>
                  <a:pt x="43916" y="206742"/>
                </a:lnTo>
                <a:lnTo>
                  <a:pt x="46215" y="208776"/>
                </a:lnTo>
                <a:lnTo>
                  <a:pt x="48572" y="210725"/>
                </a:lnTo>
                <a:lnTo>
                  <a:pt x="51025" y="212620"/>
                </a:lnTo>
                <a:lnTo>
                  <a:pt x="53609" y="214493"/>
                </a:lnTo>
                <a:lnTo>
                  <a:pt x="56362" y="216377"/>
                </a:lnTo>
                <a:lnTo>
                  <a:pt x="59319" y="218304"/>
                </a:lnTo>
                <a:lnTo>
                  <a:pt x="62517" y="220306"/>
                </a:lnTo>
                <a:lnTo>
                  <a:pt x="65590" y="216205"/>
                </a:lnTo>
                <a:lnTo>
                  <a:pt x="60737" y="212309"/>
                </a:lnTo>
                <a:lnTo>
                  <a:pt x="56393" y="208651"/>
                </a:lnTo>
                <a:lnTo>
                  <a:pt x="52513" y="205171"/>
                </a:lnTo>
                <a:lnTo>
                  <a:pt x="49052" y="201809"/>
                </a:lnTo>
                <a:lnTo>
                  <a:pt x="45965" y="198504"/>
                </a:lnTo>
                <a:lnTo>
                  <a:pt x="43206" y="195195"/>
                </a:lnTo>
                <a:lnTo>
                  <a:pt x="40730" y="191823"/>
                </a:lnTo>
                <a:lnTo>
                  <a:pt x="38491" y="188325"/>
                </a:lnTo>
                <a:lnTo>
                  <a:pt x="36444" y="184643"/>
                </a:lnTo>
                <a:lnTo>
                  <a:pt x="34544" y="180714"/>
                </a:lnTo>
                <a:lnTo>
                  <a:pt x="32745" y="176480"/>
                </a:lnTo>
                <a:lnTo>
                  <a:pt x="31003" y="171879"/>
                </a:lnTo>
                <a:lnTo>
                  <a:pt x="29534" y="167537"/>
                </a:lnTo>
                <a:lnTo>
                  <a:pt x="28203" y="163087"/>
                </a:lnTo>
                <a:lnTo>
                  <a:pt x="27007" y="158513"/>
                </a:lnTo>
                <a:lnTo>
                  <a:pt x="25944" y="153803"/>
                </a:lnTo>
                <a:lnTo>
                  <a:pt x="25013" y="148944"/>
                </a:lnTo>
                <a:lnTo>
                  <a:pt x="24212" y="143921"/>
                </a:lnTo>
                <a:lnTo>
                  <a:pt x="23539" y="138723"/>
                </a:lnTo>
                <a:lnTo>
                  <a:pt x="22993" y="133335"/>
                </a:lnTo>
                <a:lnTo>
                  <a:pt x="22571" y="127743"/>
                </a:lnTo>
                <a:lnTo>
                  <a:pt x="22271" y="121936"/>
                </a:lnTo>
                <a:lnTo>
                  <a:pt x="22093" y="115899"/>
                </a:lnTo>
                <a:lnTo>
                  <a:pt x="22034" y="109619"/>
                </a:lnTo>
                <a:lnTo>
                  <a:pt x="22104" y="103016"/>
                </a:lnTo>
                <a:lnTo>
                  <a:pt x="22313" y="96656"/>
                </a:lnTo>
                <a:lnTo>
                  <a:pt x="22663" y="90536"/>
                </a:lnTo>
                <a:lnTo>
                  <a:pt x="23154" y="84653"/>
                </a:lnTo>
                <a:lnTo>
                  <a:pt x="23788" y="79006"/>
                </a:lnTo>
                <a:lnTo>
                  <a:pt x="24565" y="73590"/>
                </a:lnTo>
                <a:lnTo>
                  <a:pt x="25486" y="68404"/>
                </a:lnTo>
                <a:lnTo>
                  <a:pt x="26552" y="63445"/>
                </a:lnTo>
                <a:lnTo>
                  <a:pt x="27764" y="58710"/>
                </a:lnTo>
                <a:lnTo>
                  <a:pt x="29123" y="54196"/>
                </a:lnTo>
                <a:lnTo>
                  <a:pt x="30630" y="49902"/>
                </a:lnTo>
                <a:lnTo>
                  <a:pt x="32285" y="45824"/>
                </a:lnTo>
                <a:lnTo>
                  <a:pt x="34095" y="41983"/>
                </a:lnTo>
                <a:lnTo>
                  <a:pt x="35962" y="38378"/>
                </a:lnTo>
                <a:lnTo>
                  <a:pt x="37922" y="34965"/>
                </a:lnTo>
                <a:lnTo>
                  <a:pt x="40009" y="31702"/>
                </a:lnTo>
                <a:lnTo>
                  <a:pt x="42260" y="28545"/>
                </a:lnTo>
                <a:lnTo>
                  <a:pt x="44711" y="25453"/>
                </a:lnTo>
                <a:lnTo>
                  <a:pt x="47396" y="22381"/>
                </a:lnTo>
                <a:lnTo>
                  <a:pt x="50352" y="19289"/>
                </a:lnTo>
                <a:lnTo>
                  <a:pt x="53614" y="16133"/>
                </a:lnTo>
                <a:lnTo>
                  <a:pt x="57217" y="12870"/>
                </a:lnTo>
                <a:lnTo>
                  <a:pt x="61197" y="9457"/>
                </a:lnTo>
                <a:lnTo>
                  <a:pt x="65590" y="5853"/>
                </a:lnTo>
                <a:lnTo>
                  <a:pt x="63287" y="1751"/>
                </a:lnTo>
                <a:close/>
                <a:moveTo>
                  <a:pt x="186267" y="157933"/>
                </a:moveTo>
                <a:lnTo>
                  <a:pt x="185204" y="158781"/>
                </a:lnTo>
                <a:lnTo>
                  <a:pt x="184187" y="159537"/>
                </a:lnTo>
                <a:lnTo>
                  <a:pt x="183209" y="160204"/>
                </a:lnTo>
                <a:lnTo>
                  <a:pt x="182264" y="160786"/>
                </a:lnTo>
                <a:lnTo>
                  <a:pt x="181343" y="161286"/>
                </a:lnTo>
                <a:lnTo>
                  <a:pt x="180440" y="161708"/>
                </a:lnTo>
                <a:lnTo>
                  <a:pt x="179547" y="162055"/>
                </a:lnTo>
                <a:lnTo>
                  <a:pt x="178659" y="162332"/>
                </a:lnTo>
                <a:lnTo>
                  <a:pt x="177766" y="162540"/>
                </a:lnTo>
                <a:lnTo>
                  <a:pt x="176863" y="162685"/>
                </a:lnTo>
                <a:lnTo>
                  <a:pt x="175942" y="162769"/>
                </a:lnTo>
                <a:lnTo>
                  <a:pt x="174996" y="162797"/>
                </a:lnTo>
                <a:lnTo>
                  <a:pt x="173607" y="162720"/>
                </a:lnTo>
                <a:lnTo>
                  <a:pt x="172381" y="162479"/>
                </a:lnTo>
                <a:lnTo>
                  <a:pt x="171310" y="162061"/>
                </a:lnTo>
                <a:lnTo>
                  <a:pt x="170385" y="161450"/>
                </a:lnTo>
                <a:lnTo>
                  <a:pt x="169599" y="160633"/>
                </a:lnTo>
                <a:lnTo>
                  <a:pt x="168944" y="159596"/>
                </a:lnTo>
                <a:lnTo>
                  <a:pt x="168411" y="158324"/>
                </a:lnTo>
                <a:lnTo>
                  <a:pt x="167994" y="156804"/>
                </a:lnTo>
                <a:lnTo>
                  <a:pt x="167683" y="155020"/>
                </a:lnTo>
                <a:lnTo>
                  <a:pt x="167470" y="152959"/>
                </a:lnTo>
                <a:lnTo>
                  <a:pt x="167349" y="150607"/>
                </a:lnTo>
                <a:lnTo>
                  <a:pt x="167310" y="147948"/>
                </a:lnTo>
                <a:lnTo>
                  <a:pt x="167310" y="98020"/>
                </a:lnTo>
                <a:lnTo>
                  <a:pt x="167283" y="94811"/>
                </a:lnTo>
                <a:lnTo>
                  <a:pt x="167197" y="91831"/>
                </a:lnTo>
                <a:lnTo>
                  <a:pt x="167050" y="89065"/>
                </a:lnTo>
                <a:lnTo>
                  <a:pt x="166835" y="86497"/>
                </a:lnTo>
                <a:lnTo>
                  <a:pt x="166550" y="84110"/>
                </a:lnTo>
                <a:lnTo>
                  <a:pt x="166189" y="81888"/>
                </a:lnTo>
                <a:lnTo>
                  <a:pt x="165747" y="79816"/>
                </a:lnTo>
                <a:lnTo>
                  <a:pt x="165222" y="77877"/>
                </a:lnTo>
                <a:lnTo>
                  <a:pt x="164607" y="76055"/>
                </a:lnTo>
                <a:lnTo>
                  <a:pt x="163899" y="74335"/>
                </a:lnTo>
                <a:lnTo>
                  <a:pt x="163093" y="72700"/>
                </a:lnTo>
                <a:lnTo>
                  <a:pt x="162185" y="71134"/>
                </a:lnTo>
                <a:lnTo>
                  <a:pt x="160664" y="68921"/>
                </a:lnTo>
                <a:lnTo>
                  <a:pt x="158924" y="66891"/>
                </a:lnTo>
                <a:lnTo>
                  <a:pt x="156968" y="65045"/>
                </a:lnTo>
                <a:lnTo>
                  <a:pt x="154802" y="63386"/>
                </a:lnTo>
                <a:lnTo>
                  <a:pt x="152429" y="61916"/>
                </a:lnTo>
                <a:lnTo>
                  <a:pt x="149854" y="60635"/>
                </a:lnTo>
                <a:lnTo>
                  <a:pt x="147082" y="59547"/>
                </a:lnTo>
                <a:lnTo>
                  <a:pt x="144117" y="58652"/>
                </a:lnTo>
                <a:lnTo>
                  <a:pt x="140963" y="57953"/>
                </a:lnTo>
                <a:lnTo>
                  <a:pt x="137626" y="57451"/>
                </a:lnTo>
                <a:lnTo>
                  <a:pt x="134108" y="57149"/>
                </a:lnTo>
                <a:lnTo>
                  <a:pt x="130416" y="57048"/>
                </a:lnTo>
                <a:lnTo>
                  <a:pt x="124509" y="57304"/>
                </a:lnTo>
                <a:lnTo>
                  <a:pt x="118864" y="58052"/>
                </a:lnTo>
                <a:lnTo>
                  <a:pt x="113529" y="59261"/>
                </a:lnTo>
                <a:lnTo>
                  <a:pt x="108551" y="60899"/>
                </a:lnTo>
                <a:lnTo>
                  <a:pt x="103979" y="62935"/>
                </a:lnTo>
                <a:lnTo>
                  <a:pt x="99862" y="65339"/>
                </a:lnTo>
                <a:lnTo>
                  <a:pt x="96245" y="68079"/>
                </a:lnTo>
                <a:lnTo>
                  <a:pt x="93179" y="71123"/>
                </a:lnTo>
                <a:lnTo>
                  <a:pt x="90710" y="74442"/>
                </a:lnTo>
                <a:lnTo>
                  <a:pt x="88888" y="78003"/>
                </a:lnTo>
                <a:lnTo>
                  <a:pt x="87759" y="81775"/>
                </a:lnTo>
                <a:lnTo>
                  <a:pt x="87372" y="85728"/>
                </a:lnTo>
                <a:lnTo>
                  <a:pt x="87476" y="87182"/>
                </a:lnTo>
                <a:lnTo>
                  <a:pt x="87779" y="88589"/>
                </a:lnTo>
                <a:lnTo>
                  <a:pt x="88264" y="89934"/>
                </a:lnTo>
                <a:lnTo>
                  <a:pt x="88918" y="91201"/>
                </a:lnTo>
                <a:lnTo>
                  <a:pt x="89725" y="92375"/>
                </a:lnTo>
                <a:lnTo>
                  <a:pt x="90670" y="93442"/>
                </a:lnTo>
                <a:lnTo>
                  <a:pt x="91737" y="94386"/>
                </a:lnTo>
                <a:lnTo>
                  <a:pt x="92913" y="95192"/>
                </a:lnTo>
                <a:lnTo>
                  <a:pt x="94180" y="95846"/>
                </a:lnTo>
                <a:lnTo>
                  <a:pt x="95526" y="96331"/>
                </a:lnTo>
                <a:lnTo>
                  <a:pt x="96934" y="96633"/>
                </a:lnTo>
                <a:lnTo>
                  <a:pt x="98389" y="96737"/>
                </a:lnTo>
                <a:lnTo>
                  <a:pt x="99907" y="96633"/>
                </a:lnTo>
                <a:lnTo>
                  <a:pt x="101377" y="96332"/>
                </a:lnTo>
                <a:lnTo>
                  <a:pt x="102783" y="95850"/>
                </a:lnTo>
                <a:lnTo>
                  <a:pt x="104110" y="95202"/>
                </a:lnTo>
                <a:lnTo>
                  <a:pt x="105340" y="94405"/>
                </a:lnTo>
                <a:lnTo>
                  <a:pt x="106458" y="93474"/>
                </a:lnTo>
                <a:lnTo>
                  <a:pt x="107449" y="92427"/>
                </a:lnTo>
                <a:lnTo>
                  <a:pt x="108295" y="91277"/>
                </a:lnTo>
                <a:lnTo>
                  <a:pt x="108981" y="90043"/>
                </a:lnTo>
                <a:lnTo>
                  <a:pt x="109491" y="88739"/>
                </a:lnTo>
                <a:lnTo>
                  <a:pt x="109809" y="87381"/>
                </a:lnTo>
                <a:lnTo>
                  <a:pt x="109918" y="85986"/>
                </a:lnTo>
                <a:lnTo>
                  <a:pt x="109913" y="85725"/>
                </a:lnTo>
                <a:lnTo>
                  <a:pt x="109898" y="85451"/>
                </a:lnTo>
                <a:lnTo>
                  <a:pt x="109874" y="85166"/>
                </a:lnTo>
                <a:lnTo>
                  <a:pt x="109842" y="84867"/>
                </a:lnTo>
                <a:lnTo>
                  <a:pt x="109803" y="84553"/>
                </a:lnTo>
                <a:lnTo>
                  <a:pt x="109757" y="84225"/>
                </a:lnTo>
                <a:lnTo>
                  <a:pt x="109707" y="83881"/>
                </a:lnTo>
                <a:lnTo>
                  <a:pt x="109652" y="83519"/>
                </a:lnTo>
                <a:lnTo>
                  <a:pt x="109593" y="83141"/>
                </a:lnTo>
                <a:lnTo>
                  <a:pt x="109532" y="82743"/>
                </a:lnTo>
                <a:lnTo>
                  <a:pt x="109470" y="82326"/>
                </a:lnTo>
                <a:lnTo>
                  <a:pt x="109406" y="81889"/>
                </a:lnTo>
                <a:lnTo>
                  <a:pt x="109283" y="81319"/>
                </a:lnTo>
                <a:lnTo>
                  <a:pt x="109171" y="80759"/>
                </a:lnTo>
                <a:lnTo>
                  <a:pt x="109070" y="80210"/>
                </a:lnTo>
                <a:lnTo>
                  <a:pt x="108979" y="79671"/>
                </a:lnTo>
                <a:lnTo>
                  <a:pt x="108899" y="79143"/>
                </a:lnTo>
                <a:lnTo>
                  <a:pt x="108829" y="78626"/>
                </a:lnTo>
                <a:lnTo>
                  <a:pt x="108770" y="78119"/>
                </a:lnTo>
                <a:lnTo>
                  <a:pt x="108722" y="77622"/>
                </a:lnTo>
                <a:lnTo>
                  <a:pt x="108684" y="77137"/>
                </a:lnTo>
                <a:lnTo>
                  <a:pt x="108657" y="76662"/>
                </a:lnTo>
                <a:lnTo>
                  <a:pt x="108641" y="76197"/>
                </a:lnTo>
                <a:lnTo>
                  <a:pt x="108636" y="75743"/>
                </a:lnTo>
                <a:lnTo>
                  <a:pt x="108803" y="74044"/>
                </a:lnTo>
                <a:lnTo>
                  <a:pt x="109291" y="72414"/>
                </a:lnTo>
                <a:lnTo>
                  <a:pt x="110077" y="70867"/>
                </a:lnTo>
                <a:lnTo>
                  <a:pt x="111141" y="69419"/>
                </a:lnTo>
                <a:lnTo>
                  <a:pt x="112461" y="68084"/>
                </a:lnTo>
                <a:lnTo>
                  <a:pt x="114016" y="66878"/>
                </a:lnTo>
                <a:lnTo>
                  <a:pt x="115785" y="65817"/>
                </a:lnTo>
                <a:lnTo>
                  <a:pt x="117746" y="64914"/>
                </a:lnTo>
                <a:lnTo>
                  <a:pt x="119878" y="64186"/>
                </a:lnTo>
                <a:lnTo>
                  <a:pt x="122159" y="63647"/>
                </a:lnTo>
                <a:lnTo>
                  <a:pt x="124569" y="63312"/>
                </a:lnTo>
                <a:lnTo>
                  <a:pt x="127085" y="63198"/>
                </a:lnTo>
                <a:lnTo>
                  <a:pt x="130105" y="63352"/>
                </a:lnTo>
                <a:lnTo>
                  <a:pt x="132886" y="63811"/>
                </a:lnTo>
                <a:lnTo>
                  <a:pt x="135423" y="64574"/>
                </a:lnTo>
                <a:lnTo>
                  <a:pt x="137712" y="65634"/>
                </a:lnTo>
                <a:lnTo>
                  <a:pt x="139748" y="66990"/>
                </a:lnTo>
                <a:lnTo>
                  <a:pt x="141527" y="68638"/>
                </a:lnTo>
                <a:lnTo>
                  <a:pt x="143045" y="70574"/>
                </a:lnTo>
                <a:lnTo>
                  <a:pt x="144296" y="72794"/>
                </a:lnTo>
                <a:lnTo>
                  <a:pt x="145278" y="75295"/>
                </a:lnTo>
                <a:lnTo>
                  <a:pt x="145984" y="78074"/>
                </a:lnTo>
                <a:lnTo>
                  <a:pt x="146411" y="81127"/>
                </a:lnTo>
                <a:lnTo>
                  <a:pt x="146554" y="84450"/>
                </a:lnTo>
                <a:lnTo>
                  <a:pt x="146554" y="100068"/>
                </a:lnTo>
                <a:lnTo>
                  <a:pt x="137398" y="103761"/>
                </a:lnTo>
                <a:lnTo>
                  <a:pt x="129559" y="106952"/>
                </a:lnTo>
                <a:lnTo>
                  <a:pt x="122892" y="109717"/>
                </a:lnTo>
                <a:lnTo>
                  <a:pt x="117253" y="112129"/>
                </a:lnTo>
                <a:lnTo>
                  <a:pt x="112496" y="114265"/>
                </a:lnTo>
                <a:lnTo>
                  <a:pt x="108477" y="116198"/>
                </a:lnTo>
                <a:lnTo>
                  <a:pt x="105050" y="118002"/>
                </a:lnTo>
                <a:lnTo>
                  <a:pt x="102070" y="119754"/>
                </a:lnTo>
                <a:lnTo>
                  <a:pt x="99393" y="121527"/>
                </a:lnTo>
                <a:lnTo>
                  <a:pt x="96874" y="123396"/>
                </a:lnTo>
                <a:lnTo>
                  <a:pt x="94367" y="125435"/>
                </a:lnTo>
                <a:lnTo>
                  <a:pt x="91727" y="127720"/>
                </a:lnTo>
                <a:lnTo>
                  <a:pt x="90361" y="129073"/>
                </a:lnTo>
                <a:lnTo>
                  <a:pt x="89086" y="130562"/>
                </a:lnTo>
                <a:lnTo>
                  <a:pt x="87907" y="132173"/>
                </a:lnTo>
                <a:lnTo>
                  <a:pt x="86830" y="133894"/>
                </a:lnTo>
                <a:lnTo>
                  <a:pt x="85859" y="135710"/>
                </a:lnTo>
                <a:lnTo>
                  <a:pt x="85000" y="137609"/>
                </a:lnTo>
                <a:lnTo>
                  <a:pt x="84259" y="139577"/>
                </a:lnTo>
                <a:lnTo>
                  <a:pt x="83640" y="141602"/>
                </a:lnTo>
                <a:lnTo>
                  <a:pt x="83150" y="143669"/>
                </a:lnTo>
                <a:lnTo>
                  <a:pt x="82793" y="145765"/>
                </a:lnTo>
                <a:lnTo>
                  <a:pt x="82575" y="147878"/>
                </a:lnTo>
                <a:lnTo>
                  <a:pt x="82501" y="149993"/>
                </a:lnTo>
                <a:lnTo>
                  <a:pt x="82732" y="153922"/>
                </a:lnTo>
                <a:lnTo>
                  <a:pt x="83408" y="157625"/>
                </a:lnTo>
                <a:lnTo>
                  <a:pt x="84507" y="161082"/>
                </a:lnTo>
                <a:lnTo>
                  <a:pt x="86003" y="164269"/>
                </a:lnTo>
                <a:lnTo>
                  <a:pt x="87873" y="167165"/>
                </a:lnTo>
                <a:lnTo>
                  <a:pt x="90092" y="169746"/>
                </a:lnTo>
                <a:lnTo>
                  <a:pt x="92637" y="171992"/>
                </a:lnTo>
                <a:lnTo>
                  <a:pt x="95484" y="173879"/>
                </a:lnTo>
                <a:lnTo>
                  <a:pt x="98608" y="175386"/>
                </a:lnTo>
                <a:lnTo>
                  <a:pt x="101986" y="176489"/>
                </a:lnTo>
                <a:lnTo>
                  <a:pt x="105593" y="177168"/>
                </a:lnTo>
                <a:lnTo>
                  <a:pt x="109406" y="177399"/>
                </a:lnTo>
                <a:lnTo>
                  <a:pt x="112211" y="177285"/>
                </a:lnTo>
                <a:lnTo>
                  <a:pt x="115005" y="176939"/>
                </a:lnTo>
                <a:lnTo>
                  <a:pt x="117808" y="176350"/>
                </a:lnTo>
                <a:lnTo>
                  <a:pt x="120640" y="175511"/>
                </a:lnTo>
                <a:lnTo>
                  <a:pt x="123522" y="174411"/>
                </a:lnTo>
                <a:lnTo>
                  <a:pt x="126475" y="173044"/>
                </a:lnTo>
                <a:lnTo>
                  <a:pt x="129518" y="171398"/>
                </a:lnTo>
                <a:lnTo>
                  <a:pt x="132672" y="169466"/>
                </a:lnTo>
                <a:lnTo>
                  <a:pt x="135959" y="167239"/>
                </a:lnTo>
                <a:lnTo>
                  <a:pt x="139397" y="164707"/>
                </a:lnTo>
                <a:lnTo>
                  <a:pt x="143008" y="161862"/>
                </a:lnTo>
                <a:lnTo>
                  <a:pt x="146813" y="158696"/>
                </a:lnTo>
                <a:lnTo>
                  <a:pt x="147204" y="161862"/>
                </a:lnTo>
                <a:lnTo>
                  <a:pt x="147743" y="164707"/>
                </a:lnTo>
                <a:lnTo>
                  <a:pt x="148438" y="167239"/>
                </a:lnTo>
                <a:lnTo>
                  <a:pt x="149299" y="169466"/>
                </a:lnTo>
                <a:lnTo>
                  <a:pt x="150334" y="171398"/>
                </a:lnTo>
                <a:lnTo>
                  <a:pt x="151552" y="173044"/>
                </a:lnTo>
                <a:lnTo>
                  <a:pt x="152963" y="174411"/>
                </a:lnTo>
                <a:lnTo>
                  <a:pt x="154574" y="175511"/>
                </a:lnTo>
                <a:lnTo>
                  <a:pt x="156396" y="176350"/>
                </a:lnTo>
                <a:lnTo>
                  <a:pt x="158436" y="176939"/>
                </a:lnTo>
                <a:lnTo>
                  <a:pt x="160704" y="177285"/>
                </a:lnTo>
                <a:lnTo>
                  <a:pt x="163209" y="177399"/>
                </a:lnTo>
                <a:lnTo>
                  <a:pt x="165321" y="177333"/>
                </a:lnTo>
                <a:lnTo>
                  <a:pt x="167319" y="177126"/>
                </a:lnTo>
                <a:lnTo>
                  <a:pt x="169226" y="176767"/>
                </a:lnTo>
                <a:lnTo>
                  <a:pt x="171066" y="176242"/>
                </a:lnTo>
                <a:lnTo>
                  <a:pt x="172864" y="175539"/>
                </a:lnTo>
                <a:lnTo>
                  <a:pt x="174643" y="174645"/>
                </a:lnTo>
                <a:lnTo>
                  <a:pt x="176427" y="173549"/>
                </a:lnTo>
                <a:lnTo>
                  <a:pt x="178241" y="172238"/>
                </a:lnTo>
                <a:lnTo>
                  <a:pt x="180108" y="170699"/>
                </a:lnTo>
                <a:lnTo>
                  <a:pt x="182052" y="168920"/>
                </a:lnTo>
                <a:lnTo>
                  <a:pt x="184097" y="166888"/>
                </a:lnTo>
                <a:lnTo>
                  <a:pt x="186267" y="164591"/>
                </a:lnTo>
                <a:lnTo>
                  <a:pt x="186267" y="157933"/>
                </a:lnTo>
                <a:moveTo>
                  <a:pt x="146554" y="143323"/>
                </a:moveTo>
                <a:lnTo>
                  <a:pt x="146526" y="145196"/>
                </a:lnTo>
                <a:lnTo>
                  <a:pt x="146435" y="146855"/>
                </a:lnTo>
                <a:lnTo>
                  <a:pt x="146271" y="148324"/>
                </a:lnTo>
                <a:lnTo>
                  <a:pt x="146024" y="149625"/>
                </a:lnTo>
                <a:lnTo>
                  <a:pt x="145684" y="150781"/>
                </a:lnTo>
                <a:lnTo>
                  <a:pt x="145242" y="151812"/>
                </a:lnTo>
                <a:lnTo>
                  <a:pt x="144688" y="152742"/>
                </a:lnTo>
                <a:lnTo>
                  <a:pt x="144012" y="153592"/>
                </a:lnTo>
                <a:lnTo>
                  <a:pt x="143205" y="154386"/>
                </a:lnTo>
                <a:lnTo>
                  <a:pt x="142255" y="155145"/>
                </a:lnTo>
                <a:lnTo>
                  <a:pt x="141155" y="155891"/>
                </a:lnTo>
                <a:lnTo>
                  <a:pt x="139893" y="156647"/>
                </a:lnTo>
                <a:lnTo>
                  <a:pt x="138336" y="157517"/>
                </a:lnTo>
                <a:lnTo>
                  <a:pt x="136747" y="158330"/>
                </a:lnTo>
                <a:lnTo>
                  <a:pt x="135135" y="159082"/>
                </a:lnTo>
                <a:lnTo>
                  <a:pt x="133509" y="159770"/>
                </a:lnTo>
                <a:lnTo>
                  <a:pt x="131879" y="160390"/>
                </a:lnTo>
                <a:lnTo>
                  <a:pt x="130255" y="160939"/>
                </a:lnTo>
                <a:lnTo>
                  <a:pt x="128647" y="161413"/>
                </a:lnTo>
                <a:lnTo>
                  <a:pt x="127065" y="161809"/>
                </a:lnTo>
                <a:lnTo>
                  <a:pt x="125519" y="162123"/>
                </a:lnTo>
                <a:lnTo>
                  <a:pt x="124017" y="162351"/>
                </a:lnTo>
                <a:lnTo>
                  <a:pt x="122571" y="162491"/>
                </a:lnTo>
                <a:lnTo>
                  <a:pt x="121189" y="162539"/>
                </a:lnTo>
                <a:lnTo>
                  <a:pt x="118989" y="162361"/>
                </a:lnTo>
                <a:lnTo>
                  <a:pt x="116881" y="161842"/>
                </a:lnTo>
                <a:lnTo>
                  <a:pt x="114886" y="161006"/>
                </a:lnTo>
                <a:lnTo>
                  <a:pt x="113021" y="159872"/>
                </a:lnTo>
                <a:lnTo>
                  <a:pt x="111306" y="158465"/>
                </a:lnTo>
                <a:lnTo>
                  <a:pt x="109758" y="156806"/>
                </a:lnTo>
                <a:lnTo>
                  <a:pt x="108398" y="154918"/>
                </a:lnTo>
                <a:lnTo>
                  <a:pt x="107243" y="152822"/>
                </a:lnTo>
                <a:lnTo>
                  <a:pt x="106312" y="150541"/>
                </a:lnTo>
                <a:lnTo>
                  <a:pt x="105624" y="148098"/>
                </a:lnTo>
                <a:lnTo>
                  <a:pt x="105197" y="145514"/>
                </a:lnTo>
                <a:lnTo>
                  <a:pt x="105051" y="142811"/>
                </a:lnTo>
                <a:lnTo>
                  <a:pt x="105051" y="141787"/>
                </a:lnTo>
                <a:lnTo>
                  <a:pt x="105275" y="138126"/>
                </a:lnTo>
                <a:lnTo>
                  <a:pt x="105972" y="134682"/>
                </a:lnTo>
                <a:lnTo>
                  <a:pt x="107176" y="131430"/>
                </a:lnTo>
                <a:lnTo>
                  <a:pt x="108922" y="128340"/>
                </a:lnTo>
                <a:lnTo>
                  <a:pt x="111244" y="125385"/>
                </a:lnTo>
                <a:lnTo>
                  <a:pt x="114177" y="122538"/>
                </a:lnTo>
                <a:lnTo>
                  <a:pt x="117756" y="119771"/>
                </a:lnTo>
                <a:lnTo>
                  <a:pt x="122015" y="117056"/>
                </a:lnTo>
                <a:lnTo>
                  <a:pt x="126990" y="114367"/>
                </a:lnTo>
                <a:lnTo>
                  <a:pt x="132715" y="111674"/>
                </a:lnTo>
                <a:lnTo>
                  <a:pt x="139225" y="108952"/>
                </a:lnTo>
                <a:lnTo>
                  <a:pt x="146554" y="106171"/>
                </a:lnTo>
                <a:lnTo>
                  <a:pt x="146554" y="143323"/>
                </a:lnTo>
                <a:close/>
                <a:moveTo>
                  <a:pt x="196518" y="220306"/>
                </a:moveTo>
                <a:lnTo>
                  <a:pt x="201031" y="217342"/>
                </a:lnTo>
                <a:lnTo>
                  <a:pt x="205120" y="214576"/>
                </a:lnTo>
                <a:lnTo>
                  <a:pt x="208829" y="211970"/>
                </a:lnTo>
                <a:lnTo>
                  <a:pt x="212205" y="209487"/>
                </a:lnTo>
                <a:lnTo>
                  <a:pt x="215292" y="207089"/>
                </a:lnTo>
                <a:lnTo>
                  <a:pt x="218137" y="204740"/>
                </a:lnTo>
                <a:lnTo>
                  <a:pt x="220784" y="202401"/>
                </a:lnTo>
                <a:lnTo>
                  <a:pt x="223278" y="200035"/>
                </a:lnTo>
                <a:lnTo>
                  <a:pt x="225666" y="197605"/>
                </a:lnTo>
                <a:lnTo>
                  <a:pt x="227992" y="195074"/>
                </a:lnTo>
                <a:lnTo>
                  <a:pt x="230303" y="192404"/>
                </a:lnTo>
                <a:lnTo>
                  <a:pt x="232642" y="189557"/>
                </a:lnTo>
                <a:lnTo>
                  <a:pt x="236999" y="183915"/>
                </a:lnTo>
                <a:lnTo>
                  <a:pt x="240972" y="178131"/>
                </a:lnTo>
                <a:lnTo>
                  <a:pt x="244562" y="172200"/>
                </a:lnTo>
                <a:lnTo>
                  <a:pt x="247770" y="166120"/>
                </a:lnTo>
                <a:lnTo>
                  <a:pt x="250597" y="159887"/>
                </a:lnTo>
                <a:lnTo>
                  <a:pt x="253045" y="153497"/>
                </a:lnTo>
                <a:lnTo>
                  <a:pt x="255113" y="146947"/>
                </a:lnTo>
                <a:lnTo>
                  <a:pt x="256804" y="140233"/>
                </a:lnTo>
                <a:lnTo>
                  <a:pt x="258117" y="133353"/>
                </a:lnTo>
                <a:lnTo>
                  <a:pt x="259053" y="126301"/>
                </a:lnTo>
                <a:lnTo>
                  <a:pt x="259615" y="119075"/>
                </a:lnTo>
                <a:lnTo>
                  <a:pt x="259802" y="111672"/>
                </a:lnTo>
                <a:lnTo>
                  <a:pt x="259602" y="103633"/>
                </a:lnTo>
                <a:lnTo>
                  <a:pt x="258995" y="95893"/>
                </a:lnTo>
                <a:lnTo>
                  <a:pt x="257968" y="88419"/>
                </a:lnTo>
                <a:lnTo>
                  <a:pt x="256509" y="81181"/>
                </a:lnTo>
                <a:lnTo>
                  <a:pt x="254604" y="74146"/>
                </a:lnTo>
                <a:lnTo>
                  <a:pt x="252243" y="67281"/>
                </a:lnTo>
                <a:lnTo>
                  <a:pt x="249412" y="60555"/>
                </a:lnTo>
                <a:lnTo>
                  <a:pt x="246099" y="53936"/>
                </a:lnTo>
                <a:lnTo>
                  <a:pt x="242291" y="47392"/>
                </a:lnTo>
                <a:lnTo>
                  <a:pt x="237976" y="40890"/>
                </a:lnTo>
                <a:lnTo>
                  <a:pt x="233141" y="34399"/>
                </a:lnTo>
                <a:lnTo>
                  <a:pt x="227775" y="27887"/>
                </a:lnTo>
                <a:lnTo>
                  <a:pt x="225222" y="24945"/>
                </a:lnTo>
                <a:lnTo>
                  <a:pt x="222794" y="22250"/>
                </a:lnTo>
                <a:lnTo>
                  <a:pt x="220452" y="19768"/>
                </a:lnTo>
                <a:lnTo>
                  <a:pt x="218162" y="17467"/>
                </a:lnTo>
                <a:lnTo>
                  <a:pt x="215885" y="15316"/>
                </a:lnTo>
                <a:lnTo>
                  <a:pt x="213587" y="13283"/>
                </a:lnTo>
                <a:lnTo>
                  <a:pt x="211229" y="11334"/>
                </a:lnTo>
                <a:lnTo>
                  <a:pt x="208776" y="9439"/>
                </a:lnTo>
                <a:lnTo>
                  <a:pt x="206192" y="7566"/>
                </a:lnTo>
                <a:lnTo>
                  <a:pt x="203440" y="5681"/>
                </a:lnTo>
                <a:lnTo>
                  <a:pt x="200483" y="3754"/>
                </a:lnTo>
                <a:lnTo>
                  <a:pt x="197284" y="1751"/>
                </a:lnTo>
                <a:lnTo>
                  <a:pt x="194211" y="5853"/>
                </a:lnTo>
                <a:lnTo>
                  <a:pt x="199061" y="9749"/>
                </a:lnTo>
                <a:lnTo>
                  <a:pt x="203392" y="13407"/>
                </a:lnTo>
                <a:lnTo>
                  <a:pt x="207254" y="16886"/>
                </a:lnTo>
                <a:lnTo>
                  <a:pt x="210694" y="20249"/>
                </a:lnTo>
                <a:lnTo>
                  <a:pt x="213761" y="23554"/>
                </a:lnTo>
                <a:lnTo>
                  <a:pt x="216502" y="26863"/>
                </a:lnTo>
                <a:lnTo>
                  <a:pt x="218965" y="30236"/>
                </a:lnTo>
                <a:lnTo>
                  <a:pt x="221198" y="33734"/>
                </a:lnTo>
                <a:lnTo>
                  <a:pt x="223251" y="37416"/>
                </a:lnTo>
                <a:lnTo>
                  <a:pt x="225169" y="41344"/>
                </a:lnTo>
                <a:lnTo>
                  <a:pt x="227003" y="45578"/>
                </a:lnTo>
                <a:lnTo>
                  <a:pt x="228799" y="50179"/>
                </a:lnTo>
                <a:lnTo>
                  <a:pt x="230267" y="54521"/>
                </a:lnTo>
                <a:lnTo>
                  <a:pt x="231599" y="58972"/>
                </a:lnTo>
                <a:lnTo>
                  <a:pt x="232795" y="63546"/>
                </a:lnTo>
                <a:lnTo>
                  <a:pt x="233857" y="68256"/>
                </a:lnTo>
                <a:lnTo>
                  <a:pt x="234788" y="73115"/>
                </a:lnTo>
                <a:lnTo>
                  <a:pt x="235589" y="78137"/>
                </a:lnTo>
                <a:lnTo>
                  <a:pt x="236262" y="83336"/>
                </a:lnTo>
                <a:lnTo>
                  <a:pt x="236809" y="88724"/>
                </a:lnTo>
                <a:lnTo>
                  <a:pt x="237231" y="94314"/>
                </a:lnTo>
                <a:lnTo>
                  <a:pt x="237530" y="100121"/>
                </a:lnTo>
                <a:lnTo>
                  <a:pt x="237708" y="106158"/>
                </a:lnTo>
                <a:lnTo>
                  <a:pt x="237767" y="112438"/>
                </a:lnTo>
                <a:lnTo>
                  <a:pt x="237698" y="118988"/>
                </a:lnTo>
                <a:lnTo>
                  <a:pt x="237489" y="125312"/>
                </a:lnTo>
                <a:lnTo>
                  <a:pt x="237139" y="131410"/>
                </a:lnTo>
                <a:lnTo>
                  <a:pt x="236648" y="137282"/>
                </a:lnTo>
                <a:lnTo>
                  <a:pt x="236014" y="142925"/>
                </a:lnTo>
                <a:lnTo>
                  <a:pt x="235238" y="148340"/>
                </a:lnTo>
                <a:lnTo>
                  <a:pt x="234317" y="153526"/>
                </a:lnTo>
                <a:lnTo>
                  <a:pt x="233251" y="158481"/>
                </a:lnTo>
                <a:lnTo>
                  <a:pt x="232039" y="163205"/>
                </a:lnTo>
                <a:lnTo>
                  <a:pt x="230681" y="167696"/>
                </a:lnTo>
                <a:lnTo>
                  <a:pt x="229175" y="171955"/>
                </a:lnTo>
                <a:lnTo>
                  <a:pt x="227521" y="175980"/>
                </a:lnTo>
                <a:lnTo>
                  <a:pt x="225710" y="179878"/>
                </a:lnTo>
                <a:lnTo>
                  <a:pt x="223843" y="183532"/>
                </a:lnTo>
                <a:lnTo>
                  <a:pt x="221884" y="186985"/>
                </a:lnTo>
                <a:lnTo>
                  <a:pt x="219796" y="190281"/>
                </a:lnTo>
                <a:lnTo>
                  <a:pt x="217545" y="193462"/>
                </a:lnTo>
                <a:lnTo>
                  <a:pt x="215094" y="196573"/>
                </a:lnTo>
                <a:lnTo>
                  <a:pt x="212409" y="199657"/>
                </a:lnTo>
                <a:lnTo>
                  <a:pt x="209452" y="202759"/>
                </a:lnTo>
                <a:lnTo>
                  <a:pt x="206190" y="205921"/>
                </a:lnTo>
                <a:lnTo>
                  <a:pt x="202586" y="209186"/>
                </a:lnTo>
                <a:lnTo>
                  <a:pt x="198605" y="212600"/>
                </a:lnTo>
                <a:lnTo>
                  <a:pt x="194211" y="216205"/>
                </a:lnTo>
                <a:lnTo>
                  <a:pt x="196518" y="220306"/>
                </a:lnTo>
                <a:close/>
                <a:moveTo>
                  <a:pt x="542664" y="170029"/>
                </a:moveTo>
                <a:lnTo>
                  <a:pt x="539960" y="169792"/>
                </a:lnTo>
                <a:lnTo>
                  <a:pt x="537576" y="169429"/>
                </a:lnTo>
                <a:lnTo>
                  <a:pt x="535459" y="168890"/>
                </a:lnTo>
                <a:lnTo>
                  <a:pt x="533555" y="168125"/>
                </a:lnTo>
                <a:lnTo>
                  <a:pt x="531811" y="167081"/>
                </a:lnTo>
                <a:lnTo>
                  <a:pt x="530175" y="165710"/>
                </a:lnTo>
                <a:lnTo>
                  <a:pt x="528591" y="163960"/>
                </a:lnTo>
                <a:lnTo>
                  <a:pt x="527008" y="161781"/>
                </a:lnTo>
                <a:lnTo>
                  <a:pt x="525371" y="159122"/>
                </a:lnTo>
                <a:lnTo>
                  <a:pt x="523627" y="155932"/>
                </a:lnTo>
                <a:lnTo>
                  <a:pt x="521723" y="152160"/>
                </a:lnTo>
                <a:lnTo>
                  <a:pt x="519606" y="147757"/>
                </a:lnTo>
                <a:lnTo>
                  <a:pt x="455806" y="2252"/>
                </a:lnTo>
                <a:lnTo>
                  <a:pt x="450685" y="2252"/>
                </a:lnTo>
                <a:lnTo>
                  <a:pt x="397390" y="128045"/>
                </a:lnTo>
                <a:lnTo>
                  <a:pt x="393555" y="136713"/>
                </a:lnTo>
                <a:lnTo>
                  <a:pt x="390197" y="144098"/>
                </a:lnTo>
                <a:lnTo>
                  <a:pt x="387238" y="150302"/>
                </a:lnTo>
                <a:lnTo>
                  <a:pt x="384599" y="155429"/>
                </a:lnTo>
                <a:lnTo>
                  <a:pt x="382201" y="159581"/>
                </a:lnTo>
                <a:lnTo>
                  <a:pt x="379968" y="162862"/>
                </a:lnTo>
                <a:lnTo>
                  <a:pt x="377819" y="165375"/>
                </a:lnTo>
                <a:lnTo>
                  <a:pt x="375678" y="167223"/>
                </a:lnTo>
                <a:lnTo>
                  <a:pt x="373466" y="168510"/>
                </a:lnTo>
                <a:lnTo>
                  <a:pt x="371105" y="169337"/>
                </a:lnTo>
                <a:lnTo>
                  <a:pt x="368516" y="169809"/>
                </a:lnTo>
                <a:lnTo>
                  <a:pt x="365621" y="170029"/>
                </a:lnTo>
                <a:lnTo>
                  <a:pt x="365621" y="174897"/>
                </a:lnTo>
                <a:lnTo>
                  <a:pt x="416351" y="174897"/>
                </a:lnTo>
                <a:lnTo>
                  <a:pt x="416351" y="170029"/>
                </a:lnTo>
                <a:lnTo>
                  <a:pt x="413425" y="169960"/>
                </a:lnTo>
                <a:lnTo>
                  <a:pt x="410790" y="169750"/>
                </a:lnTo>
                <a:lnTo>
                  <a:pt x="408440" y="169398"/>
                </a:lnTo>
                <a:lnTo>
                  <a:pt x="406367" y="168901"/>
                </a:lnTo>
                <a:lnTo>
                  <a:pt x="404565" y="168259"/>
                </a:lnTo>
                <a:lnTo>
                  <a:pt x="403026" y="167470"/>
                </a:lnTo>
                <a:lnTo>
                  <a:pt x="401744" y="166531"/>
                </a:lnTo>
                <a:lnTo>
                  <a:pt x="400711" y="165442"/>
                </a:lnTo>
                <a:lnTo>
                  <a:pt x="399919" y="164199"/>
                </a:lnTo>
                <a:lnTo>
                  <a:pt x="399363" y="162802"/>
                </a:lnTo>
                <a:lnTo>
                  <a:pt x="399034" y="161248"/>
                </a:lnTo>
                <a:lnTo>
                  <a:pt x="398926" y="159536"/>
                </a:lnTo>
                <a:lnTo>
                  <a:pt x="398942" y="158758"/>
                </a:lnTo>
                <a:lnTo>
                  <a:pt x="398989" y="157961"/>
                </a:lnTo>
                <a:lnTo>
                  <a:pt x="399067" y="157147"/>
                </a:lnTo>
                <a:lnTo>
                  <a:pt x="399174" y="156321"/>
                </a:lnTo>
                <a:lnTo>
                  <a:pt x="399309" y="155484"/>
                </a:lnTo>
                <a:lnTo>
                  <a:pt x="399472" y="154639"/>
                </a:lnTo>
                <a:lnTo>
                  <a:pt x="399661" y="153789"/>
                </a:lnTo>
                <a:lnTo>
                  <a:pt x="399877" y="152936"/>
                </a:lnTo>
                <a:lnTo>
                  <a:pt x="400117" y="152083"/>
                </a:lnTo>
                <a:lnTo>
                  <a:pt x="400382" y="151233"/>
                </a:lnTo>
                <a:lnTo>
                  <a:pt x="400669" y="150388"/>
                </a:lnTo>
                <a:lnTo>
                  <a:pt x="400979" y="149551"/>
                </a:lnTo>
                <a:lnTo>
                  <a:pt x="412762" y="119596"/>
                </a:lnTo>
                <a:lnTo>
                  <a:pt x="479893" y="119596"/>
                </a:lnTo>
                <a:lnTo>
                  <a:pt x="490398" y="144176"/>
                </a:lnTo>
                <a:lnTo>
                  <a:pt x="491139" y="145897"/>
                </a:lnTo>
                <a:lnTo>
                  <a:pt x="491825" y="147597"/>
                </a:lnTo>
                <a:lnTo>
                  <a:pt x="492455" y="149267"/>
                </a:lnTo>
                <a:lnTo>
                  <a:pt x="493025" y="150898"/>
                </a:lnTo>
                <a:lnTo>
                  <a:pt x="493536" y="152478"/>
                </a:lnTo>
                <a:lnTo>
                  <a:pt x="493984" y="153999"/>
                </a:lnTo>
                <a:lnTo>
                  <a:pt x="494368" y="155450"/>
                </a:lnTo>
                <a:lnTo>
                  <a:pt x="494686" y="156823"/>
                </a:lnTo>
                <a:lnTo>
                  <a:pt x="494937" y="158106"/>
                </a:lnTo>
                <a:lnTo>
                  <a:pt x="495118" y="159291"/>
                </a:lnTo>
                <a:lnTo>
                  <a:pt x="495228" y="160368"/>
                </a:lnTo>
                <a:lnTo>
                  <a:pt x="495265" y="161327"/>
                </a:lnTo>
                <a:lnTo>
                  <a:pt x="495171" y="162838"/>
                </a:lnTo>
                <a:lnTo>
                  <a:pt x="494879" y="164176"/>
                </a:lnTo>
                <a:lnTo>
                  <a:pt x="494372" y="165351"/>
                </a:lnTo>
                <a:lnTo>
                  <a:pt x="493633" y="166371"/>
                </a:lnTo>
                <a:lnTo>
                  <a:pt x="492644" y="167245"/>
                </a:lnTo>
                <a:lnTo>
                  <a:pt x="491390" y="167983"/>
                </a:lnTo>
                <a:lnTo>
                  <a:pt x="489852" y="168592"/>
                </a:lnTo>
                <a:lnTo>
                  <a:pt x="488015" y="169082"/>
                </a:lnTo>
                <a:lnTo>
                  <a:pt x="485860" y="169462"/>
                </a:lnTo>
                <a:lnTo>
                  <a:pt x="483373" y="169741"/>
                </a:lnTo>
                <a:lnTo>
                  <a:pt x="480534" y="169927"/>
                </a:lnTo>
                <a:lnTo>
                  <a:pt x="477328" y="170029"/>
                </a:lnTo>
                <a:lnTo>
                  <a:pt x="477328" y="174897"/>
                </a:lnTo>
                <a:lnTo>
                  <a:pt x="542664" y="174897"/>
                </a:lnTo>
                <a:lnTo>
                  <a:pt x="542664" y="170029"/>
                </a:lnTo>
                <a:moveTo>
                  <a:pt x="417117" y="109091"/>
                </a:moveTo>
                <a:lnTo>
                  <a:pt x="446584" y="38634"/>
                </a:lnTo>
                <a:lnTo>
                  <a:pt x="476304" y="109091"/>
                </a:lnTo>
                <a:lnTo>
                  <a:pt x="417117" y="109091"/>
                </a:lnTo>
                <a:close/>
                <a:moveTo>
                  <a:pt x="648737" y="134887"/>
                </a:moveTo>
                <a:lnTo>
                  <a:pt x="645722" y="139125"/>
                </a:lnTo>
                <a:lnTo>
                  <a:pt x="642805" y="142892"/>
                </a:lnTo>
                <a:lnTo>
                  <a:pt x="639958" y="146208"/>
                </a:lnTo>
                <a:lnTo>
                  <a:pt x="637150" y="149091"/>
                </a:lnTo>
                <a:lnTo>
                  <a:pt x="634354" y="151562"/>
                </a:lnTo>
                <a:lnTo>
                  <a:pt x="631538" y="153641"/>
                </a:lnTo>
                <a:lnTo>
                  <a:pt x="628675" y="155345"/>
                </a:lnTo>
                <a:lnTo>
                  <a:pt x="625734" y="156697"/>
                </a:lnTo>
                <a:lnTo>
                  <a:pt x="622687" y="157713"/>
                </a:lnTo>
                <a:lnTo>
                  <a:pt x="619503" y="158415"/>
                </a:lnTo>
                <a:lnTo>
                  <a:pt x="616154" y="158822"/>
                </a:lnTo>
                <a:lnTo>
                  <a:pt x="612609" y="158954"/>
                </a:lnTo>
                <a:lnTo>
                  <a:pt x="606930" y="158534"/>
                </a:lnTo>
                <a:lnTo>
                  <a:pt x="601572" y="157300"/>
                </a:lnTo>
                <a:lnTo>
                  <a:pt x="596568" y="155293"/>
                </a:lnTo>
                <a:lnTo>
                  <a:pt x="591951" y="152553"/>
                </a:lnTo>
                <a:lnTo>
                  <a:pt x="587754" y="149119"/>
                </a:lnTo>
                <a:lnTo>
                  <a:pt x="584009" y="145032"/>
                </a:lnTo>
                <a:lnTo>
                  <a:pt x="580751" y="140332"/>
                </a:lnTo>
                <a:lnTo>
                  <a:pt x="578011" y="135058"/>
                </a:lnTo>
                <a:lnTo>
                  <a:pt x="575823" y="129251"/>
                </a:lnTo>
                <a:lnTo>
                  <a:pt x="574219" y="122950"/>
                </a:lnTo>
                <a:lnTo>
                  <a:pt x="573233" y="116196"/>
                </a:lnTo>
                <a:lnTo>
                  <a:pt x="572896" y="109029"/>
                </a:lnTo>
                <a:lnTo>
                  <a:pt x="573186" y="102613"/>
                </a:lnTo>
                <a:lnTo>
                  <a:pt x="574037" y="96573"/>
                </a:lnTo>
                <a:lnTo>
                  <a:pt x="575423" y="90943"/>
                </a:lnTo>
                <a:lnTo>
                  <a:pt x="577319" y="85759"/>
                </a:lnTo>
                <a:lnTo>
                  <a:pt x="579699" y="81055"/>
                </a:lnTo>
                <a:lnTo>
                  <a:pt x="582537" y="76866"/>
                </a:lnTo>
                <a:lnTo>
                  <a:pt x="585808" y="73226"/>
                </a:lnTo>
                <a:lnTo>
                  <a:pt x="589485" y="70170"/>
                </a:lnTo>
                <a:lnTo>
                  <a:pt x="593543" y="67732"/>
                </a:lnTo>
                <a:lnTo>
                  <a:pt x="597955" y="65949"/>
                </a:lnTo>
                <a:lnTo>
                  <a:pt x="602697" y="64853"/>
                </a:lnTo>
                <a:lnTo>
                  <a:pt x="607742" y="64480"/>
                </a:lnTo>
                <a:lnTo>
                  <a:pt x="609928" y="64541"/>
                </a:lnTo>
                <a:lnTo>
                  <a:pt x="611886" y="64732"/>
                </a:lnTo>
                <a:lnTo>
                  <a:pt x="613634" y="65068"/>
                </a:lnTo>
                <a:lnTo>
                  <a:pt x="615191" y="65560"/>
                </a:lnTo>
                <a:lnTo>
                  <a:pt x="616572" y="66224"/>
                </a:lnTo>
                <a:lnTo>
                  <a:pt x="617798" y="67071"/>
                </a:lnTo>
                <a:lnTo>
                  <a:pt x="618885" y="68116"/>
                </a:lnTo>
                <a:lnTo>
                  <a:pt x="619850" y="69372"/>
                </a:lnTo>
                <a:lnTo>
                  <a:pt x="620713" y="70851"/>
                </a:lnTo>
                <a:lnTo>
                  <a:pt x="621490" y="72568"/>
                </a:lnTo>
                <a:lnTo>
                  <a:pt x="622200" y="74536"/>
                </a:lnTo>
                <a:lnTo>
                  <a:pt x="622860" y="76768"/>
                </a:lnTo>
                <a:lnTo>
                  <a:pt x="624397" y="82401"/>
                </a:lnTo>
                <a:lnTo>
                  <a:pt x="624961" y="84139"/>
                </a:lnTo>
                <a:lnTo>
                  <a:pt x="625626" y="85763"/>
                </a:lnTo>
                <a:lnTo>
                  <a:pt x="626386" y="87267"/>
                </a:lnTo>
                <a:lnTo>
                  <a:pt x="627234" y="88642"/>
                </a:lnTo>
                <a:lnTo>
                  <a:pt x="628163" y="89882"/>
                </a:lnTo>
                <a:lnTo>
                  <a:pt x="629168" y="90980"/>
                </a:lnTo>
                <a:lnTo>
                  <a:pt x="630243" y="91928"/>
                </a:lnTo>
                <a:lnTo>
                  <a:pt x="631381" y="92720"/>
                </a:lnTo>
                <a:lnTo>
                  <a:pt x="632575" y="93348"/>
                </a:lnTo>
                <a:lnTo>
                  <a:pt x="633820" y="93806"/>
                </a:lnTo>
                <a:lnTo>
                  <a:pt x="635110" y="94086"/>
                </a:lnTo>
                <a:lnTo>
                  <a:pt x="636438" y="94181"/>
                </a:lnTo>
                <a:lnTo>
                  <a:pt x="638079" y="94081"/>
                </a:lnTo>
                <a:lnTo>
                  <a:pt x="639662" y="93793"/>
                </a:lnTo>
                <a:lnTo>
                  <a:pt x="641170" y="93328"/>
                </a:lnTo>
                <a:lnTo>
                  <a:pt x="642588" y="92701"/>
                </a:lnTo>
                <a:lnTo>
                  <a:pt x="643898" y="91924"/>
                </a:lnTo>
                <a:lnTo>
                  <a:pt x="645086" y="91011"/>
                </a:lnTo>
                <a:lnTo>
                  <a:pt x="646135" y="89975"/>
                </a:lnTo>
                <a:lnTo>
                  <a:pt x="647029" y="88831"/>
                </a:lnTo>
                <a:lnTo>
                  <a:pt x="647752" y="87590"/>
                </a:lnTo>
                <a:lnTo>
                  <a:pt x="648289" y="86266"/>
                </a:lnTo>
                <a:lnTo>
                  <a:pt x="648623" y="84874"/>
                </a:lnTo>
                <a:lnTo>
                  <a:pt x="648737" y="83425"/>
                </a:lnTo>
                <a:lnTo>
                  <a:pt x="648372" y="79895"/>
                </a:lnTo>
                <a:lnTo>
                  <a:pt x="647309" y="76494"/>
                </a:lnTo>
                <a:lnTo>
                  <a:pt x="645598" y="73256"/>
                </a:lnTo>
                <a:lnTo>
                  <a:pt x="643290" y="70215"/>
                </a:lnTo>
                <a:lnTo>
                  <a:pt x="640433" y="67405"/>
                </a:lnTo>
                <a:lnTo>
                  <a:pt x="637079" y="64861"/>
                </a:lnTo>
                <a:lnTo>
                  <a:pt x="633276" y="62614"/>
                </a:lnTo>
                <a:lnTo>
                  <a:pt x="629074" y="60701"/>
                </a:lnTo>
                <a:lnTo>
                  <a:pt x="624524" y="59153"/>
                </a:lnTo>
                <a:lnTo>
                  <a:pt x="619674" y="58006"/>
                </a:lnTo>
                <a:lnTo>
                  <a:pt x="614576" y="57293"/>
                </a:lnTo>
                <a:lnTo>
                  <a:pt x="609279" y="57048"/>
                </a:lnTo>
                <a:lnTo>
                  <a:pt x="606131" y="57154"/>
                </a:lnTo>
                <a:lnTo>
                  <a:pt x="602973" y="57470"/>
                </a:lnTo>
                <a:lnTo>
                  <a:pt x="599815" y="57993"/>
                </a:lnTo>
                <a:lnTo>
                  <a:pt x="596668" y="58718"/>
                </a:lnTo>
                <a:lnTo>
                  <a:pt x="593542" y="59643"/>
                </a:lnTo>
                <a:lnTo>
                  <a:pt x="590448" y="60763"/>
                </a:lnTo>
                <a:lnTo>
                  <a:pt x="587397" y="62075"/>
                </a:lnTo>
                <a:lnTo>
                  <a:pt x="584399" y="63576"/>
                </a:lnTo>
                <a:lnTo>
                  <a:pt x="581465" y="65262"/>
                </a:lnTo>
                <a:lnTo>
                  <a:pt x="578606" y="67128"/>
                </a:lnTo>
                <a:lnTo>
                  <a:pt x="575832" y="69173"/>
                </a:lnTo>
                <a:lnTo>
                  <a:pt x="573154" y="71392"/>
                </a:lnTo>
                <a:lnTo>
                  <a:pt x="570070" y="74335"/>
                </a:lnTo>
                <a:lnTo>
                  <a:pt x="567226" y="77522"/>
                </a:lnTo>
                <a:lnTo>
                  <a:pt x="564627" y="80942"/>
                </a:lnTo>
                <a:lnTo>
                  <a:pt x="562279" y="84583"/>
                </a:lnTo>
                <a:lnTo>
                  <a:pt x="560187" y="88434"/>
                </a:lnTo>
                <a:lnTo>
                  <a:pt x="558357" y="92483"/>
                </a:lnTo>
                <a:lnTo>
                  <a:pt x="556794" y="96719"/>
                </a:lnTo>
                <a:lnTo>
                  <a:pt x="555503" y="101130"/>
                </a:lnTo>
                <a:lnTo>
                  <a:pt x="554490" y="105704"/>
                </a:lnTo>
                <a:lnTo>
                  <a:pt x="553760" y="110430"/>
                </a:lnTo>
                <a:lnTo>
                  <a:pt x="553318" y="115297"/>
                </a:lnTo>
                <a:lnTo>
                  <a:pt x="553169" y="120292"/>
                </a:lnTo>
                <a:lnTo>
                  <a:pt x="553584" y="128408"/>
                </a:lnTo>
                <a:lnTo>
                  <a:pt x="554800" y="136080"/>
                </a:lnTo>
                <a:lnTo>
                  <a:pt x="556776" y="143258"/>
                </a:lnTo>
                <a:lnTo>
                  <a:pt x="559470" y="149891"/>
                </a:lnTo>
                <a:lnTo>
                  <a:pt x="562840" y="155931"/>
                </a:lnTo>
                <a:lnTo>
                  <a:pt x="566844" y="161328"/>
                </a:lnTo>
                <a:lnTo>
                  <a:pt x="571441" y="166031"/>
                </a:lnTo>
                <a:lnTo>
                  <a:pt x="576588" y="169990"/>
                </a:lnTo>
                <a:lnTo>
                  <a:pt x="582245" y="173157"/>
                </a:lnTo>
                <a:lnTo>
                  <a:pt x="588369" y="175480"/>
                </a:lnTo>
                <a:lnTo>
                  <a:pt x="594918" y="176911"/>
                </a:lnTo>
                <a:lnTo>
                  <a:pt x="601850" y="177399"/>
                </a:lnTo>
                <a:lnTo>
                  <a:pt x="604706" y="177314"/>
                </a:lnTo>
                <a:lnTo>
                  <a:pt x="607509" y="177059"/>
                </a:lnTo>
                <a:lnTo>
                  <a:pt x="610261" y="176634"/>
                </a:lnTo>
                <a:lnTo>
                  <a:pt x="612962" y="176042"/>
                </a:lnTo>
                <a:lnTo>
                  <a:pt x="615613" y="175283"/>
                </a:lnTo>
                <a:lnTo>
                  <a:pt x="618215" y="174357"/>
                </a:lnTo>
                <a:lnTo>
                  <a:pt x="620769" y="173266"/>
                </a:lnTo>
                <a:lnTo>
                  <a:pt x="623277" y="172010"/>
                </a:lnTo>
                <a:lnTo>
                  <a:pt x="625738" y="170590"/>
                </a:lnTo>
                <a:lnTo>
                  <a:pt x="628153" y="169008"/>
                </a:lnTo>
                <a:lnTo>
                  <a:pt x="630525" y="167263"/>
                </a:lnTo>
                <a:lnTo>
                  <a:pt x="632853" y="165357"/>
                </a:lnTo>
                <a:lnTo>
                  <a:pt x="634542" y="163800"/>
                </a:lnTo>
                <a:lnTo>
                  <a:pt x="636163" y="162185"/>
                </a:lnTo>
                <a:lnTo>
                  <a:pt x="637732" y="160486"/>
                </a:lnTo>
                <a:lnTo>
                  <a:pt x="639266" y="158678"/>
                </a:lnTo>
                <a:lnTo>
                  <a:pt x="640783" y="156736"/>
                </a:lnTo>
                <a:lnTo>
                  <a:pt x="642299" y="154632"/>
                </a:lnTo>
                <a:lnTo>
                  <a:pt x="643831" y="152342"/>
                </a:lnTo>
                <a:lnTo>
                  <a:pt x="645396" y="149840"/>
                </a:lnTo>
                <a:lnTo>
                  <a:pt x="647010" y="147099"/>
                </a:lnTo>
                <a:lnTo>
                  <a:pt x="648692" y="144094"/>
                </a:lnTo>
                <a:lnTo>
                  <a:pt x="650457" y="140799"/>
                </a:lnTo>
                <a:lnTo>
                  <a:pt x="652322" y="137189"/>
                </a:lnTo>
                <a:lnTo>
                  <a:pt x="648737" y="134887"/>
                </a:lnTo>
                <a:close/>
                <a:moveTo>
                  <a:pt x="725857" y="59550"/>
                </a:moveTo>
                <a:lnTo>
                  <a:pt x="699980" y="59550"/>
                </a:lnTo>
                <a:lnTo>
                  <a:pt x="699980" y="29830"/>
                </a:lnTo>
                <a:lnTo>
                  <a:pt x="699974" y="29226"/>
                </a:lnTo>
                <a:lnTo>
                  <a:pt x="699954" y="28694"/>
                </a:lnTo>
                <a:lnTo>
                  <a:pt x="699916" y="28229"/>
                </a:lnTo>
                <a:lnTo>
                  <a:pt x="699857" y="27828"/>
                </a:lnTo>
                <a:lnTo>
                  <a:pt x="699773" y="27488"/>
                </a:lnTo>
                <a:lnTo>
                  <a:pt x="699660" y="27204"/>
                </a:lnTo>
                <a:lnTo>
                  <a:pt x="699515" y="26974"/>
                </a:lnTo>
                <a:lnTo>
                  <a:pt x="699335" y="26793"/>
                </a:lnTo>
                <a:lnTo>
                  <a:pt x="699115" y="26659"/>
                </a:lnTo>
                <a:lnTo>
                  <a:pt x="698853" y="26568"/>
                </a:lnTo>
                <a:lnTo>
                  <a:pt x="698544" y="26515"/>
                </a:lnTo>
                <a:lnTo>
                  <a:pt x="698185" y="26499"/>
                </a:lnTo>
                <a:lnTo>
                  <a:pt x="697742" y="27076"/>
                </a:lnTo>
                <a:lnTo>
                  <a:pt x="697308" y="27653"/>
                </a:lnTo>
                <a:lnTo>
                  <a:pt x="696881" y="28233"/>
                </a:lnTo>
                <a:lnTo>
                  <a:pt x="696460" y="28815"/>
                </a:lnTo>
                <a:lnTo>
                  <a:pt x="696041" y="29400"/>
                </a:lnTo>
                <a:lnTo>
                  <a:pt x="695624" y="29990"/>
                </a:lnTo>
                <a:lnTo>
                  <a:pt x="695208" y="30586"/>
                </a:lnTo>
                <a:lnTo>
                  <a:pt x="694789" y="31187"/>
                </a:lnTo>
                <a:lnTo>
                  <a:pt x="694368" y="31796"/>
                </a:lnTo>
                <a:lnTo>
                  <a:pt x="693940" y="32412"/>
                </a:lnTo>
                <a:lnTo>
                  <a:pt x="693506" y="33038"/>
                </a:lnTo>
                <a:lnTo>
                  <a:pt x="693064" y="33673"/>
                </a:lnTo>
                <a:lnTo>
                  <a:pt x="690607" y="37153"/>
                </a:lnTo>
                <a:lnTo>
                  <a:pt x="688126" y="40526"/>
                </a:lnTo>
                <a:lnTo>
                  <a:pt x="685648" y="43759"/>
                </a:lnTo>
                <a:lnTo>
                  <a:pt x="683203" y="46817"/>
                </a:lnTo>
                <a:lnTo>
                  <a:pt x="680818" y="49670"/>
                </a:lnTo>
                <a:lnTo>
                  <a:pt x="678522" y="52283"/>
                </a:lnTo>
                <a:lnTo>
                  <a:pt x="676343" y="54623"/>
                </a:lnTo>
                <a:lnTo>
                  <a:pt x="674311" y="56659"/>
                </a:lnTo>
                <a:lnTo>
                  <a:pt x="672453" y="58356"/>
                </a:lnTo>
                <a:lnTo>
                  <a:pt x="670798" y="59682"/>
                </a:lnTo>
                <a:lnTo>
                  <a:pt x="669375" y="60605"/>
                </a:lnTo>
                <a:lnTo>
                  <a:pt x="668211" y="61090"/>
                </a:lnTo>
                <a:lnTo>
                  <a:pt x="667533" y="61538"/>
                </a:lnTo>
                <a:lnTo>
                  <a:pt x="666909" y="61984"/>
                </a:lnTo>
                <a:lnTo>
                  <a:pt x="666341" y="62426"/>
                </a:lnTo>
                <a:lnTo>
                  <a:pt x="665828" y="62863"/>
                </a:lnTo>
                <a:lnTo>
                  <a:pt x="665372" y="63293"/>
                </a:lnTo>
                <a:lnTo>
                  <a:pt x="664974" y="63715"/>
                </a:lnTo>
                <a:lnTo>
                  <a:pt x="664635" y="64125"/>
                </a:lnTo>
                <a:lnTo>
                  <a:pt x="664355" y="64524"/>
                </a:lnTo>
                <a:lnTo>
                  <a:pt x="664136" y="64908"/>
                </a:lnTo>
                <a:lnTo>
                  <a:pt x="663979" y="65276"/>
                </a:lnTo>
                <a:lnTo>
                  <a:pt x="663884" y="65627"/>
                </a:lnTo>
                <a:lnTo>
                  <a:pt x="663852" y="65958"/>
                </a:lnTo>
                <a:lnTo>
                  <a:pt x="663857" y="66145"/>
                </a:lnTo>
                <a:lnTo>
                  <a:pt x="663874" y="66322"/>
                </a:lnTo>
                <a:lnTo>
                  <a:pt x="663904" y="66491"/>
                </a:lnTo>
                <a:lnTo>
                  <a:pt x="663947" y="66651"/>
                </a:lnTo>
                <a:lnTo>
                  <a:pt x="664004" y="66805"/>
                </a:lnTo>
                <a:lnTo>
                  <a:pt x="664077" y="66952"/>
                </a:lnTo>
                <a:lnTo>
                  <a:pt x="664166" y="67093"/>
                </a:lnTo>
                <a:lnTo>
                  <a:pt x="664271" y="67230"/>
                </a:lnTo>
                <a:lnTo>
                  <a:pt x="664394" y="67364"/>
                </a:lnTo>
                <a:lnTo>
                  <a:pt x="664536" y="67495"/>
                </a:lnTo>
                <a:lnTo>
                  <a:pt x="664698" y="67624"/>
                </a:lnTo>
                <a:lnTo>
                  <a:pt x="664880" y="67752"/>
                </a:lnTo>
                <a:lnTo>
                  <a:pt x="678458" y="67752"/>
                </a:lnTo>
                <a:lnTo>
                  <a:pt x="678458" y="144864"/>
                </a:lnTo>
                <a:lnTo>
                  <a:pt x="678618" y="150024"/>
                </a:lnTo>
                <a:lnTo>
                  <a:pt x="679097" y="154745"/>
                </a:lnTo>
                <a:lnTo>
                  <a:pt x="679895" y="159025"/>
                </a:lnTo>
                <a:lnTo>
                  <a:pt x="681010" y="162862"/>
                </a:lnTo>
                <a:lnTo>
                  <a:pt x="682443" y="166255"/>
                </a:lnTo>
                <a:lnTo>
                  <a:pt x="684191" y="169201"/>
                </a:lnTo>
                <a:lnTo>
                  <a:pt x="686254" y="171698"/>
                </a:lnTo>
                <a:lnTo>
                  <a:pt x="688631" y="173746"/>
                </a:lnTo>
                <a:lnTo>
                  <a:pt x="691321" y="175341"/>
                </a:lnTo>
                <a:lnTo>
                  <a:pt x="694323" y="176483"/>
                </a:lnTo>
                <a:lnTo>
                  <a:pt x="697637" y="177170"/>
                </a:lnTo>
                <a:lnTo>
                  <a:pt x="701262" y="177399"/>
                </a:lnTo>
                <a:lnTo>
                  <a:pt x="704343" y="177270"/>
                </a:lnTo>
                <a:lnTo>
                  <a:pt x="707311" y="176882"/>
                </a:lnTo>
                <a:lnTo>
                  <a:pt x="710173" y="176230"/>
                </a:lnTo>
                <a:lnTo>
                  <a:pt x="712933" y="175312"/>
                </a:lnTo>
                <a:lnTo>
                  <a:pt x="715597" y="174123"/>
                </a:lnTo>
                <a:lnTo>
                  <a:pt x="718171" y="172660"/>
                </a:lnTo>
                <a:lnTo>
                  <a:pt x="720659" y="170920"/>
                </a:lnTo>
                <a:lnTo>
                  <a:pt x="723067" y="168899"/>
                </a:lnTo>
                <a:lnTo>
                  <a:pt x="725401" y="166592"/>
                </a:lnTo>
                <a:lnTo>
                  <a:pt x="727665" y="163998"/>
                </a:lnTo>
                <a:lnTo>
                  <a:pt x="729865" y="161111"/>
                </a:lnTo>
                <a:lnTo>
                  <a:pt x="732007" y="157929"/>
                </a:lnTo>
                <a:lnTo>
                  <a:pt x="728676" y="155111"/>
                </a:lnTo>
                <a:lnTo>
                  <a:pt x="727351" y="156632"/>
                </a:lnTo>
                <a:lnTo>
                  <a:pt x="726061" y="157998"/>
                </a:lnTo>
                <a:lnTo>
                  <a:pt x="724797" y="159213"/>
                </a:lnTo>
                <a:lnTo>
                  <a:pt x="723552" y="160282"/>
                </a:lnTo>
                <a:lnTo>
                  <a:pt x="722318" y="161208"/>
                </a:lnTo>
                <a:lnTo>
                  <a:pt x="721086" y="161996"/>
                </a:lnTo>
                <a:lnTo>
                  <a:pt x="719849" y="162651"/>
                </a:lnTo>
                <a:lnTo>
                  <a:pt x="718599" y="163177"/>
                </a:lnTo>
                <a:lnTo>
                  <a:pt x="717327" y="163578"/>
                </a:lnTo>
                <a:lnTo>
                  <a:pt x="716026" y="163859"/>
                </a:lnTo>
                <a:lnTo>
                  <a:pt x="714687" y="164025"/>
                </a:lnTo>
                <a:lnTo>
                  <a:pt x="713303" y="164079"/>
                </a:lnTo>
                <a:lnTo>
                  <a:pt x="711050" y="163934"/>
                </a:lnTo>
                <a:lnTo>
                  <a:pt x="709025" y="163492"/>
                </a:lnTo>
                <a:lnTo>
                  <a:pt x="707222" y="162746"/>
                </a:lnTo>
                <a:lnTo>
                  <a:pt x="705635" y="161687"/>
                </a:lnTo>
                <a:lnTo>
                  <a:pt x="704259" y="160309"/>
                </a:lnTo>
                <a:lnTo>
                  <a:pt x="703086" y="158602"/>
                </a:lnTo>
                <a:lnTo>
                  <a:pt x="702111" y="156559"/>
                </a:lnTo>
                <a:lnTo>
                  <a:pt x="701327" y="154171"/>
                </a:lnTo>
                <a:lnTo>
                  <a:pt x="700728" y="151432"/>
                </a:lnTo>
                <a:lnTo>
                  <a:pt x="700308" y="148332"/>
                </a:lnTo>
                <a:lnTo>
                  <a:pt x="700061" y="144865"/>
                </a:lnTo>
                <a:lnTo>
                  <a:pt x="699980" y="141021"/>
                </a:lnTo>
                <a:lnTo>
                  <a:pt x="699980" y="67752"/>
                </a:lnTo>
                <a:lnTo>
                  <a:pt x="725857" y="67752"/>
                </a:lnTo>
                <a:lnTo>
                  <a:pt x="725857" y="59550"/>
                </a:lnTo>
                <a:close/>
                <a:moveTo>
                  <a:pt x="776587" y="57048"/>
                </a:moveTo>
                <a:lnTo>
                  <a:pt x="736874" y="71060"/>
                </a:lnTo>
                <a:lnTo>
                  <a:pt x="736874" y="74907"/>
                </a:lnTo>
                <a:lnTo>
                  <a:pt x="738926" y="74649"/>
                </a:lnTo>
                <a:lnTo>
                  <a:pt x="739699" y="74526"/>
                </a:lnTo>
                <a:lnTo>
                  <a:pt x="740478" y="74414"/>
                </a:lnTo>
                <a:lnTo>
                  <a:pt x="741259" y="74312"/>
                </a:lnTo>
                <a:lnTo>
                  <a:pt x="742038" y="74221"/>
                </a:lnTo>
                <a:lnTo>
                  <a:pt x="742809" y="74141"/>
                </a:lnTo>
                <a:lnTo>
                  <a:pt x="743569" y="74071"/>
                </a:lnTo>
                <a:lnTo>
                  <a:pt x="744313" y="74012"/>
                </a:lnTo>
                <a:lnTo>
                  <a:pt x="745036" y="73964"/>
                </a:lnTo>
                <a:lnTo>
                  <a:pt x="745735" y="73927"/>
                </a:lnTo>
                <a:lnTo>
                  <a:pt x="746404" y="73900"/>
                </a:lnTo>
                <a:lnTo>
                  <a:pt x="747040" y="73884"/>
                </a:lnTo>
                <a:lnTo>
                  <a:pt x="747637" y="73878"/>
                </a:lnTo>
                <a:lnTo>
                  <a:pt x="749095" y="73966"/>
                </a:lnTo>
                <a:lnTo>
                  <a:pt x="750398" y="74234"/>
                </a:lnTo>
                <a:lnTo>
                  <a:pt x="751552" y="74695"/>
                </a:lnTo>
                <a:lnTo>
                  <a:pt x="752561" y="75359"/>
                </a:lnTo>
                <a:lnTo>
                  <a:pt x="753432" y="76237"/>
                </a:lnTo>
                <a:lnTo>
                  <a:pt x="754169" y="77339"/>
                </a:lnTo>
                <a:lnTo>
                  <a:pt x="754778" y="78676"/>
                </a:lnTo>
                <a:lnTo>
                  <a:pt x="755265" y="80259"/>
                </a:lnTo>
                <a:lnTo>
                  <a:pt x="755633" y="82099"/>
                </a:lnTo>
                <a:lnTo>
                  <a:pt x="755890" y="84205"/>
                </a:lnTo>
                <a:lnTo>
                  <a:pt x="756040" y="86589"/>
                </a:lnTo>
                <a:lnTo>
                  <a:pt x="756089" y="89262"/>
                </a:lnTo>
                <a:lnTo>
                  <a:pt x="756089" y="148750"/>
                </a:lnTo>
                <a:lnTo>
                  <a:pt x="756029" y="153047"/>
                </a:lnTo>
                <a:lnTo>
                  <a:pt x="755818" y="156741"/>
                </a:lnTo>
                <a:lnTo>
                  <a:pt x="755413" y="159879"/>
                </a:lnTo>
                <a:lnTo>
                  <a:pt x="754771" y="162509"/>
                </a:lnTo>
                <a:lnTo>
                  <a:pt x="753847" y="164681"/>
                </a:lnTo>
                <a:lnTo>
                  <a:pt x="752599" y="166440"/>
                </a:lnTo>
                <a:lnTo>
                  <a:pt x="750983" y="167837"/>
                </a:lnTo>
                <a:lnTo>
                  <a:pt x="748954" y="168918"/>
                </a:lnTo>
                <a:lnTo>
                  <a:pt x="746470" y="169733"/>
                </a:lnTo>
                <a:lnTo>
                  <a:pt x="743487" y="170328"/>
                </a:lnTo>
                <a:lnTo>
                  <a:pt x="739962" y="170752"/>
                </a:lnTo>
                <a:lnTo>
                  <a:pt x="735850" y="171054"/>
                </a:lnTo>
                <a:lnTo>
                  <a:pt x="735850" y="174897"/>
                </a:lnTo>
                <a:lnTo>
                  <a:pt x="796572" y="174897"/>
                </a:lnTo>
                <a:lnTo>
                  <a:pt x="796572" y="171054"/>
                </a:lnTo>
                <a:lnTo>
                  <a:pt x="792647" y="170699"/>
                </a:lnTo>
                <a:lnTo>
                  <a:pt x="789297" y="170240"/>
                </a:lnTo>
                <a:lnTo>
                  <a:pt x="786476" y="169625"/>
                </a:lnTo>
                <a:lnTo>
                  <a:pt x="784142" y="168805"/>
                </a:lnTo>
                <a:lnTo>
                  <a:pt x="782248" y="167729"/>
                </a:lnTo>
                <a:lnTo>
                  <a:pt x="780751" y="166345"/>
                </a:lnTo>
                <a:lnTo>
                  <a:pt x="779606" y="164603"/>
                </a:lnTo>
                <a:lnTo>
                  <a:pt x="778770" y="162453"/>
                </a:lnTo>
                <a:lnTo>
                  <a:pt x="778196" y="159843"/>
                </a:lnTo>
                <a:lnTo>
                  <a:pt x="777842" y="156723"/>
                </a:lnTo>
                <a:lnTo>
                  <a:pt x="777661" y="153042"/>
                </a:lnTo>
                <a:lnTo>
                  <a:pt x="777611" y="148750"/>
                </a:lnTo>
                <a:lnTo>
                  <a:pt x="777611" y="57818"/>
                </a:lnTo>
                <a:lnTo>
                  <a:pt x="776587" y="57048"/>
                </a:lnTo>
                <a:moveTo>
                  <a:pt x="764546" y="0"/>
                </a:moveTo>
                <a:lnTo>
                  <a:pt x="762841" y="120"/>
                </a:lnTo>
                <a:lnTo>
                  <a:pt x="761195" y="470"/>
                </a:lnTo>
                <a:lnTo>
                  <a:pt x="759626" y="1033"/>
                </a:lnTo>
                <a:lnTo>
                  <a:pt x="758150" y="1794"/>
                </a:lnTo>
                <a:lnTo>
                  <a:pt x="756785" y="2737"/>
                </a:lnTo>
                <a:lnTo>
                  <a:pt x="755546" y="3845"/>
                </a:lnTo>
                <a:lnTo>
                  <a:pt x="754452" y="5102"/>
                </a:lnTo>
                <a:lnTo>
                  <a:pt x="753519" y="6493"/>
                </a:lnTo>
                <a:lnTo>
                  <a:pt x="752763" y="8001"/>
                </a:lnTo>
                <a:lnTo>
                  <a:pt x="752203" y="9610"/>
                </a:lnTo>
                <a:lnTo>
                  <a:pt x="751854" y="11305"/>
                </a:lnTo>
                <a:lnTo>
                  <a:pt x="751734" y="13070"/>
                </a:lnTo>
                <a:lnTo>
                  <a:pt x="751849" y="14834"/>
                </a:lnTo>
                <a:lnTo>
                  <a:pt x="752185" y="16528"/>
                </a:lnTo>
                <a:lnTo>
                  <a:pt x="752727" y="18138"/>
                </a:lnTo>
                <a:lnTo>
                  <a:pt x="753461" y="19645"/>
                </a:lnTo>
                <a:lnTo>
                  <a:pt x="754374" y="21036"/>
                </a:lnTo>
                <a:lnTo>
                  <a:pt x="755450" y="22293"/>
                </a:lnTo>
                <a:lnTo>
                  <a:pt x="756675" y="23400"/>
                </a:lnTo>
                <a:lnTo>
                  <a:pt x="758036" y="24342"/>
                </a:lnTo>
                <a:lnTo>
                  <a:pt x="759517" y="25103"/>
                </a:lnTo>
                <a:lnTo>
                  <a:pt x="761106" y="25666"/>
                </a:lnTo>
                <a:lnTo>
                  <a:pt x="762787" y="26015"/>
                </a:lnTo>
                <a:lnTo>
                  <a:pt x="764546" y="26135"/>
                </a:lnTo>
                <a:lnTo>
                  <a:pt x="766369" y="26020"/>
                </a:lnTo>
                <a:lnTo>
                  <a:pt x="768113" y="25683"/>
                </a:lnTo>
                <a:lnTo>
                  <a:pt x="769763" y="25138"/>
                </a:lnTo>
                <a:lnTo>
                  <a:pt x="771303" y="24398"/>
                </a:lnTo>
                <a:lnTo>
                  <a:pt x="772719" y="23477"/>
                </a:lnTo>
                <a:lnTo>
                  <a:pt x="773994" y="22388"/>
                </a:lnTo>
                <a:lnTo>
                  <a:pt x="775115" y="21144"/>
                </a:lnTo>
                <a:lnTo>
                  <a:pt x="776067" y="19758"/>
                </a:lnTo>
                <a:lnTo>
                  <a:pt x="776833" y="18245"/>
                </a:lnTo>
                <a:lnTo>
                  <a:pt x="777398" y="16617"/>
                </a:lnTo>
                <a:lnTo>
                  <a:pt x="777749" y="14887"/>
                </a:lnTo>
                <a:lnTo>
                  <a:pt x="777869" y="13070"/>
                </a:lnTo>
                <a:lnTo>
                  <a:pt x="777749" y="11305"/>
                </a:lnTo>
                <a:lnTo>
                  <a:pt x="777398" y="9610"/>
                </a:lnTo>
                <a:lnTo>
                  <a:pt x="776833" y="8001"/>
                </a:lnTo>
                <a:lnTo>
                  <a:pt x="776067" y="6493"/>
                </a:lnTo>
                <a:lnTo>
                  <a:pt x="775115" y="5102"/>
                </a:lnTo>
                <a:lnTo>
                  <a:pt x="773994" y="3845"/>
                </a:lnTo>
                <a:lnTo>
                  <a:pt x="772719" y="2737"/>
                </a:lnTo>
                <a:lnTo>
                  <a:pt x="771303" y="1794"/>
                </a:lnTo>
                <a:lnTo>
                  <a:pt x="769763" y="1033"/>
                </a:lnTo>
                <a:lnTo>
                  <a:pt x="768113" y="470"/>
                </a:lnTo>
                <a:lnTo>
                  <a:pt x="766369" y="120"/>
                </a:lnTo>
                <a:lnTo>
                  <a:pt x="764546" y="0"/>
                </a:lnTo>
                <a:close/>
                <a:moveTo>
                  <a:pt x="867034" y="57048"/>
                </a:moveTo>
                <a:lnTo>
                  <a:pt x="858923" y="57552"/>
                </a:lnTo>
                <a:lnTo>
                  <a:pt x="851274" y="59033"/>
                </a:lnTo>
                <a:lnTo>
                  <a:pt x="844134" y="61442"/>
                </a:lnTo>
                <a:lnTo>
                  <a:pt x="837549" y="64731"/>
                </a:lnTo>
                <a:lnTo>
                  <a:pt x="831566" y="68852"/>
                </a:lnTo>
                <a:lnTo>
                  <a:pt x="826230" y="73758"/>
                </a:lnTo>
                <a:lnTo>
                  <a:pt x="821589" y="79400"/>
                </a:lnTo>
                <a:lnTo>
                  <a:pt x="817687" y="85730"/>
                </a:lnTo>
                <a:lnTo>
                  <a:pt x="814572" y="92700"/>
                </a:lnTo>
                <a:lnTo>
                  <a:pt x="812290" y="100262"/>
                </a:lnTo>
                <a:lnTo>
                  <a:pt x="810886" y="108368"/>
                </a:lnTo>
                <a:lnTo>
                  <a:pt x="810408" y="116969"/>
                </a:lnTo>
                <a:lnTo>
                  <a:pt x="810896" y="125419"/>
                </a:lnTo>
                <a:lnTo>
                  <a:pt x="812323" y="133447"/>
                </a:lnTo>
                <a:lnTo>
                  <a:pt x="814636" y="140993"/>
                </a:lnTo>
                <a:lnTo>
                  <a:pt x="817782" y="147998"/>
                </a:lnTo>
                <a:lnTo>
                  <a:pt x="821707" y="154402"/>
                </a:lnTo>
                <a:lnTo>
                  <a:pt x="826358" y="160146"/>
                </a:lnTo>
                <a:lnTo>
                  <a:pt x="831681" y="165169"/>
                </a:lnTo>
                <a:lnTo>
                  <a:pt x="837624" y="169413"/>
                </a:lnTo>
                <a:lnTo>
                  <a:pt x="844132" y="172817"/>
                </a:lnTo>
                <a:lnTo>
                  <a:pt x="851153" y="175323"/>
                </a:lnTo>
                <a:lnTo>
                  <a:pt x="858633" y="176870"/>
                </a:lnTo>
                <a:lnTo>
                  <a:pt x="866518" y="177399"/>
                </a:lnTo>
                <a:lnTo>
                  <a:pt x="874419" y="176844"/>
                </a:lnTo>
                <a:lnTo>
                  <a:pt x="881941" y="175225"/>
                </a:lnTo>
                <a:lnTo>
                  <a:pt x="889026" y="172605"/>
                </a:lnTo>
                <a:lnTo>
                  <a:pt x="895613" y="169053"/>
                </a:lnTo>
                <a:lnTo>
                  <a:pt x="901646" y="164632"/>
                </a:lnTo>
                <a:lnTo>
                  <a:pt x="907065" y="159410"/>
                </a:lnTo>
                <a:lnTo>
                  <a:pt x="911811" y="153452"/>
                </a:lnTo>
                <a:lnTo>
                  <a:pt x="915825" y="146823"/>
                </a:lnTo>
                <a:lnTo>
                  <a:pt x="919050" y="139589"/>
                </a:lnTo>
                <a:lnTo>
                  <a:pt x="921426" y="131817"/>
                </a:lnTo>
                <a:lnTo>
                  <a:pt x="922895" y="123573"/>
                </a:lnTo>
                <a:lnTo>
                  <a:pt x="923398" y="114921"/>
                </a:lnTo>
                <a:lnTo>
                  <a:pt x="922915" y="106735"/>
                </a:lnTo>
                <a:lnTo>
                  <a:pt x="921500" y="98987"/>
                </a:lnTo>
                <a:lnTo>
                  <a:pt x="919202" y="91727"/>
                </a:lnTo>
                <a:lnTo>
                  <a:pt x="916072" y="85008"/>
                </a:lnTo>
                <a:lnTo>
                  <a:pt x="912159" y="78884"/>
                </a:lnTo>
                <a:lnTo>
                  <a:pt x="907513" y="73405"/>
                </a:lnTo>
                <a:lnTo>
                  <a:pt x="902184" y="68626"/>
                </a:lnTo>
                <a:lnTo>
                  <a:pt x="896222" y="64598"/>
                </a:lnTo>
                <a:lnTo>
                  <a:pt x="889675" y="61373"/>
                </a:lnTo>
                <a:lnTo>
                  <a:pt x="882596" y="59005"/>
                </a:lnTo>
                <a:lnTo>
                  <a:pt x="875032" y="57546"/>
                </a:lnTo>
                <a:lnTo>
                  <a:pt x="867034" y="57048"/>
                </a:lnTo>
                <a:moveTo>
                  <a:pt x="863703" y="64226"/>
                </a:moveTo>
                <a:lnTo>
                  <a:pt x="868945" y="64730"/>
                </a:lnTo>
                <a:lnTo>
                  <a:pt x="873890" y="66209"/>
                </a:lnTo>
                <a:lnTo>
                  <a:pt x="878507" y="68614"/>
                </a:lnTo>
                <a:lnTo>
                  <a:pt x="882767" y="71897"/>
                </a:lnTo>
                <a:lnTo>
                  <a:pt x="886638" y="76009"/>
                </a:lnTo>
                <a:lnTo>
                  <a:pt x="890092" y="80900"/>
                </a:lnTo>
                <a:lnTo>
                  <a:pt x="893097" y="86522"/>
                </a:lnTo>
                <a:lnTo>
                  <a:pt x="895624" y="92826"/>
                </a:lnTo>
                <a:lnTo>
                  <a:pt x="897641" y="99762"/>
                </a:lnTo>
                <a:lnTo>
                  <a:pt x="899120" y="107283"/>
                </a:lnTo>
                <a:lnTo>
                  <a:pt x="900029" y="115339"/>
                </a:lnTo>
                <a:lnTo>
                  <a:pt x="900339" y="123881"/>
                </a:lnTo>
                <a:lnTo>
                  <a:pt x="900101" y="130871"/>
                </a:lnTo>
                <a:lnTo>
                  <a:pt x="899396" y="137361"/>
                </a:lnTo>
                <a:lnTo>
                  <a:pt x="898238" y="143329"/>
                </a:lnTo>
                <a:lnTo>
                  <a:pt x="896639" y="148756"/>
                </a:lnTo>
                <a:lnTo>
                  <a:pt x="894612" y="153621"/>
                </a:lnTo>
                <a:lnTo>
                  <a:pt x="892173" y="157903"/>
                </a:lnTo>
                <a:lnTo>
                  <a:pt x="889333" y="161583"/>
                </a:lnTo>
                <a:lnTo>
                  <a:pt x="886106" y="164640"/>
                </a:lnTo>
                <a:lnTo>
                  <a:pt x="882505" y="167053"/>
                </a:lnTo>
                <a:lnTo>
                  <a:pt x="878544" y="168801"/>
                </a:lnTo>
                <a:lnTo>
                  <a:pt x="874236" y="169866"/>
                </a:lnTo>
                <a:lnTo>
                  <a:pt x="869595" y="170225"/>
                </a:lnTo>
                <a:lnTo>
                  <a:pt x="867109" y="170098"/>
                </a:lnTo>
                <a:lnTo>
                  <a:pt x="864658" y="169722"/>
                </a:lnTo>
                <a:lnTo>
                  <a:pt x="862252" y="169105"/>
                </a:lnTo>
                <a:lnTo>
                  <a:pt x="859906" y="168253"/>
                </a:lnTo>
                <a:lnTo>
                  <a:pt x="857630" y="167174"/>
                </a:lnTo>
                <a:lnTo>
                  <a:pt x="855438" y="165873"/>
                </a:lnTo>
                <a:lnTo>
                  <a:pt x="853343" y="164360"/>
                </a:lnTo>
                <a:lnTo>
                  <a:pt x="851355" y="162640"/>
                </a:lnTo>
                <a:lnTo>
                  <a:pt x="849489" y="160721"/>
                </a:lnTo>
                <a:lnTo>
                  <a:pt x="847757" y="158610"/>
                </a:lnTo>
                <a:lnTo>
                  <a:pt x="846170" y="156314"/>
                </a:lnTo>
                <a:lnTo>
                  <a:pt x="844742" y="153840"/>
                </a:lnTo>
                <a:lnTo>
                  <a:pt x="843013" y="150418"/>
                </a:lnTo>
                <a:lnTo>
                  <a:pt x="841416" y="146818"/>
                </a:lnTo>
                <a:lnTo>
                  <a:pt x="839954" y="143057"/>
                </a:lnTo>
                <a:lnTo>
                  <a:pt x="838630" y="139150"/>
                </a:lnTo>
                <a:lnTo>
                  <a:pt x="837449" y="135111"/>
                </a:lnTo>
                <a:lnTo>
                  <a:pt x="836414" y="130956"/>
                </a:lnTo>
                <a:lnTo>
                  <a:pt x="835528" y="126699"/>
                </a:lnTo>
                <a:lnTo>
                  <a:pt x="834796" y="122356"/>
                </a:lnTo>
                <a:lnTo>
                  <a:pt x="834220" y="117942"/>
                </a:lnTo>
                <a:lnTo>
                  <a:pt x="833804" y="113472"/>
                </a:lnTo>
                <a:lnTo>
                  <a:pt x="833552" y="108960"/>
                </a:lnTo>
                <a:lnTo>
                  <a:pt x="833467" y="104424"/>
                </a:lnTo>
                <a:lnTo>
                  <a:pt x="833714" y="98523"/>
                </a:lnTo>
                <a:lnTo>
                  <a:pt x="834443" y="93000"/>
                </a:lnTo>
                <a:lnTo>
                  <a:pt x="835633" y="87880"/>
                </a:lnTo>
                <a:lnTo>
                  <a:pt x="837262" y="83191"/>
                </a:lnTo>
                <a:lnTo>
                  <a:pt x="839312" y="78956"/>
                </a:lnTo>
                <a:lnTo>
                  <a:pt x="841762" y="75203"/>
                </a:lnTo>
                <a:lnTo>
                  <a:pt x="844590" y="71956"/>
                </a:lnTo>
                <a:lnTo>
                  <a:pt x="847777" y="69242"/>
                </a:lnTo>
                <a:lnTo>
                  <a:pt x="851303" y="67086"/>
                </a:lnTo>
                <a:lnTo>
                  <a:pt x="855146" y="65514"/>
                </a:lnTo>
                <a:lnTo>
                  <a:pt x="859286" y="64552"/>
                </a:lnTo>
                <a:lnTo>
                  <a:pt x="863703" y="64226"/>
                </a:lnTo>
                <a:close/>
                <a:moveTo>
                  <a:pt x="935185" y="72936"/>
                </a:moveTo>
                <a:lnTo>
                  <a:pt x="935590" y="72754"/>
                </a:lnTo>
                <a:lnTo>
                  <a:pt x="936035" y="72593"/>
                </a:lnTo>
                <a:lnTo>
                  <a:pt x="936518" y="72451"/>
                </a:lnTo>
                <a:lnTo>
                  <a:pt x="937035" y="72328"/>
                </a:lnTo>
                <a:lnTo>
                  <a:pt x="937585" y="72223"/>
                </a:lnTo>
                <a:lnTo>
                  <a:pt x="938164" y="72135"/>
                </a:lnTo>
                <a:lnTo>
                  <a:pt x="938770" y="72063"/>
                </a:lnTo>
                <a:lnTo>
                  <a:pt x="939399" y="72006"/>
                </a:lnTo>
                <a:lnTo>
                  <a:pt x="940050" y="71964"/>
                </a:lnTo>
                <a:lnTo>
                  <a:pt x="940720" y="71934"/>
                </a:lnTo>
                <a:lnTo>
                  <a:pt x="941406" y="71917"/>
                </a:lnTo>
                <a:lnTo>
                  <a:pt x="942105" y="71912"/>
                </a:lnTo>
                <a:lnTo>
                  <a:pt x="943798" y="71995"/>
                </a:lnTo>
                <a:lnTo>
                  <a:pt x="945298" y="72255"/>
                </a:lnTo>
                <a:lnTo>
                  <a:pt x="946612" y="72708"/>
                </a:lnTo>
                <a:lnTo>
                  <a:pt x="947750" y="73373"/>
                </a:lnTo>
                <a:lnTo>
                  <a:pt x="948721" y="74265"/>
                </a:lnTo>
                <a:lnTo>
                  <a:pt x="949533" y="75402"/>
                </a:lnTo>
                <a:lnTo>
                  <a:pt x="950196" y="76800"/>
                </a:lnTo>
                <a:lnTo>
                  <a:pt x="950719" y="78477"/>
                </a:lnTo>
                <a:lnTo>
                  <a:pt x="951110" y="80449"/>
                </a:lnTo>
                <a:lnTo>
                  <a:pt x="951378" y="82733"/>
                </a:lnTo>
                <a:lnTo>
                  <a:pt x="951532" y="85346"/>
                </a:lnTo>
                <a:lnTo>
                  <a:pt x="951581" y="88305"/>
                </a:lnTo>
                <a:lnTo>
                  <a:pt x="951581" y="151842"/>
                </a:lnTo>
                <a:lnTo>
                  <a:pt x="951518" y="155268"/>
                </a:lnTo>
                <a:lnTo>
                  <a:pt x="951312" y="158264"/>
                </a:lnTo>
                <a:lnTo>
                  <a:pt x="950937" y="160860"/>
                </a:lnTo>
                <a:lnTo>
                  <a:pt x="950367" y="163085"/>
                </a:lnTo>
                <a:lnTo>
                  <a:pt x="949576" y="164968"/>
                </a:lnTo>
                <a:lnTo>
                  <a:pt x="948539" y="166540"/>
                </a:lnTo>
                <a:lnTo>
                  <a:pt x="947230" y="167828"/>
                </a:lnTo>
                <a:lnTo>
                  <a:pt x="945622" y="168863"/>
                </a:lnTo>
                <a:lnTo>
                  <a:pt x="943691" y="169673"/>
                </a:lnTo>
                <a:lnTo>
                  <a:pt x="941410" y="170289"/>
                </a:lnTo>
                <a:lnTo>
                  <a:pt x="938754" y="170739"/>
                </a:lnTo>
                <a:lnTo>
                  <a:pt x="935697" y="171054"/>
                </a:lnTo>
                <a:lnTo>
                  <a:pt x="935697" y="174897"/>
                </a:lnTo>
                <a:lnTo>
                  <a:pt x="990016" y="174897"/>
                </a:lnTo>
                <a:lnTo>
                  <a:pt x="990016" y="171054"/>
                </a:lnTo>
                <a:lnTo>
                  <a:pt x="986938" y="170752"/>
                </a:lnTo>
                <a:lnTo>
                  <a:pt x="984225" y="170352"/>
                </a:lnTo>
                <a:lnTo>
                  <a:pt x="981860" y="169837"/>
                </a:lnTo>
                <a:lnTo>
                  <a:pt x="979823" y="169195"/>
                </a:lnTo>
                <a:lnTo>
                  <a:pt x="978095" y="168410"/>
                </a:lnTo>
                <a:lnTo>
                  <a:pt x="976659" y="167468"/>
                </a:lnTo>
                <a:lnTo>
                  <a:pt x="975494" y="166356"/>
                </a:lnTo>
                <a:lnTo>
                  <a:pt x="974584" y="165058"/>
                </a:lnTo>
                <a:lnTo>
                  <a:pt x="973908" y="163562"/>
                </a:lnTo>
                <a:lnTo>
                  <a:pt x="973449" y="161852"/>
                </a:lnTo>
                <a:lnTo>
                  <a:pt x="973187" y="159914"/>
                </a:lnTo>
                <a:lnTo>
                  <a:pt x="973103" y="157734"/>
                </a:lnTo>
                <a:lnTo>
                  <a:pt x="973103" y="85744"/>
                </a:lnTo>
                <a:lnTo>
                  <a:pt x="976045" y="83035"/>
                </a:lnTo>
                <a:lnTo>
                  <a:pt x="978742" y="80659"/>
                </a:lnTo>
                <a:lnTo>
                  <a:pt x="981227" y="78598"/>
                </a:lnTo>
                <a:lnTo>
                  <a:pt x="983533" y="76834"/>
                </a:lnTo>
                <a:lnTo>
                  <a:pt x="985694" y="75347"/>
                </a:lnTo>
                <a:lnTo>
                  <a:pt x="987741" y="74119"/>
                </a:lnTo>
                <a:lnTo>
                  <a:pt x="989709" y="73132"/>
                </a:lnTo>
                <a:lnTo>
                  <a:pt x="991629" y="72365"/>
                </a:lnTo>
                <a:lnTo>
                  <a:pt x="993535" y="71802"/>
                </a:lnTo>
                <a:lnTo>
                  <a:pt x="995459" y="71423"/>
                </a:lnTo>
                <a:lnTo>
                  <a:pt x="997436" y="71209"/>
                </a:lnTo>
                <a:lnTo>
                  <a:pt x="999497" y="71142"/>
                </a:lnTo>
                <a:lnTo>
                  <a:pt x="1002502" y="71308"/>
                </a:lnTo>
                <a:lnTo>
                  <a:pt x="1005241" y="71808"/>
                </a:lnTo>
                <a:lnTo>
                  <a:pt x="1007715" y="72647"/>
                </a:lnTo>
                <a:lnTo>
                  <a:pt x="1009925" y="73827"/>
                </a:lnTo>
                <a:lnTo>
                  <a:pt x="1011872" y="75352"/>
                </a:lnTo>
                <a:lnTo>
                  <a:pt x="1013556" y="77225"/>
                </a:lnTo>
                <a:lnTo>
                  <a:pt x="1014978" y="79451"/>
                </a:lnTo>
                <a:lnTo>
                  <a:pt x="1016141" y="82033"/>
                </a:lnTo>
                <a:lnTo>
                  <a:pt x="1017043" y="84975"/>
                </a:lnTo>
                <a:lnTo>
                  <a:pt x="1017686" y="88279"/>
                </a:lnTo>
                <a:lnTo>
                  <a:pt x="1018072" y="91950"/>
                </a:lnTo>
                <a:lnTo>
                  <a:pt x="1018200" y="95991"/>
                </a:lnTo>
                <a:lnTo>
                  <a:pt x="1018200" y="149536"/>
                </a:lnTo>
                <a:lnTo>
                  <a:pt x="1018127" y="153330"/>
                </a:lnTo>
                <a:lnTo>
                  <a:pt x="1017894" y="156662"/>
                </a:lnTo>
                <a:lnTo>
                  <a:pt x="1017479" y="159562"/>
                </a:lnTo>
                <a:lnTo>
                  <a:pt x="1016862" y="162059"/>
                </a:lnTo>
                <a:lnTo>
                  <a:pt x="1016020" y="164183"/>
                </a:lnTo>
                <a:lnTo>
                  <a:pt x="1014933" y="165962"/>
                </a:lnTo>
                <a:lnTo>
                  <a:pt x="1013579" y="167427"/>
                </a:lnTo>
                <a:lnTo>
                  <a:pt x="1011936" y="168606"/>
                </a:lnTo>
                <a:lnTo>
                  <a:pt x="1009984" y="169529"/>
                </a:lnTo>
                <a:lnTo>
                  <a:pt x="1007702" y="170225"/>
                </a:lnTo>
                <a:lnTo>
                  <a:pt x="1005066" y="170723"/>
                </a:lnTo>
                <a:lnTo>
                  <a:pt x="1002057" y="171054"/>
                </a:lnTo>
                <a:lnTo>
                  <a:pt x="1002057" y="174897"/>
                </a:lnTo>
                <a:lnTo>
                  <a:pt x="1055352" y="174897"/>
                </a:lnTo>
                <a:lnTo>
                  <a:pt x="1055352" y="171054"/>
                </a:lnTo>
                <a:lnTo>
                  <a:pt x="1052407" y="170692"/>
                </a:lnTo>
                <a:lnTo>
                  <a:pt x="1049834" y="170229"/>
                </a:lnTo>
                <a:lnTo>
                  <a:pt x="1047612" y="169638"/>
                </a:lnTo>
                <a:lnTo>
                  <a:pt x="1045719" y="168892"/>
                </a:lnTo>
                <a:lnTo>
                  <a:pt x="1044131" y="167964"/>
                </a:lnTo>
                <a:lnTo>
                  <a:pt x="1042828" y="166828"/>
                </a:lnTo>
                <a:lnTo>
                  <a:pt x="1041786" y="165457"/>
                </a:lnTo>
                <a:lnTo>
                  <a:pt x="1040984" y="163825"/>
                </a:lnTo>
                <a:lnTo>
                  <a:pt x="1040398" y="161905"/>
                </a:lnTo>
                <a:lnTo>
                  <a:pt x="1040008" y="159670"/>
                </a:lnTo>
                <a:lnTo>
                  <a:pt x="1039790" y="157093"/>
                </a:lnTo>
                <a:lnTo>
                  <a:pt x="1039722" y="154149"/>
                </a:lnTo>
                <a:lnTo>
                  <a:pt x="1039722" y="95479"/>
                </a:lnTo>
                <a:lnTo>
                  <a:pt x="1039489" y="89664"/>
                </a:lnTo>
                <a:lnTo>
                  <a:pt x="1038799" y="84271"/>
                </a:lnTo>
                <a:lnTo>
                  <a:pt x="1037664" y="79315"/>
                </a:lnTo>
                <a:lnTo>
                  <a:pt x="1036096" y="74813"/>
                </a:lnTo>
                <a:lnTo>
                  <a:pt x="1034109" y="70781"/>
                </a:lnTo>
                <a:lnTo>
                  <a:pt x="1031715" y="67234"/>
                </a:lnTo>
                <a:lnTo>
                  <a:pt x="1028925" y="64188"/>
                </a:lnTo>
                <a:lnTo>
                  <a:pt x="1025753" y="61661"/>
                </a:lnTo>
                <a:lnTo>
                  <a:pt x="1022211" y="59667"/>
                </a:lnTo>
                <a:lnTo>
                  <a:pt x="1018311" y="58222"/>
                </a:lnTo>
                <a:lnTo>
                  <a:pt x="1014067" y="57344"/>
                </a:lnTo>
                <a:lnTo>
                  <a:pt x="1009489" y="57048"/>
                </a:lnTo>
                <a:lnTo>
                  <a:pt x="1006615" y="57143"/>
                </a:lnTo>
                <a:lnTo>
                  <a:pt x="1003854" y="57447"/>
                </a:lnTo>
                <a:lnTo>
                  <a:pt x="1001161" y="57985"/>
                </a:lnTo>
                <a:lnTo>
                  <a:pt x="998490" y="58785"/>
                </a:lnTo>
                <a:lnTo>
                  <a:pt x="995793" y="59874"/>
                </a:lnTo>
                <a:lnTo>
                  <a:pt x="993026" y="61277"/>
                </a:lnTo>
                <a:lnTo>
                  <a:pt x="990141" y="63022"/>
                </a:lnTo>
                <a:lnTo>
                  <a:pt x="987092" y="65135"/>
                </a:lnTo>
                <a:lnTo>
                  <a:pt x="983834" y="67643"/>
                </a:lnTo>
                <a:lnTo>
                  <a:pt x="980320" y="70573"/>
                </a:lnTo>
                <a:lnTo>
                  <a:pt x="976503" y="73951"/>
                </a:lnTo>
                <a:lnTo>
                  <a:pt x="972337" y="77804"/>
                </a:lnTo>
                <a:lnTo>
                  <a:pt x="972337" y="57564"/>
                </a:lnTo>
                <a:lnTo>
                  <a:pt x="970543" y="57048"/>
                </a:lnTo>
                <a:lnTo>
                  <a:pt x="967479" y="58166"/>
                </a:lnTo>
                <a:lnTo>
                  <a:pt x="964543" y="59219"/>
                </a:lnTo>
                <a:lnTo>
                  <a:pt x="961704" y="60219"/>
                </a:lnTo>
                <a:lnTo>
                  <a:pt x="958928" y="61177"/>
                </a:lnTo>
                <a:lnTo>
                  <a:pt x="956185" y="62102"/>
                </a:lnTo>
                <a:lnTo>
                  <a:pt x="953441" y="63006"/>
                </a:lnTo>
                <a:lnTo>
                  <a:pt x="950666" y="63900"/>
                </a:lnTo>
                <a:lnTo>
                  <a:pt x="947826" y="64793"/>
                </a:lnTo>
                <a:lnTo>
                  <a:pt x="944890" y="65697"/>
                </a:lnTo>
                <a:lnTo>
                  <a:pt x="941826" y="66623"/>
                </a:lnTo>
                <a:lnTo>
                  <a:pt x="938602" y="67581"/>
                </a:lnTo>
                <a:lnTo>
                  <a:pt x="935185" y="68581"/>
                </a:lnTo>
                <a:lnTo>
                  <a:pt x="935185" y="72936"/>
                </a:lnTo>
                <a:close/>
                <a:moveTo>
                  <a:pt x="1139900" y="94396"/>
                </a:moveTo>
                <a:lnTo>
                  <a:pt x="1138875" y="59550"/>
                </a:lnTo>
                <a:lnTo>
                  <a:pt x="1136057" y="59550"/>
                </a:lnTo>
                <a:lnTo>
                  <a:pt x="1135544" y="60066"/>
                </a:lnTo>
                <a:lnTo>
                  <a:pt x="1135009" y="60482"/>
                </a:lnTo>
                <a:lnTo>
                  <a:pt x="1134549" y="60839"/>
                </a:lnTo>
                <a:lnTo>
                  <a:pt x="1134155" y="61141"/>
                </a:lnTo>
                <a:lnTo>
                  <a:pt x="1133817" y="61393"/>
                </a:lnTo>
                <a:lnTo>
                  <a:pt x="1133526" y="61598"/>
                </a:lnTo>
                <a:lnTo>
                  <a:pt x="1133271" y="61762"/>
                </a:lnTo>
                <a:lnTo>
                  <a:pt x="1133043" y="61888"/>
                </a:lnTo>
                <a:lnTo>
                  <a:pt x="1132831" y="61981"/>
                </a:lnTo>
                <a:lnTo>
                  <a:pt x="1132627" y="62046"/>
                </a:lnTo>
                <a:lnTo>
                  <a:pt x="1132420" y="62087"/>
                </a:lnTo>
                <a:lnTo>
                  <a:pt x="1132201" y="62108"/>
                </a:lnTo>
                <a:lnTo>
                  <a:pt x="1131959" y="62115"/>
                </a:lnTo>
                <a:lnTo>
                  <a:pt x="1131554" y="62104"/>
                </a:lnTo>
                <a:lnTo>
                  <a:pt x="1131109" y="62071"/>
                </a:lnTo>
                <a:lnTo>
                  <a:pt x="1130626" y="62015"/>
                </a:lnTo>
                <a:lnTo>
                  <a:pt x="1130109" y="61934"/>
                </a:lnTo>
                <a:lnTo>
                  <a:pt x="1129559" y="61829"/>
                </a:lnTo>
                <a:lnTo>
                  <a:pt x="1128980" y="61698"/>
                </a:lnTo>
                <a:lnTo>
                  <a:pt x="1128375" y="61541"/>
                </a:lnTo>
                <a:lnTo>
                  <a:pt x="1127745" y="61355"/>
                </a:lnTo>
                <a:lnTo>
                  <a:pt x="1127094" y="61141"/>
                </a:lnTo>
                <a:lnTo>
                  <a:pt x="1126424" y="60898"/>
                </a:lnTo>
                <a:lnTo>
                  <a:pt x="1125738" y="60625"/>
                </a:lnTo>
                <a:lnTo>
                  <a:pt x="1125039" y="60320"/>
                </a:lnTo>
                <a:lnTo>
                  <a:pt x="1123630" y="59842"/>
                </a:lnTo>
                <a:lnTo>
                  <a:pt x="1122216" y="59404"/>
                </a:lnTo>
                <a:lnTo>
                  <a:pt x="1120796" y="59007"/>
                </a:lnTo>
                <a:lnTo>
                  <a:pt x="1119365" y="58650"/>
                </a:lnTo>
                <a:lnTo>
                  <a:pt x="1117920" y="58335"/>
                </a:lnTo>
                <a:lnTo>
                  <a:pt x="1116457" y="58061"/>
                </a:lnTo>
                <a:lnTo>
                  <a:pt x="1114973" y="57829"/>
                </a:lnTo>
                <a:lnTo>
                  <a:pt x="1113464" y="57638"/>
                </a:lnTo>
                <a:lnTo>
                  <a:pt x="1111926" y="57490"/>
                </a:lnTo>
                <a:lnTo>
                  <a:pt x="1110356" y="57383"/>
                </a:lnTo>
                <a:lnTo>
                  <a:pt x="1108751" y="57319"/>
                </a:lnTo>
                <a:lnTo>
                  <a:pt x="1107106" y="57298"/>
                </a:lnTo>
                <a:lnTo>
                  <a:pt x="1102168" y="57566"/>
                </a:lnTo>
                <a:lnTo>
                  <a:pt x="1097496" y="58351"/>
                </a:lnTo>
                <a:lnTo>
                  <a:pt x="1093122" y="59628"/>
                </a:lnTo>
                <a:lnTo>
                  <a:pt x="1089075" y="61368"/>
                </a:lnTo>
                <a:lnTo>
                  <a:pt x="1085388" y="63547"/>
                </a:lnTo>
                <a:lnTo>
                  <a:pt x="1082092" y="66136"/>
                </a:lnTo>
                <a:lnTo>
                  <a:pt x="1079218" y="69109"/>
                </a:lnTo>
                <a:lnTo>
                  <a:pt x="1076796" y="72439"/>
                </a:lnTo>
                <a:lnTo>
                  <a:pt x="1074859" y="76100"/>
                </a:lnTo>
                <a:lnTo>
                  <a:pt x="1073436" y="80066"/>
                </a:lnTo>
                <a:lnTo>
                  <a:pt x="1072560" y="84308"/>
                </a:lnTo>
                <a:lnTo>
                  <a:pt x="1072261" y="88801"/>
                </a:lnTo>
                <a:lnTo>
                  <a:pt x="1072435" y="92303"/>
                </a:lnTo>
                <a:lnTo>
                  <a:pt x="1072969" y="95656"/>
                </a:lnTo>
                <a:lnTo>
                  <a:pt x="1073882" y="98882"/>
                </a:lnTo>
                <a:lnTo>
                  <a:pt x="1075193" y="102000"/>
                </a:lnTo>
                <a:lnTo>
                  <a:pt x="1076920" y="105034"/>
                </a:lnTo>
                <a:lnTo>
                  <a:pt x="1079082" y="108003"/>
                </a:lnTo>
                <a:lnTo>
                  <a:pt x="1081698" y="110930"/>
                </a:lnTo>
                <a:lnTo>
                  <a:pt x="1084787" y="113836"/>
                </a:lnTo>
                <a:lnTo>
                  <a:pt x="1088367" y="116741"/>
                </a:lnTo>
                <a:lnTo>
                  <a:pt x="1092456" y="119668"/>
                </a:lnTo>
                <a:lnTo>
                  <a:pt x="1097074" y="122638"/>
                </a:lnTo>
                <a:lnTo>
                  <a:pt x="1102239" y="125672"/>
                </a:lnTo>
                <a:lnTo>
                  <a:pt x="1117099" y="134124"/>
                </a:lnTo>
                <a:lnTo>
                  <a:pt x="1119245" y="135426"/>
                </a:lnTo>
                <a:lnTo>
                  <a:pt x="1121199" y="136774"/>
                </a:lnTo>
                <a:lnTo>
                  <a:pt x="1122963" y="138169"/>
                </a:lnTo>
                <a:lnTo>
                  <a:pt x="1124538" y="139616"/>
                </a:lnTo>
                <a:lnTo>
                  <a:pt x="1125924" y="141115"/>
                </a:lnTo>
                <a:lnTo>
                  <a:pt x="1127123" y="142670"/>
                </a:lnTo>
                <a:lnTo>
                  <a:pt x="1128135" y="144285"/>
                </a:lnTo>
                <a:lnTo>
                  <a:pt x="1128961" y="145960"/>
                </a:lnTo>
                <a:lnTo>
                  <a:pt x="1129602" y="147699"/>
                </a:lnTo>
                <a:lnTo>
                  <a:pt x="1130058" y="149505"/>
                </a:lnTo>
                <a:lnTo>
                  <a:pt x="1130332" y="151381"/>
                </a:lnTo>
                <a:lnTo>
                  <a:pt x="1130423" y="153328"/>
                </a:lnTo>
                <a:lnTo>
                  <a:pt x="1130254" y="156057"/>
                </a:lnTo>
                <a:lnTo>
                  <a:pt x="1129755" y="158606"/>
                </a:lnTo>
                <a:lnTo>
                  <a:pt x="1128937" y="160962"/>
                </a:lnTo>
                <a:lnTo>
                  <a:pt x="1127812" y="163116"/>
                </a:lnTo>
                <a:lnTo>
                  <a:pt x="1126392" y="165056"/>
                </a:lnTo>
                <a:lnTo>
                  <a:pt x="1124689" y="166772"/>
                </a:lnTo>
                <a:lnTo>
                  <a:pt x="1122713" y="168253"/>
                </a:lnTo>
                <a:lnTo>
                  <a:pt x="1120476" y="169489"/>
                </a:lnTo>
                <a:lnTo>
                  <a:pt x="1117990" y="170469"/>
                </a:lnTo>
                <a:lnTo>
                  <a:pt x="1115267" y="171182"/>
                </a:lnTo>
                <a:lnTo>
                  <a:pt x="1112318" y="171618"/>
                </a:lnTo>
                <a:lnTo>
                  <a:pt x="1109155" y="171765"/>
                </a:lnTo>
                <a:lnTo>
                  <a:pt x="1106995" y="171696"/>
                </a:lnTo>
                <a:lnTo>
                  <a:pt x="1104874" y="171492"/>
                </a:lnTo>
                <a:lnTo>
                  <a:pt x="1102802" y="171157"/>
                </a:lnTo>
                <a:lnTo>
                  <a:pt x="1100786" y="170693"/>
                </a:lnTo>
                <a:lnTo>
                  <a:pt x="1098833" y="170105"/>
                </a:lnTo>
                <a:lnTo>
                  <a:pt x="1096953" y="169395"/>
                </a:lnTo>
                <a:lnTo>
                  <a:pt x="1095153" y="168569"/>
                </a:lnTo>
                <a:lnTo>
                  <a:pt x="1093440" y="167629"/>
                </a:lnTo>
                <a:lnTo>
                  <a:pt x="1091824" y="166578"/>
                </a:lnTo>
                <a:lnTo>
                  <a:pt x="1090312" y="165421"/>
                </a:lnTo>
                <a:lnTo>
                  <a:pt x="1088913" y="164160"/>
                </a:lnTo>
                <a:lnTo>
                  <a:pt x="1087633" y="162801"/>
                </a:lnTo>
                <a:lnTo>
                  <a:pt x="1086350" y="161206"/>
                </a:lnTo>
                <a:lnTo>
                  <a:pt x="1085180" y="159600"/>
                </a:lnTo>
                <a:lnTo>
                  <a:pt x="1084111" y="157952"/>
                </a:lnTo>
                <a:lnTo>
                  <a:pt x="1083126" y="156229"/>
                </a:lnTo>
                <a:lnTo>
                  <a:pt x="1082213" y="154399"/>
                </a:lnTo>
                <a:lnTo>
                  <a:pt x="1081356" y="152431"/>
                </a:lnTo>
                <a:lnTo>
                  <a:pt x="1080543" y="150291"/>
                </a:lnTo>
                <a:lnTo>
                  <a:pt x="1079757" y="147949"/>
                </a:lnTo>
                <a:lnTo>
                  <a:pt x="1078986" y="145373"/>
                </a:lnTo>
                <a:lnTo>
                  <a:pt x="1078215" y="142529"/>
                </a:lnTo>
                <a:lnTo>
                  <a:pt x="1077430" y="139387"/>
                </a:lnTo>
                <a:lnTo>
                  <a:pt x="1076616" y="135915"/>
                </a:lnTo>
                <a:lnTo>
                  <a:pt x="1072515" y="135915"/>
                </a:lnTo>
                <a:lnTo>
                  <a:pt x="1072515" y="175862"/>
                </a:lnTo>
                <a:lnTo>
                  <a:pt x="1075846" y="175862"/>
                </a:lnTo>
                <a:lnTo>
                  <a:pt x="1076280" y="175264"/>
                </a:lnTo>
                <a:lnTo>
                  <a:pt x="1076692" y="174746"/>
                </a:lnTo>
                <a:lnTo>
                  <a:pt x="1077091" y="174302"/>
                </a:lnTo>
                <a:lnTo>
                  <a:pt x="1077488" y="173928"/>
                </a:lnTo>
                <a:lnTo>
                  <a:pt x="1077892" y="173617"/>
                </a:lnTo>
                <a:lnTo>
                  <a:pt x="1078313" y="173366"/>
                </a:lnTo>
                <a:lnTo>
                  <a:pt x="1078760" y="173167"/>
                </a:lnTo>
                <a:lnTo>
                  <a:pt x="1079244" y="173017"/>
                </a:lnTo>
                <a:lnTo>
                  <a:pt x="1079775" y="172909"/>
                </a:lnTo>
                <a:lnTo>
                  <a:pt x="1080361" y="172839"/>
                </a:lnTo>
                <a:lnTo>
                  <a:pt x="1081013" y="172801"/>
                </a:lnTo>
                <a:lnTo>
                  <a:pt x="1081741" y="172789"/>
                </a:lnTo>
                <a:lnTo>
                  <a:pt x="1082345" y="172814"/>
                </a:lnTo>
                <a:lnTo>
                  <a:pt x="1083006" y="172859"/>
                </a:lnTo>
                <a:lnTo>
                  <a:pt x="1083727" y="172927"/>
                </a:lnTo>
                <a:lnTo>
                  <a:pt x="1084512" y="173020"/>
                </a:lnTo>
                <a:lnTo>
                  <a:pt x="1085365" y="173140"/>
                </a:lnTo>
                <a:lnTo>
                  <a:pt x="1086289" y="173289"/>
                </a:lnTo>
                <a:lnTo>
                  <a:pt x="1087287" y="173468"/>
                </a:lnTo>
                <a:lnTo>
                  <a:pt x="1088364" y="173681"/>
                </a:lnTo>
                <a:lnTo>
                  <a:pt x="1089522" y="173927"/>
                </a:lnTo>
                <a:lnTo>
                  <a:pt x="1090766" y="174211"/>
                </a:lnTo>
                <a:lnTo>
                  <a:pt x="1092099" y="174534"/>
                </a:lnTo>
                <a:lnTo>
                  <a:pt x="1093525" y="174897"/>
                </a:lnTo>
                <a:lnTo>
                  <a:pt x="1095312" y="175256"/>
                </a:lnTo>
                <a:lnTo>
                  <a:pt x="1097081" y="175595"/>
                </a:lnTo>
                <a:lnTo>
                  <a:pt x="1098825" y="175911"/>
                </a:lnTo>
                <a:lnTo>
                  <a:pt x="1100538" y="176202"/>
                </a:lnTo>
                <a:lnTo>
                  <a:pt x="1102211" y="176466"/>
                </a:lnTo>
                <a:lnTo>
                  <a:pt x="1103838" y="176702"/>
                </a:lnTo>
                <a:lnTo>
                  <a:pt x="1105412" y="176907"/>
                </a:lnTo>
                <a:lnTo>
                  <a:pt x="1106925" y="177078"/>
                </a:lnTo>
                <a:lnTo>
                  <a:pt x="1108370" y="177216"/>
                </a:lnTo>
                <a:lnTo>
                  <a:pt x="1109740" y="177316"/>
                </a:lnTo>
                <a:lnTo>
                  <a:pt x="1111029" y="177378"/>
                </a:lnTo>
                <a:lnTo>
                  <a:pt x="1112228" y="177399"/>
                </a:lnTo>
                <a:lnTo>
                  <a:pt x="1117084" y="177096"/>
                </a:lnTo>
                <a:lnTo>
                  <a:pt x="1121755" y="176216"/>
                </a:lnTo>
                <a:lnTo>
                  <a:pt x="1126197" y="174798"/>
                </a:lnTo>
                <a:lnTo>
                  <a:pt x="1130364" y="172884"/>
                </a:lnTo>
                <a:lnTo>
                  <a:pt x="1134210" y="170515"/>
                </a:lnTo>
                <a:lnTo>
                  <a:pt x="1137691" y="167732"/>
                </a:lnTo>
                <a:lnTo>
                  <a:pt x="1140761" y="164575"/>
                </a:lnTo>
                <a:lnTo>
                  <a:pt x="1143374" y="161086"/>
                </a:lnTo>
                <a:lnTo>
                  <a:pt x="1145486" y="157305"/>
                </a:lnTo>
                <a:lnTo>
                  <a:pt x="1147050" y="153273"/>
                </a:lnTo>
                <a:lnTo>
                  <a:pt x="1148022" y="149032"/>
                </a:lnTo>
                <a:lnTo>
                  <a:pt x="1148356" y="144621"/>
                </a:lnTo>
                <a:lnTo>
                  <a:pt x="1148226" y="141508"/>
                </a:lnTo>
                <a:lnTo>
                  <a:pt x="1147829" y="138559"/>
                </a:lnTo>
                <a:lnTo>
                  <a:pt x="1147155" y="135755"/>
                </a:lnTo>
                <a:lnTo>
                  <a:pt x="1146192" y="133079"/>
                </a:lnTo>
                <a:lnTo>
                  <a:pt x="1144931" y="130514"/>
                </a:lnTo>
                <a:lnTo>
                  <a:pt x="1143360" y="128041"/>
                </a:lnTo>
                <a:lnTo>
                  <a:pt x="1141468" y="125643"/>
                </a:lnTo>
                <a:lnTo>
                  <a:pt x="1139246" y="123302"/>
                </a:lnTo>
                <a:lnTo>
                  <a:pt x="1136682" y="121000"/>
                </a:lnTo>
                <a:lnTo>
                  <a:pt x="1133766" y="118719"/>
                </a:lnTo>
                <a:lnTo>
                  <a:pt x="1130487" y="116442"/>
                </a:lnTo>
                <a:lnTo>
                  <a:pt x="1126834" y="114150"/>
                </a:lnTo>
                <a:lnTo>
                  <a:pt x="1099162" y="97762"/>
                </a:lnTo>
                <a:lnTo>
                  <a:pt x="1097438" y="96690"/>
                </a:lnTo>
                <a:lnTo>
                  <a:pt x="1095855" y="95529"/>
                </a:lnTo>
                <a:lnTo>
                  <a:pt x="1094414" y="94285"/>
                </a:lnTo>
                <a:lnTo>
                  <a:pt x="1093118" y="92963"/>
                </a:lnTo>
                <a:lnTo>
                  <a:pt x="1091967" y="91570"/>
                </a:lnTo>
                <a:lnTo>
                  <a:pt x="1090964" y="90112"/>
                </a:lnTo>
                <a:lnTo>
                  <a:pt x="1090110" y="88596"/>
                </a:lnTo>
                <a:lnTo>
                  <a:pt x="1089407" y="87026"/>
                </a:lnTo>
                <a:lnTo>
                  <a:pt x="1088858" y="85411"/>
                </a:lnTo>
                <a:lnTo>
                  <a:pt x="1088463" y="83755"/>
                </a:lnTo>
                <a:lnTo>
                  <a:pt x="1088225" y="82066"/>
                </a:lnTo>
                <a:lnTo>
                  <a:pt x="1088145" y="80349"/>
                </a:lnTo>
                <a:lnTo>
                  <a:pt x="1088308" y="77854"/>
                </a:lnTo>
                <a:lnTo>
                  <a:pt x="1088788" y="75502"/>
                </a:lnTo>
                <a:lnTo>
                  <a:pt x="1089571" y="73307"/>
                </a:lnTo>
                <a:lnTo>
                  <a:pt x="1090641" y="71282"/>
                </a:lnTo>
                <a:lnTo>
                  <a:pt x="1091986" y="69442"/>
                </a:lnTo>
                <a:lnTo>
                  <a:pt x="1093590" y="67801"/>
                </a:lnTo>
                <a:lnTo>
                  <a:pt x="1095440" y="66374"/>
                </a:lnTo>
                <a:lnTo>
                  <a:pt x="1097521" y="65174"/>
                </a:lnTo>
                <a:lnTo>
                  <a:pt x="1099819" y="64216"/>
                </a:lnTo>
                <a:lnTo>
                  <a:pt x="1102320" y="63514"/>
                </a:lnTo>
                <a:lnTo>
                  <a:pt x="1105009" y="63083"/>
                </a:lnTo>
                <a:lnTo>
                  <a:pt x="1107873" y="62936"/>
                </a:lnTo>
                <a:lnTo>
                  <a:pt x="1111383" y="63120"/>
                </a:lnTo>
                <a:lnTo>
                  <a:pt x="1114623" y="63686"/>
                </a:lnTo>
                <a:lnTo>
                  <a:pt x="1117610" y="64652"/>
                </a:lnTo>
                <a:lnTo>
                  <a:pt x="1120362" y="66037"/>
                </a:lnTo>
                <a:lnTo>
                  <a:pt x="1122897" y="67859"/>
                </a:lnTo>
                <a:lnTo>
                  <a:pt x="1125232" y="70138"/>
                </a:lnTo>
                <a:lnTo>
                  <a:pt x="1127387" y="72891"/>
                </a:lnTo>
                <a:lnTo>
                  <a:pt x="1129377" y="76138"/>
                </a:lnTo>
                <a:lnTo>
                  <a:pt x="1131221" y="79897"/>
                </a:lnTo>
                <a:lnTo>
                  <a:pt x="1132937" y="84187"/>
                </a:lnTo>
                <a:lnTo>
                  <a:pt x="1134543" y="89027"/>
                </a:lnTo>
                <a:lnTo>
                  <a:pt x="1136057" y="94435"/>
                </a:lnTo>
                <a:lnTo>
                  <a:pt x="1139900" y="94396"/>
                </a:lnTo>
                <a:close/>
                <a:moveTo>
                  <a:pt x="1327706" y="59550"/>
                </a:moveTo>
                <a:lnTo>
                  <a:pt x="1296191" y="59550"/>
                </a:lnTo>
                <a:lnTo>
                  <a:pt x="1296191" y="29916"/>
                </a:lnTo>
                <a:lnTo>
                  <a:pt x="1296293" y="26355"/>
                </a:lnTo>
                <a:lnTo>
                  <a:pt x="1296597" y="23085"/>
                </a:lnTo>
                <a:lnTo>
                  <a:pt x="1297104" y="20110"/>
                </a:lnTo>
                <a:lnTo>
                  <a:pt x="1297814" y="17434"/>
                </a:lnTo>
                <a:lnTo>
                  <a:pt x="1298727" y="15059"/>
                </a:lnTo>
                <a:lnTo>
                  <a:pt x="1299842" y="12989"/>
                </a:lnTo>
                <a:lnTo>
                  <a:pt x="1301161" y="11228"/>
                </a:lnTo>
                <a:lnTo>
                  <a:pt x="1302682" y="9779"/>
                </a:lnTo>
                <a:lnTo>
                  <a:pt x="1304407" y="8646"/>
                </a:lnTo>
                <a:lnTo>
                  <a:pt x="1306334" y="7833"/>
                </a:lnTo>
                <a:lnTo>
                  <a:pt x="1308464" y="7342"/>
                </a:lnTo>
                <a:lnTo>
                  <a:pt x="1310797" y="7178"/>
                </a:lnTo>
                <a:lnTo>
                  <a:pt x="1312106" y="7232"/>
                </a:lnTo>
                <a:lnTo>
                  <a:pt x="1313351" y="7401"/>
                </a:lnTo>
                <a:lnTo>
                  <a:pt x="1314540" y="7693"/>
                </a:lnTo>
                <a:lnTo>
                  <a:pt x="1315684" y="8114"/>
                </a:lnTo>
                <a:lnTo>
                  <a:pt x="1316792" y="8674"/>
                </a:lnTo>
                <a:lnTo>
                  <a:pt x="1317875" y="9380"/>
                </a:lnTo>
                <a:lnTo>
                  <a:pt x="1318941" y="10241"/>
                </a:lnTo>
                <a:lnTo>
                  <a:pt x="1320002" y="11264"/>
                </a:lnTo>
                <a:lnTo>
                  <a:pt x="1321065" y="12457"/>
                </a:lnTo>
                <a:lnTo>
                  <a:pt x="1322142" y="13829"/>
                </a:lnTo>
                <a:lnTo>
                  <a:pt x="1323242" y="15387"/>
                </a:lnTo>
                <a:lnTo>
                  <a:pt x="1324375" y="17139"/>
                </a:lnTo>
                <a:lnTo>
                  <a:pt x="1325380" y="18716"/>
                </a:lnTo>
                <a:lnTo>
                  <a:pt x="1326351" y="20127"/>
                </a:lnTo>
                <a:lnTo>
                  <a:pt x="1327294" y="21379"/>
                </a:lnTo>
                <a:lnTo>
                  <a:pt x="1328219" y="22476"/>
                </a:lnTo>
                <a:lnTo>
                  <a:pt x="1329133" y="23425"/>
                </a:lnTo>
                <a:lnTo>
                  <a:pt x="1330044" y="24230"/>
                </a:lnTo>
                <a:lnTo>
                  <a:pt x="1330961" y="24896"/>
                </a:lnTo>
                <a:lnTo>
                  <a:pt x="1331891" y="25430"/>
                </a:lnTo>
                <a:lnTo>
                  <a:pt x="1332842" y="25835"/>
                </a:lnTo>
                <a:lnTo>
                  <a:pt x="1333823" y="26118"/>
                </a:lnTo>
                <a:lnTo>
                  <a:pt x="1334841" y="26284"/>
                </a:lnTo>
                <a:lnTo>
                  <a:pt x="1335904" y="26339"/>
                </a:lnTo>
                <a:lnTo>
                  <a:pt x="1337354" y="26245"/>
                </a:lnTo>
                <a:lnTo>
                  <a:pt x="1338749" y="25970"/>
                </a:lnTo>
                <a:lnTo>
                  <a:pt x="1340073" y="25528"/>
                </a:lnTo>
                <a:lnTo>
                  <a:pt x="1341315" y="24928"/>
                </a:lnTo>
                <a:lnTo>
                  <a:pt x="1342460" y="24183"/>
                </a:lnTo>
                <a:lnTo>
                  <a:pt x="1343497" y="23303"/>
                </a:lnTo>
                <a:lnTo>
                  <a:pt x="1344410" y="22302"/>
                </a:lnTo>
                <a:lnTo>
                  <a:pt x="1345187" y="21189"/>
                </a:lnTo>
                <a:lnTo>
                  <a:pt x="1345815" y="19977"/>
                </a:lnTo>
                <a:lnTo>
                  <a:pt x="1346279" y="18677"/>
                </a:lnTo>
                <a:lnTo>
                  <a:pt x="1346568" y="17301"/>
                </a:lnTo>
                <a:lnTo>
                  <a:pt x="1346667" y="15861"/>
                </a:lnTo>
                <a:lnTo>
                  <a:pt x="1346436" y="13616"/>
                </a:lnTo>
                <a:lnTo>
                  <a:pt x="1345761" y="11492"/>
                </a:lnTo>
                <a:lnTo>
                  <a:pt x="1344665" y="9502"/>
                </a:lnTo>
                <a:lnTo>
                  <a:pt x="1343175" y="7660"/>
                </a:lnTo>
                <a:lnTo>
                  <a:pt x="1341314" y="5982"/>
                </a:lnTo>
                <a:lnTo>
                  <a:pt x="1339108" y="4481"/>
                </a:lnTo>
                <a:lnTo>
                  <a:pt x="1336582" y="3171"/>
                </a:lnTo>
                <a:lnTo>
                  <a:pt x="1333761" y="2068"/>
                </a:lnTo>
                <a:lnTo>
                  <a:pt x="1330669" y="1185"/>
                </a:lnTo>
                <a:lnTo>
                  <a:pt x="1327331" y="536"/>
                </a:lnTo>
                <a:lnTo>
                  <a:pt x="1323773" y="136"/>
                </a:lnTo>
                <a:lnTo>
                  <a:pt x="1320020" y="0"/>
                </a:lnTo>
                <a:lnTo>
                  <a:pt x="1316099" y="143"/>
                </a:lnTo>
                <a:lnTo>
                  <a:pt x="1312291" y="567"/>
                </a:lnTo>
                <a:lnTo>
                  <a:pt x="1308610" y="1265"/>
                </a:lnTo>
                <a:lnTo>
                  <a:pt x="1305074" y="2229"/>
                </a:lnTo>
                <a:lnTo>
                  <a:pt x="1301698" y="3453"/>
                </a:lnTo>
                <a:lnTo>
                  <a:pt x="1298497" y="4929"/>
                </a:lnTo>
                <a:lnTo>
                  <a:pt x="1295489" y="6650"/>
                </a:lnTo>
                <a:lnTo>
                  <a:pt x="1292689" y="8608"/>
                </a:lnTo>
                <a:lnTo>
                  <a:pt x="1290114" y="10797"/>
                </a:lnTo>
                <a:lnTo>
                  <a:pt x="1287778" y="13208"/>
                </a:lnTo>
                <a:lnTo>
                  <a:pt x="1285699" y="15836"/>
                </a:lnTo>
                <a:lnTo>
                  <a:pt x="1283892" y="18672"/>
                </a:lnTo>
                <a:lnTo>
                  <a:pt x="1282322" y="21448"/>
                </a:lnTo>
                <a:lnTo>
                  <a:pt x="1280934" y="24185"/>
                </a:lnTo>
                <a:lnTo>
                  <a:pt x="1279718" y="26928"/>
                </a:lnTo>
                <a:lnTo>
                  <a:pt x="1278665" y="29725"/>
                </a:lnTo>
                <a:lnTo>
                  <a:pt x="1277765" y="32621"/>
                </a:lnTo>
                <a:lnTo>
                  <a:pt x="1277008" y="35663"/>
                </a:lnTo>
                <a:lnTo>
                  <a:pt x="1276385" y="38896"/>
                </a:lnTo>
                <a:lnTo>
                  <a:pt x="1275885" y="42367"/>
                </a:lnTo>
                <a:lnTo>
                  <a:pt x="1275499" y="46121"/>
                </a:lnTo>
                <a:lnTo>
                  <a:pt x="1275217" y="50206"/>
                </a:lnTo>
                <a:lnTo>
                  <a:pt x="1275030" y="54667"/>
                </a:lnTo>
                <a:lnTo>
                  <a:pt x="1274927" y="59550"/>
                </a:lnTo>
                <a:lnTo>
                  <a:pt x="1253918" y="59550"/>
                </a:lnTo>
                <a:lnTo>
                  <a:pt x="1253918" y="67752"/>
                </a:lnTo>
                <a:lnTo>
                  <a:pt x="1274927" y="67752"/>
                </a:lnTo>
                <a:lnTo>
                  <a:pt x="1274927" y="148242"/>
                </a:lnTo>
                <a:lnTo>
                  <a:pt x="1274861" y="152601"/>
                </a:lnTo>
                <a:lnTo>
                  <a:pt x="1274633" y="156357"/>
                </a:lnTo>
                <a:lnTo>
                  <a:pt x="1274199" y="159556"/>
                </a:lnTo>
                <a:lnTo>
                  <a:pt x="1273513" y="162244"/>
                </a:lnTo>
                <a:lnTo>
                  <a:pt x="1272532" y="164470"/>
                </a:lnTo>
                <a:lnTo>
                  <a:pt x="1271212" y="166280"/>
                </a:lnTo>
                <a:lnTo>
                  <a:pt x="1269507" y="167722"/>
                </a:lnTo>
                <a:lnTo>
                  <a:pt x="1267373" y="168842"/>
                </a:lnTo>
                <a:lnTo>
                  <a:pt x="1264766" y="169688"/>
                </a:lnTo>
                <a:lnTo>
                  <a:pt x="1261641" y="170308"/>
                </a:lnTo>
                <a:lnTo>
                  <a:pt x="1257954" y="170747"/>
                </a:lnTo>
                <a:lnTo>
                  <a:pt x="1253659" y="171054"/>
                </a:lnTo>
                <a:lnTo>
                  <a:pt x="1253659" y="174897"/>
                </a:lnTo>
                <a:lnTo>
                  <a:pt x="1320278" y="174897"/>
                </a:lnTo>
                <a:lnTo>
                  <a:pt x="1320278" y="171054"/>
                </a:lnTo>
                <a:lnTo>
                  <a:pt x="1315395" y="170811"/>
                </a:lnTo>
                <a:lnTo>
                  <a:pt x="1311218" y="170433"/>
                </a:lnTo>
                <a:lnTo>
                  <a:pt x="1307691" y="169870"/>
                </a:lnTo>
                <a:lnTo>
                  <a:pt x="1304762" y="169071"/>
                </a:lnTo>
                <a:lnTo>
                  <a:pt x="1302378" y="167988"/>
                </a:lnTo>
                <a:lnTo>
                  <a:pt x="1300485" y="166570"/>
                </a:lnTo>
                <a:lnTo>
                  <a:pt x="1299029" y="164768"/>
                </a:lnTo>
                <a:lnTo>
                  <a:pt x="1297958" y="162531"/>
                </a:lnTo>
                <a:lnTo>
                  <a:pt x="1297218" y="159810"/>
                </a:lnTo>
                <a:lnTo>
                  <a:pt x="1296755" y="156554"/>
                </a:lnTo>
                <a:lnTo>
                  <a:pt x="1296517" y="152715"/>
                </a:lnTo>
                <a:lnTo>
                  <a:pt x="1296449" y="148242"/>
                </a:lnTo>
                <a:lnTo>
                  <a:pt x="1296449" y="67752"/>
                </a:lnTo>
                <a:lnTo>
                  <a:pt x="1327706" y="67752"/>
                </a:lnTo>
                <a:lnTo>
                  <a:pt x="1327706" y="59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02" name="Original native bar-chart element 202">
            <a:extLst xmlns:a="http://schemas.openxmlformats.org/drawingml/2006/main">
              <a:ext uri="{FF2B5EF4-FFF2-40B4-BE49-F238E27FC236}">
                <a16:creationId xmlns:a16="http://schemas.microsoft.com/office/drawing/2014/main" id="{28EB3797-4204-47AC-843E-2A45D483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160" y="3865933"/>
            <a:ext cx="2454541" cy="204289"/>
          </a:xfrm>
          <a:custGeom xmlns:a="http://schemas.openxmlformats.org/drawingml/2006/main">
            <a:pathLst>
              <a:path w="2454541" h="204289">
                <a:moveTo>
                  <a:pt x="512" y="48486"/>
                </a:moveTo>
                <a:lnTo>
                  <a:pt x="1384" y="48304"/>
                </a:lnTo>
                <a:lnTo>
                  <a:pt x="2209" y="48142"/>
                </a:lnTo>
                <a:lnTo>
                  <a:pt x="2995" y="48000"/>
                </a:lnTo>
                <a:lnTo>
                  <a:pt x="3750" y="47877"/>
                </a:lnTo>
                <a:lnTo>
                  <a:pt x="4479" y="47772"/>
                </a:lnTo>
                <a:lnTo>
                  <a:pt x="5190" y="47683"/>
                </a:lnTo>
                <a:lnTo>
                  <a:pt x="5890" y="47611"/>
                </a:lnTo>
                <a:lnTo>
                  <a:pt x="6587" y="47553"/>
                </a:lnTo>
                <a:lnTo>
                  <a:pt x="7288" y="47510"/>
                </a:lnTo>
                <a:lnTo>
                  <a:pt x="7999" y="47480"/>
                </a:lnTo>
                <a:lnTo>
                  <a:pt x="8727" y="47463"/>
                </a:lnTo>
                <a:lnTo>
                  <a:pt x="9481" y="47458"/>
                </a:lnTo>
                <a:lnTo>
                  <a:pt x="10997" y="47545"/>
                </a:lnTo>
                <a:lnTo>
                  <a:pt x="12349" y="47814"/>
                </a:lnTo>
                <a:lnTo>
                  <a:pt x="13543" y="48275"/>
                </a:lnTo>
                <a:lnTo>
                  <a:pt x="14585" y="48938"/>
                </a:lnTo>
                <a:lnTo>
                  <a:pt x="15481" y="49816"/>
                </a:lnTo>
                <a:lnTo>
                  <a:pt x="16237" y="50917"/>
                </a:lnTo>
                <a:lnTo>
                  <a:pt x="16860" y="52253"/>
                </a:lnTo>
                <a:lnTo>
                  <a:pt x="17356" y="53835"/>
                </a:lnTo>
                <a:lnTo>
                  <a:pt x="17731" y="55673"/>
                </a:lnTo>
                <a:lnTo>
                  <a:pt x="17991" y="57778"/>
                </a:lnTo>
                <a:lnTo>
                  <a:pt x="18142" y="60160"/>
                </a:lnTo>
                <a:lnTo>
                  <a:pt x="18191" y="62830"/>
                </a:lnTo>
                <a:lnTo>
                  <a:pt x="18191" y="126880"/>
                </a:lnTo>
                <a:lnTo>
                  <a:pt x="18146" y="129859"/>
                </a:lnTo>
                <a:lnTo>
                  <a:pt x="17982" y="132423"/>
                </a:lnTo>
                <a:lnTo>
                  <a:pt x="17654" y="134613"/>
                </a:lnTo>
                <a:lnTo>
                  <a:pt x="17119" y="136472"/>
                </a:lnTo>
                <a:lnTo>
                  <a:pt x="16330" y="138042"/>
                </a:lnTo>
                <a:lnTo>
                  <a:pt x="15244" y="139368"/>
                </a:lnTo>
                <a:lnTo>
                  <a:pt x="13817" y="140490"/>
                </a:lnTo>
                <a:lnTo>
                  <a:pt x="12004" y="141453"/>
                </a:lnTo>
                <a:lnTo>
                  <a:pt x="9760" y="142298"/>
                </a:lnTo>
                <a:lnTo>
                  <a:pt x="7041" y="143068"/>
                </a:lnTo>
                <a:lnTo>
                  <a:pt x="3802" y="143806"/>
                </a:lnTo>
                <a:lnTo>
                  <a:pt x="0" y="144555"/>
                </a:lnTo>
                <a:lnTo>
                  <a:pt x="0" y="148398"/>
                </a:lnTo>
                <a:lnTo>
                  <a:pt x="61493" y="148398"/>
                </a:lnTo>
                <a:lnTo>
                  <a:pt x="61493" y="144555"/>
                </a:lnTo>
                <a:lnTo>
                  <a:pt x="57404" y="144295"/>
                </a:lnTo>
                <a:lnTo>
                  <a:pt x="53829" y="143880"/>
                </a:lnTo>
                <a:lnTo>
                  <a:pt x="50739" y="143283"/>
                </a:lnTo>
                <a:lnTo>
                  <a:pt x="48102" y="142478"/>
                </a:lnTo>
                <a:lnTo>
                  <a:pt x="45889" y="141439"/>
                </a:lnTo>
                <a:lnTo>
                  <a:pt x="44069" y="140138"/>
                </a:lnTo>
                <a:lnTo>
                  <a:pt x="42612" y="138548"/>
                </a:lnTo>
                <a:lnTo>
                  <a:pt x="41487" y="136644"/>
                </a:lnTo>
                <a:lnTo>
                  <a:pt x="40666" y="134398"/>
                </a:lnTo>
                <a:lnTo>
                  <a:pt x="40116" y="131783"/>
                </a:lnTo>
                <a:lnTo>
                  <a:pt x="39809" y="128774"/>
                </a:lnTo>
                <a:lnTo>
                  <a:pt x="39713" y="125343"/>
                </a:lnTo>
                <a:lnTo>
                  <a:pt x="39713" y="67697"/>
                </a:lnTo>
                <a:lnTo>
                  <a:pt x="39934" y="65562"/>
                </a:lnTo>
                <a:lnTo>
                  <a:pt x="40561" y="63295"/>
                </a:lnTo>
                <a:lnTo>
                  <a:pt x="41543" y="60957"/>
                </a:lnTo>
                <a:lnTo>
                  <a:pt x="42826" y="58608"/>
                </a:lnTo>
                <a:lnTo>
                  <a:pt x="44358" y="56309"/>
                </a:lnTo>
                <a:lnTo>
                  <a:pt x="46087" y="54120"/>
                </a:lnTo>
                <a:lnTo>
                  <a:pt x="47959" y="52102"/>
                </a:lnTo>
                <a:lnTo>
                  <a:pt x="49924" y="50316"/>
                </a:lnTo>
                <a:lnTo>
                  <a:pt x="51928" y="48821"/>
                </a:lnTo>
                <a:lnTo>
                  <a:pt x="53919" y="47678"/>
                </a:lnTo>
                <a:lnTo>
                  <a:pt x="55843" y="46948"/>
                </a:lnTo>
                <a:lnTo>
                  <a:pt x="57650" y="46691"/>
                </a:lnTo>
                <a:lnTo>
                  <a:pt x="58050" y="46718"/>
                </a:lnTo>
                <a:lnTo>
                  <a:pt x="58481" y="46798"/>
                </a:lnTo>
                <a:lnTo>
                  <a:pt x="58943" y="46932"/>
                </a:lnTo>
                <a:lnTo>
                  <a:pt x="59434" y="47119"/>
                </a:lnTo>
                <a:lnTo>
                  <a:pt x="59953" y="47359"/>
                </a:lnTo>
                <a:lnTo>
                  <a:pt x="60500" y="47653"/>
                </a:lnTo>
                <a:lnTo>
                  <a:pt x="61074" y="48000"/>
                </a:lnTo>
                <a:lnTo>
                  <a:pt x="61673" y="48400"/>
                </a:lnTo>
                <a:lnTo>
                  <a:pt x="62298" y="48854"/>
                </a:lnTo>
                <a:lnTo>
                  <a:pt x="62946" y="49361"/>
                </a:lnTo>
                <a:lnTo>
                  <a:pt x="63618" y="49921"/>
                </a:lnTo>
                <a:lnTo>
                  <a:pt x="64312" y="50535"/>
                </a:lnTo>
                <a:lnTo>
                  <a:pt x="65310" y="51388"/>
                </a:lnTo>
                <a:lnTo>
                  <a:pt x="66262" y="52159"/>
                </a:lnTo>
                <a:lnTo>
                  <a:pt x="67173" y="52847"/>
                </a:lnTo>
                <a:lnTo>
                  <a:pt x="68049" y="53456"/>
                </a:lnTo>
                <a:lnTo>
                  <a:pt x="68897" y="53986"/>
                </a:lnTo>
                <a:lnTo>
                  <a:pt x="69723" y="54440"/>
                </a:lnTo>
                <a:lnTo>
                  <a:pt x="70532" y="54819"/>
                </a:lnTo>
                <a:lnTo>
                  <a:pt x="71332" y="55125"/>
                </a:lnTo>
                <a:lnTo>
                  <a:pt x="72128" y="55360"/>
                </a:lnTo>
                <a:lnTo>
                  <a:pt x="72928" y="55526"/>
                </a:lnTo>
                <a:lnTo>
                  <a:pt x="73736" y="55624"/>
                </a:lnTo>
                <a:lnTo>
                  <a:pt x="74559" y="55656"/>
                </a:lnTo>
                <a:lnTo>
                  <a:pt x="76047" y="55566"/>
                </a:lnTo>
                <a:lnTo>
                  <a:pt x="77434" y="55300"/>
                </a:lnTo>
                <a:lnTo>
                  <a:pt x="78714" y="54864"/>
                </a:lnTo>
                <a:lnTo>
                  <a:pt x="79883" y="54261"/>
                </a:lnTo>
                <a:lnTo>
                  <a:pt x="80933" y="53499"/>
                </a:lnTo>
                <a:lnTo>
                  <a:pt x="81861" y="52582"/>
                </a:lnTo>
                <a:lnTo>
                  <a:pt x="82661" y="51516"/>
                </a:lnTo>
                <a:lnTo>
                  <a:pt x="83327" y="50305"/>
                </a:lnTo>
                <a:lnTo>
                  <a:pt x="83855" y="48956"/>
                </a:lnTo>
                <a:lnTo>
                  <a:pt x="84238" y="47474"/>
                </a:lnTo>
                <a:lnTo>
                  <a:pt x="84472" y="45864"/>
                </a:lnTo>
                <a:lnTo>
                  <a:pt x="84551" y="44131"/>
                </a:lnTo>
                <a:lnTo>
                  <a:pt x="84440" y="42087"/>
                </a:lnTo>
                <a:lnTo>
                  <a:pt x="84113" y="40188"/>
                </a:lnTo>
                <a:lnTo>
                  <a:pt x="83575" y="38441"/>
                </a:lnTo>
                <a:lnTo>
                  <a:pt x="82834" y="36851"/>
                </a:lnTo>
                <a:lnTo>
                  <a:pt x="81898" y="35425"/>
                </a:lnTo>
                <a:lnTo>
                  <a:pt x="80773" y="34169"/>
                </a:lnTo>
                <a:lnTo>
                  <a:pt x="79466" y="33089"/>
                </a:lnTo>
                <a:lnTo>
                  <a:pt x="77986" y="32191"/>
                </a:lnTo>
                <a:lnTo>
                  <a:pt x="76338" y="31482"/>
                </a:lnTo>
                <a:lnTo>
                  <a:pt x="74530" y="30968"/>
                </a:lnTo>
                <a:lnTo>
                  <a:pt x="72568" y="30655"/>
                </a:lnTo>
                <a:lnTo>
                  <a:pt x="70461" y="30549"/>
                </a:lnTo>
                <a:lnTo>
                  <a:pt x="67835" y="30676"/>
                </a:lnTo>
                <a:lnTo>
                  <a:pt x="65319" y="31070"/>
                </a:lnTo>
                <a:lnTo>
                  <a:pt x="62882" y="31754"/>
                </a:lnTo>
                <a:lnTo>
                  <a:pt x="60497" y="32751"/>
                </a:lnTo>
                <a:lnTo>
                  <a:pt x="58132" y="34082"/>
                </a:lnTo>
                <a:lnTo>
                  <a:pt x="55760" y="35770"/>
                </a:lnTo>
                <a:lnTo>
                  <a:pt x="53351" y="37837"/>
                </a:lnTo>
                <a:lnTo>
                  <a:pt x="50874" y="40305"/>
                </a:lnTo>
                <a:lnTo>
                  <a:pt x="48302" y="43196"/>
                </a:lnTo>
                <a:lnTo>
                  <a:pt x="45603" y="46533"/>
                </a:lnTo>
                <a:lnTo>
                  <a:pt x="42750" y="50337"/>
                </a:lnTo>
                <a:lnTo>
                  <a:pt x="39713" y="54632"/>
                </a:lnTo>
                <a:lnTo>
                  <a:pt x="39713" y="31065"/>
                </a:lnTo>
                <a:lnTo>
                  <a:pt x="38435" y="30549"/>
                </a:lnTo>
                <a:lnTo>
                  <a:pt x="35124" y="31913"/>
                </a:lnTo>
                <a:lnTo>
                  <a:pt x="31960" y="33193"/>
                </a:lnTo>
                <a:lnTo>
                  <a:pt x="28905" y="34405"/>
                </a:lnTo>
                <a:lnTo>
                  <a:pt x="25926" y="35560"/>
                </a:lnTo>
                <a:lnTo>
                  <a:pt x="22986" y="36673"/>
                </a:lnTo>
                <a:lnTo>
                  <a:pt x="20050" y="37756"/>
                </a:lnTo>
                <a:lnTo>
                  <a:pt x="17081" y="38823"/>
                </a:lnTo>
                <a:lnTo>
                  <a:pt x="14045" y="39887"/>
                </a:lnTo>
                <a:lnTo>
                  <a:pt x="10906" y="40962"/>
                </a:lnTo>
                <a:lnTo>
                  <a:pt x="7627" y="42061"/>
                </a:lnTo>
                <a:lnTo>
                  <a:pt x="4175" y="43198"/>
                </a:lnTo>
                <a:lnTo>
                  <a:pt x="512" y="44385"/>
                </a:lnTo>
                <a:lnTo>
                  <a:pt x="512" y="48486"/>
                </a:lnTo>
                <a:close/>
                <a:moveTo>
                  <a:pt x="188574" y="106308"/>
                </a:moveTo>
                <a:lnTo>
                  <a:pt x="185523" y="110930"/>
                </a:lnTo>
                <a:lnTo>
                  <a:pt x="182502" y="115066"/>
                </a:lnTo>
                <a:lnTo>
                  <a:pt x="179488" y="118732"/>
                </a:lnTo>
                <a:lnTo>
                  <a:pt x="176457" y="121945"/>
                </a:lnTo>
                <a:lnTo>
                  <a:pt x="173388" y="124719"/>
                </a:lnTo>
                <a:lnTo>
                  <a:pt x="170255" y="127072"/>
                </a:lnTo>
                <a:lnTo>
                  <a:pt x="167038" y="129019"/>
                </a:lnTo>
                <a:lnTo>
                  <a:pt x="163712" y="130576"/>
                </a:lnTo>
                <a:lnTo>
                  <a:pt x="160254" y="131759"/>
                </a:lnTo>
                <a:lnTo>
                  <a:pt x="156642" y="132584"/>
                </a:lnTo>
                <a:lnTo>
                  <a:pt x="152852" y="133067"/>
                </a:lnTo>
                <a:lnTo>
                  <a:pt x="148861" y="133225"/>
                </a:lnTo>
                <a:lnTo>
                  <a:pt x="145285" y="133070"/>
                </a:lnTo>
                <a:lnTo>
                  <a:pt x="141859" y="132607"/>
                </a:lnTo>
                <a:lnTo>
                  <a:pt x="138582" y="131835"/>
                </a:lnTo>
                <a:lnTo>
                  <a:pt x="135454" y="130756"/>
                </a:lnTo>
                <a:lnTo>
                  <a:pt x="132476" y="129371"/>
                </a:lnTo>
                <a:lnTo>
                  <a:pt x="129647" y="127681"/>
                </a:lnTo>
                <a:lnTo>
                  <a:pt x="126967" y="125686"/>
                </a:lnTo>
                <a:lnTo>
                  <a:pt x="124437" y="123388"/>
                </a:lnTo>
                <a:lnTo>
                  <a:pt x="122056" y="120787"/>
                </a:lnTo>
                <a:lnTo>
                  <a:pt x="119825" y="117885"/>
                </a:lnTo>
                <a:lnTo>
                  <a:pt x="117743" y="114682"/>
                </a:lnTo>
                <a:lnTo>
                  <a:pt x="115810" y="111179"/>
                </a:lnTo>
                <a:lnTo>
                  <a:pt x="114715" y="108765"/>
                </a:lnTo>
                <a:lnTo>
                  <a:pt x="113731" y="106376"/>
                </a:lnTo>
                <a:lnTo>
                  <a:pt x="112855" y="103981"/>
                </a:lnTo>
                <a:lnTo>
                  <a:pt x="112080" y="101551"/>
                </a:lnTo>
                <a:lnTo>
                  <a:pt x="111402" y="99057"/>
                </a:lnTo>
                <a:lnTo>
                  <a:pt x="110814" y="96470"/>
                </a:lnTo>
                <a:lnTo>
                  <a:pt x="110312" y="93759"/>
                </a:lnTo>
                <a:lnTo>
                  <a:pt x="109889" y="90897"/>
                </a:lnTo>
                <a:lnTo>
                  <a:pt x="109542" y="87853"/>
                </a:lnTo>
                <a:lnTo>
                  <a:pt x="109264" y="84598"/>
                </a:lnTo>
                <a:lnTo>
                  <a:pt x="109050" y="81103"/>
                </a:lnTo>
                <a:lnTo>
                  <a:pt x="108894" y="77338"/>
                </a:lnTo>
                <a:lnTo>
                  <a:pt x="187808" y="77338"/>
                </a:lnTo>
                <a:lnTo>
                  <a:pt x="187282" y="73369"/>
                </a:lnTo>
                <a:lnTo>
                  <a:pt x="186724" y="69749"/>
                </a:lnTo>
                <a:lnTo>
                  <a:pt x="186121" y="66443"/>
                </a:lnTo>
                <a:lnTo>
                  <a:pt x="185462" y="63418"/>
                </a:lnTo>
                <a:lnTo>
                  <a:pt x="184736" y="60638"/>
                </a:lnTo>
                <a:lnTo>
                  <a:pt x="183931" y="58069"/>
                </a:lnTo>
                <a:lnTo>
                  <a:pt x="183035" y="55676"/>
                </a:lnTo>
                <a:lnTo>
                  <a:pt x="182037" y="53425"/>
                </a:lnTo>
                <a:lnTo>
                  <a:pt x="180925" y="51280"/>
                </a:lnTo>
                <a:lnTo>
                  <a:pt x="179688" y="49207"/>
                </a:lnTo>
                <a:lnTo>
                  <a:pt x="178314" y="47172"/>
                </a:lnTo>
                <a:lnTo>
                  <a:pt x="176791" y="45139"/>
                </a:lnTo>
                <a:lnTo>
                  <a:pt x="174784" y="42918"/>
                </a:lnTo>
                <a:lnTo>
                  <a:pt x="172616" y="40862"/>
                </a:lnTo>
                <a:lnTo>
                  <a:pt x="170296" y="38975"/>
                </a:lnTo>
                <a:lnTo>
                  <a:pt x="167831" y="37265"/>
                </a:lnTo>
                <a:lnTo>
                  <a:pt x="165231" y="35735"/>
                </a:lnTo>
                <a:lnTo>
                  <a:pt x="162505" y="34392"/>
                </a:lnTo>
                <a:lnTo>
                  <a:pt x="159661" y="33240"/>
                </a:lnTo>
                <a:lnTo>
                  <a:pt x="156709" y="32286"/>
                </a:lnTo>
                <a:lnTo>
                  <a:pt x="153658" y="31534"/>
                </a:lnTo>
                <a:lnTo>
                  <a:pt x="150515" y="30990"/>
                </a:lnTo>
                <a:lnTo>
                  <a:pt x="147291" y="30660"/>
                </a:lnTo>
                <a:lnTo>
                  <a:pt x="143994" y="30549"/>
                </a:lnTo>
                <a:lnTo>
                  <a:pt x="140808" y="30645"/>
                </a:lnTo>
                <a:lnTo>
                  <a:pt x="137659" y="30931"/>
                </a:lnTo>
                <a:lnTo>
                  <a:pt x="134554" y="31406"/>
                </a:lnTo>
                <a:lnTo>
                  <a:pt x="131496" y="32067"/>
                </a:lnTo>
                <a:lnTo>
                  <a:pt x="128492" y="32914"/>
                </a:lnTo>
                <a:lnTo>
                  <a:pt x="125546" y="33943"/>
                </a:lnTo>
                <a:lnTo>
                  <a:pt x="122665" y="35154"/>
                </a:lnTo>
                <a:lnTo>
                  <a:pt x="119853" y="36544"/>
                </a:lnTo>
                <a:lnTo>
                  <a:pt x="117116" y="38111"/>
                </a:lnTo>
                <a:lnTo>
                  <a:pt x="114459" y="39855"/>
                </a:lnTo>
                <a:lnTo>
                  <a:pt x="111887" y="41772"/>
                </a:lnTo>
                <a:lnTo>
                  <a:pt x="109406" y="43861"/>
                </a:lnTo>
                <a:lnTo>
                  <a:pt x="106503" y="46635"/>
                </a:lnTo>
                <a:lnTo>
                  <a:pt x="103819" y="49713"/>
                </a:lnTo>
                <a:lnTo>
                  <a:pt x="101362" y="53077"/>
                </a:lnTo>
                <a:lnTo>
                  <a:pt x="99137" y="56710"/>
                </a:lnTo>
                <a:lnTo>
                  <a:pt x="97150" y="60596"/>
                </a:lnTo>
                <a:lnTo>
                  <a:pt x="95409" y="64719"/>
                </a:lnTo>
                <a:lnTo>
                  <a:pt x="93918" y="69062"/>
                </a:lnTo>
                <a:lnTo>
                  <a:pt x="92684" y="73608"/>
                </a:lnTo>
                <a:lnTo>
                  <a:pt x="91714" y="78340"/>
                </a:lnTo>
                <a:lnTo>
                  <a:pt x="91013" y="83242"/>
                </a:lnTo>
                <a:lnTo>
                  <a:pt x="90588" y="88297"/>
                </a:lnTo>
                <a:lnTo>
                  <a:pt x="90445" y="93489"/>
                </a:lnTo>
                <a:lnTo>
                  <a:pt x="90825" y="102050"/>
                </a:lnTo>
                <a:lnTo>
                  <a:pt x="91948" y="110025"/>
                </a:lnTo>
                <a:lnTo>
                  <a:pt x="93788" y="117384"/>
                </a:lnTo>
                <a:lnTo>
                  <a:pt x="96319" y="124096"/>
                </a:lnTo>
                <a:lnTo>
                  <a:pt x="99516" y="130132"/>
                </a:lnTo>
                <a:lnTo>
                  <a:pt x="103352" y="135461"/>
                </a:lnTo>
                <a:lnTo>
                  <a:pt x="107802" y="140053"/>
                </a:lnTo>
                <a:lnTo>
                  <a:pt x="112840" y="143877"/>
                </a:lnTo>
                <a:lnTo>
                  <a:pt x="118441" y="146904"/>
                </a:lnTo>
                <a:lnTo>
                  <a:pt x="124577" y="149104"/>
                </a:lnTo>
                <a:lnTo>
                  <a:pt x="131224" y="150446"/>
                </a:lnTo>
                <a:lnTo>
                  <a:pt x="138356" y="150900"/>
                </a:lnTo>
                <a:lnTo>
                  <a:pt x="144333" y="150587"/>
                </a:lnTo>
                <a:lnTo>
                  <a:pt x="150084" y="149652"/>
                </a:lnTo>
                <a:lnTo>
                  <a:pt x="155599" y="148106"/>
                </a:lnTo>
                <a:lnTo>
                  <a:pt x="160865" y="145956"/>
                </a:lnTo>
                <a:lnTo>
                  <a:pt x="165872" y="143212"/>
                </a:lnTo>
                <a:lnTo>
                  <a:pt x="170607" y="139882"/>
                </a:lnTo>
                <a:lnTo>
                  <a:pt x="175060" y="135976"/>
                </a:lnTo>
                <a:lnTo>
                  <a:pt x="179218" y="131502"/>
                </a:lnTo>
                <a:lnTo>
                  <a:pt x="183070" y="126468"/>
                </a:lnTo>
                <a:lnTo>
                  <a:pt x="186605" y="120885"/>
                </a:lnTo>
                <a:lnTo>
                  <a:pt x="189810" y="114760"/>
                </a:lnTo>
                <a:lnTo>
                  <a:pt x="192675" y="108102"/>
                </a:lnTo>
                <a:lnTo>
                  <a:pt x="188574" y="106308"/>
                </a:lnTo>
                <a:moveTo>
                  <a:pt x="109406" y="69140"/>
                </a:moveTo>
                <a:lnTo>
                  <a:pt x="110233" y="64379"/>
                </a:lnTo>
                <a:lnTo>
                  <a:pt x="111310" y="60050"/>
                </a:lnTo>
                <a:lnTo>
                  <a:pt x="112639" y="56150"/>
                </a:lnTo>
                <a:lnTo>
                  <a:pt x="114225" y="52676"/>
                </a:lnTo>
                <a:lnTo>
                  <a:pt x="116071" y="49623"/>
                </a:lnTo>
                <a:lnTo>
                  <a:pt x="118180" y="46990"/>
                </a:lnTo>
                <a:lnTo>
                  <a:pt x="120556" y="44771"/>
                </a:lnTo>
                <a:lnTo>
                  <a:pt x="123202" y="42963"/>
                </a:lnTo>
                <a:lnTo>
                  <a:pt x="126122" y="41563"/>
                </a:lnTo>
                <a:lnTo>
                  <a:pt x="129320" y="40568"/>
                </a:lnTo>
                <a:lnTo>
                  <a:pt x="132799" y="39973"/>
                </a:lnTo>
                <a:lnTo>
                  <a:pt x="136562" y="39776"/>
                </a:lnTo>
                <a:lnTo>
                  <a:pt x="140276" y="39929"/>
                </a:lnTo>
                <a:lnTo>
                  <a:pt x="143618" y="40408"/>
                </a:lnTo>
                <a:lnTo>
                  <a:pt x="146611" y="41240"/>
                </a:lnTo>
                <a:lnTo>
                  <a:pt x="149279" y="42452"/>
                </a:lnTo>
                <a:lnTo>
                  <a:pt x="151644" y="44072"/>
                </a:lnTo>
                <a:lnTo>
                  <a:pt x="153729" y="46128"/>
                </a:lnTo>
                <a:lnTo>
                  <a:pt x="155559" y="48646"/>
                </a:lnTo>
                <a:lnTo>
                  <a:pt x="157155" y="51654"/>
                </a:lnTo>
                <a:lnTo>
                  <a:pt x="158542" y="55180"/>
                </a:lnTo>
                <a:lnTo>
                  <a:pt x="159741" y="59252"/>
                </a:lnTo>
                <a:lnTo>
                  <a:pt x="160777" y="63896"/>
                </a:lnTo>
                <a:lnTo>
                  <a:pt x="161673" y="69140"/>
                </a:lnTo>
                <a:lnTo>
                  <a:pt x="109406" y="69140"/>
                </a:lnTo>
                <a:close/>
                <a:moveTo>
                  <a:pt x="290038" y="39521"/>
                </a:moveTo>
                <a:lnTo>
                  <a:pt x="287173" y="37887"/>
                </a:lnTo>
                <a:lnTo>
                  <a:pt x="284456" y="36437"/>
                </a:lnTo>
                <a:lnTo>
                  <a:pt x="281866" y="35163"/>
                </a:lnTo>
                <a:lnTo>
                  <a:pt x="279380" y="34057"/>
                </a:lnTo>
                <a:lnTo>
                  <a:pt x="276976" y="33111"/>
                </a:lnTo>
                <a:lnTo>
                  <a:pt x="274632" y="32317"/>
                </a:lnTo>
                <a:lnTo>
                  <a:pt x="272325" y="31667"/>
                </a:lnTo>
                <a:lnTo>
                  <a:pt x="270033" y="31153"/>
                </a:lnTo>
                <a:lnTo>
                  <a:pt x="267734" y="30767"/>
                </a:lnTo>
                <a:lnTo>
                  <a:pt x="265406" y="30502"/>
                </a:lnTo>
                <a:lnTo>
                  <a:pt x="263026" y="30348"/>
                </a:lnTo>
                <a:lnTo>
                  <a:pt x="260572" y="30299"/>
                </a:lnTo>
                <a:lnTo>
                  <a:pt x="252730" y="30884"/>
                </a:lnTo>
                <a:lnTo>
                  <a:pt x="245257" y="32594"/>
                </a:lnTo>
                <a:lnTo>
                  <a:pt x="238213" y="35356"/>
                </a:lnTo>
                <a:lnTo>
                  <a:pt x="231657" y="39100"/>
                </a:lnTo>
                <a:lnTo>
                  <a:pt x="225649" y="43754"/>
                </a:lnTo>
                <a:lnTo>
                  <a:pt x="220249" y="49247"/>
                </a:lnTo>
                <a:lnTo>
                  <a:pt x="215516" y="55509"/>
                </a:lnTo>
                <a:lnTo>
                  <a:pt x="211510" y="62467"/>
                </a:lnTo>
                <a:lnTo>
                  <a:pt x="208290" y="70051"/>
                </a:lnTo>
                <a:lnTo>
                  <a:pt x="205917" y="78190"/>
                </a:lnTo>
                <a:lnTo>
                  <a:pt x="204449" y="86812"/>
                </a:lnTo>
                <a:lnTo>
                  <a:pt x="203946" y="95846"/>
                </a:lnTo>
                <a:lnTo>
                  <a:pt x="204293" y="103706"/>
                </a:lnTo>
                <a:lnTo>
                  <a:pt x="205311" y="111125"/>
                </a:lnTo>
                <a:lnTo>
                  <a:pt x="206965" y="118057"/>
                </a:lnTo>
                <a:lnTo>
                  <a:pt x="209223" y="124456"/>
                </a:lnTo>
                <a:lnTo>
                  <a:pt x="212050" y="130276"/>
                </a:lnTo>
                <a:lnTo>
                  <a:pt x="215413" y="135470"/>
                </a:lnTo>
                <a:lnTo>
                  <a:pt x="219277" y="139991"/>
                </a:lnTo>
                <a:lnTo>
                  <a:pt x="223610" y="143795"/>
                </a:lnTo>
                <a:lnTo>
                  <a:pt x="228376" y="146834"/>
                </a:lnTo>
                <a:lnTo>
                  <a:pt x="233543" y="149062"/>
                </a:lnTo>
                <a:lnTo>
                  <a:pt x="239076" y="150433"/>
                </a:lnTo>
                <a:lnTo>
                  <a:pt x="244942" y="150900"/>
                </a:lnTo>
                <a:lnTo>
                  <a:pt x="248639" y="150762"/>
                </a:lnTo>
                <a:lnTo>
                  <a:pt x="252298" y="150350"/>
                </a:lnTo>
                <a:lnTo>
                  <a:pt x="255911" y="149668"/>
                </a:lnTo>
                <a:lnTo>
                  <a:pt x="259470" y="148718"/>
                </a:lnTo>
                <a:lnTo>
                  <a:pt x="262969" y="147506"/>
                </a:lnTo>
                <a:lnTo>
                  <a:pt x="266400" y="146034"/>
                </a:lnTo>
                <a:lnTo>
                  <a:pt x="269756" y="144305"/>
                </a:lnTo>
                <a:lnTo>
                  <a:pt x="273031" y="142324"/>
                </a:lnTo>
                <a:lnTo>
                  <a:pt x="276216" y="140094"/>
                </a:lnTo>
                <a:lnTo>
                  <a:pt x="279305" y="137618"/>
                </a:lnTo>
                <a:lnTo>
                  <a:pt x="282291" y="134899"/>
                </a:lnTo>
                <a:lnTo>
                  <a:pt x="285167" y="131943"/>
                </a:lnTo>
                <a:lnTo>
                  <a:pt x="285167" y="180116"/>
                </a:lnTo>
                <a:lnTo>
                  <a:pt x="285065" y="183489"/>
                </a:lnTo>
                <a:lnTo>
                  <a:pt x="284741" y="186452"/>
                </a:lnTo>
                <a:lnTo>
                  <a:pt x="284162" y="189032"/>
                </a:lnTo>
                <a:lnTo>
                  <a:pt x="283298" y="191257"/>
                </a:lnTo>
                <a:lnTo>
                  <a:pt x="282117" y="193155"/>
                </a:lnTo>
                <a:lnTo>
                  <a:pt x="280588" y="194754"/>
                </a:lnTo>
                <a:lnTo>
                  <a:pt x="278680" y="196080"/>
                </a:lnTo>
                <a:lnTo>
                  <a:pt x="276362" y="197161"/>
                </a:lnTo>
                <a:lnTo>
                  <a:pt x="273603" y="198025"/>
                </a:lnTo>
                <a:lnTo>
                  <a:pt x="270372" y="198699"/>
                </a:lnTo>
                <a:lnTo>
                  <a:pt x="266636" y="199212"/>
                </a:lnTo>
                <a:lnTo>
                  <a:pt x="262366" y="199589"/>
                </a:lnTo>
                <a:lnTo>
                  <a:pt x="262366" y="203944"/>
                </a:lnTo>
                <a:lnTo>
                  <a:pt x="322831" y="203944"/>
                </a:lnTo>
                <a:lnTo>
                  <a:pt x="322831" y="200359"/>
                </a:lnTo>
                <a:lnTo>
                  <a:pt x="319554" y="199606"/>
                </a:lnTo>
                <a:lnTo>
                  <a:pt x="316743" y="198862"/>
                </a:lnTo>
                <a:lnTo>
                  <a:pt x="314365" y="198092"/>
                </a:lnTo>
                <a:lnTo>
                  <a:pt x="312384" y="197265"/>
                </a:lnTo>
                <a:lnTo>
                  <a:pt x="310766" y="196344"/>
                </a:lnTo>
                <a:lnTo>
                  <a:pt x="309476" y="195298"/>
                </a:lnTo>
                <a:lnTo>
                  <a:pt x="308480" y="194091"/>
                </a:lnTo>
                <a:lnTo>
                  <a:pt x="307743" y="192690"/>
                </a:lnTo>
                <a:lnTo>
                  <a:pt x="307230" y="191062"/>
                </a:lnTo>
                <a:lnTo>
                  <a:pt x="306906" y="189171"/>
                </a:lnTo>
                <a:lnTo>
                  <a:pt x="306737" y="186986"/>
                </a:lnTo>
                <a:lnTo>
                  <a:pt x="306689" y="184471"/>
                </a:lnTo>
                <a:lnTo>
                  <a:pt x="306689" y="31327"/>
                </a:lnTo>
                <a:lnTo>
                  <a:pt x="303870" y="31327"/>
                </a:lnTo>
                <a:lnTo>
                  <a:pt x="290038" y="39521"/>
                </a:lnTo>
                <a:moveTo>
                  <a:pt x="285167" y="115816"/>
                </a:moveTo>
                <a:lnTo>
                  <a:pt x="285145" y="117294"/>
                </a:lnTo>
                <a:lnTo>
                  <a:pt x="285079" y="118661"/>
                </a:lnTo>
                <a:lnTo>
                  <a:pt x="284967" y="119921"/>
                </a:lnTo>
                <a:lnTo>
                  <a:pt x="284806" y="121079"/>
                </a:lnTo>
                <a:lnTo>
                  <a:pt x="284596" y="122141"/>
                </a:lnTo>
                <a:lnTo>
                  <a:pt x="284334" y="123113"/>
                </a:lnTo>
                <a:lnTo>
                  <a:pt x="284019" y="123999"/>
                </a:lnTo>
                <a:lnTo>
                  <a:pt x="283649" y="124805"/>
                </a:lnTo>
                <a:lnTo>
                  <a:pt x="283222" y="125537"/>
                </a:lnTo>
                <a:lnTo>
                  <a:pt x="282736" y="126199"/>
                </a:lnTo>
                <a:lnTo>
                  <a:pt x="282190" y="126798"/>
                </a:lnTo>
                <a:lnTo>
                  <a:pt x="281582" y="127337"/>
                </a:lnTo>
                <a:lnTo>
                  <a:pt x="280115" y="128515"/>
                </a:lnTo>
                <a:lnTo>
                  <a:pt x="278543" y="129614"/>
                </a:lnTo>
                <a:lnTo>
                  <a:pt x="276877" y="130629"/>
                </a:lnTo>
                <a:lnTo>
                  <a:pt x="275128" y="131556"/>
                </a:lnTo>
                <a:lnTo>
                  <a:pt x="273308" y="132391"/>
                </a:lnTo>
                <a:lnTo>
                  <a:pt x="271428" y="133129"/>
                </a:lnTo>
                <a:lnTo>
                  <a:pt x="269500" y="133766"/>
                </a:lnTo>
                <a:lnTo>
                  <a:pt x="267536" y="134297"/>
                </a:lnTo>
                <a:lnTo>
                  <a:pt x="265547" y="134717"/>
                </a:lnTo>
                <a:lnTo>
                  <a:pt x="263545" y="135023"/>
                </a:lnTo>
                <a:lnTo>
                  <a:pt x="261541" y="135210"/>
                </a:lnTo>
                <a:lnTo>
                  <a:pt x="259548" y="135274"/>
                </a:lnTo>
                <a:lnTo>
                  <a:pt x="257583" y="135220"/>
                </a:lnTo>
                <a:lnTo>
                  <a:pt x="255665" y="135060"/>
                </a:lnTo>
                <a:lnTo>
                  <a:pt x="253794" y="134793"/>
                </a:lnTo>
                <a:lnTo>
                  <a:pt x="251974" y="134420"/>
                </a:lnTo>
                <a:lnTo>
                  <a:pt x="250208" y="133940"/>
                </a:lnTo>
                <a:lnTo>
                  <a:pt x="248498" y="133353"/>
                </a:lnTo>
                <a:lnTo>
                  <a:pt x="246846" y="132660"/>
                </a:lnTo>
                <a:lnTo>
                  <a:pt x="245256" y="131859"/>
                </a:lnTo>
                <a:lnTo>
                  <a:pt x="243730" y="130952"/>
                </a:lnTo>
                <a:lnTo>
                  <a:pt x="242270" y="129939"/>
                </a:lnTo>
                <a:lnTo>
                  <a:pt x="240880" y="128818"/>
                </a:lnTo>
                <a:lnTo>
                  <a:pt x="239562" y="127591"/>
                </a:lnTo>
                <a:lnTo>
                  <a:pt x="237573" y="125549"/>
                </a:lnTo>
                <a:lnTo>
                  <a:pt x="235709" y="123153"/>
                </a:lnTo>
                <a:lnTo>
                  <a:pt x="233981" y="120435"/>
                </a:lnTo>
                <a:lnTo>
                  <a:pt x="232397" y="117427"/>
                </a:lnTo>
                <a:lnTo>
                  <a:pt x="230966" y="114160"/>
                </a:lnTo>
                <a:lnTo>
                  <a:pt x="229697" y="110664"/>
                </a:lnTo>
                <a:lnTo>
                  <a:pt x="228598" y="106970"/>
                </a:lnTo>
                <a:lnTo>
                  <a:pt x="227680" y="103110"/>
                </a:lnTo>
                <a:lnTo>
                  <a:pt x="226950" y="99116"/>
                </a:lnTo>
                <a:lnTo>
                  <a:pt x="226417" y="95017"/>
                </a:lnTo>
                <a:lnTo>
                  <a:pt x="226091" y="90845"/>
                </a:lnTo>
                <a:lnTo>
                  <a:pt x="225980" y="86631"/>
                </a:lnTo>
                <a:lnTo>
                  <a:pt x="226260" y="79317"/>
                </a:lnTo>
                <a:lnTo>
                  <a:pt x="227087" y="72500"/>
                </a:lnTo>
                <a:lnTo>
                  <a:pt x="228443" y="66205"/>
                </a:lnTo>
                <a:lnTo>
                  <a:pt x="230308" y="60460"/>
                </a:lnTo>
                <a:lnTo>
                  <a:pt x="232664" y="55290"/>
                </a:lnTo>
                <a:lnTo>
                  <a:pt x="235493" y="50724"/>
                </a:lnTo>
                <a:lnTo>
                  <a:pt x="238776" y="46787"/>
                </a:lnTo>
                <a:lnTo>
                  <a:pt x="242493" y="43507"/>
                </a:lnTo>
                <a:lnTo>
                  <a:pt x="246627" y="40908"/>
                </a:lnTo>
                <a:lnTo>
                  <a:pt x="251158" y="39020"/>
                </a:lnTo>
                <a:lnTo>
                  <a:pt x="256068" y="37867"/>
                </a:lnTo>
                <a:lnTo>
                  <a:pt x="261338" y="37477"/>
                </a:lnTo>
                <a:lnTo>
                  <a:pt x="265145" y="37653"/>
                </a:lnTo>
                <a:lnTo>
                  <a:pt x="268620" y="38182"/>
                </a:lnTo>
                <a:lnTo>
                  <a:pt x="271764" y="39064"/>
                </a:lnTo>
                <a:lnTo>
                  <a:pt x="274577" y="40301"/>
                </a:lnTo>
                <a:lnTo>
                  <a:pt x="277059" y="41894"/>
                </a:lnTo>
                <a:lnTo>
                  <a:pt x="279211" y="43843"/>
                </a:lnTo>
                <a:lnTo>
                  <a:pt x="281031" y="46150"/>
                </a:lnTo>
                <a:lnTo>
                  <a:pt x="282520" y="48815"/>
                </a:lnTo>
                <a:lnTo>
                  <a:pt x="283678" y="51839"/>
                </a:lnTo>
                <a:lnTo>
                  <a:pt x="284505" y="55223"/>
                </a:lnTo>
                <a:lnTo>
                  <a:pt x="285001" y="58969"/>
                </a:lnTo>
                <a:lnTo>
                  <a:pt x="285167" y="63076"/>
                </a:lnTo>
                <a:lnTo>
                  <a:pt x="285167" y="115816"/>
                </a:lnTo>
                <a:close/>
                <a:moveTo>
                  <a:pt x="448632" y="135539"/>
                </a:moveTo>
                <a:lnTo>
                  <a:pt x="447354" y="135539"/>
                </a:lnTo>
                <a:lnTo>
                  <a:pt x="444590" y="135477"/>
                </a:lnTo>
                <a:lnTo>
                  <a:pt x="442179" y="135276"/>
                </a:lnTo>
                <a:lnTo>
                  <a:pt x="440099" y="134915"/>
                </a:lnTo>
                <a:lnTo>
                  <a:pt x="438328" y="134372"/>
                </a:lnTo>
                <a:lnTo>
                  <a:pt x="436846" y="133626"/>
                </a:lnTo>
                <a:lnTo>
                  <a:pt x="435630" y="132657"/>
                </a:lnTo>
                <a:lnTo>
                  <a:pt x="434660" y="131441"/>
                </a:lnTo>
                <a:lnTo>
                  <a:pt x="433915" y="129959"/>
                </a:lnTo>
                <a:lnTo>
                  <a:pt x="433372" y="128188"/>
                </a:lnTo>
                <a:lnTo>
                  <a:pt x="433011" y="126108"/>
                </a:lnTo>
                <a:lnTo>
                  <a:pt x="432810" y="123697"/>
                </a:lnTo>
                <a:lnTo>
                  <a:pt x="432748" y="120933"/>
                </a:lnTo>
                <a:lnTo>
                  <a:pt x="432748" y="33051"/>
                </a:lnTo>
                <a:lnTo>
                  <a:pt x="392264" y="33051"/>
                </a:lnTo>
                <a:lnTo>
                  <a:pt x="392264" y="37410"/>
                </a:lnTo>
                <a:lnTo>
                  <a:pt x="395975" y="37644"/>
                </a:lnTo>
                <a:lnTo>
                  <a:pt x="399186" y="37982"/>
                </a:lnTo>
                <a:lnTo>
                  <a:pt x="401930" y="38454"/>
                </a:lnTo>
                <a:lnTo>
                  <a:pt x="404242" y="39089"/>
                </a:lnTo>
                <a:lnTo>
                  <a:pt x="406155" y="39916"/>
                </a:lnTo>
                <a:lnTo>
                  <a:pt x="407703" y="40964"/>
                </a:lnTo>
                <a:lnTo>
                  <a:pt x="408920" y="42263"/>
                </a:lnTo>
                <a:lnTo>
                  <a:pt x="409840" y="43843"/>
                </a:lnTo>
                <a:lnTo>
                  <a:pt x="410497" y="45732"/>
                </a:lnTo>
                <a:lnTo>
                  <a:pt x="410924" y="47959"/>
                </a:lnTo>
                <a:lnTo>
                  <a:pt x="411156" y="50555"/>
                </a:lnTo>
                <a:lnTo>
                  <a:pt x="411226" y="53549"/>
                </a:lnTo>
                <a:lnTo>
                  <a:pt x="411226" y="113752"/>
                </a:lnTo>
                <a:lnTo>
                  <a:pt x="411198" y="115472"/>
                </a:lnTo>
                <a:lnTo>
                  <a:pt x="411114" y="117053"/>
                </a:lnTo>
                <a:lnTo>
                  <a:pt x="410969" y="118504"/>
                </a:lnTo>
                <a:lnTo>
                  <a:pt x="410760" y="119835"/>
                </a:lnTo>
                <a:lnTo>
                  <a:pt x="410484" y="121055"/>
                </a:lnTo>
                <a:lnTo>
                  <a:pt x="410136" y="122175"/>
                </a:lnTo>
                <a:lnTo>
                  <a:pt x="409714" y="123204"/>
                </a:lnTo>
                <a:lnTo>
                  <a:pt x="409213" y="124152"/>
                </a:lnTo>
                <a:lnTo>
                  <a:pt x="408631" y="125029"/>
                </a:lnTo>
                <a:lnTo>
                  <a:pt x="407964" y="125844"/>
                </a:lnTo>
                <a:lnTo>
                  <a:pt x="407207" y="126608"/>
                </a:lnTo>
                <a:lnTo>
                  <a:pt x="406358" y="127329"/>
                </a:lnTo>
                <a:lnTo>
                  <a:pt x="404608" y="128685"/>
                </a:lnTo>
                <a:lnTo>
                  <a:pt x="402819" y="129932"/>
                </a:lnTo>
                <a:lnTo>
                  <a:pt x="400997" y="131069"/>
                </a:lnTo>
                <a:lnTo>
                  <a:pt x="399145" y="132093"/>
                </a:lnTo>
                <a:lnTo>
                  <a:pt x="397269" y="133004"/>
                </a:lnTo>
                <a:lnTo>
                  <a:pt x="395372" y="133799"/>
                </a:lnTo>
                <a:lnTo>
                  <a:pt x="393460" y="134476"/>
                </a:lnTo>
                <a:lnTo>
                  <a:pt x="391536" y="135034"/>
                </a:lnTo>
                <a:lnTo>
                  <a:pt x="389604" y="135472"/>
                </a:lnTo>
                <a:lnTo>
                  <a:pt x="387670" y="135786"/>
                </a:lnTo>
                <a:lnTo>
                  <a:pt x="385738" y="135976"/>
                </a:lnTo>
                <a:lnTo>
                  <a:pt x="383812" y="136040"/>
                </a:lnTo>
                <a:lnTo>
                  <a:pt x="381355" y="135862"/>
                </a:lnTo>
                <a:lnTo>
                  <a:pt x="378995" y="135345"/>
                </a:lnTo>
                <a:lnTo>
                  <a:pt x="376754" y="134511"/>
                </a:lnTo>
                <a:lnTo>
                  <a:pt x="374655" y="133383"/>
                </a:lnTo>
                <a:lnTo>
                  <a:pt x="372719" y="131985"/>
                </a:lnTo>
                <a:lnTo>
                  <a:pt x="370969" y="130340"/>
                </a:lnTo>
                <a:lnTo>
                  <a:pt x="369428" y="128470"/>
                </a:lnTo>
                <a:lnTo>
                  <a:pt x="368116" y="126400"/>
                </a:lnTo>
                <a:lnTo>
                  <a:pt x="367058" y="124151"/>
                </a:lnTo>
                <a:lnTo>
                  <a:pt x="366274" y="121748"/>
                </a:lnTo>
                <a:lnTo>
                  <a:pt x="365788" y="119214"/>
                </a:lnTo>
                <a:lnTo>
                  <a:pt x="365621" y="116570"/>
                </a:lnTo>
                <a:lnTo>
                  <a:pt x="365621" y="33051"/>
                </a:lnTo>
                <a:lnTo>
                  <a:pt x="328211" y="33051"/>
                </a:lnTo>
                <a:lnTo>
                  <a:pt x="328211" y="36640"/>
                </a:lnTo>
                <a:lnTo>
                  <a:pt x="331107" y="36899"/>
                </a:lnTo>
                <a:lnTo>
                  <a:pt x="333658" y="37304"/>
                </a:lnTo>
                <a:lnTo>
                  <a:pt x="335882" y="37870"/>
                </a:lnTo>
                <a:lnTo>
                  <a:pt x="337796" y="38615"/>
                </a:lnTo>
                <a:lnTo>
                  <a:pt x="339419" y="39555"/>
                </a:lnTo>
                <a:lnTo>
                  <a:pt x="340767" y="40708"/>
                </a:lnTo>
                <a:lnTo>
                  <a:pt x="341859" y="42091"/>
                </a:lnTo>
                <a:lnTo>
                  <a:pt x="342713" y="43720"/>
                </a:lnTo>
                <a:lnTo>
                  <a:pt x="343346" y="45612"/>
                </a:lnTo>
                <a:lnTo>
                  <a:pt x="343776" y="47784"/>
                </a:lnTo>
                <a:lnTo>
                  <a:pt x="344021" y="50253"/>
                </a:lnTo>
                <a:lnTo>
                  <a:pt x="344099" y="53037"/>
                </a:lnTo>
                <a:lnTo>
                  <a:pt x="344099" y="117595"/>
                </a:lnTo>
                <a:lnTo>
                  <a:pt x="344352" y="122502"/>
                </a:lnTo>
                <a:lnTo>
                  <a:pt x="345096" y="127089"/>
                </a:lnTo>
                <a:lnTo>
                  <a:pt x="346312" y="131337"/>
                </a:lnTo>
                <a:lnTo>
                  <a:pt x="347979" y="135225"/>
                </a:lnTo>
                <a:lnTo>
                  <a:pt x="350077" y="138732"/>
                </a:lnTo>
                <a:lnTo>
                  <a:pt x="352585" y="141837"/>
                </a:lnTo>
                <a:lnTo>
                  <a:pt x="355482" y="144521"/>
                </a:lnTo>
                <a:lnTo>
                  <a:pt x="358748" y="146763"/>
                </a:lnTo>
                <a:lnTo>
                  <a:pt x="362364" y="148542"/>
                </a:lnTo>
                <a:lnTo>
                  <a:pt x="366307" y="149838"/>
                </a:lnTo>
                <a:lnTo>
                  <a:pt x="370559" y="150631"/>
                </a:lnTo>
                <a:lnTo>
                  <a:pt x="375098" y="150900"/>
                </a:lnTo>
                <a:lnTo>
                  <a:pt x="377476" y="150815"/>
                </a:lnTo>
                <a:lnTo>
                  <a:pt x="379864" y="150564"/>
                </a:lnTo>
                <a:lnTo>
                  <a:pt x="382248" y="150152"/>
                </a:lnTo>
                <a:lnTo>
                  <a:pt x="384616" y="149581"/>
                </a:lnTo>
                <a:lnTo>
                  <a:pt x="386956" y="148858"/>
                </a:lnTo>
                <a:lnTo>
                  <a:pt x="389254" y="147986"/>
                </a:lnTo>
                <a:lnTo>
                  <a:pt x="391500" y="146970"/>
                </a:lnTo>
                <a:lnTo>
                  <a:pt x="393679" y="145815"/>
                </a:lnTo>
                <a:lnTo>
                  <a:pt x="395781" y="144524"/>
                </a:lnTo>
                <a:lnTo>
                  <a:pt x="397791" y="143102"/>
                </a:lnTo>
                <a:lnTo>
                  <a:pt x="399699" y="141553"/>
                </a:lnTo>
                <a:lnTo>
                  <a:pt x="401491" y="139883"/>
                </a:lnTo>
                <a:lnTo>
                  <a:pt x="412508" y="128870"/>
                </a:lnTo>
                <a:lnTo>
                  <a:pt x="412508" y="150134"/>
                </a:lnTo>
                <a:lnTo>
                  <a:pt x="413532" y="150650"/>
                </a:lnTo>
                <a:lnTo>
                  <a:pt x="416665" y="149416"/>
                </a:lnTo>
                <a:lnTo>
                  <a:pt x="419673" y="148267"/>
                </a:lnTo>
                <a:lnTo>
                  <a:pt x="422584" y="147192"/>
                </a:lnTo>
                <a:lnTo>
                  <a:pt x="425423" y="146182"/>
                </a:lnTo>
                <a:lnTo>
                  <a:pt x="428215" y="145225"/>
                </a:lnTo>
                <a:lnTo>
                  <a:pt x="430987" y="144310"/>
                </a:lnTo>
                <a:lnTo>
                  <a:pt x="433764" y="143428"/>
                </a:lnTo>
                <a:lnTo>
                  <a:pt x="436572" y="142567"/>
                </a:lnTo>
                <a:lnTo>
                  <a:pt x="439437" y="141716"/>
                </a:lnTo>
                <a:lnTo>
                  <a:pt x="442385" y="140865"/>
                </a:lnTo>
                <a:lnTo>
                  <a:pt x="445441" y="140004"/>
                </a:lnTo>
                <a:lnTo>
                  <a:pt x="448632" y="139121"/>
                </a:lnTo>
                <a:lnTo>
                  <a:pt x="448632" y="135539"/>
                </a:lnTo>
                <a:close/>
                <a:moveTo>
                  <a:pt x="558548" y="106308"/>
                </a:moveTo>
                <a:lnTo>
                  <a:pt x="555497" y="110930"/>
                </a:lnTo>
                <a:lnTo>
                  <a:pt x="552476" y="115066"/>
                </a:lnTo>
                <a:lnTo>
                  <a:pt x="549462" y="118732"/>
                </a:lnTo>
                <a:lnTo>
                  <a:pt x="546431" y="121945"/>
                </a:lnTo>
                <a:lnTo>
                  <a:pt x="543362" y="124719"/>
                </a:lnTo>
                <a:lnTo>
                  <a:pt x="540230" y="127072"/>
                </a:lnTo>
                <a:lnTo>
                  <a:pt x="537012" y="129019"/>
                </a:lnTo>
                <a:lnTo>
                  <a:pt x="533686" y="130576"/>
                </a:lnTo>
                <a:lnTo>
                  <a:pt x="530229" y="131759"/>
                </a:lnTo>
                <a:lnTo>
                  <a:pt x="526616" y="132584"/>
                </a:lnTo>
                <a:lnTo>
                  <a:pt x="522826" y="133067"/>
                </a:lnTo>
                <a:lnTo>
                  <a:pt x="518835" y="133225"/>
                </a:lnTo>
                <a:lnTo>
                  <a:pt x="515260" y="133070"/>
                </a:lnTo>
                <a:lnTo>
                  <a:pt x="511833" y="132607"/>
                </a:lnTo>
                <a:lnTo>
                  <a:pt x="508556" y="131835"/>
                </a:lnTo>
                <a:lnTo>
                  <a:pt x="505428" y="130756"/>
                </a:lnTo>
                <a:lnTo>
                  <a:pt x="502450" y="129371"/>
                </a:lnTo>
                <a:lnTo>
                  <a:pt x="499621" y="127681"/>
                </a:lnTo>
                <a:lnTo>
                  <a:pt x="496941" y="125686"/>
                </a:lnTo>
                <a:lnTo>
                  <a:pt x="494411" y="123388"/>
                </a:lnTo>
                <a:lnTo>
                  <a:pt x="492030" y="120787"/>
                </a:lnTo>
                <a:lnTo>
                  <a:pt x="489799" y="117885"/>
                </a:lnTo>
                <a:lnTo>
                  <a:pt x="487717" y="114682"/>
                </a:lnTo>
                <a:lnTo>
                  <a:pt x="485784" y="111179"/>
                </a:lnTo>
                <a:lnTo>
                  <a:pt x="484689" y="108765"/>
                </a:lnTo>
                <a:lnTo>
                  <a:pt x="483706" y="106376"/>
                </a:lnTo>
                <a:lnTo>
                  <a:pt x="482829" y="103981"/>
                </a:lnTo>
                <a:lnTo>
                  <a:pt x="482055" y="101551"/>
                </a:lnTo>
                <a:lnTo>
                  <a:pt x="481376" y="99057"/>
                </a:lnTo>
                <a:lnTo>
                  <a:pt x="480788" y="96470"/>
                </a:lnTo>
                <a:lnTo>
                  <a:pt x="480286" y="93759"/>
                </a:lnTo>
                <a:lnTo>
                  <a:pt x="479864" y="90897"/>
                </a:lnTo>
                <a:lnTo>
                  <a:pt x="479516" y="87853"/>
                </a:lnTo>
                <a:lnTo>
                  <a:pt x="479238" y="84598"/>
                </a:lnTo>
                <a:lnTo>
                  <a:pt x="479024" y="81103"/>
                </a:lnTo>
                <a:lnTo>
                  <a:pt x="478868" y="77338"/>
                </a:lnTo>
                <a:lnTo>
                  <a:pt x="557782" y="77338"/>
                </a:lnTo>
                <a:lnTo>
                  <a:pt x="557256" y="73369"/>
                </a:lnTo>
                <a:lnTo>
                  <a:pt x="556698" y="69749"/>
                </a:lnTo>
                <a:lnTo>
                  <a:pt x="556095" y="66443"/>
                </a:lnTo>
                <a:lnTo>
                  <a:pt x="555437" y="63418"/>
                </a:lnTo>
                <a:lnTo>
                  <a:pt x="554710" y="60638"/>
                </a:lnTo>
                <a:lnTo>
                  <a:pt x="553905" y="58069"/>
                </a:lnTo>
                <a:lnTo>
                  <a:pt x="553009" y="55676"/>
                </a:lnTo>
                <a:lnTo>
                  <a:pt x="552011" y="53425"/>
                </a:lnTo>
                <a:lnTo>
                  <a:pt x="550899" y="51280"/>
                </a:lnTo>
                <a:lnTo>
                  <a:pt x="549662" y="49207"/>
                </a:lnTo>
                <a:lnTo>
                  <a:pt x="548288" y="47172"/>
                </a:lnTo>
                <a:lnTo>
                  <a:pt x="546765" y="45139"/>
                </a:lnTo>
                <a:lnTo>
                  <a:pt x="544759" y="42918"/>
                </a:lnTo>
                <a:lnTo>
                  <a:pt x="542591" y="40862"/>
                </a:lnTo>
                <a:lnTo>
                  <a:pt x="540270" y="38975"/>
                </a:lnTo>
                <a:lnTo>
                  <a:pt x="537805" y="37265"/>
                </a:lnTo>
                <a:lnTo>
                  <a:pt x="535205" y="35735"/>
                </a:lnTo>
                <a:lnTo>
                  <a:pt x="532479" y="34392"/>
                </a:lnTo>
                <a:lnTo>
                  <a:pt x="529636" y="33240"/>
                </a:lnTo>
                <a:lnTo>
                  <a:pt x="526684" y="32286"/>
                </a:lnTo>
                <a:lnTo>
                  <a:pt x="523632" y="31534"/>
                </a:lnTo>
                <a:lnTo>
                  <a:pt x="520490" y="30990"/>
                </a:lnTo>
                <a:lnTo>
                  <a:pt x="517265" y="30660"/>
                </a:lnTo>
                <a:lnTo>
                  <a:pt x="513968" y="30549"/>
                </a:lnTo>
                <a:lnTo>
                  <a:pt x="510782" y="30645"/>
                </a:lnTo>
                <a:lnTo>
                  <a:pt x="507634" y="30931"/>
                </a:lnTo>
                <a:lnTo>
                  <a:pt x="504528" y="31406"/>
                </a:lnTo>
                <a:lnTo>
                  <a:pt x="501470" y="32067"/>
                </a:lnTo>
                <a:lnTo>
                  <a:pt x="498466" y="32914"/>
                </a:lnTo>
                <a:lnTo>
                  <a:pt x="495520" y="33943"/>
                </a:lnTo>
                <a:lnTo>
                  <a:pt x="492639" y="35154"/>
                </a:lnTo>
                <a:lnTo>
                  <a:pt x="489827" y="36544"/>
                </a:lnTo>
                <a:lnTo>
                  <a:pt x="487090" y="38111"/>
                </a:lnTo>
                <a:lnTo>
                  <a:pt x="484433" y="39855"/>
                </a:lnTo>
                <a:lnTo>
                  <a:pt x="481861" y="41772"/>
                </a:lnTo>
                <a:lnTo>
                  <a:pt x="479380" y="43861"/>
                </a:lnTo>
                <a:lnTo>
                  <a:pt x="476477" y="46635"/>
                </a:lnTo>
                <a:lnTo>
                  <a:pt x="473793" y="49713"/>
                </a:lnTo>
                <a:lnTo>
                  <a:pt x="471336" y="53077"/>
                </a:lnTo>
                <a:lnTo>
                  <a:pt x="469111" y="56710"/>
                </a:lnTo>
                <a:lnTo>
                  <a:pt x="467125" y="60596"/>
                </a:lnTo>
                <a:lnTo>
                  <a:pt x="465383" y="64719"/>
                </a:lnTo>
                <a:lnTo>
                  <a:pt x="463892" y="69062"/>
                </a:lnTo>
                <a:lnTo>
                  <a:pt x="462658" y="73608"/>
                </a:lnTo>
                <a:lnTo>
                  <a:pt x="461688" y="78340"/>
                </a:lnTo>
                <a:lnTo>
                  <a:pt x="460987" y="83242"/>
                </a:lnTo>
                <a:lnTo>
                  <a:pt x="460562" y="88297"/>
                </a:lnTo>
                <a:lnTo>
                  <a:pt x="460419" y="93489"/>
                </a:lnTo>
                <a:lnTo>
                  <a:pt x="460799" y="102050"/>
                </a:lnTo>
                <a:lnTo>
                  <a:pt x="461922" y="110025"/>
                </a:lnTo>
                <a:lnTo>
                  <a:pt x="463762" y="117384"/>
                </a:lnTo>
                <a:lnTo>
                  <a:pt x="466293" y="124096"/>
                </a:lnTo>
                <a:lnTo>
                  <a:pt x="469490" y="130132"/>
                </a:lnTo>
                <a:lnTo>
                  <a:pt x="473326" y="135461"/>
                </a:lnTo>
                <a:lnTo>
                  <a:pt x="477777" y="140053"/>
                </a:lnTo>
                <a:lnTo>
                  <a:pt x="482815" y="143877"/>
                </a:lnTo>
                <a:lnTo>
                  <a:pt x="488415" y="146904"/>
                </a:lnTo>
                <a:lnTo>
                  <a:pt x="494552" y="149104"/>
                </a:lnTo>
                <a:lnTo>
                  <a:pt x="501199" y="150446"/>
                </a:lnTo>
                <a:lnTo>
                  <a:pt x="508330" y="150900"/>
                </a:lnTo>
                <a:lnTo>
                  <a:pt x="514307" y="150587"/>
                </a:lnTo>
                <a:lnTo>
                  <a:pt x="520058" y="149652"/>
                </a:lnTo>
                <a:lnTo>
                  <a:pt x="525573" y="148106"/>
                </a:lnTo>
                <a:lnTo>
                  <a:pt x="530839" y="145956"/>
                </a:lnTo>
                <a:lnTo>
                  <a:pt x="535846" y="143212"/>
                </a:lnTo>
                <a:lnTo>
                  <a:pt x="540582" y="139882"/>
                </a:lnTo>
                <a:lnTo>
                  <a:pt x="545034" y="135976"/>
                </a:lnTo>
                <a:lnTo>
                  <a:pt x="549192" y="131502"/>
                </a:lnTo>
                <a:lnTo>
                  <a:pt x="553044" y="126468"/>
                </a:lnTo>
                <a:lnTo>
                  <a:pt x="556579" y="120885"/>
                </a:lnTo>
                <a:lnTo>
                  <a:pt x="559785" y="114760"/>
                </a:lnTo>
                <a:lnTo>
                  <a:pt x="562649" y="108102"/>
                </a:lnTo>
                <a:lnTo>
                  <a:pt x="558548" y="106308"/>
                </a:lnTo>
                <a:moveTo>
                  <a:pt x="479380" y="69140"/>
                </a:moveTo>
                <a:lnTo>
                  <a:pt x="480208" y="64379"/>
                </a:lnTo>
                <a:lnTo>
                  <a:pt x="481284" y="60050"/>
                </a:lnTo>
                <a:lnTo>
                  <a:pt x="482613" y="56150"/>
                </a:lnTo>
                <a:lnTo>
                  <a:pt x="484199" y="52676"/>
                </a:lnTo>
                <a:lnTo>
                  <a:pt x="486045" y="49623"/>
                </a:lnTo>
                <a:lnTo>
                  <a:pt x="488154" y="46990"/>
                </a:lnTo>
                <a:lnTo>
                  <a:pt x="490530" y="44771"/>
                </a:lnTo>
                <a:lnTo>
                  <a:pt x="493176" y="42963"/>
                </a:lnTo>
                <a:lnTo>
                  <a:pt x="496096" y="41563"/>
                </a:lnTo>
                <a:lnTo>
                  <a:pt x="499294" y="40568"/>
                </a:lnTo>
                <a:lnTo>
                  <a:pt x="502773" y="39973"/>
                </a:lnTo>
                <a:lnTo>
                  <a:pt x="506536" y="39776"/>
                </a:lnTo>
                <a:lnTo>
                  <a:pt x="510250" y="39929"/>
                </a:lnTo>
                <a:lnTo>
                  <a:pt x="513592" y="40408"/>
                </a:lnTo>
                <a:lnTo>
                  <a:pt x="516585" y="41240"/>
                </a:lnTo>
                <a:lnTo>
                  <a:pt x="519253" y="42452"/>
                </a:lnTo>
                <a:lnTo>
                  <a:pt x="521618" y="44072"/>
                </a:lnTo>
                <a:lnTo>
                  <a:pt x="523704" y="46128"/>
                </a:lnTo>
                <a:lnTo>
                  <a:pt x="525533" y="48646"/>
                </a:lnTo>
                <a:lnTo>
                  <a:pt x="527130" y="51654"/>
                </a:lnTo>
                <a:lnTo>
                  <a:pt x="528516" y="55180"/>
                </a:lnTo>
                <a:lnTo>
                  <a:pt x="529716" y="59252"/>
                </a:lnTo>
                <a:lnTo>
                  <a:pt x="530752" y="63896"/>
                </a:lnTo>
                <a:lnTo>
                  <a:pt x="531647" y="69140"/>
                </a:lnTo>
                <a:lnTo>
                  <a:pt x="479380" y="69140"/>
                </a:lnTo>
                <a:close/>
                <a:moveTo>
                  <a:pt x="571872" y="46437"/>
                </a:moveTo>
                <a:lnTo>
                  <a:pt x="572277" y="46255"/>
                </a:lnTo>
                <a:lnTo>
                  <a:pt x="572722" y="46094"/>
                </a:lnTo>
                <a:lnTo>
                  <a:pt x="573205" y="45952"/>
                </a:lnTo>
                <a:lnTo>
                  <a:pt x="573722" y="45830"/>
                </a:lnTo>
                <a:lnTo>
                  <a:pt x="574272" y="45724"/>
                </a:lnTo>
                <a:lnTo>
                  <a:pt x="574851" y="45636"/>
                </a:lnTo>
                <a:lnTo>
                  <a:pt x="575457" y="45564"/>
                </a:lnTo>
                <a:lnTo>
                  <a:pt x="576086" y="45507"/>
                </a:lnTo>
                <a:lnTo>
                  <a:pt x="576737" y="45465"/>
                </a:lnTo>
                <a:lnTo>
                  <a:pt x="577407" y="45435"/>
                </a:lnTo>
                <a:lnTo>
                  <a:pt x="578093" y="45419"/>
                </a:lnTo>
                <a:lnTo>
                  <a:pt x="578792" y="45413"/>
                </a:lnTo>
                <a:lnTo>
                  <a:pt x="580485" y="45496"/>
                </a:lnTo>
                <a:lnTo>
                  <a:pt x="581985" y="45756"/>
                </a:lnTo>
                <a:lnTo>
                  <a:pt x="583299" y="46210"/>
                </a:lnTo>
                <a:lnTo>
                  <a:pt x="584437" y="46874"/>
                </a:lnTo>
                <a:lnTo>
                  <a:pt x="585408" y="47766"/>
                </a:lnTo>
                <a:lnTo>
                  <a:pt x="586220" y="48903"/>
                </a:lnTo>
                <a:lnTo>
                  <a:pt x="586883" y="50302"/>
                </a:lnTo>
                <a:lnTo>
                  <a:pt x="587406" y="51978"/>
                </a:lnTo>
                <a:lnTo>
                  <a:pt x="587797" y="53950"/>
                </a:lnTo>
                <a:lnTo>
                  <a:pt x="588065" y="56234"/>
                </a:lnTo>
                <a:lnTo>
                  <a:pt x="588219" y="58847"/>
                </a:lnTo>
                <a:lnTo>
                  <a:pt x="588268" y="61806"/>
                </a:lnTo>
                <a:lnTo>
                  <a:pt x="588268" y="125343"/>
                </a:lnTo>
                <a:lnTo>
                  <a:pt x="588205" y="128769"/>
                </a:lnTo>
                <a:lnTo>
                  <a:pt x="587999" y="131766"/>
                </a:lnTo>
                <a:lnTo>
                  <a:pt x="587624" y="134361"/>
                </a:lnTo>
                <a:lnTo>
                  <a:pt x="587054" y="136586"/>
                </a:lnTo>
                <a:lnTo>
                  <a:pt x="586263" y="138470"/>
                </a:lnTo>
                <a:lnTo>
                  <a:pt x="585226" y="140041"/>
                </a:lnTo>
                <a:lnTo>
                  <a:pt x="583917" y="141329"/>
                </a:lnTo>
                <a:lnTo>
                  <a:pt x="582309" y="142364"/>
                </a:lnTo>
                <a:lnTo>
                  <a:pt x="580378" y="143174"/>
                </a:lnTo>
                <a:lnTo>
                  <a:pt x="578097" y="143790"/>
                </a:lnTo>
                <a:lnTo>
                  <a:pt x="575441" y="144241"/>
                </a:lnTo>
                <a:lnTo>
                  <a:pt x="572384" y="144555"/>
                </a:lnTo>
                <a:lnTo>
                  <a:pt x="572384" y="148398"/>
                </a:lnTo>
                <a:lnTo>
                  <a:pt x="626703" y="148398"/>
                </a:lnTo>
                <a:lnTo>
                  <a:pt x="626703" y="144555"/>
                </a:lnTo>
                <a:lnTo>
                  <a:pt x="623625" y="144254"/>
                </a:lnTo>
                <a:lnTo>
                  <a:pt x="620912" y="143853"/>
                </a:lnTo>
                <a:lnTo>
                  <a:pt x="618547" y="143338"/>
                </a:lnTo>
                <a:lnTo>
                  <a:pt x="616510" y="142696"/>
                </a:lnTo>
                <a:lnTo>
                  <a:pt x="614782" y="141911"/>
                </a:lnTo>
                <a:lnTo>
                  <a:pt x="613346" y="140969"/>
                </a:lnTo>
                <a:lnTo>
                  <a:pt x="612181" y="139857"/>
                </a:lnTo>
                <a:lnTo>
                  <a:pt x="611271" y="138560"/>
                </a:lnTo>
                <a:lnTo>
                  <a:pt x="610595" y="137063"/>
                </a:lnTo>
                <a:lnTo>
                  <a:pt x="610136" y="135353"/>
                </a:lnTo>
                <a:lnTo>
                  <a:pt x="609874" y="133415"/>
                </a:lnTo>
                <a:lnTo>
                  <a:pt x="609790" y="131235"/>
                </a:lnTo>
                <a:lnTo>
                  <a:pt x="609790" y="59245"/>
                </a:lnTo>
                <a:lnTo>
                  <a:pt x="612732" y="56536"/>
                </a:lnTo>
                <a:lnTo>
                  <a:pt x="615429" y="54160"/>
                </a:lnTo>
                <a:lnTo>
                  <a:pt x="617914" y="52100"/>
                </a:lnTo>
                <a:lnTo>
                  <a:pt x="620220" y="50335"/>
                </a:lnTo>
                <a:lnTo>
                  <a:pt x="622381" y="48848"/>
                </a:lnTo>
                <a:lnTo>
                  <a:pt x="624428" y="47620"/>
                </a:lnTo>
                <a:lnTo>
                  <a:pt x="626396" y="46633"/>
                </a:lnTo>
                <a:lnTo>
                  <a:pt x="628316" y="45867"/>
                </a:lnTo>
                <a:lnTo>
                  <a:pt x="630222" y="45303"/>
                </a:lnTo>
                <a:lnTo>
                  <a:pt x="632146" y="44924"/>
                </a:lnTo>
                <a:lnTo>
                  <a:pt x="634123" y="44710"/>
                </a:lnTo>
                <a:lnTo>
                  <a:pt x="636184" y="44643"/>
                </a:lnTo>
                <a:lnTo>
                  <a:pt x="639189" y="44809"/>
                </a:lnTo>
                <a:lnTo>
                  <a:pt x="641928" y="45309"/>
                </a:lnTo>
                <a:lnTo>
                  <a:pt x="644402" y="46148"/>
                </a:lnTo>
                <a:lnTo>
                  <a:pt x="646612" y="47328"/>
                </a:lnTo>
                <a:lnTo>
                  <a:pt x="648559" y="48853"/>
                </a:lnTo>
                <a:lnTo>
                  <a:pt x="650243" y="50727"/>
                </a:lnTo>
                <a:lnTo>
                  <a:pt x="651665" y="52953"/>
                </a:lnTo>
                <a:lnTo>
                  <a:pt x="652828" y="55535"/>
                </a:lnTo>
                <a:lnTo>
                  <a:pt x="653730" y="58476"/>
                </a:lnTo>
                <a:lnTo>
                  <a:pt x="654373" y="61780"/>
                </a:lnTo>
                <a:lnTo>
                  <a:pt x="654759" y="65451"/>
                </a:lnTo>
                <a:lnTo>
                  <a:pt x="654887" y="69492"/>
                </a:lnTo>
                <a:lnTo>
                  <a:pt x="654887" y="123037"/>
                </a:lnTo>
                <a:lnTo>
                  <a:pt x="654814" y="126831"/>
                </a:lnTo>
                <a:lnTo>
                  <a:pt x="654581" y="130163"/>
                </a:lnTo>
                <a:lnTo>
                  <a:pt x="654166" y="133063"/>
                </a:lnTo>
                <a:lnTo>
                  <a:pt x="653549" y="135561"/>
                </a:lnTo>
                <a:lnTo>
                  <a:pt x="652707" y="137684"/>
                </a:lnTo>
                <a:lnTo>
                  <a:pt x="651620" y="139464"/>
                </a:lnTo>
                <a:lnTo>
                  <a:pt x="650266" y="140928"/>
                </a:lnTo>
                <a:lnTo>
                  <a:pt x="648623" y="142107"/>
                </a:lnTo>
                <a:lnTo>
                  <a:pt x="646672" y="143030"/>
                </a:lnTo>
                <a:lnTo>
                  <a:pt x="644389" y="143726"/>
                </a:lnTo>
                <a:lnTo>
                  <a:pt x="641753" y="144224"/>
                </a:lnTo>
                <a:lnTo>
                  <a:pt x="638744" y="144555"/>
                </a:lnTo>
                <a:lnTo>
                  <a:pt x="638744" y="148398"/>
                </a:lnTo>
                <a:lnTo>
                  <a:pt x="692039" y="148398"/>
                </a:lnTo>
                <a:lnTo>
                  <a:pt x="692039" y="144555"/>
                </a:lnTo>
                <a:lnTo>
                  <a:pt x="689094" y="144193"/>
                </a:lnTo>
                <a:lnTo>
                  <a:pt x="686521" y="143730"/>
                </a:lnTo>
                <a:lnTo>
                  <a:pt x="684299" y="143139"/>
                </a:lnTo>
                <a:lnTo>
                  <a:pt x="682406" y="142393"/>
                </a:lnTo>
                <a:lnTo>
                  <a:pt x="680818" y="141465"/>
                </a:lnTo>
                <a:lnTo>
                  <a:pt x="679515" y="140329"/>
                </a:lnTo>
                <a:lnTo>
                  <a:pt x="678473" y="138958"/>
                </a:lnTo>
                <a:lnTo>
                  <a:pt x="677671" y="137326"/>
                </a:lnTo>
                <a:lnTo>
                  <a:pt x="677085" y="135406"/>
                </a:lnTo>
                <a:lnTo>
                  <a:pt x="676695" y="133171"/>
                </a:lnTo>
                <a:lnTo>
                  <a:pt x="676477" y="130595"/>
                </a:lnTo>
                <a:lnTo>
                  <a:pt x="676409" y="127650"/>
                </a:lnTo>
                <a:lnTo>
                  <a:pt x="676409" y="68980"/>
                </a:lnTo>
                <a:lnTo>
                  <a:pt x="676176" y="63165"/>
                </a:lnTo>
                <a:lnTo>
                  <a:pt x="675486" y="57772"/>
                </a:lnTo>
                <a:lnTo>
                  <a:pt x="674351" y="52817"/>
                </a:lnTo>
                <a:lnTo>
                  <a:pt x="672783" y="48315"/>
                </a:lnTo>
                <a:lnTo>
                  <a:pt x="670796" y="44282"/>
                </a:lnTo>
                <a:lnTo>
                  <a:pt x="668402" y="40735"/>
                </a:lnTo>
                <a:lnTo>
                  <a:pt x="665612" y="37689"/>
                </a:lnTo>
                <a:lnTo>
                  <a:pt x="662440" y="35162"/>
                </a:lnTo>
                <a:lnTo>
                  <a:pt x="658898" y="33168"/>
                </a:lnTo>
                <a:lnTo>
                  <a:pt x="654998" y="31724"/>
                </a:lnTo>
                <a:lnTo>
                  <a:pt x="650754" y="30845"/>
                </a:lnTo>
                <a:lnTo>
                  <a:pt x="646176" y="30549"/>
                </a:lnTo>
                <a:lnTo>
                  <a:pt x="643302" y="30644"/>
                </a:lnTo>
                <a:lnTo>
                  <a:pt x="640541" y="30948"/>
                </a:lnTo>
                <a:lnTo>
                  <a:pt x="637848" y="31486"/>
                </a:lnTo>
                <a:lnTo>
                  <a:pt x="635177" y="32286"/>
                </a:lnTo>
                <a:lnTo>
                  <a:pt x="632480" y="33375"/>
                </a:lnTo>
                <a:lnTo>
                  <a:pt x="629713" y="34778"/>
                </a:lnTo>
                <a:lnTo>
                  <a:pt x="626828" y="36523"/>
                </a:lnTo>
                <a:lnTo>
                  <a:pt x="623779" y="38636"/>
                </a:lnTo>
                <a:lnTo>
                  <a:pt x="620521" y="41144"/>
                </a:lnTo>
                <a:lnTo>
                  <a:pt x="617007" y="44074"/>
                </a:lnTo>
                <a:lnTo>
                  <a:pt x="613190" y="47452"/>
                </a:lnTo>
                <a:lnTo>
                  <a:pt x="609024" y="51305"/>
                </a:lnTo>
                <a:lnTo>
                  <a:pt x="609024" y="31065"/>
                </a:lnTo>
                <a:lnTo>
                  <a:pt x="607230" y="30549"/>
                </a:lnTo>
                <a:lnTo>
                  <a:pt x="604166" y="31667"/>
                </a:lnTo>
                <a:lnTo>
                  <a:pt x="601230" y="32720"/>
                </a:lnTo>
                <a:lnTo>
                  <a:pt x="598391" y="33721"/>
                </a:lnTo>
                <a:lnTo>
                  <a:pt x="595615" y="34678"/>
                </a:lnTo>
                <a:lnTo>
                  <a:pt x="592872" y="35604"/>
                </a:lnTo>
                <a:lnTo>
                  <a:pt x="590128" y="36508"/>
                </a:lnTo>
                <a:lnTo>
                  <a:pt x="587353" y="37401"/>
                </a:lnTo>
                <a:lnTo>
                  <a:pt x="584513" y="38295"/>
                </a:lnTo>
                <a:lnTo>
                  <a:pt x="581577" y="39199"/>
                </a:lnTo>
                <a:lnTo>
                  <a:pt x="578513" y="40124"/>
                </a:lnTo>
                <a:lnTo>
                  <a:pt x="575289" y="41082"/>
                </a:lnTo>
                <a:lnTo>
                  <a:pt x="571872" y="42082"/>
                </a:lnTo>
                <a:lnTo>
                  <a:pt x="571872" y="46437"/>
                </a:lnTo>
                <a:close/>
                <a:moveTo>
                  <a:pt x="797854" y="108388"/>
                </a:moveTo>
                <a:lnTo>
                  <a:pt x="794839" y="112626"/>
                </a:lnTo>
                <a:lnTo>
                  <a:pt x="791922" y="116393"/>
                </a:lnTo>
                <a:lnTo>
                  <a:pt x="789075" y="119709"/>
                </a:lnTo>
                <a:lnTo>
                  <a:pt x="786267" y="122592"/>
                </a:lnTo>
                <a:lnTo>
                  <a:pt x="783471" y="125064"/>
                </a:lnTo>
                <a:lnTo>
                  <a:pt x="780655" y="127142"/>
                </a:lnTo>
                <a:lnTo>
                  <a:pt x="777792" y="128847"/>
                </a:lnTo>
                <a:lnTo>
                  <a:pt x="774851" y="130198"/>
                </a:lnTo>
                <a:lnTo>
                  <a:pt x="771804" y="131215"/>
                </a:lnTo>
                <a:lnTo>
                  <a:pt x="768620" y="131917"/>
                </a:lnTo>
                <a:lnTo>
                  <a:pt x="765271" y="132324"/>
                </a:lnTo>
                <a:lnTo>
                  <a:pt x="761726" y="132455"/>
                </a:lnTo>
                <a:lnTo>
                  <a:pt x="756047" y="132035"/>
                </a:lnTo>
                <a:lnTo>
                  <a:pt x="750689" y="130801"/>
                </a:lnTo>
                <a:lnTo>
                  <a:pt x="745685" y="128794"/>
                </a:lnTo>
                <a:lnTo>
                  <a:pt x="741068" y="126054"/>
                </a:lnTo>
                <a:lnTo>
                  <a:pt x="736871" y="122621"/>
                </a:lnTo>
                <a:lnTo>
                  <a:pt x="733126" y="118533"/>
                </a:lnTo>
                <a:lnTo>
                  <a:pt x="729868" y="113833"/>
                </a:lnTo>
                <a:lnTo>
                  <a:pt x="727128" y="108559"/>
                </a:lnTo>
                <a:lnTo>
                  <a:pt x="724940" y="102752"/>
                </a:lnTo>
                <a:lnTo>
                  <a:pt x="723336" y="96451"/>
                </a:lnTo>
                <a:lnTo>
                  <a:pt x="722350" y="89697"/>
                </a:lnTo>
                <a:lnTo>
                  <a:pt x="722013" y="82530"/>
                </a:lnTo>
                <a:lnTo>
                  <a:pt x="722303" y="76114"/>
                </a:lnTo>
                <a:lnTo>
                  <a:pt x="723154" y="70074"/>
                </a:lnTo>
                <a:lnTo>
                  <a:pt x="724540" y="64445"/>
                </a:lnTo>
                <a:lnTo>
                  <a:pt x="726436" y="59260"/>
                </a:lnTo>
                <a:lnTo>
                  <a:pt x="728816" y="54556"/>
                </a:lnTo>
                <a:lnTo>
                  <a:pt x="731654" y="50367"/>
                </a:lnTo>
                <a:lnTo>
                  <a:pt x="734925" y="46727"/>
                </a:lnTo>
                <a:lnTo>
                  <a:pt x="738602" y="43671"/>
                </a:lnTo>
                <a:lnTo>
                  <a:pt x="742660" y="41234"/>
                </a:lnTo>
                <a:lnTo>
                  <a:pt x="747072" y="39450"/>
                </a:lnTo>
                <a:lnTo>
                  <a:pt x="751814" y="38354"/>
                </a:lnTo>
                <a:lnTo>
                  <a:pt x="756859" y="37981"/>
                </a:lnTo>
                <a:lnTo>
                  <a:pt x="759045" y="38042"/>
                </a:lnTo>
                <a:lnTo>
                  <a:pt x="761003" y="38233"/>
                </a:lnTo>
                <a:lnTo>
                  <a:pt x="762751" y="38569"/>
                </a:lnTo>
                <a:lnTo>
                  <a:pt x="764308" y="39062"/>
                </a:lnTo>
                <a:lnTo>
                  <a:pt x="765689" y="39725"/>
                </a:lnTo>
                <a:lnTo>
                  <a:pt x="766915" y="40573"/>
                </a:lnTo>
                <a:lnTo>
                  <a:pt x="768002" y="41617"/>
                </a:lnTo>
                <a:lnTo>
                  <a:pt x="768967" y="42873"/>
                </a:lnTo>
                <a:lnTo>
                  <a:pt x="769830" y="44352"/>
                </a:lnTo>
                <a:lnTo>
                  <a:pt x="770607" y="46069"/>
                </a:lnTo>
                <a:lnTo>
                  <a:pt x="771317" y="48037"/>
                </a:lnTo>
                <a:lnTo>
                  <a:pt x="771977" y="50269"/>
                </a:lnTo>
                <a:lnTo>
                  <a:pt x="773514" y="55902"/>
                </a:lnTo>
                <a:lnTo>
                  <a:pt x="774078" y="57640"/>
                </a:lnTo>
                <a:lnTo>
                  <a:pt x="774743" y="59265"/>
                </a:lnTo>
                <a:lnTo>
                  <a:pt x="775503" y="60768"/>
                </a:lnTo>
                <a:lnTo>
                  <a:pt x="776351" y="62143"/>
                </a:lnTo>
                <a:lnTo>
                  <a:pt x="777280" y="63383"/>
                </a:lnTo>
                <a:lnTo>
                  <a:pt x="778285" y="64481"/>
                </a:lnTo>
                <a:lnTo>
                  <a:pt x="779360" y="65429"/>
                </a:lnTo>
                <a:lnTo>
                  <a:pt x="780498" y="66221"/>
                </a:lnTo>
                <a:lnTo>
                  <a:pt x="781692" y="66850"/>
                </a:lnTo>
                <a:lnTo>
                  <a:pt x="782937" y="67307"/>
                </a:lnTo>
                <a:lnTo>
                  <a:pt x="784227" y="67587"/>
                </a:lnTo>
                <a:lnTo>
                  <a:pt x="785555" y="67682"/>
                </a:lnTo>
                <a:lnTo>
                  <a:pt x="787196" y="67583"/>
                </a:lnTo>
                <a:lnTo>
                  <a:pt x="788779" y="67294"/>
                </a:lnTo>
                <a:lnTo>
                  <a:pt x="790287" y="66829"/>
                </a:lnTo>
                <a:lnTo>
                  <a:pt x="791705" y="66202"/>
                </a:lnTo>
                <a:lnTo>
                  <a:pt x="793015" y="65425"/>
                </a:lnTo>
                <a:lnTo>
                  <a:pt x="794203" y="64512"/>
                </a:lnTo>
                <a:lnTo>
                  <a:pt x="795252" y="63477"/>
                </a:lnTo>
                <a:lnTo>
                  <a:pt x="796146" y="62332"/>
                </a:lnTo>
                <a:lnTo>
                  <a:pt x="796869" y="61091"/>
                </a:lnTo>
                <a:lnTo>
                  <a:pt x="797406" y="59768"/>
                </a:lnTo>
                <a:lnTo>
                  <a:pt x="797740" y="58375"/>
                </a:lnTo>
                <a:lnTo>
                  <a:pt x="797854" y="56927"/>
                </a:lnTo>
                <a:lnTo>
                  <a:pt x="797489" y="53396"/>
                </a:lnTo>
                <a:lnTo>
                  <a:pt x="796426" y="49995"/>
                </a:lnTo>
                <a:lnTo>
                  <a:pt x="794715" y="46757"/>
                </a:lnTo>
                <a:lnTo>
                  <a:pt x="792407" y="43716"/>
                </a:lnTo>
                <a:lnTo>
                  <a:pt x="789550" y="40907"/>
                </a:lnTo>
                <a:lnTo>
                  <a:pt x="786196" y="38362"/>
                </a:lnTo>
                <a:lnTo>
                  <a:pt x="782393" y="36116"/>
                </a:lnTo>
                <a:lnTo>
                  <a:pt x="778191" y="34202"/>
                </a:lnTo>
                <a:lnTo>
                  <a:pt x="773641" y="32655"/>
                </a:lnTo>
                <a:lnTo>
                  <a:pt x="768791" y="31507"/>
                </a:lnTo>
                <a:lnTo>
                  <a:pt x="763693" y="30794"/>
                </a:lnTo>
                <a:lnTo>
                  <a:pt x="758396" y="30549"/>
                </a:lnTo>
                <a:lnTo>
                  <a:pt x="755248" y="30655"/>
                </a:lnTo>
                <a:lnTo>
                  <a:pt x="752090" y="30971"/>
                </a:lnTo>
                <a:lnTo>
                  <a:pt x="748932" y="31494"/>
                </a:lnTo>
                <a:lnTo>
                  <a:pt x="745785" y="32219"/>
                </a:lnTo>
                <a:lnTo>
                  <a:pt x="742659" y="33144"/>
                </a:lnTo>
                <a:lnTo>
                  <a:pt x="739565" y="34264"/>
                </a:lnTo>
                <a:lnTo>
                  <a:pt x="736514" y="35576"/>
                </a:lnTo>
                <a:lnTo>
                  <a:pt x="733516" y="37077"/>
                </a:lnTo>
                <a:lnTo>
                  <a:pt x="730582" y="38763"/>
                </a:lnTo>
                <a:lnTo>
                  <a:pt x="727723" y="40630"/>
                </a:lnTo>
                <a:lnTo>
                  <a:pt x="724949" y="42674"/>
                </a:lnTo>
                <a:lnTo>
                  <a:pt x="722271" y="44893"/>
                </a:lnTo>
                <a:lnTo>
                  <a:pt x="719187" y="47836"/>
                </a:lnTo>
                <a:lnTo>
                  <a:pt x="716343" y="51023"/>
                </a:lnTo>
                <a:lnTo>
                  <a:pt x="713744" y="54443"/>
                </a:lnTo>
                <a:lnTo>
                  <a:pt x="711396" y="58084"/>
                </a:lnTo>
                <a:lnTo>
                  <a:pt x="709304" y="61935"/>
                </a:lnTo>
                <a:lnTo>
                  <a:pt x="707474" y="65985"/>
                </a:lnTo>
                <a:lnTo>
                  <a:pt x="705911" y="70220"/>
                </a:lnTo>
                <a:lnTo>
                  <a:pt x="704620" y="74631"/>
                </a:lnTo>
                <a:lnTo>
                  <a:pt x="703607" y="79205"/>
                </a:lnTo>
                <a:lnTo>
                  <a:pt x="702877" y="83931"/>
                </a:lnTo>
                <a:lnTo>
                  <a:pt x="702435" y="88798"/>
                </a:lnTo>
                <a:lnTo>
                  <a:pt x="702286" y="93794"/>
                </a:lnTo>
                <a:lnTo>
                  <a:pt x="702701" y="101909"/>
                </a:lnTo>
                <a:lnTo>
                  <a:pt x="703917" y="109581"/>
                </a:lnTo>
                <a:lnTo>
                  <a:pt x="705893" y="116759"/>
                </a:lnTo>
                <a:lnTo>
                  <a:pt x="708587" y="123393"/>
                </a:lnTo>
                <a:lnTo>
                  <a:pt x="711957" y="129433"/>
                </a:lnTo>
                <a:lnTo>
                  <a:pt x="715961" y="134829"/>
                </a:lnTo>
                <a:lnTo>
                  <a:pt x="720558" y="139532"/>
                </a:lnTo>
                <a:lnTo>
                  <a:pt x="725705" y="143491"/>
                </a:lnTo>
                <a:lnTo>
                  <a:pt x="731362" y="146658"/>
                </a:lnTo>
                <a:lnTo>
                  <a:pt x="737486" y="148981"/>
                </a:lnTo>
                <a:lnTo>
                  <a:pt x="744035" y="150412"/>
                </a:lnTo>
                <a:lnTo>
                  <a:pt x="750967" y="150900"/>
                </a:lnTo>
                <a:lnTo>
                  <a:pt x="753823" y="150815"/>
                </a:lnTo>
                <a:lnTo>
                  <a:pt x="756626" y="150560"/>
                </a:lnTo>
                <a:lnTo>
                  <a:pt x="759378" y="150136"/>
                </a:lnTo>
                <a:lnTo>
                  <a:pt x="762079" y="149544"/>
                </a:lnTo>
                <a:lnTo>
                  <a:pt x="764730" y="148784"/>
                </a:lnTo>
                <a:lnTo>
                  <a:pt x="767332" y="147858"/>
                </a:lnTo>
                <a:lnTo>
                  <a:pt x="769886" y="146767"/>
                </a:lnTo>
                <a:lnTo>
                  <a:pt x="772394" y="145511"/>
                </a:lnTo>
                <a:lnTo>
                  <a:pt x="774855" y="144092"/>
                </a:lnTo>
                <a:lnTo>
                  <a:pt x="777270" y="142509"/>
                </a:lnTo>
                <a:lnTo>
                  <a:pt x="779642" y="140764"/>
                </a:lnTo>
                <a:lnTo>
                  <a:pt x="781970" y="138859"/>
                </a:lnTo>
                <a:lnTo>
                  <a:pt x="783659" y="137301"/>
                </a:lnTo>
                <a:lnTo>
                  <a:pt x="785280" y="135686"/>
                </a:lnTo>
                <a:lnTo>
                  <a:pt x="786849" y="133987"/>
                </a:lnTo>
                <a:lnTo>
                  <a:pt x="788383" y="132180"/>
                </a:lnTo>
                <a:lnTo>
                  <a:pt x="789900" y="130237"/>
                </a:lnTo>
                <a:lnTo>
                  <a:pt x="791416" y="128133"/>
                </a:lnTo>
                <a:lnTo>
                  <a:pt x="792948" y="125843"/>
                </a:lnTo>
                <a:lnTo>
                  <a:pt x="794513" y="123341"/>
                </a:lnTo>
                <a:lnTo>
                  <a:pt x="796127" y="120600"/>
                </a:lnTo>
                <a:lnTo>
                  <a:pt x="797809" y="117595"/>
                </a:lnTo>
                <a:lnTo>
                  <a:pt x="799574" y="114301"/>
                </a:lnTo>
                <a:lnTo>
                  <a:pt x="801439" y="110690"/>
                </a:lnTo>
                <a:lnTo>
                  <a:pt x="797854" y="108388"/>
                </a:lnTo>
                <a:close/>
                <a:moveTo>
                  <a:pt x="927498" y="33051"/>
                </a:moveTo>
                <a:lnTo>
                  <a:pt x="892911" y="33051"/>
                </a:lnTo>
                <a:lnTo>
                  <a:pt x="892911" y="36898"/>
                </a:lnTo>
                <a:lnTo>
                  <a:pt x="894875" y="36946"/>
                </a:lnTo>
                <a:lnTo>
                  <a:pt x="896668" y="37088"/>
                </a:lnTo>
                <a:lnTo>
                  <a:pt x="898291" y="37322"/>
                </a:lnTo>
                <a:lnTo>
                  <a:pt x="899743" y="37647"/>
                </a:lnTo>
                <a:lnTo>
                  <a:pt x="901024" y="38061"/>
                </a:lnTo>
                <a:lnTo>
                  <a:pt x="902135" y="38562"/>
                </a:lnTo>
                <a:lnTo>
                  <a:pt x="903074" y="39149"/>
                </a:lnTo>
                <a:lnTo>
                  <a:pt x="903843" y="39819"/>
                </a:lnTo>
                <a:lnTo>
                  <a:pt x="904441" y="40571"/>
                </a:lnTo>
                <a:lnTo>
                  <a:pt x="904868" y="41404"/>
                </a:lnTo>
                <a:lnTo>
                  <a:pt x="905125" y="42314"/>
                </a:lnTo>
                <a:lnTo>
                  <a:pt x="905210" y="43302"/>
                </a:lnTo>
                <a:lnTo>
                  <a:pt x="905204" y="43569"/>
                </a:lnTo>
                <a:lnTo>
                  <a:pt x="905187" y="43856"/>
                </a:lnTo>
                <a:lnTo>
                  <a:pt x="905158" y="44162"/>
                </a:lnTo>
                <a:lnTo>
                  <a:pt x="905115" y="44488"/>
                </a:lnTo>
                <a:lnTo>
                  <a:pt x="905057" y="44831"/>
                </a:lnTo>
                <a:lnTo>
                  <a:pt x="904985" y="45191"/>
                </a:lnTo>
                <a:lnTo>
                  <a:pt x="904896" y="45567"/>
                </a:lnTo>
                <a:lnTo>
                  <a:pt x="904791" y="45958"/>
                </a:lnTo>
                <a:lnTo>
                  <a:pt x="904667" y="46364"/>
                </a:lnTo>
                <a:lnTo>
                  <a:pt x="904525" y="46783"/>
                </a:lnTo>
                <a:lnTo>
                  <a:pt x="904364" y="47214"/>
                </a:lnTo>
                <a:lnTo>
                  <a:pt x="904182" y="47657"/>
                </a:lnTo>
                <a:lnTo>
                  <a:pt x="879329" y="118369"/>
                </a:lnTo>
                <a:lnTo>
                  <a:pt x="849867" y="53549"/>
                </a:lnTo>
                <a:lnTo>
                  <a:pt x="849493" y="52658"/>
                </a:lnTo>
                <a:lnTo>
                  <a:pt x="849142" y="51779"/>
                </a:lnTo>
                <a:lnTo>
                  <a:pt x="848816" y="50912"/>
                </a:lnTo>
                <a:lnTo>
                  <a:pt x="848517" y="50058"/>
                </a:lnTo>
                <a:lnTo>
                  <a:pt x="848247" y="49219"/>
                </a:lnTo>
                <a:lnTo>
                  <a:pt x="848007" y="48394"/>
                </a:lnTo>
                <a:lnTo>
                  <a:pt x="847799" y="47586"/>
                </a:lnTo>
                <a:lnTo>
                  <a:pt x="847625" y="46794"/>
                </a:lnTo>
                <a:lnTo>
                  <a:pt x="847486" y="46020"/>
                </a:lnTo>
                <a:lnTo>
                  <a:pt x="847385" y="45265"/>
                </a:lnTo>
                <a:lnTo>
                  <a:pt x="847323" y="44529"/>
                </a:lnTo>
                <a:lnTo>
                  <a:pt x="847302" y="43814"/>
                </a:lnTo>
                <a:lnTo>
                  <a:pt x="847384" y="42719"/>
                </a:lnTo>
                <a:lnTo>
                  <a:pt x="847638" y="41736"/>
                </a:lnTo>
                <a:lnTo>
                  <a:pt x="848075" y="40859"/>
                </a:lnTo>
                <a:lnTo>
                  <a:pt x="848706" y="40085"/>
                </a:lnTo>
                <a:lnTo>
                  <a:pt x="849545" y="39406"/>
                </a:lnTo>
                <a:lnTo>
                  <a:pt x="850601" y="38818"/>
                </a:lnTo>
                <a:lnTo>
                  <a:pt x="851886" y="38316"/>
                </a:lnTo>
                <a:lnTo>
                  <a:pt x="853413" y="37894"/>
                </a:lnTo>
                <a:lnTo>
                  <a:pt x="855192" y="37546"/>
                </a:lnTo>
                <a:lnTo>
                  <a:pt x="857236" y="37268"/>
                </a:lnTo>
                <a:lnTo>
                  <a:pt x="859555" y="37054"/>
                </a:lnTo>
                <a:lnTo>
                  <a:pt x="862162" y="36898"/>
                </a:lnTo>
                <a:lnTo>
                  <a:pt x="862162" y="33051"/>
                </a:lnTo>
                <a:lnTo>
                  <a:pt x="809383" y="33051"/>
                </a:lnTo>
                <a:lnTo>
                  <a:pt x="809383" y="36640"/>
                </a:lnTo>
                <a:lnTo>
                  <a:pt x="811001" y="36933"/>
                </a:lnTo>
                <a:lnTo>
                  <a:pt x="812522" y="37301"/>
                </a:lnTo>
                <a:lnTo>
                  <a:pt x="813947" y="37741"/>
                </a:lnTo>
                <a:lnTo>
                  <a:pt x="815276" y="38253"/>
                </a:lnTo>
                <a:lnTo>
                  <a:pt x="816509" y="38836"/>
                </a:lnTo>
                <a:lnTo>
                  <a:pt x="817646" y="39490"/>
                </a:lnTo>
                <a:lnTo>
                  <a:pt x="818687" y="40213"/>
                </a:lnTo>
                <a:lnTo>
                  <a:pt x="819632" y="41005"/>
                </a:lnTo>
                <a:lnTo>
                  <a:pt x="820480" y="41864"/>
                </a:lnTo>
                <a:lnTo>
                  <a:pt x="821233" y="42790"/>
                </a:lnTo>
                <a:lnTo>
                  <a:pt x="821889" y="43782"/>
                </a:lnTo>
                <a:lnTo>
                  <a:pt x="822449" y="44838"/>
                </a:lnTo>
                <a:lnTo>
                  <a:pt x="851657" y="107868"/>
                </a:lnTo>
                <a:lnTo>
                  <a:pt x="852427" y="109916"/>
                </a:lnTo>
                <a:lnTo>
                  <a:pt x="856270" y="117603"/>
                </a:lnTo>
                <a:lnTo>
                  <a:pt x="857999" y="120730"/>
                </a:lnTo>
                <a:lnTo>
                  <a:pt x="859597" y="123701"/>
                </a:lnTo>
                <a:lnTo>
                  <a:pt x="861059" y="126510"/>
                </a:lnTo>
                <a:lnTo>
                  <a:pt x="862382" y="129151"/>
                </a:lnTo>
                <a:lnTo>
                  <a:pt x="863563" y="131618"/>
                </a:lnTo>
                <a:lnTo>
                  <a:pt x="864598" y="133904"/>
                </a:lnTo>
                <a:lnTo>
                  <a:pt x="865484" y="136004"/>
                </a:lnTo>
                <a:lnTo>
                  <a:pt x="866217" y="137910"/>
                </a:lnTo>
                <a:lnTo>
                  <a:pt x="866793" y="139617"/>
                </a:lnTo>
                <a:lnTo>
                  <a:pt x="867209" y="141118"/>
                </a:lnTo>
                <a:lnTo>
                  <a:pt x="867461" y="142408"/>
                </a:lnTo>
                <a:lnTo>
                  <a:pt x="867546" y="143480"/>
                </a:lnTo>
                <a:lnTo>
                  <a:pt x="867427" y="144685"/>
                </a:lnTo>
                <a:lnTo>
                  <a:pt x="867089" y="146330"/>
                </a:lnTo>
                <a:lnTo>
                  <a:pt x="866556" y="148343"/>
                </a:lnTo>
                <a:lnTo>
                  <a:pt x="865856" y="150653"/>
                </a:lnTo>
                <a:lnTo>
                  <a:pt x="865013" y="153187"/>
                </a:lnTo>
                <a:lnTo>
                  <a:pt x="864053" y="155872"/>
                </a:lnTo>
                <a:lnTo>
                  <a:pt x="863003" y="158638"/>
                </a:lnTo>
                <a:lnTo>
                  <a:pt x="861888" y="161412"/>
                </a:lnTo>
                <a:lnTo>
                  <a:pt x="860734" y="164122"/>
                </a:lnTo>
                <a:lnTo>
                  <a:pt x="859566" y="166696"/>
                </a:lnTo>
                <a:lnTo>
                  <a:pt x="858411" y="169062"/>
                </a:lnTo>
                <a:lnTo>
                  <a:pt x="857295" y="171147"/>
                </a:lnTo>
                <a:lnTo>
                  <a:pt x="856358" y="172774"/>
                </a:lnTo>
                <a:lnTo>
                  <a:pt x="855350" y="174315"/>
                </a:lnTo>
                <a:lnTo>
                  <a:pt x="854285" y="175759"/>
                </a:lnTo>
                <a:lnTo>
                  <a:pt x="853177" y="177097"/>
                </a:lnTo>
                <a:lnTo>
                  <a:pt x="852041" y="178318"/>
                </a:lnTo>
                <a:lnTo>
                  <a:pt x="850890" y="179410"/>
                </a:lnTo>
                <a:lnTo>
                  <a:pt x="849740" y="180364"/>
                </a:lnTo>
                <a:lnTo>
                  <a:pt x="848603" y="181168"/>
                </a:lnTo>
                <a:lnTo>
                  <a:pt x="847495" y="181812"/>
                </a:lnTo>
                <a:lnTo>
                  <a:pt x="846429" y="182285"/>
                </a:lnTo>
                <a:lnTo>
                  <a:pt x="845421" y="182577"/>
                </a:lnTo>
                <a:lnTo>
                  <a:pt x="844483" y="182677"/>
                </a:lnTo>
                <a:lnTo>
                  <a:pt x="844083" y="182666"/>
                </a:lnTo>
                <a:lnTo>
                  <a:pt x="843653" y="182633"/>
                </a:lnTo>
                <a:lnTo>
                  <a:pt x="843195" y="182577"/>
                </a:lnTo>
                <a:lnTo>
                  <a:pt x="842709" y="182497"/>
                </a:lnTo>
                <a:lnTo>
                  <a:pt x="842199" y="182392"/>
                </a:lnTo>
                <a:lnTo>
                  <a:pt x="841665" y="182261"/>
                </a:lnTo>
                <a:lnTo>
                  <a:pt x="841111" y="182103"/>
                </a:lnTo>
                <a:lnTo>
                  <a:pt x="840536" y="181918"/>
                </a:lnTo>
                <a:lnTo>
                  <a:pt x="839944" y="181705"/>
                </a:lnTo>
                <a:lnTo>
                  <a:pt x="839336" y="181463"/>
                </a:lnTo>
                <a:lnTo>
                  <a:pt x="838714" y="181190"/>
                </a:lnTo>
                <a:lnTo>
                  <a:pt x="838079" y="180886"/>
                </a:lnTo>
                <a:lnTo>
                  <a:pt x="836873" y="180454"/>
                </a:lnTo>
                <a:lnTo>
                  <a:pt x="835686" y="180054"/>
                </a:lnTo>
                <a:lnTo>
                  <a:pt x="834517" y="179689"/>
                </a:lnTo>
                <a:lnTo>
                  <a:pt x="833364" y="179358"/>
                </a:lnTo>
                <a:lnTo>
                  <a:pt x="832225" y="179062"/>
                </a:lnTo>
                <a:lnTo>
                  <a:pt x="831098" y="178804"/>
                </a:lnTo>
                <a:lnTo>
                  <a:pt x="829983" y="178582"/>
                </a:lnTo>
                <a:lnTo>
                  <a:pt x="828876" y="178399"/>
                </a:lnTo>
                <a:lnTo>
                  <a:pt x="827776" y="178255"/>
                </a:lnTo>
                <a:lnTo>
                  <a:pt x="826682" y="178151"/>
                </a:lnTo>
                <a:lnTo>
                  <a:pt x="825591" y="178088"/>
                </a:lnTo>
                <a:lnTo>
                  <a:pt x="824502" y="178067"/>
                </a:lnTo>
                <a:lnTo>
                  <a:pt x="823046" y="178172"/>
                </a:lnTo>
                <a:lnTo>
                  <a:pt x="821638" y="178475"/>
                </a:lnTo>
                <a:lnTo>
                  <a:pt x="820293" y="178964"/>
                </a:lnTo>
                <a:lnTo>
                  <a:pt x="819025" y="179624"/>
                </a:lnTo>
                <a:lnTo>
                  <a:pt x="817850" y="180440"/>
                </a:lnTo>
                <a:lnTo>
                  <a:pt x="816782" y="181398"/>
                </a:lnTo>
                <a:lnTo>
                  <a:pt x="815838" y="182485"/>
                </a:lnTo>
                <a:lnTo>
                  <a:pt x="815031" y="183685"/>
                </a:lnTo>
                <a:lnTo>
                  <a:pt x="814377" y="184985"/>
                </a:lnTo>
                <a:lnTo>
                  <a:pt x="813891" y="186370"/>
                </a:lnTo>
                <a:lnTo>
                  <a:pt x="813589" y="187826"/>
                </a:lnTo>
                <a:lnTo>
                  <a:pt x="813485" y="189338"/>
                </a:lnTo>
                <a:lnTo>
                  <a:pt x="813652" y="191407"/>
                </a:lnTo>
                <a:lnTo>
                  <a:pt x="814142" y="193376"/>
                </a:lnTo>
                <a:lnTo>
                  <a:pt x="814934" y="195228"/>
                </a:lnTo>
                <a:lnTo>
                  <a:pt x="816009" y="196950"/>
                </a:lnTo>
                <a:lnTo>
                  <a:pt x="817347" y="198527"/>
                </a:lnTo>
                <a:lnTo>
                  <a:pt x="818929" y="199942"/>
                </a:lnTo>
                <a:lnTo>
                  <a:pt x="820735" y="201180"/>
                </a:lnTo>
                <a:lnTo>
                  <a:pt x="822745" y="202228"/>
                </a:lnTo>
                <a:lnTo>
                  <a:pt x="824941" y="203069"/>
                </a:lnTo>
                <a:lnTo>
                  <a:pt x="827302" y="203689"/>
                </a:lnTo>
                <a:lnTo>
                  <a:pt x="829809" y="204072"/>
                </a:lnTo>
                <a:lnTo>
                  <a:pt x="832442" y="204203"/>
                </a:lnTo>
                <a:lnTo>
                  <a:pt x="836636" y="203899"/>
                </a:lnTo>
                <a:lnTo>
                  <a:pt x="840649" y="202969"/>
                </a:lnTo>
                <a:lnTo>
                  <a:pt x="844504" y="201384"/>
                </a:lnTo>
                <a:lnTo>
                  <a:pt x="848223" y="199116"/>
                </a:lnTo>
                <a:lnTo>
                  <a:pt x="851828" y="196137"/>
                </a:lnTo>
                <a:lnTo>
                  <a:pt x="855342" y="192417"/>
                </a:lnTo>
                <a:lnTo>
                  <a:pt x="858786" y="187928"/>
                </a:lnTo>
                <a:lnTo>
                  <a:pt x="862183" y="182643"/>
                </a:lnTo>
                <a:lnTo>
                  <a:pt x="865555" y="176532"/>
                </a:lnTo>
                <a:lnTo>
                  <a:pt x="868924" y="169567"/>
                </a:lnTo>
                <a:lnTo>
                  <a:pt x="872313" y="161719"/>
                </a:lnTo>
                <a:lnTo>
                  <a:pt x="875744" y="152960"/>
                </a:lnTo>
                <a:lnTo>
                  <a:pt x="915199" y="48427"/>
                </a:lnTo>
                <a:lnTo>
                  <a:pt x="916023" y="46492"/>
                </a:lnTo>
                <a:lnTo>
                  <a:pt x="916839" y="44779"/>
                </a:lnTo>
                <a:lnTo>
                  <a:pt x="917661" y="43273"/>
                </a:lnTo>
                <a:lnTo>
                  <a:pt x="918501" y="41963"/>
                </a:lnTo>
                <a:lnTo>
                  <a:pt x="919374" y="40835"/>
                </a:lnTo>
                <a:lnTo>
                  <a:pt x="920291" y="39874"/>
                </a:lnTo>
                <a:lnTo>
                  <a:pt x="921268" y="39069"/>
                </a:lnTo>
                <a:lnTo>
                  <a:pt x="922316" y="38405"/>
                </a:lnTo>
                <a:lnTo>
                  <a:pt x="923450" y="37869"/>
                </a:lnTo>
                <a:lnTo>
                  <a:pt x="924683" y="37449"/>
                </a:lnTo>
                <a:lnTo>
                  <a:pt x="926028" y="37129"/>
                </a:lnTo>
                <a:lnTo>
                  <a:pt x="927498" y="36898"/>
                </a:lnTo>
                <a:lnTo>
                  <a:pt x="927498" y="33051"/>
                </a:lnTo>
                <a:close/>
                <a:moveTo>
                  <a:pt x="1136825" y="131434"/>
                </a:moveTo>
                <a:lnTo>
                  <a:pt x="1135761" y="132282"/>
                </a:lnTo>
                <a:lnTo>
                  <a:pt x="1134744" y="133038"/>
                </a:lnTo>
                <a:lnTo>
                  <a:pt x="1133766" y="133705"/>
                </a:lnTo>
                <a:lnTo>
                  <a:pt x="1132821" y="134287"/>
                </a:lnTo>
                <a:lnTo>
                  <a:pt x="1131900" y="134787"/>
                </a:lnTo>
                <a:lnTo>
                  <a:pt x="1130997" y="135209"/>
                </a:lnTo>
                <a:lnTo>
                  <a:pt x="1130105" y="135556"/>
                </a:lnTo>
                <a:lnTo>
                  <a:pt x="1129216" y="135833"/>
                </a:lnTo>
                <a:lnTo>
                  <a:pt x="1128323" y="136042"/>
                </a:lnTo>
                <a:lnTo>
                  <a:pt x="1127420" y="136186"/>
                </a:lnTo>
                <a:lnTo>
                  <a:pt x="1126499" y="136271"/>
                </a:lnTo>
                <a:lnTo>
                  <a:pt x="1125553" y="136298"/>
                </a:lnTo>
                <a:lnTo>
                  <a:pt x="1124164" y="136221"/>
                </a:lnTo>
                <a:lnTo>
                  <a:pt x="1122938" y="135980"/>
                </a:lnTo>
                <a:lnTo>
                  <a:pt x="1121867" y="135562"/>
                </a:lnTo>
                <a:lnTo>
                  <a:pt x="1120942" y="134951"/>
                </a:lnTo>
                <a:lnTo>
                  <a:pt x="1120156" y="134135"/>
                </a:lnTo>
                <a:lnTo>
                  <a:pt x="1119501" y="133097"/>
                </a:lnTo>
                <a:lnTo>
                  <a:pt x="1118968" y="131826"/>
                </a:lnTo>
                <a:lnTo>
                  <a:pt x="1118551" y="130305"/>
                </a:lnTo>
                <a:lnTo>
                  <a:pt x="1118240" y="128521"/>
                </a:lnTo>
                <a:lnTo>
                  <a:pt x="1118027" y="126460"/>
                </a:lnTo>
                <a:lnTo>
                  <a:pt x="1117906" y="124108"/>
                </a:lnTo>
                <a:lnTo>
                  <a:pt x="1117867" y="121450"/>
                </a:lnTo>
                <a:lnTo>
                  <a:pt x="1117867" y="71521"/>
                </a:lnTo>
                <a:lnTo>
                  <a:pt x="1117840" y="68312"/>
                </a:lnTo>
                <a:lnTo>
                  <a:pt x="1117754" y="65333"/>
                </a:lnTo>
                <a:lnTo>
                  <a:pt x="1117607" y="62567"/>
                </a:lnTo>
                <a:lnTo>
                  <a:pt x="1117392" y="59998"/>
                </a:lnTo>
                <a:lnTo>
                  <a:pt x="1117107" y="57611"/>
                </a:lnTo>
                <a:lnTo>
                  <a:pt x="1116746" y="55389"/>
                </a:lnTo>
                <a:lnTo>
                  <a:pt x="1116304" y="53317"/>
                </a:lnTo>
                <a:lnTo>
                  <a:pt x="1115779" y="51378"/>
                </a:lnTo>
                <a:lnTo>
                  <a:pt x="1115164" y="49556"/>
                </a:lnTo>
                <a:lnTo>
                  <a:pt x="1114456" y="47836"/>
                </a:lnTo>
                <a:lnTo>
                  <a:pt x="1113650" y="46201"/>
                </a:lnTo>
                <a:lnTo>
                  <a:pt x="1112742" y="44635"/>
                </a:lnTo>
                <a:lnTo>
                  <a:pt x="1111221" y="42422"/>
                </a:lnTo>
                <a:lnTo>
                  <a:pt x="1109481" y="40392"/>
                </a:lnTo>
                <a:lnTo>
                  <a:pt x="1107525" y="38547"/>
                </a:lnTo>
                <a:lnTo>
                  <a:pt x="1105359" y="36888"/>
                </a:lnTo>
                <a:lnTo>
                  <a:pt x="1102986" y="35417"/>
                </a:lnTo>
                <a:lnTo>
                  <a:pt x="1100411" y="34137"/>
                </a:lnTo>
                <a:lnTo>
                  <a:pt x="1097639" y="33048"/>
                </a:lnTo>
                <a:lnTo>
                  <a:pt x="1094674" y="32153"/>
                </a:lnTo>
                <a:lnTo>
                  <a:pt x="1091520" y="31454"/>
                </a:lnTo>
                <a:lnTo>
                  <a:pt x="1088183" y="30953"/>
                </a:lnTo>
                <a:lnTo>
                  <a:pt x="1084665" y="30650"/>
                </a:lnTo>
                <a:lnTo>
                  <a:pt x="1080973" y="30549"/>
                </a:lnTo>
                <a:lnTo>
                  <a:pt x="1075066" y="30805"/>
                </a:lnTo>
                <a:lnTo>
                  <a:pt x="1069421" y="31553"/>
                </a:lnTo>
                <a:lnTo>
                  <a:pt x="1064086" y="32762"/>
                </a:lnTo>
                <a:lnTo>
                  <a:pt x="1059108" y="34400"/>
                </a:lnTo>
                <a:lnTo>
                  <a:pt x="1054537" y="36437"/>
                </a:lnTo>
                <a:lnTo>
                  <a:pt x="1050419" y="38840"/>
                </a:lnTo>
                <a:lnTo>
                  <a:pt x="1046802" y="41580"/>
                </a:lnTo>
                <a:lnTo>
                  <a:pt x="1043736" y="44625"/>
                </a:lnTo>
                <a:lnTo>
                  <a:pt x="1041268" y="47943"/>
                </a:lnTo>
                <a:lnTo>
                  <a:pt x="1039445" y="51504"/>
                </a:lnTo>
                <a:lnTo>
                  <a:pt x="1038316" y="55276"/>
                </a:lnTo>
                <a:lnTo>
                  <a:pt x="1037929" y="59229"/>
                </a:lnTo>
                <a:lnTo>
                  <a:pt x="1038033" y="60684"/>
                </a:lnTo>
                <a:lnTo>
                  <a:pt x="1038336" y="62091"/>
                </a:lnTo>
                <a:lnTo>
                  <a:pt x="1038821" y="63435"/>
                </a:lnTo>
                <a:lnTo>
                  <a:pt x="1039475" y="64702"/>
                </a:lnTo>
                <a:lnTo>
                  <a:pt x="1040282" y="65877"/>
                </a:lnTo>
                <a:lnTo>
                  <a:pt x="1041227" y="66943"/>
                </a:lnTo>
                <a:lnTo>
                  <a:pt x="1042294" y="67887"/>
                </a:lnTo>
                <a:lnTo>
                  <a:pt x="1043470" y="68694"/>
                </a:lnTo>
                <a:lnTo>
                  <a:pt x="1044738" y="69347"/>
                </a:lnTo>
                <a:lnTo>
                  <a:pt x="1046083" y="69832"/>
                </a:lnTo>
                <a:lnTo>
                  <a:pt x="1047491" y="70134"/>
                </a:lnTo>
                <a:lnTo>
                  <a:pt x="1048946" y="70239"/>
                </a:lnTo>
                <a:lnTo>
                  <a:pt x="1050464" y="70135"/>
                </a:lnTo>
                <a:lnTo>
                  <a:pt x="1051934" y="69833"/>
                </a:lnTo>
                <a:lnTo>
                  <a:pt x="1053340" y="69351"/>
                </a:lnTo>
                <a:lnTo>
                  <a:pt x="1054667" y="68703"/>
                </a:lnTo>
                <a:lnTo>
                  <a:pt x="1055897" y="67906"/>
                </a:lnTo>
                <a:lnTo>
                  <a:pt x="1057015" y="66976"/>
                </a:lnTo>
                <a:lnTo>
                  <a:pt x="1058006" y="65928"/>
                </a:lnTo>
                <a:lnTo>
                  <a:pt x="1058852" y="64779"/>
                </a:lnTo>
                <a:lnTo>
                  <a:pt x="1059538" y="63544"/>
                </a:lnTo>
                <a:lnTo>
                  <a:pt x="1060048" y="62240"/>
                </a:lnTo>
                <a:lnTo>
                  <a:pt x="1060366" y="60882"/>
                </a:lnTo>
                <a:lnTo>
                  <a:pt x="1060475" y="59487"/>
                </a:lnTo>
                <a:lnTo>
                  <a:pt x="1060470" y="59226"/>
                </a:lnTo>
                <a:lnTo>
                  <a:pt x="1060455" y="58953"/>
                </a:lnTo>
                <a:lnTo>
                  <a:pt x="1060431" y="58667"/>
                </a:lnTo>
                <a:lnTo>
                  <a:pt x="1060399" y="58368"/>
                </a:lnTo>
                <a:lnTo>
                  <a:pt x="1060360" y="58055"/>
                </a:lnTo>
                <a:lnTo>
                  <a:pt x="1060315" y="57726"/>
                </a:lnTo>
                <a:lnTo>
                  <a:pt x="1060264" y="57382"/>
                </a:lnTo>
                <a:lnTo>
                  <a:pt x="1060209" y="57021"/>
                </a:lnTo>
                <a:lnTo>
                  <a:pt x="1060150" y="56642"/>
                </a:lnTo>
                <a:lnTo>
                  <a:pt x="1060089" y="56244"/>
                </a:lnTo>
                <a:lnTo>
                  <a:pt x="1060027" y="55827"/>
                </a:lnTo>
                <a:lnTo>
                  <a:pt x="1059963" y="55390"/>
                </a:lnTo>
                <a:lnTo>
                  <a:pt x="1059840" y="54820"/>
                </a:lnTo>
                <a:lnTo>
                  <a:pt x="1059728" y="54260"/>
                </a:lnTo>
                <a:lnTo>
                  <a:pt x="1059627" y="53711"/>
                </a:lnTo>
                <a:lnTo>
                  <a:pt x="1059536" y="53172"/>
                </a:lnTo>
                <a:lnTo>
                  <a:pt x="1059456" y="52644"/>
                </a:lnTo>
                <a:lnTo>
                  <a:pt x="1059386" y="52127"/>
                </a:lnTo>
                <a:lnTo>
                  <a:pt x="1059327" y="51620"/>
                </a:lnTo>
                <a:lnTo>
                  <a:pt x="1059279" y="51124"/>
                </a:lnTo>
                <a:lnTo>
                  <a:pt x="1059241" y="50638"/>
                </a:lnTo>
                <a:lnTo>
                  <a:pt x="1059214" y="50163"/>
                </a:lnTo>
                <a:lnTo>
                  <a:pt x="1059198" y="49698"/>
                </a:lnTo>
                <a:lnTo>
                  <a:pt x="1059193" y="49244"/>
                </a:lnTo>
                <a:lnTo>
                  <a:pt x="1059360" y="47546"/>
                </a:lnTo>
                <a:lnTo>
                  <a:pt x="1059848" y="45915"/>
                </a:lnTo>
                <a:lnTo>
                  <a:pt x="1060634" y="44368"/>
                </a:lnTo>
                <a:lnTo>
                  <a:pt x="1061698" y="42920"/>
                </a:lnTo>
                <a:lnTo>
                  <a:pt x="1063018" y="41585"/>
                </a:lnTo>
                <a:lnTo>
                  <a:pt x="1064573" y="40380"/>
                </a:lnTo>
                <a:lnTo>
                  <a:pt x="1066342" y="39318"/>
                </a:lnTo>
                <a:lnTo>
                  <a:pt x="1068303" y="38415"/>
                </a:lnTo>
                <a:lnTo>
                  <a:pt x="1070435" y="37687"/>
                </a:lnTo>
                <a:lnTo>
                  <a:pt x="1072716" y="37148"/>
                </a:lnTo>
                <a:lnTo>
                  <a:pt x="1075126" y="36814"/>
                </a:lnTo>
                <a:lnTo>
                  <a:pt x="1077642" y="36699"/>
                </a:lnTo>
                <a:lnTo>
                  <a:pt x="1080662" y="36853"/>
                </a:lnTo>
                <a:lnTo>
                  <a:pt x="1083443" y="37313"/>
                </a:lnTo>
                <a:lnTo>
                  <a:pt x="1085980" y="38075"/>
                </a:lnTo>
                <a:lnTo>
                  <a:pt x="1088269" y="39136"/>
                </a:lnTo>
                <a:lnTo>
                  <a:pt x="1090305" y="40492"/>
                </a:lnTo>
                <a:lnTo>
                  <a:pt x="1092084" y="42139"/>
                </a:lnTo>
                <a:lnTo>
                  <a:pt x="1093602" y="44075"/>
                </a:lnTo>
                <a:lnTo>
                  <a:pt x="1094854" y="46295"/>
                </a:lnTo>
                <a:lnTo>
                  <a:pt x="1095835" y="48797"/>
                </a:lnTo>
                <a:lnTo>
                  <a:pt x="1096541" y="51575"/>
                </a:lnTo>
                <a:lnTo>
                  <a:pt x="1096968" y="54628"/>
                </a:lnTo>
                <a:lnTo>
                  <a:pt x="1097112" y="57951"/>
                </a:lnTo>
                <a:lnTo>
                  <a:pt x="1097112" y="73570"/>
                </a:lnTo>
                <a:lnTo>
                  <a:pt x="1087955" y="77262"/>
                </a:lnTo>
                <a:lnTo>
                  <a:pt x="1080116" y="80453"/>
                </a:lnTo>
                <a:lnTo>
                  <a:pt x="1073449" y="83218"/>
                </a:lnTo>
                <a:lnTo>
                  <a:pt x="1067810" y="85631"/>
                </a:lnTo>
                <a:lnTo>
                  <a:pt x="1063053" y="87766"/>
                </a:lnTo>
                <a:lnTo>
                  <a:pt x="1059034" y="89699"/>
                </a:lnTo>
                <a:lnTo>
                  <a:pt x="1055607" y="91504"/>
                </a:lnTo>
                <a:lnTo>
                  <a:pt x="1052627" y="93255"/>
                </a:lnTo>
                <a:lnTo>
                  <a:pt x="1049951" y="95028"/>
                </a:lnTo>
                <a:lnTo>
                  <a:pt x="1047431" y="96897"/>
                </a:lnTo>
                <a:lnTo>
                  <a:pt x="1044924" y="98937"/>
                </a:lnTo>
                <a:lnTo>
                  <a:pt x="1042284" y="101222"/>
                </a:lnTo>
                <a:lnTo>
                  <a:pt x="1040918" y="102574"/>
                </a:lnTo>
                <a:lnTo>
                  <a:pt x="1039643" y="104063"/>
                </a:lnTo>
                <a:lnTo>
                  <a:pt x="1038464" y="105674"/>
                </a:lnTo>
                <a:lnTo>
                  <a:pt x="1037387" y="107395"/>
                </a:lnTo>
                <a:lnTo>
                  <a:pt x="1036416" y="109211"/>
                </a:lnTo>
                <a:lnTo>
                  <a:pt x="1035557" y="111110"/>
                </a:lnTo>
                <a:lnTo>
                  <a:pt x="1034816" y="113079"/>
                </a:lnTo>
                <a:lnTo>
                  <a:pt x="1034197" y="115103"/>
                </a:lnTo>
                <a:lnTo>
                  <a:pt x="1033707" y="117170"/>
                </a:lnTo>
                <a:lnTo>
                  <a:pt x="1033350" y="119267"/>
                </a:lnTo>
                <a:lnTo>
                  <a:pt x="1033132" y="121379"/>
                </a:lnTo>
                <a:lnTo>
                  <a:pt x="1033058" y="123494"/>
                </a:lnTo>
                <a:lnTo>
                  <a:pt x="1033289" y="127423"/>
                </a:lnTo>
                <a:lnTo>
                  <a:pt x="1033965" y="131127"/>
                </a:lnTo>
                <a:lnTo>
                  <a:pt x="1035064" y="134583"/>
                </a:lnTo>
                <a:lnTo>
                  <a:pt x="1036560" y="137770"/>
                </a:lnTo>
                <a:lnTo>
                  <a:pt x="1038430" y="140666"/>
                </a:lnTo>
                <a:lnTo>
                  <a:pt x="1040649" y="143248"/>
                </a:lnTo>
                <a:lnTo>
                  <a:pt x="1043194" y="145493"/>
                </a:lnTo>
                <a:lnTo>
                  <a:pt x="1046041" y="147380"/>
                </a:lnTo>
                <a:lnTo>
                  <a:pt x="1049165" y="148887"/>
                </a:lnTo>
                <a:lnTo>
                  <a:pt x="1052543" y="149990"/>
                </a:lnTo>
                <a:lnTo>
                  <a:pt x="1056150" y="150669"/>
                </a:lnTo>
                <a:lnTo>
                  <a:pt x="1059963" y="150900"/>
                </a:lnTo>
                <a:lnTo>
                  <a:pt x="1062768" y="150786"/>
                </a:lnTo>
                <a:lnTo>
                  <a:pt x="1065562" y="150440"/>
                </a:lnTo>
                <a:lnTo>
                  <a:pt x="1068365" y="149851"/>
                </a:lnTo>
                <a:lnTo>
                  <a:pt x="1071197" y="149012"/>
                </a:lnTo>
                <a:lnTo>
                  <a:pt x="1074079" y="147913"/>
                </a:lnTo>
                <a:lnTo>
                  <a:pt x="1077032" y="146545"/>
                </a:lnTo>
                <a:lnTo>
                  <a:pt x="1080075" y="144899"/>
                </a:lnTo>
                <a:lnTo>
                  <a:pt x="1083230" y="142967"/>
                </a:lnTo>
                <a:lnTo>
                  <a:pt x="1086516" y="140740"/>
                </a:lnTo>
                <a:lnTo>
                  <a:pt x="1089954" y="138209"/>
                </a:lnTo>
                <a:lnTo>
                  <a:pt x="1093565" y="135364"/>
                </a:lnTo>
                <a:lnTo>
                  <a:pt x="1097370" y="132197"/>
                </a:lnTo>
                <a:lnTo>
                  <a:pt x="1097761" y="135364"/>
                </a:lnTo>
                <a:lnTo>
                  <a:pt x="1098300" y="138209"/>
                </a:lnTo>
                <a:lnTo>
                  <a:pt x="1098995" y="140740"/>
                </a:lnTo>
                <a:lnTo>
                  <a:pt x="1099856" y="142967"/>
                </a:lnTo>
                <a:lnTo>
                  <a:pt x="1100891" y="144899"/>
                </a:lnTo>
                <a:lnTo>
                  <a:pt x="1102109" y="146545"/>
                </a:lnTo>
                <a:lnTo>
                  <a:pt x="1103520" y="147913"/>
                </a:lnTo>
                <a:lnTo>
                  <a:pt x="1105131" y="149012"/>
                </a:lnTo>
                <a:lnTo>
                  <a:pt x="1106953" y="149851"/>
                </a:lnTo>
                <a:lnTo>
                  <a:pt x="1108993" y="150440"/>
                </a:lnTo>
                <a:lnTo>
                  <a:pt x="1111261" y="150786"/>
                </a:lnTo>
                <a:lnTo>
                  <a:pt x="1113766" y="150900"/>
                </a:lnTo>
                <a:lnTo>
                  <a:pt x="1115878" y="150834"/>
                </a:lnTo>
                <a:lnTo>
                  <a:pt x="1117876" y="150627"/>
                </a:lnTo>
                <a:lnTo>
                  <a:pt x="1119783" y="150268"/>
                </a:lnTo>
                <a:lnTo>
                  <a:pt x="1121623" y="149743"/>
                </a:lnTo>
                <a:lnTo>
                  <a:pt x="1123421" y="149040"/>
                </a:lnTo>
                <a:lnTo>
                  <a:pt x="1125200" y="148147"/>
                </a:lnTo>
                <a:lnTo>
                  <a:pt x="1126984" y="147051"/>
                </a:lnTo>
                <a:lnTo>
                  <a:pt x="1128798" y="145739"/>
                </a:lnTo>
                <a:lnTo>
                  <a:pt x="1130665" y="144200"/>
                </a:lnTo>
                <a:lnTo>
                  <a:pt x="1132609" y="142421"/>
                </a:lnTo>
                <a:lnTo>
                  <a:pt x="1134654" y="140389"/>
                </a:lnTo>
                <a:lnTo>
                  <a:pt x="1136825" y="138092"/>
                </a:lnTo>
                <a:lnTo>
                  <a:pt x="1136825" y="131434"/>
                </a:lnTo>
                <a:moveTo>
                  <a:pt x="1097112" y="116825"/>
                </a:moveTo>
                <a:lnTo>
                  <a:pt x="1097083" y="118697"/>
                </a:lnTo>
                <a:lnTo>
                  <a:pt x="1096992" y="120356"/>
                </a:lnTo>
                <a:lnTo>
                  <a:pt x="1096828" y="121826"/>
                </a:lnTo>
                <a:lnTo>
                  <a:pt x="1096581" y="123127"/>
                </a:lnTo>
                <a:lnTo>
                  <a:pt x="1096241" y="124282"/>
                </a:lnTo>
                <a:lnTo>
                  <a:pt x="1095799" y="125313"/>
                </a:lnTo>
                <a:lnTo>
                  <a:pt x="1095245" y="126243"/>
                </a:lnTo>
                <a:lnTo>
                  <a:pt x="1094569" y="127094"/>
                </a:lnTo>
                <a:lnTo>
                  <a:pt x="1093762" y="127887"/>
                </a:lnTo>
                <a:lnTo>
                  <a:pt x="1092812" y="128646"/>
                </a:lnTo>
                <a:lnTo>
                  <a:pt x="1091712" y="129392"/>
                </a:lnTo>
                <a:lnTo>
                  <a:pt x="1090450" y="130148"/>
                </a:lnTo>
                <a:lnTo>
                  <a:pt x="1088893" y="131018"/>
                </a:lnTo>
                <a:lnTo>
                  <a:pt x="1087304" y="131831"/>
                </a:lnTo>
                <a:lnTo>
                  <a:pt x="1085692" y="132583"/>
                </a:lnTo>
                <a:lnTo>
                  <a:pt x="1084066" y="133271"/>
                </a:lnTo>
                <a:lnTo>
                  <a:pt x="1082436" y="133891"/>
                </a:lnTo>
                <a:lnTo>
                  <a:pt x="1080812" y="134440"/>
                </a:lnTo>
                <a:lnTo>
                  <a:pt x="1079204" y="134914"/>
                </a:lnTo>
                <a:lnTo>
                  <a:pt x="1077622" y="135310"/>
                </a:lnTo>
                <a:lnTo>
                  <a:pt x="1076076" y="135624"/>
                </a:lnTo>
                <a:lnTo>
                  <a:pt x="1074574" y="135853"/>
                </a:lnTo>
                <a:lnTo>
                  <a:pt x="1073128" y="135992"/>
                </a:lnTo>
                <a:lnTo>
                  <a:pt x="1071746" y="136040"/>
                </a:lnTo>
                <a:lnTo>
                  <a:pt x="1069546" y="135862"/>
                </a:lnTo>
                <a:lnTo>
                  <a:pt x="1067438" y="135344"/>
                </a:lnTo>
                <a:lnTo>
                  <a:pt x="1065443" y="134507"/>
                </a:lnTo>
                <a:lnTo>
                  <a:pt x="1063578" y="133374"/>
                </a:lnTo>
                <a:lnTo>
                  <a:pt x="1061863" y="131966"/>
                </a:lnTo>
                <a:lnTo>
                  <a:pt x="1060316" y="130308"/>
                </a:lnTo>
                <a:lnTo>
                  <a:pt x="1058955" y="128419"/>
                </a:lnTo>
                <a:lnTo>
                  <a:pt x="1057800" y="126323"/>
                </a:lnTo>
                <a:lnTo>
                  <a:pt x="1056869" y="124043"/>
                </a:lnTo>
                <a:lnTo>
                  <a:pt x="1056181" y="121599"/>
                </a:lnTo>
                <a:lnTo>
                  <a:pt x="1055754" y="119015"/>
                </a:lnTo>
                <a:lnTo>
                  <a:pt x="1055608" y="116312"/>
                </a:lnTo>
                <a:lnTo>
                  <a:pt x="1055608" y="115288"/>
                </a:lnTo>
                <a:lnTo>
                  <a:pt x="1055833" y="111627"/>
                </a:lnTo>
                <a:lnTo>
                  <a:pt x="1056529" y="108184"/>
                </a:lnTo>
                <a:lnTo>
                  <a:pt x="1057733" y="104931"/>
                </a:lnTo>
                <a:lnTo>
                  <a:pt x="1059479" y="101841"/>
                </a:lnTo>
                <a:lnTo>
                  <a:pt x="1061801" y="98886"/>
                </a:lnTo>
                <a:lnTo>
                  <a:pt x="1064734" y="96039"/>
                </a:lnTo>
                <a:lnTo>
                  <a:pt x="1068313" y="93272"/>
                </a:lnTo>
                <a:lnTo>
                  <a:pt x="1072572" y="90558"/>
                </a:lnTo>
                <a:lnTo>
                  <a:pt x="1077547" y="87868"/>
                </a:lnTo>
                <a:lnTo>
                  <a:pt x="1083272" y="85176"/>
                </a:lnTo>
                <a:lnTo>
                  <a:pt x="1089782" y="82453"/>
                </a:lnTo>
                <a:lnTo>
                  <a:pt x="1097112" y="79672"/>
                </a:lnTo>
                <a:lnTo>
                  <a:pt x="1097112" y="116825"/>
                </a:lnTo>
                <a:close/>
                <a:moveTo>
                  <a:pt x="1239313" y="108388"/>
                </a:moveTo>
                <a:lnTo>
                  <a:pt x="1236297" y="112626"/>
                </a:lnTo>
                <a:lnTo>
                  <a:pt x="1233380" y="116393"/>
                </a:lnTo>
                <a:lnTo>
                  <a:pt x="1230533" y="119709"/>
                </a:lnTo>
                <a:lnTo>
                  <a:pt x="1227726" y="122592"/>
                </a:lnTo>
                <a:lnTo>
                  <a:pt x="1224929" y="125064"/>
                </a:lnTo>
                <a:lnTo>
                  <a:pt x="1222114" y="127142"/>
                </a:lnTo>
                <a:lnTo>
                  <a:pt x="1219250" y="128847"/>
                </a:lnTo>
                <a:lnTo>
                  <a:pt x="1216310" y="130198"/>
                </a:lnTo>
                <a:lnTo>
                  <a:pt x="1213262" y="131215"/>
                </a:lnTo>
                <a:lnTo>
                  <a:pt x="1210078" y="131917"/>
                </a:lnTo>
                <a:lnTo>
                  <a:pt x="1206729" y="132324"/>
                </a:lnTo>
                <a:lnTo>
                  <a:pt x="1203185" y="132455"/>
                </a:lnTo>
                <a:lnTo>
                  <a:pt x="1197505" y="132035"/>
                </a:lnTo>
                <a:lnTo>
                  <a:pt x="1192147" y="130801"/>
                </a:lnTo>
                <a:lnTo>
                  <a:pt x="1187143" y="128794"/>
                </a:lnTo>
                <a:lnTo>
                  <a:pt x="1182526" y="126054"/>
                </a:lnTo>
                <a:lnTo>
                  <a:pt x="1178329" y="122621"/>
                </a:lnTo>
                <a:lnTo>
                  <a:pt x="1174585" y="118533"/>
                </a:lnTo>
                <a:lnTo>
                  <a:pt x="1171326" y="113833"/>
                </a:lnTo>
                <a:lnTo>
                  <a:pt x="1168586" y="108559"/>
                </a:lnTo>
                <a:lnTo>
                  <a:pt x="1166398" y="102752"/>
                </a:lnTo>
                <a:lnTo>
                  <a:pt x="1164794" y="96451"/>
                </a:lnTo>
                <a:lnTo>
                  <a:pt x="1163808" y="89697"/>
                </a:lnTo>
                <a:lnTo>
                  <a:pt x="1163472" y="82530"/>
                </a:lnTo>
                <a:lnTo>
                  <a:pt x="1163761" y="76114"/>
                </a:lnTo>
                <a:lnTo>
                  <a:pt x="1164612" y="70074"/>
                </a:lnTo>
                <a:lnTo>
                  <a:pt x="1165998" y="64445"/>
                </a:lnTo>
                <a:lnTo>
                  <a:pt x="1167894" y="59260"/>
                </a:lnTo>
                <a:lnTo>
                  <a:pt x="1170274" y="54556"/>
                </a:lnTo>
                <a:lnTo>
                  <a:pt x="1173113" y="50367"/>
                </a:lnTo>
                <a:lnTo>
                  <a:pt x="1176383" y="46727"/>
                </a:lnTo>
                <a:lnTo>
                  <a:pt x="1180060" y="43671"/>
                </a:lnTo>
                <a:lnTo>
                  <a:pt x="1184118" y="41234"/>
                </a:lnTo>
                <a:lnTo>
                  <a:pt x="1188531" y="39450"/>
                </a:lnTo>
                <a:lnTo>
                  <a:pt x="1193272" y="38354"/>
                </a:lnTo>
                <a:lnTo>
                  <a:pt x="1198317" y="37981"/>
                </a:lnTo>
                <a:lnTo>
                  <a:pt x="1200503" y="38042"/>
                </a:lnTo>
                <a:lnTo>
                  <a:pt x="1202461" y="38233"/>
                </a:lnTo>
                <a:lnTo>
                  <a:pt x="1204210" y="38569"/>
                </a:lnTo>
                <a:lnTo>
                  <a:pt x="1205766" y="39062"/>
                </a:lnTo>
                <a:lnTo>
                  <a:pt x="1207148" y="39725"/>
                </a:lnTo>
                <a:lnTo>
                  <a:pt x="1208373" y="40573"/>
                </a:lnTo>
                <a:lnTo>
                  <a:pt x="1209460" y="41617"/>
                </a:lnTo>
                <a:lnTo>
                  <a:pt x="1210426" y="42873"/>
                </a:lnTo>
                <a:lnTo>
                  <a:pt x="1211288" y="44352"/>
                </a:lnTo>
                <a:lnTo>
                  <a:pt x="1212066" y="46069"/>
                </a:lnTo>
                <a:lnTo>
                  <a:pt x="1212775" y="48037"/>
                </a:lnTo>
                <a:lnTo>
                  <a:pt x="1213436" y="50269"/>
                </a:lnTo>
                <a:lnTo>
                  <a:pt x="1214972" y="55902"/>
                </a:lnTo>
                <a:lnTo>
                  <a:pt x="1215537" y="57640"/>
                </a:lnTo>
                <a:lnTo>
                  <a:pt x="1216202" y="59265"/>
                </a:lnTo>
                <a:lnTo>
                  <a:pt x="1216961" y="60768"/>
                </a:lnTo>
                <a:lnTo>
                  <a:pt x="1217809" y="62143"/>
                </a:lnTo>
                <a:lnTo>
                  <a:pt x="1218738" y="63383"/>
                </a:lnTo>
                <a:lnTo>
                  <a:pt x="1219744" y="64481"/>
                </a:lnTo>
                <a:lnTo>
                  <a:pt x="1220818" y="65429"/>
                </a:lnTo>
                <a:lnTo>
                  <a:pt x="1221956" y="66221"/>
                </a:lnTo>
                <a:lnTo>
                  <a:pt x="1223150" y="66850"/>
                </a:lnTo>
                <a:lnTo>
                  <a:pt x="1224396" y="67307"/>
                </a:lnTo>
                <a:lnTo>
                  <a:pt x="1225685" y="67587"/>
                </a:lnTo>
                <a:lnTo>
                  <a:pt x="1227013" y="67682"/>
                </a:lnTo>
                <a:lnTo>
                  <a:pt x="1228655" y="67583"/>
                </a:lnTo>
                <a:lnTo>
                  <a:pt x="1230238" y="67294"/>
                </a:lnTo>
                <a:lnTo>
                  <a:pt x="1231746" y="66829"/>
                </a:lnTo>
                <a:lnTo>
                  <a:pt x="1233163" y="66202"/>
                </a:lnTo>
                <a:lnTo>
                  <a:pt x="1234473" y="65425"/>
                </a:lnTo>
                <a:lnTo>
                  <a:pt x="1235661" y="64512"/>
                </a:lnTo>
                <a:lnTo>
                  <a:pt x="1236710" y="63477"/>
                </a:lnTo>
                <a:lnTo>
                  <a:pt x="1237604" y="62332"/>
                </a:lnTo>
                <a:lnTo>
                  <a:pt x="1238328" y="61091"/>
                </a:lnTo>
                <a:lnTo>
                  <a:pt x="1238864" y="59768"/>
                </a:lnTo>
                <a:lnTo>
                  <a:pt x="1239198" y="58375"/>
                </a:lnTo>
                <a:lnTo>
                  <a:pt x="1239313" y="56927"/>
                </a:lnTo>
                <a:lnTo>
                  <a:pt x="1238947" y="53396"/>
                </a:lnTo>
                <a:lnTo>
                  <a:pt x="1237884" y="49995"/>
                </a:lnTo>
                <a:lnTo>
                  <a:pt x="1236174" y="46757"/>
                </a:lnTo>
                <a:lnTo>
                  <a:pt x="1233865" y="43716"/>
                </a:lnTo>
                <a:lnTo>
                  <a:pt x="1231009" y="40907"/>
                </a:lnTo>
                <a:lnTo>
                  <a:pt x="1227654" y="38362"/>
                </a:lnTo>
                <a:lnTo>
                  <a:pt x="1223851" y="36116"/>
                </a:lnTo>
                <a:lnTo>
                  <a:pt x="1219649" y="34202"/>
                </a:lnTo>
                <a:lnTo>
                  <a:pt x="1215099" y="32655"/>
                </a:lnTo>
                <a:lnTo>
                  <a:pt x="1210250" y="31507"/>
                </a:lnTo>
                <a:lnTo>
                  <a:pt x="1205151" y="30794"/>
                </a:lnTo>
                <a:lnTo>
                  <a:pt x="1199854" y="30549"/>
                </a:lnTo>
                <a:lnTo>
                  <a:pt x="1196707" y="30655"/>
                </a:lnTo>
                <a:lnTo>
                  <a:pt x="1193549" y="30971"/>
                </a:lnTo>
                <a:lnTo>
                  <a:pt x="1190391" y="31494"/>
                </a:lnTo>
                <a:lnTo>
                  <a:pt x="1187243" y="32219"/>
                </a:lnTo>
                <a:lnTo>
                  <a:pt x="1184118" y="33144"/>
                </a:lnTo>
                <a:lnTo>
                  <a:pt x="1181024" y="34264"/>
                </a:lnTo>
                <a:lnTo>
                  <a:pt x="1177972" y="35576"/>
                </a:lnTo>
                <a:lnTo>
                  <a:pt x="1174974" y="37077"/>
                </a:lnTo>
                <a:lnTo>
                  <a:pt x="1172041" y="38763"/>
                </a:lnTo>
                <a:lnTo>
                  <a:pt x="1169181" y="40630"/>
                </a:lnTo>
                <a:lnTo>
                  <a:pt x="1166408" y="42674"/>
                </a:lnTo>
                <a:lnTo>
                  <a:pt x="1163730" y="44893"/>
                </a:lnTo>
                <a:lnTo>
                  <a:pt x="1160645" y="47836"/>
                </a:lnTo>
                <a:lnTo>
                  <a:pt x="1157801" y="51023"/>
                </a:lnTo>
                <a:lnTo>
                  <a:pt x="1155202" y="54443"/>
                </a:lnTo>
                <a:lnTo>
                  <a:pt x="1152854" y="58084"/>
                </a:lnTo>
                <a:lnTo>
                  <a:pt x="1150763" y="61935"/>
                </a:lnTo>
                <a:lnTo>
                  <a:pt x="1148933" y="65985"/>
                </a:lnTo>
                <a:lnTo>
                  <a:pt x="1147370" y="70220"/>
                </a:lnTo>
                <a:lnTo>
                  <a:pt x="1146079" y="74631"/>
                </a:lnTo>
                <a:lnTo>
                  <a:pt x="1145065" y="79205"/>
                </a:lnTo>
                <a:lnTo>
                  <a:pt x="1144335" y="83931"/>
                </a:lnTo>
                <a:lnTo>
                  <a:pt x="1143893" y="88798"/>
                </a:lnTo>
                <a:lnTo>
                  <a:pt x="1143744" y="93794"/>
                </a:lnTo>
                <a:lnTo>
                  <a:pt x="1144159" y="101909"/>
                </a:lnTo>
                <a:lnTo>
                  <a:pt x="1145375" y="109581"/>
                </a:lnTo>
                <a:lnTo>
                  <a:pt x="1147351" y="116759"/>
                </a:lnTo>
                <a:lnTo>
                  <a:pt x="1150045" y="123393"/>
                </a:lnTo>
                <a:lnTo>
                  <a:pt x="1153415" y="129433"/>
                </a:lnTo>
                <a:lnTo>
                  <a:pt x="1157419" y="134829"/>
                </a:lnTo>
                <a:lnTo>
                  <a:pt x="1162016" y="139532"/>
                </a:lnTo>
                <a:lnTo>
                  <a:pt x="1167164" y="143491"/>
                </a:lnTo>
                <a:lnTo>
                  <a:pt x="1172820" y="146658"/>
                </a:lnTo>
                <a:lnTo>
                  <a:pt x="1178944" y="148981"/>
                </a:lnTo>
                <a:lnTo>
                  <a:pt x="1185493" y="150412"/>
                </a:lnTo>
                <a:lnTo>
                  <a:pt x="1192426" y="150900"/>
                </a:lnTo>
                <a:lnTo>
                  <a:pt x="1195281" y="150815"/>
                </a:lnTo>
                <a:lnTo>
                  <a:pt x="1198085" y="150560"/>
                </a:lnTo>
                <a:lnTo>
                  <a:pt x="1200836" y="150136"/>
                </a:lnTo>
                <a:lnTo>
                  <a:pt x="1203537" y="149544"/>
                </a:lnTo>
                <a:lnTo>
                  <a:pt x="1206188" y="148784"/>
                </a:lnTo>
                <a:lnTo>
                  <a:pt x="1208791" y="147858"/>
                </a:lnTo>
                <a:lnTo>
                  <a:pt x="1211345" y="146767"/>
                </a:lnTo>
                <a:lnTo>
                  <a:pt x="1213852" y="145511"/>
                </a:lnTo>
                <a:lnTo>
                  <a:pt x="1216313" y="144092"/>
                </a:lnTo>
                <a:lnTo>
                  <a:pt x="1218729" y="142509"/>
                </a:lnTo>
                <a:lnTo>
                  <a:pt x="1221100" y="140764"/>
                </a:lnTo>
                <a:lnTo>
                  <a:pt x="1223428" y="138859"/>
                </a:lnTo>
                <a:lnTo>
                  <a:pt x="1225117" y="137301"/>
                </a:lnTo>
                <a:lnTo>
                  <a:pt x="1226738" y="135686"/>
                </a:lnTo>
                <a:lnTo>
                  <a:pt x="1228307" y="133987"/>
                </a:lnTo>
                <a:lnTo>
                  <a:pt x="1229842" y="132180"/>
                </a:lnTo>
                <a:lnTo>
                  <a:pt x="1231358" y="130237"/>
                </a:lnTo>
                <a:lnTo>
                  <a:pt x="1232874" y="128133"/>
                </a:lnTo>
                <a:lnTo>
                  <a:pt x="1234406" y="125843"/>
                </a:lnTo>
                <a:lnTo>
                  <a:pt x="1235971" y="123341"/>
                </a:lnTo>
                <a:lnTo>
                  <a:pt x="1237586" y="120600"/>
                </a:lnTo>
                <a:lnTo>
                  <a:pt x="1239267" y="117595"/>
                </a:lnTo>
                <a:lnTo>
                  <a:pt x="1241032" y="114301"/>
                </a:lnTo>
                <a:lnTo>
                  <a:pt x="1242898" y="110690"/>
                </a:lnTo>
                <a:lnTo>
                  <a:pt x="1239313" y="108388"/>
                </a:lnTo>
                <a:close/>
                <a:moveTo>
                  <a:pt x="1252890" y="48486"/>
                </a:moveTo>
                <a:lnTo>
                  <a:pt x="1253762" y="48304"/>
                </a:lnTo>
                <a:lnTo>
                  <a:pt x="1254587" y="48142"/>
                </a:lnTo>
                <a:lnTo>
                  <a:pt x="1255374" y="48000"/>
                </a:lnTo>
                <a:lnTo>
                  <a:pt x="1256128" y="47877"/>
                </a:lnTo>
                <a:lnTo>
                  <a:pt x="1256857" y="47772"/>
                </a:lnTo>
                <a:lnTo>
                  <a:pt x="1257568" y="47683"/>
                </a:lnTo>
                <a:lnTo>
                  <a:pt x="1258269" y="47611"/>
                </a:lnTo>
                <a:lnTo>
                  <a:pt x="1258966" y="47553"/>
                </a:lnTo>
                <a:lnTo>
                  <a:pt x="1259666" y="47510"/>
                </a:lnTo>
                <a:lnTo>
                  <a:pt x="1260377" y="47480"/>
                </a:lnTo>
                <a:lnTo>
                  <a:pt x="1261105" y="47463"/>
                </a:lnTo>
                <a:lnTo>
                  <a:pt x="1261859" y="47458"/>
                </a:lnTo>
                <a:lnTo>
                  <a:pt x="1263375" y="47545"/>
                </a:lnTo>
                <a:lnTo>
                  <a:pt x="1264728" y="47814"/>
                </a:lnTo>
                <a:lnTo>
                  <a:pt x="1265921" y="48275"/>
                </a:lnTo>
                <a:lnTo>
                  <a:pt x="1266963" y="48938"/>
                </a:lnTo>
                <a:lnTo>
                  <a:pt x="1267859" y="49816"/>
                </a:lnTo>
                <a:lnTo>
                  <a:pt x="1268615" y="50917"/>
                </a:lnTo>
                <a:lnTo>
                  <a:pt x="1269238" y="52253"/>
                </a:lnTo>
                <a:lnTo>
                  <a:pt x="1269734" y="53835"/>
                </a:lnTo>
                <a:lnTo>
                  <a:pt x="1270109" y="55673"/>
                </a:lnTo>
                <a:lnTo>
                  <a:pt x="1270369" y="57778"/>
                </a:lnTo>
                <a:lnTo>
                  <a:pt x="1270520" y="60160"/>
                </a:lnTo>
                <a:lnTo>
                  <a:pt x="1270569" y="62830"/>
                </a:lnTo>
                <a:lnTo>
                  <a:pt x="1270569" y="126880"/>
                </a:lnTo>
                <a:lnTo>
                  <a:pt x="1270524" y="129859"/>
                </a:lnTo>
                <a:lnTo>
                  <a:pt x="1270360" y="132423"/>
                </a:lnTo>
                <a:lnTo>
                  <a:pt x="1270033" y="134613"/>
                </a:lnTo>
                <a:lnTo>
                  <a:pt x="1269497" y="136472"/>
                </a:lnTo>
                <a:lnTo>
                  <a:pt x="1268708" y="138042"/>
                </a:lnTo>
                <a:lnTo>
                  <a:pt x="1267622" y="139368"/>
                </a:lnTo>
                <a:lnTo>
                  <a:pt x="1266195" y="140490"/>
                </a:lnTo>
                <a:lnTo>
                  <a:pt x="1264382" y="141453"/>
                </a:lnTo>
                <a:lnTo>
                  <a:pt x="1262138" y="142298"/>
                </a:lnTo>
                <a:lnTo>
                  <a:pt x="1259419" y="143068"/>
                </a:lnTo>
                <a:lnTo>
                  <a:pt x="1256181" y="143806"/>
                </a:lnTo>
                <a:lnTo>
                  <a:pt x="1252378" y="144555"/>
                </a:lnTo>
                <a:lnTo>
                  <a:pt x="1252378" y="148398"/>
                </a:lnTo>
                <a:lnTo>
                  <a:pt x="1313871" y="148398"/>
                </a:lnTo>
                <a:lnTo>
                  <a:pt x="1313871" y="144555"/>
                </a:lnTo>
                <a:lnTo>
                  <a:pt x="1309782" y="144295"/>
                </a:lnTo>
                <a:lnTo>
                  <a:pt x="1306208" y="143880"/>
                </a:lnTo>
                <a:lnTo>
                  <a:pt x="1303117" y="143283"/>
                </a:lnTo>
                <a:lnTo>
                  <a:pt x="1300480" y="142478"/>
                </a:lnTo>
                <a:lnTo>
                  <a:pt x="1298267" y="141439"/>
                </a:lnTo>
                <a:lnTo>
                  <a:pt x="1296447" y="140138"/>
                </a:lnTo>
                <a:lnTo>
                  <a:pt x="1294990" y="138548"/>
                </a:lnTo>
                <a:lnTo>
                  <a:pt x="1293866" y="136644"/>
                </a:lnTo>
                <a:lnTo>
                  <a:pt x="1293044" y="134398"/>
                </a:lnTo>
                <a:lnTo>
                  <a:pt x="1292495" y="131783"/>
                </a:lnTo>
                <a:lnTo>
                  <a:pt x="1292187" y="128774"/>
                </a:lnTo>
                <a:lnTo>
                  <a:pt x="1292091" y="125343"/>
                </a:lnTo>
                <a:lnTo>
                  <a:pt x="1292091" y="67697"/>
                </a:lnTo>
                <a:lnTo>
                  <a:pt x="1292312" y="65562"/>
                </a:lnTo>
                <a:lnTo>
                  <a:pt x="1292939" y="63295"/>
                </a:lnTo>
                <a:lnTo>
                  <a:pt x="1293921" y="60957"/>
                </a:lnTo>
                <a:lnTo>
                  <a:pt x="1295204" y="58608"/>
                </a:lnTo>
                <a:lnTo>
                  <a:pt x="1296736" y="56309"/>
                </a:lnTo>
                <a:lnTo>
                  <a:pt x="1298465" y="54120"/>
                </a:lnTo>
                <a:lnTo>
                  <a:pt x="1300338" y="52102"/>
                </a:lnTo>
                <a:lnTo>
                  <a:pt x="1302302" y="50316"/>
                </a:lnTo>
                <a:lnTo>
                  <a:pt x="1304306" y="48821"/>
                </a:lnTo>
                <a:lnTo>
                  <a:pt x="1306297" y="47678"/>
                </a:lnTo>
                <a:lnTo>
                  <a:pt x="1308222" y="46948"/>
                </a:lnTo>
                <a:lnTo>
                  <a:pt x="1310028" y="46691"/>
                </a:lnTo>
                <a:lnTo>
                  <a:pt x="1310428" y="46718"/>
                </a:lnTo>
                <a:lnTo>
                  <a:pt x="1310859" y="46798"/>
                </a:lnTo>
                <a:lnTo>
                  <a:pt x="1311321" y="46932"/>
                </a:lnTo>
                <a:lnTo>
                  <a:pt x="1311812" y="47119"/>
                </a:lnTo>
                <a:lnTo>
                  <a:pt x="1312331" y="47359"/>
                </a:lnTo>
                <a:lnTo>
                  <a:pt x="1312878" y="47653"/>
                </a:lnTo>
                <a:lnTo>
                  <a:pt x="1313452" y="48000"/>
                </a:lnTo>
                <a:lnTo>
                  <a:pt x="1314051" y="48400"/>
                </a:lnTo>
                <a:lnTo>
                  <a:pt x="1314676" y="48854"/>
                </a:lnTo>
                <a:lnTo>
                  <a:pt x="1315324" y="49361"/>
                </a:lnTo>
                <a:lnTo>
                  <a:pt x="1315996" y="49921"/>
                </a:lnTo>
                <a:lnTo>
                  <a:pt x="1316690" y="50535"/>
                </a:lnTo>
                <a:lnTo>
                  <a:pt x="1317689" y="51388"/>
                </a:lnTo>
                <a:lnTo>
                  <a:pt x="1318640" y="52159"/>
                </a:lnTo>
                <a:lnTo>
                  <a:pt x="1319551" y="52847"/>
                </a:lnTo>
                <a:lnTo>
                  <a:pt x="1320427" y="53456"/>
                </a:lnTo>
                <a:lnTo>
                  <a:pt x="1321275" y="53986"/>
                </a:lnTo>
                <a:lnTo>
                  <a:pt x="1322101" y="54440"/>
                </a:lnTo>
                <a:lnTo>
                  <a:pt x="1322910" y="54819"/>
                </a:lnTo>
                <a:lnTo>
                  <a:pt x="1323710" y="55125"/>
                </a:lnTo>
                <a:lnTo>
                  <a:pt x="1324507" y="55360"/>
                </a:lnTo>
                <a:lnTo>
                  <a:pt x="1325306" y="55526"/>
                </a:lnTo>
                <a:lnTo>
                  <a:pt x="1326114" y="55624"/>
                </a:lnTo>
                <a:lnTo>
                  <a:pt x="1326937" y="55656"/>
                </a:lnTo>
                <a:lnTo>
                  <a:pt x="1328425" y="55566"/>
                </a:lnTo>
                <a:lnTo>
                  <a:pt x="1329812" y="55300"/>
                </a:lnTo>
                <a:lnTo>
                  <a:pt x="1331093" y="54864"/>
                </a:lnTo>
                <a:lnTo>
                  <a:pt x="1332261" y="54261"/>
                </a:lnTo>
                <a:lnTo>
                  <a:pt x="1333311" y="53499"/>
                </a:lnTo>
                <a:lnTo>
                  <a:pt x="1334239" y="52582"/>
                </a:lnTo>
                <a:lnTo>
                  <a:pt x="1335039" y="51516"/>
                </a:lnTo>
                <a:lnTo>
                  <a:pt x="1335706" y="50305"/>
                </a:lnTo>
                <a:lnTo>
                  <a:pt x="1336233" y="48956"/>
                </a:lnTo>
                <a:lnTo>
                  <a:pt x="1336616" y="47474"/>
                </a:lnTo>
                <a:lnTo>
                  <a:pt x="1336850" y="45864"/>
                </a:lnTo>
                <a:lnTo>
                  <a:pt x="1336930" y="44131"/>
                </a:lnTo>
                <a:lnTo>
                  <a:pt x="1336819" y="42087"/>
                </a:lnTo>
                <a:lnTo>
                  <a:pt x="1336491" y="40188"/>
                </a:lnTo>
                <a:lnTo>
                  <a:pt x="1335953" y="38441"/>
                </a:lnTo>
                <a:lnTo>
                  <a:pt x="1335212" y="36851"/>
                </a:lnTo>
                <a:lnTo>
                  <a:pt x="1334276" y="35425"/>
                </a:lnTo>
                <a:lnTo>
                  <a:pt x="1333151" y="34169"/>
                </a:lnTo>
                <a:lnTo>
                  <a:pt x="1331845" y="33089"/>
                </a:lnTo>
                <a:lnTo>
                  <a:pt x="1330364" y="32191"/>
                </a:lnTo>
                <a:lnTo>
                  <a:pt x="1328716" y="31482"/>
                </a:lnTo>
                <a:lnTo>
                  <a:pt x="1326908" y="30968"/>
                </a:lnTo>
                <a:lnTo>
                  <a:pt x="1324947" y="30655"/>
                </a:lnTo>
                <a:lnTo>
                  <a:pt x="1322840" y="30549"/>
                </a:lnTo>
                <a:lnTo>
                  <a:pt x="1320214" y="30676"/>
                </a:lnTo>
                <a:lnTo>
                  <a:pt x="1317697" y="31070"/>
                </a:lnTo>
                <a:lnTo>
                  <a:pt x="1315261" y="31754"/>
                </a:lnTo>
                <a:lnTo>
                  <a:pt x="1312875" y="32751"/>
                </a:lnTo>
                <a:lnTo>
                  <a:pt x="1310511" y="34082"/>
                </a:lnTo>
                <a:lnTo>
                  <a:pt x="1308138" y="35770"/>
                </a:lnTo>
                <a:lnTo>
                  <a:pt x="1305729" y="37837"/>
                </a:lnTo>
                <a:lnTo>
                  <a:pt x="1303252" y="40305"/>
                </a:lnTo>
                <a:lnTo>
                  <a:pt x="1300680" y="43196"/>
                </a:lnTo>
                <a:lnTo>
                  <a:pt x="1297982" y="46533"/>
                </a:lnTo>
                <a:lnTo>
                  <a:pt x="1295129" y="50337"/>
                </a:lnTo>
                <a:lnTo>
                  <a:pt x="1292091" y="54632"/>
                </a:lnTo>
                <a:lnTo>
                  <a:pt x="1292091" y="31065"/>
                </a:lnTo>
                <a:lnTo>
                  <a:pt x="1290813" y="30549"/>
                </a:lnTo>
                <a:lnTo>
                  <a:pt x="1287502" y="31913"/>
                </a:lnTo>
                <a:lnTo>
                  <a:pt x="1284338" y="33193"/>
                </a:lnTo>
                <a:lnTo>
                  <a:pt x="1281284" y="34405"/>
                </a:lnTo>
                <a:lnTo>
                  <a:pt x="1278304" y="35560"/>
                </a:lnTo>
                <a:lnTo>
                  <a:pt x="1275364" y="36673"/>
                </a:lnTo>
                <a:lnTo>
                  <a:pt x="1272428" y="37756"/>
                </a:lnTo>
                <a:lnTo>
                  <a:pt x="1269459" y="38823"/>
                </a:lnTo>
                <a:lnTo>
                  <a:pt x="1266423" y="39887"/>
                </a:lnTo>
                <a:lnTo>
                  <a:pt x="1263284" y="40962"/>
                </a:lnTo>
                <a:lnTo>
                  <a:pt x="1260006" y="42061"/>
                </a:lnTo>
                <a:lnTo>
                  <a:pt x="1256553" y="43198"/>
                </a:lnTo>
                <a:lnTo>
                  <a:pt x="1252890" y="44385"/>
                </a:lnTo>
                <a:lnTo>
                  <a:pt x="1252890" y="48486"/>
                </a:lnTo>
                <a:close/>
                <a:moveTo>
                  <a:pt x="1400473" y="30549"/>
                </a:moveTo>
                <a:lnTo>
                  <a:pt x="1392362" y="31053"/>
                </a:lnTo>
                <a:lnTo>
                  <a:pt x="1384713" y="32534"/>
                </a:lnTo>
                <a:lnTo>
                  <a:pt x="1377573" y="34943"/>
                </a:lnTo>
                <a:lnTo>
                  <a:pt x="1370988" y="38232"/>
                </a:lnTo>
                <a:lnTo>
                  <a:pt x="1365005" y="42354"/>
                </a:lnTo>
                <a:lnTo>
                  <a:pt x="1359669" y="47259"/>
                </a:lnTo>
                <a:lnTo>
                  <a:pt x="1355028" y="52901"/>
                </a:lnTo>
                <a:lnTo>
                  <a:pt x="1351126" y="59231"/>
                </a:lnTo>
                <a:lnTo>
                  <a:pt x="1348011" y="66201"/>
                </a:lnTo>
                <a:lnTo>
                  <a:pt x="1345729" y="73763"/>
                </a:lnTo>
                <a:lnTo>
                  <a:pt x="1344326" y="81869"/>
                </a:lnTo>
                <a:lnTo>
                  <a:pt x="1343847" y="90470"/>
                </a:lnTo>
                <a:lnTo>
                  <a:pt x="1344335" y="98920"/>
                </a:lnTo>
                <a:lnTo>
                  <a:pt x="1345762" y="106948"/>
                </a:lnTo>
                <a:lnTo>
                  <a:pt x="1348075" y="114494"/>
                </a:lnTo>
                <a:lnTo>
                  <a:pt x="1351221" y="121499"/>
                </a:lnTo>
                <a:lnTo>
                  <a:pt x="1355146" y="127903"/>
                </a:lnTo>
                <a:lnTo>
                  <a:pt x="1359797" y="133647"/>
                </a:lnTo>
                <a:lnTo>
                  <a:pt x="1365120" y="138670"/>
                </a:lnTo>
                <a:lnTo>
                  <a:pt x="1371063" y="142914"/>
                </a:lnTo>
                <a:lnTo>
                  <a:pt x="1377571" y="146318"/>
                </a:lnTo>
                <a:lnTo>
                  <a:pt x="1384592" y="148824"/>
                </a:lnTo>
                <a:lnTo>
                  <a:pt x="1392072" y="150371"/>
                </a:lnTo>
                <a:lnTo>
                  <a:pt x="1399957" y="150900"/>
                </a:lnTo>
                <a:lnTo>
                  <a:pt x="1407858" y="150345"/>
                </a:lnTo>
                <a:lnTo>
                  <a:pt x="1415380" y="148726"/>
                </a:lnTo>
                <a:lnTo>
                  <a:pt x="1422465" y="146107"/>
                </a:lnTo>
                <a:lnTo>
                  <a:pt x="1429052" y="142554"/>
                </a:lnTo>
                <a:lnTo>
                  <a:pt x="1435085" y="138134"/>
                </a:lnTo>
                <a:lnTo>
                  <a:pt x="1440504" y="132911"/>
                </a:lnTo>
                <a:lnTo>
                  <a:pt x="1445250" y="126953"/>
                </a:lnTo>
                <a:lnTo>
                  <a:pt x="1449265" y="120324"/>
                </a:lnTo>
                <a:lnTo>
                  <a:pt x="1452489" y="113091"/>
                </a:lnTo>
                <a:lnTo>
                  <a:pt x="1454865" y="105319"/>
                </a:lnTo>
                <a:lnTo>
                  <a:pt x="1456334" y="97074"/>
                </a:lnTo>
                <a:lnTo>
                  <a:pt x="1456837" y="88422"/>
                </a:lnTo>
                <a:lnTo>
                  <a:pt x="1456354" y="80237"/>
                </a:lnTo>
                <a:lnTo>
                  <a:pt x="1454939" y="72488"/>
                </a:lnTo>
                <a:lnTo>
                  <a:pt x="1452641" y="65228"/>
                </a:lnTo>
                <a:lnTo>
                  <a:pt x="1449511" y="58509"/>
                </a:lnTo>
                <a:lnTo>
                  <a:pt x="1445598" y="52385"/>
                </a:lnTo>
                <a:lnTo>
                  <a:pt x="1440952" y="46907"/>
                </a:lnTo>
                <a:lnTo>
                  <a:pt x="1435623" y="42127"/>
                </a:lnTo>
                <a:lnTo>
                  <a:pt x="1429661" y="38099"/>
                </a:lnTo>
                <a:lnTo>
                  <a:pt x="1423114" y="34875"/>
                </a:lnTo>
                <a:lnTo>
                  <a:pt x="1416035" y="32506"/>
                </a:lnTo>
                <a:lnTo>
                  <a:pt x="1408471" y="31047"/>
                </a:lnTo>
                <a:lnTo>
                  <a:pt x="1400473" y="30549"/>
                </a:lnTo>
                <a:moveTo>
                  <a:pt x="1397142" y="37727"/>
                </a:moveTo>
                <a:lnTo>
                  <a:pt x="1402384" y="38231"/>
                </a:lnTo>
                <a:lnTo>
                  <a:pt x="1407329" y="39710"/>
                </a:lnTo>
                <a:lnTo>
                  <a:pt x="1411946" y="42116"/>
                </a:lnTo>
                <a:lnTo>
                  <a:pt x="1416206" y="45398"/>
                </a:lnTo>
                <a:lnTo>
                  <a:pt x="1420077" y="49510"/>
                </a:lnTo>
                <a:lnTo>
                  <a:pt x="1423531" y="54401"/>
                </a:lnTo>
                <a:lnTo>
                  <a:pt x="1426536" y="60023"/>
                </a:lnTo>
                <a:lnTo>
                  <a:pt x="1429063" y="66327"/>
                </a:lnTo>
                <a:lnTo>
                  <a:pt x="1431080" y="73263"/>
                </a:lnTo>
                <a:lnTo>
                  <a:pt x="1432559" y="80784"/>
                </a:lnTo>
                <a:lnTo>
                  <a:pt x="1433469" y="88840"/>
                </a:lnTo>
                <a:lnTo>
                  <a:pt x="1433778" y="97382"/>
                </a:lnTo>
                <a:lnTo>
                  <a:pt x="1433540" y="104373"/>
                </a:lnTo>
                <a:lnTo>
                  <a:pt x="1432835" y="110862"/>
                </a:lnTo>
                <a:lnTo>
                  <a:pt x="1431677" y="116830"/>
                </a:lnTo>
                <a:lnTo>
                  <a:pt x="1430078" y="122257"/>
                </a:lnTo>
                <a:lnTo>
                  <a:pt x="1428052" y="127122"/>
                </a:lnTo>
                <a:lnTo>
                  <a:pt x="1425612" y="131405"/>
                </a:lnTo>
                <a:lnTo>
                  <a:pt x="1422772" y="135084"/>
                </a:lnTo>
                <a:lnTo>
                  <a:pt x="1419545" y="138141"/>
                </a:lnTo>
                <a:lnTo>
                  <a:pt x="1415944" y="140554"/>
                </a:lnTo>
                <a:lnTo>
                  <a:pt x="1411983" y="142302"/>
                </a:lnTo>
                <a:lnTo>
                  <a:pt x="1407675" y="143367"/>
                </a:lnTo>
                <a:lnTo>
                  <a:pt x="1403034" y="143726"/>
                </a:lnTo>
                <a:lnTo>
                  <a:pt x="1400548" y="143599"/>
                </a:lnTo>
                <a:lnTo>
                  <a:pt x="1398097" y="143224"/>
                </a:lnTo>
                <a:lnTo>
                  <a:pt x="1395691" y="142606"/>
                </a:lnTo>
                <a:lnTo>
                  <a:pt x="1393345" y="141754"/>
                </a:lnTo>
                <a:lnTo>
                  <a:pt x="1391069" y="140675"/>
                </a:lnTo>
                <a:lnTo>
                  <a:pt x="1388877" y="139375"/>
                </a:lnTo>
                <a:lnTo>
                  <a:pt x="1386782" y="137861"/>
                </a:lnTo>
                <a:lnTo>
                  <a:pt x="1384795" y="136142"/>
                </a:lnTo>
                <a:lnTo>
                  <a:pt x="1382928" y="134223"/>
                </a:lnTo>
                <a:lnTo>
                  <a:pt x="1381196" y="132111"/>
                </a:lnTo>
                <a:lnTo>
                  <a:pt x="1379609" y="129815"/>
                </a:lnTo>
                <a:lnTo>
                  <a:pt x="1378181" y="127341"/>
                </a:lnTo>
                <a:lnTo>
                  <a:pt x="1376452" y="123919"/>
                </a:lnTo>
                <a:lnTo>
                  <a:pt x="1374855" y="120320"/>
                </a:lnTo>
                <a:lnTo>
                  <a:pt x="1373393" y="116559"/>
                </a:lnTo>
                <a:lnTo>
                  <a:pt x="1372069" y="112651"/>
                </a:lnTo>
                <a:lnTo>
                  <a:pt x="1370888" y="108612"/>
                </a:lnTo>
                <a:lnTo>
                  <a:pt x="1369853" y="104457"/>
                </a:lnTo>
                <a:lnTo>
                  <a:pt x="1368967" y="100200"/>
                </a:lnTo>
                <a:lnTo>
                  <a:pt x="1368235" y="95857"/>
                </a:lnTo>
                <a:lnTo>
                  <a:pt x="1367659" y="91443"/>
                </a:lnTo>
                <a:lnTo>
                  <a:pt x="1367243" y="86973"/>
                </a:lnTo>
                <a:lnTo>
                  <a:pt x="1366991" y="82462"/>
                </a:lnTo>
                <a:lnTo>
                  <a:pt x="1366906" y="77925"/>
                </a:lnTo>
                <a:lnTo>
                  <a:pt x="1367153" y="72024"/>
                </a:lnTo>
                <a:lnTo>
                  <a:pt x="1367882" y="66501"/>
                </a:lnTo>
                <a:lnTo>
                  <a:pt x="1369072" y="61382"/>
                </a:lnTo>
                <a:lnTo>
                  <a:pt x="1370702" y="56692"/>
                </a:lnTo>
                <a:lnTo>
                  <a:pt x="1372751" y="52457"/>
                </a:lnTo>
                <a:lnTo>
                  <a:pt x="1375201" y="48704"/>
                </a:lnTo>
                <a:lnTo>
                  <a:pt x="1378029" y="45457"/>
                </a:lnTo>
                <a:lnTo>
                  <a:pt x="1381216" y="42743"/>
                </a:lnTo>
                <a:lnTo>
                  <a:pt x="1384742" y="40587"/>
                </a:lnTo>
                <a:lnTo>
                  <a:pt x="1388585" y="39015"/>
                </a:lnTo>
                <a:lnTo>
                  <a:pt x="1392725" y="38053"/>
                </a:lnTo>
                <a:lnTo>
                  <a:pt x="1397142" y="37727"/>
                </a:lnTo>
                <a:close/>
                <a:moveTo>
                  <a:pt x="1545231" y="67897"/>
                </a:moveTo>
                <a:lnTo>
                  <a:pt x="1544207" y="33051"/>
                </a:lnTo>
                <a:lnTo>
                  <a:pt x="1541388" y="33051"/>
                </a:lnTo>
                <a:lnTo>
                  <a:pt x="1540876" y="33567"/>
                </a:lnTo>
                <a:lnTo>
                  <a:pt x="1540340" y="33984"/>
                </a:lnTo>
                <a:lnTo>
                  <a:pt x="1539881" y="34341"/>
                </a:lnTo>
                <a:lnTo>
                  <a:pt x="1539487" y="34643"/>
                </a:lnTo>
                <a:lnTo>
                  <a:pt x="1539149" y="34894"/>
                </a:lnTo>
                <a:lnTo>
                  <a:pt x="1538858" y="35099"/>
                </a:lnTo>
                <a:lnTo>
                  <a:pt x="1538603" y="35263"/>
                </a:lnTo>
                <a:lnTo>
                  <a:pt x="1538374" y="35389"/>
                </a:lnTo>
                <a:lnTo>
                  <a:pt x="1538163" y="35483"/>
                </a:lnTo>
                <a:lnTo>
                  <a:pt x="1537959" y="35548"/>
                </a:lnTo>
                <a:lnTo>
                  <a:pt x="1537752" y="35588"/>
                </a:lnTo>
                <a:lnTo>
                  <a:pt x="1537533" y="35610"/>
                </a:lnTo>
                <a:lnTo>
                  <a:pt x="1537291" y="35616"/>
                </a:lnTo>
                <a:lnTo>
                  <a:pt x="1536886" y="35605"/>
                </a:lnTo>
                <a:lnTo>
                  <a:pt x="1536441" y="35572"/>
                </a:lnTo>
                <a:lnTo>
                  <a:pt x="1535958" y="35516"/>
                </a:lnTo>
                <a:lnTo>
                  <a:pt x="1535440" y="35436"/>
                </a:lnTo>
                <a:lnTo>
                  <a:pt x="1534891" y="35330"/>
                </a:lnTo>
                <a:lnTo>
                  <a:pt x="1534312" y="35199"/>
                </a:lnTo>
                <a:lnTo>
                  <a:pt x="1533706" y="35042"/>
                </a:lnTo>
                <a:lnTo>
                  <a:pt x="1533076" y="34856"/>
                </a:lnTo>
                <a:lnTo>
                  <a:pt x="1532425" y="34643"/>
                </a:lnTo>
                <a:lnTo>
                  <a:pt x="1531756" y="34400"/>
                </a:lnTo>
                <a:lnTo>
                  <a:pt x="1531070" y="34126"/>
                </a:lnTo>
                <a:lnTo>
                  <a:pt x="1530371" y="33821"/>
                </a:lnTo>
                <a:lnTo>
                  <a:pt x="1528961" y="33343"/>
                </a:lnTo>
                <a:lnTo>
                  <a:pt x="1527548" y="32905"/>
                </a:lnTo>
                <a:lnTo>
                  <a:pt x="1526128" y="32508"/>
                </a:lnTo>
                <a:lnTo>
                  <a:pt x="1524697" y="32152"/>
                </a:lnTo>
                <a:lnTo>
                  <a:pt x="1523252" y="31836"/>
                </a:lnTo>
                <a:lnTo>
                  <a:pt x="1521789" y="31563"/>
                </a:lnTo>
                <a:lnTo>
                  <a:pt x="1520304" y="31330"/>
                </a:lnTo>
                <a:lnTo>
                  <a:pt x="1518795" y="31140"/>
                </a:lnTo>
                <a:lnTo>
                  <a:pt x="1517258" y="30991"/>
                </a:lnTo>
                <a:lnTo>
                  <a:pt x="1515688" y="30885"/>
                </a:lnTo>
                <a:lnTo>
                  <a:pt x="1514083" y="30821"/>
                </a:lnTo>
                <a:lnTo>
                  <a:pt x="1512438" y="30799"/>
                </a:lnTo>
                <a:lnTo>
                  <a:pt x="1507500" y="31067"/>
                </a:lnTo>
                <a:lnTo>
                  <a:pt x="1502828" y="31852"/>
                </a:lnTo>
                <a:lnTo>
                  <a:pt x="1498453" y="33129"/>
                </a:lnTo>
                <a:lnTo>
                  <a:pt x="1494407" y="34870"/>
                </a:lnTo>
                <a:lnTo>
                  <a:pt x="1490720" y="37048"/>
                </a:lnTo>
                <a:lnTo>
                  <a:pt x="1487424" y="39637"/>
                </a:lnTo>
                <a:lnTo>
                  <a:pt x="1484549" y="42610"/>
                </a:lnTo>
                <a:lnTo>
                  <a:pt x="1482128" y="45940"/>
                </a:lnTo>
                <a:lnTo>
                  <a:pt x="1480190" y="49602"/>
                </a:lnTo>
                <a:lnTo>
                  <a:pt x="1478768" y="53567"/>
                </a:lnTo>
                <a:lnTo>
                  <a:pt x="1477891" y="57809"/>
                </a:lnTo>
                <a:lnTo>
                  <a:pt x="1477592" y="62302"/>
                </a:lnTo>
                <a:lnTo>
                  <a:pt x="1477766" y="65805"/>
                </a:lnTo>
                <a:lnTo>
                  <a:pt x="1478301" y="69158"/>
                </a:lnTo>
                <a:lnTo>
                  <a:pt x="1479214" y="72383"/>
                </a:lnTo>
                <a:lnTo>
                  <a:pt x="1480525" y="75502"/>
                </a:lnTo>
                <a:lnTo>
                  <a:pt x="1482252" y="78535"/>
                </a:lnTo>
                <a:lnTo>
                  <a:pt x="1484414" y="81504"/>
                </a:lnTo>
                <a:lnTo>
                  <a:pt x="1487030" y="84431"/>
                </a:lnTo>
                <a:lnTo>
                  <a:pt x="1490119" y="87337"/>
                </a:lnTo>
                <a:lnTo>
                  <a:pt x="1493698" y="90242"/>
                </a:lnTo>
                <a:lnTo>
                  <a:pt x="1497788" y="93170"/>
                </a:lnTo>
                <a:lnTo>
                  <a:pt x="1502406" y="96139"/>
                </a:lnTo>
                <a:lnTo>
                  <a:pt x="1507571" y="99173"/>
                </a:lnTo>
                <a:lnTo>
                  <a:pt x="1522431" y="107625"/>
                </a:lnTo>
                <a:lnTo>
                  <a:pt x="1524576" y="108928"/>
                </a:lnTo>
                <a:lnTo>
                  <a:pt x="1526530" y="110275"/>
                </a:lnTo>
                <a:lnTo>
                  <a:pt x="1528295" y="111671"/>
                </a:lnTo>
                <a:lnTo>
                  <a:pt x="1529869" y="113117"/>
                </a:lnTo>
                <a:lnTo>
                  <a:pt x="1531256" y="114616"/>
                </a:lnTo>
                <a:lnTo>
                  <a:pt x="1532454" y="116172"/>
                </a:lnTo>
                <a:lnTo>
                  <a:pt x="1533466" y="117786"/>
                </a:lnTo>
                <a:lnTo>
                  <a:pt x="1534292" y="119461"/>
                </a:lnTo>
                <a:lnTo>
                  <a:pt x="1534933" y="121201"/>
                </a:lnTo>
                <a:lnTo>
                  <a:pt x="1535390" y="123007"/>
                </a:lnTo>
                <a:lnTo>
                  <a:pt x="1535664" y="124882"/>
                </a:lnTo>
                <a:lnTo>
                  <a:pt x="1535754" y="126829"/>
                </a:lnTo>
                <a:lnTo>
                  <a:pt x="1535586" y="129559"/>
                </a:lnTo>
                <a:lnTo>
                  <a:pt x="1535086" y="132107"/>
                </a:lnTo>
                <a:lnTo>
                  <a:pt x="1534269" y="134463"/>
                </a:lnTo>
                <a:lnTo>
                  <a:pt x="1533144" y="136617"/>
                </a:lnTo>
                <a:lnTo>
                  <a:pt x="1531724" y="138557"/>
                </a:lnTo>
                <a:lnTo>
                  <a:pt x="1530020" y="140273"/>
                </a:lnTo>
                <a:lnTo>
                  <a:pt x="1528044" y="141754"/>
                </a:lnTo>
                <a:lnTo>
                  <a:pt x="1525807" y="142990"/>
                </a:lnTo>
                <a:lnTo>
                  <a:pt x="1523322" y="143970"/>
                </a:lnTo>
                <a:lnTo>
                  <a:pt x="1520599" y="144683"/>
                </a:lnTo>
                <a:lnTo>
                  <a:pt x="1517650" y="145119"/>
                </a:lnTo>
                <a:lnTo>
                  <a:pt x="1514487" y="145266"/>
                </a:lnTo>
                <a:lnTo>
                  <a:pt x="1512326" y="145198"/>
                </a:lnTo>
                <a:lnTo>
                  <a:pt x="1510206" y="144994"/>
                </a:lnTo>
                <a:lnTo>
                  <a:pt x="1508134" y="144658"/>
                </a:lnTo>
                <a:lnTo>
                  <a:pt x="1506117" y="144194"/>
                </a:lnTo>
                <a:lnTo>
                  <a:pt x="1504165" y="143606"/>
                </a:lnTo>
                <a:lnTo>
                  <a:pt x="1502285" y="142897"/>
                </a:lnTo>
                <a:lnTo>
                  <a:pt x="1500484" y="142070"/>
                </a:lnTo>
                <a:lnTo>
                  <a:pt x="1498772" y="141130"/>
                </a:lnTo>
                <a:lnTo>
                  <a:pt x="1497156" y="140079"/>
                </a:lnTo>
                <a:lnTo>
                  <a:pt x="1495644" y="138922"/>
                </a:lnTo>
                <a:lnTo>
                  <a:pt x="1494244" y="137662"/>
                </a:lnTo>
                <a:lnTo>
                  <a:pt x="1492965" y="136302"/>
                </a:lnTo>
                <a:lnTo>
                  <a:pt x="1491681" y="134707"/>
                </a:lnTo>
                <a:lnTo>
                  <a:pt x="1490512" y="133102"/>
                </a:lnTo>
                <a:lnTo>
                  <a:pt x="1489442" y="131453"/>
                </a:lnTo>
                <a:lnTo>
                  <a:pt x="1488458" y="129730"/>
                </a:lnTo>
                <a:lnTo>
                  <a:pt x="1487544" y="127900"/>
                </a:lnTo>
                <a:lnTo>
                  <a:pt x="1486688" y="125932"/>
                </a:lnTo>
                <a:lnTo>
                  <a:pt x="1485874" y="123793"/>
                </a:lnTo>
                <a:lnTo>
                  <a:pt x="1485089" y="121451"/>
                </a:lnTo>
                <a:lnTo>
                  <a:pt x="1484318" y="118874"/>
                </a:lnTo>
                <a:lnTo>
                  <a:pt x="1483547" y="116031"/>
                </a:lnTo>
                <a:lnTo>
                  <a:pt x="1482761" y="112889"/>
                </a:lnTo>
                <a:lnTo>
                  <a:pt x="1481948" y="109416"/>
                </a:lnTo>
                <a:lnTo>
                  <a:pt x="1477847" y="109416"/>
                </a:lnTo>
                <a:lnTo>
                  <a:pt x="1477847" y="149364"/>
                </a:lnTo>
                <a:lnTo>
                  <a:pt x="1481177" y="149364"/>
                </a:lnTo>
                <a:lnTo>
                  <a:pt x="1481612" y="148765"/>
                </a:lnTo>
                <a:lnTo>
                  <a:pt x="1482024" y="148247"/>
                </a:lnTo>
                <a:lnTo>
                  <a:pt x="1482423" y="147803"/>
                </a:lnTo>
                <a:lnTo>
                  <a:pt x="1482820" y="147429"/>
                </a:lnTo>
                <a:lnTo>
                  <a:pt x="1483224" y="147118"/>
                </a:lnTo>
                <a:lnTo>
                  <a:pt x="1483644" y="146867"/>
                </a:lnTo>
                <a:lnTo>
                  <a:pt x="1484092" y="146669"/>
                </a:lnTo>
                <a:lnTo>
                  <a:pt x="1484576" y="146518"/>
                </a:lnTo>
                <a:lnTo>
                  <a:pt x="1485106" y="146411"/>
                </a:lnTo>
                <a:lnTo>
                  <a:pt x="1485693" y="146340"/>
                </a:lnTo>
                <a:lnTo>
                  <a:pt x="1486345" y="146302"/>
                </a:lnTo>
                <a:lnTo>
                  <a:pt x="1487073" y="146291"/>
                </a:lnTo>
                <a:lnTo>
                  <a:pt x="1487677" y="146315"/>
                </a:lnTo>
                <a:lnTo>
                  <a:pt x="1488338" y="146360"/>
                </a:lnTo>
                <a:lnTo>
                  <a:pt x="1489059" y="146429"/>
                </a:lnTo>
                <a:lnTo>
                  <a:pt x="1489844" y="146522"/>
                </a:lnTo>
                <a:lnTo>
                  <a:pt x="1490697" y="146641"/>
                </a:lnTo>
                <a:lnTo>
                  <a:pt x="1491620" y="146790"/>
                </a:lnTo>
                <a:lnTo>
                  <a:pt x="1492619" y="146970"/>
                </a:lnTo>
                <a:lnTo>
                  <a:pt x="1493695" y="147182"/>
                </a:lnTo>
                <a:lnTo>
                  <a:pt x="1494854" y="147429"/>
                </a:lnTo>
                <a:lnTo>
                  <a:pt x="1496098" y="147712"/>
                </a:lnTo>
                <a:lnTo>
                  <a:pt x="1497431" y="148035"/>
                </a:lnTo>
                <a:lnTo>
                  <a:pt x="1498856" y="148398"/>
                </a:lnTo>
                <a:lnTo>
                  <a:pt x="1500643" y="148758"/>
                </a:lnTo>
                <a:lnTo>
                  <a:pt x="1502413" y="149096"/>
                </a:lnTo>
                <a:lnTo>
                  <a:pt x="1504157" y="149412"/>
                </a:lnTo>
                <a:lnTo>
                  <a:pt x="1505869" y="149703"/>
                </a:lnTo>
                <a:lnTo>
                  <a:pt x="1507543" y="149968"/>
                </a:lnTo>
                <a:lnTo>
                  <a:pt x="1509170" y="150203"/>
                </a:lnTo>
                <a:lnTo>
                  <a:pt x="1510743" y="150408"/>
                </a:lnTo>
                <a:lnTo>
                  <a:pt x="1512256" y="150580"/>
                </a:lnTo>
                <a:lnTo>
                  <a:pt x="1513701" y="150717"/>
                </a:lnTo>
                <a:lnTo>
                  <a:pt x="1515072" y="150817"/>
                </a:lnTo>
                <a:lnTo>
                  <a:pt x="1516360" y="150879"/>
                </a:lnTo>
                <a:lnTo>
                  <a:pt x="1517560" y="150900"/>
                </a:lnTo>
                <a:lnTo>
                  <a:pt x="1522415" y="150597"/>
                </a:lnTo>
                <a:lnTo>
                  <a:pt x="1527087" y="149717"/>
                </a:lnTo>
                <a:lnTo>
                  <a:pt x="1531529" y="148299"/>
                </a:lnTo>
                <a:lnTo>
                  <a:pt x="1535696" y="146385"/>
                </a:lnTo>
                <a:lnTo>
                  <a:pt x="1539542" y="144017"/>
                </a:lnTo>
                <a:lnTo>
                  <a:pt x="1543023" y="141233"/>
                </a:lnTo>
                <a:lnTo>
                  <a:pt x="1546092" y="138076"/>
                </a:lnTo>
                <a:lnTo>
                  <a:pt x="1548706" y="134587"/>
                </a:lnTo>
                <a:lnTo>
                  <a:pt x="1550817" y="130806"/>
                </a:lnTo>
                <a:lnTo>
                  <a:pt x="1552382" y="126774"/>
                </a:lnTo>
                <a:lnTo>
                  <a:pt x="1553353" y="122533"/>
                </a:lnTo>
                <a:lnTo>
                  <a:pt x="1553688" y="118123"/>
                </a:lnTo>
                <a:lnTo>
                  <a:pt x="1553558" y="115009"/>
                </a:lnTo>
                <a:lnTo>
                  <a:pt x="1553161" y="112060"/>
                </a:lnTo>
                <a:lnTo>
                  <a:pt x="1552486" y="109256"/>
                </a:lnTo>
                <a:lnTo>
                  <a:pt x="1551524" y="106581"/>
                </a:lnTo>
                <a:lnTo>
                  <a:pt x="1550262" y="104015"/>
                </a:lnTo>
                <a:lnTo>
                  <a:pt x="1548691" y="101543"/>
                </a:lnTo>
                <a:lnTo>
                  <a:pt x="1546800" y="99145"/>
                </a:lnTo>
                <a:lnTo>
                  <a:pt x="1544577" y="96803"/>
                </a:lnTo>
                <a:lnTo>
                  <a:pt x="1542014" y="94501"/>
                </a:lnTo>
                <a:lnTo>
                  <a:pt x="1539097" y="92221"/>
                </a:lnTo>
                <a:lnTo>
                  <a:pt x="1535818" y="89943"/>
                </a:lnTo>
                <a:lnTo>
                  <a:pt x="1532166" y="87652"/>
                </a:lnTo>
                <a:lnTo>
                  <a:pt x="1504494" y="71263"/>
                </a:lnTo>
                <a:lnTo>
                  <a:pt x="1502770" y="70192"/>
                </a:lnTo>
                <a:lnTo>
                  <a:pt x="1501187" y="69031"/>
                </a:lnTo>
                <a:lnTo>
                  <a:pt x="1499746" y="67786"/>
                </a:lnTo>
                <a:lnTo>
                  <a:pt x="1498449" y="66464"/>
                </a:lnTo>
                <a:lnTo>
                  <a:pt x="1497298" y="65071"/>
                </a:lnTo>
                <a:lnTo>
                  <a:pt x="1496295" y="63613"/>
                </a:lnTo>
                <a:lnTo>
                  <a:pt x="1495441" y="62097"/>
                </a:lnTo>
                <a:lnTo>
                  <a:pt x="1494739" y="60528"/>
                </a:lnTo>
                <a:lnTo>
                  <a:pt x="1494189" y="58912"/>
                </a:lnTo>
                <a:lnTo>
                  <a:pt x="1493795" y="57257"/>
                </a:lnTo>
                <a:lnTo>
                  <a:pt x="1493557" y="55567"/>
                </a:lnTo>
                <a:lnTo>
                  <a:pt x="1493477" y="53850"/>
                </a:lnTo>
                <a:lnTo>
                  <a:pt x="1493640" y="51355"/>
                </a:lnTo>
                <a:lnTo>
                  <a:pt x="1494120" y="49003"/>
                </a:lnTo>
                <a:lnTo>
                  <a:pt x="1494902" y="46808"/>
                </a:lnTo>
                <a:lnTo>
                  <a:pt x="1495973" y="44783"/>
                </a:lnTo>
                <a:lnTo>
                  <a:pt x="1497317" y="42943"/>
                </a:lnTo>
                <a:lnTo>
                  <a:pt x="1498922" y="41302"/>
                </a:lnTo>
                <a:lnTo>
                  <a:pt x="1500772" y="39875"/>
                </a:lnTo>
                <a:lnTo>
                  <a:pt x="1502853" y="38675"/>
                </a:lnTo>
                <a:lnTo>
                  <a:pt x="1505151" y="37717"/>
                </a:lnTo>
                <a:lnTo>
                  <a:pt x="1507652" y="37015"/>
                </a:lnTo>
                <a:lnTo>
                  <a:pt x="1510341" y="36584"/>
                </a:lnTo>
                <a:lnTo>
                  <a:pt x="1513204" y="36437"/>
                </a:lnTo>
                <a:lnTo>
                  <a:pt x="1516715" y="36621"/>
                </a:lnTo>
                <a:lnTo>
                  <a:pt x="1519954" y="37187"/>
                </a:lnTo>
                <a:lnTo>
                  <a:pt x="1522941" y="38153"/>
                </a:lnTo>
                <a:lnTo>
                  <a:pt x="1525694" y="39538"/>
                </a:lnTo>
                <a:lnTo>
                  <a:pt x="1528228" y="41361"/>
                </a:lnTo>
                <a:lnTo>
                  <a:pt x="1530564" y="43639"/>
                </a:lnTo>
                <a:lnTo>
                  <a:pt x="1532718" y="46393"/>
                </a:lnTo>
                <a:lnTo>
                  <a:pt x="1534708" y="49639"/>
                </a:lnTo>
                <a:lnTo>
                  <a:pt x="1536553" y="53399"/>
                </a:lnTo>
                <a:lnTo>
                  <a:pt x="1538269" y="57689"/>
                </a:lnTo>
                <a:lnTo>
                  <a:pt x="1539875" y="62528"/>
                </a:lnTo>
                <a:lnTo>
                  <a:pt x="1541388" y="67936"/>
                </a:lnTo>
                <a:lnTo>
                  <a:pt x="1545231" y="67897"/>
                </a:lnTo>
                <a:close/>
                <a:moveTo>
                  <a:pt x="1644899" y="67897"/>
                </a:moveTo>
                <a:lnTo>
                  <a:pt x="1643874" y="33051"/>
                </a:lnTo>
                <a:lnTo>
                  <a:pt x="1641056" y="33051"/>
                </a:lnTo>
                <a:lnTo>
                  <a:pt x="1640544" y="33567"/>
                </a:lnTo>
                <a:lnTo>
                  <a:pt x="1640008" y="33984"/>
                </a:lnTo>
                <a:lnTo>
                  <a:pt x="1639548" y="34341"/>
                </a:lnTo>
                <a:lnTo>
                  <a:pt x="1639154" y="34643"/>
                </a:lnTo>
                <a:lnTo>
                  <a:pt x="1638817" y="34894"/>
                </a:lnTo>
                <a:lnTo>
                  <a:pt x="1638525" y="35099"/>
                </a:lnTo>
                <a:lnTo>
                  <a:pt x="1638270" y="35263"/>
                </a:lnTo>
                <a:lnTo>
                  <a:pt x="1638042" y="35389"/>
                </a:lnTo>
                <a:lnTo>
                  <a:pt x="1637831" y="35483"/>
                </a:lnTo>
                <a:lnTo>
                  <a:pt x="1637626" y="35548"/>
                </a:lnTo>
                <a:lnTo>
                  <a:pt x="1637420" y="35588"/>
                </a:lnTo>
                <a:lnTo>
                  <a:pt x="1637200" y="35610"/>
                </a:lnTo>
                <a:lnTo>
                  <a:pt x="1636959" y="35616"/>
                </a:lnTo>
                <a:lnTo>
                  <a:pt x="1636553" y="35605"/>
                </a:lnTo>
                <a:lnTo>
                  <a:pt x="1636108" y="35572"/>
                </a:lnTo>
                <a:lnTo>
                  <a:pt x="1635626" y="35516"/>
                </a:lnTo>
                <a:lnTo>
                  <a:pt x="1635108" y="35436"/>
                </a:lnTo>
                <a:lnTo>
                  <a:pt x="1634558" y="35330"/>
                </a:lnTo>
                <a:lnTo>
                  <a:pt x="1633979" y="35199"/>
                </a:lnTo>
                <a:lnTo>
                  <a:pt x="1633374" y="35042"/>
                </a:lnTo>
                <a:lnTo>
                  <a:pt x="1632744" y="34856"/>
                </a:lnTo>
                <a:lnTo>
                  <a:pt x="1632093" y="34643"/>
                </a:lnTo>
                <a:lnTo>
                  <a:pt x="1631423" y="34400"/>
                </a:lnTo>
                <a:lnTo>
                  <a:pt x="1630738" y="34126"/>
                </a:lnTo>
                <a:lnTo>
                  <a:pt x="1630039" y="33821"/>
                </a:lnTo>
                <a:lnTo>
                  <a:pt x="1628629" y="33343"/>
                </a:lnTo>
                <a:lnTo>
                  <a:pt x="1627215" y="32905"/>
                </a:lnTo>
                <a:lnTo>
                  <a:pt x="1625795" y="32508"/>
                </a:lnTo>
                <a:lnTo>
                  <a:pt x="1624364" y="32152"/>
                </a:lnTo>
                <a:lnTo>
                  <a:pt x="1622919" y="31836"/>
                </a:lnTo>
                <a:lnTo>
                  <a:pt x="1621456" y="31563"/>
                </a:lnTo>
                <a:lnTo>
                  <a:pt x="1619972" y="31330"/>
                </a:lnTo>
                <a:lnTo>
                  <a:pt x="1618463" y="31140"/>
                </a:lnTo>
                <a:lnTo>
                  <a:pt x="1616925" y="30991"/>
                </a:lnTo>
                <a:lnTo>
                  <a:pt x="1615356" y="30885"/>
                </a:lnTo>
                <a:lnTo>
                  <a:pt x="1613750" y="30821"/>
                </a:lnTo>
                <a:lnTo>
                  <a:pt x="1612106" y="30799"/>
                </a:lnTo>
                <a:lnTo>
                  <a:pt x="1607167" y="31067"/>
                </a:lnTo>
                <a:lnTo>
                  <a:pt x="1602495" y="31852"/>
                </a:lnTo>
                <a:lnTo>
                  <a:pt x="1598121" y="33129"/>
                </a:lnTo>
                <a:lnTo>
                  <a:pt x="1594074" y="34870"/>
                </a:lnTo>
                <a:lnTo>
                  <a:pt x="1590388" y="37048"/>
                </a:lnTo>
                <a:lnTo>
                  <a:pt x="1587092" y="39637"/>
                </a:lnTo>
                <a:lnTo>
                  <a:pt x="1584217" y="42610"/>
                </a:lnTo>
                <a:lnTo>
                  <a:pt x="1581796" y="45940"/>
                </a:lnTo>
                <a:lnTo>
                  <a:pt x="1579858" y="49602"/>
                </a:lnTo>
                <a:lnTo>
                  <a:pt x="1578435" y="53567"/>
                </a:lnTo>
                <a:lnTo>
                  <a:pt x="1577559" y="57809"/>
                </a:lnTo>
                <a:lnTo>
                  <a:pt x="1577260" y="62302"/>
                </a:lnTo>
                <a:lnTo>
                  <a:pt x="1577434" y="65805"/>
                </a:lnTo>
                <a:lnTo>
                  <a:pt x="1577968" y="69158"/>
                </a:lnTo>
                <a:lnTo>
                  <a:pt x="1578881" y="72383"/>
                </a:lnTo>
                <a:lnTo>
                  <a:pt x="1580192" y="75502"/>
                </a:lnTo>
                <a:lnTo>
                  <a:pt x="1581919" y="78535"/>
                </a:lnTo>
                <a:lnTo>
                  <a:pt x="1584082" y="81504"/>
                </a:lnTo>
                <a:lnTo>
                  <a:pt x="1586698" y="84431"/>
                </a:lnTo>
                <a:lnTo>
                  <a:pt x="1589786" y="87337"/>
                </a:lnTo>
                <a:lnTo>
                  <a:pt x="1593366" y="90242"/>
                </a:lnTo>
                <a:lnTo>
                  <a:pt x="1597455" y="93170"/>
                </a:lnTo>
                <a:lnTo>
                  <a:pt x="1602073" y="96139"/>
                </a:lnTo>
                <a:lnTo>
                  <a:pt x="1607238" y="99173"/>
                </a:lnTo>
                <a:lnTo>
                  <a:pt x="1622098" y="107625"/>
                </a:lnTo>
                <a:lnTo>
                  <a:pt x="1624244" y="108928"/>
                </a:lnTo>
                <a:lnTo>
                  <a:pt x="1626198" y="110275"/>
                </a:lnTo>
                <a:lnTo>
                  <a:pt x="1627962" y="111671"/>
                </a:lnTo>
                <a:lnTo>
                  <a:pt x="1629537" y="113117"/>
                </a:lnTo>
                <a:lnTo>
                  <a:pt x="1630923" y="114616"/>
                </a:lnTo>
                <a:lnTo>
                  <a:pt x="1632122" y="116172"/>
                </a:lnTo>
                <a:lnTo>
                  <a:pt x="1633134" y="117786"/>
                </a:lnTo>
                <a:lnTo>
                  <a:pt x="1633960" y="119461"/>
                </a:lnTo>
                <a:lnTo>
                  <a:pt x="1634601" y="121201"/>
                </a:lnTo>
                <a:lnTo>
                  <a:pt x="1635058" y="123007"/>
                </a:lnTo>
                <a:lnTo>
                  <a:pt x="1635331" y="124882"/>
                </a:lnTo>
                <a:lnTo>
                  <a:pt x="1635422" y="126829"/>
                </a:lnTo>
                <a:lnTo>
                  <a:pt x="1635253" y="129559"/>
                </a:lnTo>
                <a:lnTo>
                  <a:pt x="1634754" y="132107"/>
                </a:lnTo>
                <a:lnTo>
                  <a:pt x="1633936" y="134463"/>
                </a:lnTo>
                <a:lnTo>
                  <a:pt x="1632812" y="136617"/>
                </a:lnTo>
                <a:lnTo>
                  <a:pt x="1631392" y="138557"/>
                </a:lnTo>
                <a:lnTo>
                  <a:pt x="1629688" y="140273"/>
                </a:lnTo>
                <a:lnTo>
                  <a:pt x="1627712" y="141754"/>
                </a:lnTo>
                <a:lnTo>
                  <a:pt x="1625475" y="142990"/>
                </a:lnTo>
                <a:lnTo>
                  <a:pt x="1622989" y="143970"/>
                </a:lnTo>
                <a:lnTo>
                  <a:pt x="1620266" y="144683"/>
                </a:lnTo>
                <a:lnTo>
                  <a:pt x="1617317" y="145119"/>
                </a:lnTo>
                <a:lnTo>
                  <a:pt x="1614154" y="145266"/>
                </a:lnTo>
                <a:lnTo>
                  <a:pt x="1611994" y="145198"/>
                </a:lnTo>
                <a:lnTo>
                  <a:pt x="1609874" y="144994"/>
                </a:lnTo>
                <a:lnTo>
                  <a:pt x="1607801" y="144658"/>
                </a:lnTo>
                <a:lnTo>
                  <a:pt x="1605785" y="144194"/>
                </a:lnTo>
                <a:lnTo>
                  <a:pt x="1603832" y="143606"/>
                </a:lnTo>
                <a:lnTo>
                  <a:pt x="1601952" y="142897"/>
                </a:lnTo>
                <a:lnTo>
                  <a:pt x="1600152" y="142070"/>
                </a:lnTo>
                <a:lnTo>
                  <a:pt x="1598440" y="141130"/>
                </a:lnTo>
                <a:lnTo>
                  <a:pt x="1596824" y="140079"/>
                </a:lnTo>
                <a:lnTo>
                  <a:pt x="1595312" y="138922"/>
                </a:lnTo>
                <a:lnTo>
                  <a:pt x="1593912" y="137662"/>
                </a:lnTo>
                <a:lnTo>
                  <a:pt x="1592632" y="136302"/>
                </a:lnTo>
                <a:lnTo>
                  <a:pt x="1591349" y="134707"/>
                </a:lnTo>
                <a:lnTo>
                  <a:pt x="1590180" y="133102"/>
                </a:lnTo>
                <a:lnTo>
                  <a:pt x="1589110" y="131453"/>
                </a:lnTo>
                <a:lnTo>
                  <a:pt x="1588125" y="129730"/>
                </a:lnTo>
                <a:lnTo>
                  <a:pt x="1587212" y="127900"/>
                </a:lnTo>
                <a:lnTo>
                  <a:pt x="1586356" y="125932"/>
                </a:lnTo>
                <a:lnTo>
                  <a:pt x="1585542" y="123793"/>
                </a:lnTo>
                <a:lnTo>
                  <a:pt x="1584756" y="121451"/>
                </a:lnTo>
                <a:lnTo>
                  <a:pt x="1583985" y="118874"/>
                </a:lnTo>
                <a:lnTo>
                  <a:pt x="1583214" y="116031"/>
                </a:lnTo>
                <a:lnTo>
                  <a:pt x="1582429" y="112889"/>
                </a:lnTo>
                <a:lnTo>
                  <a:pt x="1581615" y="109416"/>
                </a:lnTo>
                <a:lnTo>
                  <a:pt x="1577514" y="109416"/>
                </a:lnTo>
                <a:lnTo>
                  <a:pt x="1577514" y="149364"/>
                </a:lnTo>
                <a:lnTo>
                  <a:pt x="1580845" y="149364"/>
                </a:lnTo>
                <a:lnTo>
                  <a:pt x="1581279" y="148765"/>
                </a:lnTo>
                <a:lnTo>
                  <a:pt x="1581691" y="148247"/>
                </a:lnTo>
                <a:lnTo>
                  <a:pt x="1582091" y="147803"/>
                </a:lnTo>
                <a:lnTo>
                  <a:pt x="1582487" y="147429"/>
                </a:lnTo>
                <a:lnTo>
                  <a:pt x="1582891" y="147118"/>
                </a:lnTo>
                <a:lnTo>
                  <a:pt x="1583312" y="146867"/>
                </a:lnTo>
                <a:lnTo>
                  <a:pt x="1583759" y="146669"/>
                </a:lnTo>
                <a:lnTo>
                  <a:pt x="1584243" y="146518"/>
                </a:lnTo>
                <a:lnTo>
                  <a:pt x="1584774" y="146411"/>
                </a:lnTo>
                <a:lnTo>
                  <a:pt x="1585360" y="146340"/>
                </a:lnTo>
                <a:lnTo>
                  <a:pt x="1586013" y="146302"/>
                </a:lnTo>
                <a:lnTo>
                  <a:pt x="1586741" y="146291"/>
                </a:lnTo>
                <a:lnTo>
                  <a:pt x="1587345" y="146315"/>
                </a:lnTo>
                <a:lnTo>
                  <a:pt x="1588005" y="146360"/>
                </a:lnTo>
                <a:lnTo>
                  <a:pt x="1588726" y="146429"/>
                </a:lnTo>
                <a:lnTo>
                  <a:pt x="1589511" y="146522"/>
                </a:lnTo>
                <a:lnTo>
                  <a:pt x="1590364" y="146641"/>
                </a:lnTo>
                <a:lnTo>
                  <a:pt x="1591288" y="146790"/>
                </a:lnTo>
                <a:lnTo>
                  <a:pt x="1592286" y="146970"/>
                </a:lnTo>
                <a:lnTo>
                  <a:pt x="1593363" y="147182"/>
                </a:lnTo>
                <a:lnTo>
                  <a:pt x="1594522" y="147429"/>
                </a:lnTo>
                <a:lnTo>
                  <a:pt x="1595766" y="147712"/>
                </a:lnTo>
                <a:lnTo>
                  <a:pt x="1597099" y="148035"/>
                </a:lnTo>
                <a:lnTo>
                  <a:pt x="1598524" y="148398"/>
                </a:lnTo>
                <a:lnTo>
                  <a:pt x="1600311" y="148758"/>
                </a:lnTo>
                <a:lnTo>
                  <a:pt x="1602080" y="149096"/>
                </a:lnTo>
                <a:lnTo>
                  <a:pt x="1603825" y="149412"/>
                </a:lnTo>
                <a:lnTo>
                  <a:pt x="1605537" y="149703"/>
                </a:lnTo>
                <a:lnTo>
                  <a:pt x="1607210" y="149968"/>
                </a:lnTo>
                <a:lnTo>
                  <a:pt x="1608837" y="150203"/>
                </a:lnTo>
                <a:lnTo>
                  <a:pt x="1610411" y="150408"/>
                </a:lnTo>
                <a:lnTo>
                  <a:pt x="1611924" y="150580"/>
                </a:lnTo>
                <a:lnTo>
                  <a:pt x="1613369" y="150717"/>
                </a:lnTo>
                <a:lnTo>
                  <a:pt x="1614739" y="150817"/>
                </a:lnTo>
                <a:lnTo>
                  <a:pt x="1616028" y="150879"/>
                </a:lnTo>
                <a:lnTo>
                  <a:pt x="1617227" y="150900"/>
                </a:lnTo>
                <a:lnTo>
                  <a:pt x="1622083" y="150597"/>
                </a:lnTo>
                <a:lnTo>
                  <a:pt x="1626754" y="149717"/>
                </a:lnTo>
                <a:lnTo>
                  <a:pt x="1631196" y="148299"/>
                </a:lnTo>
                <a:lnTo>
                  <a:pt x="1635363" y="146385"/>
                </a:lnTo>
                <a:lnTo>
                  <a:pt x="1639210" y="144017"/>
                </a:lnTo>
                <a:lnTo>
                  <a:pt x="1642690" y="141233"/>
                </a:lnTo>
                <a:lnTo>
                  <a:pt x="1645760" y="138076"/>
                </a:lnTo>
                <a:lnTo>
                  <a:pt x="1648373" y="134587"/>
                </a:lnTo>
                <a:lnTo>
                  <a:pt x="1650485" y="130806"/>
                </a:lnTo>
                <a:lnTo>
                  <a:pt x="1652049" y="126774"/>
                </a:lnTo>
                <a:lnTo>
                  <a:pt x="1653021" y="122533"/>
                </a:lnTo>
                <a:lnTo>
                  <a:pt x="1653355" y="118123"/>
                </a:lnTo>
                <a:lnTo>
                  <a:pt x="1653225" y="115009"/>
                </a:lnTo>
                <a:lnTo>
                  <a:pt x="1652828" y="112060"/>
                </a:lnTo>
                <a:lnTo>
                  <a:pt x="1652154" y="109256"/>
                </a:lnTo>
                <a:lnTo>
                  <a:pt x="1651191" y="106581"/>
                </a:lnTo>
                <a:lnTo>
                  <a:pt x="1649930" y="104015"/>
                </a:lnTo>
                <a:lnTo>
                  <a:pt x="1648359" y="101543"/>
                </a:lnTo>
                <a:lnTo>
                  <a:pt x="1646467" y="99145"/>
                </a:lnTo>
                <a:lnTo>
                  <a:pt x="1644245" y="96803"/>
                </a:lnTo>
                <a:lnTo>
                  <a:pt x="1641681" y="94501"/>
                </a:lnTo>
                <a:lnTo>
                  <a:pt x="1638765" y="92221"/>
                </a:lnTo>
                <a:lnTo>
                  <a:pt x="1635486" y="89943"/>
                </a:lnTo>
                <a:lnTo>
                  <a:pt x="1631833" y="87652"/>
                </a:lnTo>
                <a:lnTo>
                  <a:pt x="1604161" y="71263"/>
                </a:lnTo>
                <a:lnTo>
                  <a:pt x="1602438" y="70192"/>
                </a:lnTo>
                <a:lnTo>
                  <a:pt x="1600854" y="69031"/>
                </a:lnTo>
                <a:lnTo>
                  <a:pt x="1599414" y="67786"/>
                </a:lnTo>
                <a:lnTo>
                  <a:pt x="1598117" y="66464"/>
                </a:lnTo>
                <a:lnTo>
                  <a:pt x="1596966" y="65071"/>
                </a:lnTo>
                <a:lnTo>
                  <a:pt x="1595963" y="63613"/>
                </a:lnTo>
                <a:lnTo>
                  <a:pt x="1595109" y="62097"/>
                </a:lnTo>
                <a:lnTo>
                  <a:pt x="1594407" y="60528"/>
                </a:lnTo>
                <a:lnTo>
                  <a:pt x="1593857" y="58912"/>
                </a:lnTo>
                <a:lnTo>
                  <a:pt x="1593462" y="57257"/>
                </a:lnTo>
                <a:lnTo>
                  <a:pt x="1593224" y="55567"/>
                </a:lnTo>
                <a:lnTo>
                  <a:pt x="1593144" y="53850"/>
                </a:lnTo>
                <a:lnTo>
                  <a:pt x="1593308" y="51355"/>
                </a:lnTo>
                <a:lnTo>
                  <a:pt x="1593787" y="49003"/>
                </a:lnTo>
                <a:lnTo>
                  <a:pt x="1594570" y="46808"/>
                </a:lnTo>
                <a:lnTo>
                  <a:pt x="1595640" y="44783"/>
                </a:lnTo>
                <a:lnTo>
                  <a:pt x="1596985" y="42943"/>
                </a:lnTo>
                <a:lnTo>
                  <a:pt x="1598589" y="41302"/>
                </a:lnTo>
                <a:lnTo>
                  <a:pt x="1600439" y="39875"/>
                </a:lnTo>
                <a:lnTo>
                  <a:pt x="1602520" y="38675"/>
                </a:lnTo>
                <a:lnTo>
                  <a:pt x="1604818" y="37717"/>
                </a:lnTo>
                <a:lnTo>
                  <a:pt x="1607319" y="37015"/>
                </a:lnTo>
                <a:lnTo>
                  <a:pt x="1610008" y="36584"/>
                </a:lnTo>
                <a:lnTo>
                  <a:pt x="1612872" y="36437"/>
                </a:lnTo>
                <a:lnTo>
                  <a:pt x="1616382" y="36621"/>
                </a:lnTo>
                <a:lnTo>
                  <a:pt x="1619622" y="37187"/>
                </a:lnTo>
                <a:lnTo>
                  <a:pt x="1622609" y="38153"/>
                </a:lnTo>
                <a:lnTo>
                  <a:pt x="1625361" y="39538"/>
                </a:lnTo>
                <a:lnTo>
                  <a:pt x="1627896" y="41361"/>
                </a:lnTo>
                <a:lnTo>
                  <a:pt x="1630232" y="43639"/>
                </a:lnTo>
                <a:lnTo>
                  <a:pt x="1632386" y="46393"/>
                </a:lnTo>
                <a:lnTo>
                  <a:pt x="1634376" y="49639"/>
                </a:lnTo>
                <a:lnTo>
                  <a:pt x="1636220" y="53399"/>
                </a:lnTo>
                <a:lnTo>
                  <a:pt x="1637937" y="57689"/>
                </a:lnTo>
                <a:lnTo>
                  <a:pt x="1639542" y="62528"/>
                </a:lnTo>
                <a:lnTo>
                  <a:pt x="1641056" y="67936"/>
                </a:lnTo>
                <a:lnTo>
                  <a:pt x="1644899" y="67897"/>
                </a:lnTo>
                <a:close/>
                <a:moveTo>
                  <a:pt x="1866781" y="131434"/>
                </a:moveTo>
                <a:lnTo>
                  <a:pt x="1865718" y="132282"/>
                </a:lnTo>
                <a:lnTo>
                  <a:pt x="1864701" y="133038"/>
                </a:lnTo>
                <a:lnTo>
                  <a:pt x="1863723" y="133705"/>
                </a:lnTo>
                <a:lnTo>
                  <a:pt x="1862777" y="134287"/>
                </a:lnTo>
                <a:lnTo>
                  <a:pt x="1861856" y="134787"/>
                </a:lnTo>
                <a:lnTo>
                  <a:pt x="1860953" y="135209"/>
                </a:lnTo>
                <a:lnTo>
                  <a:pt x="1860061" y="135556"/>
                </a:lnTo>
                <a:lnTo>
                  <a:pt x="1859172" y="135833"/>
                </a:lnTo>
                <a:lnTo>
                  <a:pt x="1858280" y="136042"/>
                </a:lnTo>
                <a:lnTo>
                  <a:pt x="1857377" y="136186"/>
                </a:lnTo>
                <a:lnTo>
                  <a:pt x="1856456" y="136271"/>
                </a:lnTo>
                <a:lnTo>
                  <a:pt x="1855510" y="136298"/>
                </a:lnTo>
                <a:lnTo>
                  <a:pt x="1854121" y="136221"/>
                </a:lnTo>
                <a:lnTo>
                  <a:pt x="1852895" y="135980"/>
                </a:lnTo>
                <a:lnTo>
                  <a:pt x="1851823" y="135562"/>
                </a:lnTo>
                <a:lnTo>
                  <a:pt x="1850899" y="134951"/>
                </a:lnTo>
                <a:lnTo>
                  <a:pt x="1850113" y="134135"/>
                </a:lnTo>
                <a:lnTo>
                  <a:pt x="1849457" y="133097"/>
                </a:lnTo>
                <a:lnTo>
                  <a:pt x="1848925" y="131826"/>
                </a:lnTo>
                <a:lnTo>
                  <a:pt x="1848507" y="130305"/>
                </a:lnTo>
                <a:lnTo>
                  <a:pt x="1848196" y="128521"/>
                </a:lnTo>
                <a:lnTo>
                  <a:pt x="1847984" y="126460"/>
                </a:lnTo>
                <a:lnTo>
                  <a:pt x="1847862" y="124108"/>
                </a:lnTo>
                <a:lnTo>
                  <a:pt x="1847824" y="121450"/>
                </a:lnTo>
                <a:lnTo>
                  <a:pt x="1847824" y="71521"/>
                </a:lnTo>
                <a:lnTo>
                  <a:pt x="1847796" y="68312"/>
                </a:lnTo>
                <a:lnTo>
                  <a:pt x="1847711" y="65333"/>
                </a:lnTo>
                <a:lnTo>
                  <a:pt x="1847563" y="62567"/>
                </a:lnTo>
                <a:lnTo>
                  <a:pt x="1847349" y="59998"/>
                </a:lnTo>
                <a:lnTo>
                  <a:pt x="1847063" y="57611"/>
                </a:lnTo>
                <a:lnTo>
                  <a:pt x="1846702" y="55389"/>
                </a:lnTo>
                <a:lnTo>
                  <a:pt x="1846261" y="53317"/>
                </a:lnTo>
                <a:lnTo>
                  <a:pt x="1845735" y="51378"/>
                </a:lnTo>
                <a:lnTo>
                  <a:pt x="1845120" y="49556"/>
                </a:lnTo>
                <a:lnTo>
                  <a:pt x="1844412" y="47836"/>
                </a:lnTo>
                <a:lnTo>
                  <a:pt x="1843606" y="46201"/>
                </a:lnTo>
                <a:lnTo>
                  <a:pt x="1842698" y="44635"/>
                </a:lnTo>
                <a:lnTo>
                  <a:pt x="1841177" y="42422"/>
                </a:lnTo>
                <a:lnTo>
                  <a:pt x="1839437" y="40392"/>
                </a:lnTo>
                <a:lnTo>
                  <a:pt x="1837481" y="38547"/>
                </a:lnTo>
                <a:lnTo>
                  <a:pt x="1835315" y="36888"/>
                </a:lnTo>
                <a:lnTo>
                  <a:pt x="1832942" y="35417"/>
                </a:lnTo>
                <a:lnTo>
                  <a:pt x="1830368" y="34137"/>
                </a:lnTo>
                <a:lnTo>
                  <a:pt x="1827595" y="33048"/>
                </a:lnTo>
                <a:lnTo>
                  <a:pt x="1824630" y="32153"/>
                </a:lnTo>
                <a:lnTo>
                  <a:pt x="1821477" y="31454"/>
                </a:lnTo>
                <a:lnTo>
                  <a:pt x="1818139" y="30953"/>
                </a:lnTo>
                <a:lnTo>
                  <a:pt x="1814622" y="30650"/>
                </a:lnTo>
                <a:lnTo>
                  <a:pt x="1810929" y="30549"/>
                </a:lnTo>
                <a:lnTo>
                  <a:pt x="1805023" y="30805"/>
                </a:lnTo>
                <a:lnTo>
                  <a:pt x="1799378" y="31553"/>
                </a:lnTo>
                <a:lnTo>
                  <a:pt x="1794042" y="32762"/>
                </a:lnTo>
                <a:lnTo>
                  <a:pt x="1789065" y="34400"/>
                </a:lnTo>
                <a:lnTo>
                  <a:pt x="1784493" y="36437"/>
                </a:lnTo>
                <a:lnTo>
                  <a:pt x="1780375" y="38840"/>
                </a:lnTo>
                <a:lnTo>
                  <a:pt x="1776759" y="41580"/>
                </a:lnTo>
                <a:lnTo>
                  <a:pt x="1773692" y="44625"/>
                </a:lnTo>
                <a:lnTo>
                  <a:pt x="1771224" y="47943"/>
                </a:lnTo>
                <a:lnTo>
                  <a:pt x="1769401" y="51504"/>
                </a:lnTo>
                <a:lnTo>
                  <a:pt x="1768272" y="55276"/>
                </a:lnTo>
                <a:lnTo>
                  <a:pt x="1767885" y="59229"/>
                </a:lnTo>
                <a:lnTo>
                  <a:pt x="1767990" y="60684"/>
                </a:lnTo>
                <a:lnTo>
                  <a:pt x="1768292" y="62091"/>
                </a:lnTo>
                <a:lnTo>
                  <a:pt x="1768778" y="63435"/>
                </a:lnTo>
                <a:lnTo>
                  <a:pt x="1769432" y="64702"/>
                </a:lnTo>
                <a:lnTo>
                  <a:pt x="1770238" y="65877"/>
                </a:lnTo>
                <a:lnTo>
                  <a:pt x="1771183" y="66943"/>
                </a:lnTo>
                <a:lnTo>
                  <a:pt x="1772251" y="67887"/>
                </a:lnTo>
                <a:lnTo>
                  <a:pt x="1773426" y="68694"/>
                </a:lnTo>
                <a:lnTo>
                  <a:pt x="1774694" y="69347"/>
                </a:lnTo>
                <a:lnTo>
                  <a:pt x="1776039" y="69832"/>
                </a:lnTo>
                <a:lnTo>
                  <a:pt x="1777447" y="70134"/>
                </a:lnTo>
                <a:lnTo>
                  <a:pt x="1778903" y="70239"/>
                </a:lnTo>
                <a:lnTo>
                  <a:pt x="1780420" y="70135"/>
                </a:lnTo>
                <a:lnTo>
                  <a:pt x="1781890" y="69833"/>
                </a:lnTo>
                <a:lnTo>
                  <a:pt x="1783297" y="69351"/>
                </a:lnTo>
                <a:lnTo>
                  <a:pt x="1784623" y="68703"/>
                </a:lnTo>
                <a:lnTo>
                  <a:pt x="1785853" y="67906"/>
                </a:lnTo>
                <a:lnTo>
                  <a:pt x="1786972" y="66976"/>
                </a:lnTo>
                <a:lnTo>
                  <a:pt x="1787962" y="65928"/>
                </a:lnTo>
                <a:lnTo>
                  <a:pt x="1788808" y="64779"/>
                </a:lnTo>
                <a:lnTo>
                  <a:pt x="1789495" y="63544"/>
                </a:lnTo>
                <a:lnTo>
                  <a:pt x="1790004" y="62240"/>
                </a:lnTo>
                <a:lnTo>
                  <a:pt x="1790322" y="60882"/>
                </a:lnTo>
                <a:lnTo>
                  <a:pt x="1790432" y="59487"/>
                </a:lnTo>
                <a:lnTo>
                  <a:pt x="1790426" y="59226"/>
                </a:lnTo>
                <a:lnTo>
                  <a:pt x="1790411" y="58953"/>
                </a:lnTo>
                <a:lnTo>
                  <a:pt x="1790387" y="58667"/>
                </a:lnTo>
                <a:lnTo>
                  <a:pt x="1790355" y="58368"/>
                </a:lnTo>
                <a:lnTo>
                  <a:pt x="1790316" y="58055"/>
                </a:lnTo>
                <a:lnTo>
                  <a:pt x="1790271" y="57726"/>
                </a:lnTo>
                <a:lnTo>
                  <a:pt x="1790220" y="57382"/>
                </a:lnTo>
                <a:lnTo>
                  <a:pt x="1790165" y="57021"/>
                </a:lnTo>
                <a:lnTo>
                  <a:pt x="1790107" y="56642"/>
                </a:lnTo>
                <a:lnTo>
                  <a:pt x="1790046" y="56244"/>
                </a:lnTo>
                <a:lnTo>
                  <a:pt x="1789983" y="55827"/>
                </a:lnTo>
                <a:lnTo>
                  <a:pt x="1789920" y="55390"/>
                </a:lnTo>
                <a:lnTo>
                  <a:pt x="1789797" y="54820"/>
                </a:lnTo>
                <a:lnTo>
                  <a:pt x="1789685" y="54260"/>
                </a:lnTo>
                <a:lnTo>
                  <a:pt x="1789583" y="53711"/>
                </a:lnTo>
                <a:lnTo>
                  <a:pt x="1789492" y="53172"/>
                </a:lnTo>
                <a:lnTo>
                  <a:pt x="1789412" y="52644"/>
                </a:lnTo>
                <a:lnTo>
                  <a:pt x="1789342" y="52127"/>
                </a:lnTo>
                <a:lnTo>
                  <a:pt x="1789283" y="51620"/>
                </a:lnTo>
                <a:lnTo>
                  <a:pt x="1789235" y="51124"/>
                </a:lnTo>
                <a:lnTo>
                  <a:pt x="1789198" y="50638"/>
                </a:lnTo>
                <a:lnTo>
                  <a:pt x="1789171" y="50163"/>
                </a:lnTo>
                <a:lnTo>
                  <a:pt x="1789155" y="49698"/>
                </a:lnTo>
                <a:lnTo>
                  <a:pt x="1789149" y="49244"/>
                </a:lnTo>
                <a:lnTo>
                  <a:pt x="1789317" y="47546"/>
                </a:lnTo>
                <a:lnTo>
                  <a:pt x="1789804" y="45915"/>
                </a:lnTo>
                <a:lnTo>
                  <a:pt x="1790591" y="44368"/>
                </a:lnTo>
                <a:lnTo>
                  <a:pt x="1791655" y="42920"/>
                </a:lnTo>
                <a:lnTo>
                  <a:pt x="1792975" y="41585"/>
                </a:lnTo>
                <a:lnTo>
                  <a:pt x="1794530" y="40380"/>
                </a:lnTo>
                <a:lnTo>
                  <a:pt x="1796299" y="39318"/>
                </a:lnTo>
                <a:lnTo>
                  <a:pt x="1798259" y="38415"/>
                </a:lnTo>
                <a:lnTo>
                  <a:pt x="1800391" y="37687"/>
                </a:lnTo>
                <a:lnTo>
                  <a:pt x="1802673" y="37148"/>
                </a:lnTo>
                <a:lnTo>
                  <a:pt x="1805082" y="36814"/>
                </a:lnTo>
                <a:lnTo>
                  <a:pt x="1807598" y="36699"/>
                </a:lnTo>
                <a:lnTo>
                  <a:pt x="1810619" y="36853"/>
                </a:lnTo>
                <a:lnTo>
                  <a:pt x="1813399" y="37313"/>
                </a:lnTo>
                <a:lnTo>
                  <a:pt x="1815937" y="38075"/>
                </a:lnTo>
                <a:lnTo>
                  <a:pt x="1818225" y="39136"/>
                </a:lnTo>
                <a:lnTo>
                  <a:pt x="1820262" y="40492"/>
                </a:lnTo>
                <a:lnTo>
                  <a:pt x="1822041" y="42139"/>
                </a:lnTo>
                <a:lnTo>
                  <a:pt x="1823558" y="44075"/>
                </a:lnTo>
                <a:lnTo>
                  <a:pt x="1824810" y="46295"/>
                </a:lnTo>
                <a:lnTo>
                  <a:pt x="1825791" y="48797"/>
                </a:lnTo>
                <a:lnTo>
                  <a:pt x="1826497" y="51575"/>
                </a:lnTo>
                <a:lnTo>
                  <a:pt x="1826925" y="54628"/>
                </a:lnTo>
                <a:lnTo>
                  <a:pt x="1827068" y="57951"/>
                </a:lnTo>
                <a:lnTo>
                  <a:pt x="1827068" y="73570"/>
                </a:lnTo>
                <a:lnTo>
                  <a:pt x="1817911" y="77262"/>
                </a:lnTo>
                <a:lnTo>
                  <a:pt x="1810072" y="80453"/>
                </a:lnTo>
                <a:lnTo>
                  <a:pt x="1803405" y="83218"/>
                </a:lnTo>
                <a:lnTo>
                  <a:pt x="1797766" y="85631"/>
                </a:lnTo>
                <a:lnTo>
                  <a:pt x="1793009" y="87766"/>
                </a:lnTo>
                <a:lnTo>
                  <a:pt x="1788990" y="89699"/>
                </a:lnTo>
                <a:lnTo>
                  <a:pt x="1785563" y="91504"/>
                </a:lnTo>
                <a:lnTo>
                  <a:pt x="1782584" y="93255"/>
                </a:lnTo>
                <a:lnTo>
                  <a:pt x="1779907" y="95028"/>
                </a:lnTo>
                <a:lnTo>
                  <a:pt x="1777387" y="96897"/>
                </a:lnTo>
                <a:lnTo>
                  <a:pt x="1774880" y="98937"/>
                </a:lnTo>
                <a:lnTo>
                  <a:pt x="1772241" y="101222"/>
                </a:lnTo>
                <a:lnTo>
                  <a:pt x="1770875" y="102574"/>
                </a:lnTo>
                <a:lnTo>
                  <a:pt x="1769600" y="104063"/>
                </a:lnTo>
                <a:lnTo>
                  <a:pt x="1768421" y="105674"/>
                </a:lnTo>
                <a:lnTo>
                  <a:pt x="1767343" y="107395"/>
                </a:lnTo>
                <a:lnTo>
                  <a:pt x="1766372" y="109211"/>
                </a:lnTo>
                <a:lnTo>
                  <a:pt x="1765513" y="111110"/>
                </a:lnTo>
                <a:lnTo>
                  <a:pt x="1764772" y="113079"/>
                </a:lnTo>
                <a:lnTo>
                  <a:pt x="1764153" y="115103"/>
                </a:lnTo>
                <a:lnTo>
                  <a:pt x="1763663" y="117170"/>
                </a:lnTo>
                <a:lnTo>
                  <a:pt x="1763306" y="119267"/>
                </a:lnTo>
                <a:lnTo>
                  <a:pt x="1763088" y="121379"/>
                </a:lnTo>
                <a:lnTo>
                  <a:pt x="1763014" y="123494"/>
                </a:lnTo>
                <a:lnTo>
                  <a:pt x="1763245" y="127423"/>
                </a:lnTo>
                <a:lnTo>
                  <a:pt x="1763922" y="131127"/>
                </a:lnTo>
                <a:lnTo>
                  <a:pt x="1765020" y="134583"/>
                </a:lnTo>
                <a:lnTo>
                  <a:pt x="1766516" y="137770"/>
                </a:lnTo>
                <a:lnTo>
                  <a:pt x="1768386" y="140666"/>
                </a:lnTo>
                <a:lnTo>
                  <a:pt x="1770606" y="143248"/>
                </a:lnTo>
                <a:lnTo>
                  <a:pt x="1773151" y="145493"/>
                </a:lnTo>
                <a:lnTo>
                  <a:pt x="1775997" y="147380"/>
                </a:lnTo>
                <a:lnTo>
                  <a:pt x="1779122" y="148887"/>
                </a:lnTo>
                <a:lnTo>
                  <a:pt x="1782499" y="149990"/>
                </a:lnTo>
                <a:lnTo>
                  <a:pt x="1786107" y="150669"/>
                </a:lnTo>
                <a:lnTo>
                  <a:pt x="1789920" y="150900"/>
                </a:lnTo>
                <a:lnTo>
                  <a:pt x="1792725" y="150786"/>
                </a:lnTo>
                <a:lnTo>
                  <a:pt x="1795519" y="150440"/>
                </a:lnTo>
                <a:lnTo>
                  <a:pt x="1798321" y="149851"/>
                </a:lnTo>
                <a:lnTo>
                  <a:pt x="1801154" y="149012"/>
                </a:lnTo>
                <a:lnTo>
                  <a:pt x="1804036" y="147913"/>
                </a:lnTo>
                <a:lnTo>
                  <a:pt x="1806988" y="146545"/>
                </a:lnTo>
                <a:lnTo>
                  <a:pt x="1810031" y="144899"/>
                </a:lnTo>
                <a:lnTo>
                  <a:pt x="1813186" y="142967"/>
                </a:lnTo>
                <a:lnTo>
                  <a:pt x="1816472" y="140740"/>
                </a:lnTo>
                <a:lnTo>
                  <a:pt x="1819911" y="138209"/>
                </a:lnTo>
                <a:lnTo>
                  <a:pt x="1823522" y="135364"/>
                </a:lnTo>
                <a:lnTo>
                  <a:pt x="1827326" y="132197"/>
                </a:lnTo>
                <a:lnTo>
                  <a:pt x="1827717" y="135364"/>
                </a:lnTo>
                <a:lnTo>
                  <a:pt x="1828256" y="138209"/>
                </a:lnTo>
                <a:lnTo>
                  <a:pt x="1828952" y="140740"/>
                </a:lnTo>
                <a:lnTo>
                  <a:pt x="1829812" y="142967"/>
                </a:lnTo>
                <a:lnTo>
                  <a:pt x="1830847" y="144899"/>
                </a:lnTo>
                <a:lnTo>
                  <a:pt x="1832066" y="146545"/>
                </a:lnTo>
                <a:lnTo>
                  <a:pt x="1833476" y="147913"/>
                </a:lnTo>
                <a:lnTo>
                  <a:pt x="1835088" y="149012"/>
                </a:lnTo>
                <a:lnTo>
                  <a:pt x="1836909" y="149851"/>
                </a:lnTo>
                <a:lnTo>
                  <a:pt x="1838949" y="150440"/>
                </a:lnTo>
                <a:lnTo>
                  <a:pt x="1841218" y="150786"/>
                </a:lnTo>
                <a:lnTo>
                  <a:pt x="1843722" y="150900"/>
                </a:lnTo>
                <a:lnTo>
                  <a:pt x="1845835" y="150834"/>
                </a:lnTo>
                <a:lnTo>
                  <a:pt x="1847832" y="150627"/>
                </a:lnTo>
                <a:lnTo>
                  <a:pt x="1849739" y="150268"/>
                </a:lnTo>
                <a:lnTo>
                  <a:pt x="1851580" y="149743"/>
                </a:lnTo>
                <a:lnTo>
                  <a:pt x="1853377" y="149040"/>
                </a:lnTo>
                <a:lnTo>
                  <a:pt x="1855156" y="148147"/>
                </a:lnTo>
                <a:lnTo>
                  <a:pt x="1856941" y="147051"/>
                </a:lnTo>
                <a:lnTo>
                  <a:pt x="1858754" y="145739"/>
                </a:lnTo>
                <a:lnTo>
                  <a:pt x="1860621" y="144200"/>
                </a:lnTo>
                <a:lnTo>
                  <a:pt x="1862565" y="142421"/>
                </a:lnTo>
                <a:lnTo>
                  <a:pt x="1864610" y="140389"/>
                </a:lnTo>
                <a:lnTo>
                  <a:pt x="1866781" y="138092"/>
                </a:lnTo>
                <a:lnTo>
                  <a:pt x="1866781" y="131434"/>
                </a:lnTo>
                <a:moveTo>
                  <a:pt x="1827068" y="116825"/>
                </a:moveTo>
                <a:lnTo>
                  <a:pt x="1827040" y="118697"/>
                </a:lnTo>
                <a:lnTo>
                  <a:pt x="1826948" y="120356"/>
                </a:lnTo>
                <a:lnTo>
                  <a:pt x="1826784" y="121826"/>
                </a:lnTo>
                <a:lnTo>
                  <a:pt x="1826537" y="123127"/>
                </a:lnTo>
                <a:lnTo>
                  <a:pt x="1826198" y="124282"/>
                </a:lnTo>
                <a:lnTo>
                  <a:pt x="1825756" y="125313"/>
                </a:lnTo>
                <a:lnTo>
                  <a:pt x="1825202" y="126243"/>
                </a:lnTo>
                <a:lnTo>
                  <a:pt x="1824526" y="127094"/>
                </a:lnTo>
                <a:lnTo>
                  <a:pt x="1823718" y="127887"/>
                </a:lnTo>
                <a:lnTo>
                  <a:pt x="1822769" y="128646"/>
                </a:lnTo>
                <a:lnTo>
                  <a:pt x="1821668" y="129392"/>
                </a:lnTo>
                <a:lnTo>
                  <a:pt x="1820406" y="130148"/>
                </a:lnTo>
                <a:lnTo>
                  <a:pt x="1818850" y="131018"/>
                </a:lnTo>
                <a:lnTo>
                  <a:pt x="1817261" y="131831"/>
                </a:lnTo>
                <a:lnTo>
                  <a:pt x="1815648" y="132583"/>
                </a:lnTo>
                <a:lnTo>
                  <a:pt x="1814022" y="133271"/>
                </a:lnTo>
                <a:lnTo>
                  <a:pt x="1812392" y="133891"/>
                </a:lnTo>
                <a:lnTo>
                  <a:pt x="1810769" y="134440"/>
                </a:lnTo>
                <a:lnTo>
                  <a:pt x="1809161" y="134914"/>
                </a:lnTo>
                <a:lnTo>
                  <a:pt x="1807579" y="135310"/>
                </a:lnTo>
                <a:lnTo>
                  <a:pt x="1806032" y="135624"/>
                </a:lnTo>
                <a:lnTo>
                  <a:pt x="1804531" y="135853"/>
                </a:lnTo>
                <a:lnTo>
                  <a:pt x="1803084" y="135992"/>
                </a:lnTo>
                <a:lnTo>
                  <a:pt x="1801703" y="136040"/>
                </a:lnTo>
                <a:lnTo>
                  <a:pt x="1799502" y="135862"/>
                </a:lnTo>
                <a:lnTo>
                  <a:pt x="1797395" y="135344"/>
                </a:lnTo>
                <a:lnTo>
                  <a:pt x="1795399" y="134507"/>
                </a:lnTo>
                <a:lnTo>
                  <a:pt x="1793535" y="133374"/>
                </a:lnTo>
                <a:lnTo>
                  <a:pt x="1791819" y="131966"/>
                </a:lnTo>
                <a:lnTo>
                  <a:pt x="1790272" y="130308"/>
                </a:lnTo>
                <a:lnTo>
                  <a:pt x="1788911" y="128419"/>
                </a:lnTo>
                <a:lnTo>
                  <a:pt x="1787756" y="126323"/>
                </a:lnTo>
                <a:lnTo>
                  <a:pt x="1786825" y="124043"/>
                </a:lnTo>
                <a:lnTo>
                  <a:pt x="1786137" y="121599"/>
                </a:lnTo>
                <a:lnTo>
                  <a:pt x="1785711" y="119015"/>
                </a:lnTo>
                <a:lnTo>
                  <a:pt x="1785564" y="116312"/>
                </a:lnTo>
                <a:lnTo>
                  <a:pt x="1785564" y="115288"/>
                </a:lnTo>
                <a:lnTo>
                  <a:pt x="1785789" y="111627"/>
                </a:lnTo>
                <a:lnTo>
                  <a:pt x="1786486" y="108184"/>
                </a:lnTo>
                <a:lnTo>
                  <a:pt x="1787690" y="104931"/>
                </a:lnTo>
                <a:lnTo>
                  <a:pt x="1789435" y="101841"/>
                </a:lnTo>
                <a:lnTo>
                  <a:pt x="1791757" y="98886"/>
                </a:lnTo>
                <a:lnTo>
                  <a:pt x="1794690" y="96039"/>
                </a:lnTo>
                <a:lnTo>
                  <a:pt x="1798269" y="93272"/>
                </a:lnTo>
                <a:lnTo>
                  <a:pt x="1802529" y="90558"/>
                </a:lnTo>
                <a:lnTo>
                  <a:pt x="1807504" y="87868"/>
                </a:lnTo>
                <a:lnTo>
                  <a:pt x="1813229" y="85176"/>
                </a:lnTo>
                <a:lnTo>
                  <a:pt x="1819739" y="82453"/>
                </a:lnTo>
                <a:lnTo>
                  <a:pt x="1827068" y="79672"/>
                </a:lnTo>
                <a:lnTo>
                  <a:pt x="1827068" y="116825"/>
                </a:lnTo>
                <a:close/>
                <a:moveTo>
                  <a:pt x="1987714" y="49049"/>
                </a:moveTo>
                <a:lnTo>
                  <a:pt x="1987714" y="39056"/>
                </a:lnTo>
                <a:lnTo>
                  <a:pt x="1967986" y="39056"/>
                </a:lnTo>
                <a:lnTo>
                  <a:pt x="1966730" y="39039"/>
                </a:lnTo>
                <a:lnTo>
                  <a:pt x="1965519" y="38989"/>
                </a:lnTo>
                <a:lnTo>
                  <a:pt x="1964343" y="38903"/>
                </a:lnTo>
                <a:lnTo>
                  <a:pt x="1963194" y="38782"/>
                </a:lnTo>
                <a:lnTo>
                  <a:pt x="1962062" y="38625"/>
                </a:lnTo>
                <a:lnTo>
                  <a:pt x="1960940" y="38431"/>
                </a:lnTo>
                <a:lnTo>
                  <a:pt x="1959818" y="38199"/>
                </a:lnTo>
                <a:lnTo>
                  <a:pt x="1958687" y="37928"/>
                </a:lnTo>
                <a:lnTo>
                  <a:pt x="1957538" y="37618"/>
                </a:lnTo>
                <a:lnTo>
                  <a:pt x="1956363" y="37268"/>
                </a:lnTo>
                <a:lnTo>
                  <a:pt x="1955152" y="36877"/>
                </a:lnTo>
                <a:lnTo>
                  <a:pt x="1953897" y="36445"/>
                </a:lnTo>
                <a:lnTo>
                  <a:pt x="1948259" y="34396"/>
                </a:lnTo>
                <a:lnTo>
                  <a:pt x="1946529" y="33782"/>
                </a:lnTo>
                <a:lnTo>
                  <a:pt x="1944801" y="33221"/>
                </a:lnTo>
                <a:lnTo>
                  <a:pt x="1943074" y="32713"/>
                </a:lnTo>
                <a:lnTo>
                  <a:pt x="1941350" y="32259"/>
                </a:lnTo>
                <a:lnTo>
                  <a:pt x="1939629" y="31858"/>
                </a:lnTo>
                <a:lnTo>
                  <a:pt x="1937913" y="31511"/>
                </a:lnTo>
                <a:lnTo>
                  <a:pt x="1936203" y="31217"/>
                </a:lnTo>
                <a:lnTo>
                  <a:pt x="1934499" y="30976"/>
                </a:lnTo>
                <a:lnTo>
                  <a:pt x="1932801" y="30789"/>
                </a:lnTo>
                <a:lnTo>
                  <a:pt x="1931112" y="30656"/>
                </a:lnTo>
                <a:lnTo>
                  <a:pt x="1929432" y="30576"/>
                </a:lnTo>
                <a:lnTo>
                  <a:pt x="1927761" y="30549"/>
                </a:lnTo>
                <a:lnTo>
                  <a:pt x="1921914" y="30927"/>
                </a:lnTo>
                <a:lnTo>
                  <a:pt x="1916318" y="32027"/>
                </a:lnTo>
                <a:lnTo>
                  <a:pt x="1911023" y="33804"/>
                </a:lnTo>
                <a:lnTo>
                  <a:pt x="1906077" y="36209"/>
                </a:lnTo>
                <a:lnTo>
                  <a:pt x="1901530" y="39194"/>
                </a:lnTo>
                <a:lnTo>
                  <a:pt x="1897431" y="42713"/>
                </a:lnTo>
                <a:lnTo>
                  <a:pt x="1893828" y="46717"/>
                </a:lnTo>
                <a:lnTo>
                  <a:pt x="1890770" y="51159"/>
                </a:lnTo>
                <a:lnTo>
                  <a:pt x="1888307" y="55992"/>
                </a:lnTo>
                <a:lnTo>
                  <a:pt x="1886486" y="61167"/>
                </a:lnTo>
                <a:lnTo>
                  <a:pt x="1885358" y="66639"/>
                </a:lnTo>
                <a:lnTo>
                  <a:pt x="1884972" y="72358"/>
                </a:lnTo>
                <a:lnTo>
                  <a:pt x="1885117" y="76262"/>
                </a:lnTo>
                <a:lnTo>
                  <a:pt x="1885562" y="79917"/>
                </a:lnTo>
                <a:lnTo>
                  <a:pt x="1886317" y="83340"/>
                </a:lnTo>
                <a:lnTo>
                  <a:pt x="1887392" y="86550"/>
                </a:lnTo>
                <a:lnTo>
                  <a:pt x="1888798" y="89564"/>
                </a:lnTo>
                <a:lnTo>
                  <a:pt x="1890545" y="92401"/>
                </a:lnTo>
                <a:lnTo>
                  <a:pt x="1892645" y="95077"/>
                </a:lnTo>
                <a:lnTo>
                  <a:pt x="1895107" y="97611"/>
                </a:lnTo>
                <a:lnTo>
                  <a:pt x="1897944" y="100020"/>
                </a:lnTo>
                <a:lnTo>
                  <a:pt x="1901164" y="102323"/>
                </a:lnTo>
                <a:lnTo>
                  <a:pt x="1904779" y="104537"/>
                </a:lnTo>
                <a:lnTo>
                  <a:pt x="1908800" y="106679"/>
                </a:lnTo>
                <a:lnTo>
                  <a:pt x="1907590" y="107825"/>
                </a:lnTo>
                <a:lnTo>
                  <a:pt x="1906401" y="108951"/>
                </a:lnTo>
                <a:lnTo>
                  <a:pt x="1905242" y="110046"/>
                </a:lnTo>
                <a:lnTo>
                  <a:pt x="1904123" y="111100"/>
                </a:lnTo>
                <a:lnTo>
                  <a:pt x="1903054" y="112105"/>
                </a:lnTo>
                <a:lnTo>
                  <a:pt x="1902044" y="113049"/>
                </a:lnTo>
                <a:lnTo>
                  <a:pt x="1901104" y="113925"/>
                </a:lnTo>
                <a:lnTo>
                  <a:pt x="1900242" y="114721"/>
                </a:lnTo>
                <a:lnTo>
                  <a:pt x="1899470" y="115428"/>
                </a:lnTo>
                <a:lnTo>
                  <a:pt x="1898796" y="116036"/>
                </a:lnTo>
                <a:lnTo>
                  <a:pt x="1898230" y="116536"/>
                </a:lnTo>
                <a:lnTo>
                  <a:pt x="1897783" y="116918"/>
                </a:lnTo>
                <a:lnTo>
                  <a:pt x="1895776" y="118726"/>
                </a:lnTo>
                <a:lnTo>
                  <a:pt x="1893975" y="120446"/>
                </a:lnTo>
                <a:lnTo>
                  <a:pt x="1892376" y="122085"/>
                </a:lnTo>
                <a:lnTo>
                  <a:pt x="1890972" y="123653"/>
                </a:lnTo>
                <a:lnTo>
                  <a:pt x="1889755" y="125158"/>
                </a:lnTo>
                <a:lnTo>
                  <a:pt x="1888722" y="126606"/>
                </a:lnTo>
                <a:lnTo>
                  <a:pt x="1887864" y="128006"/>
                </a:lnTo>
                <a:lnTo>
                  <a:pt x="1887176" y="129366"/>
                </a:lnTo>
                <a:lnTo>
                  <a:pt x="1886652" y="130694"/>
                </a:lnTo>
                <a:lnTo>
                  <a:pt x="1886286" y="131998"/>
                </a:lnTo>
                <a:lnTo>
                  <a:pt x="1886070" y="133286"/>
                </a:lnTo>
                <a:lnTo>
                  <a:pt x="1886000" y="134566"/>
                </a:lnTo>
                <a:lnTo>
                  <a:pt x="1886066" y="135863"/>
                </a:lnTo>
                <a:lnTo>
                  <a:pt x="1886276" y="137080"/>
                </a:lnTo>
                <a:lnTo>
                  <a:pt x="1886644" y="138231"/>
                </a:lnTo>
                <a:lnTo>
                  <a:pt x="1887185" y="139332"/>
                </a:lnTo>
                <a:lnTo>
                  <a:pt x="1887916" y="140397"/>
                </a:lnTo>
                <a:lnTo>
                  <a:pt x="1888849" y="141441"/>
                </a:lnTo>
                <a:lnTo>
                  <a:pt x="1890002" y="142481"/>
                </a:lnTo>
                <a:lnTo>
                  <a:pt x="1891389" y="143531"/>
                </a:lnTo>
                <a:lnTo>
                  <a:pt x="1893024" y="144605"/>
                </a:lnTo>
                <a:lnTo>
                  <a:pt x="1894924" y="145721"/>
                </a:lnTo>
                <a:lnTo>
                  <a:pt x="1897104" y="146891"/>
                </a:lnTo>
                <a:lnTo>
                  <a:pt x="1899578" y="148132"/>
                </a:lnTo>
                <a:lnTo>
                  <a:pt x="1895262" y="151368"/>
                </a:lnTo>
                <a:lnTo>
                  <a:pt x="1891401" y="154421"/>
                </a:lnTo>
                <a:lnTo>
                  <a:pt x="1887980" y="157313"/>
                </a:lnTo>
                <a:lnTo>
                  <a:pt x="1884983" y="160063"/>
                </a:lnTo>
                <a:lnTo>
                  <a:pt x="1882396" y="162692"/>
                </a:lnTo>
                <a:lnTo>
                  <a:pt x="1880202" y="165221"/>
                </a:lnTo>
                <a:lnTo>
                  <a:pt x="1878388" y="167669"/>
                </a:lnTo>
                <a:lnTo>
                  <a:pt x="1876937" y="170058"/>
                </a:lnTo>
                <a:lnTo>
                  <a:pt x="1875835" y="172407"/>
                </a:lnTo>
                <a:lnTo>
                  <a:pt x="1875067" y="174737"/>
                </a:lnTo>
                <a:lnTo>
                  <a:pt x="1874617" y="177070"/>
                </a:lnTo>
                <a:lnTo>
                  <a:pt x="1874471" y="179424"/>
                </a:lnTo>
                <a:lnTo>
                  <a:pt x="1874878" y="182768"/>
                </a:lnTo>
                <a:lnTo>
                  <a:pt x="1876063" y="185984"/>
                </a:lnTo>
                <a:lnTo>
                  <a:pt x="1877973" y="189042"/>
                </a:lnTo>
                <a:lnTo>
                  <a:pt x="1880552" y="191910"/>
                </a:lnTo>
                <a:lnTo>
                  <a:pt x="1883748" y="194557"/>
                </a:lnTo>
                <a:lnTo>
                  <a:pt x="1887504" y="196952"/>
                </a:lnTo>
                <a:lnTo>
                  <a:pt x="1891767" y="199064"/>
                </a:lnTo>
                <a:lnTo>
                  <a:pt x="1896484" y="200862"/>
                </a:lnTo>
                <a:lnTo>
                  <a:pt x="1901599" y="202314"/>
                </a:lnTo>
                <a:lnTo>
                  <a:pt x="1907058" y="203390"/>
                </a:lnTo>
                <a:lnTo>
                  <a:pt x="1912808" y="204059"/>
                </a:lnTo>
                <a:lnTo>
                  <a:pt x="1918793" y="204289"/>
                </a:lnTo>
                <a:lnTo>
                  <a:pt x="1923608" y="204151"/>
                </a:lnTo>
                <a:lnTo>
                  <a:pt x="1928430" y="203745"/>
                </a:lnTo>
                <a:lnTo>
                  <a:pt x="1933233" y="203079"/>
                </a:lnTo>
                <a:lnTo>
                  <a:pt x="1937990" y="202163"/>
                </a:lnTo>
                <a:lnTo>
                  <a:pt x="1942676" y="201004"/>
                </a:lnTo>
                <a:lnTo>
                  <a:pt x="1947265" y="199612"/>
                </a:lnTo>
                <a:lnTo>
                  <a:pt x="1951731" y="197996"/>
                </a:lnTo>
                <a:lnTo>
                  <a:pt x="1956048" y="196165"/>
                </a:lnTo>
                <a:lnTo>
                  <a:pt x="1960192" y="194127"/>
                </a:lnTo>
                <a:lnTo>
                  <a:pt x="1964135" y="191892"/>
                </a:lnTo>
                <a:lnTo>
                  <a:pt x="1967852" y="189468"/>
                </a:lnTo>
                <a:lnTo>
                  <a:pt x="1971317" y="186864"/>
                </a:lnTo>
                <a:lnTo>
                  <a:pt x="1973640" y="184870"/>
                </a:lnTo>
                <a:lnTo>
                  <a:pt x="1975743" y="182860"/>
                </a:lnTo>
                <a:lnTo>
                  <a:pt x="1977628" y="180831"/>
                </a:lnTo>
                <a:lnTo>
                  <a:pt x="1979300" y="178778"/>
                </a:lnTo>
                <a:lnTo>
                  <a:pt x="1980761" y="176697"/>
                </a:lnTo>
                <a:lnTo>
                  <a:pt x="1982016" y="174582"/>
                </a:lnTo>
                <a:lnTo>
                  <a:pt x="1983069" y="172431"/>
                </a:lnTo>
                <a:lnTo>
                  <a:pt x="1983921" y="170237"/>
                </a:lnTo>
                <a:lnTo>
                  <a:pt x="1984579" y="167997"/>
                </a:lnTo>
                <a:lnTo>
                  <a:pt x="1985044" y="165706"/>
                </a:lnTo>
                <a:lnTo>
                  <a:pt x="1985320" y="163361"/>
                </a:lnTo>
                <a:lnTo>
                  <a:pt x="1985411" y="160955"/>
                </a:lnTo>
                <a:lnTo>
                  <a:pt x="1985163" y="157091"/>
                </a:lnTo>
                <a:lnTo>
                  <a:pt x="1984431" y="153457"/>
                </a:lnTo>
                <a:lnTo>
                  <a:pt x="1983233" y="150072"/>
                </a:lnTo>
                <a:lnTo>
                  <a:pt x="1981586" y="146953"/>
                </a:lnTo>
                <a:lnTo>
                  <a:pt x="1979509" y="144115"/>
                </a:lnTo>
                <a:lnTo>
                  <a:pt x="1977019" y="141575"/>
                </a:lnTo>
                <a:lnTo>
                  <a:pt x="1974134" y="139351"/>
                </a:lnTo>
                <a:lnTo>
                  <a:pt x="1970872" y="137459"/>
                </a:lnTo>
                <a:lnTo>
                  <a:pt x="1967250" y="135916"/>
                </a:lnTo>
                <a:lnTo>
                  <a:pt x="1963288" y="134738"/>
                </a:lnTo>
                <a:lnTo>
                  <a:pt x="1959001" y="133942"/>
                </a:lnTo>
                <a:lnTo>
                  <a:pt x="1954409" y="133546"/>
                </a:lnTo>
                <a:lnTo>
                  <a:pt x="1921358" y="132009"/>
                </a:lnTo>
                <a:lnTo>
                  <a:pt x="1918111" y="131844"/>
                </a:lnTo>
                <a:lnTo>
                  <a:pt x="1915161" y="131604"/>
                </a:lnTo>
                <a:lnTo>
                  <a:pt x="1912505" y="131289"/>
                </a:lnTo>
                <a:lnTo>
                  <a:pt x="1910140" y="130900"/>
                </a:lnTo>
                <a:lnTo>
                  <a:pt x="1908063" y="130437"/>
                </a:lnTo>
                <a:lnTo>
                  <a:pt x="1906272" y="129898"/>
                </a:lnTo>
                <a:lnTo>
                  <a:pt x="1904763" y="129286"/>
                </a:lnTo>
                <a:lnTo>
                  <a:pt x="1903535" y="128599"/>
                </a:lnTo>
                <a:lnTo>
                  <a:pt x="1902585" y="127837"/>
                </a:lnTo>
                <a:lnTo>
                  <a:pt x="1901909" y="127001"/>
                </a:lnTo>
                <a:lnTo>
                  <a:pt x="1901506" y="126090"/>
                </a:lnTo>
                <a:lnTo>
                  <a:pt x="1901372" y="125105"/>
                </a:lnTo>
                <a:lnTo>
                  <a:pt x="1901542" y="123752"/>
                </a:lnTo>
                <a:lnTo>
                  <a:pt x="1902030" y="122276"/>
                </a:lnTo>
                <a:lnTo>
                  <a:pt x="1902801" y="120715"/>
                </a:lnTo>
                <a:lnTo>
                  <a:pt x="1903820" y="119107"/>
                </a:lnTo>
                <a:lnTo>
                  <a:pt x="1905052" y="117487"/>
                </a:lnTo>
                <a:lnTo>
                  <a:pt x="1906463" y="115895"/>
                </a:lnTo>
                <a:lnTo>
                  <a:pt x="1908019" y="114366"/>
                </a:lnTo>
                <a:lnTo>
                  <a:pt x="1909683" y="112938"/>
                </a:lnTo>
                <a:lnTo>
                  <a:pt x="1911423" y="111649"/>
                </a:lnTo>
                <a:lnTo>
                  <a:pt x="1913203" y="110536"/>
                </a:lnTo>
                <a:lnTo>
                  <a:pt x="1914988" y="109636"/>
                </a:lnTo>
                <a:lnTo>
                  <a:pt x="1916744" y="108986"/>
                </a:lnTo>
                <a:lnTo>
                  <a:pt x="1917310" y="109050"/>
                </a:lnTo>
                <a:lnTo>
                  <a:pt x="1917853" y="109113"/>
                </a:lnTo>
                <a:lnTo>
                  <a:pt x="1918370" y="109175"/>
                </a:lnTo>
                <a:lnTo>
                  <a:pt x="1918861" y="109233"/>
                </a:lnTo>
                <a:lnTo>
                  <a:pt x="1919323" y="109288"/>
                </a:lnTo>
                <a:lnTo>
                  <a:pt x="1919756" y="109339"/>
                </a:lnTo>
                <a:lnTo>
                  <a:pt x="1920156" y="109384"/>
                </a:lnTo>
                <a:lnTo>
                  <a:pt x="1920522" y="109423"/>
                </a:lnTo>
                <a:lnTo>
                  <a:pt x="1920852" y="109454"/>
                </a:lnTo>
                <a:lnTo>
                  <a:pt x="1921145" y="109478"/>
                </a:lnTo>
                <a:lnTo>
                  <a:pt x="1921399" y="109493"/>
                </a:lnTo>
                <a:lnTo>
                  <a:pt x="1921612" y="109498"/>
                </a:lnTo>
                <a:lnTo>
                  <a:pt x="1922796" y="109621"/>
                </a:lnTo>
                <a:lnTo>
                  <a:pt x="1923916" y="109733"/>
                </a:lnTo>
                <a:lnTo>
                  <a:pt x="1924970" y="109834"/>
                </a:lnTo>
                <a:lnTo>
                  <a:pt x="1925957" y="109925"/>
                </a:lnTo>
                <a:lnTo>
                  <a:pt x="1926877" y="110006"/>
                </a:lnTo>
                <a:lnTo>
                  <a:pt x="1927729" y="110075"/>
                </a:lnTo>
                <a:lnTo>
                  <a:pt x="1928511" y="110134"/>
                </a:lnTo>
                <a:lnTo>
                  <a:pt x="1929222" y="110182"/>
                </a:lnTo>
                <a:lnTo>
                  <a:pt x="1929863" y="110220"/>
                </a:lnTo>
                <a:lnTo>
                  <a:pt x="1930432" y="110247"/>
                </a:lnTo>
                <a:lnTo>
                  <a:pt x="1930928" y="110263"/>
                </a:lnTo>
                <a:lnTo>
                  <a:pt x="1931350" y="110268"/>
                </a:lnTo>
                <a:lnTo>
                  <a:pt x="1933734" y="110189"/>
                </a:lnTo>
                <a:lnTo>
                  <a:pt x="1936139" y="109952"/>
                </a:lnTo>
                <a:lnTo>
                  <a:pt x="1938555" y="109560"/>
                </a:lnTo>
                <a:lnTo>
                  <a:pt x="1940971" y="109016"/>
                </a:lnTo>
                <a:lnTo>
                  <a:pt x="1943376" y="108322"/>
                </a:lnTo>
                <a:lnTo>
                  <a:pt x="1945760" y="107482"/>
                </a:lnTo>
                <a:lnTo>
                  <a:pt x="1948112" y="106498"/>
                </a:lnTo>
                <a:lnTo>
                  <a:pt x="1950422" y="105372"/>
                </a:lnTo>
                <a:lnTo>
                  <a:pt x="1952678" y="104108"/>
                </a:lnTo>
                <a:lnTo>
                  <a:pt x="1954870" y="102708"/>
                </a:lnTo>
                <a:lnTo>
                  <a:pt x="1956987" y="101174"/>
                </a:lnTo>
                <a:lnTo>
                  <a:pt x="1959018" y="99509"/>
                </a:lnTo>
                <a:lnTo>
                  <a:pt x="1961036" y="97677"/>
                </a:lnTo>
                <a:lnTo>
                  <a:pt x="1962865" y="95764"/>
                </a:lnTo>
                <a:lnTo>
                  <a:pt x="1964507" y="93761"/>
                </a:lnTo>
                <a:lnTo>
                  <a:pt x="1965965" y="91663"/>
                </a:lnTo>
                <a:lnTo>
                  <a:pt x="1967241" y="89461"/>
                </a:lnTo>
                <a:lnTo>
                  <a:pt x="1968339" y="87149"/>
                </a:lnTo>
                <a:lnTo>
                  <a:pt x="1969260" y="84720"/>
                </a:lnTo>
                <a:lnTo>
                  <a:pt x="1970008" y="82167"/>
                </a:lnTo>
                <a:lnTo>
                  <a:pt x="1970585" y="79482"/>
                </a:lnTo>
                <a:lnTo>
                  <a:pt x="1970994" y="76658"/>
                </a:lnTo>
                <a:lnTo>
                  <a:pt x="1971237" y="73689"/>
                </a:lnTo>
                <a:lnTo>
                  <a:pt x="1971317" y="70567"/>
                </a:lnTo>
                <a:lnTo>
                  <a:pt x="1971290" y="68740"/>
                </a:lnTo>
                <a:lnTo>
                  <a:pt x="1971206" y="66963"/>
                </a:lnTo>
                <a:lnTo>
                  <a:pt x="1971061" y="65224"/>
                </a:lnTo>
                <a:lnTo>
                  <a:pt x="1970852" y="63509"/>
                </a:lnTo>
                <a:lnTo>
                  <a:pt x="1970576" y="61804"/>
                </a:lnTo>
                <a:lnTo>
                  <a:pt x="1970228" y="60097"/>
                </a:lnTo>
                <a:lnTo>
                  <a:pt x="1969806" y="58373"/>
                </a:lnTo>
                <a:lnTo>
                  <a:pt x="1969305" y="56621"/>
                </a:lnTo>
                <a:lnTo>
                  <a:pt x="1968723" y="54825"/>
                </a:lnTo>
                <a:lnTo>
                  <a:pt x="1968055" y="52974"/>
                </a:lnTo>
                <a:lnTo>
                  <a:pt x="1967299" y="51053"/>
                </a:lnTo>
                <a:lnTo>
                  <a:pt x="1966450" y="49049"/>
                </a:lnTo>
                <a:lnTo>
                  <a:pt x="1987714" y="49049"/>
                </a:lnTo>
                <a:moveTo>
                  <a:pt x="1904957" y="148898"/>
                </a:moveTo>
                <a:lnTo>
                  <a:pt x="1907310" y="149342"/>
                </a:lnTo>
                <a:lnTo>
                  <a:pt x="1910096" y="149770"/>
                </a:lnTo>
                <a:lnTo>
                  <a:pt x="1913245" y="150178"/>
                </a:lnTo>
                <a:lnTo>
                  <a:pt x="1916687" y="150562"/>
                </a:lnTo>
                <a:lnTo>
                  <a:pt x="1920353" y="150918"/>
                </a:lnTo>
                <a:lnTo>
                  <a:pt x="1924174" y="151240"/>
                </a:lnTo>
                <a:lnTo>
                  <a:pt x="1928081" y="151525"/>
                </a:lnTo>
                <a:lnTo>
                  <a:pt x="1932003" y="151768"/>
                </a:lnTo>
                <a:lnTo>
                  <a:pt x="1935872" y="151965"/>
                </a:lnTo>
                <a:lnTo>
                  <a:pt x="1939618" y="152111"/>
                </a:lnTo>
                <a:lnTo>
                  <a:pt x="1943172" y="152202"/>
                </a:lnTo>
                <a:lnTo>
                  <a:pt x="1946465" y="152233"/>
                </a:lnTo>
                <a:lnTo>
                  <a:pt x="1951988" y="152304"/>
                </a:lnTo>
                <a:lnTo>
                  <a:pt x="1956914" y="152523"/>
                </a:lnTo>
                <a:lnTo>
                  <a:pt x="1961266" y="152898"/>
                </a:lnTo>
                <a:lnTo>
                  <a:pt x="1965065" y="153440"/>
                </a:lnTo>
                <a:lnTo>
                  <a:pt x="1968334" y="154156"/>
                </a:lnTo>
                <a:lnTo>
                  <a:pt x="1971095" y="155055"/>
                </a:lnTo>
                <a:lnTo>
                  <a:pt x="1973370" y="156147"/>
                </a:lnTo>
                <a:lnTo>
                  <a:pt x="1975181" y="157439"/>
                </a:lnTo>
                <a:lnTo>
                  <a:pt x="1976552" y="158943"/>
                </a:lnTo>
                <a:lnTo>
                  <a:pt x="1977503" y="160665"/>
                </a:lnTo>
                <a:lnTo>
                  <a:pt x="1978057" y="162615"/>
                </a:lnTo>
                <a:lnTo>
                  <a:pt x="1978237" y="164802"/>
                </a:lnTo>
                <a:lnTo>
                  <a:pt x="1977837" y="168418"/>
                </a:lnTo>
                <a:lnTo>
                  <a:pt x="1976661" y="171812"/>
                </a:lnTo>
                <a:lnTo>
                  <a:pt x="1974742" y="174967"/>
                </a:lnTo>
                <a:lnTo>
                  <a:pt x="1972116" y="177866"/>
                </a:lnTo>
                <a:lnTo>
                  <a:pt x="1968818" y="180490"/>
                </a:lnTo>
                <a:lnTo>
                  <a:pt x="1964881" y="182822"/>
                </a:lnTo>
                <a:lnTo>
                  <a:pt x="1960342" y="184844"/>
                </a:lnTo>
                <a:lnTo>
                  <a:pt x="1955234" y="186539"/>
                </a:lnTo>
                <a:lnTo>
                  <a:pt x="1949592" y="187887"/>
                </a:lnTo>
                <a:lnTo>
                  <a:pt x="1943451" y="188873"/>
                </a:lnTo>
                <a:lnTo>
                  <a:pt x="1936845" y="189477"/>
                </a:lnTo>
                <a:lnTo>
                  <a:pt x="1929810" y="189683"/>
                </a:lnTo>
                <a:lnTo>
                  <a:pt x="1924338" y="189530"/>
                </a:lnTo>
                <a:lnTo>
                  <a:pt x="1919211" y="189079"/>
                </a:lnTo>
                <a:lnTo>
                  <a:pt x="1914453" y="188344"/>
                </a:lnTo>
                <a:lnTo>
                  <a:pt x="1910091" y="187337"/>
                </a:lnTo>
                <a:lnTo>
                  <a:pt x="1906149" y="186069"/>
                </a:lnTo>
                <a:lnTo>
                  <a:pt x="1902652" y="184554"/>
                </a:lnTo>
                <a:lnTo>
                  <a:pt x="1899624" y="182803"/>
                </a:lnTo>
                <a:lnTo>
                  <a:pt x="1897091" y="180830"/>
                </a:lnTo>
                <a:lnTo>
                  <a:pt x="1895078" y="178647"/>
                </a:lnTo>
                <a:lnTo>
                  <a:pt x="1893609" y="176266"/>
                </a:lnTo>
                <a:lnTo>
                  <a:pt x="1892709" y="173699"/>
                </a:lnTo>
                <a:lnTo>
                  <a:pt x="1892404" y="170960"/>
                </a:lnTo>
                <a:lnTo>
                  <a:pt x="1892445" y="169531"/>
                </a:lnTo>
                <a:lnTo>
                  <a:pt x="1892586" y="168168"/>
                </a:lnTo>
                <a:lnTo>
                  <a:pt x="1892852" y="166828"/>
                </a:lnTo>
                <a:lnTo>
                  <a:pt x="1893267" y="165469"/>
                </a:lnTo>
                <a:lnTo>
                  <a:pt x="1893857" y="164049"/>
                </a:lnTo>
                <a:lnTo>
                  <a:pt x="1894646" y="162527"/>
                </a:lnTo>
                <a:lnTo>
                  <a:pt x="1895659" y="160861"/>
                </a:lnTo>
                <a:lnTo>
                  <a:pt x="1896921" y="159008"/>
                </a:lnTo>
                <a:lnTo>
                  <a:pt x="1898457" y="156927"/>
                </a:lnTo>
                <a:lnTo>
                  <a:pt x="1900291" y="154577"/>
                </a:lnTo>
                <a:lnTo>
                  <a:pt x="1902450" y="151914"/>
                </a:lnTo>
                <a:lnTo>
                  <a:pt x="1904957" y="148898"/>
                </a:lnTo>
                <a:moveTo>
                  <a:pt x="1906239" y="61857"/>
                </a:moveTo>
                <a:lnTo>
                  <a:pt x="1906387" y="58208"/>
                </a:lnTo>
                <a:lnTo>
                  <a:pt x="1906825" y="54823"/>
                </a:lnTo>
                <a:lnTo>
                  <a:pt x="1907544" y="51712"/>
                </a:lnTo>
                <a:lnTo>
                  <a:pt x="1908536" y="48885"/>
                </a:lnTo>
                <a:lnTo>
                  <a:pt x="1909791" y="46353"/>
                </a:lnTo>
                <a:lnTo>
                  <a:pt x="1911300" y="44125"/>
                </a:lnTo>
                <a:lnTo>
                  <a:pt x="1913055" y="42213"/>
                </a:lnTo>
                <a:lnTo>
                  <a:pt x="1915046" y="40625"/>
                </a:lnTo>
                <a:lnTo>
                  <a:pt x="1917265" y="39372"/>
                </a:lnTo>
                <a:lnTo>
                  <a:pt x="1919703" y="38465"/>
                </a:lnTo>
                <a:lnTo>
                  <a:pt x="1922351" y="37913"/>
                </a:lnTo>
                <a:lnTo>
                  <a:pt x="1925201" y="37727"/>
                </a:lnTo>
                <a:lnTo>
                  <a:pt x="1927158" y="37818"/>
                </a:lnTo>
                <a:lnTo>
                  <a:pt x="1929058" y="38089"/>
                </a:lnTo>
                <a:lnTo>
                  <a:pt x="1930896" y="38535"/>
                </a:lnTo>
                <a:lnTo>
                  <a:pt x="1932667" y="39154"/>
                </a:lnTo>
                <a:lnTo>
                  <a:pt x="1934367" y="39940"/>
                </a:lnTo>
                <a:lnTo>
                  <a:pt x="1935992" y="40891"/>
                </a:lnTo>
                <a:lnTo>
                  <a:pt x="1937536" y="42001"/>
                </a:lnTo>
                <a:lnTo>
                  <a:pt x="1938997" y="43268"/>
                </a:lnTo>
                <a:lnTo>
                  <a:pt x="1940368" y="44687"/>
                </a:lnTo>
                <a:lnTo>
                  <a:pt x="1941646" y="46255"/>
                </a:lnTo>
                <a:lnTo>
                  <a:pt x="1942826" y="47967"/>
                </a:lnTo>
                <a:lnTo>
                  <a:pt x="1943904" y="49819"/>
                </a:lnTo>
                <a:lnTo>
                  <a:pt x="1945023" y="52116"/>
                </a:lnTo>
                <a:lnTo>
                  <a:pt x="1946074" y="54515"/>
                </a:lnTo>
                <a:lnTo>
                  <a:pt x="1947049" y="56999"/>
                </a:lnTo>
                <a:lnTo>
                  <a:pt x="1947945" y="59552"/>
                </a:lnTo>
                <a:lnTo>
                  <a:pt x="1948756" y="62159"/>
                </a:lnTo>
                <a:lnTo>
                  <a:pt x="1949475" y="64803"/>
                </a:lnTo>
                <a:lnTo>
                  <a:pt x="1950099" y="67469"/>
                </a:lnTo>
                <a:lnTo>
                  <a:pt x="1950622" y="70140"/>
                </a:lnTo>
                <a:lnTo>
                  <a:pt x="1951037" y="72800"/>
                </a:lnTo>
                <a:lnTo>
                  <a:pt x="1951341" y="75433"/>
                </a:lnTo>
                <a:lnTo>
                  <a:pt x="1951527" y="78024"/>
                </a:lnTo>
                <a:lnTo>
                  <a:pt x="1951590" y="80556"/>
                </a:lnTo>
                <a:lnTo>
                  <a:pt x="1951437" y="84027"/>
                </a:lnTo>
                <a:lnTo>
                  <a:pt x="1950985" y="87261"/>
                </a:lnTo>
                <a:lnTo>
                  <a:pt x="1950245" y="90247"/>
                </a:lnTo>
                <a:lnTo>
                  <a:pt x="1949227" y="92971"/>
                </a:lnTo>
                <a:lnTo>
                  <a:pt x="1947942" y="95422"/>
                </a:lnTo>
                <a:lnTo>
                  <a:pt x="1946401" y="97586"/>
                </a:lnTo>
                <a:lnTo>
                  <a:pt x="1944615" y="99451"/>
                </a:lnTo>
                <a:lnTo>
                  <a:pt x="1942593" y="101005"/>
                </a:lnTo>
                <a:lnTo>
                  <a:pt x="1940348" y="102236"/>
                </a:lnTo>
                <a:lnTo>
                  <a:pt x="1937889" y="103130"/>
                </a:lnTo>
                <a:lnTo>
                  <a:pt x="1935228" y="103676"/>
                </a:lnTo>
                <a:lnTo>
                  <a:pt x="1932375" y="103861"/>
                </a:lnTo>
                <a:lnTo>
                  <a:pt x="1928631" y="103519"/>
                </a:lnTo>
                <a:lnTo>
                  <a:pt x="1925101" y="102514"/>
                </a:lnTo>
                <a:lnTo>
                  <a:pt x="1921806" y="100875"/>
                </a:lnTo>
                <a:lnTo>
                  <a:pt x="1918767" y="98634"/>
                </a:lnTo>
                <a:lnTo>
                  <a:pt x="1916005" y="95820"/>
                </a:lnTo>
                <a:lnTo>
                  <a:pt x="1913542" y="92464"/>
                </a:lnTo>
                <a:lnTo>
                  <a:pt x="1911400" y="88595"/>
                </a:lnTo>
                <a:lnTo>
                  <a:pt x="1909599" y="84245"/>
                </a:lnTo>
                <a:lnTo>
                  <a:pt x="1908161" y="79442"/>
                </a:lnTo>
                <a:lnTo>
                  <a:pt x="1907108" y="74218"/>
                </a:lnTo>
                <a:lnTo>
                  <a:pt x="1906460" y="68603"/>
                </a:lnTo>
                <a:lnTo>
                  <a:pt x="1906239" y="62627"/>
                </a:lnTo>
                <a:lnTo>
                  <a:pt x="1906239" y="61857"/>
                </a:lnTo>
                <a:close/>
                <a:moveTo>
                  <a:pt x="2099937" y="106308"/>
                </a:moveTo>
                <a:lnTo>
                  <a:pt x="2096886" y="110930"/>
                </a:lnTo>
                <a:lnTo>
                  <a:pt x="2093865" y="115066"/>
                </a:lnTo>
                <a:lnTo>
                  <a:pt x="2090850" y="118732"/>
                </a:lnTo>
                <a:lnTo>
                  <a:pt x="2087820" y="121945"/>
                </a:lnTo>
                <a:lnTo>
                  <a:pt x="2084750" y="124719"/>
                </a:lnTo>
                <a:lnTo>
                  <a:pt x="2081618" y="127072"/>
                </a:lnTo>
                <a:lnTo>
                  <a:pt x="2078401" y="129019"/>
                </a:lnTo>
                <a:lnTo>
                  <a:pt x="2075075" y="130576"/>
                </a:lnTo>
                <a:lnTo>
                  <a:pt x="2071617" y="131759"/>
                </a:lnTo>
                <a:lnTo>
                  <a:pt x="2068005" y="132584"/>
                </a:lnTo>
                <a:lnTo>
                  <a:pt x="2064215" y="133067"/>
                </a:lnTo>
                <a:lnTo>
                  <a:pt x="2060224" y="133225"/>
                </a:lnTo>
                <a:lnTo>
                  <a:pt x="2056648" y="133070"/>
                </a:lnTo>
                <a:lnTo>
                  <a:pt x="2053222" y="132607"/>
                </a:lnTo>
                <a:lnTo>
                  <a:pt x="2049945" y="131835"/>
                </a:lnTo>
                <a:lnTo>
                  <a:pt x="2046817" y="130756"/>
                </a:lnTo>
                <a:lnTo>
                  <a:pt x="2043839" y="129371"/>
                </a:lnTo>
                <a:lnTo>
                  <a:pt x="2041010" y="127681"/>
                </a:lnTo>
                <a:lnTo>
                  <a:pt x="2038330" y="125686"/>
                </a:lnTo>
                <a:lnTo>
                  <a:pt x="2035800" y="123388"/>
                </a:lnTo>
                <a:lnTo>
                  <a:pt x="2033419" y="120787"/>
                </a:lnTo>
                <a:lnTo>
                  <a:pt x="2031188" y="117885"/>
                </a:lnTo>
                <a:lnTo>
                  <a:pt x="2029106" y="114682"/>
                </a:lnTo>
                <a:lnTo>
                  <a:pt x="2027173" y="111179"/>
                </a:lnTo>
                <a:lnTo>
                  <a:pt x="2026077" y="108765"/>
                </a:lnTo>
                <a:lnTo>
                  <a:pt x="2025094" y="106376"/>
                </a:lnTo>
                <a:lnTo>
                  <a:pt x="2024218" y="103981"/>
                </a:lnTo>
                <a:lnTo>
                  <a:pt x="2023443" y="101551"/>
                </a:lnTo>
                <a:lnTo>
                  <a:pt x="2022765" y="99057"/>
                </a:lnTo>
                <a:lnTo>
                  <a:pt x="2022177" y="96470"/>
                </a:lnTo>
                <a:lnTo>
                  <a:pt x="2021675" y="93759"/>
                </a:lnTo>
                <a:lnTo>
                  <a:pt x="2021252" y="90897"/>
                </a:lnTo>
                <a:lnTo>
                  <a:pt x="2020905" y="87853"/>
                </a:lnTo>
                <a:lnTo>
                  <a:pt x="2020627" y="84598"/>
                </a:lnTo>
                <a:lnTo>
                  <a:pt x="2020412" y="81103"/>
                </a:lnTo>
                <a:lnTo>
                  <a:pt x="2020257" y="77338"/>
                </a:lnTo>
                <a:lnTo>
                  <a:pt x="2099171" y="77338"/>
                </a:lnTo>
                <a:lnTo>
                  <a:pt x="2098645" y="73369"/>
                </a:lnTo>
                <a:lnTo>
                  <a:pt x="2098087" y="69749"/>
                </a:lnTo>
                <a:lnTo>
                  <a:pt x="2097484" y="66443"/>
                </a:lnTo>
                <a:lnTo>
                  <a:pt x="2096825" y="63418"/>
                </a:lnTo>
                <a:lnTo>
                  <a:pt x="2096099" y="60638"/>
                </a:lnTo>
                <a:lnTo>
                  <a:pt x="2095294" y="58069"/>
                </a:lnTo>
                <a:lnTo>
                  <a:pt x="2094398" y="55676"/>
                </a:lnTo>
                <a:lnTo>
                  <a:pt x="2093400" y="53425"/>
                </a:lnTo>
                <a:lnTo>
                  <a:pt x="2092288" y="51280"/>
                </a:lnTo>
                <a:lnTo>
                  <a:pt x="2091051" y="49207"/>
                </a:lnTo>
                <a:lnTo>
                  <a:pt x="2089676" y="47172"/>
                </a:lnTo>
                <a:lnTo>
                  <a:pt x="2088154" y="45139"/>
                </a:lnTo>
                <a:lnTo>
                  <a:pt x="2086147" y="42918"/>
                </a:lnTo>
                <a:lnTo>
                  <a:pt x="2083979" y="40862"/>
                </a:lnTo>
                <a:lnTo>
                  <a:pt x="2081659" y="38975"/>
                </a:lnTo>
                <a:lnTo>
                  <a:pt x="2079194" y="37265"/>
                </a:lnTo>
                <a:lnTo>
                  <a:pt x="2076594" y="35735"/>
                </a:lnTo>
                <a:lnTo>
                  <a:pt x="2073868" y="34392"/>
                </a:lnTo>
                <a:lnTo>
                  <a:pt x="2071024" y="33240"/>
                </a:lnTo>
                <a:lnTo>
                  <a:pt x="2068072" y="32286"/>
                </a:lnTo>
                <a:lnTo>
                  <a:pt x="2065021" y="31534"/>
                </a:lnTo>
                <a:lnTo>
                  <a:pt x="2061878" y="30990"/>
                </a:lnTo>
                <a:lnTo>
                  <a:pt x="2058654" y="30660"/>
                </a:lnTo>
                <a:lnTo>
                  <a:pt x="2055357" y="30549"/>
                </a:lnTo>
                <a:lnTo>
                  <a:pt x="2052171" y="30645"/>
                </a:lnTo>
                <a:lnTo>
                  <a:pt x="2049022" y="30931"/>
                </a:lnTo>
                <a:lnTo>
                  <a:pt x="2045916" y="31406"/>
                </a:lnTo>
                <a:lnTo>
                  <a:pt x="2042859" y="32067"/>
                </a:lnTo>
                <a:lnTo>
                  <a:pt x="2039854" y="32914"/>
                </a:lnTo>
                <a:lnTo>
                  <a:pt x="2036909" y="33943"/>
                </a:lnTo>
                <a:lnTo>
                  <a:pt x="2034028" y="35154"/>
                </a:lnTo>
                <a:lnTo>
                  <a:pt x="2031216" y="36544"/>
                </a:lnTo>
                <a:lnTo>
                  <a:pt x="2028479" y="38111"/>
                </a:lnTo>
                <a:lnTo>
                  <a:pt x="2025821" y="39855"/>
                </a:lnTo>
                <a:lnTo>
                  <a:pt x="2023250" y="41772"/>
                </a:lnTo>
                <a:lnTo>
                  <a:pt x="2020769" y="43861"/>
                </a:lnTo>
                <a:lnTo>
                  <a:pt x="2017866" y="46635"/>
                </a:lnTo>
                <a:lnTo>
                  <a:pt x="2015182" y="49713"/>
                </a:lnTo>
                <a:lnTo>
                  <a:pt x="2012725" y="53077"/>
                </a:lnTo>
                <a:lnTo>
                  <a:pt x="2010500" y="56710"/>
                </a:lnTo>
                <a:lnTo>
                  <a:pt x="2008513" y="60596"/>
                </a:lnTo>
                <a:lnTo>
                  <a:pt x="2006771" y="64719"/>
                </a:lnTo>
                <a:lnTo>
                  <a:pt x="2005281" y="69062"/>
                </a:lnTo>
                <a:lnTo>
                  <a:pt x="2004047" y="73608"/>
                </a:lnTo>
                <a:lnTo>
                  <a:pt x="2003077" y="78340"/>
                </a:lnTo>
                <a:lnTo>
                  <a:pt x="2002376" y="83242"/>
                </a:lnTo>
                <a:lnTo>
                  <a:pt x="2001951" y="88297"/>
                </a:lnTo>
                <a:lnTo>
                  <a:pt x="2001808" y="93489"/>
                </a:lnTo>
                <a:lnTo>
                  <a:pt x="2002188" y="102050"/>
                </a:lnTo>
                <a:lnTo>
                  <a:pt x="2003311" y="110025"/>
                </a:lnTo>
                <a:lnTo>
                  <a:pt x="2005151" y="117384"/>
                </a:lnTo>
                <a:lnTo>
                  <a:pt x="2007682" y="124096"/>
                </a:lnTo>
                <a:lnTo>
                  <a:pt x="2010879" y="130132"/>
                </a:lnTo>
                <a:lnTo>
                  <a:pt x="2014715" y="135461"/>
                </a:lnTo>
                <a:lnTo>
                  <a:pt x="2019165" y="140053"/>
                </a:lnTo>
                <a:lnTo>
                  <a:pt x="2024203" y="143877"/>
                </a:lnTo>
                <a:lnTo>
                  <a:pt x="2029804" y="146904"/>
                </a:lnTo>
                <a:lnTo>
                  <a:pt x="2035940" y="149104"/>
                </a:lnTo>
                <a:lnTo>
                  <a:pt x="2042587" y="150446"/>
                </a:lnTo>
                <a:lnTo>
                  <a:pt x="2049719" y="150900"/>
                </a:lnTo>
                <a:lnTo>
                  <a:pt x="2055696" y="150587"/>
                </a:lnTo>
                <a:lnTo>
                  <a:pt x="2061447" y="149652"/>
                </a:lnTo>
                <a:lnTo>
                  <a:pt x="2066962" y="148106"/>
                </a:lnTo>
                <a:lnTo>
                  <a:pt x="2072228" y="145956"/>
                </a:lnTo>
                <a:lnTo>
                  <a:pt x="2077235" y="143212"/>
                </a:lnTo>
                <a:lnTo>
                  <a:pt x="2081970" y="139882"/>
                </a:lnTo>
                <a:lnTo>
                  <a:pt x="2086423" y="135976"/>
                </a:lnTo>
                <a:lnTo>
                  <a:pt x="2090581" y="131502"/>
                </a:lnTo>
                <a:lnTo>
                  <a:pt x="2094433" y="126468"/>
                </a:lnTo>
                <a:lnTo>
                  <a:pt x="2097968" y="120885"/>
                </a:lnTo>
                <a:lnTo>
                  <a:pt x="2101173" y="114760"/>
                </a:lnTo>
                <a:lnTo>
                  <a:pt x="2104038" y="108102"/>
                </a:lnTo>
                <a:lnTo>
                  <a:pt x="2099937" y="106308"/>
                </a:lnTo>
                <a:moveTo>
                  <a:pt x="2020769" y="69140"/>
                </a:moveTo>
                <a:lnTo>
                  <a:pt x="2021596" y="64379"/>
                </a:lnTo>
                <a:lnTo>
                  <a:pt x="2022673" y="60050"/>
                </a:lnTo>
                <a:lnTo>
                  <a:pt x="2024002" y="56150"/>
                </a:lnTo>
                <a:lnTo>
                  <a:pt x="2025588" y="52676"/>
                </a:lnTo>
                <a:lnTo>
                  <a:pt x="2027433" y="49623"/>
                </a:lnTo>
                <a:lnTo>
                  <a:pt x="2029542" y="46990"/>
                </a:lnTo>
                <a:lnTo>
                  <a:pt x="2031918" y="44771"/>
                </a:lnTo>
                <a:lnTo>
                  <a:pt x="2034565" y="42963"/>
                </a:lnTo>
                <a:lnTo>
                  <a:pt x="2037485" y="41563"/>
                </a:lnTo>
                <a:lnTo>
                  <a:pt x="2040683" y="40568"/>
                </a:lnTo>
                <a:lnTo>
                  <a:pt x="2044161" y="39973"/>
                </a:lnTo>
                <a:lnTo>
                  <a:pt x="2047925" y="39776"/>
                </a:lnTo>
                <a:lnTo>
                  <a:pt x="2051639" y="39929"/>
                </a:lnTo>
                <a:lnTo>
                  <a:pt x="2054981" y="40408"/>
                </a:lnTo>
                <a:lnTo>
                  <a:pt x="2057974" y="41240"/>
                </a:lnTo>
                <a:lnTo>
                  <a:pt x="2060641" y="42452"/>
                </a:lnTo>
                <a:lnTo>
                  <a:pt x="2063007" y="44072"/>
                </a:lnTo>
                <a:lnTo>
                  <a:pt x="2065092" y="46128"/>
                </a:lnTo>
                <a:lnTo>
                  <a:pt x="2066922" y="48646"/>
                </a:lnTo>
                <a:lnTo>
                  <a:pt x="2068518" y="51654"/>
                </a:lnTo>
                <a:lnTo>
                  <a:pt x="2069905" y="55180"/>
                </a:lnTo>
                <a:lnTo>
                  <a:pt x="2071104" y="59252"/>
                </a:lnTo>
                <a:lnTo>
                  <a:pt x="2072140" y="63896"/>
                </a:lnTo>
                <a:lnTo>
                  <a:pt x="2073036" y="69140"/>
                </a:lnTo>
                <a:lnTo>
                  <a:pt x="2020769" y="69140"/>
                </a:lnTo>
                <a:close/>
                <a:moveTo>
                  <a:pt x="2113261" y="46437"/>
                </a:moveTo>
                <a:lnTo>
                  <a:pt x="2113666" y="46255"/>
                </a:lnTo>
                <a:lnTo>
                  <a:pt x="2114111" y="46094"/>
                </a:lnTo>
                <a:lnTo>
                  <a:pt x="2114594" y="45952"/>
                </a:lnTo>
                <a:lnTo>
                  <a:pt x="2115111" y="45830"/>
                </a:lnTo>
                <a:lnTo>
                  <a:pt x="2115661" y="45724"/>
                </a:lnTo>
                <a:lnTo>
                  <a:pt x="2116240" y="45636"/>
                </a:lnTo>
                <a:lnTo>
                  <a:pt x="2116845" y="45564"/>
                </a:lnTo>
                <a:lnTo>
                  <a:pt x="2117475" y="45507"/>
                </a:lnTo>
                <a:lnTo>
                  <a:pt x="2118126" y="45465"/>
                </a:lnTo>
                <a:lnTo>
                  <a:pt x="2118796" y="45435"/>
                </a:lnTo>
                <a:lnTo>
                  <a:pt x="2119481" y="45419"/>
                </a:lnTo>
                <a:lnTo>
                  <a:pt x="2120180" y="45413"/>
                </a:lnTo>
                <a:lnTo>
                  <a:pt x="2121874" y="45496"/>
                </a:lnTo>
                <a:lnTo>
                  <a:pt x="2123373" y="45756"/>
                </a:lnTo>
                <a:lnTo>
                  <a:pt x="2124688" y="46210"/>
                </a:lnTo>
                <a:lnTo>
                  <a:pt x="2125826" y="46874"/>
                </a:lnTo>
                <a:lnTo>
                  <a:pt x="2126797" y="47766"/>
                </a:lnTo>
                <a:lnTo>
                  <a:pt x="2127609" y="48903"/>
                </a:lnTo>
                <a:lnTo>
                  <a:pt x="2128272" y="50302"/>
                </a:lnTo>
                <a:lnTo>
                  <a:pt x="2128794" y="51978"/>
                </a:lnTo>
                <a:lnTo>
                  <a:pt x="2129185" y="53950"/>
                </a:lnTo>
                <a:lnTo>
                  <a:pt x="2129453" y="56234"/>
                </a:lnTo>
                <a:lnTo>
                  <a:pt x="2129608" y="58847"/>
                </a:lnTo>
                <a:lnTo>
                  <a:pt x="2129657" y="61806"/>
                </a:lnTo>
                <a:lnTo>
                  <a:pt x="2129657" y="125343"/>
                </a:lnTo>
                <a:lnTo>
                  <a:pt x="2129594" y="128769"/>
                </a:lnTo>
                <a:lnTo>
                  <a:pt x="2129388" y="131766"/>
                </a:lnTo>
                <a:lnTo>
                  <a:pt x="2129013" y="134361"/>
                </a:lnTo>
                <a:lnTo>
                  <a:pt x="2128442" y="136586"/>
                </a:lnTo>
                <a:lnTo>
                  <a:pt x="2127652" y="138470"/>
                </a:lnTo>
                <a:lnTo>
                  <a:pt x="2126615" y="140041"/>
                </a:lnTo>
                <a:lnTo>
                  <a:pt x="2125305" y="141329"/>
                </a:lnTo>
                <a:lnTo>
                  <a:pt x="2123698" y="142364"/>
                </a:lnTo>
                <a:lnTo>
                  <a:pt x="2121767" y="143174"/>
                </a:lnTo>
                <a:lnTo>
                  <a:pt x="2119486" y="143790"/>
                </a:lnTo>
                <a:lnTo>
                  <a:pt x="2116830" y="144241"/>
                </a:lnTo>
                <a:lnTo>
                  <a:pt x="2113773" y="144555"/>
                </a:lnTo>
                <a:lnTo>
                  <a:pt x="2113773" y="148398"/>
                </a:lnTo>
                <a:lnTo>
                  <a:pt x="2168092" y="148398"/>
                </a:lnTo>
                <a:lnTo>
                  <a:pt x="2168092" y="144555"/>
                </a:lnTo>
                <a:lnTo>
                  <a:pt x="2165013" y="144254"/>
                </a:lnTo>
                <a:lnTo>
                  <a:pt x="2162301" y="143853"/>
                </a:lnTo>
                <a:lnTo>
                  <a:pt x="2159935" y="143338"/>
                </a:lnTo>
                <a:lnTo>
                  <a:pt x="2157898" y="142696"/>
                </a:lnTo>
                <a:lnTo>
                  <a:pt x="2156171" y="141911"/>
                </a:lnTo>
                <a:lnTo>
                  <a:pt x="2154734" y="140969"/>
                </a:lnTo>
                <a:lnTo>
                  <a:pt x="2153570" y="139857"/>
                </a:lnTo>
                <a:lnTo>
                  <a:pt x="2152659" y="138560"/>
                </a:lnTo>
                <a:lnTo>
                  <a:pt x="2151984" y="137063"/>
                </a:lnTo>
                <a:lnTo>
                  <a:pt x="2151524" y="135353"/>
                </a:lnTo>
                <a:lnTo>
                  <a:pt x="2151262" y="133415"/>
                </a:lnTo>
                <a:lnTo>
                  <a:pt x="2151179" y="131235"/>
                </a:lnTo>
                <a:lnTo>
                  <a:pt x="2151179" y="59245"/>
                </a:lnTo>
                <a:lnTo>
                  <a:pt x="2154121" y="56536"/>
                </a:lnTo>
                <a:lnTo>
                  <a:pt x="2156817" y="54160"/>
                </a:lnTo>
                <a:lnTo>
                  <a:pt x="2159303" y="52100"/>
                </a:lnTo>
                <a:lnTo>
                  <a:pt x="2161609" y="50335"/>
                </a:lnTo>
                <a:lnTo>
                  <a:pt x="2163769" y="48848"/>
                </a:lnTo>
                <a:lnTo>
                  <a:pt x="2165817" y="47620"/>
                </a:lnTo>
                <a:lnTo>
                  <a:pt x="2167784" y="46633"/>
                </a:lnTo>
                <a:lnTo>
                  <a:pt x="2169704" y="45867"/>
                </a:lnTo>
                <a:lnTo>
                  <a:pt x="2171610" y="45303"/>
                </a:lnTo>
                <a:lnTo>
                  <a:pt x="2173535" y="44924"/>
                </a:lnTo>
                <a:lnTo>
                  <a:pt x="2175511" y="44710"/>
                </a:lnTo>
                <a:lnTo>
                  <a:pt x="2177572" y="44643"/>
                </a:lnTo>
                <a:lnTo>
                  <a:pt x="2180577" y="44809"/>
                </a:lnTo>
                <a:lnTo>
                  <a:pt x="2183317" y="45309"/>
                </a:lnTo>
                <a:lnTo>
                  <a:pt x="2185791" y="46148"/>
                </a:lnTo>
                <a:lnTo>
                  <a:pt x="2188001" y="47328"/>
                </a:lnTo>
                <a:lnTo>
                  <a:pt x="2189947" y="48853"/>
                </a:lnTo>
                <a:lnTo>
                  <a:pt x="2191631" y="50727"/>
                </a:lnTo>
                <a:lnTo>
                  <a:pt x="2193054" y="52953"/>
                </a:lnTo>
                <a:lnTo>
                  <a:pt x="2194216" y="55535"/>
                </a:lnTo>
                <a:lnTo>
                  <a:pt x="2195118" y="58476"/>
                </a:lnTo>
                <a:lnTo>
                  <a:pt x="2195762" y="61780"/>
                </a:lnTo>
                <a:lnTo>
                  <a:pt x="2196147" y="65451"/>
                </a:lnTo>
                <a:lnTo>
                  <a:pt x="2196275" y="69492"/>
                </a:lnTo>
                <a:lnTo>
                  <a:pt x="2196275" y="123037"/>
                </a:lnTo>
                <a:lnTo>
                  <a:pt x="2196203" y="126831"/>
                </a:lnTo>
                <a:lnTo>
                  <a:pt x="2195969" y="130163"/>
                </a:lnTo>
                <a:lnTo>
                  <a:pt x="2195555" y="133063"/>
                </a:lnTo>
                <a:lnTo>
                  <a:pt x="2194937" y="135561"/>
                </a:lnTo>
                <a:lnTo>
                  <a:pt x="2194096" y="137684"/>
                </a:lnTo>
                <a:lnTo>
                  <a:pt x="2193009" y="139464"/>
                </a:lnTo>
                <a:lnTo>
                  <a:pt x="2191654" y="140928"/>
                </a:lnTo>
                <a:lnTo>
                  <a:pt x="2190012" y="142107"/>
                </a:lnTo>
                <a:lnTo>
                  <a:pt x="2188060" y="143030"/>
                </a:lnTo>
                <a:lnTo>
                  <a:pt x="2185777" y="143726"/>
                </a:lnTo>
                <a:lnTo>
                  <a:pt x="2183142" y="144224"/>
                </a:lnTo>
                <a:lnTo>
                  <a:pt x="2180133" y="144555"/>
                </a:lnTo>
                <a:lnTo>
                  <a:pt x="2180133" y="148398"/>
                </a:lnTo>
                <a:lnTo>
                  <a:pt x="2233428" y="148398"/>
                </a:lnTo>
                <a:lnTo>
                  <a:pt x="2233428" y="144555"/>
                </a:lnTo>
                <a:lnTo>
                  <a:pt x="2230482" y="144193"/>
                </a:lnTo>
                <a:lnTo>
                  <a:pt x="2227910" y="143730"/>
                </a:lnTo>
                <a:lnTo>
                  <a:pt x="2225688" y="143139"/>
                </a:lnTo>
                <a:lnTo>
                  <a:pt x="2223794" y="142393"/>
                </a:lnTo>
                <a:lnTo>
                  <a:pt x="2222207" y="141465"/>
                </a:lnTo>
                <a:lnTo>
                  <a:pt x="2220904" y="140329"/>
                </a:lnTo>
                <a:lnTo>
                  <a:pt x="2219862" y="138958"/>
                </a:lnTo>
                <a:lnTo>
                  <a:pt x="2219059" y="137326"/>
                </a:lnTo>
                <a:lnTo>
                  <a:pt x="2218474" y="135406"/>
                </a:lnTo>
                <a:lnTo>
                  <a:pt x="2218083" y="133171"/>
                </a:lnTo>
                <a:lnTo>
                  <a:pt x="2217865" y="130595"/>
                </a:lnTo>
                <a:lnTo>
                  <a:pt x="2217797" y="127650"/>
                </a:lnTo>
                <a:lnTo>
                  <a:pt x="2217797" y="68980"/>
                </a:lnTo>
                <a:lnTo>
                  <a:pt x="2217565" y="63165"/>
                </a:lnTo>
                <a:lnTo>
                  <a:pt x="2216874" y="57772"/>
                </a:lnTo>
                <a:lnTo>
                  <a:pt x="2215739" y="52817"/>
                </a:lnTo>
                <a:lnTo>
                  <a:pt x="2214172" y="48315"/>
                </a:lnTo>
                <a:lnTo>
                  <a:pt x="2212185" y="44282"/>
                </a:lnTo>
                <a:lnTo>
                  <a:pt x="2209790" y="40735"/>
                </a:lnTo>
                <a:lnTo>
                  <a:pt x="2207001" y="37689"/>
                </a:lnTo>
                <a:lnTo>
                  <a:pt x="2203829" y="35162"/>
                </a:lnTo>
                <a:lnTo>
                  <a:pt x="2200286" y="33168"/>
                </a:lnTo>
                <a:lnTo>
                  <a:pt x="2196387" y="31724"/>
                </a:lnTo>
                <a:lnTo>
                  <a:pt x="2192142" y="30845"/>
                </a:lnTo>
                <a:lnTo>
                  <a:pt x="2187565" y="30549"/>
                </a:lnTo>
                <a:lnTo>
                  <a:pt x="2184691" y="30644"/>
                </a:lnTo>
                <a:lnTo>
                  <a:pt x="2181930" y="30948"/>
                </a:lnTo>
                <a:lnTo>
                  <a:pt x="2179237" y="31486"/>
                </a:lnTo>
                <a:lnTo>
                  <a:pt x="2176566" y="32286"/>
                </a:lnTo>
                <a:lnTo>
                  <a:pt x="2173869" y="33375"/>
                </a:lnTo>
                <a:lnTo>
                  <a:pt x="2171102" y="34778"/>
                </a:lnTo>
                <a:lnTo>
                  <a:pt x="2168217" y="36523"/>
                </a:lnTo>
                <a:lnTo>
                  <a:pt x="2165168" y="38636"/>
                </a:lnTo>
                <a:lnTo>
                  <a:pt x="2161910" y="41144"/>
                </a:lnTo>
                <a:lnTo>
                  <a:pt x="2158395" y="44074"/>
                </a:lnTo>
                <a:lnTo>
                  <a:pt x="2154578" y="47452"/>
                </a:lnTo>
                <a:lnTo>
                  <a:pt x="2150413" y="51305"/>
                </a:lnTo>
                <a:lnTo>
                  <a:pt x="2150413" y="31065"/>
                </a:lnTo>
                <a:lnTo>
                  <a:pt x="2148618" y="30549"/>
                </a:lnTo>
                <a:lnTo>
                  <a:pt x="2145555" y="31667"/>
                </a:lnTo>
                <a:lnTo>
                  <a:pt x="2142619" y="32720"/>
                </a:lnTo>
                <a:lnTo>
                  <a:pt x="2139780" y="33721"/>
                </a:lnTo>
                <a:lnTo>
                  <a:pt x="2137004" y="34678"/>
                </a:lnTo>
                <a:lnTo>
                  <a:pt x="2134261" y="35604"/>
                </a:lnTo>
                <a:lnTo>
                  <a:pt x="2131517" y="36508"/>
                </a:lnTo>
                <a:lnTo>
                  <a:pt x="2128741" y="37401"/>
                </a:lnTo>
                <a:lnTo>
                  <a:pt x="2125902" y="38295"/>
                </a:lnTo>
                <a:lnTo>
                  <a:pt x="2122966" y="39199"/>
                </a:lnTo>
                <a:lnTo>
                  <a:pt x="2119902" y="40124"/>
                </a:lnTo>
                <a:lnTo>
                  <a:pt x="2116677" y="41082"/>
                </a:lnTo>
                <a:lnTo>
                  <a:pt x="2113261" y="42082"/>
                </a:lnTo>
                <a:lnTo>
                  <a:pt x="2113261" y="46437"/>
                </a:lnTo>
                <a:close/>
                <a:moveTo>
                  <a:pt x="2302603" y="33051"/>
                </a:moveTo>
                <a:lnTo>
                  <a:pt x="2276726" y="33051"/>
                </a:lnTo>
                <a:lnTo>
                  <a:pt x="2276726" y="3331"/>
                </a:lnTo>
                <a:lnTo>
                  <a:pt x="2276720" y="2727"/>
                </a:lnTo>
                <a:lnTo>
                  <a:pt x="2276700" y="2195"/>
                </a:lnTo>
                <a:lnTo>
                  <a:pt x="2276662" y="1730"/>
                </a:lnTo>
                <a:lnTo>
                  <a:pt x="2276603" y="1329"/>
                </a:lnTo>
                <a:lnTo>
                  <a:pt x="2276519" y="989"/>
                </a:lnTo>
                <a:lnTo>
                  <a:pt x="2276406" y="705"/>
                </a:lnTo>
                <a:lnTo>
                  <a:pt x="2276261" y="475"/>
                </a:lnTo>
                <a:lnTo>
                  <a:pt x="2276081" y="295"/>
                </a:lnTo>
                <a:lnTo>
                  <a:pt x="2275862" y="160"/>
                </a:lnTo>
                <a:lnTo>
                  <a:pt x="2275599" y="69"/>
                </a:lnTo>
                <a:lnTo>
                  <a:pt x="2275290" y="17"/>
                </a:lnTo>
                <a:lnTo>
                  <a:pt x="2274931" y="0"/>
                </a:lnTo>
                <a:lnTo>
                  <a:pt x="2274489" y="577"/>
                </a:lnTo>
                <a:lnTo>
                  <a:pt x="2274055" y="1154"/>
                </a:lnTo>
                <a:lnTo>
                  <a:pt x="2273627" y="1734"/>
                </a:lnTo>
                <a:lnTo>
                  <a:pt x="2273206" y="2316"/>
                </a:lnTo>
                <a:lnTo>
                  <a:pt x="2272787" y="2902"/>
                </a:lnTo>
                <a:lnTo>
                  <a:pt x="2272371" y="3492"/>
                </a:lnTo>
                <a:lnTo>
                  <a:pt x="2271954" y="4087"/>
                </a:lnTo>
                <a:lnTo>
                  <a:pt x="2271535" y="4689"/>
                </a:lnTo>
                <a:lnTo>
                  <a:pt x="2271114" y="5297"/>
                </a:lnTo>
                <a:lnTo>
                  <a:pt x="2270687" y="5914"/>
                </a:lnTo>
                <a:lnTo>
                  <a:pt x="2270253" y="6539"/>
                </a:lnTo>
                <a:lnTo>
                  <a:pt x="2269810" y="7174"/>
                </a:lnTo>
                <a:lnTo>
                  <a:pt x="2267353" y="10655"/>
                </a:lnTo>
                <a:lnTo>
                  <a:pt x="2264872" y="14027"/>
                </a:lnTo>
                <a:lnTo>
                  <a:pt x="2262394" y="17260"/>
                </a:lnTo>
                <a:lnTo>
                  <a:pt x="2259949" y="20319"/>
                </a:lnTo>
                <a:lnTo>
                  <a:pt x="2257564" y="23171"/>
                </a:lnTo>
                <a:lnTo>
                  <a:pt x="2255268" y="25784"/>
                </a:lnTo>
                <a:lnTo>
                  <a:pt x="2253089" y="28125"/>
                </a:lnTo>
                <a:lnTo>
                  <a:pt x="2251057" y="30160"/>
                </a:lnTo>
                <a:lnTo>
                  <a:pt x="2249199" y="31857"/>
                </a:lnTo>
                <a:lnTo>
                  <a:pt x="2247544" y="33184"/>
                </a:lnTo>
                <a:lnTo>
                  <a:pt x="2246121" y="34106"/>
                </a:lnTo>
                <a:lnTo>
                  <a:pt x="2244957" y="34592"/>
                </a:lnTo>
                <a:lnTo>
                  <a:pt x="2244279" y="35039"/>
                </a:lnTo>
                <a:lnTo>
                  <a:pt x="2243655" y="35485"/>
                </a:lnTo>
                <a:lnTo>
                  <a:pt x="2243087" y="35927"/>
                </a:lnTo>
                <a:lnTo>
                  <a:pt x="2242574" y="36364"/>
                </a:lnTo>
                <a:lnTo>
                  <a:pt x="2242118" y="36794"/>
                </a:lnTo>
                <a:lnTo>
                  <a:pt x="2241720" y="37216"/>
                </a:lnTo>
                <a:lnTo>
                  <a:pt x="2241381" y="37627"/>
                </a:lnTo>
                <a:lnTo>
                  <a:pt x="2241102" y="38025"/>
                </a:lnTo>
                <a:lnTo>
                  <a:pt x="2240883" y="38409"/>
                </a:lnTo>
                <a:lnTo>
                  <a:pt x="2240725" y="38777"/>
                </a:lnTo>
                <a:lnTo>
                  <a:pt x="2240630" y="39128"/>
                </a:lnTo>
                <a:lnTo>
                  <a:pt x="2240598" y="39459"/>
                </a:lnTo>
                <a:lnTo>
                  <a:pt x="2240603" y="39646"/>
                </a:lnTo>
                <a:lnTo>
                  <a:pt x="2240620" y="39824"/>
                </a:lnTo>
                <a:lnTo>
                  <a:pt x="2240650" y="39992"/>
                </a:lnTo>
                <a:lnTo>
                  <a:pt x="2240693" y="40153"/>
                </a:lnTo>
                <a:lnTo>
                  <a:pt x="2240751" y="40306"/>
                </a:lnTo>
                <a:lnTo>
                  <a:pt x="2240823" y="40453"/>
                </a:lnTo>
                <a:lnTo>
                  <a:pt x="2240912" y="40594"/>
                </a:lnTo>
                <a:lnTo>
                  <a:pt x="2241017" y="40732"/>
                </a:lnTo>
                <a:lnTo>
                  <a:pt x="2241140" y="40865"/>
                </a:lnTo>
                <a:lnTo>
                  <a:pt x="2241282" y="40996"/>
                </a:lnTo>
                <a:lnTo>
                  <a:pt x="2241444" y="41125"/>
                </a:lnTo>
                <a:lnTo>
                  <a:pt x="2241626" y="41253"/>
                </a:lnTo>
                <a:lnTo>
                  <a:pt x="2255204" y="41253"/>
                </a:lnTo>
                <a:lnTo>
                  <a:pt x="2255204" y="118365"/>
                </a:lnTo>
                <a:lnTo>
                  <a:pt x="2255364" y="123525"/>
                </a:lnTo>
                <a:lnTo>
                  <a:pt x="2255843" y="128246"/>
                </a:lnTo>
                <a:lnTo>
                  <a:pt x="2256641" y="132526"/>
                </a:lnTo>
                <a:lnTo>
                  <a:pt x="2257756" y="136363"/>
                </a:lnTo>
                <a:lnTo>
                  <a:pt x="2259189" y="139756"/>
                </a:lnTo>
                <a:lnTo>
                  <a:pt x="2260937" y="142702"/>
                </a:lnTo>
                <a:lnTo>
                  <a:pt x="2263000" y="145199"/>
                </a:lnTo>
                <a:lnTo>
                  <a:pt x="2265377" y="147247"/>
                </a:lnTo>
                <a:lnTo>
                  <a:pt x="2268067" y="148842"/>
                </a:lnTo>
                <a:lnTo>
                  <a:pt x="2271070" y="149984"/>
                </a:lnTo>
                <a:lnTo>
                  <a:pt x="2274384" y="150671"/>
                </a:lnTo>
                <a:lnTo>
                  <a:pt x="2278008" y="150900"/>
                </a:lnTo>
                <a:lnTo>
                  <a:pt x="2281089" y="150771"/>
                </a:lnTo>
                <a:lnTo>
                  <a:pt x="2284057" y="150383"/>
                </a:lnTo>
                <a:lnTo>
                  <a:pt x="2286919" y="149732"/>
                </a:lnTo>
                <a:lnTo>
                  <a:pt x="2289679" y="148813"/>
                </a:lnTo>
                <a:lnTo>
                  <a:pt x="2292343" y="147624"/>
                </a:lnTo>
                <a:lnTo>
                  <a:pt x="2294917" y="146162"/>
                </a:lnTo>
                <a:lnTo>
                  <a:pt x="2297405" y="144421"/>
                </a:lnTo>
                <a:lnTo>
                  <a:pt x="2299813" y="142400"/>
                </a:lnTo>
                <a:lnTo>
                  <a:pt x="2302147" y="140094"/>
                </a:lnTo>
                <a:lnTo>
                  <a:pt x="2304411" y="137499"/>
                </a:lnTo>
                <a:lnTo>
                  <a:pt x="2306611" y="134613"/>
                </a:lnTo>
                <a:lnTo>
                  <a:pt x="2308753" y="131431"/>
                </a:lnTo>
                <a:lnTo>
                  <a:pt x="2305422" y="128612"/>
                </a:lnTo>
                <a:lnTo>
                  <a:pt x="2304097" y="130133"/>
                </a:lnTo>
                <a:lnTo>
                  <a:pt x="2302807" y="131500"/>
                </a:lnTo>
                <a:lnTo>
                  <a:pt x="2301543" y="132715"/>
                </a:lnTo>
                <a:lnTo>
                  <a:pt x="2300298" y="133783"/>
                </a:lnTo>
                <a:lnTo>
                  <a:pt x="2299064" y="134709"/>
                </a:lnTo>
                <a:lnTo>
                  <a:pt x="2297832" y="135497"/>
                </a:lnTo>
                <a:lnTo>
                  <a:pt x="2296595" y="136152"/>
                </a:lnTo>
                <a:lnTo>
                  <a:pt x="2295345" y="136678"/>
                </a:lnTo>
                <a:lnTo>
                  <a:pt x="2294073" y="137079"/>
                </a:lnTo>
                <a:lnTo>
                  <a:pt x="2292772" y="137361"/>
                </a:lnTo>
                <a:lnTo>
                  <a:pt x="2291433" y="137526"/>
                </a:lnTo>
                <a:lnTo>
                  <a:pt x="2290049" y="137580"/>
                </a:lnTo>
                <a:lnTo>
                  <a:pt x="2287796" y="137435"/>
                </a:lnTo>
                <a:lnTo>
                  <a:pt x="2285771" y="136993"/>
                </a:lnTo>
                <a:lnTo>
                  <a:pt x="2283968" y="136247"/>
                </a:lnTo>
                <a:lnTo>
                  <a:pt x="2282382" y="135188"/>
                </a:lnTo>
                <a:lnTo>
                  <a:pt x="2281005" y="133810"/>
                </a:lnTo>
                <a:lnTo>
                  <a:pt x="2279832" y="132103"/>
                </a:lnTo>
                <a:lnTo>
                  <a:pt x="2278857" y="130060"/>
                </a:lnTo>
                <a:lnTo>
                  <a:pt x="2278073" y="127673"/>
                </a:lnTo>
                <a:lnTo>
                  <a:pt x="2277474" y="124933"/>
                </a:lnTo>
                <a:lnTo>
                  <a:pt x="2277054" y="121834"/>
                </a:lnTo>
                <a:lnTo>
                  <a:pt x="2276807" y="118366"/>
                </a:lnTo>
                <a:lnTo>
                  <a:pt x="2276726" y="114522"/>
                </a:lnTo>
                <a:lnTo>
                  <a:pt x="2276726" y="41253"/>
                </a:lnTo>
                <a:lnTo>
                  <a:pt x="2302603" y="41253"/>
                </a:lnTo>
                <a:lnTo>
                  <a:pt x="2302603" y="33051"/>
                </a:lnTo>
                <a:close/>
                <a:moveTo>
                  <a:pt x="2389203" y="67897"/>
                </a:moveTo>
                <a:lnTo>
                  <a:pt x="2388179" y="33051"/>
                </a:lnTo>
                <a:lnTo>
                  <a:pt x="2385360" y="33051"/>
                </a:lnTo>
                <a:lnTo>
                  <a:pt x="2384848" y="33567"/>
                </a:lnTo>
                <a:lnTo>
                  <a:pt x="2384312" y="33984"/>
                </a:lnTo>
                <a:lnTo>
                  <a:pt x="2383852" y="34341"/>
                </a:lnTo>
                <a:lnTo>
                  <a:pt x="2383459" y="34643"/>
                </a:lnTo>
                <a:lnTo>
                  <a:pt x="2383121" y="34894"/>
                </a:lnTo>
                <a:lnTo>
                  <a:pt x="2382829" y="35099"/>
                </a:lnTo>
                <a:lnTo>
                  <a:pt x="2382574" y="35263"/>
                </a:lnTo>
                <a:lnTo>
                  <a:pt x="2382346" y="35389"/>
                </a:lnTo>
                <a:lnTo>
                  <a:pt x="2382135" y="35483"/>
                </a:lnTo>
                <a:lnTo>
                  <a:pt x="2381931" y="35548"/>
                </a:lnTo>
                <a:lnTo>
                  <a:pt x="2381724" y="35588"/>
                </a:lnTo>
                <a:lnTo>
                  <a:pt x="2381504" y="35610"/>
                </a:lnTo>
                <a:lnTo>
                  <a:pt x="2381263" y="35616"/>
                </a:lnTo>
                <a:lnTo>
                  <a:pt x="2380858" y="35605"/>
                </a:lnTo>
                <a:lnTo>
                  <a:pt x="2380412" y="35572"/>
                </a:lnTo>
                <a:lnTo>
                  <a:pt x="2379930" y="35516"/>
                </a:lnTo>
                <a:lnTo>
                  <a:pt x="2379412" y="35436"/>
                </a:lnTo>
                <a:lnTo>
                  <a:pt x="2378863" y="35330"/>
                </a:lnTo>
                <a:lnTo>
                  <a:pt x="2378284" y="35199"/>
                </a:lnTo>
                <a:lnTo>
                  <a:pt x="2377678" y="35042"/>
                </a:lnTo>
                <a:lnTo>
                  <a:pt x="2377048" y="34856"/>
                </a:lnTo>
                <a:lnTo>
                  <a:pt x="2376397" y="34643"/>
                </a:lnTo>
                <a:lnTo>
                  <a:pt x="2375727" y="34400"/>
                </a:lnTo>
                <a:lnTo>
                  <a:pt x="2375042" y="34126"/>
                </a:lnTo>
                <a:lnTo>
                  <a:pt x="2374343" y="33821"/>
                </a:lnTo>
                <a:lnTo>
                  <a:pt x="2372933" y="33343"/>
                </a:lnTo>
                <a:lnTo>
                  <a:pt x="2371520" y="32905"/>
                </a:lnTo>
                <a:lnTo>
                  <a:pt x="2370099" y="32508"/>
                </a:lnTo>
                <a:lnTo>
                  <a:pt x="2368668" y="32152"/>
                </a:lnTo>
                <a:lnTo>
                  <a:pt x="2367223" y="31836"/>
                </a:lnTo>
                <a:lnTo>
                  <a:pt x="2365760" y="31563"/>
                </a:lnTo>
                <a:lnTo>
                  <a:pt x="2364276" y="31330"/>
                </a:lnTo>
                <a:lnTo>
                  <a:pt x="2362767" y="31140"/>
                </a:lnTo>
                <a:lnTo>
                  <a:pt x="2361230" y="30991"/>
                </a:lnTo>
                <a:lnTo>
                  <a:pt x="2359660" y="30885"/>
                </a:lnTo>
                <a:lnTo>
                  <a:pt x="2358054" y="30821"/>
                </a:lnTo>
                <a:lnTo>
                  <a:pt x="2356410" y="30799"/>
                </a:lnTo>
                <a:lnTo>
                  <a:pt x="2351472" y="31067"/>
                </a:lnTo>
                <a:lnTo>
                  <a:pt x="2346800" y="31852"/>
                </a:lnTo>
                <a:lnTo>
                  <a:pt x="2342425" y="33129"/>
                </a:lnTo>
                <a:lnTo>
                  <a:pt x="2338379" y="34870"/>
                </a:lnTo>
                <a:lnTo>
                  <a:pt x="2334692" y="37048"/>
                </a:lnTo>
                <a:lnTo>
                  <a:pt x="2331396" y="39637"/>
                </a:lnTo>
                <a:lnTo>
                  <a:pt x="2328521" y="42610"/>
                </a:lnTo>
                <a:lnTo>
                  <a:pt x="2326100" y="45940"/>
                </a:lnTo>
                <a:lnTo>
                  <a:pt x="2324162" y="49602"/>
                </a:lnTo>
                <a:lnTo>
                  <a:pt x="2322740" y="53567"/>
                </a:lnTo>
                <a:lnTo>
                  <a:pt x="2321863" y="57809"/>
                </a:lnTo>
                <a:lnTo>
                  <a:pt x="2321564" y="62302"/>
                </a:lnTo>
                <a:lnTo>
                  <a:pt x="2321738" y="65805"/>
                </a:lnTo>
                <a:lnTo>
                  <a:pt x="2322272" y="69158"/>
                </a:lnTo>
                <a:lnTo>
                  <a:pt x="2323185" y="72383"/>
                </a:lnTo>
                <a:lnTo>
                  <a:pt x="2324496" y="75502"/>
                </a:lnTo>
                <a:lnTo>
                  <a:pt x="2326224" y="78535"/>
                </a:lnTo>
                <a:lnTo>
                  <a:pt x="2328386" y="81504"/>
                </a:lnTo>
                <a:lnTo>
                  <a:pt x="2331002" y="84431"/>
                </a:lnTo>
                <a:lnTo>
                  <a:pt x="2334090" y="87337"/>
                </a:lnTo>
                <a:lnTo>
                  <a:pt x="2337670" y="90242"/>
                </a:lnTo>
                <a:lnTo>
                  <a:pt x="2341759" y="93170"/>
                </a:lnTo>
                <a:lnTo>
                  <a:pt x="2346377" y="96139"/>
                </a:lnTo>
                <a:lnTo>
                  <a:pt x="2351542" y="99173"/>
                </a:lnTo>
                <a:lnTo>
                  <a:pt x="2366403" y="107625"/>
                </a:lnTo>
                <a:lnTo>
                  <a:pt x="2368548" y="108928"/>
                </a:lnTo>
                <a:lnTo>
                  <a:pt x="2370502" y="110275"/>
                </a:lnTo>
                <a:lnTo>
                  <a:pt x="2372266" y="111671"/>
                </a:lnTo>
                <a:lnTo>
                  <a:pt x="2373841" y="113117"/>
                </a:lnTo>
                <a:lnTo>
                  <a:pt x="2375227" y="114616"/>
                </a:lnTo>
                <a:lnTo>
                  <a:pt x="2376426" y="116172"/>
                </a:lnTo>
                <a:lnTo>
                  <a:pt x="2377438" y="117786"/>
                </a:lnTo>
                <a:lnTo>
                  <a:pt x="2378264" y="119461"/>
                </a:lnTo>
                <a:lnTo>
                  <a:pt x="2378905" y="121201"/>
                </a:lnTo>
                <a:lnTo>
                  <a:pt x="2379362" y="123007"/>
                </a:lnTo>
                <a:lnTo>
                  <a:pt x="2379635" y="124882"/>
                </a:lnTo>
                <a:lnTo>
                  <a:pt x="2379726" y="126829"/>
                </a:lnTo>
                <a:lnTo>
                  <a:pt x="2379557" y="129559"/>
                </a:lnTo>
                <a:lnTo>
                  <a:pt x="2379058" y="132107"/>
                </a:lnTo>
                <a:lnTo>
                  <a:pt x="2378241" y="134463"/>
                </a:lnTo>
                <a:lnTo>
                  <a:pt x="2377116" y="136617"/>
                </a:lnTo>
                <a:lnTo>
                  <a:pt x="2375696" y="138557"/>
                </a:lnTo>
                <a:lnTo>
                  <a:pt x="2373992" y="140273"/>
                </a:lnTo>
                <a:lnTo>
                  <a:pt x="2372016" y="141754"/>
                </a:lnTo>
                <a:lnTo>
                  <a:pt x="2369779" y="142990"/>
                </a:lnTo>
                <a:lnTo>
                  <a:pt x="2367294" y="143970"/>
                </a:lnTo>
                <a:lnTo>
                  <a:pt x="2364571" y="144683"/>
                </a:lnTo>
                <a:lnTo>
                  <a:pt x="2361622" y="145119"/>
                </a:lnTo>
                <a:lnTo>
                  <a:pt x="2358458" y="145266"/>
                </a:lnTo>
                <a:lnTo>
                  <a:pt x="2356298" y="145198"/>
                </a:lnTo>
                <a:lnTo>
                  <a:pt x="2354178" y="144994"/>
                </a:lnTo>
                <a:lnTo>
                  <a:pt x="2352105" y="144658"/>
                </a:lnTo>
                <a:lnTo>
                  <a:pt x="2350089" y="144194"/>
                </a:lnTo>
                <a:lnTo>
                  <a:pt x="2348137" y="143606"/>
                </a:lnTo>
                <a:lnTo>
                  <a:pt x="2346256" y="142897"/>
                </a:lnTo>
                <a:lnTo>
                  <a:pt x="2344456" y="142070"/>
                </a:lnTo>
                <a:lnTo>
                  <a:pt x="2342744" y="141130"/>
                </a:lnTo>
                <a:lnTo>
                  <a:pt x="2341128" y="140079"/>
                </a:lnTo>
                <a:lnTo>
                  <a:pt x="2339616" y="138922"/>
                </a:lnTo>
                <a:lnTo>
                  <a:pt x="2338216" y="137662"/>
                </a:lnTo>
                <a:lnTo>
                  <a:pt x="2336936" y="136302"/>
                </a:lnTo>
                <a:lnTo>
                  <a:pt x="2335653" y="134707"/>
                </a:lnTo>
                <a:lnTo>
                  <a:pt x="2334484" y="133102"/>
                </a:lnTo>
                <a:lnTo>
                  <a:pt x="2333414" y="131453"/>
                </a:lnTo>
                <a:lnTo>
                  <a:pt x="2332430" y="129730"/>
                </a:lnTo>
                <a:lnTo>
                  <a:pt x="2331516" y="127900"/>
                </a:lnTo>
                <a:lnTo>
                  <a:pt x="2330660" y="125932"/>
                </a:lnTo>
                <a:lnTo>
                  <a:pt x="2329846" y="123793"/>
                </a:lnTo>
                <a:lnTo>
                  <a:pt x="2329061" y="121451"/>
                </a:lnTo>
                <a:lnTo>
                  <a:pt x="2328290" y="118874"/>
                </a:lnTo>
                <a:lnTo>
                  <a:pt x="2327518" y="116031"/>
                </a:lnTo>
                <a:lnTo>
                  <a:pt x="2326733" y="112889"/>
                </a:lnTo>
                <a:lnTo>
                  <a:pt x="2325919" y="109416"/>
                </a:lnTo>
                <a:lnTo>
                  <a:pt x="2321818" y="109416"/>
                </a:lnTo>
                <a:lnTo>
                  <a:pt x="2321818" y="149364"/>
                </a:lnTo>
                <a:lnTo>
                  <a:pt x="2325149" y="149364"/>
                </a:lnTo>
                <a:lnTo>
                  <a:pt x="2325583" y="148765"/>
                </a:lnTo>
                <a:lnTo>
                  <a:pt x="2325995" y="148247"/>
                </a:lnTo>
                <a:lnTo>
                  <a:pt x="2326395" y="147803"/>
                </a:lnTo>
                <a:lnTo>
                  <a:pt x="2326792" y="147429"/>
                </a:lnTo>
                <a:lnTo>
                  <a:pt x="2327195" y="147118"/>
                </a:lnTo>
                <a:lnTo>
                  <a:pt x="2327616" y="146867"/>
                </a:lnTo>
                <a:lnTo>
                  <a:pt x="2328064" y="146669"/>
                </a:lnTo>
                <a:lnTo>
                  <a:pt x="2328548" y="146518"/>
                </a:lnTo>
                <a:lnTo>
                  <a:pt x="2329078" y="146411"/>
                </a:lnTo>
                <a:lnTo>
                  <a:pt x="2329664" y="146340"/>
                </a:lnTo>
                <a:lnTo>
                  <a:pt x="2330317" y="146302"/>
                </a:lnTo>
                <a:lnTo>
                  <a:pt x="2331045" y="146291"/>
                </a:lnTo>
                <a:lnTo>
                  <a:pt x="2331649" y="146315"/>
                </a:lnTo>
                <a:lnTo>
                  <a:pt x="2332309" y="146360"/>
                </a:lnTo>
                <a:lnTo>
                  <a:pt x="2333031" y="146429"/>
                </a:lnTo>
                <a:lnTo>
                  <a:pt x="2333816" y="146522"/>
                </a:lnTo>
                <a:lnTo>
                  <a:pt x="2334668" y="146641"/>
                </a:lnTo>
                <a:lnTo>
                  <a:pt x="2335592" y="146790"/>
                </a:lnTo>
                <a:lnTo>
                  <a:pt x="2336591" y="146970"/>
                </a:lnTo>
                <a:lnTo>
                  <a:pt x="2337667" y="147182"/>
                </a:lnTo>
                <a:lnTo>
                  <a:pt x="2338826" y="147429"/>
                </a:lnTo>
                <a:lnTo>
                  <a:pt x="2340070" y="147712"/>
                </a:lnTo>
                <a:lnTo>
                  <a:pt x="2341403" y="148035"/>
                </a:lnTo>
                <a:lnTo>
                  <a:pt x="2342828" y="148398"/>
                </a:lnTo>
                <a:lnTo>
                  <a:pt x="2344615" y="148758"/>
                </a:lnTo>
                <a:lnTo>
                  <a:pt x="2346384" y="149096"/>
                </a:lnTo>
                <a:lnTo>
                  <a:pt x="2348129" y="149412"/>
                </a:lnTo>
                <a:lnTo>
                  <a:pt x="2349841" y="149703"/>
                </a:lnTo>
                <a:lnTo>
                  <a:pt x="2351514" y="149968"/>
                </a:lnTo>
                <a:lnTo>
                  <a:pt x="2353141" y="150203"/>
                </a:lnTo>
                <a:lnTo>
                  <a:pt x="2354715" y="150408"/>
                </a:lnTo>
                <a:lnTo>
                  <a:pt x="2356228" y="150580"/>
                </a:lnTo>
                <a:lnTo>
                  <a:pt x="2357673" y="150717"/>
                </a:lnTo>
                <a:lnTo>
                  <a:pt x="2359044" y="150817"/>
                </a:lnTo>
                <a:lnTo>
                  <a:pt x="2360332" y="150879"/>
                </a:lnTo>
                <a:lnTo>
                  <a:pt x="2361531" y="150900"/>
                </a:lnTo>
                <a:lnTo>
                  <a:pt x="2366387" y="150597"/>
                </a:lnTo>
                <a:lnTo>
                  <a:pt x="2371059" y="149717"/>
                </a:lnTo>
                <a:lnTo>
                  <a:pt x="2375500" y="148299"/>
                </a:lnTo>
                <a:lnTo>
                  <a:pt x="2379667" y="146385"/>
                </a:lnTo>
                <a:lnTo>
                  <a:pt x="2383514" y="144017"/>
                </a:lnTo>
                <a:lnTo>
                  <a:pt x="2386995" y="141233"/>
                </a:lnTo>
                <a:lnTo>
                  <a:pt x="2390064" y="138076"/>
                </a:lnTo>
                <a:lnTo>
                  <a:pt x="2392678" y="134587"/>
                </a:lnTo>
                <a:lnTo>
                  <a:pt x="2394789" y="130806"/>
                </a:lnTo>
                <a:lnTo>
                  <a:pt x="2396353" y="126774"/>
                </a:lnTo>
                <a:lnTo>
                  <a:pt x="2397325" y="122533"/>
                </a:lnTo>
                <a:lnTo>
                  <a:pt x="2397659" y="118123"/>
                </a:lnTo>
                <a:lnTo>
                  <a:pt x="2397529" y="115009"/>
                </a:lnTo>
                <a:lnTo>
                  <a:pt x="2397133" y="112060"/>
                </a:lnTo>
                <a:lnTo>
                  <a:pt x="2396458" y="109256"/>
                </a:lnTo>
                <a:lnTo>
                  <a:pt x="2395496" y="106581"/>
                </a:lnTo>
                <a:lnTo>
                  <a:pt x="2394234" y="104015"/>
                </a:lnTo>
                <a:lnTo>
                  <a:pt x="2392663" y="101543"/>
                </a:lnTo>
                <a:lnTo>
                  <a:pt x="2390772" y="99145"/>
                </a:lnTo>
                <a:lnTo>
                  <a:pt x="2388549" y="96803"/>
                </a:lnTo>
                <a:lnTo>
                  <a:pt x="2385985" y="94501"/>
                </a:lnTo>
                <a:lnTo>
                  <a:pt x="2383069" y="92221"/>
                </a:lnTo>
                <a:lnTo>
                  <a:pt x="2379790" y="89943"/>
                </a:lnTo>
                <a:lnTo>
                  <a:pt x="2376137" y="87652"/>
                </a:lnTo>
                <a:lnTo>
                  <a:pt x="2348466" y="71263"/>
                </a:lnTo>
                <a:lnTo>
                  <a:pt x="2346742" y="70192"/>
                </a:lnTo>
                <a:lnTo>
                  <a:pt x="2345159" y="69031"/>
                </a:lnTo>
                <a:lnTo>
                  <a:pt x="2343718" y="67786"/>
                </a:lnTo>
                <a:lnTo>
                  <a:pt x="2342421" y="66464"/>
                </a:lnTo>
                <a:lnTo>
                  <a:pt x="2341270" y="65071"/>
                </a:lnTo>
                <a:lnTo>
                  <a:pt x="2340267" y="63613"/>
                </a:lnTo>
                <a:lnTo>
                  <a:pt x="2339413" y="62097"/>
                </a:lnTo>
                <a:lnTo>
                  <a:pt x="2338711" y="60528"/>
                </a:lnTo>
                <a:lnTo>
                  <a:pt x="2338161" y="58912"/>
                </a:lnTo>
                <a:lnTo>
                  <a:pt x="2337767" y="57257"/>
                </a:lnTo>
                <a:lnTo>
                  <a:pt x="2337528" y="55567"/>
                </a:lnTo>
                <a:lnTo>
                  <a:pt x="2337449" y="53850"/>
                </a:lnTo>
                <a:lnTo>
                  <a:pt x="2337612" y="51355"/>
                </a:lnTo>
                <a:lnTo>
                  <a:pt x="2338092" y="49003"/>
                </a:lnTo>
                <a:lnTo>
                  <a:pt x="2338874" y="46808"/>
                </a:lnTo>
                <a:lnTo>
                  <a:pt x="2339945" y="44783"/>
                </a:lnTo>
                <a:lnTo>
                  <a:pt x="2341289" y="42943"/>
                </a:lnTo>
                <a:lnTo>
                  <a:pt x="2342894" y="41302"/>
                </a:lnTo>
                <a:lnTo>
                  <a:pt x="2344743" y="39875"/>
                </a:lnTo>
                <a:lnTo>
                  <a:pt x="2346825" y="38675"/>
                </a:lnTo>
                <a:lnTo>
                  <a:pt x="2349123" y="37717"/>
                </a:lnTo>
                <a:lnTo>
                  <a:pt x="2351623" y="37015"/>
                </a:lnTo>
                <a:lnTo>
                  <a:pt x="2354313" y="36584"/>
                </a:lnTo>
                <a:lnTo>
                  <a:pt x="2357176" y="36437"/>
                </a:lnTo>
                <a:lnTo>
                  <a:pt x="2360686" y="36621"/>
                </a:lnTo>
                <a:lnTo>
                  <a:pt x="2363926" y="37187"/>
                </a:lnTo>
                <a:lnTo>
                  <a:pt x="2366913" y="38153"/>
                </a:lnTo>
                <a:lnTo>
                  <a:pt x="2369665" y="39538"/>
                </a:lnTo>
                <a:lnTo>
                  <a:pt x="2372200" y="41361"/>
                </a:lnTo>
                <a:lnTo>
                  <a:pt x="2374536" y="43639"/>
                </a:lnTo>
                <a:lnTo>
                  <a:pt x="2376690" y="46393"/>
                </a:lnTo>
                <a:lnTo>
                  <a:pt x="2378680" y="49639"/>
                </a:lnTo>
                <a:lnTo>
                  <a:pt x="2380525" y="53399"/>
                </a:lnTo>
                <a:lnTo>
                  <a:pt x="2382241" y="57689"/>
                </a:lnTo>
                <a:lnTo>
                  <a:pt x="2383847" y="62528"/>
                </a:lnTo>
                <a:lnTo>
                  <a:pt x="2385360" y="67936"/>
                </a:lnTo>
                <a:lnTo>
                  <a:pt x="2389203" y="67897"/>
                </a:lnTo>
                <a:close/>
                <a:moveTo>
                  <a:pt x="2440193" y="122712"/>
                </a:moveTo>
                <a:lnTo>
                  <a:pt x="2438300" y="122848"/>
                </a:lnTo>
                <a:lnTo>
                  <a:pt x="2436479" y="123243"/>
                </a:lnTo>
                <a:lnTo>
                  <a:pt x="2434747" y="123877"/>
                </a:lnTo>
                <a:lnTo>
                  <a:pt x="2433121" y="124734"/>
                </a:lnTo>
                <a:lnTo>
                  <a:pt x="2431621" y="125793"/>
                </a:lnTo>
                <a:lnTo>
                  <a:pt x="2430262" y="127036"/>
                </a:lnTo>
                <a:lnTo>
                  <a:pt x="2429064" y="128445"/>
                </a:lnTo>
                <a:lnTo>
                  <a:pt x="2428044" y="130001"/>
                </a:lnTo>
                <a:lnTo>
                  <a:pt x="2427220" y="131685"/>
                </a:lnTo>
                <a:lnTo>
                  <a:pt x="2426609" y="133478"/>
                </a:lnTo>
                <a:lnTo>
                  <a:pt x="2426230" y="135362"/>
                </a:lnTo>
                <a:lnTo>
                  <a:pt x="2426099" y="137318"/>
                </a:lnTo>
                <a:lnTo>
                  <a:pt x="2426229" y="139151"/>
                </a:lnTo>
                <a:lnTo>
                  <a:pt x="2426608" y="140922"/>
                </a:lnTo>
                <a:lnTo>
                  <a:pt x="2427216" y="142613"/>
                </a:lnTo>
                <a:lnTo>
                  <a:pt x="2428035" y="144206"/>
                </a:lnTo>
                <a:lnTo>
                  <a:pt x="2429046" y="145681"/>
                </a:lnTo>
                <a:lnTo>
                  <a:pt x="2430230" y="147020"/>
                </a:lnTo>
                <a:lnTo>
                  <a:pt x="2431569" y="148204"/>
                </a:lnTo>
                <a:lnTo>
                  <a:pt x="2433045" y="149215"/>
                </a:lnTo>
                <a:lnTo>
                  <a:pt x="2434638" y="150034"/>
                </a:lnTo>
                <a:lnTo>
                  <a:pt x="2436330" y="150641"/>
                </a:lnTo>
                <a:lnTo>
                  <a:pt x="2438102" y="151020"/>
                </a:lnTo>
                <a:lnTo>
                  <a:pt x="2439935" y="151150"/>
                </a:lnTo>
                <a:lnTo>
                  <a:pt x="2441891" y="151020"/>
                </a:lnTo>
                <a:lnTo>
                  <a:pt x="2443775" y="150641"/>
                </a:lnTo>
                <a:lnTo>
                  <a:pt x="2445569" y="150034"/>
                </a:lnTo>
                <a:lnTo>
                  <a:pt x="2447252" y="149215"/>
                </a:lnTo>
                <a:lnTo>
                  <a:pt x="2448808" y="148204"/>
                </a:lnTo>
                <a:lnTo>
                  <a:pt x="2450217" y="147020"/>
                </a:lnTo>
                <a:lnTo>
                  <a:pt x="2451460" y="145681"/>
                </a:lnTo>
                <a:lnTo>
                  <a:pt x="2452520" y="144206"/>
                </a:lnTo>
                <a:lnTo>
                  <a:pt x="2453376" y="142613"/>
                </a:lnTo>
                <a:lnTo>
                  <a:pt x="2454011" y="140922"/>
                </a:lnTo>
                <a:lnTo>
                  <a:pt x="2454405" y="139151"/>
                </a:lnTo>
                <a:lnTo>
                  <a:pt x="2454541" y="137318"/>
                </a:lnTo>
                <a:lnTo>
                  <a:pt x="2454405" y="135362"/>
                </a:lnTo>
                <a:lnTo>
                  <a:pt x="2454012" y="133478"/>
                </a:lnTo>
                <a:lnTo>
                  <a:pt x="2453380" y="131685"/>
                </a:lnTo>
                <a:lnTo>
                  <a:pt x="2452529" y="130001"/>
                </a:lnTo>
                <a:lnTo>
                  <a:pt x="2451479" y="128445"/>
                </a:lnTo>
                <a:lnTo>
                  <a:pt x="2450249" y="127036"/>
                </a:lnTo>
                <a:lnTo>
                  <a:pt x="2448859" y="125793"/>
                </a:lnTo>
                <a:lnTo>
                  <a:pt x="2447329" y="124734"/>
                </a:lnTo>
                <a:lnTo>
                  <a:pt x="2445677" y="123877"/>
                </a:lnTo>
                <a:lnTo>
                  <a:pt x="2443925" y="123243"/>
                </a:lnTo>
                <a:lnTo>
                  <a:pt x="2442090" y="122848"/>
                </a:lnTo>
                <a:lnTo>
                  <a:pt x="2440193" y="1227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03" name="SE-055-path-203">
            <a:extLst xmlns:a="http://schemas.openxmlformats.org/drawingml/2006/main">
              <a:ext uri="{FF2B5EF4-FFF2-40B4-BE49-F238E27FC236}">
                <a16:creationId xmlns:a16="http://schemas.microsoft.com/office/drawing/2014/main" id="{69553DE2-1ED7-4F80-9D4A-F22ECDFF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400300"/>
            <a:ext cx="114300" cy="276225"/>
          </a:xfrm>
          <a:custGeom xmlns:a="http://schemas.openxmlformats.org/drawingml/2006/main">
            <a:pathLst>
              <a:path w="114300" h="276225">
                <a:moveTo>
                  <a:pt x="0" y="0"/>
                </a:moveTo>
                <a:lnTo>
                  <a:pt x="0" y="276225"/>
                </a:lnTo>
                <a:lnTo>
                  <a:pt x="114300" y="276225"/>
                </a:lnTo>
                <a:lnTo>
                  <a:pt x="1905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18BBF"/>
          </a:solidFill>
          <a:ln xmlns:a="http://schemas.openxmlformats.org/drawingml/2006/main" w="16193">
            <a:solidFill>
              <a:srgbClr val="418BBF"/>
            </a:solidFill>
          </a:ln>
        </p:spPr>
      </p:sp>
      <p:sp>
        <p:nvSpPr>
          <p:cNvPr id="204" name="SE-055-path-204">
            <a:extLst xmlns:a="http://schemas.openxmlformats.org/drawingml/2006/main">
              <a:ext uri="{FF2B5EF4-FFF2-40B4-BE49-F238E27FC236}">
                <a16:creationId xmlns:a16="http://schemas.microsoft.com/office/drawing/2014/main" id="{CC692F23-5995-4723-B033-EC02C2CE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86050"/>
            <a:ext cx="257175" cy="285750"/>
          </a:xfrm>
          <a:custGeom xmlns:a="http://schemas.openxmlformats.org/drawingml/2006/main">
            <a:pathLst>
              <a:path w="257175" h="285750">
                <a:moveTo>
                  <a:pt x="0" y="0"/>
                </a:moveTo>
                <a:lnTo>
                  <a:pt x="0" y="285750"/>
                </a:lnTo>
                <a:lnTo>
                  <a:pt x="257175" y="285750"/>
                </a:lnTo>
                <a:lnTo>
                  <a:pt x="257175" y="200025"/>
                </a:lnTo>
                <a:lnTo>
                  <a:pt x="238125" y="200025"/>
                </a:lnTo>
                <a:lnTo>
                  <a:pt x="2571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18BBF"/>
          </a:solidFill>
          <a:ln xmlns:a="http://schemas.openxmlformats.org/drawingml/2006/main" w="16193">
            <a:solidFill>
              <a:srgbClr val="418BBF"/>
            </a:solidFill>
          </a:ln>
        </p:spPr>
      </p:sp>
      <p:sp>
        <p:nvSpPr>
          <p:cNvPr id="205" name="SE-055-path-205">
            <a:extLst xmlns:a="http://schemas.openxmlformats.org/drawingml/2006/main">
              <a:ext uri="{FF2B5EF4-FFF2-40B4-BE49-F238E27FC236}">
                <a16:creationId xmlns:a16="http://schemas.microsoft.com/office/drawing/2014/main" id="{68B1F5C0-0ED7-4E27-835D-56FBF303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86050"/>
            <a:ext cx="5391150" cy="419100"/>
          </a:xfrm>
          <a:custGeom xmlns:a="http://schemas.openxmlformats.org/drawingml/2006/main">
            <a:pathLst>
              <a:path w="5391150" h="419100">
                <a:moveTo>
                  <a:pt x="1123950" y="0"/>
                </a:moveTo>
                <a:lnTo>
                  <a:pt x="838200" y="238125"/>
                </a:lnTo>
                <a:lnTo>
                  <a:pt x="581025" y="323850"/>
                </a:lnTo>
                <a:lnTo>
                  <a:pt x="323850" y="371475"/>
                </a:lnTo>
                <a:lnTo>
                  <a:pt x="266700" y="371475"/>
                </a:lnTo>
                <a:lnTo>
                  <a:pt x="247650" y="295275"/>
                </a:lnTo>
                <a:lnTo>
                  <a:pt x="0" y="304800"/>
                </a:lnTo>
                <a:lnTo>
                  <a:pt x="0" y="419100"/>
                </a:lnTo>
                <a:lnTo>
                  <a:pt x="5391150" y="419100"/>
                </a:lnTo>
                <a:lnTo>
                  <a:pt x="5381625" y="352425"/>
                </a:lnTo>
                <a:lnTo>
                  <a:pt x="5143500" y="295275"/>
                </a:lnTo>
                <a:lnTo>
                  <a:pt x="4781550" y="342900"/>
                </a:lnTo>
                <a:lnTo>
                  <a:pt x="4286250" y="238125"/>
                </a:lnTo>
                <a:lnTo>
                  <a:pt x="4000500" y="314325"/>
                </a:lnTo>
                <a:lnTo>
                  <a:pt x="3686175" y="342900"/>
                </a:lnTo>
                <a:lnTo>
                  <a:pt x="3409950" y="114300"/>
                </a:lnTo>
                <a:lnTo>
                  <a:pt x="3152775" y="228600"/>
                </a:lnTo>
                <a:lnTo>
                  <a:pt x="3095625" y="228600"/>
                </a:lnTo>
                <a:lnTo>
                  <a:pt x="2867025" y="133350"/>
                </a:lnTo>
                <a:lnTo>
                  <a:pt x="2552700" y="142875"/>
                </a:lnTo>
                <a:lnTo>
                  <a:pt x="2286000" y="314325"/>
                </a:lnTo>
                <a:lnTo>
                  <a:pt x="1743075" y="228600"/>
                </a:lnTo>
                <a:lnTo>
                  <a:pt x="1409700" y="276225"/>
                </a:lnTo>
                <a:lnTo>
                  <a:pt x="1123950" y="0"/>
                </a:lnTo>
                <a:close/>
              </a:path>
            </a:pathLst>
          </a:custGeom>
          <a:solidFill xmlns:a="http://schemas.openxmlformats.org/drawingml/2006/main">
            <a:srgbClr val="418BBF"/>
          </a:solidFill>
          <a:ln xmlns:a="http://schemas.openxmlformats.org/drawingml/2006/main" w="16193">
            <a:solidFill>
              <a:srgbClr val="418BBF"/>
            </a:solidFill>
          </a:ln>
        </p:spPr>
      </p:sp>
      <p:sp>
        <p:nvSpPr>
          <p:cNvPr id="206" name="SE-055-path-206">
            <a:extLst xmlns:a="http://schemas.openxmlformats.org/drawingml/2006/main">
              <a:ext uri="{FF2B5EF4-FFF2-40B4-BE49-F238E27FC236}">
                <a16:creationId xmlns:a16="http://schemas.microsoft.com/office/drawing/2014/main" id="{18164641-27CB-49A5-B8C8-F37BEDE8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990600"/>
            <a:ext cx="38100" cy="133350"/>
          </a:xfrm>
          <a:custGeom xmlns:a="http://schemas.openxmlformats.org/drawingml/2006/main">
            <a:pathLst>
              <a:path w="38100" h="133350">
                <a:moveTo>
                  <a:pt x="9525" y="0"/>
                </a:moveTo>
                <a:lnTo>
                  <a:pt x="0" y="133350"/>
                </a:lnTo>
                <a:lnTo>
                  <a:pt x="38100" y="133350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FF9232"/>
          </a:solidFill>
          <a:ln xmlns:a="http://schemas.openxmlformats.org/drawingml/2006/main" w="16193">
            <a:solidFill>
              <a:srgbClr val="FF9232"/>
            </a:solidFill>
          </a:ln>
        </p:spPr>
      </p:sp>
      <p:sp>
        <p:nvSpPr>
          <p:cNvPr id="207" name="SE-055-path-207">
            <a:extLst xmlns:a="http://schemas.openxmlformats.org/drawingml/2006/main">
              <a:ext uri="{FF2B5EF4-FFF2-40B4-BE49-F238E27FC236}">
                <a16:creationId xmlns:a16="http://schemas.microsoft.com/office/drawing/2014/main" id="{6AB0B0D3-6EA3-4A7D-B76A-AB25E75A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38275"/>
            <a:ext cx="257175" cy="228600"/>
          </a:xfrm>
          <a:custGeom xmlns:a="http://schemas.openxmlformats.org/drawingml/2006/main">
            <a:pathLst>
              <a:path w="257175" h="228600">
                <a:moveTo>
                  <a:pt x="0" y="0"/>
                </a:moveTo>
                <a:lnTo>
                  <a:pt x="0" y="47625"/>
                </a:lnTo>
                <a:lnTo>
                  <a:pt x="19050" y="28575"/>
                </a:lnTo>
                <a:lnTo>
                  <a:pt x="85725" y="28575"/>
                </a:lnTo>
                <a:lnTo>
                  <a:pt x="104775" y="57150"/>
                </a:lnTo>
                <a:lnTo>
                  <a:pt x="85725" y="142875"/>
                </a:lnTo>
                <a:lnTo>
                  <a:pt x="19050" y="142875"/>
                </a:lnTo>
                <a:lnTo>
                  <a:pt x="0" y="123825"/>
                </a:lnTo>
                <a:lnTo>
                  <a:pt x="0" y="228600"/>
                </a:lnTo>
                <a:lnTo>
                  <a:pt x="257175" y="228600"/>
                </a:lnTo>
                <a:lnTo>
                  <a:pt x="257175" y="142875"/>
                </a:lnTo>
                <a:lnTo>
                  <a:pt x="190500" y="123825"/>
                </a:lnTo>
                <a:lnTo>
                  <a:pt x="190500" y="57150"/>
                </a:lnTo>
                <a:lnTo>
                  <a:pt x="152400" y="57150"/>
                </a:lnTo>
                <a:lnTo>
                  <a:pt x="152400" y="142875"/>
                </a:lnTo>
                <a:lnTo>
                  <a:pt x="114300" y="142875"/>
                </a:lnTo>
                <a:lnTo>
                  <a:pt x="114300" y="28575"/>
                </a:lnTo>
                <a:lnTo>
                  <a:pt x="190500" y="28575"/>
                </a:lnTo>
                <a:lnTo>
                  <a:pt x="200025" y="47625"/>
                </a:lnTo>
                <a:lnTo>
                  <a:pt x="209550" y="28575"/>
                </a:lnTo>
                <a:lnTo>
                  <a:pt x="257175" y="28575"/>
                </a:lnTo>
                <a:lnTo>
                  <a:pt x="2571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9232"/>
          </a:solidFill>
          <a:ln xmlns:a="http://schemas.openxmlformats.org/drawingml/2006/main" w="16193">
            <a:solidFill>
              <a:srgbClr val="FF9232"/>
            </a:solidFill>
          </a:ln>
        </p:spPr>
      </p:sp>
      <p:sp>
        <p:nvSpPr>
          <p:cNvPr id="208" name="SE-055-path-208">
            <a:extLst xmlns:a="http://schemas.openxmlformats.org/drawingml/2006/main">
              <a:ext uri="{FF2B5EF4-FFF2-40B4-BE49-F238E27FC236}">
                <a16:creationId xmlns:a16="http://schemas.microsoft.com/office/drawing/2014/main" id="{AE972348-ABB4-43A3-A01C-D59B7F6E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85925"/>
            <a:ext cx="5391150" cy="1343025"/>
          </a:xfrm>
          <a:custGeom xmlns:a="http://schemas.openxmlformats.org/drawingml/2006/main">
            <a:pathLst>
              <a:path w="5391150" h="1343025">
                <a:moveTo>
                  <a:pt x="0" y="0"/>
                </a:moveTo>
                <a:lnTo>
                  <a:pt x="0" y="666750"/>
                </a:lnTo>
                <a:lnTo>
                  <a:pt x="133350" y="990600"/>
                </a:lnTo>
                <a:lnTo>
                  <a:pt x="638175" y="990600"/>
                </a:lnTo>
                <a:lnTo>
                  <a:pt x="666750" y="1019175"/>
                </a:lnTo>
                <a:lnTo>
                  <a:pt x="666750" y="1266825"/>
                </a:lnTo>
                <a:lnTo>
                  <a:pt x="847725" y="1219200"/>
                </a:lnTo>
                <a:lnTo>
                  <a:pt x="1066800" y="1019175"/>
                </a:lnTo>
                <a:lnTo>
                  <a:pt x="1143000" y="981075"/>
                </a:lnTo>
                <a:lnTo>
                  <a:pt x="1419225" y="1266825"/>
                </a:lnTo>
                <a:lnTo>
                  <a:pt x="1714500" y="1209675"/>
                </a:lnTo>
                <a:lnTo>
                  <a:pt x="1971675" y="1238250"/>
                </a:lnTo>
                <a:lnTo>
                  <a:pt x="2276475" y="1304925"/>
                </a:lnTo>
                <a:lnTo>
                  <a:pt x="2562225" y="1123950"/>
                </a:lnTo>
                <a:lnTo>
                  <a:pt x="2857500" y="1114425"/>
                </a:lnTo>
                <a:lnTo>
                  <a:pt x="3133725" y="1219200"/>
                </a:lnTo>
                <a:lnTo>
                  <a:pt x="3419475" y="1104900"/>
                </a:lnTo>
                <a:lnTo>
                  <a:pt x="3695700" y="1333500"/>
                </a:lnTo>
                <a:lnTo>
                  <a:pt x="3981450" y="1304925"/>
                </a:lnTo>
                <a:lnTo>
                  <a:pt x="4276725" y="1219200"/>
                </a:lnTo>
                <a:lnTo>
                  <a:pt x="4819650" y="1333500"/>
                </a:lnTo>
                <a:lnTo>
                  <a:pt x="5124450" y="1276350"/>
                </a:lnTo>
                <a:lnTo>
                  <a:pt x="5391150" y="1343025"/>
                </a:lnTo>
                <a:lnTo>
                  <a:pt x="5391150" y="1019175"/>
                </a:lnTo>
                <a:lnTo>
                  <a:pt x="5124450" y="857250"/>
                </a:lnTo>
                <a:lnTo>
                  <a:pt x="4848225" y="1028700"/>
                </a:lnTo>
                <a:lnTo>
                  <a:pt x="4543425" y="1019175"/>
                </a:lnTo>
                <a:lnTo>
                  <a:pt x="4257675" y="714375"/>
                </a:lnTo>
                <a:lnTo>
                  <a:pt x="3981450" y="962025"/>
                </a:lnTo>
                <a:lnTo>
                  <a:pt x="3686175" y="1019175"/>
                </a:lnTo>
                <a:lnTo>
                  <a:pt x="3438525" y="542925"/>
                </a:lnTo>
                <a:lnTo>
                  <a:pt x="3362325" y="542925"/>
                </a:lnTo>
                <a:lnTo>
                  <a:pt x="3133725" y="838200"/>
                </a:lnTo>
                <a:lnTo>
                  <a:pt x="2828925" y="676275"/>
                </a:lnTo>
                <a:lnTo>
                  <a:pt x="2571750" y="857250"/>
                </a:lnTo>
                <a:lnTo>
                  <a:pt x="2295525" y="971550"/>
                </a:lnTo>
                <a:lnTo>
                  <a:pt x="2009775" y="952500"/>
                </a:lnTo>
                <a:lnTo>
                  <a:pt x="1685925" y="876300"/>
                </a:lnTo>
                <a:lnTo>
                  <a:pt x="1390650" y="704850"/>
                </a:lnTo>
                <a:lnTo>
                  <a:pt x="1143000" y="466725"/>
                </a:lnTo>
                <a:lnTo>
                  <a:pt x="1104900" y="485775"/>
                </a:lnTo>
                <a:lnTo>
                  <a:pt x="847725" y="828675"/>
                </a:lnTo>
                <a:lnTo>
                  <a:pt x="561975" y="809625"/>
                </a:lnTo>
                <a:lnTo>
                  <a:pt x="266700" y="600075"/>
                </a:lnTo>
                <a:lnTo>
                  <a:pt x="1524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9232"/>
          </a:solidFill>
          <a:ln xmlns:a="http://schemas.openxmlformats.org/drawingml/2006/main" w="16193">
            <a:solidFill>
              <a:srgbClr val="FF9232"/>
            </a:solidFill>
          </a:ln>
        </p:spPr>
      </p:sp>
      <p:sp>
        <p:nvSpPr>
          <p:cNvPr id="209" name="SE-055-path-209">
            <a:extLst xmlns:a="http://schemas.openxmlformats.org/drawingml/2006/main">
              <a:ext uri="{FF2B5EF4-FFF2-40B4-BE49-F238E27FC236}">
                <a16:creationId xmlns:a16="http://schemas.microsoft.com/office/drawing/2014/main" id="{5A8ACD54-7046-4324-AE34-1321B643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90850"/>
            <a:ext cx="285750" cy="47625"/>
          </a:xfrm>
          <a:custGeom xmlns:a="http://schemas.openxmlformats.org/drawingml/2006/main">
            <a:pathLst>
              <a:path w="285750" h="47625">
                <a:moveTo>
                  <a:pt x="0" y="0"/>
                </a:moveTo>
                <a:lnTo>
                  <a:pt x="9525" y="47625"/>
                </a:lnTo>
                <a:lnTo>
                  <a:pt x="285750" y="9525"/>
                </a:lnTo>
                <a:lnTo>
                  <a:pt x="285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9232"/>
          </a:solidFill>
          <a:ln xmlns:a="http://schemas.openxmlformats.org/drawingml/2006/main" w="16193">
            <a:solidFill>
              <a:srgbClr val="FF9232"/>
            </a:solidFill>
          </a:ln>
        </p:spPr>
      </p:sp>
      <p:sp>
        <p:nvSpPr>
          <p:cNvPr id="210" name="SE-055-path-210">
            <a:extLst xmlns:a="http://schemas.openxmlformats.org/drawingml/2006/main">
              <a:ext uri="{FF2B5EF4-FFF2-40B4-BE49-F238E27FC236}">
                <a16:creationId xmlns:a16="http://schemas.microsoft.com/office/drawing/2014/main" id="{4FFCBB5F-A483-4720-ACB5-6193A6A7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990600"/>
            <a:ext cx="76200" cy="133350"/>
          </a:xfrm>
          <a:custGeom xmlns:a="http://schemas.openxmlformats.org/drawingml/2006/main">
            <a:pathLst>
              <a:path w="76200" h="133350">
                <a:moveTo>
                  <a:pt x="0" y="0"/>
                </a:moveTo>
                <a:lnTo>
                  <a:pt x="28575" y="133350"/>
                </a:lnTo>
                <a:lnTo>
                  <a:pt x="76200" y="133350"/>
                </a:lnTo>
                <a:lnTo>
                  <a:pt x="190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CAE4C"/>
          </a:solidFill>
          <a:ln xmlns:a="http://schemas.openxmlformats.org/drawingml/2006/main" w="16193">
            <a:solidFill>
              <a:srgbClr val="4CAE4C"/>
            </a:solidFill>
          </a:ln>
        </p:spPr>
      </p:sp>
      <p:sp>
        <p:nvSpPr>
          <p:cNvPr id="211" name="SE-055-path-211">
            <a:extLst xmlns:a="http://schemas.openxmlformats.org/drawingml/2006/main">
              <a:ext uri="{FF2B5EF4-FFF2-40B4-BE49-F238E27FC236}">
                <a16:creationId xmlns:a16="http://schemas.microsoft.com/office/drawing/2014/main" id="{0E011599-BFE8-44F1-84E6-E18E6E20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52550"/>
            <a:ext cx="5229225" cy="1343025"/>
          </a:xfrm>
          <a:custGeom xmlns:a="http://schemas.openxmlformats.org/drawingml/2006/main">
            <a:pathLst>
              <a:path w="5229225" h="1343025">
                <a:moveTo>
                  <a:pt x="952500" y="0"/>
                </a:moveTo>
                <a:lnTo>
                  <a:pt x="676275" y="85725"/>
                </a:lnTo>
                <a:lnTo>
                  <a:pt x="600075" y="133350"/>
                </a:lnTo>
                <a:lnTo>
                  <a:pt x="571500" y="161925"/>
                </a:lnTo>
                <a:lnTo>
                  <a:pt x="571500" y="314325"/>
                </a:lnTo>
                <a:lnTo>
                  <a:pt x="542925" y="333375"/>
                </a:lnTo>
                <a:lnTo>
                  <a:pt x="0" y="333375"/>
                </a:lnTo>
                <a:lnTo>
                  <a:pt x="114300" y="904875"/>
                </a:lnTo>
                <a:lnTo>
                  <a:pt x="381000" y="1114425"/>
                </a:lnTo>
                <a:lnTo>
                  <a:pt x="685800" y="1143000"/>
                </a:lnTo>
                <a:lnTo>
                  <a:pt x="914400" y="828675"/>
                </a:lnTo>
                <a:lnTo>
                  <a:pt x="981075" y="771525"/>
                </a:lnTo>
                <a:lnTo>
                  <a:pt x="1257300" y="1038225"/>
                </a:lnTo>
                <a:lnTo>
                  <a:pt x="1543050" y="1200150"/>
                </a:lnTo>
                <a:lnTo>
                  <a:pt x="1828800" y="1266825"/>
                </a:lnTo>
                <a:lnTo>
                  <a:pt x="2114550" y="1295400"/>
                </a:lnTo>
                <a:lnTo>
                  <a:pt x="2390775" y="1181100"/>
                </a:lnTo>
                <a:lnTo>
                  <a:pt x="2667000" y="990600"/>
                </a:lnTo>
                <a:lnTo>
                  <a:pt x="2962275" y="1152525"/>
                </a:lnTo>
                <a:lnTo>
                  <a:pt x="3181350" y="876300"/>
                </a:lnTo>
                <a:lnTo>
                  <a:pt x="2838450" y="866775"/>
                </a:lnTo>
                <a:lnTo>
                  <a:pt x="2828925" y="590550"/>
                </a:lnTo>
                <a:lnTo>
                  <a:pt x="2867025" y="561975"/>
                </a:lnTo>
                <a:lnTo>
                  <a:pt x="4762500" y="561975"/>
                </a:lnTo>
                <a:lnTo>
                  <a:pt x="4810125" y="609600"/>
                </a:lnTo>
                <a:lnTo>
                  <a:pt x="4810125" y="838200"/>
                </a:lnTo>
                <a:lnTo>
                  <a:pt x="4772025" y="876300"/>
                </a:lnTo>
                <a:lnTo>
                  <a:pt x="3295650" y="876300"/>
                </a:lnTo>
                <a:lnTo>
                  <a:pt x="3295650" y="895350"/>
                </a:lnTo>
                <a:lnTo>
                  <a:pt x="3533775" y="1343025"/>
                </a:lnTo>
                <a:lnTo>
                  <a:pt x="3819525" y="1276350"/>
                </a:lnTo>
                <a:lnTo>
                  <a:pt x="4086225" y="1028700"/>
                </a:lnTo>
                <a:lnTo>
                  <a:pt x="4114800" y="1028700"/>
                </a:lnTo>
                <a:lnTo>
                  <a:pt x="4381500" y="1333500"/>
                </a:lnTo>
                <a:lnTo>
                  <a:pt x="4686300" y="1343025"/>
                </a:lnTo>
                <a:lnTo>
                  <a:pt x="4943475" y="1171575"/>
                </a:lnTo>
                <a:lnTo>
                  <a:pt x="5229225" y="1333500"/>
                </a:lnTo>
                <a:lnTo>
                  <a:pt x="5229225" y="552450"/>
                </a:lnTo>
                <a:lnTo>
                  <a:pt x="4962525" y="123825"/>
                </a:lnTo>
                <a:lnTo>
                  <a:pt x="4867275" y="190500"/>
                </a:lnTo>
                <a:lnTo>
                  <a:pt x="4676775" y="390525"/>
                </a:lnTo>
                <a:lnTo>
                  <a:pt x="4295775" y="257175"/>
                </a:lnTo>
                <a:lnTo>
                  <a:pt x="3857625" y="142875"/>
                </a:lnTo>
                <a:lnTo>
                  <a:pt x="3800475" y="142875"/>
                </a:lnTo>
                <a:lnTo>
                  <a:pt x="3524250" y="276225"/>
                </a:lnTo>
                <a:lnTo>
                  <a:pt x="3257550" y="76200"/>
                </a:lnTo>
                <a:lnTo>
                  <a:pt x="2971800" y="314325"/>
                </a:lnTo>
                <a:lnTo>
                  <a:pt x="2657475" y="190500"/>
                </a:lnTo>
                <a:lnTo>
                  <a:pt x="2133600" y="276225"/>
                </a:lnTo>
                <a:lnTo>
                  <a:pt x="1790700" y="276225"/>
                </a:lnTo>
                <a:lnTo>
                  <a:pt x="1533525" y="333375"/>
                </a:lnTo>
                <a:lnTo>
                  <a:pt x="1238250" y="228600"/>
                </a:lnTo>
                <a:lnTo>
                  <a:pt x="1095375" y="95250"/>
                </a:lnTo>
                <a:lnTo>
                  <a:pt x="952500" y="0"/>
                </a:lnTo>
                <a:close/>
              </a:path>
            </a:pathLst>
          </a:custGeom>
          <a:solidFill xmlns:a="http://schemas.openxmlformats.org/drawingml/2006/main">
            <a:srgbClr val="4CAE4C"/>
          </a:solidFill>
          <a:ln xmlns:a="http://schemas.openxmlformats.org/drawingml/2006/main" w="16193">
            <a:solidFill>
              <a:srgbClr val="4CAE4C"/>
            </a:solidFill>
          </a:ln>
        </p:spPr>
      </p:sp>
      <p:sp>
        <p:nvSpPr>
          <p:cNvPr id="212" name="SE-055-path-212">
            <a:extLst xmlns:a="http://schemas.openxmlformats.org/drawingml/2006/main">
              <a:ext uri="{FF2B5EF4-FFF2-40B4-BE49-F238E27FC236}">
                <a16:creationId xmlns:a16="http://schemas.microsoft.com/office/drawing/2014/main" id="{D3506946-A202-4075-A916-5EF07A20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990600"/>
            <a:ext cx="190500" cy="133350"/>
          </a:xfrm>
          <a:custGeom xmlns:a="http://schemas.openxmlformats.org/drawingml/2006/main">
            <a:pathLst>
              <a:path w="190500" h="133350">
                <a:moveTo>
                  <a:pt x="0" y="0"/>
                </a:moveTo>
                <a:lnTo>
                  <a:pt x="66675" y="133350"/>
                </a:lnTo>
                <a:lnTo>
                  <a:pt x="190500" y="133350"/>
                </a:ln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4748"/>
          </a:solidFill>
          <a:ln xmlns:a="http://schemas.openxmlformats.org/drawingml/2006/main" w="16193">
            <a:solidFill>
              <a:srgbClr val="DC4748"/>
            </a:solidFill>
          </a:ln>
        </p:spPr>
      </p:sp>
      <p:sp>
        <p:nvSpPr>
          <p:cNvPr id="213" name="SE-055-path-213">
            <a:extLst xmlns:a="http://schemas.openxmlformats.org/drawingml/2006/main">
              <a:ext uri="{FF2B5EF4-FFF2-40B4-BE49-F238E27FC236}">
                <a16:creationId xmlns:a16="http://schemas.microsoft.com/office/drawing/2014/main" id="{5996F697-3FC2-4881-BE4F-883E6966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143000"/>
            <a:ext cx="257175" cy="171450"/>
          </a:xfrm>
          <a:custGeom xmlns:a="http://schemas.openxmlformats.org/drawingml/2006/main">
            <a:pathLst>
              <a:path w="257175" h="171450">
                <a:moveTo>
                  <a:pt x="0" y="0"/>
                </a:moveTo>
                <a:lnTo>
                  <a:pt x="19050" y="171450"/>
                </a:lnTo>
                <a:lnTo>
                  <a:pt x="76200" y="171450"/>
                </a:lnTo>
                <a:lnTo>
                  <a:pt x="95250" y="85725"/>
                </a:lnTo>
                <a:lnTo>
                  <a:pt x="171450" y="85725"/>
                </a:lnTo>
                <a:lnTo>
                  <a:pt x="180975" y="123825"/>
                </a:lnTo>
                <a:lnTo>
                  <a:pt x="200025" y="123825"/>
                </a:lnTo>
                <a:lnTo>
                  <a:pt x="219075" y="85725"/>
                </a:lnTo>
                <a:lnTo>
                  <a:pt x="257175" y="76200"/>
                </a:lnTo>
                <a:lnTo>
                  <a:pt x="2571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4748"/>
          </a:solidFill>
          <a:ln xmlns:a="http://schemas.openxmlformats.org/drawingml/2006/main" w="16193">
            <a:solidFill>
              <a:srgbClr val="DC4748"/>
            </a:solidFill>
          </a:ln>
        </p:spPr>
      </p:sp>
      <p:sp>
        <p:nvSpPr>
          <p:cNvPr id="214" name="SE-055-path-214">
            <a:extLst xmlns:a="http://schemas.openxmlformats.org/drawingml/2006/main">
              <a:ext uri="{FF2B5EF4-FFF2-40B4-BE49-F238E27FC236}">
                <a16:creationId xmlns:a16="http://schemas.microsoft.com/office/drawing/2014/main" id="{1B2547DA-D6DB-43D4-9CE5-D8C8F7B3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228725"/>
            <a:ext cx="4476750" cy="647700"/>
          </a:xfrm>
          <a:custGeom xmlns:a="http://schemas.openxmlformats.org/drawingml/2006/main">
            <a:pathLst>
              <a:path w="4476750" h="647700">
                <a:moveTo>
                  <a:pt x="209550" y="0"/>
                </a:moveTo>
                <a:lnTo>
                  <a:pt x="0" y="133350"/>
                </a:lnTo>
                <a:lnTo>
                  <a:pt x="0" y="171450"/>
                </a:lnTo>
                <a:lnTo>
                  <a:pt x="238125" y="114300"/>
                </a:lnTo>
                <a:lnTo>
                  <a:pt x="504825" y="342900"/>
                </a:lnTo>
                <a:lnTo>
                  <a:pt x="771525" y="438150"/>
                </a:lnTo>
                <a:lnTo>
                  <a:pt x="1066800" y="381000"/>
                </a:lnTo>
                <a:lnTo>
                  <a:pt x="1390650" y="381000"/>
                </a:lnTo>
                <a:lnTo>
                  <a:pt x="1866900" y="304800"/>
                </a:lnTo>
                <a:lnTo>
                  <a:pt x="1943100" y="304800"/>
                </a:lnTo>
                <a:lnTo>
                  <a:pt x="2181225" y="419100"/>
                </a:lnTo>
                <a:lnTo>
                  <a:pt x="2219325" y="419100"/>
                </a:lnTo>
                <a:lnTo>
                  <a:pt x="2505075" y="180975"/>
                </a:lnTo>
                <a:lnTo>
                  <a:pt x="2771775" y="381000"/>
                </a:lnTo>
                <a:lnTo>
                  <a:pt x="3048000" y="247650"/>
                </a:lnTo>
                <a:lnTo>
                  <a:pt x="3086100" y="247650"/>
                </a:lnTo>
                <a:lnTo>
                  <a:pt x="3562350" y="371475"/>
                </a:lnTo>
                <a:lnTo>
                  <a:pt x="3924300" y="495300"/>
                </a:lnTo>
                <a:lnTo>
                  <a:pt x="4181475" y="228600"/>
                </a:lnTo>
                <a:lnTo>
                  <a:pt x="4210050" y="228600"/>
                </a:lnTo>
                <a:lnTo>
                  <a:pt x="4476750" y="647700"/>
                </a:lnTo>
                <a:lnTo>
                  <a:pt x="4476750" y="533400"/>
                </a:lnTo>
                <a:lnTo>
                  <a:pt x="4210050" y="28575"/>
                </a:lnTo>
                <a:lnTo>
                  <a:pt x="3914775" y="314325"/>
                </a:lnTo>
                <a:lnTo>
                  <a:pt x="3352800" y="76200"/>
                </a:lnTo>
                <a:lnTo>
                  <a:pt x="3057525" y="85725"/>
                </a:lnTo>
                <a:lnTo>
                  <a:pt x="2800350" y="219075"/>
                </a:lnTo>
                <a:lnTo>
                  <a:pt x="2762250" y="219075"/>
                </a:lnTo>
                <a:lnTo>
                  <a:pt x="2505075" y="28575"/>
                </a:lnTo>
                <a:lnTo>
                  <a:pt x="2228850" y="209550"/>
                </a:lnTo>
                <a:lnTo>
                  <a:pt x="1914525" y="142875"/>
                </a:lnTo>
                <a:lnTo>
                  <a:pt x="1647825" y="266700"/>
                </a:lnTo>
                <a:lnTo>
                  <a:pt x="1343025" y="285750"/>
                </a:lnTo>
                <a:lnTo>
                  <a:pt x="1038225" y="228600"/>
                </a:lnTo>
                <a:lnTo>
                  <a:pt x="762000" y="276225"/>
                </a:lnTo>
                <a:lnTo>
                  <a:pt x="495300" y="200025"/>
                </a:lnTo>
                <a:lnTo>
                  <a:pt x="209550" y="0"/>
                </a:lnTo>
                <a:close/>
              </a:path>
            </a:pathLst>
          </a:custGeom>
          <a:solidFill xmlns:a="http://schemas.openxmlformats.org/drawingml/2006/main">
            <a:srgbClr val="DC4748"/>
          </a:solidFill>
          <a:ln xmlns:a="http://schemas.openxmlformats.org/drawingml/2006/main" w="16193">
            <a:solidFill>
              <a:srgbClr val="DC4748"/>
            </a:solidFill>
          </a:ln>
        </p:spPr>
      </p:sp>
      <p:sp>
        <p:nvSpPr>
          <p:cNvPr id="215" name="SE-055-path-215">
            <a:extLst xmlns:a="http://schemas.openxmlformats.org/drawingml/2006/main">
              <a:ext uri="{FF2B5EF4-FFF2-40B4-BE49-F238E27FC236}">
                <a16:creationId xmlns:a16="http://schemas.microsoft.com/office/drawing/2014/main" id="{AE2155A1-3758-435C-A40F-19F3779D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304925"/>
            <a:ext cx="257175" cy="66675"/>
          </a:xfrm>
          <a:custGeom xmlns:a="http://schemas.openxmlformats.org/drawingml/2006/main">
            <a:pathLst>
              <a:path w="257175" h="66675">
                <a:moveTo>
                  <a:pt x="180975" y="0"/>
                </a:moveTo>
                <a:lnTo>
                  <a:pt x="161925" y="38100"/>
                </a:lnTo>
                <a:lnTo>
                  <a:pt x="85725" y="19050"/>
                </a:lnTo>
                <a:lnTo>
                  <a:pt x="85725" y="38100"/>
                </a:lnTo>
                <a:lnTo>
                  <a:pt x="0" y="38100"/>
                </a:lnTo>
                <a:lnTo>
                  <a:pt x="0" y="66675"/>
                </a:lnTo>
                <a:lnTo>
                  <a:pt x="257175" y="66675"/>
                </a:lnTo>
                <a:lnTo>
                  <a:pt x="257175" y="38100"/>
                </a:lnTo>
                <a:lnTo>
                  <a:pt x="180975" y="0"/>
                </a:lnTo>
                <a:close/>
              </a:path>
            </a:pathLst>
          </a:custGeom>
          <a:solidFill xmlns:a="http://schemas.openxmlformats.org/drawingml/2006/main">
            <a:srgbClr val="DC4748"/>
          </a:solidFill>
          <a:ln xmlns:a="http://schemas.openxmlformats.org/drawingml/2006/main" w="16193">
            <a:solidFill>
              <a:srgbClr val="DC4748"/>
            </a:solidFill>
          </a:ln>
        </p:spPr>
      </p:sp>
      <p:sp>
        <p:nvSpPr>
          <p:cNvPr id="216" name="SE-055-path-216">
            <a:extLst xmlns:a="http://schemas.openxmlformats.org/drawingml/2006/main">
              <a:ext uri="{FF2B5EF4-FFF2-40B4-BE49-F238E27FC236}">
                <a16:creationId xmlns:a16="http://schemas.microsoft.com/office/drawing/2014/main" id="{F05755A5-B611-466F-85B5-B14B03D9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5275"/>
            <a:ext cx="295275" cy="381000"/>
          </a:xfrm>
          <a:custGeom xmlns:a="http://schemas.openxmlformats.org/drawingml/2006/main">
            <a:pathLst>
              <a:path w="295275" h="381000">
                <a:moveTo>
                  <a:pt x="0" y="0"/>
                </a:moveTo>
                <a:lnTo>
                  <a:pt x="0" y="381000"/>
                </a:lnTo>
                <a:lnTo>
                  <a:pt x="295275" y="381000"/>
                </a:lnTo>
                <a:lnTo>
                  <a:pt x="247650" y="2857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17" name="SE-055-path-217">
            <a:extLst xmlns:a="http://schemas.openxmlformats.org/drawingml/2006/main">
              <a:ext uri="{FF2B5EF4-FFF2-40B4-BE49-F238E27FC236}">
                <a16:creationId xmlns:a16="http://schemas.microsoft.com/office/drawing/2014/main" id="{5E7B9C4D-4AC4-4396-88B4-E813BBB2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685800"/>
            <a:ext cx="257175" cy="295275"/>
          </a:xfrm>
          <a:custGeom xmlns:a="http://schemas.openxmlformats.org/drawingml/2006/main">
            <a:pathLst>
              <a:path w="257175" h="295275">
                <a:moveTo>
                  <a:pt x="0" y="0"/>
                </a:moveTo>
                <a:lnTo>
                  <a:pt x="0" y="57150"/>
                </a:lnTo>
                <a:lnTo>
                  <a:pt x="66675" y="66675"/>
                </a:lnTo>
                <a:lnTo>
                  <a:pt x="66675" y="95250"/>
                </a:lnTo>
                <a:lnTo>
                  <a:pt x="0" y="85725"/>
                </a:lnTo>
                <a:lnTo>
                  <a:pt x="0" y="114300"/>
                </a:lnTo>
                <a:lnTo>
                  <a:pt x="47625" y="114300"/>
                </a:lnTo>
                <a:lnTo>
                  <a:pt x="76200" y="142875"/>
                </a:lnTo>
                <a:lnTo>
                  <a:pt x="76200" y="180975"/>
                </a:lnTo>
                <a:lnTo>
                  <a:pt x="47625" y="209550"/>
                </a:lnTo>
                <a:lnTo>
                  <a:pt x="0" y="209550"/>
                </a:lnTo>
                <a:lnTo>
                  <a:pt x="0" y="295275"/>
                </a:lnTo>
                <a:lnTo>
                  <a:pt x="257175" y="295275"/>
                </a:lnTo>
                <a:lnTo>
                  <a:pt x="257175" y="209550"/>
                </a:lnTo>
                <a:lnTo>
                  <a:pt x="209550" y="200025"/>
                </a:lnTo>
                <a:lnTo>
                  <a:pt x="200025" y="171450"/>
                </a:lnTo>
                <a:lnTo>
                  <a:pt x="209550" y="133350"/>
                </a:lnTo>
                <a:lnTo>
                  <a:pt x="257175" y="123825"/>
                </a:lnTo>
                <a:lnTo>
                  <a:pt x="209550" y="123825"/>
                </a:lnTo>
                <a:lnTo>
                  <a:pt x="219075" y="85725"/>
                </a:lnTo>
                <a:lnTo>
                  <a:pt x="257175" y="85725"/>
                </a:lnTo>
                <a:lnTo>
                  <a:pt x="2571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18" name="SE-055-path-218">
            <a:extLst xmlns:a="http://schemas.openxmlformats.org/drawingml/2006/main">
              <a:ext uri="{FF2B5EF4-FFF2-40B4-BE49-F238E27FC236}">
                <a16:creationId xmlns:a16="http://schemas.microsoft.com/office/drawing/2014/main" id="{7746E619-DC54-4796-B93A-E95CCBE0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990600"/>
            <a:ext cx="295275" cy="133350"/>
          </a:xfrm>
          <a:custGeom xmlns:a="http://schemas.openxmlformats.org/drawingml/2006/main">
            <a:pathLst>
              <a:path w="295275" h="133350">
                <a:moveTo>
                  <a:pt x="0" y="0"/>
                </a:moveTo>
                <a:lnTo>
                  <a:pt x="95250" y="133350"/>
                </a:lnTo>
                <a:lnTo>
                  <a:pt x="295275" y="133350"/>
                </a:lnTo>
                <a:lnTo>
                  <a:pt x="2476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19" name="SE-055-path-219">
            <a:extLst xmlns:a="http://schemas.openxmlformats.org/drawingml/2006/main">
              <a:ext uri="{FF2B5EF4-FFF2-40B4-BE49-F238E27FC236}">
                <a16:creationId xmlns:a16="http://schemas.microsoft.com/office/drawing/2014/main" id="{009F4D8E-B55E-4933-91F8-9E6E2132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019175"/>
            <a:ext cx="3009900" cy="476250"/>
          </a:xfrm>
          <a:custGeom xmlns:a="http://schemas.openxmlformats.org/drawingml/2006/main">
            <a:pathLst>
              <a:path w="3009900" h="476250">
                <a:moveTo>
                  <a:pt x="1905000" y="0"/>
                </a:moveTo>
                <a:lnTo>
                  <a:pt x="1647825" y="276225"/>
                </a:lnTo>
                <a:lnTo>
                  <a:pt x="1428750" y="314325"/>
                </a:lnTo>
                <a:lnTo>
                  <a:pt x="1314450" y="314325"/>
                </a:lnTo>
                <a:lnTo>
                  <a:pt x="1076325" y="209550"/>
                </a:lnTo>
                <a:lnTo>
                  <a:pt x="771525" y="228600"/>
                </a:lnTo>
                <a:lnTo>
                  <a:pt x="504825" y="104775"/>
                </a:lnTo>
                <a:lnTo>
                  <a:pt x="200025" y="47625"/>
                </a:lnTo>
                <a:lnTo>
                  <a:pt x="0" y="190500"/>
                </a:lnTo>
                <a:lnTo>
                  <a:pt x="0" y="323850"/>
                </a:lnTo>
                <a:lnTo>
                  <a:pt x="219075" y="190500"/>
                </a:lnTo>
                <a:lnTo>
                  <a:pt x="476250" y="390525"/>
                </a:lnTo>
                <a:lnTo>
                  <a:pt x="723900" y="466725"/>
                </a:lnTo>
                <a:lnTo>
                  <a:pt x="790575" y="476250"/>
                </a:lnTo>
                <a:lnTo>
                  <a:pt x="1076325" y="419100"/>
                </a:lnTo>
                <a:lnTo>
                  <a:pt x="1314450" y="476250"/>
                </a:lnTo>
                <a:lnTo>
                  <a:pt x="1438275" y="476250"/>
                </a:lnTo>
                <a:lnTo>
                  <a:pt x="1638300" y="457200"/>
                </a:lnTo>
                <a:lnTo>
                  <a:pt x="1905000" y="333375"/>
                </a:lnTo>
                <a:lnTo>
                  <a:pt x="2209800" y="409575"/>
                </a:lnTo>
                <a:lnTo>
                  <a:pt x="2476500" y="219075"/>
                </a:lnTo>
                <a:lnTo>
                  <a:pt x="2752725" y="409575"/>
                </a:lnTo>
                <a:lnTo>
                  <a:pt x="2790825" y="409575"/>
                </a:lnTo>
                <a:lnTo>
                  <a:pt x="3009900" y="304800"/>
                </a:lnTo>
                <a:lnTo>
                  <a:pt x="2952750" y="285750"/>
                </a:lnTo>
                <a:lnTo>
                  <a:pt x="2762250" y="285750"/>
                </a:lnTo>
                <a:lnTo>
                  <a:pt x="2486025" y="9525"/>
                </a:lnTo>
                <a:lnTo>
                  <a:pt x="2228850" y="133350"/>
                </a:lnTo>
                <a:lnTo>
                  <a:pt x="2171700" y="133350"/>
                </a:lnTo>
                <a:lnTo>
                  <a:pt x="1905000" y="0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20" name="SE-055-path-220">
            <a:extLst xmlns:a="http://schemas.openxmlformats.org/drawingml/2006/main">
              <a:ext uri="{FF2B5EF4-FFF2-40B4-BE49-F238E27FC236}">
                <a16:creationId xmlns:a16="http://schemas.microsoft.com/office/drawing/2014/main" id="{1E93DBCD-4DA5-4FD8-8701-22F296F4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275" y="1200150"/>
            <a:ext cx="1057275" cy="323850"/>
          </a:xfrm>
          <a:custGeom xmlns:a="http://schemas.openxmlformats.org/drawingml/2006/main">
            <a:pathLst>
              <a:path w="1057275" h="323850">
                <a:moveTo>
                  <a:pt x="200025" y="0"/>
                </a:moveTo>
                <a:lnTo>
                  <a:pt x="0" y="95250"/>
                </a:lnTo>
                <a:lnTo>
                  <a:pt x="238125" y="95250"/>
                </a:lnTo>
                <a:lnTo>
                  <a:pt x="781050" y="323850"/>
                </a:lnTo>
                <a:lnTo>
                  <a:pt x="1057275" y="57150"/>
                </a:lnTo>
                <a:lnTo>
                  <a:pt x="904875" y="47625"/>
                </a:lnTo>
                <a:lnTo>
                  <a:pt x="781050" y="114300"/>
                </a:lnTo>
                <a:lnTo>
                  <a:pt x="504825" y="85725"/>
                </a:lnTo>
                <a:lnTo>
                  <a:pt x="257175" y="0"/>
                </a:lnTo>
                <a:lnTo>
                  <a:pt x="200025" y="0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21" name="SE-055-path-221">
            <a:extLst xmlns:a="http://schemas.openxmlformats.org/drawingml/2006/main">
              <a:ext uri="{FF2B5EF4-FFF2-40B4-BE49-F238E27FC236}">
                <a16:creationId xmlns:a16="http://schemas.microsoft.com/office/drawing/2014/main" id="{4C380FC6-4527-4AFA-A876-C1489C8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1247775"/>
            <a:ext cx="257175" cy="485775"/>
          </a:xfrm>
          <a:custGeom xmlns:a="http://schemas.openxmlformats.org/drawingml/2006/main">
            <a:pathLst>
              <a:path w="257175" h="485775">
                <a:moveTo>
                  <a:pt x="0" y="0"/>
                </a:moveTo>
                <a:lnTo>
                  <a:pt x="219075" y="438150"/>
                </a:lnTo>
                <a:lnTo>
                  <a:pt x="257175" y="485775"/>
                </a:lnTo>
                <a:lnTo>
                  <a:pt x="247650" y="285750"/>
                </a:lnTo>
                <a:lnTo>
                  <a:pt x="476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22" name="SE-055-path-222">
            <a:extLst xmlns:a="http://schemas.openxmlformats.org/drawingml/2006/main">
              <a:ext uri="{FF2B5EF4-FFF2-40B4-BE49-F238E27FC236}">
                <a16:creationId xmlns:a16="http://schemas.microsoft.com/office/drawing/2014/main" id="{5101F56B-B0A5-4E85-94BF-A0E9ACCD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6225"/>
            <a:ext cx="5381625" cy="1047750"/>
          </a:xfrm>
          <a:custGeom xmlns:a="http://schemas.openxmlformats.org/drawingml/2006/main">
            <a:pathLst>
              <a:path w="5381625" h="1047750">
                <a:moveTo>
                  <a:pt x="0" y="0"/>
                </a:moveTo>
                <a:lnTo>
                  <a:pt x="266700" y="314325"/>
                </a:lnTo>
                <a:lnTo>
                  <a:pt x="295275" y="400050"/>
                </a:lnTo>
                <a:lnTo>
                  <a:pt x="904875" y="409575"/>
                </a:lnTo>
                <a:lnTo>
                  <a:pt x="923925" y="457200"/>
                </a:lnTo>
                <a:lnTo>
                  <a:pt x="923925" y="657225"/>
                </a:lnTo>
                <a:lnTo>
                  <a:pt x="904875" y="704850"/>
                </a:lnTo>
                <a:lnTo>
                  <a:pt x="419100" y="723900"/>
                </a:lnTo>
                <a:lnTo>
                  <a:pt x="466725" y="847725"/>
                </a:lnTo>
                <a:lnTo>
                  <a:pt x="876300" y="847725"/>
                </a:lnTo>
                <a:lnTo>
                  <a:pt x="914400" y="914400"/>
                </a:lnTo>
                <a:lnTo>
                  <a:pt x="1085850" y="790575"/>
                </a:lnTo>
                <a:lnTo>
                  <a:pt x="1181100" y="781050"/>
                </a:lnTo>
                <a:lnTo>
                  <a:pt x="1438275" y="838200"/>
                </a:lnTo>
                <a:lnTo>
                  <a:pt x="1676400" y="952500"/>
                </a:lnTo>
                <a:lnTo>
                  <a:pt x="1990725" y="933450"/>
                </a:lnTo>
                <a:lnTo>
                  <a:pt x="2247900" y="1047750"/>
                </a:lnTo>
                <a:lnTo>
                  <a:pt x="2305050" y="1047750"/>
                </a:lnTo>
                <a:lnTo>
                  <a:pt x="2543175" y="1009650"/>
                </a:lnTo>
                <a:lnTo>
                  <a:pt x="2819400" y="723900"/>
                </a:lnTo>
                <a:lnTo>
                  <a:pt x="3105150" y="866775"/>
                </a:lnTo>
                <a:lnTo>
                  <a:pt x="3409950" y="733425"/>
                </a:lnTo>
                <a:lnTo>
                  <a:pt x="3686175" y="1009650"/>
                </a:lnTo>
                <a:lnTo>
                  <a:pt x="3981450" y="1019175"/>
                </a:lnTo>
                <a:lnTo>
                  <a:pt x="4267200" y="904875"/>
                </a:lnTo>
                <a:lnTo>
                  <a:pt x="4533900" y="990600"/>
                </a:lnTo>
                <a:lnTo>
                  <a:pt x="4829175" y="1019175"/>
                </a:lnTo>
                <a:lnTo>
                  <a:pt x="4905375" y="971550"/>
                </a:lnTo>
                <a:lnTo>
                  <a:pt x="4591050" y="971550"/>
                </a:lnTo>
                <a:lnTo>
                  <a:pt x="4562475" y="942975"/>
                </a:lnTo>
                <a:lnTo>
                  <a:pt x="4562475" y="695325"/>
                </a:lnTo>
                <a:lnTo>
                  <a:pt x="4581525" y="666750"/>
                </a:lnTo>
                <a:lnTo>
                  <a:pt x="5381625" y="657225"/>
                </a:lnTo>
                <a:lnTo>
                  <a:pt x="53816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C7D6"/>
          </a:solidFill>
          <a:ln xmlns:a="http://schemas.openxmlformats.org/drawingml/2006/main" w="16193">
            <a:solidFill>
              <a:srgbClr val="3AC7D6"/>
            </a:solidFill>
          </a:ln>
        </p:spPr>
      </p:sp>
      <p:sp>
        <p:nvSpPr>
          <p:cNvPr id="223" name="SE-055-path-223">
            <a:extLst xmlns:a="http://schemas.openxmlformats.org/drawingml/2006/main">
              <a:ext uri="{FF2B5EF4-FFF2-40B4-BE49-F238E27FC236}">
                <a16:creationId xmlns:a16="http://schemas.microsoft.com/office/drawing/2014/main" id="{328EFA9A-18D0-4993-A752-1E039882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952500"/>
            <a:ext cx="257175" cy="285750"/>
          </a:xfrm>
          <a:custGeom xmlns:a="http://schemas.openxmlformats.org/drawingml/2006/main">
            <a:pathLst>
              <a:path w="257175" h="285750">
                <a:moveTo>
                  <a:pt x="0" y="0"/>
                </a:moveTo>
                <a:lnTo>
                  <a:pt x="0" y="76200"/>
                </a:lnTo>
                <a:lnTo>
                  <a:pt x="114300" y="85725"/>
                </a:lnTo>
                <a:lnTo>
                  <a:pt x="114300" y="114300"/>
                </a:lnTo>
                <a:lnTo>
                  <a:pt x="57150" y="104775"/>
                </a:lnTo>
                <a:lnTo>
                  <a:pt x="57150" y="123825"/>
                </a:lnTo>
                <a:lnTo>
                  <a:pt x="114300" y="142875"/>
                </a:lnTo>
                <a:lnTo>
                  <a:pt x="114300" y="180975"/>
                </a:lnTo>
                <a:lnTo>
                  <a:pt x="95250" y="200025"/>
                </a:lnTo>
                <a:lnTo>
                  <a:pt x="0" y="200025"/>
                </a:lnTo>
                <a:lnTo>
                  <a:pt x="0" y="285750"/>
                </a:lnTo>
                <a:lnTo>
                  <a:pt x="257175" y="285750"/>
                </a:lnTo>
                <a:lnTo>
                  <a:pt x="2571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C7D6"/>
          </a:solidFill>
          <a:ln xmlns:a="http://schemas.openxmlformats.org/drawingml/2006/main" w="16193">
            <a:solidFill>
              <a:srgbClr val="3AC7D6"/>
            </a:solidFill>
          </a:ln>
        </p:spPr>
      </p:sp>
      <p:sp>
        <p:nvSpPr>
          <p:cNvPr id="224" name="SE-055-path-224">
            <a:extLst xmlns:a="http://schemas.openxmlformats.org/drawingml/2006/main">
              <a:ext uri="{FF2B5EF4-FFF2-40B4-BE49-F238E27FC236}">
                <a16:creationId xmlns:a16="http://schemas.microsoft.com/office/drawing/2014/main" id="{23ABF833-D8A1-44EC-B313-8175B1DA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1047750"/>
            <a:ext cx="85725" cy="76200"/>
          </a:xfrm>
          <a:custGeom xmlns:a="http://schemas.openxmlformats.org/drawingml/2006/main">
            <a:pathLst>
              <a:path w="85725" h="76200">
                <a:moveTo>
                  <a:pt x="19050" y="0"/>
                </a:moveTo>
                <a:lnTo>
                  <a:pt x="0" y="9525"/>
                </a:lnTo>
                <a:lnTo>
                  <a:pt x="0" y="76200"/>
                </a:lnTo>
                <a:lnTo>
                  <a:pt x="85725" y="76200"/>
                </a:lnTo>
                <a:lnTo>
                  <a:pt x="85725" y="57150"/>
                </a:lnTo>
                <a:lnTo>
                  <a:pt x="28575" y="47625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3AC7D6"/>
          </a:solidFill>
          <a:ln xmlns:a="http://schemas.openxmlformats.org/drawingml/2006/main" w="16193">
            <a:solidFill>
              <a:srgbClr val="3AC7D6"/>
            </a:solidFill>
          </a:ln>
        </p:spPr>
      </p:sp>
      <p:sp>
        <p:nvSpPr>
          <p:cNvPr id="225" name="SE-055-path-225">
            <a:extLst xmlns:a="http://schemas.openxmlformats.org/drawingml/2006/main">
              <a:ext uri="{FF2B5EF4-FFF2-40B4-BE49-F238E27FC236}">
                <a16:creationId xmlns:a16="http://schemas.microsoft.com/office/drawing/2014/main" id="{E9E1A86B-ADBF-4C2B-B12A-9697E1EF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247775"/>
            <a:ext cx="200025" cy="276225"/>
          </a:xfrm>
          <a:custGeom xmlns:a="http://schemas.openxmlformats.org/drawingml/2006/main">
            <a:pathLst>
              <a:path w="200025" h="276225">
                <a:moveTo>
                  <a:pt x="0" y="0"/>
                </a:moveTo>
                <a:lnTo>
                  <a:pt x="180975" y="266700"/>
                </a:lnTo>
                <a:lnTo>
                  <a:pt x="200025" y="276225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C7D6"/>
          </a:solidFill>
          <a:ln xmlns:a="http://schemas.openxmlformats.org/drawingml/2006/main" w="16193">
            <a:solidFill>
              <a:srgbClr val="3AC7D6"/>
            </a:solidFill>
          </a:ln>
        </p:spPr>
      </p:sp>
      <p:sp>
        <p:nvSpPr>
          <p:cNvPr id="226" name="SE-055-path-226">
            <a:extLst xmlns:a="http://schemas.openxmlformats.org/drawingml/2006/main">
              <a:ext uri="{FF2B5EF4-FFF2-40B4-BE49-F238E27FC236}">
                <a16:creationId xmlns:a16="http://schemas.microsoft.com/office/drawing/2014/main" id="{19C9FC6E-C7E3-4130-BF0D-60B7AA28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343650"/>
            <a:ext cx="247650" cy="571500"/>
          </a:xfrm>
          <a:custGeom xmlns:a="http://schemas.openxmlformats.org/drawingml/2006/main">
            <a:pathLst>
              <a:path w="247650" h="571500">
                <a:moveTo>
                  <a:pt x="0" y="0"/>
                </a:moveTo>
                <a:lnTo>
                  <a:pt x="0" y="571500"/>
                </a:lnTo>
                <a:lnTo>
                  <a:pt x="247650" y="571500"/>
                </a:lnTo>
                <a:lnTo>
                  <a:pt x="85725" y="95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9232"/>
          </a:solidFill>
          <a:ln xmlns:a="http://schemas.openxmlformats.org/drawingml/2006/main" w="16193">
            <a:solidFill>
              <a:srgbClr val="FF9232"/>
            </a:solidFill>
          </a:ln>
        </p:spPr>
      </p:sp>
      <p:sp>
        <p:nvSpPr>
          <p:cNvPr id="227" name="SE-055-path-227">
            <a:extLst xmlns:a="http://schemas.openxmlformats.org/drawingml/2006/main">
              <a:ext uri="{FF2B5EF4-FFF2-40B4-BE49-F238E27FC236}">
                <a16:creationId xmlns:a16="http://schemas.microsoft.com/office/drawing/2014/main" id="{D45733B9-715C-4E6D-84AD-B35EF8E4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781800"/>
            <a:ext cx="5343525" cy="1123950"/>
          </a:xfrm>
          <a:custGeom xmlns:a="http://schemas.openxmlformats.org/drawingml/2006/main">
            <a:pathLst>
              <a:path w="5343525" h="1123950">
                <a:moveTo>
                  <a:pt x="847725" y="0"/>
                </a:moveTo>
                <a:lnTo>
                  <a:pt x="685800" y="123825"/>
                </a:lnTo>
                <a:lnTo>
                  <a:pt x="733425" y="171450"/>
                </a:lnTo>
                <a:lnTo>
                  <a:pt x="733425" y="409575"/>
                </a:lnTo>
                <a:lnTo>
                  <a:pt x="714375" y="438150"/>
                </a:lnTo>
                <a:lnTo>
                  <a:pt x="0" y="447675"/>
                </a:lnTo>
                <a:lnTo>
                  <a:pt x="0" y="1123950"/>
                </a:lnTo>
                <a:lnTo>
                  <a:pt x="5343525" y="1123950"/>
                </a:lnTo>
                <a:lnTo>
                  <a:pt x="5095875" y="1038225"/>
                </a:lnTo>
                <a:lnTo>
                  <a:pt x="4829175" y="838200"/>
                </a:lnTo>
                <a:lnTo>
                  <a:pt x="4524375" y="838200"/>
                </a:lnTo>
                <a:lnTo>
                  <a:pt x="4286250" y="676275"/>
                </a:lnTo>
                <a:lnTo>
                  <a:pt x="4133850" y="609600"/>
                </a:lnTo>
                <a:lnTo>
                  <a:pt x="4114800" y="609600"/>
                </a:lnTo>
                <a:lnTo>
                  <a:pt x="4114800" y="800100"/>
                </a:lnTo>
                <a:lnTo>
                  <a:pt x="4067175" y="838200"/>
                </a:lnTo>
                <a:lnTo>
                  <a:pt x="3219450" y="838200"/>
                </a:lnTo>
                <a:lnTo>
                  <a:pt x="3133725" y="923925"/>
                </a:lnTo>
                <a:lnTo>
                  <a:pt x="3105150" y="923925"/>
                </a:lnTo>
                <a:lnTo>
                  <a:pt x="3028950" y="838200"/>
                </a:lnTo>
                <a:lnTo>
                  <a:pt x="2171700" y="838200"/>
                </a:lnTo>
                <a:lnTo>
                  <a:pt x="2124075" y="800100"/>
                </a:lnTo>
                <a:lnTo>
                  <a:pt x="2124075" y="552450"/>
                </a:lnTo>
                <a:lnTo>
                  <a:pt x="2152650" y="523875"/>
                </a:lnTo>
                <a:lnTo>
                  <a:pt x="2743200" y="514350"/>
                </a:lnTo>
                <a:lnTo>
                  <a:pt x="2552700" y="133350"/>
                </a:lnTo>
                <a:lnTo>
                  <a:pt x="2276475" y="485775"/>
                </a:lnTo>
                <a:lnTo>
                  <a:pt x="1971675" y="276225"/>
                </a:lnTo>
                <a:lnTo>
                  <a:pt x="1695450" y="495300"/>
                </a:lnTo>
                <a:lnTo>
                  <a:pt x="1400175" y="542925"/>
                </a:lnTo>
                <a:lnTo>
                  <a:pt x="1123950" y="76200"/>
                </a:lnTo>
                <a:lnTo>
                  <a:pt x="847725" y="0"/>
                </a:lnTo>
                <a:close/>
              </a:path>
            </a:pathLst>
          </a:custGeom>
          <a:solidFill xmlns:a="http://schemas.openxmlformats.org/drawingml/2006/main">
            <a:srgbClr val="FF9232"/>
          </a:solidFill>
          <a:ln xmlns:a="http://schemas.openxmlformats.org/drawingml/2006/main" w="16193">
            <a:solidFill>
              <a:srgbClr val="FF9232"/>
            </a:solidFill>
          </a:ln>
        </p:spPr>
      </p:sp>
      <p:sp>
        <p:nvSpPr>
          <p:cNvPr id="228" name="SE-055-path-228">
            <a:extLst xmlns:a="http://schemas.openxmlformats.org/drawingml/2006/main">
              <a:ext uri="{FF2B5EF4-FFF2-40B4-BE49-F238E27FC236}">
                <a16:creationId xmlns:a16="http://schemas.microsoft.com/office/drawing/2014/main" id="{AF2720A7-86A3-4FB9-B500-C993928B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934200"/>
            <a:ext cx="257175" cy="285750"/>
          </a:xfrm>
          <a:custGeom xmlns:a="http://schemas.openxmlformats.org/drawingml/2006/main">
            <a:pathLst>
              <a:path w="257175" h="285750">
                <a:moveTo>
                  <a:pt x="0" y="0"/>
                </a:moveTo>
                <a:lnTo>
                  <a:pt x="0" y="95250"/>
                </a:lnTo>
                <a:lnTo>
                  <a:pt x="76200" y="76200"/>
                </a:lnTo>
                <a:lnTo>
                  <a:pt x="104775" y="104775"/>
                </a:lnTo>
                <a:lnTo>
                  <a:pt x="85725" y="190500"/>
                </a:lnTo>
                <a:lnTo>
                  <a:pt x="28575" y="200025"/>
                </a:lnTo>
                <a:lnTo>
                  <a:pt x="0" y="180975"/>
                </a:lnTo>
                <a:lnTo>
                  <a:pt x="0" y="285750"/>
                </a:lnTo>
                <a:lnTo>
                  <a:pt x="257175" y="285750"/>
                </a:lnTo>
                <a:lnTo>
                  <a:pt x="257175" y="200025"/>
                </a:lnTo>
                <a:lnTo>
                  <a:pt x="219075" y="200025"/>
                </a:lnTo>
                <a:lnTo>
                  <a:pt x="190500" y="171450"/>
                </a:lnTo>
                <a:lnTo>
                  <a:pt x="190500" y="104775"/>
                </a:lnTo>
                <a:lnTo>
                  <a:pt x="152400" y="114300"/>
                </a:lnTo>
                <a:lnTo>
                  <a:pt x="152400" y="190500"/>
                </a:lnTo>
                <a:lnTo>
                  <a:pt x="114300" y="190500"/>
                </a:lnTo>
                <a:lnTo>
                  <a:pt x="114300" y="76200"/>
                </a:lnTo>
                <a:lnTo>
                  <a:pt x="190500" y="76200"/>
                </a:lnTo>
                <a:lnTo>
                  <a:pt x="190500" y="95250"/>
                </a:lnTo>
                <a:lnTo>
                  <a:pt x="257175" y="76200"/>
                </a:lnTo>
                <a:lnTo>
                  <a:pt x="2571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9232"/>
          </a:solidFill>
          <a:ln xmlns:a="http://schemas.openxmlformats.org/drawingml/2006/main" w="16193">
            <a:solidFill>
              <a:srgbClr val="FF9232"/>
            </a:solidFill>
          </a:ln>
        </p:spPr>
      </p:sp>
      <p:sp>
        <p:nvSpPr>
          <p:cNvPr id="229" name="SE-055-path-229">
            <a:extLst xmlns:a="http://schemas.openxmlformats.org/drawingml/2006/main">
              <a:ext uri="{FF2B5EF4-FFF2-40B4-BE49-F238E27FC236}">
                <a16:creationId xmlns:a16="http://schemas.microsoft.com/office/drawing/2014/main" id="{38B85293-E830-44F5-80BB-ABDE42CF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38975"/>
            <a:ext cx="47625" cy="66675"/>
          </a:xfrm>
          <a:custGeom xmlns:a="http://schemas.openxmlformats.org/drawingml/2006/main">
            <a:pathLst>
              <a:path w="47625" h="66675">
                <a:moveTo>
                  <a:pt x="9525" y="0"/>
                </a:moveTo>
                <a:lnTo>
                  <a:pt x="0" y="57150"/>
                </a:lnTo>
                <a:lnTo>
                  <a:pt x="28575" y="66675"/>
                </a:lnTo>
                <a:lnTo>
                  <a:pt x="47625" y="28575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FF9232"/>
          </a:solidFill>
          <a:ln xmlns:a="http://schemas.openxmlformats.org/drawingml/2006/main" w="16193">
            <a:solidFill>
              <a:srgbClr val="FF9232"/>
            </a:solidFill>
          </a:ln>
        </p:spPr>
      </p:sp>
      <p:sp>
        <p:nvSpPr>
          <p:cNvPr id="230" name="SE-055-path-230">
            <a:extLst xmlns:a="http://schemas.openxmlformats.org/drawingml/2006/main">
              <a:ext uri="{FF2B5EF4-FFF2-40B4-BE49-F238E27FC236}">
                <a16:creationId xmlns:a16="http://schemas.microsoft.com/office/drawing/2014/main" id="{BCAFC1D6-6285-4AF6-B69F-9C57A92F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381750"/>
            <a:ext cx="5153025" cy="1514475"/>
          </a:xfrm>
          <a:custGeom xmlns:a="http://schemas.openxmlformats.org/drawingml/2006/main">
            <a:pathLst>
              <a:path w="5153025" h="1514475">
                <a:moveTo>
                  <a:pt x="0" y="409575"/>
                </a:moveTo>
                <a:lnTo>
                  <a:pt x="28575" y="533400"/>
                </a:lnTo>
                <a:lnTo>
                  <a:pt x="428625" y="533400"/>
                </a:lnTo>
                <a:lnTo>
                  <a:pt x="600075" y="390525"/>
                </a:lnTo>
                <a:lnTo>
                  <a:pt x="895350" y="457200"/>
                </a:lnTo>
                <a:lnTo>
                  <a:pt x="1190625" y="933450"/>
                </a:lnTo>
                <a:lnTo>
                  <a:pt x="1466850" y="876300"/>
                </a:lnTo>
                <a:lnTo>
                  <a:pt x="1743075" y="657225"/>
                </a:lnTo>
                <a:lnTo>
                  <a:pt x="2047875" y="866775"/>
                </a:lnTo>
                <a:lnTo>
                  <a:pt x="2286000" y="542925"/>
                </a:lnTo>
                <a:lnTo>
                  <a:pt x="2333625" y="514350"/>
                </a:lnTo>
                <a:lnTo>
                  <a:pt x="2543175" y="923925"/>
                </a:lnTo>
                <a:lnTo>
                  <a:pt x="3857625" y="923925"/>
                </a:lnTo>
                <a:lnTo>
                  <a:pt x="3895725" y="1000125"/>
                </a:lnTo>
                <a:lnTo>
                  <a:pt x="4038600" y="1047750"/>
                </a:lnTo>
                <a:lnTo>
                  <a:pt x="4305300" y="1228725"/>
                </a:lnTo>
                <a:lnTo>
                  <a:pt x="4610100" y="1228725"/>
                </a:lnTo>
                <a:lnTo>
                  <a:pt x="4867275" y="1419225"/>
                </a:lnTo>
                <a:lnTo>
                  <a:pt x="5153025" y="1514475"/>
                </a:lnTo>
                <a:lnTo>
                  <a:pt x="5153025" y="981075"/>
                </a:lnTo>
                <a:lnTo>
                  <a:pt x="4895850" y="581025"/>
                </a:lnTo>
                <a:lnTo>
                  <a:pt x="4876800" y="561975"/>
                </a:lnTo>
                <a:lnTo>
                  <a:pt x="4648200" y="590550"/>
                </a:lnTo>
                <a:lnTo>
                  <a:pt x="4371975" y="571500"/>
                </a:lnTo>
                <a:lnTo>
                  <a:pt x="4029075" y="438150"/>
                </a:lnTo>
                <a:lnTo>
                  <a:pt x="3743325" y="0"/>
                </a:lnTo>
                <a:lnTo>
                  <a:pt x="3476625" y="161925"/>
                </a:lnTo>
                <a:lnTo>
                  <a:pt x="3171825" y="142875"/>
                </a:lnTo>
                <a:lnTo>
                  <a:pt x="2619375" y="419100"/>
                </a:lnTo>
                <a:lnTo>
                  <a:pt x="2533650" y="361950"/>
                </a:lnTo>
                <a:lnTo>
                  <a:pt x="2324100" y="152400"/>
                </a:lnTo>
                <a:lnTo>
                  <a:pt x="2047875" y="438150"/>
                </a:lnTo>
                <a:lnTo>
                  <a:pt x="2019300" y="438150"/>
                </a:lnTo>
                <a:lnTo>
                  <a:pt x="1619250" y="247650"/>
                </a:lnTo>
                <a:lnTo>
                  <a:pt x="1390650" y="247650"/>
                </a:lnTo>
                <a:lnTo>
                  <a:pt x="1200150" y="409575"/>
                </a:lnTo>
                <a:lnTo>
                  <a:pt x="1171575" y="409575"/>
                </a:lnTo>
                <a:lnTo>
                  <a:pt x="895350" y="247650"/>
                </a:lnTo>
                <a:lnTo>
                  <a:pt x="581025" y="247650"/>
                </a:lnTo>
                <a:lnTo>
                  <a:pt x="542925" y="209550"/>
                </a:lnTo>
                <a:lnTo>
                  <a:pt x="542925" y="133350"/>
                </a:lnTo>
                <a:lnTo>
                  <a:pt x="66675" y="514350"/>
                </a:lnTo>
                <a:lnTo>
                  <a:pt x="38100" y="514350"/>
                </a:lnTo>
                <a:lnTo>
                  <a:pt x="0" y="409575"/>
                </a:lnTo>
                <a:close/>
              </a:path>
            </a:pathLst>
          </a:custGeom>
          <a:solidFill xmlns:a="http://schemas.openxmlformats.org/drawingml/2006/main">
            <a:srgbClr val="4CAE4C"/>
          </a:solidFill>
          <a:ln xmlns:a="http://schemas.openxmlformats.org/drawingml/2006/main" w="16193">
            <a:solidFill>
              <a:srgbClr val="4CAE4C"/>
            </a:solidFill>
          </a:ln>
        </p:spPr>
      </p:sp>
      <p:sp>
        <p:nvSpPr>
          <p:cNvPr id="231" name="SE-055-path-231">
            <a:extLst xmlns:a="http://schemas.openxmlformats.org/drawingml/2006/main">
              <a:ext uri="{FF2B5EF4-FFF2-40B4-BE49-F238E27FC236}">
                <a16:creationId xmlns:a16="http://schemas.microsoft.com/office/drawing/2014/main" id="{6E4D27CA-E4F8-4449-B6EA-F7B73EFB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7620000"/>
            <a:ext cx="142875" cy="66675"/>
          </a:xfrm>
          <a:custGeom xmlns:a="http://schemas.openxmlformats.org/drawingml/2006/main">
            <a:pathLst>
              <a:path w="142875" h="66675">
                <a:moveTo>
                  <a:pt x="0" y="0"/>
                </a:moveTo>
                <a:lnTo>
                  <a:pt x="66675" y="66675"/>
                </a:lnTo>
                <a:lnTo>
                  <a:pt x="142875" y="9525"/>
                </a:lnTo>
                <a:lnTo>
                  <a:pt x="1428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CAE4C"/>
          </a:solidFill>
          <a:ln xmlns:a="http://schemas.openxmlformats.org/drawingml/2006/main" w="16193">
            <a:solidFill>
              <a:srgbClr val="4CAE4C"/>
            </a:solidFill>
          </a:ln>
        </p:spPr>
      </p:sp>
      <p:sp>
        <p:nvSpPr>
          <p:cNvPr id="232" name="SE-055-path-232">
            <a:extLst xmlns:a="http://schemas.openxmlformats.org/drawingml/2006/main">
              <a:ext uri="{FF2B5EF4-FFF2-40B4-BE49-F238E27FC236}">
                <a16:creationId xmlns:a16="http://schemas.microsoft.com/office/drawing/2014/main" id="{94D81B9F-D4EA-464A-9B3D-327FB004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410325"/>
            <a:ext cx="581025" cy="371475"/>
          </a:xfrm>
          <a:custGeom xmlns:a="http://schemas.openxmlformats.org/drawingml/2006/main">
            <a:pathLst>
              <a:path w="581025" h="371475">
                <a:moveTo>
                  <a:pt x="180975" y="0"/>
                </a:moveTo>
                <a:lnTo>
                  <a:pt x="0" y="285750"/>
                </a:lnTo>
                <a:lnTo>
                  <a:pt x="200025" y="104775"/>
                </a:lnTo>
                <a:lnTo>
                  <a:pt x="466725" y="371475"/>
                </a:lnTo>
                <a:lnTo>
                  <a:pt x="581025" y="323850"/>
                </a:lnTo>
                <a:lnTo>
                  <a:pt x="457200" y="342900"/>
                </a:lnTo>
                <a:lnTo>
                  <a:pt x="180975" y="0"/>
                </a:lnTo>
                <a:close/>
              </a:path>
            </a:pathLst>
          </a:custGeom>
          <a:solidFill xmlns:a="http://schemas.openxmlformats.org/drawingml/2006/main">
            <a:srgbClr val="DC4748"/>
          </a:solidFill>
          <a:ln xmlns:a="http://schemas.openxmlformats.org/drawingml/2006/main" w="16193">
            <a:solidFill>
              <a:srgbClr val="DC4748"/>
            </a:solidFill>
          </a:ln>
        </p:spPr>
      </p:sp>
      <p:sp>
        <p:nvSpPr>
          <p:cNvPr id="233" name="SE-055-path-233">
            <a:extLst xmlns:a="http://schemas.openxmlformats.org/drawingml/2006/main">
              <a:ext uri="{FF2B5EF4-FFF2-40B4-BE49-F238E27FC236}">
                <a16:creationId xmlns:a16="http://schemas.microsoft.com/office/drawing/2014/main" id="{9016F4E8-D085-4968-8569-2DE04901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609600" cy="447675"/>
          </a:xfrm>
          <a:custGeom xmlns:a="http://schemas.openxmlformats.org/drawingml/2006/main">
            <a:pathLst>
              <a:path w="609600" h="447675">
                <a:moveTo>
                  <a:pt x="0" y="66675"/>
                </a:moveTo>
                <a:lnTo>
                  <a:pt x="114300" y="447675"/>
                </a:lnTo>
                <a:lnTo>
                  <a:pt x="133350" y="447675"/>
                </a:lnTo>
                <a:lnTo>
                  <a:pt x="609600" y="66675"/>
                </a:lnTo>
                <a:lnTo>
                  <a:pt x="609600" y="0"/>
                </a:lnTo>
                <a:lnTo>
                  <a:pt x="400050" y="95250"/>
                </a:lnTo>
                <a:lnTo>
                  <a:pt x="123825" y="361950"/>
                </a:lnTo>
                <a:lnTo>
                  <a:pt x="104775" y="36195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DC4748"/>
          </a:solidFill>
          <a:ln xmlns:a="http://schemas.openxmlformats.org/drawingml/2006/main" w="16193">
            <a:solidFill>
              <a:srgbClr val="DC4748"/>
            </a:solidFill>
          </a:ln>
        </p:spPr>
      </p:sp>
      <p:sp>
        <p:nvSpPr>
          <p:cNvPr id="234" name="SE-055-path-234">
            <a:extLst xmlns:a="http://schemas.openxmlformats.org/drawingml/2006/main">
              <a:ext uri="{FF2B5EF4-FFF2-40B4-BE49-F238E27FC236}">
                <a16:creationId xmlns:a16="http://schemas.microsoft.com/office/drawing/2014/main" id="{98E8C9D2-5C52-41D9-A2C9-99B518AB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629400"/>
            <a:ext cx="447675" cy="142875"/>
          </a:xfrm>
          <a:custGeom xmlns:a="http://schemas.openxmlformats.org/drawingml/2006/main">
            <a:pathLst>
              <a:path w="447675" h="142875">
                <a:moveTo>
                  <a:pt x="0" y="0"/>
                </a:moveTo>
                <a:lnTo>
                  <a:pt x="247650" y="142875"/>
                </a:lnTo>
                <a:lnTo>
                  <a:pt x="447675" y="9525"/>
                </a:lnTo>
                <a:lnTo>
                  <a:pt x="4476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4748"/>
          </a:solidFill>
          <a:ln xmlns:a="http://schemas.openxmlformats.org/drawingml/2006/main" w="16193">
            <a:solidFill>
              <a:srgbClr val="DC4748"/>
            </a:solidFill>
          </a:ln>
        </p:spPr>
      </p:sp>
      <p:sp>
        <p:nvSpPr>
          <p:cNvPr id="235" name="SE-055-path-235">
            <a:extLst xmlns:a="http://schemas.openxmlformats.org/drawingml/2006/main">
              <a:ext uri="{FF2B5EF4-FFF2-40B4-BE49-F238E27FC236}">
                <a16:creationId xmlns:a16="http://schemas.microsoft.com/office/drawing/2014/main" id="{297C2234-FECE-42F7-9CB9-304D55C5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715125"/>
            <a:ext cx="171450" cy="133350"/>
          </a:xfrm>
          <a:custGeom xmlns:a="http://schemas.openxmlformats.org/drawingml/2006/main">
            <a:pathLst>
              <a:path w="171450" h="133350">
                <a:moveTo>
                  <a:pt x="0" y="0"/>
                </a:moveTo>
                <a:lnTo>
                  <a:pt x="57150" y="95250"/>
                </a:lnTo>
                <a:lnTo>
                  <a:pt x="171450" y="133350"/>
                </a:lnTo>
                <a:lnTo>
                  <a:pt x="47625" y="571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4748"/>
          </a:solidFill>
          <a:ln xmlns:a="http://schemas.openxmlformats.org/drawingml/2006/main" w="16193">
            <a:solidFill>
              <a:srgbClr val="DC4748"/>
            </a:solidFill>
          </a:ln>
        </p:spPr>
      </p:sp>
      <p:sp>
        <p:nvSpPr>
          <p:cNvPr id="236" name="SE-055-path-236">
            <a:extLst xmlns:a="http://schemas.openxmlformats.org/drawingml/2006/main">
              <a:ext uri="{FF2B5EF4-FFF2-40B4-BE49-F238E27FC236}">
                <a16:creationId xmlns:a16="http://schemas.microsoft.com/office/drawing/2014/main" id="{CF97381E-0DDD-44E4-A2C6-E6B5B30C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6896100"/>
            <a:ext cx="476250" cy="57150"/>
          </a:xfrm>
          <a:custGeom xmlns:a="http://schemas.openxmlformats.org/drawingml/2006/main">
            <a:pathLst>
              <a:path w="476250" h="57150">
                <a:moveTo>
                  <a:pt x="466725" y="0"/>
                </a:moveTo>
                <a:lnTo>
                  <a:pt x="9525" y="28575"/>
                </a:lnTo>
                <a:lnTo>
                  <a:pt x="0" y="47625"/>
                </a:lnTo>
                <a:lnTo>
                  <a:pt x="247650" y="57150"/>
                </a:lnTo>
                <a:lnTo>
                  <a:pt x="409575" y="28575"/>
                </a:lnTo>
                <a:lnTo>
                  <a:pt x="476250" y="38100"/>
                </a:lnTo>
                <a:lnTo>
                  <a:pt x="466725" y="0"/>
                </a:lnTo>
                <a:close/>
              </a:path>
            </a:pathLst>
          </a:custGeom>
          <a:solidFill xmlns:a="http://schemas.openxmlformats.org/drawingml/2006/main">
            <a:srgbClr val="DC4748"/>
          </a:solidFill>
          <a:ln xmlns:a="http://schemas.openxmlformats.org/drawingml/2006/main" w="16193">
            <a:solidFill>
              <a:srgbClr val="DC4748"/>
            </a:solidFill>
          </a:ln>
        </p:spPr>
      </p:sp>
      <p:sp>
        <p:nvSpPr>
          <p:cNvPr id="237" name="SE-055-path-237">
            <a:extLst xmlns:a="http://schemas.openxmlformats.org/drawingml/2006/main">
              <a:ext uri="{FF2B5EF4-FFF2-40B4-BE49-F238E27FC236}">
                <a16:creationId xmlns:a16="http://schemas.microsoft.com/office/drawing/2014/main" id="{95E45886-9CDD-42EB-81EF-8AAA3F8F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72150"/>
            <a:ext cx="257175" cy="266700"/>
          </a:xfrm>
          <a:custGeom xmlns:a="http://schemas.openxmlformats.org/drawingml/2006/main">
            <a:pathLst>
              <a:path w="257175" h="266700">
                <a:moveTo>
                  <a:pt x="0" y="0"/>
                </a:moveTo>
                <a:lnTo>
                  <a:pt x="0" y="76200"/>
                </a:lnTo>
                <a:lnTo>
                  <a:pt x="38100" y="95250"/>
                </a:lnTo>
                <a:lnTo>
                  <a:pt x="38100" y="133350"/>
                </a:lnTo>
                <a:lnTo>
                  <a:pt x="76200" y="76200"/>
                </a:lnTo>
                <a:lnTo>
                  <a:pt x="123825" y="76200"/>
                </a:lnTo>
                <a:lnTo>
                  <a:pt x="133350" y="38100"/>
                </a:lnTo>
                <a:lnTo>
                  <a:pt x="161925" y="47625"/>
                </a:lnTo>
                <a:lnTo>
                  <a:pt x="161925" y="190500"/>
                </a:lnTo>
                <a:lnTo>
                  <a:pt x="76200" y="200025"/>
                </a:lnTo>
                <a:lnTo>
                  <a:pt x="38100" y="142875"/>
                </a:lnTo>
                <a:lnTo>
                  <a:pt x="38100" y="180975"/>
                </a:lnTo>
                <a:lnTo>
                  <a:pt x="0" y="200025"/>
                </a:lnTo>
                <a:lnTo>
                  <a:pt x="0" y="266700"/>
                </a:lnTo>
                <a:lnTo>
                  <a:pt x="257175" y="266700"/>
                </a:lnTo>
                <a:lnTo>
                  <a:pt x="257175" y="200025"/>
                </a:lnTo>
                <a:lnTo>
                  <a:pt x="180975" y="180975"/>
                </a:lnTo>
                <a:lnTo>
                  <a:pt x="180975" y="76200"/>
                </a:lnTo>
                <a:lnTo>
                  <a:pt x="209550" y="76200"/>
                </a:lnTo>
                <a:lnTo>
                  <a:pt x="209550" y="161925"/>
                </a:lnTo>
                <a:lnTo>
                  <a:pt x="247650" y="161925"/>
                </a:lnTo>
                <a:lnTo>
                  <a:pt x="2571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6F66"/>
          </a:solidFill>
          <a:ln xmlns:a="http://schemas.openxmlformats.org/drawingml/2006/main" w="16193">
            <a:solidFill>
              <a:srgbClr val="9D6F66"/>
            </a:solidFill>
          </a:ln>
        </p:spPr>
      </p:sp>
      <p:sp>
        <p:nvSpPr>
          <p:cNvPr id="238" name="SE-055-path-238">
            <a:extLst xmlns:a="http://schemas.openxmlformats.org/drawingml/2006/main">
              <a:ext uri="{FF2B5EF4-FFF2-40B4-BE49-F238E27FC236}">
                <a16:creationId xmlns:a16="http://schemas.microsoft.com/office/drawing/2014/main" id="{8A84B456-FA2C-48B6-92A2-D4132E7B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6153150"/>
            <a:ext cx="3324225" cy="1028700"/>
          </a:xfrm>
          <a:custGeom xmlns:a="http://schemas.openxmlformats.org/drawingml/2006/main">
            <a:pathLst>
              <a:path w="3324225" h="1028700">
                <a:moveTo>
                  <a:pt x="1905000" y="0"/>
                </a:moveTo>
                <a:lnTo>
                  <a:pt x="1647825" y="238125"/>
                </a:lnTo>
                <a:lnTo>
                  <a:pt x="1343025" y="142875"/>
                </a:lnTo>
                <a:lnTo>
                  <a:pt x="1066800" y="400050"/>
                </a:lnTo>
                <a:lnTo>
                  <a:pt x="790575" y="476250"/>
                </a:lnTo>
                <a:lnTo>
                  <a:pt x="733425" y="428625"/>
                </a:lnTo>
                <a:lnTo>
                  <a:pt x="485775" y="66675"/>
                </a:lnTo>
                <a:lnTo>
                  <a:pt x="219075" y="323850"/>
                </a:lnTo>
                <a:lnTo>
                  <a:pt x="0" y="247650"/>
                </a:lnTo>
                <a:lnTo>
                  <a:pt x="0" y="438150"/>
                </a:lnTo>
                <a:lnTo>
                  <a:pt x="209550" y="552450"/>
                </a:lnTo>
                <a:lnTo>
                  <a:pt x="428625" y="295275"/>
                </a:lnTo>
                <a:lnTo>
                  <a:pt x="504825" y="238125"/>
                </a:lnTo>
                <a:lnTo>
                  <a:pt x="742950" y="514350"/>
                </a:lnTo>
                <a:lnTo>
                  <a:pt x="800100" y="542925"/>
                </a:lnTo>
                <a:lnTo>
                  <a:pt x="1333500" y="304800"/>
                </a:lnTo>
                <a:lnTo>
                  <a:pt x="1638300" y="333375"/>
                </a:lnTo>
                <a:lnTo>
                  <a:pt x="1924050" y="219075"/>
                </a:lnTo>
                <a:lnTo>
                  <a:pt x="2200275" y="600075"/>
                </a:lnTo>
                <a:lnTo>
                  <a:pt x="2476500" y="723900"/>
                </a:lnTo>
                <a:lnTo>
                  <a:pt x="2743200" y="628650"/>
                </a:lnTo>
                <a:lnTo>
                  <a:pt x="3057525" y="676275"/>
                </a:lnTo>
                <a:lnTo>
                  <a:pt x="3324225" y="1028700"/>
                </a:lnTo>
                <a:lnTo>
                  <a:pt x="3324225" y="828675"/>
                </a:lnTo>
                <a:lnTo>
                  <a:pt x="3048000" y="390525"/>
                </a:lnTo>
                <a:lnTo>
                  <a:pt x="2762250" y="342900"/>
                </a:lnTo>
                <a:lnTo>
                  <a:pt x="2505075" y="485775"/>
                </a:lnTo>
                <a:lnTo>
                  <a:pt x="2200275" y="457200"/>
                </a:lnTo>
                <a:lnTo>
                  <a:pt x="1905000" y="0"/>
                </a:lnTo>
                <a:close/>
              </a:path>
            </a:pathLst>
          </a:custGeom>
          <a:solidFill xmlns:a="http://schemas.openxmlformats.org/drawingml/2006/main">
            <a:srgbClr val="9D6F66"/>
          </a:solidFill>
          <a:ln xmlns:a="http://schemas.openxmlformats.org/drawingml/2006/main" w="16193">
            <a:solidFill>
              <a:srgbClr val="9D6F66"/>
            </a:solidFill>
          </a:ln>
        </p:spPr>
      </p:sp>
      <p:sp>
        <p:nvSpPr>
          <p:cNvPr id="239" name="SE-055-path-239">
            <a:extLst xmlns:a="http://schemas.openxmlformats.org/drawingml/2006/main">
              <a:ext uri="{FF2B5EF4-FFF2-40B4-BE49-F238E27FC236}">
                <a16:creationId xmlns:a16="http://schemas.microsoft.com/office/drawing/2014/main" id="{2EF3853F-6BD4-48D8-B614-3E9750A4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6200775"/>
            <a:ext cx="638175" cy="114300"/>
          </a:xfrm>
          <a:custGeom xmlns:a="http://schemas.openxmlformats.org/drawingml/2006/main">
            <a:pathLst>
              <a:path w="638175" h="114300">
                <a:moveTo>
                  <a:pt x="200025" y="0"/>
                </a:moveTo>
                <a:lnTo>
                  <a:pt x="0" y="114300"/>
                </a:lnTo>
                <a:lnTo>
                  <a:pt x="638175" y="114300"/>
                </a:lnTo>
                <a:lnTo>
                  <a:pt x="476250" y="19050"/>
                </a:lnTo>
                <a:lnTo>
                  <a:pt x="200025" y="0"/>
                </a:lnTo>
                <a:close/>
              </a:path>
            </a:pathLst>
          </a:custGeom>
          <a:solidFill xmlns:a="http://schemas.openxmlformats.org/drawingml/2006/main">
            <a:srgbClr val="9D6F66"/>
          </a:solidFill>
          <a:ln xmlns:a="http://schemas.openxmlformats.org/drawingml/2006/main" w="16193">
            <a:solidFill>
              <a:srgbClr val="9D6F66"/>
            </a:solidFill>
          </a:ln>
        </p:spPr>
      </p:sp>
      <p:sp>
        <p:nvSpPr>
          <p:cNvPr id="240" name="SE-055-path-240">
            <a:extLst xmlns:a="http://schemas.openxmlformats.org/drawingml/2006/main">
              <a:ext uri="{FF2B5EF4-FFF2-40B4-BE49-F238E27FC236}">
                <a16:creationId xmlns:a16="http://schemas.microsoft.com/office/drawing/2014/main" id="{8802170F-AEB8-45DE-9F72-5C1CF742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267450"/>
            <a:ext cx="76200" cy="47625"/>
          </a:xfrm>
          <a:custGeom xmlns:a="http://schemas.openxmlformats.org/drawingml/2006/main">
            <a:pathLst>
              <a:path w="76200" h="47625">
                <a:moveTo>
                  <a:pt x="9525" y="0"/>
                </a:moveTo>
                <a:lnTo>
                  <a:pt x="0" y="47625"/>
                </a:lnTo>
                <a:lnTo>
                  <a:pt x="76200" y="47625"/>
                </a:lnTo>
                <a:lnTo>
                  <a:pt x="66675" y="28575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9D6F66"/>
          </a:solidFill>
          <a:ln xmlns:a="http://schemas.openxmlformats.org/drawingml/2006/main" w="16193">
            <a:solidFill>
              <a:srgbClr val="9D6F66"/>
            </a:solidFill>
          </a:ln>
        </p:spPr>
      </p:sp>
      <p:sp>
        <p:nvSpPr>
          <p:cNvPr id="241" name="SE-055-path-241">
            <a:extLst xmlns:a="http://schemas.openxmlformats.org/drawingml/2006/main">
              <a:ext uri="{FF2B5EF4-FFF2-40B4-BE49-F238E27FC236}">
                <a16:creationId xmlns:a16="http://schemas.microsoft.com/office/drawing/2014/main" id="{4E27BD82-FA53-4567-B120-3E93EEA9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343650"/>
            <a:ext cx="581025" cy="428625"/>
          </a:xfrm>
          <a:custGeom xmlns:a="http://schemas.openxmlformats.org/drawingml/2006/main">
            <a:pathLst>
              <a:path w="581025" h="428625">
                <a:moveTo>
                  <a:pt x="0" y="0"/>
                </a:moveTo>
                <a:lnTo>
                  <a:pt x="142875" y="428625"/>
                </a:lnTo>
                <a:lnTo>
                  <a:pt x="428625" y="104775"/>
                </a:lnTo>
                <a:lnTo>
                  <a:pt x="581025" y="9525"/>
                </a:lnTo>
                <a:lnTo>
                  <a:pt x="285750" y="0"/>
                </a:lnTo>
                <a:lnTo>
                  <a:pt x="171450" y="161925"/>
                </a:lnTo>
                <a:lnTo>
                  <a:pt x="133350" y="180975"/>
                </a:lnTo>
                <a:lnTo>
                  <a:pt x="85725" y="95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6F66"/>
          </a:solidFill>
          <a:ln xmlns:a="http://schemas.openxmlformats.org/drawingml/2006/main" w="16193">
            <a:solidFill>
              <a:srgbClr val="9D6F66"/>
            </a:solidFill>
          </a:ln>
        </p:spPr>
      </p:sp>
      <p:sp>
        <p:nvSpPr>
          <p:cNvPr id="242" name="SE-055-path-242">
            <a:extLst xmlns:a="http://schemas.openxmlformats.org/drawingml/2006/main">
              <a:ext uri="{FF2B5EF4-FFF2-40B4-BE49-F238E27FC236}">
                <a16:creationId xmlns:a16="http://schemas.microsoft.com/office/drawing/2014/main" id="{158B8CC6-D70D-4CC4-AFE4-9A4F6FFD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43650"/>
            <a:ext cx="314325" cy="247650"/>
          </a:xfrm>
          <a:custGeom xmlns:a="http://schemas.openxmlformats.org/drawingml/2006/main">
            <a:pathLst>
              <a:path w="314325" h="247650">
                <a:moveTo>
                  <a:pt x="266700" y="0"/>
                </a:moveTo>
                <a:lnTo>
                  <a:pt x="104775" y="114300"/>
                </a:lnTo>
                <a:lnTo>
                  <a:pt x="0" y="247650"/>
                </a:lnTo>
                <a:lnTo>
                  <a:pt x="95250" y="161925"/>
                </a:lnTo>
                <a:lnTo>
                  <a:pt x="304800" y="66675"/>
                </a:lnTo>
                <a:lnTo>
                  <a:pt x="314325" y="0"/>
                </a:lnTo>
                <a:lnTo>
                  <a:pt x="266700" y="0"/>
                </a:lnTo>
                <a:close/>
              </a:path>
            </a:pathLst>
          </a:custGeom>
          <a:solidFill xmlns:a="http://schemas.openxmlformats.org/drawingml/2006/main">
            <a:srgbClr val="A47EC7"/>
          </a:solidFill>
          <a:ln xmlns:a="http://schemas.openxmlformats.org/drawingml/2006/main" w="16193">
            <a:solidFill>
              <a:srgbClr val="A47EC7"/>
            </a:solidFill>
          </a:ln>
        </p:spPr>
      </p:sp>
      <p:sp>
        <p:nvSpPr>
          <p:cNvPr id="243" name="SE-055-path-243">
            <a:extLst xmlns:a="http://schemas.openxmlformats.org/drawingml/2006/main">
              <a:ext uri="{FF2B5EF4-FFF2-40B4-BE49-F238E27FC236}">
                <a16:creationId xmlns:a16="http://schemas.microsoft.com/office/drawing/2014/main" id="{4D279018-94E3-4BD4-9050-F0200CCD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438900"/>
            <a:ext cx="1038225" cy="304800"/>
          </a:xfrm>
          <a:custGeom xmlns:a="http://schemas.openxmlformats.org/drawingml/2006/main">
            <a:pathLst>
              <a:path w="1038225" h="304800">
                <a:moveTo>
                  <a:pt x="0" y="247650"/>
                </a:moveTo>
                <a:lnTo>
                  <a:pt x="47625" y="304800"/>
                </a:lnTo>
                <a:lnTo>
                  <a:pt x="314325" y="209550"/>
                </a:lnTo>
                <a:lnTo>
                  <a:pt x="590550" y="76200"/>
                </a:lnTo>
                <a:lnTo>
                  <a:pt x="895350" y="95250"/>
                </a:lnTo>
                <a:lnTo>
                  <a:pt x="1038225" y="0"/>
                </a:lnTo>
                <a:lnTo>
                  <a:pt x="904875" y="57150"/>
                </a:lnTo>
                <a:lnTo>
                  <a:pt x="600075" y="28575"/>
                </a:lnTo>
                <a:lnTo>
                  <a:pt x="66675" y="266700"/>
                </a:lnTo>
                <a:lnTo>
                  <a:pt x="28575" y="276225"/>
                </a:lnTo>
                <a:lnTo>
                  <a:pt x="0" y="247650"/>
                </a:lnTo>
                <a:close/>
              </a:path>
            </a:pathLst>
          </a:custGeom>
          <a:solidFill xmlns:a="http://schemas.openxmlformats.org/drawingml/2006/main">
            <a:srgbClr val="A47EC7"/>
          </a:solidFill>
          <a:ln xmlns:a="http://schemas.openxmlformats.org/drawingml/2006/main" w="16193">
            <a:solidFill>
              <a:srgbClr val="A47EC7"/>
            </a:solidFill>
          </a:ln>
        </p:spPr>
      </p:sp>
      <p:sp>
        <p:nvSpPr>
          <p:cNvPr id="244" name="SE-055-path-244">
            <a:extLst xmlns:a="http://schemas.openxmlformats.org/drawingml/2006/main">
              <a:ext uri="{FF2B5EF4-FFF2-40B4-BE49-F238E27FC236}">
                <a16:creationId xmlns:a16="http://schemas.microsoft.com/office/drawing/2014/main" id="{13564722-7BF1-4A79-A908-BF8838E0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553200"/>
            <a:ext cx="495300" cy="257175"/>
          </a:xfrm>
          <a:custGeom xmlns:a="http://schemas.openxmlformats.org/drawingml/2006/main">
            <a:pathLst>
              <a:path w="495300" h="257175">
                <a:moveTo>
                  <a:pt x="485775" y="0"/>
                </a:moveTo>
                <a:lnTo>
                  <a:pt x="333375" y="171450"/>
                </a:lnTo>
                <a:lnTo>
                  <a:pt x="123825" y="47625"/>
                </a:lnTo>
                <a:lnTo>
                  <a:pt x="85725" y="76200"/>
                </a:lnTo>
                <a:lnTo>
                  <a:pt x="0" y="85725"/>
                </a:lnTo>
                <a:lnTo>
                  <a:pt x="333375" y="257175"/>
                </a:lnTo>
                <a:lnTo>
                  <a:pt x="495300" y="19050"/>
                </a:lnTo>
                <a:lnTo>
                  <a:pt x="485775" y="0"/>
                </a:lnTo>
                <a:close/>
              </a:path>
            </a:pathLst>
          </a:custGeom>
          <a:solidFill xmlns:a="http://schemas.openxmlformats.org/drawingml/2006/main">
            <a:srgbClr val="A47EC7"/>
          </a:solidFill>
          <a:ln xmlns:a="http://schemas.openxmlformats.org/drawingml/2006/main" w="16193">
            <a:solidFill>
              <a:srgbClr val="A47EC7"/>
            </a:solidFill>
          </a:ln>
        </p:spPr>
      </p:sp>
      <p:sp>
        <p:nvSpPr>
          <p:cNvPr id="245" name="SE-055-path-245">
            <a:extLst xmlns:a="http://schemas.openxmlformats.org/drawingml/2006/main">
              <a:ext uri="{FF2B5EF4-FFF2-40B4-BE49-F238E27FC236}">
                <a16:creationId xmlns:a16="http://schemas.microsoft.com/office/drawing/2014/main" id="{18F04599-6F01-418A-B4D2-F21F634B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791325"/>
            <a:ext cx="981075" cy="504825"/>
          </a:xfrm>
          <a:custGeom xmlns:a="http://schemas.openxmlformats.org/drawingml/2006/main">
            <a:pathLst>
              <a:path w="981075" h="504825">
                <a:moveTo>
                  <a:pt x="0" y="38100"/>
                </a:moveTo>
                <a:lnTo>
                  <a:pt x="133350" y="133350"/>
                </a:lnTo>
                <a:lnTo>
                  <a:pt x="714375" y="85725"/>
                </a:lnTo>
                <a:lnTo>
                  <a:pt x="981075" y="504825"/>
                </a:lnTo>
                <a:lnTo>
                  <a:pt x="971550" y="400050"/>
                </a:lnTo>
                <a:lnTo>
                  <a:pt x="704850" y="47625"/>
                </a:lnTo>
                <a:lnTo>
                  <a:pt x="419100" y="0"/>
                </a:lnTo>
                <a:lnTo>
                  <a:pt x="123825" y="9525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A47EC7"/>
          </a:solidFill>
          <a:ln xmlns:a="http://schemas.openxmlformats.org/drawingml/2006/main" w="16193">
            <a:solidFill>
              <a:srgbClr val="A47EC7"/>
            </a:solidFill>
          </a:ln>
        </p:spPr>
      </p:sp>
      <p:sp>
        <p:nvSpPr>
          <p:cNvPr id="246" name="SE-055-path-246">
            <a:extLst xmlns:a="http://schemas.openxmlformats.org/drawingml/2006/main">
              <a:ext uri="{FF2B5EF4-FFF2-40B4-BE49-F238E27FC236}">
                <a16:creationId xmlns:a16="http://schemas.microsoft.com/office/drawing/2014/main" id="{59C3C449-E998-4A04-B753-1E0851CC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562600"/>
            <a:ext cx="161925" cy="190500"/>
          </a:xfrm>
          <a:custGeom xmlns:a="http://schemas.openxmlformats.org/drawingml/2006/main">
            <a:pathLst>
              <a:path w="161925" h="190500">
                <a:moveTo>
                  <a:pt x="0" y="0"/>
                </a:moveTo>
                <a:lnTo>
                  <a:pt x="0" y="76200"/>
                </a:lnTo>
                <a:lnTo>
                  <a:pt x="38100" y="190500"/>
                </a:lnTo>
                <a:lnTo>
                  <a:pt x="161925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47" name="SE-055-path-247">
            <a:extLst xmlns:a="http://schemas.openxmlformats.org/drawingml/2006/main">
              <a:ext uri="{FF2B5EF4-FFF2-40B4-BE49-F238E27FC236}">
                <a16:creationId xmlns:a16="http://schemas.microsoft.com/office/drawing/2014/main" id="{4BDDED94-A0D7-4EDA-A87D-1AD06D4F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629275"/>
            <a:ext cx="238125" cy="123825"/>
          </a:xfrm>
          <a:custGeom xmlns:a="http://schemas.openxmlformats.org/drawingml/2006/main">
            <a:pathLst>
              <a:path w="238125" h="123825">
                <a:moveTo>
                  <a:pt x="238125" y="123825"/>
                </a:moveTo>
                <a:lnTo>
                  <a:pt x="133350" y="0"/>
                </a:lnTo>
                <a:lnTo>
                  <a:pt x="0" y="123825"/>
                </a:lnTo>
                <a:lnTo>
                  <a:pt x="238125" y="123825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48" name="SE-055-path-248">
            <a:extLst xmlns:a="http://schemas.openxmlformats.org/drawingml/2006/main">
              <a:ext uri="{FF2B5EF4-FFF2-40B4-BE49-F238E27FC236}">
                <a16:creationId xmlns:a16="http://schemas.microsoft.com/office/drawing/2014/main" id="{CDA506EE-80B0-4B90-A7AA-8D38B910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715000"/>
            <a:ext cx="4562475" cy="1238250"/>
          </a:xfrm>
          <a:custGeom xmlns:a="http://schemas.openxmlformats.org/drawingml/2006/main">
            <a:pathLst>
              <a:path w="4562475" h="1238250">
                <a:moveTo>
                  <a:pt x="590550" y="0"/>
                </a:moveTo>
                <a:lnTo>
                  <a:pt x="295275" y="209550"/>
                </a:lnTo>
                <a:lnTo>
                  <a:pt x="38100" y="276225"/>
                </a:lnTo>
                <a:lnTo>
                  <a:pt x="9525" y="266700"/>
                </a:lnTo>
                <a:lnTo>
                  <a:pt x="0" y="323850"/>
                </a:lnTo>
                <a:lnTo>
                  <a:pt x="133350" y="323850"/>
                </a:lnTo>
                <a:lnTo>
                  <a:pt x="161925" y="342900"/>
                </a:lnTo>
                <a:lnTo>
                  <a:pt x="171450" y="533400"/>
                </a:lnTo>
                <a:lnTo>
                  <a:pt x="257175" y="600075"/>
                </a:lnTo>
                <a:lnTo>
                  <a:pt x="371475" y="600075"/>
                </a:lnTo>
                <a:lnTo>
                  <a:pt x="581025" y="476250"/>
                </a:lnTo>
                <a:lnTo>
                  <a:pt x="885825" y="495300"/>
                </a:lnTo>
                <a:lnTo>
                  <a:pt x="1066800" y="600075"/>
                </a:lnTo>
                <a:lnTo>
                  <a:pt x="1219200" y="609600"/>
                </a:lnTo>
                <a:lnTo>
                  <a:pt x="1238250" y="676275"/>
                </a:lnTo>
                <a:lnTo>
                  <a:pt x="1457325" y="742950"/>
                </a:lnTo>
                <a:lnTo>
                  <a:pt x="1733550" y="485775"/>
                </a:lnTo>
                <a:lnTo>
                  <a:pt x="2009775" y="895350"/>
                </a:lnTo>
                <a:lnTo>
                  <a:pt x="2047875" y="895350"/>
                </a:lnTo>
                <a:lnTo>
                  <a:pt x="2295525" y="828675"/>
                </a:lnTo>
                <a:lnTo>
                  <a:pt x="2571750" y="571500"/>
                </a:lnTo>
                <a:lnTo>
                  <a:pt x="2876550" y="666750"/>
                </a:lnTo>
                <a:lnTo>
                  <a:pt x="3095625" y="457200"/>
                </a:lnTo>
                <a:lnTo>
                  <a:pt x="3162300" y="419100"/>
                </a:lnTo>
                <a:lnTo>
                  <a:pt x="3438525" y="876300"/>
                </a:lnTo>
                <a:lnTo>
                  <a:pt x="3733800" y="914400"/>
                </a:lnTo>
                <a:lnTo>
                  <a:pt x="3990975" y="771525"/>
                </a:lnTo>
                <a:lnTo>
                  <a:pt x="4295775" y="819150"/>
                </a:lnTo>
                <a:lnTo>
                  <a:pt x="4562475" y="1238250"/>
                </a:lnTo>
                <a:lnTo>
                  <a:pt x="4562475" y="1066800"/>
                </a:lnTo>
                <a:lnTo>
                  <a:pt x="4286250" y="485775"/>
                </a:lnTo>
                <a:lnTo>
                  <a:pt x="4019550" y="314325"/>
                </a:lnTo>
                <a:lnTo>
                  <a:pt x="3990975" y="314325"/>
                </a:lnTo>
                <a:lnTo>
                  <a:pt x="3743325" y="485775"/>
                </a:lnTo>
                <a:lnTo>
                  <a:pt x="3429000" y="466725"/>
                </a:lnTo>
                <a:lnTo>
                  <a:pt x="3162300" y="257175"/>
                </a:lnTo>
                <a:lnTo>
                  <a:pt x="3000375" y="285750"/>
                </a:lnTo>
                <a:lnTo>
                  <a:pt x="2628900" y="400050"/>
                </a:lnTo>
                <a:lnTo>
                  <a:pt x="2543175" y="400050"/>
                </a:lnTo>
                <a:lnTo>
                  <a:pt x="2324100" y="314325"/>
                </a:lnTo>
                <a:lnTo>
                  <a:pt x="2009775" y="400050"/>
                </a:lnTo>
                <a:lnTo>
                  <a:pt x="1733550" y="304800"/>
                </a:lnTo>
                <a:lnTo>
                  <a:pt x="1457325" y="266700"/>
                </a:lnTo>
                <a:lnTo>
                  <a:pt x="1162050" y="161925"/>
                </a:lnTo>
                <a:lnTo>
                  <a:pt x="876300" y="114300"/>
                </a:lnTo>
                <a:lnTo>
                  <a:pt x="590550" y="0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49" name="SE-055-path-249">
            <a:extLst xmlns:a="http://schemas.openxmlformats.org/drawingml/2006/main">
              <a:ext uri="{FF2B5EF4-FFF2-40B4-BE49-F238E27FC236}">
                <a16:creationId xmlns:a16="http://schemas.microsoft.com/office/drawing/2014/main" id="{61770CCF-BEDB-4FCB-A1A0-95CCD5CF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067425"/>
            <a:ext cx="257175" cy="266700"/>
          </a:xfrm>
          <a:custGeom xmlns:a="http://schemas.openxmlformats.org/drawingml/2006/main">
            <a:pathLst>
              <a:path w="257175" h="266700">
                <a:moveTo>
                  <a:pt x="0" y="0"/>
                </a:moveTo>
                <a:lnTo>
                  <a:pt x="0" y="114300"/>
                </a:lnTo>
                <a:lnTo>
                  <a:pt x="19050" y="123825"/>
                </a:lnTo>
                <a:lnTo>
                  <a:pt x="0" y="266700"/>
                </a:lnTo>
                <a:lnTo>
                  <a:pt x="257175" y="266700"/>
                </a:lnTo>
                <a:lnTo>
                  <a:pt x="2571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50" name="SE-055-path-250">
            <a:extLst xmlns:a="http://schemas.openxmlformats.org/drawingml/2006/main">
              <a:ext uri="{FF2B5EF4-FFF2-40B4-BE49-F238E27FC236}">
                <a16:creationId xmlns:a16="http://schemas.microsoft.com/office/drawing/2014/main" id="{81880BE4-91F5-406E-9CB2-0A5ADA5F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343650"/>
            <a:ext cx="171450" cy="161925"/>
          </a:xfrm>
          <a:custGeom xmlns:a="http://schemas.openxmlformats.org/drawingml/2006/main">
            <a:pathLst>
              <a:path w="171450" h="161925">
                <a:moveTo>
                  <a:pt x="0" y="0"/>
                </a:moveTo>
                <a:lnTo>
                  <a:pt x="38100" y="142875"/>
                </a:lnTo>
                <a:lnTo>
                  <a:pt x="57150" y="161925"/>
                </a:lnTo>
                <a:lnTo>
                  <a:pt x="1714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51" name="SE-055-path-251">
            <a:extLst xmlns:a="http://schemas.openxmlformats.org/drawingml/2006/main">
              <a:ext uri="{FF2B5EF4-FFF2-40B4-BE49-F238E27FC236}">
                <a16:creationId xmlns:a16="http://schemas.microsoft.com/office/drawing/2014/main" id="{619785DE-C82C-440B-9F09-BD665A21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076825"/>
            <a:ext cx="5391150" cy="1666875"/>
          </a:xfrm>
          <a:custGeom xmlns:a="http://schemas.openxmlformats.org/drawingml/2006/main">
            <a:pathLst>
              <a:path w="5391150" h="1666875">
                <a:moveTo>
                  <a:pt x="0" y="0"/>
                </a:moveTo>
                <a:lnTo>
                  <a:pt x="0" y="466725"/>
                </a:lnTo>
                <a:lnTo>
                  <a:pt x="152400" y="647700"/>
                </a:lnTo>
                <a:lnTo>
                  <a:pt x="180975" y="676275"/>
                </a:lnTo>
                <a:lnTo>
                  <a:pt x="400050" y="676275"/>
                </a:lnTo>
                <a:lnTo>
                  <a:pt x="571500" y="523875"/>
                </a:lnTo>
                <a:lnTo>
                  <a:pt x="676275" y="676275"/>
                </a:lnTo>
                <a:lnTo>
                  <a:pt x="781050" y="676275"/>
                </a:lnTo>
                <a:lnTo>
                  <a:pt x="819150" y="704850"/>
                </a:lnTo>
                <a:lnTo>
                  <a:pt x="828675" y="876300"/>
                </a:lnTo>
                <a:lnTo>
                  <a:pt x="847725" y="895350"/>
                </a:lnTo>
                <a:lnTo>
                  <a:pt x="1143000" y="819150"/>
                </a:lnTo>
                <a:lnTo>
                  <a:pt x="1419225" y="619125"/>
                </a:lnTo>
                <a:lnTo>
                  <a:pt x="1685925" y="733425"/>
                </a:lnTo>
                <a:lnTo>
                  <a:pt x="1971675" y="781050"/>
                </a:lnTo>
                <a:lnTo>
                  <a:pt x="2257425" y="885825"/>
                </a:lnTo>
                <a:lnTo>
                  <a:pt x="2571750" y="933450"/>
                </a:lnTo>
                <a:lnTo>
                  <a:pt x="2819400" y="1019175"/>
                </a:lnTo>
                <a:lnTo>
                  <a:pt x="3133725" y="933450"/>
                </a:lnTo>
                <a:lnTo>
                  <a:pt x="3429000" y="1028700"/>
                </a:lnTo>
                <a:lnTo>
                  <a:pt x="3981450" y="876300"/>
                </a:lnTo>
                <a:lnTo>
                  <a:pt x="4257675" y="1095375"/>
                </a:lnTo>
                <a:lnTo>
                  <a:pt x="4543425" y="1114425"/>
                </a:lnTo>
                <a:lnTo>
                  <a:pt x="4810125" y="933450"/>
                </a:lnTo>
                <a:lnTo>
                  <a:pt x="4838700" y="933450"/>
                </a:lnTo>
                <a:lnTo>
                  <a:pt x="5124450" y="1123950"/>
                </a:lnTo>
                <a:lnTo>
                  <a:pt x="5381625" y="1666875"/>
                </a:lnTo>
                <a:lnTo>
                  <a:pt x="5381625" y="923925"/>
                </a:lnTo>
                <a:lnTo>
                  <a:pt x="4591050" y="923925"/>
                </a:lnTo>
                <a:lnTo>
                  <a:pt x="4562475" y="885825"/>
                </a:lnTo>
                <a:lnTo>
                  <a:pt x="4562475" y="647700"/>
                </a:lnTo>
                <a:lnTo>
                  <a:pt x="4591050" y="619125"/>
                </a:lnTo>
                <a:lnTo>
                  <a:pt x="5391150" y="619125"/>
                </a:lnTo>
                <a:lnTo>
                  <a:pt x="53816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C7D6"/>
          </a:solidFill>
          <a:ln xmlns:a="http://schemas.openxmlformats.org/drawingml/2006/main" w="16193">
            <a:solidFill>
              <a:srgbClr val="3AC7D6"/>
            </a:solidFill>
          </a:ln>
        </p:spPr>
      </p:sp>
      <p:sp>
        <p:nvSpPr>
          <p:cNvPr id="252" name="SE-055-path-252">
            <a:extLst xmlns:a="http://schemas.openxmlformats.org/drawingml/2006/main">
              <a:ext uri="{FF2B5EF4-FFF2-40B4-BE49-F238E27FC236}">
                <a16:creationId xmlns:a16="http://schemas.microsoft.com/office/drawing/2014/main" id="{FE4D0247-F92A-402E-B41E-24EE23A7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705475"/>
            <a:ext cx="257175" cy="285750"/>
          </a:xfrm>
          <a:custGeom xmlns:a="http://schemas.openxmlformats.org/drawingml/2006/main">
            <a:pathLst>
              <a:path w="257175" h="285750">
                <a:moveTo>
                  <a:pt x="0" y="0"/>
                </a:moveTo>
                <a:lnTo>
                  <a:pt x="0" y="85725"/>
                </a:lnTo>
                <a:lnTo>
                  <a:pt x="114300" y="95250"/>
                </a:lnTo>
                <a:lnTo>
                  <a:pt x="114300" y="114300"/>
                </a:lnTo>
                <a:lnTo>
                  <a:pt x="57150" y="114300"/>
                </a:lnTo>
                <a:lnTo>
                  <a:pt x="114300" y="142875"/>
                </a:lnTo>
                <a:lnTo>
                  <a:pt x="114300" y="190500"/>
                </a:lnTo>
                <a:lnTo>
                  <a:pt x="0" y="200025"/>
                </a:lnTo>
                <a:lnTo>
                  <a:pt x="0" y="285750"/>
                </a:lnTo>
                <a:lnTo>
                  <a:pt x="257175" y="285750"/>
                </a:lnTo>
                <a:lnTo>
                  <a:pt x="2571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C7D6"/>
          </a:solidFill>
          <a:ln xmlns:a="http://schemas.openxmlformats.org/drawingml/2006/main" w="16193">
            <a:solidFill>
              <a:srgbClr val="3AC7D6"/>
            </a:solidFill>
          </a:ln>
        </p:spPr>
      </p:sp>
      <p:sp>
        <p:nvSpPr>
          <p:cNvPr id="253" name="SE-055-path-253">
            <a:extLst xmlns:a="http://schemas.openxmlformats.org/drawingml/2006/main">
              <a:ext uri="{FF2B5EF4-FFF2-40B4-BE49-F238E27FC236}">
                <a16:creationId xmlns:a16="http://schemas.microsoft.com/office/drawing/2014/main" id="{AE934444-46BC-4BCD-ADD9-687A1CA5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85725" cy="66675"/>
          </a:xfrm>
          <a:custGeom xmlns:a="http://schemas.openxmlformats.org/drawingml/2006/main">
            <a:pathLst>
              <a:path w="85725" h="66675">
                <a:moveTo>
                  <a:pt x="19050" y="0"/>
                </a:moveTo>
                <a:lnTo>
                  <a:pt x="0" y="9525"/>
                </a:lnTo>
                <a:lnTo>
                  <a:pt x="0" y="66675"/>
                </a:lnTo>
                <a:lnTo>
                  <a:pt x="85725" y="66675"/>
                </a:lnTo>
                <a:lnTo>
                  <a:pt x="38100" y="47625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3AC7D6"/>
          </a:solidFill>
          <a:ln xmlns:a="http://schemas.openxmlformats.org/drawingml/2006/main" w="16193">
            <a:solidFill>
              <a:srgbClr val="3AC7D6"/>
            </a:solidFill>
          </a:ln>
        </p:spPr>
      </p:sp>
      <p:sp>
        <p:nvSpPr>
          <p:cNvPr id="254" name="SE-055-path-254">
            <a:extLst xmlns:a="http://schemas.openxmlformats.org/drawingml/2006/main">
              <a:ext uri="{FF2B5EF4-FFF2-40B4-BE49-F238E27FC236}">
                <a16:creationId xmlns:a16="http://schemas.microsoft.com/office/drawing/2014/main" id="{7A741F4D-1BAE-479B-80C7-9B7C6D4C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14925"/>
            <a:ext cx="1647825" cy="2790825"/>
          </a:xfrm>
          <a:custGeom xmlns:a="http://schemas.openxmlformats.org/drawingml/2006/main">
            <a:pathLst>
              <a:path w="1647825" h="2790825">
                <a:moveTo>
                  <a:pt x="276225" y="0"/>
                </a:moveTo>
                <a:lnTo>
                  <a:pt x="180975" y="942975"/>
                </a:lnTo>
                <a:lnTo>
                  <a:pt x="971550" y="952500"/>
                </a:lnTo>
                <a:lnTo>
                  <a:pt x="1000125" y="981075"/>
                </a:lnTo>
                <a:lnTo>
                  <a:pt x="1000125" y="1238250"/>
                </a:lnTo>
                <a:lnTo>
                  <a:pt x="942975" y="1266825"/>
                </a:lnTo>
                <a:lnTo>
                  <a:pt x="152400" y="1266825"/>
                </a:lnTo>
                <a:lnTo>
                  <a:pt x="0" y="2790825"/>
                </a:lnTo>
                <a:lnTo>
                  <a:pt x="1647825" y="2790825"/>
                </a:lnTo>
                <a:lnTo>
                  <a:pt x="1371600" y="371475"/>
                </a:lnTo>
                <a:lnTo>
                  <a:pt x="1114425" y="904875"/>
                </a:lnTo>
                <a:lnTo>
                  <a:pt x="1085850" y="904875"/>
                </a:lnTo>
                <a:lnTo>
                  <a:pt x="828675" y="333375"/>
                </a:lnTo>
                <a:lnTo>
                  <a:pt x="733425" y="428625"/>
                </a:lnTo>
                <a:lnTo>
                  <a:pt x="571500" y="657225"/>
                </a:lnTo>
                <a:lnTo>
                  <a:pt x="533400" y="666750"/>
                </a:lnTo>
                <a:lnTo>
                  <a:pt x="276225" y="0"/>
                </a:lnTo>
                <a:close/>
              </a:path>
            </a:pathLst>
          </a:custGeom>
          <a:solidFill xmlns:a="http://schemas.openxmlformats.org/drawingml/2006/main">
            <a:srgbClr val="418BBF"/>
          </a:solidFill>
          <a:ln xmlns:a="http://schemas.openxmlformats.org/drawingml/2006/main" w="16193">
            <a:solidFill>
              <a:srgbClr val="418BBF"/>
            </a:solidFill>
          </a:ln>
        </p:spPr>
      </p:sp>
      <p:sp>
        <p:nvSpPr>
          <p:cNvPr id="255" name="SE-055-path-255">
            <a:extLst xmlns:a="http://schemas.openxmlformats.org/drawingml/2006/main">
              <a:ext uri="{FF2B5EF4-FFF2-40B4-BE49-F238E27FC236}">
                <a16:creationId xmlns:a16="http://schemas.microsoft.com/office/drawing/2014/main" id="{A915370B-D927-49C1-943E-5191F78A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5114925"/>
            <a:ext cx="409575" cy="1104900"/>
          </a:xfrm>
          <a:custGeom xmlns:a="http://schemas.openxmlformats.org/drawingml/2006/main">
            <a:pathLst>
              <a:path w="409575" h="1104900">
                <a:moveTo>
                  <a:pt x="285750" y="0"/>
                </a:moveTo>
                <a:lnTo>
                  <a:pt x="28575" y="876300"/>
                </a:lnTo>
                <a:lnTo>
                  <a:pt x="0" y="1104900"/>
                </a:lnTo>
                <a:lnTo>
                  <a:pt x="409575" y="1104900"/>
                </a:lnTo>
                <a:lnTo>
                  <a:pt x="285750" y="0"/>
                </a:lnTo>
                <a:close/>
              </a:path>
            </a:pathLst>
          </a:custGeom>
          <a:solidFill xmlns:a="http://schemas.openxmlformats.org/drawingml/2006/main">
            <a:srgbClr val="418BBF"/>
          </a:solidFill>
          <a:ln xmlns:a="http://schemas.openxmlformats.org/drawingml/2006/main" w="16193">
            <a:solidFill>
              <a:srgbClr val="418BBF"/>
            </a:solidFill>
          </a:ln>
        </p:spPr>
      </p:sp>
      <p:sp>
        <p:nvSpPr>
          <p:cNvPr id="256" name="SE-055-path-256">
            <a:extLst xmlns:a="http://schemas.openxmlformats.org/drawingml/2006/main">
              <a:ext uri="{FF2B5EF4-FFF2-40B4-BE49-F238E27FC236}">
                <a16:creationId xmlns:a16="http://schemas.microsoft.com/office/drawing/2014/main" id="{CFE90A7B-0670-4161-8CE0-08102444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153025"/>
            <a:ext cx="238125" cy="904875"/>
          </a:xfrm>
          <a:custGeom xmlns:a="http://schemas.openxmlformats.org/drawingml/2006/main">
            <a:pathLst>
              <a:path w="238125" h="904875">
                <a:moveTo>
                  <a:pt x="104775" y="0"/>
                </a:moveTo>
                <a:lnTo>
                  <a:pt x="0" y="904875"/>
                </a:lnTo>
                <a:lnTo>
                  <a:pt x="238125" y="904875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418BBF"/>
          </a:solidFill>
          <a:ln xmlns:a="http://schemas.openxmlformats.org/drawingml/2006/main" w="16193">
            <a:solidFill>
              <a:srgbClr val="418BBF"/>
            </a:solidFill>
          </a:ln>
        </p:spPr>
      </p:sp>
      <p:sp>
        <p:nvSpPr>
          <p:cNvPr id="257" name="SE-055-path-257">
            <a:extLst xmlns:a="http://schemas.openxmlformats.org/drawingml/2006/main">
              <a:ext uri="{FF2B5EF4-FFF2-40B4-BE49-F238E27FC236}">
                <a16:creationId xmlns:a16="http://schemas.microsoft.com/office/drawing/2014/main" id="{7F6ED7A3-8442-404A-A058-73C6DBE6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72225"/>
            <a:ext cx="819150" cy="1533525"/>
          </a:xfrm>
          <a:custGeom xmlns:a="http://schemas.openxmlformats.org/drawingml/2006/main">
            <a:pathLst>
              <a:path w="819150" h="1533525">
                <a:moveTo>
                  <a:pt x="152400" y="0"/>
                </a:moveTo>
                <a:lnTo>
                  <a:pt x="0" y="1533525"/>
                </a:lnTo>
                <a:lnTo>
                  <a:pt x="819150" y="1533525"/>
                </a:lnTo>
                <a:lnTo>
                  <a:pt x="542925" y="476250"/>
                </a:lnTo>
                <a:lnTo>
                  <a:pt x="476250" y="0"/>
                </a:lnTo>
                <a:lnTo>
                  <a:pt x="152400" y="0"/>
                </a:lnTo>
                <a:close/>
              </a:path>
            </a:pathLst>
          </a:custGeom>
          <a:solidFill xmlns:a="http://schemas.openxmlformats.org/drawingml/2006/main">
            <a:srgbClr val="418BBF"/>
          </a:solidFill>
          <a:ln xmlns:a="http://schemas.openxmlformats.org/drawingml/2006/main" w="16193">
            <a:solidFill>
              <a:srgbClr val="418BBF"/>
            </a:solidFill>
          </a:ln>
        </p:spPr>
      </p:sp>
      <p:sp>
        <p:nvSpPr>
          <p:cNvPr id="258" name="SE-055-path-258">
            <a:extLst xmlns:a="http://schemas.openxmlformats.org/drawingml/2006/main">
              <a:ext uri="{FF2B5EF4-FFF2-40B4-BE49-F238E27FC236}">
                <a16:creationId xmlns:a16="http://schemas.microsoft.com/office/drawing/2014/main" id="{93809016-EED9-4DC1-90E8-33C3A763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534150"/>
            <a:ext cx="1066800" cy="1371600"/>
          </a:xfrm>
          <a:custGeom xmlns:a="http://schemas.openxmlformats.org/drawingml/2006/main">
            <a:pathLst>
              <a:path w="1066800" h="1371600">
                <a:moveTo>
                  <a:pt x="714375" y="0"/>
                </a:moveTo>
                <a:lnTo>
                  <a:pt x="714375" y="190500"/>
                </a:lnTo>
                <a:lnTo>
                  <a:pt x="685800" y="219075"/>
                </a:lnTo>
                <a:lnTo>
                  <a:pt x="409575" y="219075"/>
                </a:lnTo>
                <a:lnTo>
                  <a:pt x="257175" y="1228725"/>
                </a:lnTo>
                <a:lnTo>
                  <a:pt x="0" y="1371600"/>
                </a:lnTo>
                <a:lnTo>
                  <a:pt x="1066800" y="1371600"/>
                </a:lnTo>
                <a:lnTo>
                  <a:pt x="1066800" y="1152525"/>
                </a:lnTo>
                <a:lnTo>
                  <a:pt x="942975" y="0"/>
                </a:lnTo>
                <a:lnTo>
                  <a:pt x="714375" y="0"/>
                </a:lnTo>
                <a:close/>
              </a:path>
            </a:pathLst>
          </a:custGeom>
          <a:solidFill xmlns:a="http://schemas.openxmlformats.org/drawingml/2006/main">
            <a:srgbClr val="418BBF"/>
          </a:solidFill>
          <a:ln xmlns:a="http://schemas.openxmlformats.org/drawingml/2006/main" w="16193">
            <a:solidFill>
              <a:srgbClr val="418BBF"/>
            </a:solidFill>
          </a:ln>
        </p:spPr>
      </p:sp>
      <p:sp>
        <p:nvSpPr>
          <p:cNvPr id="259" name="SE-055-path-259">
            <a:extLst xmlns:a="http://schemas.openxmlformats.org/drawingml/2006/main">
              <a:ext uri="{FF2B5EF4-FFF2-40B4-BE49-F238E27FC236}">
                <a16:creationId xmlns:a16="http://schemas.microsoft.com/office/drawing/2014/main" id="{40FE56E3-5E7C-4329-8FF6-39D115DF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753225"/>
            <a:ext cx="533400" cy="1152525"/>
          </a:xfrm>
          <a:custGeom xmlns:a="http://schemas.openxmlformats.org/drawingml/2006/main">
            <a:pathLst>
              <a:path w="533400" h="1152525">
                <a:moveTo>
                  <a:pt x="219075" y="0"/>
                </a:moveTo>
                <a:lnTo>
                  <a:pt x="0" y="1152525"/>
                </a:lnTo>
                <a:lnTo>
                  <a:pt x="533400" y="1152525"/>
                </a:lnTo>
                <a:lnTo>
                  <a:pt x="314325" y="9525"/>
                </a:lnTo>
                <a:lnTo>
                  <a:pt x="219075" y="0"/>
                </a:lnTo>
                <a:close/>
              </a:path>
            </a:pathLst>
          </a:custGeom>
          <a:solidFill xmlns:a="http://schemas.openxmlformats.org/drawingml/2006/main">
            <a:srgbClr val="418BBF"/>
          </a:solidFill>
          <a:ln xmlns:a="http://schemas.openxmlformats.org/drawingml/2006/main" w="16193">
            <a:solidFill>
              <a:srgbClr val="418BBF"/>
            </a:solidFill>
          </a:ln>
        </p:spPr>
      </p:sp>
      <p:sp>
        <p:nvSpPr>
          <p:cNvPr id="260" name="SE-055-path-260">
            <a:extLst xmlns:a="http://schemas.openxmlformats.org/drawingml/2006/main">
              <a:ext uri="{FF2B5EF4-FFF2-40B4-BE49-F238E27FC236}">
                <a16:creationId xmlns:a16="http://schemas.microsoft.com/office/drawing/2014/main" id="{C64B2760-FACA-4F9A-A5A1-58C4444D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7000875"/>
            <a:ext cx="533400" cy="904875"/>
          </a:xfrm>
          <a:custGeom xmlns:a="http://schemas.openxmlformats.org/drawingml/2006/main">
            <a:pathLst>
              <a:path w="533400" h="904875">
                <a:moveTo>
                  <a:pt x="257175" y="0"/>
                </a:moveTo>
                <a:lnTo>
                  <a:pt x="0" y="904875"/>
                </a:lnTo>
                <a:lnTo>
                  <a:pt x="533400" y="904875"/>
                </a:lnTo>
                <a:lnTo>
                  <a:pt x="276225" y="19050"/>
                </a:lnTo>
                <a:lnTo>
                  <a:pt x="257175" y="0"/>
                </a:lnTo>
                <a:close/>
              </a:path>
            </a:pathLst>
          </a:custGeom>
          <a:solidFill xmlns:a="http://schemas.openxmlformats.org/drawingml/2006/main">
            <a:srgbClr val="418BBF"/>
          </a:solidFill>
          <a:ln xmlns:a="http://schemas.openxmlformats.org/drawingml/2006/main" w="16193">
            <a:solidFill>
              <a:srgbClr val="418BBF"/>
            </a:solidFill>
          </a:ln>
        </p:spPr>
      </p:sp>
      <p:sp>
        <p:nvSpPr>
          <p:cNvPr id="261" name="SE-055-path-261">
            <a:extLst xmlns:a="http://schemas.openxmlformats.org/drawingml/2006/main">
              <a:ext uri="{FF2B5EF4-FFF2-40B4-BE49-F238E27FC236}">
                <a16:creationId xmlns:a16="http://schemas.microsoft.com/office/drawing/2014/main" id="{344217FF-650E-4972-9BD8-C6189F7A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7372350"/>
            <a:ext cx="523875" cy="533400"/>
          </a:xfrm>
          <a:custGeom xmlns:a="http://schemas.openxmlformats.org/drawingml/2006/main">
            <a:pathLst>
              <a:path w="523875" h="533400">
                <a:moveTo>
                  <a:pt x="257175" y="0"/>
                </a:moveTo>
                <a:lnTo>
                  <a:pt x="0" y="533400"/>
                </a:lnTo>
                <a:lnTo>
                  <a:pt x="523875" y="533400"/>
                </a:lnTo>
                <a:lnTo>
                  <a:pt x="304800" y="57150"/>
                </a:lnTo>
                <a:lnTo>
                  <a:pt x="276225" y="0"/>
                </a:lnTo>
                <a:lnTo>
                  <a:pt x="257175" y="0"/>
                </a:lnTo>
                <a:close/>
              </a:path>
            </a:pathLst>
          </a:custGeom>
          <a:solidFill xmlns:a="http://schemas.openxmlformats.org/drawingml/2006/main">
            <a:srgbClr val="418BBF"/>
          </a:solidFill>
          <a:ln xmlns:a="http://schemas.openxmlformats.org/drawingml/2006/main" w="16193">
            <a:solidFill>
              <a:srgbClr val="418BBF"/>
            </a:solidFill>
          </a:ln>
        </p:spPr>
      </p:sp>
      <p:sp>
        <p:nvSpPr>
          <p:cNvPr id="262" name="SE-055-path-262">
            <a:extLst xmlns:a="http://schemas.openxmlformats.org/drawingml/2006/main">
              <a:ext uri="{FF2B5EF4-FFF2-40B4-BE49-F238E27FC236}">
                <a16:creationId xmlns:a16="http://schemas.microsoft.com/office/drawing/2014/main" id="{1D133502-3266-4203-9D9E-1BB0D80B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238750"/>
            <a:ext cx="800100" cy="1200150"/>
          </a:xfrm>
          <a:custGeom xmlns:a="http://schemas.openxmlformats.org/drawingml/2006/main">
            <a:pathLst>
              <a:path w="800100" h="1200150">
                <a:moveTo>
                  <a:pt x="533400" y="0"/>
                </a:moveTo>
                <a:lnTo>
                  <a:pt x="257175" y="85725"/>
                </a:lnTo>
                <a:lnTo>
                  <a:pt x="0" y="1200150"/>
                </a:lnTo>
                <a:lnTo>
                  <a:pt x="371475" y="1200150"/>
                </a:lnTo>
                <a:lnTo>
                  <a:pt x="381000" y="990600"/>
                </a:lnTo>
                <a:lnTo>
                  <a:pt x="771525" y="981075"/>
                </a:lnTo>
                <a:lnTo>
                  <a:pt x="800100" y="762000"/>
                </a:lnTo>
                <a:lnTo>
                  <a:pt x="533400" y="0"/>
                </a:lnTo>
                <a:close/>
              </a:path>
            </a:pathLst>
          </a:custGeom>
          <a:solidFill xmlns:a="http://schemas.openxmlformats.org/drawingml/2006/main">
            <a:srgbClr val="FF9232"/>
          </a:solidFill>
          <a:ln xmlns:a="http://schemas.openxmlformats.org/drawingml/2006/main" w="16193">
            <a:solidFill>
              <a:srgbClr val="FF9232"/>
            </a:solidFill>
          </a:ln>
        </p:spPr>
      </p:sp>
      <p:sp>
        <p:nvSpPr>
          <p:cNvPr id="263" name="SE-055-path-263">
            <a:extLst xmlns:a="http://schemas.openxmlformats.org/drawingml/2006/main">
              <a:ext uri="{FF2B5EF4-FFF2-40B4-BE49-F238E27FC236}">
                <a16:creationId xmlns:a16="http://schemas.microsoft.com/office/drawing/2014/main" id="{197B6FE3-1880-40D4-83F9-FDC134BA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753225"/>
            <a:ext cx="647700" cy="1143000"/>
          </a:xfrm>
          <a:custGeom xmlns:a="http://schemas.openxmlformats.org/drawingml/2006/main">
            <a:pathLst>
              <a:path w="647700" h="1143000">
                <a:moveTo>
                  <a:pt x="0" y="0"/>
                </a:moveTo>
                <a:lnTo>
                  <a:pt x="200025" y="1057275"/>
                </a:lnTo>
                <a:lnTo>
                  <a:pt x="219075" y="1143000"/>
                </a:lnTo>
                <a:lnTo>
                  <a:pt x="238125" y="1143000"/>
                </a:lnTo>
                <a:lnTo>
                  <a:pt x="495300" y="981075"/>
                </a:lnTo>
                <a:lnTo>
                  <a:pt x="6477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9232"/>
          </a:solidFill>
          <a:ln xmlns:a="http://schemas.openxmlformats.org/drawingml/2006/main" w="16193">
            <a:solidFill>
              <a:srgbClr val="FF9232"/>
            </a:solidFill>
          </a:ln>
        </p:spPr>
      </p:sp>
      <p:sp>
        <p:nvSpPr>
          <p:cNvPr id="264" name="SE-055-path-264">
            <a:extLst xmlns:a="http://schemas.openxmlformats.org/drawingml/2006/main">
              <a:ext uri="{FF2B5EF4-FFF2-40B4-BE49-F238E27FC236}">
                <a16:creationId xmlns:a16="http://schemas.microsoft.com/office/drawing/2014/main" id="{1CBBF06E-0832-4AC2-AF79-9404E029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819900"/>
            <a:ext cx="609600" cy="1066800"/>
          </a:xfrm>
          <a:custGeom xmlns:a="http://schemas.openxmlformats.org/drawingml/2006/main">
            <a:pathLst>
              <a:path w="609600" h="1066800">
                <a:moveTo>
                  <a:pt x="238125" y="0"/>
                </a:moveTo>
                <a:lnTo>
                  <a:pt x="0" y="1000125"/>
                </a:lnTo>
                <a:lnTo>
                  <a:pt x="247650" y="514350"/>
                </a:lnTo>
                <a:lnTo>
                  <a:pt x="523875" y="1066800"/>
                </a:lnTo>
                <a:lnTo>
                  <a:pt x="609600" y="571500"/>
                </a:lnTo>
                <a:lnTo>
                  <a:pt x="533400" y="904875"/>
                </a:lnTo>
                <a:lnTo>
                  <a:pt x="514350" y="904875"/>
                </a:lnTo>
                <a:lnTo>
                  <a:pt x="257175" y="0"/>
                </a:lnTo>
                <a:lnTo>
                  <a:pt x="238125" y="0"/>
                </a:lnTo>
                <a:close/>
              </a:path>
            </a:pathLst>
          </a:custGeom>
          <a:solidFill xmlns:a="http://schemas.openxmlformats.org/drawingml/2006/main">
            <a:srgbClr val="FF9232"/>
          </a:solidFill>
          <a:ln xmlns:a="http://schemas.openxmlformats.org/drawingml/2006/main" w="16193">
            <a:solidFill>
              <a:srgbClr val="FF9232"/>
            </a:solidFill>
          </a:ln>
        </p:spPr>
      </p:sp>
      <p:sp>
        <p:nvSpPr>
          <p:cNvPr id="265" name="SE-055-path-265">
            <a:extLst xmlns:a="http://schemas.openxmlformats.org/drawingml/2006/main">
              <a:ext uri="{FF2B5EF4-FFF2-40B4-BE49-F238E27FC236}">
                <a16:creationId xmlns:a16="http://schemas.microsoft.com/office/drawing/2014/main" id="{C147720A-1378-4676-B70F-997FDADA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25" y="5076825"/>
            <a:ext cx="838200" cy="904875"/>
          </a:xfrm>
          <a:custGeom xmlns:a="http://schemas.openxmlformats.org/drawingml/2006/main">
            <a:pathLst>
              <a:path w="838200" h="904875">
                <a:moveTo>
                  <a:pt x="295275" y="0"/>
                </a:moveTo>
                <a:lnTo>
                  <a:pt x="19050" y="123825"/>
                </a:lnTo>
                <a:lnTo>
                  <a:pt x="0" y="266700"/>
                </a:lnTo>
                <a:lnTo>
                  <a:pt x="19050" y="228600"/>
                </a:lnTo>
                <a:lnTo>
                  <a:pt x="304800" y="152400"/>
                </a:lnTo>
                <a:lnTo>
                  <a:pt x="571500" y="904875"/>
                </a:lnTo>
                <a:lnTo>
                  <a:pt x="838200" y="0"/>
                </a:lnTo>
                <a:lnTo>
                  <a:pt x="295275" y="0"/>
                </a:lnTo>
                <a:close/>
              </a:path>
            </a:pathLst>
          </a:custGeom>
          <a:solidFill xmlns:a="http://schemas.openxmlformats.org/drawingml/2006/main">
            <a:srgbClr val="4CAE4C"/>
          </a:solidFill>
          <a:ln xmlns:a="http://schemas.openxmlformats.org/drawingml/2006/main" w="16193">
            <a:solidFill>
              <a:srgbClr val="4CAE4C"/>
            </a:solidFill>
          </a:ln>
        </p:spPr>
      </p:sp>
      <p:sp>
        <p:nvSpPr>
          <p:cNvPr id="266" name="SE-055-path-266">
            <a:extLst xmlns:a="http://schemas.openxmlformats.org/drawingml/2006/main">
              <a:ext uri="{FF2B5EF4-FFF2-40B4-BE49-F238E27FC236}">
                <a16:creationId xmlns:a16="http://schemas.microsoft.com/office/drawing/2014/main" id="{692FA205-07CE-40F4-8385-7D41BB7E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5076825"/>
            <a:ext cx="257175" cy="1143000"/>
          </a:xfrm>
          <a:custGeom xmlns:a="http://schemas.openxmlformats.org/drawingml/2006/main">
            <a:pathLst>
              <a:path w="257175" h="1143000">
                <a:moveTo>
                  <a:pt x="0" y="0"/>
                </a:moveTo>
                <a:lnTo>
                  <a:pt x="114300" y="1143000"/>
                </a:lnTo>
                <a:lnTo>
                  <a:pt x="257175" y="1143000"/>
                </a:lnTo>
                <a:lnTo>
                  <a:pt x="2571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CAE4C"/>
          </a:solidFill>
          <a:ln xmlns:a="http://schemas.openxmlformats.org/drawingml/2006/main" w="16193">
            <a:solidFill>
              <a:srgbClr val="4CAE4C"/>
            </a:solidFill>
          </a:ln>
        </p:spPr>
      </p:sp>
      <p:sp>
        <p:nvSpPr>
          <p:cNvPr id="267" name="SE-055-path-267">
            <a:extLst xmlns:a="http://schemas.openxmlformats.org/drawingml/2006/main">
              <a:ext uri="{FF2B5EF4-FFF2-40B4-BE49-F238E27FC236}">
                <a16:creationId xmlns:a16="http://schemas.microsoft.com/office/drawing/2014/main" id="{CF2AFCAE-4283-4458-B4B6-F91753E3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6229350"/>
            <a:ext cx="247650" cy="285750"/>
          </a:xfrm>
          <a:custGeom xmlns:a="http://schemas.openxmlformats.org/drawingml/2006/main">
            <a:pathLst>
              <a:path w="247650" h="285750">
                <a:moveTo>
                  <a:pt x="0" y="0"/>
                </a:moveTo>
                <a:lnTo>
                  <a:pt x="0" y="285750"/>
                </a:lnTo>
                <a:lnTo>
                  <a:pt x="247650" y="285750"/>
                </a:lnTo>
                <a:lnTo>
                  <a:pt x="247650" y="190500"/>
                </a:lnTo>
                <a:lnTo>
                  <a:pt x="219075" y="171450"/>
                </a:lnTo>
                <a:lnTo>
                  <a:pt x="209550" y="200025"/>
                </a:lnTo>
                <a:lnTo>
                  <a:pt x="171450" y="200025"/>
                </a:lnTo>
                <a:lnTo>
                  <a:pt x="200025" y="152400"/>
                </a:lnTo>
                <a:lnTo>
                  <a:pt x="171450" y="85725"/>
                </a:lnTo>
                <a:lnTo>
                  <a:pt x="247650" y="95250"/>
                </a:lnTo>
                <a:lnTo>
                  <a:pt x="2476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CAE4C"/>
          </a:solidFill>
          <a:ln xmlns:a="http://schemas.openxmlformats.org/drawingml/2006/main" w="16193">
            <a:solidFill>
              <a:srgbClr val="4CAE4C"/>
            </a:solidFill>
          </a:ln>
        </p:spPr>
      </p:sp>
      <p:sp>
        <p:nvSpPr>
          <p:cNvPr id="268" name="SE-055-path-268">
            <a:extLst xmlns:a="http://schemas.openxmlformats.org/drawingml/2006/main">
              <a:ext uri="{FF2B5EF4-FFF2-40B4-BE49-F238E27FC236}">
                <a16:creationId xmlns:a16="http://schemas.microsoft.com/office/drawing/2014/main" id="{7EB0F8B3-1818-4711-B023-24DAD894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6534150"/>
            <a:ext cx="104775" cy="1028700"/>
          </a:xfrm>
          <a:custGeom xmlns:a="http://schemas.openxmlformats.org/drawingml/2006/main">
            <a:pathLst>
              <a:path w="104775" h="1028700">
                <a:moveTo>
                  <a:pt x="0" y="0"/>
                </a:moveTo>
                <a:lnTo>
                  <a:pt x="9525" y="200025"/>
                </a:lnTo>
                <a:lnTo>
                  <a:pt x="104775" y="1028700"/>
                </a:lnTo>
                <a:lnTo>
                  <a:pt x="1047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CAE4C"/>
          </a:solidFill>
          <a:ln xmlns:a="http://schemas.openxmlformats.org/drawingml/2006/main" w="16193">
            <a:solidFill>
              <a:srgbClr val="4CAE4C"/>
            </a:solidFill>
          </a:ln>
        </p:spPr>
      </p:sp>
      <p:sp>
        <p:nvSpPr>
          <p:cNvPr id="269" name="SE-055-path-269">
            <a:extLst xmlns:a="http://schemas.openxmlformats.org/drawingml/2006/main">
              <a:ext uri="{FF2B5EF4-FFF2-40B4-BE49-F238E27FC236}">
                <a16:creationId xmlns:a16="http://schemas.microsoft.com/office/drawing/2014/main" id="{7C8DF8E8-F4A6-4FEA-B9BE-CF9B748D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7134225"/>
            <a:ext cx="276225" cy="542925"/>
          </a:xfrm>
          <a:custGeom xmlns:a="http://schemas.openxmlformats.org/drawingml/2006/main">
            <a:pathLst>
              <a:path w="276225" h="542925">
                <a:moveTo>
                  <a:pt x="0" y="0"/>
                </a:moveTo>
                <a:lnTo>
                  <a:pt x="142875" y="523875"/>
                </a:lnTo>
                <a:lnTo>
                  <a:pt x="161925" y="542925"/>
                </a:lnTo>
                <a:lnTo>
                  <a:pt x="276225" y="19050"/>
                </a:lnTo>
                <a:lnTo>
                  <a:pt x="180975" y="371475"/>
                </a:lnTo>
                <a:lnTo>
                  <a:pt x="152400" y="400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CAE4C"/>
          </a:solidFill>
          <a:ln xmlns:a="http://schemas.openxmlformats.org/drawingml/2006/main" w="16193">
            <a:solidFill>
              <a:srgbClr val="4CAE4C"/>
            </a:solidFill>
          </a:ln>
        </p:spPr>
      </p:sp>
      <p:sp>
        <p:nvSpPr>
          <p:cNvPr id="270" name="SE-055-path-270">
            <a:extLst xmlns:a="http://schemas.openxmlformats.org/drawingml/2006/main">
              <a:ext uri="{FF2B5EF4-FFF2-40B4-BE49-F238E27FC236}">
                <a16:creationId xmlns:a16="http://schemas.microsoft.com/office/drawing/2014/main" id="{F6A88C15-81F1-4C48-B5E7-4698C27E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76825"/>
            <a:ext cx="523875" cy="685800"/>
          </a:xfrm>
          <a:custGeom xmlns:a="http://schemas.openxmlformats.org/drawingml/2006/main">
            <a:pathLst>
              <a:path w="523875" h="685800">
                <a:moveTo>
                  <a:pt x="0" y="0"/>
                </a:moveTo>
                <a:lnTo>
                  <a:pt x="219075" y="590550"/>
                </a:lnTo>
                <a:lnTo>
                  <a:pt x="266700" y="685800"/>
                </a:lnTo>
                <a:lnTo>
                  <a:pt x="504825" y="390525"/>
                </a:lnTo>
                <a:lnTo>
                  <a:pt x="523875" y="333375"/>
                </a:lnTo>
                <a:lnTo>
                  <a:pt x="2571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4748"/>
          </a:solidFill>
          <a:ln xmlns:a="http://schemas.openxmlformats.org/drawingml/2006/main" w="16193">
            <a:solidFill>
              <a:srgbClr val="DC4748"/>
            </a:solidFill>
          </a:ln>
        </p:spPr>
      </p:sp>
      <p:sp>
        <p:nvSpPr>
          <p:cNvPr id="271" name="SE-055-path-271">
            <a:extLst xmlns:a="http://schemas.openxmlformats.org/drawingml/2006/main">
              <a:ext uri="{FF2B5EF4-FFF2-40B4-BE49-F238E27FC236}">
                <a16:creationId xmlns:a16="http://schemas.microsoft.com/office/drawing/2014/main" id="{0E1F3CBC-8CF7-41BD-A47E-B373629B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5076825"/>
            <a:ext cx="542925" cy="981075"/>
          </a:xfrm>
          <a:custGeom xmlns:a="http://schemas.openxmlformats.org/drawingml/2006/main">
            <a:pathLst>
              <a:path w="542925" h="981075">
                <a:moveTo>
                  <a:pt x="276225" y="0"/>
                </a:moveTo>
                <a:lnTo>
                  <a:pt x="0" y="933450"/>
                </a:lnTo>
                <a:lnTo>
                  <a:pt x="0" y="981075"/>
                </a:lnTo>
                <a:lnTo>
                  <a:pt x="447675" y="981075"/>
                </a:lnTo>
                <a:lnTo>
                  <a:pt x="542925" y="0"/>
                </a:lnTo>
                <a:lnTo>
                  <a:pt x="276225" y="0"/>
                </a:lnTo>
                <a:close/>
              </a:path>
            </a:pathLst>
          </a:custGeom>
          <a:solidFill xmlns:a="http://schemas.openxmlformats.org/drawingml/2006/main">
            <a:srgbClr val="DC4748"/>
          </a:solidFill>
          <a:ln xmlns:a="http://schemas.openxmlformats.org/drawingml/2006/main" w="16193">
            <a:solidFill>
              <a:srgbClr val="DC4748"/>
            </a:solidFill>
          </a:ln>
        </p:spPr>
      </p:sp>
      <p:sp>
        <p:nvSpPr>
          <p:cNvPr id="272" name="SE-055-path-272">
            <a:extLst xmlns:a="http://schemas.openxmlformats.org/drawingml/2006/main">
              <a:ext uri="{FF2B5EF4-FFF2-40B4-BE49-F238E27FC236}">
                <a16:creationId xmlns:a16="http://schemas.microsoft.com/office/drawing/2014/main" id="{DF51C655-980D-4555-8F43-C4160FEB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076825"/>
            <a:ext cx="1876425" cy="2790825"/>
          </a:xfrm>
          <a:custGeom xmlns:a="http://schemas.openxmlformats.org/drawingml/2006/main">
            <a:pathLst>
              <a:path w="1876425" h="2790825">
                <a:moveTo>
                  <a:pt x="0" y="0"/>
                </a:moveTo>
                <a:lnTo>
                  <a:pt x="152400" y="981075"/>
                </a:lnTo>
                <a:lnTo>
                  <a:pt x="361950" y="981075"/>
                </a:lnTo>
                <a:lnTo>
                  <a:pt x="409575" y="1019175"/>
                </a:lnTo>
                <a:lnTo>
                  <a:pt x="409575" y="1266825"/>
                </a:lnTo>
                <a:lnTo>
                  <a:pt x="371475" y="1295400"/>
                </a:lnTo>
                <a:lnTo>
                  <a:pt x="209550" y="1295400"/>
                </a:lnTo>
                <a:lnTo>
                  <a:pt x="209550" y="1314450"/>
                </a:lnTo>
                <a:lnTo>
                  <a:pt x="266700" y="1676400"/>
                </a:lnTo>
                <a:lnTo>
                  <a:pt x="542925" y="2790825"/>
                </a:lnTo>
                <a:lnTo>
                  <a:pt x="809625" y="1695450"/>
                </a:lnTo>
                <a:lnTo>
                  <a:pt x="828675" y="1695450"/>
                </a:lnTo>
                <a:lnTo>
                  <a:pt x="847725" y="1743075"/>
                </a:lnTo>
                <a:lnTo>
                  <a:pt x="1085850" y="2419350"/>
                </a:lnTo>
                <a:lnTo>
                  <a:pt x="1104900" y="2400300"/>
                </a:lnTo>
                <a:lnTo>
                  <a:pt x="1295400" y="1676400"/>
                </a:lnTo>
                <a:lnTo>
                  <a:pt x="933450" y="1676400"/>
                </a:lnTo>
                <a:lnTo>
                  <a:pt x="904875" y="1647825"/>
                </a:lnTo>
                <a:lnTo>
                  <a:pt x="904875" y="1400175"/>
                </a:lnTo>
                <a:lnTo>
                  <a:pt x="952500" y="1362075"/>
                </a:lnTo>
                <a:lnTo>
                  <a:pt x="1381125" y="1352550"/>
                </a:lnTo>
                <a:lnTo>
                  <a:pt x="1638300" y="114300"/>
                </a:lnTo>
                <a:lnTo>
                  <a:pt x="18764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4748"/>
          </a:solidFill>
          <a:ln xmlns:a="http://schemas.openxmlformats.org/drawingml/2006/main" w="16193">
            <a:solidFill>
              <a:srgbClr val="DC4748"/>
            </a:solidFill>
          </a:ln>
        </p:spPr>
      </p:sp>
      <p:sp>
        <p:nvSpPr>
          <p:cNvPr id="273" name="SE-055-path-273">
            <a:extLst xmlns:a="http://schemas.openxmlformats.org/drawingml/2006/main">
              <a:ext uri="{FF2B5EF4-FFF2-40B4-BE49-F238E27FC236}">
                <a16:creationId xmlns:a16="http://schemas.microsoft.com/office/drawing/2014/main" id="{2BF10BC9-2933-4D21-8039-85753907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86350"/>
            <a:ext cx="1504950" cy="2771775"/>
          </a:xfrm>
          <a:custGeom xmlns:a="http://schemas.openxmlformats.org/drawingml/2006/main">
            <a:pathLst>
              <a:path w="1504950" h="2771775">
                <a:moveTo>
                  <a:pt x="257175" y="0"/>
                </a:moveTo>
                <a:lnTo>
                  <a:pt x="9525" y="314325"/>
                </a:lnTo>
                <a:lnTo>
                  <a:pt x="0" y="361950"/>
                </a:lnTo>
                <a:lnTo>
                  <a:pt x="266700" y="914400"/>
                </a:lnTo>
                <a:lnTo>
                  <a:pt x="542925" y="352425"/>
                </a:lnTo>
                <a:lnTo>
                  <a:pt x="819150" y="2771775"/>
                </a:lnTo>
                <a:lnTo>
                  <a:pt x="1085850" y="1876425"/>
                </a:lnTo>
                <a:lnTo>
                  <a:pt x="1114425" y="1905000"/>
                </a:lnTo>
                <a:lnTo>
                  <a:pt x="1362075" y="2762250"/>
                </a:lnTo>
                <a:lnTo>
                  <a:pt x="1504950" y="1285875"/>
                </a:lnTo>
                <a:lnTo>
                  <a:pt x="1028700" y="1285875"/>
                </a:lnTo>
                <a:lnTo>
                  <a:pt x="838200" y="2247900"/>
                </a:lnTo>
                <a:lnTo>
                  <a:pt x="809625" y="2295525"/>
                </a:lnTo>
                <a:lnTo>
                  <a:pt x="533400" y="114300"/>
                </a:lnTo>
                <a:lnTo>
                  <a:pt x="295275" y="0"/>
                </a:lnTo>
                <a:lnTo>
                  <a:pt x="257175" y="0"/>
                </a:lnTo>
                <a:close/>
              </a:path>
            </a:pathLst>
          </a:custGeom>
          <a:solidFill xmlns:a="http://schemas.openxmlformats.org/drawingml/2006/main">
            <a:srgbClr val="DC4748"/>
          </a:solidFill>
          <a:ln xmlns:a="http://schemas.openxmlformats.org/drawingml/2006/main" w="16193">
            <a:solidFill>
              <a:srgbClr val="DC4748"/>
            </a:solidFill>
          </a:ln>
        </p:spPr>
      </p:sp>
      <p:sp>
        <p:nvSpPr>
          <p:cNvPr id="274" name="SE-055-path-274">
            <a:extLst xmlns:a="http://schemas.openxmlformats.org/drawingml/2006/main">
              <a:ext uri="{FF2B5EF4-FFF2-40B4-BE49-F238E27FC236}">
                <a16:creationId xmlns:a16="http://schemas.microsoft.com/office/drawing/2014/main" id="{042234EF-ADC3-4D29-AB11-2D011273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76825"/>
            <a:ext cx="266700" cy="981075"/>
          </a:xfrm>
          <a:custGeom xmlns:a="http://schemas.openxmlformats.org/drawingml/2006/main">
            <a:pathLst>
              <a:path w="266700" h="981075">
                <a:moveTo>
                  <a:pt x="0" y="0"/>
                </a:moveTo>
                <a:lnTo>
                  <a:pt x="0" y="981075"/>
                </a:lnTo>
                <a:lnTo>
                  <a:pt x="161925" y="981075"/>
                </a:lnTo>
                <a:lnTo>
                  <a:pt x="2667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75" name="SE-055-path-275">
            <a:extLst xmlns:a="http://schemas.openxmlformats.org/drawingml/2006/main">
              <a:ext uri="{FF2B5EF4-FFF2-40B4-BE49-F238E27FC236}">
                <a16:creationId xmlns:a16="http://schemas.microsoft.com/office/drawing/2014/main" id="{7941AC40-982F-45F5-AEE9-3C3B873D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76825"/>
            <a:ext cx="523875" cy="333375"/>
          </a:xfrm>
          <a:custGeom xmlns:a="http://schemas.openxmlformats.org/drawingml/2006/main">
            <a:pathLst>
              <a:path w="523875" h="333375">
                <a:moveTo>
                  <a:pt x="0" y="0"/>
                </a:moveTo>
                <a:lnTo>
                  <a:pt x="257175" y="333375"/>
                </a:lnTo>
                <a:lnTo>
                  <a:pt x="276225" y="333375"/>
                </a:lnTo>
                <a:lnTo>
                  <a:pt x="523875" y="95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76" name="SE-055-path-276">
            <a:extLst xmlns:a="http://schemas.openxmlformats.org/drawingml/2006/main">
              <a:ext uri="{FF2B5EF4-FFF2-40B4-BE49-F238E27FC236}">
                <a16:creationId xmlns:a16="http://schemas.microsoft.com/office/drawing/2014/main" id="{4D2F138B-4DBF-4000-96F8-2867065F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76825"/>
            <a:ext cx="1057275" cy="1047750"/>
          </a:xfrm>
          <a:custGeom xmlns:a="http://schemas.openxmlformats.org/drawingml/2006/main">
            <a:pathLst>
              <a:path w="1057275" h="1047750">
                <a:moveTo>
                  <a:pt x="0" y="0"/>
                </a:moveTo>
                <a:lnTo>
                  <a:pt x="238125" y="114300"/>
                </a:lnTo>
                <a:lnTo>
                  <a:pt x="352425" y="1047750"/>
                </a:lnTo>
                <a:lnTo>
                  <a:pt x="400050" y="981075"/>
                </a:lnTo>
                <a:lnTo>
                  <a:pt x="771525" y="981075"/>
                </a:lnTo>
                <a:lnTo>
                  <a:pt x="10572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77" name="SE-055-path-277">
            <a:extLst xmlns:a="http://schemas.openxmlformats.org/drawingml/2006/main">
              <a:ext uri="{FF2B5EF4-FFF2-40B4-BE49-F238E27FC236}">
                <a16:creationId xmlns:a16="http://schemas.microsoft.com/office/drawing/2014/main" id="{8F833EEA-EB8F-4960-9440-EF5918D2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6362700"/>
            <a:ext cx="314325" cy="962025"/>
          </a:xfrm>
          <a:custGeom xmlns:a="http://schemas.openxmlformats.org/drawingml/2006/main">
            <a:pathLst>
              <a:path w="314325" h="962025">
                <a:moveTo>
                  <a:pt x="0" y="0"/>
                </a:moveTo>
                <a:lnTo>
                  <a:pt x="76200" y="666750"/>
                </a:lnTo>
                <a:lnTo>
                  <a:pt x="123825" y="962025"/>
                </a:lnTo>
                <a:lnTo>
                  <a:pt x="314325" y="95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78" name="SE-055-path-278">
            <a:extLst xmlns:a="http://schemas.openxmlformats.org/drawingml/2006/main">
              <a:ext uri="{FF2B5EF4-FFF2-40B4-BE49-F238E27FC236}">
                <a16:creationId xmlns:a16="http://schemas.microsoft.com/office/drawing/2014/main" id="{FCDCC2DD-1CCB-49B7-83B0-D5463484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381750"/>
            <a:ext cx="133350" cy="1219200"/>
          </a:xfrm>
          <a:custGeom xmlns:a="http://schemas.openxmlformats.org/drawingml/2006/main">
            <a:pathLst>
              <a:path w="133350" h="1219200">
                <a:moveTo>
                  <a:pt x="0" y="0"/>
                </a:moveTo>
                <a:lnTo>
                  <a:pt x="0" y="1219200"/>
                </a:lnTo>
                <a:lnTo>
                  <a:pt x="9525" y="1219200"/>
                </a:lnTo>
                <a:lnTo>
                  <a:pt x="1333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8BCB"/>
          </a:solidFill>
          <a:ln xmlns:a="http://schemas.openxmlformats.org/drawingml/2006/main" w="16193">
            <a:solidFill>
              <a:srgbClr val="E78BCB"/>
            </a:solidFill>
          </a:ln>
        </p:spPr>
      </p:sp>
      <p:sp>
        <p:nvSpPr>
          <p:cNvPr id="279" name="SE-055-279">
            <a:extLst xmlns:a="http://schemas.openxmlformats.org/drawingml/2006/main">
              <a:ext uri="{FF2B5EF4-FFF2-40B4-BE49-F238E27FC236}">
                <a16:creationId xmlns:a16="http://schemas.microsoft.com/office/drawing/2014/main" id="{6ABEA639-2438-44CF-97FA-A47D16B6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5953125" cy="298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280" name="SE-055-path-280">
            <a:extLst xmlns:a="http://schemas.openxmlformats.org/drawingml/2006/main">
              <a:ext uri="{FF2B5EF4-FFF2-40B4-BE49-F238E27FC236}">
                <a16:creationId xmlns:a16="http://schemas.microsoft.com/office/drawing/2014/main" id="{5EF852A8-4637-4B76-8D01-0B9322F4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146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81" name="SE-055-281">
            <a:extLst xmlns:a="http://schemas.openxmlformats.org/drawingml/2006/main">
              <a:ext uri="{FF2B5EF4-FFF2-40B4-BE49-F238E27FC236}">
                <a16:creationId xmlns:a16="http://schemas.microsoft.com/office/drawing/2014/main" id="{EE21028B-8CF5-4210-A8AA-6198A754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623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2" name="SE-055-path-282">
            <a:extLst xmlns:a="http://schemas.openxmlformats.org/drawingml/2006/main">
              <a:ext uri="{FF2B5EF4-FFF2-40B4-BE49-F238E27FC236}">
                <a16:creationId xmlns:a16="http://schemas.microsoft.com/office/drawing/2014/main" id="{A4EFC636-644F-4415-B9CC-58DD071E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1467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83" name="SE-055-283">
            <a:extLst xmlns:a="http://schemas.openxmlformats.org/drawingml/2006/main">
              <a:ext uri="{FF2B5EF4-FFF2-40B4-BE49-F238E27FC236}">
                <a16:creationId xmlns:a16="http://schemas.microsoft.com/office/drawing/2014/main" id="{920D38BD-4690-40B3-9370-3B619ADC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981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4" name="SE-055-path-284">
            <a:extLst xmlns:a="http://schemas.openxmlformats.org/drawingml/2006/main">
              <a:ext uri="{FF2B5EF4-FFF2-40B4-BE49-F238E27FC236}">
                <a16:creationId xmlns:a16="http://schemas.microsoft.com/office/drawing/2014/main" id="{04FE90BC-7806-4B11-84CC-5E4B52A0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31146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85" name="SE-055-285">
            <a:extLst xmlns:a="http://schemas.openxmlformats.org/drawingml/2006/main">
              <a:ext uri="{FF2B5EF4-FFF2-40B4-BE49-F238E27FC236}">
                <a16:creationId xmlns:a16="http://schemas.microsoft.com/office/drawing/2014/main" id="{C8C101CC-4FCE-4DC6-AFF0-94A7DEE7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585" y="31623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286" name="SE-055-path-286">
            <a:extLst xmlns:a="http://schemas.openxmlformats.org/drawingml/2006/main">
              <a:ext uri="{FF2B5EF4-FFF2-40B4-BE49-F238E27FC236}">
                <a16:creationId xmlns:a16="http://schemas.microsoft.com/office/drawing/2014/main" id="{65074305-5FD1-4E7E-BAA7-7B4728EE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4698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87" name="SE-055-287">
            <a:extLst xmlns:a="http://schemas.openxmlformats.org/drawingml/2006/main">
              <a:ext uri="{FF2B5EF4-FFF2-40B4-BE49-F238E27FC236}">
                <a16:creationId xmlns:a16="http://schemas.microsoft.com/office/drawing/2014/main" id="{6EB25259-5F40-4D2C-BCF1-BE8AA015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1363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288" name="SE-055-path-288">
            <a:extLst xmlns:a="http://schemas.openxmlformats.org/drawingml/2006/main">
              <a:ext uri="{FF2B5EF4-FFF2-40B4-BE49-F238E27FC236}">
                <a16:creationId xmlns:a16="http://schemas.microsoft.com/office/drawing/2014/main" id="{BD6E6E49-0B94-47E9-A6A2-CD1AE574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1146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89" name="SE-055-289">
            <a:extLst xmlns:a="http://schemas.openxmlformats.org/drawingml/2006/main">
              <a:ext uri="{FF2B5EF4-FFF2-40B4-BE49-F238E27FC236}">
                <a16:creationId xmlns:a16="http://schemas.microsoft.com/office/drawing/2014/main" id="{5E74F1B8-0694-47E1-80D4-CFA69E9C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31623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290" name="SE-055-path-290">
            <a:extLst xmlns:a="http://schemas.openxmlformats.org/drawingml/2006/main">
              <a:ext uri="{FF2B5EF4-FFF2-40B4-BE49-F238E27FC236}">
                <a16:creationId xmlns:a16="http://schemas.microsoft.com/office/drawing/2014/main" id="{75A5ABC1-44B0-42F2-ADDA-81AF9CA1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7929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91" name="SE-055-291">
            <a:extLst xmlns:a="http://schemas.openxmlformats.org/drawingml/2006/main">
              <a:ext uri="{FF2B5EF4-FFF2-40B4-BE49-F238E27FC236}">
                <a16:creationId xmlns:a16="http://schemas.microsoft.com/office/drawing/2014/main" id="{E10C703A-A11A-4701-9A52-3458BD52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84594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292" name="SE-055-path-292">
            <a:extLst xmlns:a="http://schemas.openxmlformats.org/drawingml/2006/main">
              <a:ext uri="{FF2B5EF4-FFF2-40B4-BE49-F238E27FC236}">
                <a16:creationId xmlns:a16="http://schemas.microsoft.com/office/drawing/2014/main" id="{F974D812-2AA0-4E30-B606-3EFE1DD1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080" y="31146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93" name="SE-055-293">
            <a:extLst xmlns:a="http://schemas.openxmlformats.org/drawingml/2006/main">
              <a:ext uri="{FF2B5EF4-FFF2-40B4-BE49-F238E27FC236}">
                <a16:creationId xmlns:a16="http://schemas.microsoft.com/office/drawing/2014/main" id="{4E44261F-3DF2-4AEF-A8B9-1A4FB09B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2855" y="31623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294" name="SE-055-path-294">
            <a:extLst xmlns:a="http://schemas.openxmlformats.org/drawingml/2006/main">
              <a:ext uri="{FF2B5EF4-FFF2-40B4-BE49-F238E27FC236}">
                <a16:creationId xmlns:a16="http://schemas.microsoft.com/office/drawing/2014/main" id="{EA94A805-3146-4B42-B85D-B2BEDE0D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41160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95" name="SE-055-295">
            <a:extLst xmlns:a="http://schemas.openxmlformats.org/drawingml/2006/main">
              <a:ext uri="{FF2B5EF4-FFF2-40B4-BE49-F238E27FC236}">
                <a16:creationId xmlns:a16="http://schemas.microsoft.com/office/drawing/2014/main" id="{43F4FE64-928A-483A-8FE5-E8C7B41F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27825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296" name="SE-055-path-296">
            <a:extLst xmlns:a="http://schemas.openxmlformats.org/drawingml/2006/main">
              <a:ext uri="{FF2B5EF4-FFF2-40B4-BE49-F238E27FC236}">
                <a16:creationId xmlns:a16="http://schemas.microsoft.com/office/drawing/2014/main" id="{05DD2A9C-27CF-4144-BF04-1A93E93B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9215" y="31146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97" name="SE-055-297">
            <a:extLst xmlns:a="http://schemas.openxmlformats.org/drawingml/2006/main">
              <a:ext uri="{FF2B5EF4-FFF2-40B4-BE49-F238E27FC236}">
                <a16:creationId xmlns:a16="http://schemas.microsoft.com/office/drawing/2014/main" id="{835F6309-3569-4E50-8332-FABAAB23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2990" y="31623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298" name="SE-055-path-298">
            <a:extLst xmlns:a="http://schemas.openxmlformats.org/drawingml/2006/main">
              <a:ext uri="{FF2B5EF4-FFF2-40B4-BE49-F238E27FC236}">
                <a16:creationId xmlns:a16="http://schemas.microsoft.com/office/drawing/2014/main" id="{DA900E14-E43B-46EE-ABB4-8D7F6829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84391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99" name="SE-055-299">
            <a:extLst xmlns:a="http://schemas.openxmlformats.org/drawingml/2006/main">
              <a:ext uri="{FF2B5EF4-FFF2-40B4-BE49-F238E27FC236}">
                <a16:creationId xmlns:a16="http://schemas.microsoft.com/office/drawing/2014/main" id="{79EEFD8E-649E-44DB-9A4B-33F13130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71056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300" name="SE-055-path-300">
            <a:extLst xmlns:a="http://schemas.openxmlformats.org/drawingml/2006/main">
              <a:ext uri="{FF2B5EF4-FFF2-40B4-BE49-F238E27FC236}">
                <a16:creationId xmlns:a16="http://schemas.microsoft.com/office/drawing/2014/main" id="{3DDB77FE-C005-45CB-816F-F5C3CF87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31146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01" name="SE-055-301">
            <a:extLst xmlns:a="http://schemas.openxmlformats.org/drawingml/2006/main">
              <a:ext uri="{FF2B5EF4-FFF2-40B4-BE49-F238E27FC236}">
                <a16:creationId xmlns:a16="http://schemas.microsoft.com/office/drawing/2014/main" id="{C25AAA05-4290-4F38-AB28-4FF2DB6C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31623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302" name="SE-055-path-302">
            <a:extLst xmlns:a="http://schemas.openxmlformats.org/drawingml/2006/main">
              <a:ext uri="{FF2B5EF4-FFF2-40B4-BE49-F238E27FC236}">
                <a16:creationId xmlns:a16="http://schemas.microsoft.com/office/drawing/2014/main" id="{BE4C100C-6B91-4A80-8F90-12E28219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622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03" name="SE-055-303">
            <a:extLst xmlns:a="http://schemas.openxmlformats.org/drawingml/2006/main">
              <a:ext uri="{FF2B5EF4-FFF2-40B4-BE49-F238E27FC236}">
                <a16:creationId xmlns:a16="http://schemas.microsoft.com/office/drawing/2014/main" id="{15FCA451-BB75-47B2-ACE5-A2DAAD6D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42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304" name="SE-055-304">
            <a:extLst xmlns:a="http://schemas.openxmlformats.org/drawingml/2006/main">
              <a:ext uri="{FF2B5EF4-FFF2-40B4-BE49-F238E27FC236}">
                <a16:creationId xmlns:a16="http://schemas.microsoft.com/office/drawing/2014/main" id="{7451A9A6-0749-43A9-A726-9B007A03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400425"/>
            <a:ext cx="2724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Normalized Progress</a:t>
            </a:r>
          </a:p>
        </p:txBody>
      </p:sp>
      <p:sp>
        <p:nvSpPr>
          <p:cNvPr id="305" name="SE-055-label-305">
            <a:extLst xmlns:a="http://schemas.openxmlformats.org/drawingml/2006/main">
              <a:ext uri="{FF2B5EF4-FFF2-40B4-BE49-F238E27FC236}">
                <a16:creationId xmlns:a16="http://schemas.microsoft.com/office/drawing/2014/main" id="{B242F3A9-2FF1-490B-AE8D-7DA3F17C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496050" y="15430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Relative Frequency</a:t>
            </a:r>
          </a:p>
        </p:txBody>
      </p:sp>
      <p:sp>
        <p:nvSpPr>
          <p:cNvPr id="306" name="SE-055-306">
            <a:extLst xmlns:a="http://schemas.openxmlformats.org/drawingml/2006/main">
              <a:ext uri="{FF2B5EF4-FFF2-40B4-BE49-F238E27FC236}">
                <a16:creationId xmlns:a16="http://schemas.microsoft.com/office/drawing/2014/main" id="{3D016F4B-2AC4-4FA9-9FB5-857D7655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596265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07" name="SE-055-path-307">
            <a:extLst xmlns:a="http://schemas.openxmlformats.org/drawingml/2006/main">
              <a:ext uri="{FF2B5EF4-FFF2-40B4-BE49-F238E27FC236}">
                <a16:creationId xmlns:a16="http://schemas.microsoft.com/office/drawing/2014/main" id="{F6BA76F9-D675-4130-B666-7DCB976D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9152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08" name="SE-055-308">
            <a:extLst xmlns:a="http://schemas.openxmlformats.org/drawingml/2006/main">
              <a:ext uri="{FF2B5EF4-FFF2-40B4-BE49-F238E27FC236}">
                <a16:creationId xmlns:a16="http://schemas.microsoft.com/office/drawing/2014/main" id="{9409AE62-2445-4E03-8608-C2D2292C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962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9" name="SE-055-path-309">
            <a:extLst xmlns:a="http://schemas.openxmlformats.org/drawingml/2006/main">
              <a:ext uri="{FF2B5EF4-FFF2-40B4-BE49-F238E27FC236}">
                <a16:creationId xmlns:a16="http://schemas.microsoft.com/office/drawing/2014/main" id="{C812572D-1A1C-4D40-8828-7EAAA5F2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91527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10" name="SE-055-310">
            <a:extLst xmlns:a="http://schemas.openxmlformats.org/drawingml/2006/main">
              <a:ext uri="{FF2B5EF4-FFF2-40B4-BE49-F238E27FC236}">
                <a16:creationId xmlns:a16="http://schemas.microsoft.com/office/drawing/2014/main" id="{99A756D3-378A-4310-BBBE-7B6ADF2C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781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11" name="SE-055-path-311">
            <a:extLst xmlns:a="http://schemas.openxmlformats.org/drawingml/2006/main">
              <a:ext uri="{FF2B5EF4-FFF2-40B4-BE49-F238E27FC236}">
                <a16:creationId xmlns:a16="http://schemas.microsoft.com/office/drawing/2014/main" id="{8862212F-1F71-4028-B4E9-F185FBC6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885" y="79152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12" name="SE-055-312">
            <a:extLst xmlns:a="http://schemas.openxmlformats.org/drawingml/2006/main">
              <a:ext uri="{FF2B5EF4-FFF2-40B4-BE49-F238E27FC236}">
                <a16:creationId xmlns:a16="http://schemas.microsoft.com/office/drawing/2014/main" id="{F4A1EAC7-E771-4F6B-9D77-97511899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60" y="7962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313" name="SE-055-path-313">
            <a:extLst xmlns:a="http://schemas.openxmlformats.org/drawingml/2006/main">
              <a:ext uri="{FF2B5EF4-FFF2-40B4-BE49-F238E27FC236}">
                <a16:creationId xmlns:a16="http://schemas.microsoft.com/office/drawing/2014/main" id="{31C874AE-F1CB-4CBA-B159-12FB6377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34758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14" name="SE-055-314">
            <a:extLst xmlns:a="http://schemas.openxmlformats.org/drawingml/2006/main">
              <a:ext uri="{FF2B5EF4-FFF2-40B4-BE49-F238E27FC236}">
                <a16:creationId xmlns:a16="http://schemas.microsoft.com/office/drawing/2014/main" id="{B37D7B1E-DE63-4E62-AED8-8624D428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1423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315" name="SE-055-path-315">
            <a:extLst xmlns:a="http://schemas.openxmlformats.org/drawingml/2006/main">
              <a:ext uri="{FF2B5EF4-FFF2-40B4-BE49-F238E27FC236}">
                <a16:creationId xmlns:a16="http://schemas.microsoft.com/office/drawing/2014/main" id="{30924F7F-F0E6-4DA1-BBD5-C8F4F31B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79152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16" name="SE-055-316">
            <a:extLst xmlns:a="http://schemas.openxmlformats.org/drawingml/2006/main">
              <a:ext uri="{FF2B5EF4-FFF2-40B4-BE49-F238E27FC236}">
                <a16:creationId xmlns:a16="http://schemas.microsoft.com/office/drawing/2014/main" id="{5859024A-91C1-4708-8A2D-E829E65E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795" y="7962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317" name="SE-055-path-317">
            <a:extLst xmlns:a="http://schemas.openxmlformats.org/drawingml/2006/main">
              <a:ext uri="{FF2B5EF4-FFF2-40B4-BE49-F238E27FC236}">
                <a16:creationId xmlns:a16="http://schemas.microsoft.com/office/drawing/2014/main" id="{65878BB5-A52F-4B34-8F87-4656FB42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77989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18" name="SE-055-318">
            <a:extLst xmlns:a="http://schemas.openxmlformats.org/drawingml/2006/main">
              <a:ext uri="{FF2B5EF4-FFF2-40B4-BE49-F238E27FC236}">
                <a16:creationId xmlns:a16="http://schemas.microsoft.com/office/drawing/2014/main" id="{1E78BDB4-A2D4-4560-A413-43AE0F91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4654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319" name="SE-055-path-319">
            <a:extLst xmlns:a="http://schemas.openxmlformats.org/drawingml/2006/main">
              <a:ext uri="{FF2B5EF4-FFF2-40B4-BE49-F238E27FC236}">
                <a16:creationId xmlns:a16="http://schemas.microsoft.com/office/drawing/2014/main" id="{8A93478A-7BC0-4DC8-90A4-6F15060A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155" y="79152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20" name="SE-055-320">
            <a:extLst xmlns:a="http://schemas.openxmlformats.org/drawingml/2006/main">
              <a:ext uri="{FF2B5EF4-FFF2-40B4-BE49-F238E27FC236}">
                <a16:creationId xmlns:a16="http://schemas.microsoft.com/office/drawing/2014/main" id="{252B2C18-20A8-4678-AAC8-F68DAAA6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7962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321" name="SE-055-path-321">
            <a:extLst xmlns:a="http://schemas.openxmlformats.org/drawingml/2006/main">
              <a:ext uri="{FF2B5EF4-FFF2-40B4-BE49-F238E27FC236}">
                <a16:creationId xmlns:a16="http://schemas.microsoft.com/office/drawing/2014/main" id="{B6B411F5-EC70-4451-8FBC-9F9ECE56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220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22" name="SE-055-322">
            <a:extLst xmlns:a="http://schemas.openxmlformats.org/drawingml/2006/main">
              <a:ext uri="{FF2B5EF4-FFF2-40B4-BE49-F238E27FC236}">
                <a16:creationId xmlns:a16="http://schemas.microsoft.com/office/drawing/2014/main" id="{B9149E04-3757-4CC8-BA42-446F5264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07885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323" name="SE-055-path-323">
            <a:extLst xmlns:a="http://schemas.openxmlformats.org/drawingml/2006/main">
              <a:ext uri="{FF2B5EF4-FFF2-40B4-BE49-F238E27FC236}">
                <a16:creationId xmlns:a16="http://schemas.microsoft.com/office/drawing/2014/main" id="{B7A75CE4-45D1-4445-9AEE-482123CA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90" y="79152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24" name="SE-055-324">
            <a:extLst xmlns:a="http://schemas.openxmlformats.org/drawingml/2006/main">
              <a:ext uri="{FF2B5EF4-FFF2-40B4-BE49-F238E27FC236}">
                <a16:creationId xmlns:a16="http://schemas.microsoft.com/office/drawing/2014/main" id="{3B0BEB9B-22DF-4CB9-A2F2-5972E812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65" y="7962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325" name="SE-055-path-325">
            <a:extLst xmlns:a="http://schemas.openxmlformats.org/drawingml/2006/main">
              <a:ext uri="{FF2B5EF4-FFF2-40B4-BE49-F238E27FC236}">
                <a16:creationId xmlns:a16="http://schemas.microsoft.com/office/drawing/2014/main" id="{85E06AC4-1F21-47F7-A217-50C97874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4451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26" name="SE-055-326">
            <a:extLst xmlns:a="http://schemas.openxmlformats.org/drawingml/2006/main">
              <a:ext uri="{FF2B5EF4-FFF2-40B4-BE49-F238E27FC236}">
                <a16:creationId xmlns:a16="http://schemas.microsoft.com/office/drawing/2014/main" id="{5F9C63C4-0666-4DA4-8089-9C2164D5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51116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327" name="SE-055-path-327">
            <a:extLst xmlns:a="http://schemas.openxmlformats.org/drawingml/2006/main">
              <a:ext uri="{FF2B5EF4-FFF2-40B4-BE49-F238E27FC236}">
                <a16:creationId xmlns:a16="http://schemas.microsoft.com/office/drawing/2014/main" id="{25124440-6E5C-4175-ACD5-ED20E1A1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79152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28" name="SE-055-328">
            <a:extLst xmlns:a="http://schemas.openxmlformats.org/drawingml/2006/main">
              <a:ext uri="{FF2B5EF4-FFF2-40B4-BE49-F238E27FC236}">
                <a16:creationId xmlns:a16="http://schemas.microsoft.com/office/drawing/2014/main" id="{59E56337-821D-4518-BFC2-4D0ACFA8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962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329" name="SE-055-path-329">
            <a:extLst xmlns:a="http://schemas.openxmlformats.org/drawingml/2006/main">
              <a:ext uri="{FF2B5EF4-FFF2-40B4-BE49-F238E27FC236}">
                <a16:creationId xmlns:a16="http://schemas.microsoft.com/office/drawing/2014/main" id="{D6BA4023-46D5-47A8-A2C4-F1C51D40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7682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30" name="SE-055-330">
            <a:extLst xmlns:a="http://schemas.openxmlformats.org/drawingml/2006/main">
              <a:ext uri="{FF2B5EF4-FFF2-40B4-BE49-F238E27FC236}">
                <a16:creationId xmlns:a16="http://schemas.microsoft.com/office/drawing/2014/main" id="{365382A2-1A5B-4002-8D1B-D6F32C12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943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331" name="SE-055-331">
            <a:extLst xmlns:a="http://schemas.openxmlformats.org/drawingml/2006/main">
              <a:ext uri="{FF2B5EF4-FFF2-40B4-BE49-F238E27FC236}">
                <a16:creationId xmlns:a16="http://schemas.microsoft.com/office/drawing/2014/main" id="{4D3CC9A3-8072-4C7B-8D56-A0642F4A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8201025"/>
            <a:ext cx="2724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Normalized Progress</a:t>
            </a:r>
          </a:p>
        </p:txBody>
      </p:sp>
      <p:sp>
        <p:nvSpPr>
          <p:cNvPr id="332" name="SE-055-label-332">
            <a:extLst xmlns:a="http://schemas.openxmlformats.org/drawingml/2006/main">
              <a:ext uri="{FF2B5EF4-FFF2-40B4-BE49-F238E27FC236}">
                <a16:creationId xmlns:a16="http://schemas.microsoft.com/office/drawing/2014/main" id="{6713BD92-E023-43B4-9BF3-2F52416F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923925" y="6343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Relative Frequency</a:t>
            </a:r>
          </a:p>
        </p:txBody>
      </p:sp>
      <p:sp>
        <p:nvSpPr>
          <p:cNvPr id="333" name="SE-055-333">
            <a:extLst xmlns:a="http://schemas.openxmlformats.org/drawingml/2006/main">
              <a:ext uri="{FF2B5EF4-FFF2-40B4-BE49-F238E27FC236}">
                <a16:creationId xmlns:a16="http://schemas.microsoft.com/office/drawing/2014/main" id="{ADEF40D7-C2E3-4F4A-8E83-1D6F2DC0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24425"/>
            <a:ext cx="5800725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34" name="SE-055-path-334">
            <a:extLst xmlns:a="http://schemas.openxmlformats.org/drawingml/2006/main">
              <a:ext uri="{FF2B5EF4-FFF2-40B4-BE49-F238E27FC236}">
                <a16:creationId xmlns:a16="http://schemas.microsoft.com/office/drawing/2014/main" id="{D1A34DA7-16CF-45E9-8F39-BE026B66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9152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35" name="SE-055-335">
            <a:extLst xmlns:a="http://schemas.openxmlformats.org/drawingml/2006/main">
              <a:ext uri="{FF2B5EF4-FFF2-40B4-BE49-F238E27FC236}">
                <a16:creationId xmlns:a16="http://schemas.microsoft.com/office/drawing/2014/main" id="{06B8FF3D-5355-43C1-9060-3AD7B5AD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7962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36" name="SE-055-path-336">
            <a:extLst xmlns:a="http://schemas.openxmlformats.org/drawingml/2006/main">
              <a:ext uri="{FF2B5EF4-FFF2-40B4-BE49-F238E27FC236}">
                <a16:creationId xmlns:a16="http://schemas.microsoft.com/office/drawing/2014/main" id="{30AFA6CB-DF4F-4BEB-9A90-DB4C13EE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791527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37" name="SE-055-337">
            <a:extLst xmlns:a="http://schemas.openxmlformats.org/drawingml/2006/main">
              <a:ext uri="{FF2B5EF4-FFF2-40B4-BE49-F238E27FC236}">
                <a16:creationId xmlns:a16="http://schemas.microsoft.com/office/drawing/2014/main" id="{97EA8D6B-7031-4DE5-80D4-CD03D5AF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7781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38" name="SE-055-path-338">
            <a:extLst xmlns:a="http://schemas.openxmlformats.org/drawingml/2006/main">
              <a:ext uri="{FF2B5EF4-FFF2-40B4-BE49-F238E27FC236}">
                <a16:creationId xmlns:a16="http://schemas.microsoft.com/office/drawing/2014/main" id="{E3DD58E7-0D39-4563-B869-D3887C6D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9152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39" name="SE-055-339">
            <a:extLst xmlns:a="http://schemas.openxmlformats.org/drawingml/2006/main">
              <a:ext uri="{FF2B5EF4-FFF2-40B4-BE49-F238E27FC236}">
                <a16:creationId xmlns:a16="http://schemas.microsoft.com/office/drawing/2014/main" id="{70F1FB6A-850F-4103-B3BE-6DA6AF78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7962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340" name="SE-055-path-340">
            <a:extLst xmlns:a="http://schemas.openxmlformats.org/drawingml/2006/main">
              <a:ext uri="{FF2B5EF4-FFF2-40B4-BE49-F238E27FC236}">
                <a16:creationId xmlns:a16="http://schemas.microsoft.com/office/drawing/2014/main" id="{A29DB545-48B4-4458-913B-D3C0F9B3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734758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41" name="SE-055-341">
            <a:extLst xmlns:a="http://schemas.openxmlformats.org/drawingml/2006/main">
              <a:ext uri="{FF2B5EF4-FFF2-40B4-BE49-F238E27FC236}">
                <a16:creationId xmlns:a16="http://schemas.microsoft.com/office/drawing/2014/main" id="{BD3CA9C7-3305-4F1F-9EA4-A4F806FA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721423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342" name="SE-055-path-342">
            <a:extLst xmlns:a="http://schemas.openxmlformats.org/drawingml/2006/main">
              <a:ext uri="{FF2B5EF4-FFF2-40B4-BE49-F238E27FC236}">
                <a16:creationId xmlns:a16="http://schemas.microsoft.com/office/drawing/2014/main" id="{BDD9B01B-6925-4713-A4FA-BE307F8A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9152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43" name="SE-055-343">
            <a:extLst xmlns:a="http://schemas.openxmlformats.org/drawingml/2006/main">
              <a:ext uri="{FF2B5EF4-FFF2-40B4-BE49-F238E27FC236}">
                <a16:creationId xmlns:a16="http://schemas.microsoft.com/office/drawing/2014/main" id="{C10BEE0D-0976-430D-8529-7EBC7509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7962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344" name="SE-055-path-344">
            <a:extLst xmlns:a="http://schemas.openxmlformats.org/drawingml/2006/main">
              <a:ext uri="{FF2B5EF4-FFF2-40B4-BE49-F238E27FC236}">
                <a16:creationId xmlns:a16="http://schemas.microsoft.com/office/drawing/2014/main" id="{0F9381EC-B837-490A-8B6C-C93BB4EC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677989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45" name="SE-055-345">
            <a:extLst xmlns:a="http://schemas.openxmlformats.org/drawingml/2006/main">
              <a:ext uri="{FF2B5EF4-FFF2-40B4-BE49-F238E27FC236}">
                <a16:creationId xmlns:a16="http://schemas.microsoft.com/office/drawing/2014/main" id="{39CD1C9D-AEA5-4F3A-9C75-00A5DABF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664654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346" name="SE-055-path-346">
            <a:extLst xmlns:a="http://schemas.openxmlformats.org/drawingml/2006/main">
              <a:ext uri="{FF2B5EF4-FFF2-40B4-BE49-F238E27FC236}">
                <a16:creationId xmlns:a16="http://schemas.microsoft.com/office/drawing/2014/main" id="{64496989-F9C0-42FF-8EB8-27DD369F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79152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47" name="SE-055-347">
            <a:extLst xmlns:a="http://schemas.openxmlformats.org/drawingml/2006/main">
              <a:ext uri="{FF2B5EF4-FFF2-40B4-BE49-F238E27FC236}">
                <a16:creationId xmlns:a16="http://schemas.microsoft.com/office/drawing/2014/main" id="{09603FF3-A184-4DD4-BCFC-66425074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7962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348" name="SE-055-path-348">
            <a:extLst xmlns:a="http://schemas.openxmlformats.org/drawingml/2006/main">
              <a:ext uri="{FF2B5EF4-FFF2-40B4-BE49-F238E27FC236}">
                <a16:creationId xmlns:a16="http://schemas.microsoft.com/office/drawing/2014/main" id="{2D8B2886-0EC0-45FC-9888-B59CE166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621220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49" name="SE-055-349">
            <a:extLst xmlns:a="http://schemas.openxmlformats.org/drawingml/2006/main">
              <a:ext uri="{FF2B5EF4-FFF2-40B4-BE49-F238E27FC236}">
                <a16:creationId xmlns:a16="http://schemas.microsoft.com/office/drawing/2014/main" id="{2E867FC4-5383-4E01-8CD2-4B2E4F93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607885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350" name="SE-055-path-350">
            <a:extLst xmlns:a="http://schemas.openxmlformats.org/drawingml/2006/main">
              <a:ext uri="{FF2B5EF4-FFF2-40B4-BE49-F238E27FC236}">
                <a16:creationId xmlns:a16="http://schemas.microsoft.com/office/drawing/2014/main" id="{E0F138BE-66A0-4945-A2D8-734EB1AA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79152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51" name="SE-055-351">
            <a:extLst xmlns:a="http://schemas.openxmlformats.org/drawingml/2006/main">
              <a:ext uri="{FF2B5EF4-FFF2-40B4-BE49-F238E27FC236}">
                <a16:creationId xmlns:a16="http://schemas.microsoft.com/office/drawing/2014/main" id="{AFE8D735-2F60-48C7-B033-AF36F7ED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7962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352" name="SE-055-path-352">
            <a:extLst xmlns:a="http://schemas.openxmlformats.org/drawingml/2006/main">
              <a:ext uri="{FF2B5EF4-FFF2-40B4-BE49-F238E27FC236}">
                <a16:creationId xmlns:a16="http://schemas.microsoft.com/office/drawing/2014/main" id="{FF34B7C2-6E2F-47B4-9366-F6087847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64451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53" name="SE-055-353">
            <a:extLst xmlns:a="http://schemas.openxmlformats.org/drawingml/2006/main">
              <a:ext uri="{FF2B5EF4-FFF2-40B4-BE49-F238E27FC236}">
                <a16:creationId xmlns:a16="http://schemas.microsoft.com/office/drawing/2014/main" id="{6EB37B09-070A-49A4-A2FD-7183378A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51116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354" name="SE-055-path-354">
            <a:extLst xmlns:a="http://schemas.openxmlformats.org/drawingml/2006/main">
              <a:ext uri="{FF2B5EF4-FFF2-40B4-BE49-F238E27FC236}">
                <a16:creationId xmlns:a16="http://schemas.microsoft.com/office/drawing/2014/main" id="{13C8EF5E-E7D5-4EFF-B4A1-11E550EC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9152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55" name="SE-055-355">
            <a:extLst xmlns:a="http://schemas.openxmlformats.org/drawingml/2006/main">
              <a:ext uri="{FF2B5EF4-FFF2-40B4-BE49-F238E27FC236}">
                <a16:creationId xmlns:a16="http://schemas.microsoft.com/office/drawing/2014/main" id="{ED086E6F-9C1B-4604-AC18-E0F39DBF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7962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356" name="SE-055-path-356">
            <a:extLst xmlns:a="http://schemas.openxmlformats.org/drawingml/2006/main">
              <a:ext uri="{FF2B5EF4-FFF2-40B4-BE49-F238E27FC236}">
                <a16:creationId xmlns:a16="http://schemas.microsoft.com/office/drawing/2014/main" id="{0030816B-F417-4D48-95B3-28C62D7D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7682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57" name="SE-055-357">
            <a:extLst xmlns:a="http://schemas.openxmlformats.org/drawingml/2006/main">
              <a:ext uri="{FF2B5EF4-FFF2-40B4-BE49-F238E27FC236}">
                <a16:creationId xmlns:a16="http://schemas.microsoft.com/office/drawing/2014/main" id="{3DA58FAA-7C5C-4776-A4DE-BB5BFCE6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943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358" name="SE-055-358">
            <a:extLst xmlns:a="http://schemas.openxmlformats.org/drawingml/2006/main">
              <a:ext uri="{FF2B5EF4-FFF2-40B4-BE49-F238E27FC236}">
                <a16:creationId xmlns:a16="http://schemas.microsoft.com/office/drawing/2014/main" id="{D9875820-11DB-4D7C-8774-9E9771C4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201025"/>
            <a:ext cx="2724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Normalized Progress</a:t>
            </a:r>
          </a:p>
        </p:txBody>
      </p:sp>
      <p:sp>
        <p:nvSpPr>
          <p:cNvPr id="359" name="SE-055-label-359">
            <a:extLst xmlns:a="http://schemas.openxmlformats.org/drawingml/2006/main">
              <a:ext uri="{FF2B5EF4-FFF2-40B4-BE49-F238E27FC236}">
                <a16:creationId xmlns:a16="http://schemas.microsoft.com/office/drawing/2014/main" id="{CC295C7A-BEEB-4235-A620-F6701F35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400800" y="6343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Relative Frequency</a:t>
            </a:r>
          </a:p>
        </p:txBody>
      </p:sp>
      <p:sp>
        <p:nvSpPr>
          <p:cNvPr id="360" name="SE-055-360">
            <a:extLst xmlns:a="http://schemas.openxmlformats.org/drawingml/2006/main">
              <a:ext uri="{FF2B5EF4-FFF2-40B4-BE49-F238E27FC236}">
                <a16:creationId xmlns:a16="http://schemas.microsoft.com/office/drawing/2014/main" id="{3BA0D14B-31EB-4D8D-8086-A6734EA2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85800"/>
            <a:ext cx="126682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377C2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61" name="SE-055-361">
            <a:extLst xmlns:a="http://schemas.openxmlformats.org/drawingml/2006/main">
              <a:ext uri="{FF2B5EF4-FFF2-40B4-BE49-F238E27FC236}">
                <a16:creationId xmlns:a16="http://schemas.microsoft.com/office/drawing/2014/main" id="{EB21DE6D-ECB4-44FB-A301-89A6A997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704850"/>
            <a:ext cx="1171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(8%)</a:t>
            </a:r>
          </a:p>
        </p:txBody>
      </p:sp>
      <p:sp>
        <p:nvSpPr>
          <p:cNvPr id="362" name="SE-055-362">
            <a:extLst xmlns:a="http://schemas.openxmlformats.org/drawingml/2006/main">
              <a:ext uri="{FF2B5EF4-FFF2-40B4-BE49-F238E27FC236}">
                <a16:creationId xmlns:a16="http://schemas.microsoft.com/office/drawing/2014/main" id="{FE2B15D6-6FA8-4A70-9FA3-A71379E0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047750"/>
            <a:ext cx="12001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62728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63" name="SE-055-363">
            <a:extLst xmlns:a="http://schemas.openxmlformats.org/drawingml/2006/main">
              <a:ext uri="{FF2B5EF4-FFF2-40B4-BE49-F238E27FC236}">
                <a16:creationId xmlns:a16="http://schemas.microsoft.com/office/drawing/2014/main" id="{CF183ED1-2FF8-4487-A074-D747E080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66800"/>
            <a:ext cx="1104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Locate (6%)</a:t>
            </a:r>
          </a:p>
        </p:txBody>
      </p:sp>
      <p:sp>
        <p:nvSpPr>
          <p:cNvPr id="364" name="SE-055-364">
            <a:extLst xmlns:a="http://schemas.openxmlformats.org/drawingml/2006/main">
              <a:ext uri="{FF2B5EF4-FFF2-40B4-BE49-F238E27FC236}">
                <a16:creationId xmlns:a16="http://schemas.microsoft.com/office/drawing/2014/main" id="{4999440B-3357-41FA-9F2C-18532950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52550"/>
            <a:ext cx="1438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7F0E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65" name="SE-055-365">
            <a:extLst xmlns:a="http://schemas.openxmlformats.org/drawingml/2006/main">
              <a:ext uri="{FF2B5EF4-FFF2-40B4-BE49-F238E27FC236}">
                <a16:creationId xmlns:a16="http://schemas.microsoft.com/office/drawing/2014/main" id="{AC2D56AE-BDB5-42C7-9FD5-FD1D31D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371600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Explore (17%)</a:t>
            </a:r>
          </a:p>
        </p:txBody>
      </p:sp>
      <p:sp>
        <p:nvSpPr>
          <p:cNvPr id="366" name="SE-055-366">
            <a:extLst xmlns:a="http://schemas.openxmlformats.org/drawingml/2006/main">
              <a:ext uri="{FF2B5EF4-FFF2-40B4-BE49-F238E27FC236}">
                <a16:creationId xmlns:a16="http://schemas.microsoft.com/office/drawing/2014/main" id="{B3CC5C73-7271-49D3-A067-CD60C46C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76525"/>
            <a:ext cx="13620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F77B4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67" name="SE-055-367">
            <a:extLst xmlns:a="http://schemas.openxmlformats.org/drawingml/2006/main">
              <a:ext uri="{FF2B5EF4-FFF2-40B4-BE49-F238E27FC236}">
                <a16:creationId xmlns:a16="http://schemas.microsoft.com/office/drawing/2014/main" id="{D579F06B-1F32-4477-99BC-CA7251DF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695575"/>
            <a:ext cx="1266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(7%)</a:t>
            </a:r>
          </a:p>
        </p:txBody>
      </p:sp>
      <p:sp>
        <p:nvSpPr>
          <p:cNvPr id="368" name="SE-055-368">
            <a:extLst xmlns:a="http://schemas.openxmlformats.org/drawingml/2006/main">
              <a:ext uri="{FF2B5EF4-FFF2-40B4-BE49-F238E27FC236}">
                <a16:creationId xmlns:a16="http://schemas.microsoft.com/office/drawing/2014/main" id="{7286A24C-C12B-4469-B31B-2BFB0834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924050"/>
            <a:ext cx="19716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CA02C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69" name="SE-055-369">
            <a:extLst xmlns:a="http://schemas.openxmlformats.org/drawingml/2006/main">
              <a:ext uri="{FF2B5EF4-FFF2-40B4-BE49-F238E27FC236}">
                <a16:creationId xmlns:a16="http://schemas.microsoft.com/office/drawing/2014/main" id="{FA544B63-27BA-4EBA-8F39-2D0428C1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1943100"/>
            <a:ext cx="1876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Fix (31%)</a:t>
            </a:r>
          </a:p>
        </p:txBody>
      </p:sp>
      <p:sp>
        <p:nvSpPr>
          <p:cNvPr id="370" name="SE-055-370">
            <a:extLst xmlns:a="http://schemas.openxmlformats.org/drawingml/2006/main">
              <a:ext uri="{FF2B5EF4-FFF2-40B4-BE49-F238E27FC236}">
                <a16:creationId xmlns:a16="http://schemas.microsoft.com/office/drawing/2014/main" id="{13D5EBDA-7AF3-46E1-BCD6-9195039A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942975"/>
            <a:ext cx="167640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7BECF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71" name="SE-055-371">
            <a:extLst xmlns:a="http://schemas.openxmlformats.org/drawingml/2006/main">
              <a:ext uri="{FF2B5EF4-FFF2-40B4-BE49-F238E27FC236}">
                <a16:creationId xmlns:a16="http://schemas.microsoft.com/office/drawing/2014/main" id="{6A097CA6-9DC7-4800-82A9-99F36980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96202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tests (31%)</a:t>
            </a:r>
          </a:p>
        </p:txBody>
      </p:sp>
      <p:sp>
        <p:nvSpPr>
          <p:cNvPr id="372" name="SE-055-372">
            <a:extLst xmlns:a="http://schemas.openxmlformats.org/drawingml/2006/main">
              <a:ext uri="{FF2B5EF4-FFF2-40B4-BE49-F238E27FC236}">
                <a16:creationId xmlns:a16="http://schemas.microsoft.com/office/drawing/2014/main" id="{394DCA79-A9AE-4A70-9563-BD5C672C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762625"/>
            <a:ext cx="167640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8C564B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73" name="SE-055-373">
            <a:extLst xmlns:a="http://schemas.openxmlformats.org/drawingml/2006/main">
              <a:ext uri="{FF2B5EF4-FFF2-40B4-BE49-F238E27FC236}">
                <a16:creationId xmlns:a16="http://schemas.microsoft.com/office/drawing/2014/main" id="{AD67EB8B-EDB8-4546-B9B1-8812B698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78167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Reproduce (7%)</a:t>
            </a:r>
          </a:p>
        </p:txBody>
      </p:sp>
      <p:sp>
        <p:nvSpPr>
          <p:cNvPr id="374" name="SE-055-374">
            <a:extLst xmlns:a="http://schemas.openxmlformats.org/drawingml/2006/main">
              <a:ext uri="{FF2B5EF4-FFF2-40B4-BE49-F238E27FC236}">
                <a16:creationId xmlns:a16="http://schemas.microsoft.com/office/drawing/2014/main" id="{C662AF99-A796-472E-860A-245C15C9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38850"/>
            <a:ext cx="1438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377C2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75" name="SE-055-375">
            <a:extLst xmlns:a="http://schemas.openxmlformats.org/drawingml/2006/main">
              <a:ext uri="{FF2B5EF4-FFF2-40B4-BE49-F238E27FC236}">
                <a16:creationId xmlns:a16="http://schemas.microsoft.com/office/drawing/2014/main" id="{CC46B093-872E-444C-93F2-3055F077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(13%)</a:t>
            </a:r>
          </a:p>
        </p:txBody>
      </p:sp>
      <p:sp>
        <p:nvSpPr>
          <p:cNvPr id="376" name="SE-055-376">
            <a:extLst xmlns:a="http://schemas.openxmlformats.org/drawingml/2006/main">
              <a:ext uri="{FF2B5EF4-FFF2-40B4-BE49-F238E27FC236}">
                <a16:creationId xmlns:a16="http://schemas.microsoft.com/office/drawing/2014/main" id="{CEC707A7-8CA0-4756-889C-417FAD8C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324600"/>
            <a:ext cx="129540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62728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77" name="SE-055-377">
            <a:extLst xmlns:a="http://schemas.openxmlformats.org/drawingml/2006/main">
              <a:ext uri="{FF2B5EF4-FFF2-40B4-BE49-F238E27FC236}">
                <a16:creationId xmlns:a16="http://schemas.microsoft.com/office/drawing/2014/main" id="{856D609C-8E84-4B7F-96F6-9984F190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3436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Locate (2%)</a:t>
            </a:r>
          </a:p>
        </p:txBody>
      </p:sp>
      <p:sp>
        <p:nvSpPr>
          <p:cNvPr id="378" name="SE-055-378">
            <a:extLst xmlns:a="http://schemas.openxmlformats.org/drawingml/2006/main">
              <a:ext uri="{FF2B5EF4-FFF2-40B4-BE49-F238E27FC236}">
                <a16:creationId xmlns:a16="http://schemas.microsoft.com/office/drawing/2014/main" id="{30BACA86-DC1F-49E2-B067-4335CC17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924675"/>
            <a:ext cx="148590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7F0E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79" name="SE-055-379">
            <a:extLst xmlns:a="http://schemas.openxmlformats.org/drawingml/2006/main">
              <a:ext uri="{FF2B5EF4-FFF2-40B4-BE49-F238E27FC236}">
                <a16:creationId xmlns:a16="http://schemas.microsoft.com/office/drawing/2014/main" id="{EEDEF63F-2CE8-4161-BE78-E5DF8DBE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943725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Explore (23%)</a:t>
            </a:r>
          </a:p>
        </p:txBody>
      </p:sp>
      <p:sp>
        <p:nvSpPr>
          <p:cNvPr id="380" name="SE-055-380">
            <a:extLst xmlns:a="http://schemas.openxmlformats.org/drawingml/2006/main">
              <a:ext uri="{FF2B5EF4-FFF2-40B4-BE49-F238E27FC236}">
                <a16:creationId xmlns:a16="http://schemas.microsoft.com/office/drawing/2014/main" id="{8AC0C01A-9C2D-44F7-832C-1065C84C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315200"/>
            <a:ext cx="198120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CA02C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81" name="SE-055-381">
            <a:extLst xmlns:a="http://schemas.openxmlformats.org/drawingml/2006/main">
              <a:ext uri="{FF2B5EF4-FFF2-40B4-BE49-F238E27FC236}">
                <a16:creationId xmlns:a16="http://schemas.microsoft.com/office/drawing/2014/main" id="{48CB2332-1ED1-4784-942D-FE67BF72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3342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Fix (20%)</a:t>
            </a:r>
          </a:p>
        </p:txBody>
      </p:sp>
      <p:sp>
        <p:nvSpPr>
          <p:cNvPr id="382" name="SE-055-382">
            <a:extLst xmlns:a="http://schemas.openxmlformats.org/drawingml/2006/main">
              <a:ext uri="{FF2B5EF4-FFF2-40B4-BE49-F238E27FC236}">
                <a16:creationId xmlns:a16="http://schemas.microsoft.com/office/drawing/2014/main" id="{A404D20B-244B-42C4-B1AA-425802A9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05475"/>
            <a:ext cx="168592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7BECF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83" name="SE-055-383">
            <a:extLst xmlns:a="http://schemas.openxmlformats.org/drawingml/2006/main">
              <a:ext uri="{FF2B5EF4-FFF2-40B4-BE49-F238E27FC236}">
                <a16:creationId xmlns:a16="http://schemas.microsoft.com/office/drawing/2014/main" id="{75E7CDBE-9E10-4290-91EF-6E398B14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724525"/>
            <a:ext cx="1590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tests (33%)</a:t>
            </a:r>
          </a:p>
        </p:txBody>
      </p:sp>
      <p:sp>
        <p:nvSpPr>
          <p:cNvPr id="384" name="SE-055-384">
            <a:extLst xmlns:a="http://schemas.openxmlformats.org/drawingml/2006/main">
              <a:ext uri="{FF2B5EF4-FFF2-40B4-BE49-F238E27FC236}">
                <a16:creationId xmlns:a16="http://schemas.microsoft.com/office/drawing/2014/main" id="{4E30D2E9-A31F-4BEC-A0A9-7455A5D8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067425"/>
            <a:ext cx="160972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377C2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85" name="SE-055-385">
            <a:extLst xmlns:a="http://schemas.openxmlformats.org/drawingml/2006/main">
              <a:ext uri="{FF2B5EF4-FFF2-40B4-BE49-F238E27FC236}">
                <a16:creationId xmlns:a16="http://schemas.microsoft.com/office/drawing/2014/main" id="{835B8082-9627-4C92-AEC8-8A0A5590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08647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(21%)</a:t>
            </a:r>
          </a:p>
        </p:txBody>
      </p:sp>
      <p:sp>
        <p:nvSpPr>
          <p:cNvPr id="386" name="SE-055-386">
            <a:extLst xmlns:a="http://schemas.openxmlformats.org/drawingml/2006/main">
              <a:ext uri="{FF2B5EF4-FFF2-40B4-BE49-F238E27FC236}">
                <a16:creationId xmlns:a16="http://schemas.microsoft.com/office/drawing/2014/main" id="{7A13F5ED-C17F-48E2-BA95-9B4A18B3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534150"/>
            <a:ext cx="95250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F77B4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87" name="SE-055-387">
            <a:extLst xmlns:a="http://schemas.openxmlformats.org/drawingml/2006/main">
              <a:ext uri="{FF2B5EF4-FFF2-40B4-BE49-F238E27FC236}">
                <a16:creationId xmlns:a16="http://schemas.microsoft.com/office/drawing/2014/main" id="{B135B234-F4C4-48DB-B466-FA83C8BF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55320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388" name="SE-055-388">
            <a:extLst xmlns:a="http://schemas.openxmlformats.org/drawingml/2006/main">
              <a:ext uri="{FF2B5EF4-FFF2-40B4-BE49-F238E27FC236}">
                <a16:creationId xmlns:a16="http://schemas.microsoft.com/office/drawing/2014/main" id="{5641AF15-4BF7-452C-8D77-B2E98242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076950"/>
            <a:ext cx="1438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62728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89" name="SE-055-389">
            <a:extLst xmlns:a="http://schemas.openxmlformats.org/drawingml/2006/main">
              <a:ext uri="{FF2B5EF4-FFF2-40B4-BE49-F238E27FC236}">
                <a16:creationId xmlns:a16="http://schemas.microsoft.com/office/drawing/2014/main" id="{5E69BE52-D60E-48BB-965D-3886B9E4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096000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Locate (21%)</a:t>
            </a:r>
          </a:p>
        </p:txBody>
      </p:sp>
      <p:sp>
        <p:nvSpPr>
          <p:cNvPr id="390" name="SE-055-390">
            <a:extLst xmlns:a="http://schemas.openxmlformats.org/drawingml/2006/main">
              <a:ext uri="{FF2B5EF4-FFF2-40B4-BE49-F238E27FC236}">
                <a16:creationId xmlns:a16="http://schemas.microsoft.com/office/drawing/2014/main" id="{F07DF843-28EE-42D9-BF3E-FE0E56E9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457950"/>
            <a:ext cx="15430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7F0E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91" name="SE-055-391">
            <a:extLst xmlns:a="http://schemas.openxmlformats.org/drawingml/2006/main">
              <a:ext uri="{FF2B5EF4-FFF2-40B4-BE49-F238E27FC236}">
                <a16:creationId xmlns:a16="http://schemas.microsoft.com/office/drawing/2014/main" id="{93A796AF-1C86-4239-AC0F-1A26CA3E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477000"/>
            <a:ext cx="144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Explore (16%)</a:t>
            </a:r>
          </a:p>
        </p:txBody>
      </p:sp>
      <p:sp>
        <p:nvSpPr>
          <p:cNvPr id="392" name="SE-055-392">
            <a:extLst xmlns:a="http://schemas.openxmlformats.org/drawingml/2006/main">
              <a:ext uri="{FF2B5EF4-FFF2-40B4-BE49-F238E27FC236}">
                <a16:creationId xmlns:a16="http://schemas.microsoft.com/office/drawing/2014/main" id="{DAD11457-9868-42A9-911F-5561F0B6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6238875"/>
            <a:ext cx="20002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CA02C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93" name="SE-055-393">
            <a:extLst xmlns:a="http://schemas.openxmlformats.org/drawingml/2006/main">
              <a:ext uri="{FF2B5EF4-FFF2-40B4-BE49-F238E27FC236}">
                <a16:creationId xmlns:a16="http://schemas.microsoft.com/office/drawing/2014/main" id="{9D051FFB-6F77-4994-B59E-928FB2CE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62579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Fix (16%)</a:t>
            </a:r>
          </a:p>
        </p:txBody>
      </p:sp>
      <p:sp>
        <p:nvSpPr>
          <p:cNvPr id="394" name="SE-055-394">
            <a:extLst xmlns:a="http://schemas.openxmlformats.org/drawingml/2006/main">
              <a:ext uri="{FF2B5EF4-FFF2-40B4-BE49-F238E27FC236}">
                <a16:creationId xmlns:a16="http://schemas.microsoft.com/office/drawing/2014/main" id="{785DB327-241B-4EC7-839F-182127F3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909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(b) RepairAgent</a:t>
            </a:r>
          </a:p>
        </p:txBody>
      </p:sp>
      <p:sp>
        <p:nvSpPr>
          <p:cNvPr id="395" name="SE-055-395">
            <a:extLst xmlns:a="http://schemas.openxmlformats.org/drawingml/2006/main">
              <a:ext uri="{FF2B5EF4-FFF2-40B4-BE49-F238E27FC236}">
                <a16:creationId xmlns:a16="http://schemas.microsoft.com/office/drawing/2014/main" id="{84BFF232-BC3E-4315-B04B-B8714BF8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85915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(c) OpenHands</a:t>
            </a:r>
          </a:p>
        </p:txBody>
      </p:sp>
      <p:sp>
        <p:nvSpPr>
          <p:cNvPr id="396" name="SE-055-396">
            <a:extLst xmlns:a="http://schemas.openxmlformats.org/drawingml/2006/main">
              <a:ext uri="{FF2B5EF4-FFF2-40B4-BE49-F238E27FC236}">
                <a16:creationId xmlns:a16="http://schemas.microsoft.com/office/drawing/2014/main" id="{F9C44338-F7DC-4E6D-A457-E2B7D999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8591550"/>
            <a:ext cx="3267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(d) AutoCodeRover</a:t>
            </a:r>
          </a:p>
        </p:txBody>
      </p:sp>
    </p:spTree>
    <p:extLst>
      <p:ext uri="{BB962C8B-B14F-4D97-AF65-F5344CB8AC3E}">
        <p14:creationId xmlns:p14="http://schemas.microsoft.com/office/powerpoint/2010/main" val="1598698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2026-09-05T16:24:30.2920000Z</dcterms:created>
  <dcterms:modified xsi:type="dcterms:W3CDTF">2026-09-05T16:24:30.2920000Z</dcterms:modified>
</coreProperties>
</file>