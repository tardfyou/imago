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80925f52c24de1" /><Relationship Type="http://schemas.openxmlformats.org/officeDocument/2006/relationships/extended-properties" Target="/docProps/app.xml" Id="R197a95a4c14d45fd" /><Relationship Type="http://schemas.openxmlformats.org/officeDocument/2006/relationships/officeDocument" Target="/ppt/presentation.xml" Id="R396307df2b0e43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6edff7c0cd4e5f"/>
  </p:sldMasterIdLst>
  <p:notesMasterIdLst>
    <p:notesMasterId xmlns:r="http://schemas.openxmlformats.org/officeDocument/2006/relationships" r:id="R1524e564121946c0"/>
  </p:notesMasterIdLst>
  <p:sldIdLst>
    <p:sldId xmlns:r="http://schemas.openxmlformats.org/officeDocument/2006/relationships" id="256" r:id="R3f59d4d32c8f4328"/>
  </p:sldIdLst>
  <p:sldSz cx="14573250" cy="65436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75cb7fdad948bf" /><Relationship Type="http://schemas.openxmlformats.org/officeDocument/2006/relationships/slideMaster" Target="/ppt/slideMasters/slideMaster1.xml" Id="R506edff7c0cd4e5f" /><Relationship Type="http://schemas.openxmlformats.org/officeDocument/2006/relationships/notesMaster" Target="/ppt/notesMasters/notesMaster1.xml" Id="R1524e564121946c0" /><Relationship Type="http://schemas.openxmlformats.org/officeDocument/2006/relationships/presProps" Target="/ppt/presProps.xml" Id="Rf0c3d750454f4d91" /><Relationship Type="http://schemas.openxmlformats.org/officeDocument/2006/relationships/tableStyles" Target="/ppt/tableStyles.xml" Id="R1fbf5d892355426b" /><Relationship Type="http://schemas.openxmlformats.org/officeDocument/2006/relationships/slide" Target="/ppt/slides/slide1.xml" Id="R3f59d4d32c8f43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415925f0ee45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b670409eb74676" /><Relationship Type="http://schemas.openxmlformats.org/officeDocument/2006/relationships/notesMaster" Target="/ppt/notesMasters/notesMaster1.xml" Id="Raec5839f54f7496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素材ID：SE-089</ns1:t>
            </ns1:r>
          </ns1:p>
          <ns1:p>
            <ns1:r>
              <ns1:t>论文：Can SAT Solvers Keep Up With the Linux Kernel’s Feature Model?</ns1:t>
            </ns1:r>
          </ns1:p>
          <ns1:p>
            <ns1:r>
              <ns1:t>会议：ICSE 2026</ns1:t>
            </ns1:r>
          </ns1:p>
          <ns1:p>
            <ns1:r>
              <ns1:t>奖项：ACM SIGSOFT Distinguished Paper Award</ns1:t>
            </ns1:r>
          </ns1:p>
          <ns1:p>
            <ns1:r>
              <ns1:t>图号：Figure 4，PDF第9页</ns1:t>
            </ns1:r>
          </ns1:p>
          <ns1:p>
            <ns1:r>
              <ns1:t>类型：实验图表</ns1:t>
            </ns1:r>
          </ns1:p>
          <ns1:p>
            <ns1:r>
              <ns1:t>借鉴点：左四图固定求解器追踪问题版本，右四图固定问题追踪求解器年份；行列映射转换器与提取器，年代用连续颜色组编码。</ns1:t>
            </ns1:r>
          </ns1:p>
          <ns1:p>
            <ns1:r>
              <ns1:t>论文URL：https://raw.githubusercontent.com/SoftVarE-Group/Papers/main/2026/2026-ICSE-Kuiter.pdf</ns1:t>
            </ns1:r>
          </ns1:p>
          <ns1:p>
            <ns1:r>
              <ns1:t>官方获奖URL：https://conf.researchr.org/info/icse-2026/awards#acm-sigsoft-distinguished-paper-awards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3a0b4510684e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3f83bd770f40ff" /><Relationship Type="http://schemas.openxmlformats.org/officeDocument/2006/relationships/slideLayout" Target="/ppt/slideLayouts/slideLayout1.xml" Id="R64d4cad876f449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d4cad876f449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9188a726244c9" /><Relationship Type="http://schemas.openxmlformats.org/officeDocument/2006/relationships/notesSlide" Target="/ppt/notesSlides/notesSlide1.xml" Id="Radcc864ee43b4a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DECF27-F122-4DCE-A51D-D7BA78D7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03" y="48229"/>
            <a:ext cx="7351238" cy="5367851"/>
          </a:xfrm>
          <a:custGeom xmlns:a="http://schemas.openxmlformats.org/drawingml/2006/main">
            <a:pathLst>
              <a:path w="7351238" h="5367851">
                <a:moveTo>
                  <a:pt x="0" y="5367851"/>
                </a:moveTo>
                <a:lnTo>
                  <a:pt x="7351238" y="5367851"/>
                </a:lnTo>
                <a:lnTo>
                  <a:pt x="7351238" y="0"/>
                </a:lnTo>
                <a:lnTo>
                  <a:pt x="0" y="0"/>
                </a:lnTo>
                <a:lnTo>
                  <a:pt x="0" y="536785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8B269A-13CC-40BD-AD6A-EF0EB120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49" y="2631517"/>
            <a:ext cx="3230695" cy="2119811"/>
          </a:xfrm>
          <a:custGeom xmlns:a="http://schemas.openxmlformats.org/drawingml/2006/main">
            <a:pathLst>
              <a:path w="3230695" h="2119811">
                <a:moveTo>
                  <a:pt x="0" y="0"/>
                </a:moveTo>
                <a:lnTo>
                  <a:pt x="3230695" y="0"/>
                </a:lnTo>
                <a:lnTo>
                  <a:pt x="3230695" y="2119811"/>
                </a:lnTo>
                <a:lnTo>
                  <a:pt x="0" y="21198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28DC3-BECC-4837-AA56-4621E7D5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256" y="2631517"/>
            <a:ext cx="3230695" cy="2119811"/>
          </a:xfrm>
          <a:custGeom xmlns:a="http://schemas.openxmlformats.org/drawingml/2006/main">
            <a:pathLst>
              <a:path w="3230695" h="2119811">
                <a:moveTo>
                  <a:pt x="0" y="0"/>
                </a:moveTo>
                <a:lnTo>
                  <a:pt x="3230695" y="0"/>
                </a:lnTo>
                <a:lnTo>
                  <a:pt x="3230695" y="2119811"/>
                </a:lnTo>
                <a:lnTo>
                  <a:pt x="0" y="21198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E74FC1-6130-4FC7-BBC6-3FF6D1B2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49" y="380584"/>
            <a:ext cx="3230695" cy="2119811"/>
          </a:xfrm>
          <a:custGeom xmlns:a="http://schemas.openxmlformats.org/drawingml/2006/main">
            <a:pathLst>
              <a:path w="3230695" h="2119811">
                <a:moveTo>
                  <a:pt x="0" y="0"/>
                </a:moveTo>
                <a:lnTo>
                  <a:pt x="3230695" y="0"/>
                </a:lnTo>
                <a:lnTo>
                  <a:pt x="3230695" y="2119811"/>
                </a:lnTo>
                <a:lnTo>
                  <a:pt x="0" y="21198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5D958A-0176-4FDF-B021-BEF811AE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256" y="380584"/>
            <a:ext cx="3230695" cy="2119811"/>
          </a:xfrm>
          <a:custGeom xmlns:a="http://schemas.openxmlformats.org/drawingml/2006/main">
            <a:pathLst>
              <a:path w="3230695" h="2119811">
                <a:moveTo>
                  <a:pt x="0" y="0"/>
                </a:moveTo>
                <a:lnTo>
                  <a:pt x="3230695" y="0"/>
                </a:lnTo>
                <a:lnTo>
                  <a:pt x="3230695" y="2119811"/>
                </a:lnTo>
                <a:lnTo>
                  <a:pt x="0" y="21198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B3C39E-DB8C-42A1-9E93-C0F0028C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80" y="2631517"/>
            <a:ext cx="10" cy="2119811"/>
          </a:xfrm>
          <a:custGeom xmlns:a="http://schemas.openxmlformats.org/drawingml/2006/main">
            <a:pathLst>
              <a:path w="1" h="2119811" fill="none">
                <a:moveTo>
                  <a:pt x="0" y="0"/>
                </a:moveTo>
                <a:lnTo>
                  <a:pt x="0" y="2119811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A6AB30-D52E-4F63-94EF-CE4D411B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388" y="2631517"/>
            <a:ext cx="10" cy="2119811"/>
          </a:xfrm>
          <a:custGeom xmlns:a="http://schemas.openxmlformats.org/drawingml/2006/main">
            <a:pathLst>
              <a:path w="1" h="2119811" fill="none">
                <a:moveTo>
                  <a:pt x="0" y="0"/>
                </a:moveTo>
                <a:lnTo>
                  <a:pt x="0" y="2119811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2E9F6B-4B7A-4881-81F9-6A58CD98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49" y="4622117"/>
            <a:ext cx="3230695" cy="10"/>
          </a:xfrm>
          <a:custGeom xmlns:a="http://schemas.openxmlformats.org/drawingml/2006/main">
            <a:pathLst>
              <a:path w="3230695" h="1" fill="none">
                <a:moveTo>
                  <a:pt x="0" y="0"/>
                </a:moveTo>
                <a:lnTo>
                  <a:pt x="3230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C3E14B-D7ED-486A-A8C3-7C8D3965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49" y="4195844"/>
            <a:ext cx="3230695" cy="10"/>
          </a:xfrm>
          <a:custGeom xmlns:a="http://schemas.openxmlformats.org/drawingml/2006/main">
            <a:pathLst>
              <a:path w="3230695" h="1" fill="none">
                <a:moveTo>
                  <a:pt x="0" y="0"/>
                </a:moveTo>
                <a:lnTo>
                  <a:pt x="3230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50C46B-6E61-49B3-9406-CEC8C0AE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49" y="3769406"/>
            <a:ext cx="3230695" cy="10"/>
          </a:xfrm>
          <a:custGeom xmlns:a="http://schemas.openxmlformats.org/drawingml/2006/main">
            <a:pathLst>
              <a:path w="3230695" h="1" fill="none">
                <a:moveTo>
                  <a:pt x="0" y="0"/>
                </a:moveTo>
                <a:lnTo>
                  <a:pt x="3230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C7FD6C-4DD5-40B3-A104-BA2C91FA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49" y="3342968"/>
            <a:ext cx="3230695" cy="10"/>
          </a:xfrm>
          <a:custGeom xmlns:a="http://schemas.openxmlformats.org/drawingml/2006/main">
            <a:pathLst>
              <a:path w="3230695" h="1" fill="none">
                <a:moveTo>
                  <a:pt x="0" y="0"/>
                </a:moveTo>
                <a:lnTo>
                  <a:pt x="3230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CC5E4-3E7A-49F5-88AE-E7AE8DAA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49" y="2916529"/>
            <a:ext cx="3230695" cy="10"/>
          </a:xfrm>
          <a:custGeom xmlns:a="http://schemas.openxmlformats.org/drawingml/2006/main">
            <a:pathLst>
              <a:path w="3230695" h="1" fill="none">
                <a:moveTo>
                  <a:pt x="0" y="0"/>
                </a:moveTo>
                <a:lnTo>
                  <a:pt x="3230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13" name="Text 2010">
            <a:extLst xmlns:a="http://schemas.openxmlformats.org/drawingml/2006/main">
              <a:ext uri="{FF2B5EF4-FFF2-40B4-BE49-F238E27FC236}">
                <a16:creationId xmlns:a16="http://schemas.microsoft.com/office/drawing/2014/main" id="{50759BE9-A114-45D3-BF95-EED77C3A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629" y="4845750"/>
            <a:ext cx="351685" cy="123570"/>
          </a:xfrm>
          <a:custGeom xmlns:a="http://schemas.openxmlformats.org/drawingml/2006/main">
            <a:pathLst>
              <a:path w="351685" h="123570">
                <a:moveTo>
                  <a:pt x="33854" y="11296"/>
                </a:moveTo>
                <a:cubicBezTo>
                  <a:pt x="27492" y="11296"/>
                  <a:pt x="22364" y="12854"/>
                  <a:pt x="18469" y="15970"/>
                </a:cubicBezTo>
                <a:cubicBezTo>
                  <a:pt x="17236" y="16943"/>
                  <a:pt x="16148" y="18047"/>
                  <a:pt x="15207" y="19280"/>
                </a:cubicBezTo>
                <a:cubicBezTo>
                  <a:pt x="14266" y="20514"/>
                  <a:pt x="13616" y="21439"/>
                  <a:pt x="13259" y="22056"/>
                </a:cubicBezTo>
                <a:cubicBezTo>
                  <a:pt x="12902" y="22672"/>
                  <a:pt x="12286" y="24019"/>
                  <a:pt x="11409" y="26097"/>
                </a:cubicBezTo>
                <a:cubicBezTo>
                  <a:pt x="10533" y="28174"/>
                  <a:pt x="9965" y="29505"/>
                  <a:pt x="9705" y="30089"/>
                </a:cubicBezTo>
                <a:lnTo>
                  <a:pt x="7076" y="29894"/>
                </a:lnTo>
                <a:lnTo>
                  <a:pt x="2694" y="16164"/>
                </a:lnTo>
                <a:cubicBezTo>
                  <a:pt x="5745" y="12140"/>
                  <a:pt x="10224" y="8439"/>
                  <a:pt x="16132" y="5064"/>
                </a:cubicBezTo>
                <a:cubicBezTo>
                  <a:pt x="22039" y="1688"/>
                  <a:pt x="29018" y="0"/>
                  <a:pt x="37068" y="0"/>
                </a:cubicBezTo>
                <a:cubicBezTo>
                  <a:pt x="47974" y="0"/>
                  <a:pt x="56527" y="2954"/>
                  <a:pt x="62726" y="8861"/>
                </a:cubicBezTo>
                <a:cubicBezTo>
                  <a:pt x="68926" y="14769"/>
                  <a:pt x="72026" y="22542"/>
                  <a:pt x="72026" y="32183"/>
                </a:cubicBezTo>
                <a:cubicBezTo>
                  <a:pt x="72026" y="41823"/>
                  <a:pt x="67222" y="53167"/>
                  <a:pt x="57614" y="66216"/>
                </a:cubicBezTo>
                <a:cubicBezTo>
                  <a:pt x="53524" y="71733"/>
                  <a:pt x="49386" y="76894"/>
                  <a:pt x="45199" y="81698"/>
                </a:cubicBezTo>
                <a:cubicBezTo>
                  <a:pt x="41011" y="86502"/>
                  <a:pt x="37749" y="90073"/>
                  <a:pt x="35412" y="92410"/>
                </a:cubicBezTo>
                <a:cubicBezTo>
                  <a:pt x="33075" y="94747"/>
                  <a:pt x="29700" y="98025"/>
                  <a:pt x="25285" y="102245"/>
                </a:cubicBezTo>
                <a:cubicBezTo>
                  <a:pt x="22948" y="104517"/>
                  <a:pt x="21780" y="106334"/>
                  <a:pt x="21780" y="107698"/>
                </a:cubicBezTo>
                <a:cubicBezTo>
                  <a:pt x="21780" y="108022"/>
                  <a:pt x="21877" y="108347"/>
                  <a:pt x="22072" y="108671"/>
                </a:cubicBezTo>
                <a:cubicBezTo>
                  <a:pt x="25707" y="108412"/>
                  <a:pt x="31128" y="108282"/>
                  <a:pt x="38334" y="108282"/>
                </a:cubicBezTo>
                <a:cubicBezTo>
                  <a:pt x="50668" y="108282"/>
                  <a:pt x="62840" y="107730"/>
                  <a:pt x="74850" y="106626"/>
                </a:cubicBezTo>
                <a:cubicBezTo>
                  <a:pt x="74200" y="109288"/>
                  <a:pt x="73843" y="112437"/>
                  <a:pt x="73778" y="116072"/>
                </a:cubicBezTo>
                <a:cubicBezTo>
                  <a:pt x="73778" y="117630"/>
                  <a:pt x="74006" y="119805"/>
                  <a:pt x="74460" y="122596"/>
                </a:cubicBezTo>
                <a:cubicBezTo>
                  <a:pt x="58620" y="121947"/>
                  <a:pt x="47065" y="121622"/>
                  <a:pt x="39794" y="121622"/>
                </a:cubicBezTo>
                <a:cubicBezTo>
                  <a:pt x="39145" y="121622"/>
                  <a:pt x="26551" y="121947"/>
                  <a:pt x="2012" y="122596"/>
                </a:cubicBezTo>
                <a:cubicBezTo>
                  <a:pt x="649" y="120389"/>
                  <a:pt x="0" y="117792"/>
                  <a:pt x="65" y="114806"/>
                </a:cubicBezTo>
                <a:cubicBezTo>
                  <a:pt x="65" y="113897"/>
                  <a:pt x="162" y="113053"/>
                  <a:pt x="357" y="112274"/>
                </a:cubicBezTo>
                <a:cubicBezTo>
                  <a:pt x="617" y="112015"/>
                  <a:pt x="2921" y="109856"/>
                  <a:pt x="7271" y="105799"/>
                </a:cubicBezTo>
                <a:cubicBezTo>
                  <a:pt x="11620" y="101741"/>
                  <a:pt x="14980" y="98528"/>
                  <a:pt x="17349" y="96159"/>
                </a:cubicBezTo>
                <a:cubicBezTo>
                  <a:pt x="19719" y="93789"/>
                  <a:pt x="22964" y="90495"/>
                  <a:pt x="27087" y="86275"/>
                </a:cubicBezTo>
                <a:cubicBezTo>
                  <a:pt x="31209" y="82055"/>
                  <a:pt x="34942" y="77901"/>
                  <a:pt x="38285" y="73811"/>
                </a:cubicBezTo>
                <a:cubicBezTo>
                  <a:pt x="41628" y="69721"/>
                  <a:pt x="44631" y="65664"/>
                  <a:pt x="47292" y="61639"/>
                </a:cubicBezTo>
                <a:cubicBezTo>
                  <a:pt x="52356" y="54044"/>
                  <a:pt x="54887" y="45117"/>
                  <a:pt x="54887" y="34861"/>
                </a:cubicBezTo>
                <a:cubicBezTo>
                  <a:pt x="54887" y="28109"/>
                  <a:pt x="52745" y="22494"/>
                  <a:pt x="48461" y="18015"/>
                </a:cubicBezTo>
                <a:cubicBezTo>
                  <a:pt x="44176" y="13535"/>
                  <a:pt x="39307" y="11296"/>
                  <a:pt x="33854" y="11296"/>
                </a:cubicBezTo>
                <a:close/>
                <a:moveTo>
                  <a:pt x="128730" y="7790"/>
                </a:moveTo>
                <a:cubicBezTo>
                  <a:pt x="114383" y="7790"/>
                  <a:pt x="107210" y="26649"/>
                  <a:pt x="107210" y="64365"/>
                </a:cubicBezTo>
                <a:cubicBezTo>
                  <a:pt x="107210" y="68455"/>
                  <a:pt x="107307" y="72480"/>
                  <a:pt x="107502" y="76440"/>
                </a:cubicBezTo>
                <a:cubicBezTo>
                  <a:pt x="107696" y="80400"/>
                  <a:pt x="108232" y="84895"/>
                  <a:pt x="109108" y="89927"/>
                </a:cubicBezTo>
                <a:cubicBezTo>
                  <a:pt x="109985" y="94958"/>
                  <a:pt x="111153" y="99275"/>
                  <a:pt x="112614" y="102878"/>
                </a:cubicBezTo>
                <a:cubicBezTo>
                  <a:pt x="114075" y="106480"/>
                  <a:pt x="116103" y="109548"/>
                  <a:pt x="118700" y="112080"/>
                </a:cubicBezTo>
                <a:cubicBezTo>
                  <a:pt x="121297" y="114611"/>
                  <a:pt x="124380" y="115877"/>
                  <a:pt x="127951" y="115877"/>
                </a:cubicBezTo>
                <a:cubicBezTo>
                  <a:pt x="129703" y="115877"/>
                  <a:pt x="131472" y="115536"/>
                  <a:pt x="133258" y="114855"/>
                </a:cubicBezTo>
                <a:cubicBezTo>
                  <a:pt x="135043" y="114173"/>
                  <a:pt x="137234" y="112339"/>
                  <a:pt x="139830" y="109353"/>
                </a:cubicBezTo>
                <a:cubicBezTo>
                  <a:pt x="142427" y="106367"/>
                  <a:pt x="144375" y="102342"/>
                  <a:pt x="145673" y="97278"/>
                </a:cubicBezTo>
                <a:cubicBezTo>
                  <a:pt x="147945" y="89034"/>
                  <a:pt x="149081" y="76083"/>
                  <a:pt x="149081" y="58425"/>
                </a:cubicBezTo>
                <a:cubicBezTo>
                  <a:pt x="149081" y="45767"/>
                  <a:pt x="147978" y="35380"/>
                  <a:pt x="145770" y="27265"/>
                </a:cubicBezTo>
                <a:cubicBezTo>
                  <a:pt x="143563" y="19151"/>
                  <a:pt x="140804" y="13698"/>
                  <a:pt x="137493" y="10906"/>
                </a:cubicBezTo>
                <a:cubicBezTo>
                  <a:pt x="135091" y="8829"/>
                  <a:pt x="132170" y="7790"/>
                  <a:pt x="128730" y="7790"/>
                </a:cubicBezTo>
                <a:moveTo>
                  <a:pt x="127756" y="123570"/>
                </a:moveTo>
                <a:cubicBezTo>
                  <a:pt x="115941" y="123570"/>
                  <a:pt x="106706" y="117890"/>
                  <a:pt x="100052" y="106529"/>
                </a:cubicBezTo>
                <a:cubicBezTo>
                  <a:pt x="93398" y="95169"/>
                  <a:pt x="90071" y="80984"/>
                  <a:pt x="90071" y="63976"/>
                </a:cubicBezTo>
                <a:cubicBezTo>
                  <a:pt x="90071" y="45085"/>
                  <a:pt x="93918" y="29700"/>
                  <a:pt x="101610" y="17820"/>
                </a:cubicBezTo>
                <a:cubicBezTo>
                  <a:pt x="109303" y="5940"/>
                  <a:pt x="118343" y="0"/>
                  <a:pt x="128730" y="0"/>
                </a:cubicBezTo>
                <a:cubicBezTo>
                  <a:pt x="136325" y="0"/>
                  <a:pt x="142654" y="2305"/>
                  <a:pt x="147718" y="6914"/>
                </a:cubicBezTo>
                <a:cubicBezTo>
                  <a:pt x="160052" y="18209"/>
                  <a:pt x="166219" y="35899"/>
                  <a:pt x="166219" y="59983"/>
                </a:cubicBezTo>
                <a:cubicBezTo>
                  <a:pt x="166219" y="71019"/>
                  <a:pt x="164953" y="80822"/>
                  <a:pt x="162422" y="89391"/>
                </a:cubicBezTo>
                <a:cubicBezTo>
                  <a:pt x="159890" y="97960"/>
                  <a:pt x="156644" y="104647"/>
                  <a:pt x="152684" y="109450"/>
                </a:cubicBezTo>
                <a:cubicBezTo>
                  <a:pt x="148724" y="114254"/>
                  <a:pt x="144602" y="117808"/>
                  <a:pt x="140317" y="120113"/>
                </a:cubicBezTo>
                <a:cubicBezTo>
                  <a:pt x="136033" y="122418"/>
                  <a:pt x="131846" y="123570"/>
                  <a:pt x="127756" y="123570"/>
                </a:cubicBezTo>
                <a:close/>
                <a:moveTo>
                  <a:pt x="240061" y="83938"/>
                </a:moveTo>
                <a:cubicBezTo>
                  <a:pt x="240061" y="98804"/>
                  <a:pt x="240646" y="111365"/>
                  <a:pt x="241814" y="121622"/>
                </a:cubicBezTo>
                <a:lnTo>
                  <a:pt x="241425" y="122207"/>
                </a:lnTo>
                <a:cubicBezTo>
                  <a:pt x="237724" y="121817"/>
                  <a:pt x="234543" y="121622"/>
                  <a:pt x="231882" y="121622"/>
                </a:cubicBezTo>
                <a:lnTo>
                  <a:pt x="222631" y="122207"/>
                </a:lnTo>
                <a:lnTo>
                  <a:pt x="222436" y="121622"/>
                </a:lnTo>
                <a:cubicBezTo>
                  <a:pt x="223475" y="112988"/>
                  <a:pt x="224027" y="100427"/>
                  <a:pt x="224092" y="83938"/>
                </a:cubicBezTo>
                <a:lnTo>
                  <a:pt x="224092" y="34471"/>
                </a:lnTo>
                <a:cubicBezTo>
                  <a:pt x="224092" y="24344"/>
                  <a:pt x="222891" y="19280"/>
                  <a:pt x="220489" y="19280"/>
                </a:cubicBezTo>
                <a:cubicBezTo>
                  <a:pt x="218996" y="19280"/>
                  <a:pt x="215523" y="19751"/>
                  <a:pt x="210070" y="20692"/>
                </a:cubicBezTo>
                <a:cubicBezTo>
                  <a:pt x="204617" y="21634"/>
                  <a:pt x="200494" y="22234"/>
                  <a:pt x="197703" y="22494"/>
                </a:cubicBezTo>
                <a:lnTo>
                  <a:pt x="196534" y="16749"/>
                </a:lnTo>
                <a:cubicBezTo>
                  <a:pt x="202117" y="14996"/>
                  <a:pt x="209826" y="12058"/>
                  <a:pt x="219661" y="7936"/>
                </a:cubicBezTo>
                <a:cubicBezTo>
                  <a:pt x="229496" y="3814"/>
                  <a:pt x="236361" y="1169"/>
                  <a:pt x="240256" y="0"/>
                </a:cubicBezTo>
                <a:cubicBezTo>
                  <a:pt x="241165" y="0"/>
                  <a:pt x="241619" y="325"/>
                  <a:pt x="241619" y="974"/>
                </a:cubicBezTo>
                <a:cubicBezTo>
                  <a:pt x="240581" y="8439"/>
                  <a:pt x="240061" y="19215"/>
                  <a:pt x="240061" y="33303"/>
                </a:cubicBezTo>
                <a:lnTo>
                  <a:pt x="240061" y="83938"/>
                </a:lnTo>
                <a:close/>
                <a:moveTo>
                  <a:pt x="314195" y="7790"/>
                </a:moveTo>
                <a:cubicBezTo>
                  <a:pt x="299849" y="7790"/>
                  <a:pt x="292675" y="26649"/>
                  <a:pt x="292675" y="64365"/>
                </a:cubicBezTo>
                <a:cubicBezTo>
                  <a:pt x="292675" y="68455"/>
                  <a:pt x="292773" y="72480"/>
                  <a:pt x="292967" y="76440"/>
                </a:cubicBezTo>
                <a:cubicBezTo>
                  <a:pt x="293162" y="80400"/>
                  <a:pt x="293698" y="84895"/>
                  <a:pt x="294574" y="89927"/>
                </a:cubicBezTo>
                <a:cubicBezTo>
                  <a:pt x="295451" y="94958"/>
                  <a:pt x="296619" y="99275"/>
                  <a:pt x="298080" y="102878"/>
                </a:cubicBezTo>
                <a:cubicBezTo>
                  <a:pt x="299540" y="106480"/>
                  <a:pt x="301569" y="109548"/>
                  <a:pt x="304166" y="112080"/>
                </a:cubicBezTo>
                <a:cubicBezTo>
                  <a:pt x="306762" y="114611"/>
                  <a:pt x="309846" y="115877"/>
                  <a:pt x="313416" y="115877"/>
                </a:cubicBezTo>
                <a:cubicBezTo>
                  <a:pt x="315169" y="115877"/>
                  <a:pt x="316938" y="115536"/>
                  <a:pt x="318723" y="114855"/>
                </a:cubicBezTo>
                <a:cubicBezTo>
                  <a:pt x="320509" y="114173"/>
                  <a:pt x="322700" y="112339"/>
                  <a:pt x="325296" y="109353"/>
                </a:cubicBezTo>
                <a:cubicBezTo>
                  <a:pt x="327893" y="106367"/>
                  <a:pt x="329840" y="102342"/>
                  <a:pt x="331139" y="97278"/>
                </a:cubicBezTo>
                <a:cubicBezTo>
                  <a:pt x="333411" y="89034"/>
                  <a:pt x="334547" y="76083"/>
                  <a:pt x="334547" y="58425"/>
                </a:cubicBezTo>
                <a:cubicBezTo>
                  <a:pt x="334547" y="45767"/>
                  <a:pt x="333443" y="35380"/>
                  <a:pt x="331236" y="27265"/>
                </a:cubicBezTo>
                <a:cubicBezTo>
                  <a:pt x="329029" y="19151"/>
                  <a:pt x="326270" y="13698"/>
                  <a:pt x="322959" y="10906"/>
                </a:cubicBezTo>
                <a:cubicBezTo>
                  <a:pt x="320557" y="8829"/>
                  <a:pt x="317636" y="7790"/>
                  <a:pt x="314195" y="7790"/>
                </a:cubicBezTo>
                <a:moveTo>
                  <a:pt x="313222" y="123570"/>
                </a:moveTo>
                <a:cubicBezTo>
                  <a:pt x="301407" y="123570"/>
                  <a:pt x="292172" y="117890"/>
                  <a:pt x="285518" y="106529"/>
                </a:cubicBezTo>
                <a:cubicBezTo>
                  <a:pt x="278864" y="95169"/>
                  <a:pt x="275537" y="80984"/>
                  <a:pt x="275537" y="63976"/>
                </a:cubicBezTo>
                <a:cubicBezTo>
                  <a:pt x="275537" y="45085"/>
                  <a:pt x="279384" y="29700"/>
                  <a:pt x="287076" y="17820"/>
                </a:cubicBezTo>
                <a:cubicBezTo>
                  <a:pt x="294769" y="5940"/>
                  <a:pt x="303809" y="0"/>
                  <a:pt x="314195" y="0"/>
                </a:cubicBezTo>
                <a:cubicBezTo>
                  <a:pt x="321791" y="0"/>
                  <a:pt x="328120" y="2305"/>
                  <a:pt x="333184" y="6914"/>
                </a:cubicBezTo>
                <a:cubicBezTo>
                  <a:pt x="345518" y="18209"/>
                  <a:pt x="351685" y="35899"/>
                  <a:pt x="351685" y="59983"/>
                </a:cubicBezTo>
                <a:cubicBezTo>
                  <a:pt x="351685" y="71019"/>
                  <a:pt x="350419" y="80822"/>
                  <a:pt x="347887" y="89391"/>
                </a:cubicBezTo>
                <a:cubicBezTo>
                  <a:pt x="345356" y="97960"/>
                  <a:pt x="342110" y="104647"/>
                  <a:pt x="338150" y="109450"/>
                </a:cubicBezTo>
                <a:cubicBezTo>
                  <a:pt x="334190" y="114254"/>
                  <a:pt x="330068" y="117808"/>
                  <a:pt x="325783" y="120113"/>
                </a:cubicBezTo>
                <a:cubicBezTo>
                  <a:pt x="321499" y="122418"/>
                  <a:pt x="317311" y="123570"/>
                  <a:pt x="313222" y="123570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2020">
            <a:extLst xmlns:a="http://schemas.openxmlformats.org/drawingml/2006/main">
              <a:ext uri="{FF2B5EF4-FFF2-40B4-BE49-F238E27FC236}">
                <a16:creationId xmlns:a16="http://schemas.microsoft.com/office/drawing/2014/main" id="{8A6B9960-9C6F-4AC2-9F6A-B5AE135A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3437" y="4845750"/>
            <a:ext cx="351685" cy="123570"/>
          </a:xfrm>
          <a:custGeom xmlns:a="http://schemas.openxmlformats.org/drawingml/2006/main">
            <a:pathLst>
              <a:path w="351685" h="123570">
                <a:moveTo>
                  <a:pt x="33854" y="11296"/>
                </a:moveTo>
                <a:cubicBezTo>
                  <a:pt x="27492" y="11296"/>
                  <a:pt x="22364" y="12854"/>
                  <a:pt x="18469" y="15970"/>
                </a:cubicBezTo>
                <a:cubicBezTo>
                  <a:pt x="17236" y="16943"/>
                  <a:pt x="16148" y="18047"/>
                  <a:pt x="15207" y="19280"/>
                </a:cubicBezTo>
                <a:cubicBezTo>
                  <a:pt x="14266" y="20514"/>
                  <a:pt x="13616" y="21439"/>
                  <a:pt x="13259" y="22056"/>
                </a:cubicBezTo>
                <a:cubicBezTo>
                  <a:pt x="12902" y="22672"/>
                  <a:pt x="12286" y="24019"/>
                  <a:pt x="11409" y="26097"/>
                </a:cubicBezTo>
                <a:cubicBezTo>
                  <a:pt x="10533" y="28174"/>
                  <a:pt x="9965" y="29505"/>
                  <a:pt x="9705" y="30089"/>
                </a:cubicBezTo>
                <a:lnTo>
                  <a:pt x="7076" y="29894"/>
                </a:lnTo>
                <a:lnTo>
                  <a:pt x="2694" y="16164"/>
                </a:lnTo>
                <a:cubicBezTo>
                  <a:pt x="5745" y="12140"/>
                  <a:pt x="10224" y="8439"/>
                  <a:pt x="16132" y="5064"/>
                </a:cubicBezTo>
                <a:cubicBezTo>
                  <a:pt x="22039" y="1688"/>
                  <a:pt x="29018" y="0"/>
                  <a:pt x="37068" y="0"/>
                </a:cubicBezTo>
                <a:cubicBezTo>
                  <a:pt x="47974" y="0"/>
                  <a:pt x="56527" y="2954"/>
                  <a:pt x="62726" y="8861"/>
                </a:cubicBezTo>
                <a:cubicBezTo>
                  <a:pt x="68926" y="14769"/>
                  <a:pt x="72026" y="22542"/>
                  <a:pt x="72026" y="32183"/>
                </a:cubicBezTo>
                <a:cubicBezTo>
                  <a:pt x="72026" y="41823"/>
                  <a:pt x="67222" y="53167"/>
                  <a:pt x="57614" y="66216"/>
                </a:cubicBezTo>
                <a:cubicBezTo>
                  <a:pt x="53524" y="71733"/>
                  <a:pt x="49386" y="76894"/>
                  <a:pt x="45199" y="81698"/>
                </a:cubicBezTo>
                <a:cubicBezTo>
                  <a:pt x="41011" y="86502"/>
                  <a:pt x="37749" y="90073"/>
                  <a:pt x="35412" y="92410"/>
                </a:cubicBezTo>
                <a:cubicBezTo>
                  <a:pt x="33075" y="94747"/>
                  <a:pt x="29700" y="98025"/>
                  <a:pt x="25285" y="102245"/>
                </a:cubicBezTo>
                <a:cubicBezTo>
                  <a:pt x="22948" y="104517"/>
                  <a:pt x="21780" y="106334"/>
                  <a:pt x="21780" y="107698"/>
                </a:cubicBezTo>
                <a:cubicBezTo>
                  <a:pt x="21780" y="108022"/>
                  <a:pt x="21877" y="108347"/>
                  <a:pt x="22072" y="108671"/>
                </a:cubicBezTo>
                <a:cubicBezTo>
                  <a:pt x="25707" y="108412"/>
                  <a:pt x="31128" y="108282"/>
                  <a:pt x="38334" y="108282"/>
                </a:cubicBezTo>
                <a:cubicBezTo>
                  <a:pt x="50668" y="108282"/>
                  <a:pt x="62840" y="107730"/>
                  <a:pt x="74850" y="106626"/>
                </a:cubicBezTo>
                <a:cubicBezTo>
                  <a:pt x="74200" y="109288"/>
                  <a:pt x="73843" y="112437"/>
                  <a:pt x="73778" y="116072"/>
                </a:cubicBezTo>
                <a:cubicBezTo>
                  <a:pt x="73778" y="117630"/>
                  <a:pt x="74006" y="119805"/>
                  <a:pt x="74460" y="122596"/>
                </a:cubicBezTo>
                <a:cubicBezTo>
                  <a:pt x="58620" y="121947"/>
                  <a:pt x="47065" y="121622"/>
                  <a:pt x="39794" y="121622"/>
                </a:cubicBezTo>
                <a:cubicBezTo>
                  <a:pt x="39145" y="121622"/>
                  <a:pt x="26551" y="121947"/>
                  <a:pt x="2012" y="122596"/>
                </a:cubicBezTo>
                <a:cubicBezTo>
                  <a:pt x="649" y="120389"/>
                  <a:pt x="0" y="117792"/>
                  <a:pt x="65" y="114806"/>
                </a:cubicBezTo>
                <a:cubicBezTo>
                  <a:pt x="65" y="113897"/>
                  <a:pt x="162" y="113053"/>
                  <a:pt x="357" y="112274"/>
                </a:cubicBezTo>
                <a:cubicBezTo>
                  <a:pt x="617" y="112015"/>
                  <a:pt x="2921" y="109856"/>
                  <a:pt x="7271" y="105799"/>
                </a:cubicBezTo>
                <a:cubicBezTo>
                  <a:pt x="11620" y="101741"/>
                  <a:pt x="14980" y="98528"/>
                  <a:pt x="17349" y="96159"/>
                </a:cubicBezTo>
                <a:cubicBezTo>
                  <a:pt x="19719" y="93789"/>
                  <a:pt x="22964" y="90495"/>
                  <a:pt x="27087" y="86275"/>
                </a:cubicBezTo>
                <a:cubicBezTo>
                  <a:pt x="31209" y="82055"/>
                  <a:pt x="34942" y="77901"/>
                  <a:pt x="38285" y="73811"/>
                </a:cubicBezTo>
                <a:cubicBezTo>
                  <a:pt x="41628" y="69721"/>
                  <a:pt x="44631" y="65664"/>
                  <a:pt x="47292" y="61639"/>
                </a:cubicBezTo>
                <a:cubicBezTo>
                  <a:pt x="52356" y="54044"/>
                  <a:pt x="54887" y="45117"/>
                  <a:pt x="54887" y="34861"/>
                </a:cubicBezTo>
                <a:cubicBezTo>
                  <a:pt x="54887" y="28109"/>
                  <a:pt x="52745" y="22494"/>
                  <a:pt x="48461" y="18015"/>
                </a:cubicBezTo>
                <a:cubicBezTo>
                  <a:pt x="44176" y="13535"/>
                  <a:pt x="39307" y="11296"/>
                  <a:pt x="33854" y="11296"/>
                </a:cubicBezTo>
                <a:close/>
                <a:moveTo>
                  <a:pt x="128729" y="7790"/>
                </a:moveTo>
                <a:cubicBezTo>
                  <a:pt x="114383" y="7790"/>
                  <a:pt x="107209" y="26649"/>
                  <a:pt x="107209" y="64365"/>
                </a:cubicBezTo>
                <a:cubicBezTo>
                  <a:pt x="107209" y="68455"/>
                  <a:pt x="107307" y="72480"/>
                  <a:pt x="107501" y="76440"/>
                </a:cubicBezTo>
                <a:cubicBezTo>
                  <a:pt x="107696" y="80400"/>
                  <a:pt x="108232" y="84895"/>
                  <a:pt x="109108" y="89927"/>
                </a:cubicBezTo>
                <a:cubicBezTo>
                  <a:pt x="109984" y="94958"/>
                  <a:pt x="111153" y="99275"/>
                  <a:pt x="112614" y="102878"/>
                </a:cubicBezTo>
                <a:cubicBezTo>
                  <a:pt x="114074" y="106480"/>
                  <a:pt x="116103" y="109548"/>
                  <a:pt x="118700" y="112080"/>
                </a:cubicBezTo>
                <a:cubicBezTo>
                  <a:pt x="121296" y="114611"/>
                  <a:pt x="124380" y="115877"/>
                  <a:pt x="127950" y="115877"/>
                </a:cubicBezTo>
                <a:cubicBezTo>
                  <a:pt x="129703" y="115877"/>
                  <a:pt x="131472" y="115536"/>
                  <a:pt x="133257" y="114855"/>
                </a:cubicBezTo>
                <a:cubicBezTo>
                  <a:pt x="135043" y="114173"/>
                  <a:pt x="137233" y="112339"/>
                  <a:pt x="139830" y="109353"/>
                </a:cubicBezTo>
                <a:cubicBezTo>
                  <a:pt x="142427" y="106367"/>
                  <a:pt x="144374" y="102342"/>
                  <a:pt x="145673" y="97278"/>
                </a:cubicBezTo>
                <a:cubicBezTo>
                  <a:pt x="147945" y="89034"/>
                  <a:pt x="149081" y="76083"/>
                  <a:pt x="149081" y="58425"/>
                </a:cubicBezTo>
                <a:cubicBezTo>
                  <a:pt x="149081" y="45767"/>
                  <a:pt x="147977" y="35380"/>
                  <a:pt x="145770" y="27265"/>
                </a:cubicBezTo>
                <a:cubicBezTo>
                  <a:pt x="143563" y="19151"/>
                  <a:pt x="140804" y="13698"/>
                  <a:pt x="137493" y="10906"/>
                </a:cubicBezTo>
                <a:cubicBezTo>
                  <a:pt x="135091" y="8829"/>
                  <a:pt x="132170" y="7790"/>
                  <a:pt x="128729" y="7790"/>
                </a:cubicBezTo>
                <a:moveTo>
                  <a:pt x="127756" y="123570"/>
                </a:moveTo>
                <a:cubicBezTo>
                  <a:pt x="115941" y="123570"/>
                  <a:pt x="106706" y="117890"/>
                  <a:pt x="100052" y="106529"/>
                </a:cubicBezTo>
                <a:cubicBezTo>
                  <a:pt x="93398" y="95169"/>
                  <a:pt x="90071" y="80984"/>
                  <a:pt x="90071" y="63976"/>
                </a:cubicBezTo>
                <a:cubicBezTo>
                  <a:pt x="90071" y="45085"/>
                  <a:pt x="93917" y="29700"/>
                  <a:pt x="101610" y="17820"/>
                </a:cubicBezTo>
                <a:cubicBezTo>
                  <a:pt x="109303" y="5940"/>
                  <a:pt x="118343" y="0"/>
                  <a:pt x="128729" y="0"/>
                </a:cubicBezTo>
                <a:cubicBezTo>
                  <a:pt x="136325" y="0"/>
                  <a:pt x="142654" y="2305"/>
                  <a:pt x="147718" y="6914"/>
                </a:cubicBezTo>
                <a:cubicBezTo>
                  <a:pt x="160052" y="18209"/>
                  <a:pt x="166219" y="35899"/>
                  <a:pt x="166219" y="59983"/>
                </a:cubicBezTo>
                <a:cubicBezTo>
                  <a:pt x="166219" y="71019"/>
                  <a:pt x="164953" y="80822"/>
                  <a:pt x="162421" y="89391"/>
                </a:cubicBezTo>
                <a:cubicBezTo>
                  <a:pt x="159890" y="97960"/>
                  <a:pt x="156644" y="104647"/>
                  <a:pt x="152684" y="109450"/>
                </a:cubicBezTo>
                <a:cubicBezTo>
                  <a:pt x="148724" y="114254"/>
                  <a:pt x="144602" y="117808"/>
                  <a:pt x="140317" y="120113"/>
                </a:cubicBezTo>
                <a:cubicBezTo>
                  <a:pt x="136032" y="122418"/>
                  <a:pt x="131845" y="123570"/>
                  <a:pt x="127756" y="123570"/>
                </a:cubicBezTo>
                <a:close/>
                <a:moveTo>
                  <a:pt x="219320" y="11296"/>
                </a:moveTo>
                <a:cubicBezTo>
                  <a:pt x="212958" y="11296"/>
                  <a:pt x="207830" y="12854"/>
                  <a:pt x="203935" y="15970"/>
                </a:cubicBezTo>
                <a:cubicBezTo>
                  <a:pt x="202701" y="16943"/>
                  <a:pt x="201614" y="18047"/>
                  <a:pt x="200673" y="19280"/>
                </a:cubicBezTo>
                <a:cubicBezTo>
                  <a:pt x="199731" y="20514"/>
                  <a:pt x="199082" y="21439"/>
                  <a:pt x="198725" y="22056"/>
                </a:cubicBezTo>
                <a:cubicBezTo>
                  <a:pt x="198368" y="22672"/>
                  <a:pt x="197751" y="24019"/>
                  <a:pt x="196875" y="26097"/>
                </a:cubicBezTo>
                <a:cubicBezTo>
                  <a:pt x="195999" y="28174"/>
                  <a:pt x="195431" y="29505"/>
                  <a:pt x="195171" y="30089"/>
                </a:cubicBezTo>
                <a:lnTo>
                  <a:pt x="192542" y="29894"/>
                </a:lnTo>
                <a:lnTo>
                  <a:pt x="188160" y="16164"/>
                </a:lnTo>
                <a:cubicBezTo>
                  <a:pt x="191211" y="12140"/>
                  <a:pt x="195690" y="8439"/>
                  <a:pt x="201598" y="5064"/>
                </a:cubicBezTo>
                <a:cubicBezTo>
                  <a:pt x="207505" y="1688"/>
                  <a:pt x="214484" y="0"/>
                  <a:pt x="222533" y="0"/>
                </a:cubicBezTo>
                <a:cubicBezTo>
                  <a:pt x="233440" y="0"/>
                  <a:pt x="241992" y="2954"/>
                  <a:pt x="248192" y="8861"/>
                </a:cubicBezTo>
                <a:cubicBezTo>
                  <a:pt x="254392" y="14769"/>
                  <a:pt x="257491" y="22542"/>
                  <a:pt x="257491" y="32183"/>
                </a:cubicBezTo>
                <a:cubicBezTo>
                  <a:pt x="257491" y="41823"/>
                  <a:pt x="252688" y="53167"/>
                  <a:pt x="243080" y="66216"/>
                </a:cubicBezTo>
                <a:cubicBezTo>
                  <a:pt x="238990" y="71733"/>
                  <a:pt x="234852" y="76894"/>
                  <a:pt x="230664" y="81698"/>
                </a:cubicBezTo>
                <a:cubicBezTo>
                  <a:pt x="226477" y="86502"/>
                  <a:pt x="223215" y="90073"/>
                  <a:pt x="220878" y="92410"/>
                </a:cubicBezTo>
                <a:cubicBezTo>
                  <a:pt x="218541" y="94747"/>
                  <a:pt x="215165" y="98025"/>
                  <a:pt x="210751" y="102245"/>
                </a:cubicBezTo>
                <a:cubicBezTo>
                  <a:pt x="208414" y="104517"/>
                  <a:pt x="207245" y="106334"/>
                  <a:pt x="207245" y="107698"/>
                </a:cubicBezTo>
                <a:cubicBezTo>
                  <a:pt x="207245" y="108022"/>
                  <a:pt x="207343" y="108347"/>
                  <a:pt x="207538" y="108671"/>
                </a:cubicBezTo>
                <a:cubicBezTo>
                  <a:pt x="211173" y="108412"/>
                  <a:pt x="216594" y="108282"/>
                  <a:pt x="223799" y="108282"/>
                </a:cubicBezTo>
                <a:cubicBezTo>
                  <a:pt x="236134" y="108282"/>
                  <a:pt x="248306" y="107730"/>
                  <a:pt x="260315" y="106626"/>
                </a:cubicBezTo>
                <a:cubicBezTo>
                  <a:pt x="259666" y="109288"/>
                  <a:pt x="259309" y="112437"/>
                  <a:pt x="259244" y="116072"/>
                </a:cubicBezTo>
                <a:cubicBezTo>
                  <a:pt x="259244" y="117630"/>
                  <a:pt x="259471" y="119805"/>
                  <a:pt x="259926" y="122596"/>
                </a:cubicBezTo>
                <a:cubicBezTo>
                  <a:pt x="244086" y="121947"/>
                  <a:pt x="232531" y="121622"/>
                  <a:pt x="225260" y="121622"/>
                </a:cubicBezTo>
                <a:cubicBezTo>
                  <a:pt x="224611" y="121622"/>
                  <a:pt x="212017" y="121947"/>
                  <a:pt x="187478" y="122596"/>
                </a:cubicBezTo>
                <a:cubicBezTo>
                  <a:pt x="186115" y="120389"/>
                  <a:pt x="185466" y="117792"/>
                  <a:pt x="185531" y="114806"/>
                </a:cubicBezTo>
                <a:cubicBezTo>
                  <a:pt x="185531" y="113897"/>
                  <a:pt x="185628" y="113053"/>
                  <a:pt x="185823" y="112274"/>
                </a:cubicBezTo>
                <a:cubicBezTo>
                  <a:pt x="186082" y="112015"/>
                  <a:pt x="188387" y="109856"/>
                  <a:pt x="192736" y="105799"/>
                </a:cubicBezTo>
                <a:cubicBezTo>
                  <a:pt x="197086" y="101741"/>
                  <a:pt x="200445" y="98528"/>
                  <a:pt x="202815" y="96159"/>
                </a:cubicBezTo>
                <a:cubicBezTo>
                  <a:pt x="205184" y="93789"/>
                  <a:pt x="208430" y="90495"/>
                  <a:pt x="212552" y="86275"/>
                </a:cubicBezTo>
                <a:cubicBezTo>
                  <a:pt x="216675" y="82055"/>
                  <a:pt x="220407" y="77901"/>
                  <a:pt x="223751" y="73811"/>
                </a:cubicBezTo>
                <a:cubicBezTo>
                  <a:pt x="227094" y="69721"/>
                  <a:pt x="230096" y="65664"/>
                  <a:pt x="232758" y="61639"/>
                </a:cubicBezTo>
                <a:cubicBezTo>
                  <a:pt x="237821" y="54044"/>
                  <a:pt x="240353" y="45117"/>
                  <a:pt x="240353" y="34861"/>
                </a:cubicBezTo>
                <a:cubicBezTo>
                  <a:pt x="240353" y="28109"/>
                  <a:pt x="238211" y="22494"/>
                  <a:pt x="233926" y="18015"/>
                </a:cubicBezTo>
                <a:cubicBezTo>
                  <a:pt x="229642" y="13535"/>
                  <a:pt x="224773" y="11296"/>
                  <a:pt x="219320" y="11296"/>
                </a:cubicBezTo>
                <a:close/>
                <a:moveTo>
                  <a:pt x="314195" y="7790"/>
                </a:moveTo>
                <a:cubicBezTo>
                  <a:pt x="299849" y="7790"/>
                  <a:pt x="292675" y="26649"/>
                  <a:pt x="292675" y="64365"/>
                </a:cubicBezTo>
                <a:cubicBezTo>
                  <a:pt x="292675" y="68455"/>
                  <a:pt x="292773" y="72480"/>
                  <a:pt x="292967" y="76440"/>
                </a:cubicBezTo>
                <a:cubicBezTo>
                  <a:pt x="293162" y="80400"/>
                  <a:pt x="293698" y="84895"/>
                  <a:pt x="294574" y="89927"/>
                </a:cubicBezTo>
                <a:cubicBezTo>
                  <a:pt x="295451" y="94958"/>
                  <a:pt x="296619" y="99275"/>
                  <a:pt x="298080" y="102878"/>
                </a:cubicBezTo>
                <a:cubicBezTo>
                  <a:pt x="299540" y="106480"/>
                  <a:pt x="301569" y="109548"/>
                  <a:pt x="304166" y="112080"/>
                </a:cubicBezTo>
                <a:cubicBezTo>
                  <a:pt x="306762" y="114611"/>
                  <a:pt x="309846" y="115877"/>
                  <a:pt x="313416" y="115877"/>
                </a:cubicBezTo>
                <a:cubicBezTo>
                  <a:pt x="315169" y="115877"/>
                  <a:pt x="316938" y="115536"/>
                  <a:pt x="318723" y="114855"/>
                </a:cubicBezTo>
                <a:cubicBezTo>
                  <a:pt x="320509" y="114173"/>
                  <a:pt x="322700" y="112339"/>
                  <a:pt x="325296" y="109353"/>
                </a:cubicBezTo>
                <a:cubicBezTo>
                  <a:pt x="327893" y="106367"/>
                  <a:pt x="329840" y="102342"/>
                  <a:pt x="331139" y="97278"/>
                </a:cubicBezTo>
                <a:cubicBezTo>
                  <a:pt x="333411" y="89034"/>
                  <a:pt x="334547" y="76083"/>
                  <a:pt x="334547" y="58425"/>
                </a:cubicBezTo>
                <a:cubicBezTo>
                  <a:pt x="334547" y="45767"/>
                  <a:pt x="333443" y="35380"/>
                  <a:pt x="331236" y="27265"/>
                </a:cubicBezTo>
                <a:cubicBezTo>
                  <a:pt x="329029" y="19151"/>
                  <a:pt x="326270" y="13698"/>
                  <a:pt x="322959" y="10906"/>
                </a:cubicBezTo>
                <a:cubicBezTo>
                  <a:pt x="320557" y="8829"/>
                  <a:pt x="317636" y="7790"/>
                  <a:pt x="314195" y="7790"/>
                </a:cubicBezTo>
                <a:moveTo>
                  <a:pt x="313222" y="123570"/>
                </a:moveTo>
                <a:cubicBezTo>
                  <a:pt x="301407" y="123570"/>
                  <a:pt x="292172" y="117890"/>
                  <a:pt x="285518" y="106529"/>
                </a:cubicBezTo>
                <a:cubicBezTo>
                  <a:pt x="278864" y="95169"/>
                  <a:pt x="275537" y="80984"/>
                  <a:pt x="275537" y="63976"/>
                </a:cubicBezTo>
                <a:cubicBezTo>
                  <a:pt x="275537" y="45085"/>
                  <a:pt x="279384" y="29700"/>
                  <a:pt x="287076" y="17820"/>
                </a:cubicBezTo>
                <a:cubicBezTo>
                  <a:pt x="294769" y="5940"/>
                  <a:pt x="303809" y="0"/>
                  <a:pt x="314195" y="0"/>
                </a:cubicBezTo>
                <a:cubicBezTo>
                  <a:pt x="321791" y="0"/>
                  <a:pt x="328120" y="2305"/>
                  <a:pt x="333184" y="6914"/>
                </a:cubicBezTo>
                <a:cubicBezTo>
                  <a:pt x="345518" y="18209"/>
                  <a:pt x="351685" y="35899"/>
                  <a:pt x="351685" y="59983"/>
                </a:cubicBezTo>
                <a:cubicBezTo>
                  <a:pt x="351685" y="71019"/>
                  <a:pt x="350419" y="80822"/>
                  <a:pt x="347887" y="89391"/>
                </a:cubicBezTo>
                <a:cubicBezTo>
                  <a:pt x="345356" y="97960"/>
                  <a:pt x="342110" y="104647"/>
                  <a:pt x="338150" y="109450"/>
                </a:cubicBezTo>
                <a:cubicBezTo>
                  <a:pt x="334190" y="114254"/>
                  <a:pt x="330068" y="117808"/>
                  <a:pt x="325783" y="120113"/>
                </a:cubicBezTo>
                <a:cubicBezTo>
                  <a:pt x="321499" y="122418"/>
                  <a:pt x="317311" y="123570"/>
                  <a:pt x="313222" y="123570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0.01">
            <a:extLst xmlns:a="http://schemas.openxmlformats.org/drawingml/2006/main">
              <a:ext uri="{FF2B5EF4-FFF2-40B4-BE49-F238E27FC236}">
                <a16:creationId xmlns:a16="http://schemas.microsoft.com/office/drawing/2014/main" id="{3A36AC7A-6689-4680-AFAE-C78DE57D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96" y="4570293"/>
            <a:ext cx="288349" cy="123570"/>
          </a:xfrm>
          <a:custGeom xmlns:a="http://schemas.openxmlformats.org/drawingml/2006/main">
            <a:pathLst>
              <a:path w="288349" h="123570">
                <a:moveTo>
                  <a:pt x="38658" y="7790"/>
                </a:moveTo>
                <a:cubicBezTo>
                  <a:pt x="24311" y="7790"/>
                  <a:pt x="17138" y="26649"/>
                  <a:pt x="17138" y="64365"/>
                </a:cubicBezTo>
                <a:cubicBezTo>
                  <a:pt x="17138" y="68455"/>
                  <a:pt x="17236" y="72480"/>
                  <a:pt x="17430" y="76440"/>
                </a:cubicBezTo>
                <a:cubicBezTo>
                  <a:pt x="17625" y="80400"/>
                  <a:pt x="18161" y="84895"/>
                  <a:pt x="19037" y="89927"/>
                </a:cubicBezTo>
                <a:cubicBezTo>
                  <a:pt x="19913" y="94958"/>
                  <a:pt x="21082" y="99275"/>
                  <a:pt x="22542" y="102878"/>
                </a:cubicBezTo>
                <a:cubicBezTo>
                  <a:pt x="24003" y="106480"/>
                  <a:pt x="26032" y="109548"/>
                  <a:pt x="28628" y="112080"/>
                </a:cubicBezTo>
                <a:cubicBezTo>
                  <a:pt x="31225" y="114611"/>
                  <a:pt x="34309" y="115877"/>
                  <a:pt x="37879" y="115877"/>
                </a:cubicBezTo>
                <a:cubicBezTo>
                  <a:pt x="39632" y="115877"/>
                  <a:pt x="41401" y="115536"/>
                  <a:pt x="43186" y="114855"/>
                </a:cubicBezTo>
                <a:cubicBezTo>
                  <a:pt x="44971" y="114173"/>
                  <a:pt x="47162" y="112339"/>
                  <a:pt x="49759" y="109353"/>
                </a:cubicBezTo>
                <a:cubicBezTo>
                  <a:pt x="52356" y="106367"/>
                  <a:pt x="54303" y="102342"/>
                  <a:pt x="55602" y="97278"/>
                </a:cubicBezTo>
                <a:cubicBezTo>
                  <a:pt x="57874" y="89034"/>
                  <a:pt x="59010" y="76083"/>
                  <a:pt x="59010" y="58425"/>
                </a:cubicBezTo>
                <a:cubicBezTo>
                  <a:pt x="59010" y="45767"/>
                  <a:pt x="57906" y="35380"/>
                  <a:pt x="55699" y="27265"/>
                </a:cubicBezTo>
                <a:cubicBezTo>
                  <a:pt x="53492" y="19151"/>
                  <a:pt x="50733" y="13698"/>
                  <a:pt x="47422" y="10906"/>
                </a:cubicBezTo>
                <a:cubicBezTo>
                  <a:pt x="45020" y="8829"/>
                  <a:pt x="42099" y="7790"/>
                  <a:pt x="38658" y="7790"/>
                </a:cubicBezTo>
                <a:moveTo>
                  <a:pt x="37684" y="123570"/>
                </a:moveTo>
                <a:cubicBezTo>
                  <a:pt x="25869" y="123570"/>
                  <a:pt x="16635" y="117890"/>
                  <a:pt x="9981" y="106529"/>
                </a:cubicBezTo>
                <a:cubicBezTo>
                  <a:pt x="3327" y="95169"/>
                  <a:pt x="0" y="80984"/>
                  <a:pt x="0" y="63976"/>
                </a:cubicBezTo>
                <a:cubicBezTo>
                  <a:pt x="0" y="45085"/>
                  <a:pt x="3846" y="29700"/>
                  <a:pt x="11539" y="17820"/>
                </a:cubicBezTo>
                <a:cubicBezTo>
                  <a:pt x="19232" y="5940"/>
                  <a:pt x="28271" y="0"/>
                  <a:pt x="38658" y="0"/>
                </a:cubicBezTo>
                <a:cubicBezTo>
                  <a:pt x="46253" y="0"/>
                  <a:pt x="52583" y="2305"/>
                  <a:pt x="57646" y="6914"/>
                </a:cubicBezTo>
                <a:cubicBezTo>
                  <a:pt x="69981" y="18209"/>
                  <a:pt x="76148" y="35899"/>
                  <a:pt x="76148" y="59983"/>
                </a:cubicBezTo>
                <a:cubicBezTo>
                  <a:pt x="76148" y="71019"/>
                  <a:pt x="74882" y="80822"/>
                  <a:pt x="72350" y="89391"/>
                </a:cubicBezTo>
                <a:cubicBezTo>
                  <a:pt x="69818" y="97960"/>
                  <a:pt x="66573" y="104647"/>
                  <a:pt x="62613" y="109450"/>
                </a:cubicBezTo>
                <a:cubicBezTo>
                  <a:pt x="58653" y="114254"/>
                  <a:pt x="54530" y="117808"/>
                  <a:pt x="50246" y="120113"/>
                </a:cubicBezTo>
                <a:cubicBezTo>
                  <a:pt x="45961" y="122418"/>
                  <a:pt x="41774" y="123570"/>
                  <a:pt x="37684" y="123570"/>
                </a:cubicBezTo>
                <a:close/>
                <a:moveTo>
                  <a:pt x="95752" y="112859"/>
                </a:moveTo>
                <a:lnTo>
                  <a:pt x="95752" y="112080"/>
                </a:lnTo>
                <a:cubicBezTo>
                  <a:pt x="97504" y="107146"/>
                  <a:pt x="101075" y="103543"/>
                  <a:pt x="106463" y="101271"/>
                </a:cubicBezTo>
                <a:lnTo>
                  <a:pt x="107242" y="101271"/>
                </a:lnTo>
                <a:cubicBezTo>
                  <a:pt x="112695" y="103283"/>
                  <a:pt x="116298" y="106886"/>
                  <a:pt x="118051" y="112080"/>
                </a:cubicBezTo>
                <a:lnTo>
                  <a:pt x="118051" y="112859"/>
                </a:lnTo>
                <a:cubicBezTo>
                  <a:pt x="116168" y="118701"/>
                  <a:pt x="112565" y="122272"/>
                  <a:pt x="107242" y="123570"/>
                </a:cubicBezTo>
                <a:lnTo>
                  <a:pt x="106463" y="123570"/>
                </a:lnTo>
                <a:cubicBezTo>
                  <a:pt x="103282" y="122921"/>
                  <a:pt x="100929" y="121801"/>
                  <a:pt x="99403" y="120210"/>
                </a:cubicBezTo>
                <a:cubicBezTo>
                  <a:pt x="97878" y="118620"/>
                  <a:pt x="96660" y="116169"/>
                  <a:pt x="95752" y="112859"/>
                </a:cubicBezTo>
                <a:close/>
                <a:moveTo>
                  <a:pt x="175265" y="7790"/>
                </a:moveTo>
                <a:cubicBezTo>
                  <a:pt x="160918" y="7790"/>
                  <a:pt x="153745" y="26649"/>
                  <a:pt x="153745" y="64365"/>
                </a:cubicBezTo>
                <a:cubicBezTo>
                  <a:pt x="153745" y="68455"/>
                  <a:pt x="153842" y="72480"/>
                  <a:pt x="154037" y="76440"/>
                </a:cubicBezTo>
                <a:cubicBezTo>
                  <a:pt x="154232" y="80400"/>
                  <a:pt x="154767" y="84895"/>
                  <a:pt x="155643" y="89927"/>
                </a:cubicBezTo>
                <a:cubicBezTo>
                  <a:pt x="156520" y="94958"/>
                  <a:pt x="157688" y="99275"/>
                  <a:pt x="159149" y="102878"/>
                </a:cubicBezTo>
                <a:cubicBezTo>
                  <a:pt x="160610" y="106480"/>
                  <a:pt x="162638" y="109548"/>
                  <a:pt x="165235" y="112080"/>
                </a:cubicBezTo>
                <a:cubicBezTo>
                  <a:pt x="167832" y="114611"/>
                  <a:pt x="170915" y="115877"/>
                  <a:pt x="174486" y="115877"/>
                </a:cubicBezTo>
                <a:cubicBezTo>
                  <a:pt x="176238" y="115877"/>
                  <a:pt x="178007" y="115536"/>
                  <a:pt x="179793" y="114855"/>
                </a:cubicBezTo>
                <a:cubicBezTo>
                  <a:pt x="181578" y="114173"/>
                  <a:pt x="183769" y="112339"/>
                  <a:pt x="186366" y="109353"/>
                </a:cubicBezTo>
                <a:cubicBezTo>
                  <a:pt x="188962" y="106367"/>
                  <a:pt x="190910" y="102342"/>
                  <a:pt x="192208" y="97278"/>
                </a:cubicBezTo>
                <a:cubicBezTo>
                  <a:pt x="194480" y="89034"/>
                  <a:pt x="195616" y="76083"/>
                  <a:pt x="195616" y="58425"/>
                </a:cubicBezTo>
                <a:cubicBezTo>
                  <a:pt x="195616" y="45767"/>
                  <a:pt x="194513" y="35380"/>
                  <a:pt x="192305" y="27265"/>
                </a:cubicBezTo>
                <a:cubicBezTo>
                  <a:pt x="190098" y="19151"/>
                  <a:pt x="187339" y="13698"/>
                  <a:pt x="184029" y="10906"/>
                </a:cubicBezTo>
                <a:cubicBezTo>
                  <a:pt x="181627" y="8829"/>
                  <a:pt x="178705" y="7790"/>
                  <a:pt x="175265" y="7790"/>
                </a:cubicBezTo>
                <a:moveTo>
                  <a:pt x="174291" y="123570"/>
                </a:moveTo>
                <a:cubicBezTo>
                  <a:pt x="162476" y="123570"/>
                  <a:pt x="153242" y="117890"/>
                  <a:pt x="146588" y="106529"/>
                </a:cubicBezTo>
                <a:cubicBezTo>
                  <a:pt x="139934" y="95169"/>
                  <a:pt x="136607" y="80984"/>
                  <a:pt x="136607" y="63976"/>
                </a:cubicBezTo>
                <a:cubicBezTo>
                  <a:pt x="136607" y="45085"/>
                  <a:pt x="140453" y="29700"/>
                  <a:pt x="148146" y="17820"/>
                </a:cubicBezTo>
                <a:cubicBezTo>
                  <a:pt x="155838" y="5940"/>
                  <a:pt x="164878" y="0"/>
                  <a:pt x="175265" y="0"/>
                </a:cubicBezTo>
                <a:cubicBezTo>
                  <a:pt x="182860" y="0"/>
                  <a:pt x="189189" y="2305"/>
                  <a:pt x="194253" y="6914"/>
                </a:cubicBezTo>
                <a:cubicBezTo>
                  <a:pt x="206587" y="18209"/>
                  <a:pt x="212754" y="35899"/>
                  <a:pt x="212754" y="59983"/>
                </a:cubicBezTo>
                <a:cubicBezTo>
                  <a:pt x="212754" y="71019"/>
                  <a:pt x="211489" y="80822"/>
                  <a:pt x="208957" y="89391"/>
                </a:cubicBezTo>
                <a:cubicBezTo>
                  <a:pt x="206425" y="97960"/>
                  <a:pt x="203179" y="104647"/>
                  <a:pt x="199219" y="109450"/>
                </a:cubicBezTo>
                <a:cubicBezTo>
                  <a:pt x="195259" y="114254"/>
                  <a:pt x="191137" y="117808"/>
                  <a:pt x="186852" y="120113"/>
                </a:cubicBezTo>
                <a:cubicBezTo>
                  <a:pt x="182568" y="122418"/>
                  <a:pt x="178381" y="123570"/>
                  <a:pt x="174291" y="123570"/>
                </a:cubicBezTo>
                <a:close/>
                <a:moveTo>
                  <a:pt x="286596" y="83938"/>
                </a:moveTo>
                <a:cubicBezTo>
                  <a:pt x="286596" y="98804"/>
                  <a:pt x="287181" y="111365"/>
                  <a:pt x="288349" y="121622"/>
                </a:cubicBezTo>
                <a:lnTo>
                  <a:pt x="287960" y="122207"/>
                </a:lnTo>
                <a:cubicBezTo>
                  <a:pt x="284259" y="121817"/>
                  <a:pt x="281078" y="121622"/>
                  <a:pt x="278417" y="121622"/>
                </a:cubicBezTo>
                <a:lnTo>
                  <a:pt x="269166" y="122207"/>
                </a:lnTo>
                <a:lnTo>
                  <a:pt x="268971" y="121622"/>
                </a:lnTo>
                <a:cubicBezTo>
                  <a:pt x="270010" y="112988"/>
                  <a:pt x="270562" y="100427"/>
                  <a:pt x="270627" y="83938"/>
                </a:cubicBezTo>
                <a:lnTo>
                  <a:pt x="270627" y="34471"/>
                </a:lnTo>
                <a:cubicBezTo>
                  <a:pt x="270627" y="24344"/>
                  <a:pt x="269426" y="19280"/>
                  <a:pt x="267024" y="19280"/>
                </a:cubicBezTo>
                <a:cubicBezTo>
                  <a:pt x="265531" y="19280"/>
                  <a:pt x="262058" y="19751"/>
                  <a:pt x="256605" y="20692"/>
                </a:cubicBezTo>
                <a:cubicBezTo>
                  <a:pt x="251152" y="21634"/>
                  <a:pt x="247029" y="22234"/>
                  <a:pt x="244238" y="22494"/>
                </a:cubicBezTo>
                <a:lnTo>
                  <a:pt x="243069" y="16749"/>
                </a:lnTo>
                <a:cubicBezTo>
                  <a:pt x="248652" y="14996"/>
                  <a:pt x="256361" y="12058"/>
                  <a:pt x="266196" y="7936"/>
                </a:cubicBezTo>
                <a:cubicBezTo>
                  <a:pt x="276031" y="3814"/>
                  <a:pt x="282896" y="1169"/>
                  <a:pt x="286791" y="0"/>
                </a:cubicBezTo>
                <a:cubicBezTo>
                  <a:pt x="287700" y="0"/>
                  <a:pt x="288154" y="325"/>
                  <a:pt x="288154" y="974"/>
                </a:cubicBezTo>
                <a:cubicBezTo>
                  <a:pt x="287116" y="8439"/>
                  <a:pt x="286596" y="19215"/>
                  <a:pt x="286596" y="33303"/>
                </a:cubicBezTo>
                <a:lnTo>
                  <a:pt x="286596" y="83938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0.1">
            <a:extLst xmlns:a="http://schemas.openxmlformats.org/drawingml/2006/main">
              <a:ext uri="{FF2B5EF4-FFF2-40B4-BE49-F238E27FC236}">
                <a16:creationId xmlns:a16="http://schemas.microsoft.com/office/drawing/2014/main" id="{8609395C-C22F-41B2-B457-EB7D4263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98" y="4144021"/>
            <a:ext cx="195616" cy="123570"/>
          </a:xfrm>
          <a:custGeom xmlns:a="http://schemas.openxmlformats.org/drawingml/2006/main">
            <a:pathLst>
              <a:path w="195616" h="123570">
                <a:moveTo>
                  <a:pt x="38658" y="7790"/>
                </a:moveTo>
                <a:cubicBezTo>
                  <a:pt x="24311" y="7790"/>
                  <a:pt x="17138" y="26649"/>
                  <a:pt x="17138" y="64365"/>
                </a:cubicBezTo>
                <a:cubicBezTo>
                  <a:pt x="17138" y="68455"/>
                  <a:pt x="17236" y="72480"/>
                  <a:pt x="17430" y="76440"/>
                </a:cubicBezTo>
                <a:cubicBezTo>
                  <a:pt x="17625" y="80400"/>
                  <a:pt x="18161" y="84895"/>
                  <a:pt x="19037" y="89927"/>
                </a:cubicBezTo>
                <a:cubicBezTo>
                  <a:pt x="19913" y="94958"/>
                  <a:pt x="21082" y="99275"/>
                  <a:pt x="22542" y="102878"/>
                </a:cubicBezTo>
                <a:cubicBezTo>
                  <a:pt x="24003" y="106480"/>
                  <a:pt x="26032" y="109548"/>
                  <a:pt x="28628" y="112080"/>
                </a:cubicBezTo>
                <a:cubicBezTo>
                  <a:pt x="31225" y="114611"/>
                  <a:pt x="34309" y="115877"/>
                  <a:pt x="37879" y="115877"/>
                </a:cubicBezTo>
                <a:cubicBezTo>
                  <a:pt x="39632" y="115877"/>
                  <a:pt x="41401" y="115536"/>
                  <a:pt x="43186" y="114855"/>
                </a:cubicBezTo>
                <a:cubicBezTo>
                  <a:pt x="44971" y="114173"/>
                  <a:pt x="47162" y="112339"/>
                  <a:pt x="49759" y="109353"/>
                </a:cubicBezTo>
                <a:cubicBezTo>
                  <a:pt x="52356" y="106367"/>
                  <a:pt x="54303" y="102342"/>
                  <a:pt x="55602" y="97278"/>
                </a:cubicBezTo>
                <a:cubicBezTo>
                  <a:pt x="57874" y="89034"/>
                  <a:pt x="59010" y="76083"/>
                  <a:pt x="59010" y="58425"/>
                </a:cubicBezTo>
                <a:cubicBezTo>
                  <a:pt x="59010" y="45767"/>
                  <a:pt x="57906" y="35380"/>
                  <a:pt x="55699" y="27265"/>
                </a:cubicBezTo>
                <a:cubicBezTo>
                  <a:pt x="53492" y="19151"/>
                  <a:pt x="50733" y="13698"/>
                  <a:pt x="47422" y="10906"/>
                </a:cubicBezTo>
                <a:cubicBezTo>
                  <a:pt x="45020" y="8829"/>
                  <a:pt x="42099" y="7790"/>
                  <a:pt x="38658" y="7790"/>
                </a:cubicBezTo>
                <a:moveTo>
                  <a:pt x="37684" y="123570"/>
                </a:moveTo>
                <a:cubicBezTo>
                  <a:pt x="25869" y="123570"/>
                  <a:pt x="16635" y="117890"/>
                  <a:pt x="9981" y="106529"/>
                </a:cubicBezTo>
                <a:cubicBezTo>
                  <a:pt x="3327" y="95169"/>
                  <a:pt x="0" y="80984"/>
                  <a:pt x="0" y="63976"/>
                </a:cubicBezTo>
                <a:cubicBezTo>
                  <a:pt x="0" y="45085"/>
                  <a:pt x="3846" y="29700"/>
                  <a:pt x="11539" y="17820"/>
                </a:cubicBezTo>
                <a:cubicBezTo>
                  <a:pt x="19232" y="5940"/>
                  <a:pt x="28271" y="0"/>
                  <a:pt x="38658" y="0"/>
                </a:cubicBezTo>
                <a:cubicBezTo>
                  <a:pt x="46253" y="0"/>
                  <a:pt x="52583" y="2305"/>
                  <a:pt x="57646" y="6914"/>
                </a:cubicBezTo>
                <a:cubicBezTo>
                  <a:pt x="69981" y="18209"/>
                  <a:pt x="76148" y="35899"/>
                  <a:pt x="76148" y="59983"/>
                </a:cubicBezTo>
                <a:cubicBezTo>
                  <a:pt x="76148" y="71019"/>
                  <a:pt x="74882" y="80822"/>
                  <a:pt x="72350" y="89391"/>
                </a:cubicBezTo>
                <a:cubicBezTo>
                  <a:pt x="69818" y="97960"/>
                  <a:pt x="66573" y="104647"/>
                  <a:pt x="62613" y="109450"/>
                </a:cubicBezTo>
                <a:cubicBezTo>
                  <a:pt x="58653" y="114254"/>
                  <a:pt x="54530" y="117808"/>
                  <a:pt x="50246" y="120113"/>
                </a:cubicBezTo>
                <a:cubicBezTo>
                  <a:pt x="45961" y="122418"/>
                  <a:pt x="41774" y="123570"/>
                  <a:pt x="37684" y="123570"/>
                </a:cubicBezTo>
                <a:close/>
                <a:moveTo>
                  <a:pt x="95752" y="112859"/>
                </a:moveTo>
                <a:lnTo>
                  <a:pt x="95752" y="112080"/>
                </a:lnTo>
                <a:cubicBezTo>
                  <a:pt x="97504" y="107146"/>
                  <a:pt x="101075" y="103543"/>
                  <a:pt x="106463" y="101271"/>
                </a:cubicBezTo>
                <a:lnTo>
                  <a:pt x="107242" y="101271"/>
                </a:lnTo>
                <a:cubicBezTo>
                  <a:pt x="112695" y="103283"/>
                  <a:pt x="116298" y="106886"/>
                  <a:pt x="118051" y="112080"/>
                </a:cubicBezTo>
                <a:lnTo>
                  <a:pt x="118051" y="112859"/>
                </a:lnTo>
                <a:cubicBezTo>
                  <a:pt x="116168" y="118701"/>
                  <a:pt x="112565" y="122272"/>
                  <a:pt x="107242" y="123570"/>
                </a:cubicBezTo>
                <a:lnTo>
                  <a:pt x="106463" y="123570"/>
                </a:lnTo>
                <a:cubicBezTo>
                  <a:pt x="103282" y="122921"/>
                  <a:pt x="100929" y="121801"/>
                  <a:pt x="99403" y="120210"/>
                </a:cubicBezTo>
                <a:cubicBezTo>
                  <a:pt x="97878" y="118620"/>
                  <a:pt x="96660" y="116169"/>
                  <a:pt x="95752" y="112859"/>
                </a:cubicBezTo>
                <a:close/>
                <a:moveTo>
                  <a:pt x="193864" y="83938"/>
                </a:moveTo>
                <a:cubicBezTo>
                  <a:pt x="193864" y="98804"/>
                  <a:pt x="194448" y="111365"/>
                  <a:pt x="195616" y="121622"/>
                </a:cubicBezTo>
                <a:lnTo>
                  <a:pt x="195227" y="122207"/>
                </a:lnTo>
                <a:cubicBezTo>
                  <a:pt x="191527" y="121817"/>
                  <a:pt x="188346" y="121622"/>
                  <a:pt x="185684" y="121622"/>
                </a:cubicBezTo>
                <a:lnTo>
                  <a:pt x="176433" y="122207"/>
                </a:lnTo>
                <a:lnTo>
                  <a:pt x="176239" y="121622"/>
                </a:lnTo>
                <a:cubicBezTo>
                  <a:pt x="177277" y="112988"/>
                  <a:pt x="177829" y="100427"/>
                  <a:pt x="177894" y="83938"/>
                </a:cubicBezTo>
                <a:lnTo>
                  <a:pt x="177894" y="34471"/>
                </a:lnTo>
                <a:cubicBezTo>
                  <a:pt x="177894" y="24344"/>
                  <a:pt x="176693" y="19280"/>
                  <a:pt x="174291" y="19280"/>
                </a:cubicBezTo>
                <a:cubicBezTo>
                  <a:pt x="172798" y="19280"/>
                  <a:pt x="169325" y="19751"/>
                  <a:pt x="163872" y="20692"/>
                </a:cubicBezTo>
                <a:cubicBezTo>
                  <a:pt x="158419" y="21634"/>
                  <a:pt x="154296" y="22234"/>
                  <a:pt x="151505" y="22494"/>
                </a:cubicBezTo>
                <a:lnTo>
                  <a:pt x="150337" y="16749"/>
                </a:lnTo>
                <a:cubicBezTo>
                  <a:pt x="155919" y="14996"/>
                  <a:pt x="163628" y="12058"/>
                  <a:pt x="173463" y="7936"/>
                </a:cubicBezTo>
                <a:cubicBezTo>
                  <a:pt x="183298" y="3814"/>
                  <a:pt x="190163" y="1169"/>
                  <a:pt x="194058" y="0"/>
                </a:cubicBezTo>
                <a:cubicBezTo>
                  <a:pt x="194967" y="0"/>
                  <a:pt x="195422" y="325"/>
                  <a:pt x="195422" y="974"/>
                </a:cubicBezTo>
                <a:cubicBezTo>
                  <a:pt x="194383" y="8439"/>
                  <a:pt x="193864" y="19215"/>
                  <a:pt x="193864" y="33303"/>
                </a:cubicBezTo>
                <a:lnTo>
                  <a:pt x="193864" y="83938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1">
            <a:extLst xmlns:a="http://schemas.openxmlformats.org/drawingml/2006/main">
              <a:ext uri="{FF2B5EF4-FFF2-40B4-BE49-F238E27FC236}">
                <a16:creationId xmlns:a16="http://schemas.microsoft.com/office/drawing/2014/main" id="{34BE9CED-2EE5-461F-9902-85E4DBB0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8" y="3717583"/>
            <a:ext cx="45280" cy="122207"/>
          </a:xfrm>
          <a:custGeom xmlns:a="http://schemas.openxmlformats.org/drawingml/2006/main">
            <a:pathLst>
              <a:path w="45280" h="122207">
                <a:moveTo>
                  <a:pt x="43527" y="83938"/>
                </a:moveTo>
                <a:cubicBezTo>
                  <a:pt x="43527" y="98804"/>
                  <a:pt x="44111" y="111365"/>
                  <a:pt x="45280" y="121622"/>
                </a:cubicBezTo>
                <a:lnTo>
                  <a:pt x="44890" y="122207"/>
                </a:lnTo>
                <a:cubicBezTo>
                  <a:pt x="41190" y="121817"/>
                  <a:pt x="38009" y="121622"/>
                  <a:pt x="35347" y="121622"/>
                </a:cubicBezTo>
                <a:lnTo>
                  <a:pt x="26097" y="122207"/>
                </a:lnTo>
                <a:lnTo>
                  <a:pt x="25902" y="121622"/>
                </a:lnTo>
                <a:cubicBezTo>
                  <a:pt x="26941" y="112988"/>
                  <a:pt x="27492" y="100427"/>
                  <a:pt x="27557" y="83938"/>
                </a:cubicBezTo>
                <a:lnTo>
                  <a:pt x="27557" y="34471"/>
                </a:lnTo>
                <a:cubicBezTo>
                  <a:pt x="27557" y="24344"/>
                  <a:pt x="26356" y="19280"/>
                  <a:pt x="23954" y="19280"/>
                </a:cubicBezTo>
                <a:cubicBezTo>
                  <a:pt x="22461" y="19280"/>
                  <a:pt x="18988" y="19751"/>
                  <a:pt x="13535" y="20692"/>
                </a:cubicBezTo>
                <a:cubicBezTo>
                  <a:pt x="8082" y="21634"/>
                  <a:pt x="3960" y="22234"/>
                  <a:pt x="1169" y="22494"/>
                </a:cubicBezTo>
                <a:lnTo>
                  <a:pt x="0" y="16749"/>
                </a:lnTo>
                <a:cubicBezTo>
                  <a:pt x="5583" y="14996"/>
                  <a:pt x="13292" y="12058"/>
                  <a:pt x="23127" y="7936"/>
                </a:cubicBezTo>
                <a:cubicBezTo>
                  <a:pt x="32962" y="3814"/>
                  <a:pt x="39827" y="1169"/>
                  <a:pt x="43722" y="0"/>
                </a:cubicBezTo>
                <a:cubicBezTo>
                  <a:pt x="44631" y="0"/>
                  <a:pt x="45085" y="325"/>
                  <a:pt x="45085" y="974"/>
                </a:cubicBezTo>
                <a:cubicBezTo>
                  <a:pt x="44046" y="8439"/>
                  <a:pt x="43527" y="19215"/>
                  <a:pt x="43527" y="33303"/>
                </a:cubicBezTo>
                <a:lnTo>
                  <a:pt x="43527" y="83938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10">
            <a:extLst xmlns:a="http://schemas.openxmlformats.org/drawingml/2006/main">
              <a:ext uri="{FF2B5EF4-FFF2-40B4-BE49-F238E27FC236}">
                <a16:creationId xmlns:a16="http://schemas.microsoft.com/office/drawing/2014/main" id="{A7412490-CE37-4B8D-AB73-9A9911DD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47" y="3291144"/>
            <a:ext cx="155151" cy="123570"/>
          </a:xfrm>
          <a:custGeom xmlns:a="http://schemas.openxmlformats.org/drawingml/2006/main">
            <a:pathLst>
              <a:path w="155151" h="123570">
                <a:moveTo>
                  <a:pt x="43527" y="83938"/>
                </a:moveTo>
                <a:cubicBezTo>
                  <a:pt x="43527" y="98804"/>
                  <a:pt x="44111" y="111365"/>
                  <a:pt x="45280" y="121622"/>
                </a:cubicBezTo>
                <a:lnTo>
                  <a:pt x="44890" y="122207"/>
                </a:lnTo>
                <a:cubicBezTo>
                  <a:pt x="41190" y="121817"/>
                  <a:pt x="38009" y="121622"/>
                  <a:pt x="35347" y="121622"/>
                </a:cubicBezTo>
                <a:lnTo>
                  <a:pt x="26097" y="122207"/>
                </a:lnTo>
                <a:lnTo>
                  <a:pt x="25902" y="121622"/>
                </a:lnTo>
                <a:cubicBezTo>
                  <a:pt x="26941" y="112988"/>
                  <a:pt x="27492" y="100427"/>
                  <a:pt x="27557" y="83938"/>
                </a:cubicBezTo>
                <a:lnTo>
                  <a:pt x="27557" y="34471"/>
                </a:lnTo>
                <a:cubicBezTo>
                  <a:pt x="27557" y="24344"/>
                  <a:pt x="26356" y="19280"/>
                  <a:pt x="23954" y="19280"/>
                </a:cubicBezTo>
                <a:cubicBezTo>
                  <a:pt x="22461" y="19280"/>
                  <a:pt x="18988" y="19751"/>
                  <a:pt x="13535" y="20692"/>
                </a:cubicBezTo>
                <a:cubicBezTo>
                  <a:pt x="8082" y="21634"/>
                  <a:pt x="3960" y="22234"/>
                  <a:pt x="1169" y="22494"/>
                </a:cubicBezTo>
                <a:lnTo>
                  <a:pt x="0" y="16749"/>
                </a:lnTo>
                <a:cubicBezTo>
                  <a:pt x="5583" y="14996"/>
                  <a:pt x="13292" y="12058"/>
                  <a:pt x="23127" y="7936"/>
                </a:cubicBezTo>
                <a:cubicBezTo>
                  <a:pt x="32962" y="3814"/>
                  <a:pt x="39827" y="1169"/>
                  <a:pt x="43722" y="0"/>
                </a:cubicBezTo>
                <a:cubicBezTo>
                  <a:pt x="44631" y="0"/>
                  <a:pt x="45085" y="325"/>
                  <a:pt x="45085" y="974"/>
                </a:cubicBezTo>
                <a:cubicBezTo>
                  <a:pt x="44046" y="8439"/>
                  <a:pt x="43527" y="19215"/>
                  <a:pt x="43527" y="33303"/>
                </a:cubicBezTo>
                <a:lnTo>
                  <a:pt x="43527" y="83938"/>
                </a:lnTo>
                <a:close/>
                <a:moveTo>
                  <a:pt x="117661" y="7790"/>
                </a:moveTo>
                <a:cubicBezTo>
                  <a:pt x="103314" y="7790"/>
                  <a:pt x="96141" y="26649"/>
                  <a:pt x="96141" y="64365"/>
                </a:cubicBezTo>
                <a:cubicBezTo>
                  <a:pt x="96141" y="68455"/>
                  <a:pt x="96238" y="72480"/>
                  <a:pt x="96433" y="76440"/>
                </a:cubicBezTo>
                <a:cubicBezTo>
                  <a:pt x="96628" y="80400"/>
                  <a:pt x="97164" y="84895"/>
                  <a:pt x="98040" y="89927"/>
                </a:cubicBezTo>
                <a:cubicBezTo>
                  <a:pt x="98916" y="94958"/>
                  <a:pt x="100085" y="99275"/>
                  <a:pt x="101545" y="102878"/>
                </a:cubicBezTo>
                <a:cubicBezTo>
                  <a:pt x="103006" y="106480"/>
                  <a:pt x="105035" y="109548"/>
                  <a:pt x="107631" y="112080"/>
                </a:cubicBezTo>
                <a:cubicBezTo>
                  <a:pt x="110228" y="114611"/>
                  <a:pt x="113312" y="115877"/>
                  <a:pt x="116882" y="115877"/>
                </a:cubicBezTo>
                <a:cubicBezTo>
                  <a:pt x="118635" y="115877"/>
                  <a:pt x="120404" y="115536"/>
                  <a:pt x="122189" y="114855"/>
                </a:cubicBezTo>
                <a:cubicBezTo>
                  <a:pt x="123974" y="114173"/>
                  <a:pt x="126165" y="112339"/>
                  <a:pt x="128762" y="109353"/>
                </a:cubicBezTo>
                <a:cubicBezTo>
                  <a:pt x="131359" y="106367"/>
                  <a:pt x="133306" y="102342"/>
                  <a:pt x="134605" y="97278"/>
                </a:cubicBezTo>
                <a:cubicBezTo>
                  <a:pt x="136877" y="89034"/>
                  <a:pt x="138013" y="76083"/>
                  <a:pt x="138013" y="58425"/>
                </a:cubicBezTo>
                <a:cubicBezTo>
                  <a:pt x="138013" y="45767"/>
                  <a:pt x="136909" y="35380"/>
                  <a:pt x="134702" y="27265"/>
                </a:cubicBezTo>
                <a:cubicBezTo>
                  <a:pt x="132495" y="19151"/>
                  <a:pt x="129736" y="13698"/>
                  <a:pt x="126425" y="10906"/>
                </a:cubicBezTo>
                <a:cubicBezTo>
                  <a:pt x="124023" y="8829"/>
                  <a:pt x="121102" y="7790"/>
                  <a:pt x="117661" y="7790"/>
                </a:cubicBezTo>
                <a:moveTo>
                  <a:pt x="116687" y="123570"/>
                </a:moveTo>
                <a:cubicBezTo>
                  <a:pt x="104872" y="123570"/>
                  <a:pt x="95638" y="117890"/>
                  <a:pt x="88984" y="106529"/>
                </a:cubicBezTo>
                <a:cubicBezTo>
                  <a:pt x="82330" y="95169"/>
                  <a:pt x="79003" y="80984"/>
                  <a:pt x="79003" y="63976"/>
                </a:cubicBezTo>
                <a:cubicBezTo>
                  <a:pt x="79003" y="45085"/>
                  <a:pt x="82849" y="29700"/>
                  <a:pt x="90542" y="17820"/>
                </a:cubicBezTo>
                <a:cubicBezTo>
                  <a:pt x="98235" y="5940"/>
                  <a:pt x="107274" y="0"/>
                  <a:pt x="117661" y="0"/>
                </a:cubicBezTo>
                <a:cubicBezTo>
                  <a:pt x="125256" y="0"/>
                  <a:pt x="131586" y="2305"/>
                  <a:pt x="136649" y="6914"/>
                </a:cubicBezTo>
                <a:cubicBezTo>
                  <a:pt x="148984" y="18209"/>
                  <a:pt x="155151" y="35899"/>
                  <a:pt x="155151" y="59983"/>
                </a:cubicBezTo>
                <a:cubicBezTo>
                  <a:pt x="155151" y="71019"/>
                  <a:pt x="153885" y="80822"/>
                  <a:pt x="151353" y="89391"/>
                </a:cubicBezTo>
                <a:cubicBezTo>
                  <a:pt x="148821" y="97960"/>
                  <a:pt x="145576" y="104647"/>
                  <a:pt x="141616" y="109450"/>
                </a:cubicBezTo>
                <a:cubicBezTo>
                  <a:pt x="137656" y="114254"/>
                  <a:pt x="133533" y="117808"/>
                  <a:pt x="129249" y="120113"/>
                </a:cubicBezTo>
                <a:cubicBezTo>
                  <a:pt x="124964" y="122418"/>
                  <a:pt x="120777" y="123570"/>
                  <a:pt x="116687" y="123570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100">
            <a:extLst xmlns:a="http://schemas.openxmlformats.org/drawingml/2006/main">
              <a:ext uri="{FF2B5EF4-FFF2-40B4-BE49-F238E27FC236}">
                <a16:creationId xmlns:a16="http://schemas.microsoft.com/office/drawing/2014/main" id="{C8686C98-F3DD-4120-9804-7023E9CD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45" y="2864706"/>
            <a:ext cx="247884" cy="123570"/>
          </a:xfrm>
          <a:custGeom xmlns:a="http://schemas.openxmlformats.org/drawingml/2006/main">
            <a:pathLst>
              <a:path w="247884" h="123570">
                <a:moveTo>
                  <a:pt x="43527" y="83938"/>
                </a:moveTo>
                <a:cubicBezTo>
                  <a:pt x="43527" y="98804"/>
                  <a:pt x="44111" y="111365"/>
                  <a:pt x="45280" y="121622"/>
                </a:cubicBezTo>
                <a:lnTo>
                  <a:pt x="44890" y="122207"/>
                </a:lnTo>
                <a:cubicBezTo>
                  <a:pt x="41190" y="121817"/>
                  <a:pt x="38009" y="121622"/>
                  <a:pt x="35347" y="121622"/>
                </a:cubicBezTo>
                <a:lnTo>
                  <a:pt x="26097" y="122207"/>
                </a:lnTo>
                <a:lnTo>
                  <a:pt x="25902" y="121622"/>
                </a:lnTo>
                <a:cubicBezTo>
                  <a:pt x="26941" y="112988"/>
                  <a:pt x="27492" y="100427"/>
                  <a:pt x="27557" y="83938"/>
                </a:cubicBezTo>
                <a:lnTo>
                  <a:pt x="27557" y="34471"/>
                </a:lnTo>
                <a:cubicBezTo>
                  <a:pt x="27557" y="24344"/>
                  <a:pt x="26356" y="19280"/>
                  <a:pt x="23954" y="19280"/>
                </a:cubicBezTo>
                <a:cubicBezTo>
                  <a:pt x="22461" y="19280"/>
                  <a:pt x="18988" y="19751"/>
                  <a:pt x="13535" y="20692"/>
                </a:cubicBezTo>
                <a:cubicBezTo>
                  <a:pt x="8082" y="21634"/>
                  <a:pt x="3960" y="22234"/>
                  <a:pt x="1169" y="22494"/>
                </a:cubicBezTo>
                <a:lnTo>
                  <a:pt x="0" y="16749"/>
                </a:lnTo>
                <a:cubicBezTo>
                  <a:pt x="5583" y="14996"/>
                  <a:pt x="13292" y="12058"/>
                  <a:pt x="23127" y="7936"/>
                </a:cubicBezTo>
                <a:cubicBezTo>
                  <a:pt x="32962" y="3814"/>
                  <a:pt x="39827" y="1169"/>
                  <a:pt x="43722" y="0"/>
                </a:cubicBezTo>
                <a:cubicBezTo>
                  <a:pt x="44631" y="0"/>
                  <a:pt x="45085" y="325"/>
                  <a:pt x="45085" y="974"/>
                </a:cubicBezTo>
                <a:cubicBezTo>
                  <a:pt x="44046" y="8439"/>
                  <a:pt x="43527" y="19215"/>
                  <a:pt x="43527" y="33303"/>
                </a:cubicBezTo>
                <a:lnTo>
                  <a:pt x="43527" y="83938"/>
                </a:lnTo>
                <a:close/>
                <a:moveTo>
                  <a:pt x="117661" y="7790"/>
                </a:moveTo>
                <a:cubicBezTo>
                  <a:pt x="103314" y="7790"/>
                  <a:pt x="96141" y="26649"/>
                  <a:pt x="96141" y="64365"/>
                </a:cubicBezTo>
                <a:cubicBezTo>
                  <a:pt x="96141" y="68455"/>
                  <a:pt x="96238" y="72480"/>
                  <a:pt x="96433" y="76440"/>
                </a:cubicBezTo>
                <a:cubicBezTo>
                  <a:pt x="96628" y="80400"/>
                  <a:pt x="97164" y="84895"/>
                  <a:pt x="98040" y="89927"/>
                </a:cubicBezTo>
                <a:cubicBezTo>
                  <a:pt x="98916" y="94958"/>
                  <a:pt x="100085" y="99275"/>
                  <a:pt x="101545" y="102878"/>
                </a:cubicBezTo>
                <a:cubicBezTo>
                  <a:pt x="103006" y="106480"/>
                  <a:pt x="105035" y="109548"/>
                  <a:pt x="107631" y="112080"/>
                </a:cubicBezTo>
                <a:cubicBezTo>
                  <a:pt x="110228" y="114611"/>
                  <a:pt x="113312" y="115877"/>
                  <a:pt x="116882" y="115877"/>
                </a:cubicBezTo>
                <a:cubicBezTo>
                  <a:pt x="118635" y="115877"/>
                  <a:pt x="120404" y="115536"/>
                  <a:pt x="122189" y="114855"/>
                </a:cubicBezTo>
                <a:cubicBezTo>
                  <a:pt x="123974" y="114173"/>
                  <a:pt x="126165" y="112339"/>
                  <a:pt x="128762" y="109353"/>
                </a:cubicBezTo>
                <a:cubicBezTo>
                  <a:pt x="131359" y="106367"/>
                  <a:pt x="133306" y="102342"/>
                  <a:pt x="134605" y="97278"/>
                </a:cubicBezTo>
                <a:cubicBezTo>
                  <a:pt x="136877" y="89034"/>
                  <a:pt x="138013" y="76083"/>
                  <a:pt x="138013" y="58425"/>
                </a:cubicBezTo>
                <a:cubicBezTo>
                  <a:pt x="138013" y="45767"/>
                  <a:pt x="136909" y="35380"/>
                  <a:pt x="134702" y="27265"/>
                </a:cubicBezTo>
                <a:cubicBezTo>
                  <a:pt x="132495" y="19151"/>
                  <a:pt x="129736" y="13698"/>
                  <a:pt x="126425" y="10906"/>
                </a:cubicBezTo>
                <a:cubicBezTo>
                  <a:pt x="124023" y="8829"/>
                  <a:pt x="121102" y="7790"/>
                  <a:pt x="117661" y="7790"/>
                </a:cubicBezTo>
                <a:moveTo>
                  <a:pt x="116687" y="123570"/>
                </a:moveTo>
                <a:cubicBezTo>
                  <a:pt x="104872" y="123570"/>
                  <a:pt x="95638" y="117890"/>
                  <a:pt x="88984" y="106529"/>
                </a:cubicBezTo>
                <a:cubicBezTo>
                  <a:pt x="82330" y="95169"/>
                  <a:pt x="79003" y="80984"/>
                  <a:pt x="79003" y="63976"/>
                </a:cubicBezTo>
                <a:cubicBezTo>
                  <a:pt x="79003" y="45085"/>
                  <a:pt x="82849" y="29700"/>
                  <a:pt x="90542" y="17820"/>
                </a:cubicBezTo>
                <a:cubicBezTo>
                  <a:pt x="98235" y="5940"/>
                  <a:pt x="107274" y="0"/>
                  <a:pt x="117661" y="0"/>
                </a:cubicBezTo>
                <a:cubicBezTo>
                  <a:pt x="125256" y="0"/>
                  <a:pt x="131586" y="2305"/>
                  <a:pt x="136649" y="6914"/>
                </a:cubicBezTo>
                <a:cubicBezTo>
                  <a:pt x="148984" y="18209"/>
                  <a:pt x="155151" y="35899"/>
                  <a:pt x="155151" y="59983"/>
                </a:cubicBezTo>
                <a:cubicBezTo>
                  <a:pt x="155151" y="71019"/>
                  <a:pt x="153885" y="80822"/>
                  <a:pt x="151353" y="89391"/>
                </a:cubicBezTo>
                <a:cubicBezTo>
                  <a:pt x="148821" y="97960"/>
                  <a:pt x="145576" y="104647"/>
                  <a:pt x="141616" y="109450"/>
                </a:cubicBezTo>
                <a:cubicBezTo>
                  <a:pt x="137656" y="114254"/>
                  <a:pt x="133533" y="117808"/>
                  <a:pt x="129249" y="120113"/>
                </a:cubicBezTo>
                <a:cubicBezTo>
                  <a:pt x="124964" y="122418"/>
                  <a:pt x="120777" y="123570"/>
                  <a:pt x="116687" y="123570"/>
                </a:cubicBezTo>
                <a:close/>
                <a:moveTo>
                  <a:pt x="210394" y="7790"/>
                </a:moveTo>
                <a:cubicBezTo>
                  <a:pt x="196047" y="7790"/>
                  <a:pt x="188874" y="26649"/>
                  <a:pt x="188874" y="64365"/>
                </a:cubicBezTo>
                <a:cubicBezTo>
                  <a:pt x="188874" y="68455"/>
                  <a:pt x="188971" y="72480"/>
                  <a:pt x="189166" y="76440"/>
                </a:cubicBezTo>
                <a:cubicBezTo>
                  <a:pt x="189361" y="80400"/>
                  <a:pt x="189896" y="84895"/>
                  <a:pt x="190773" y="89927"/>
                </a:cubicBezTo>
                <a:cubicBezTo>
                  <a:pt x="191649" y="94958"/>
                  <a:pt x="192818" y="99275"/>
                  <a:pt x="194278" y="102878"/>
                </a:cubicBezTo>
                <a:cubicBezTo>
                  <a:pt x="195739" y="106480"/>
                  <a:pt x="197768" y="109548"/>
                  <a:pt x="200364" y="112080"/>
                </a:cubicBezTo>
                <a:cubicBezTo>
                  <a:pt x="202961" y="114611"/>
                  <a:pt x="206045" y="115877"/>
                  <a:pt x="209615" y="115877"/>
                </a:cubicBezTo>
                <a:cubicBezTo>
                  <a:pt x="211368" y="115877"/>
                  <a:pt x="213137" y="115536"/>
                  <a:pt x="214922" y="114855"/>
                </a:cubicBezTo>
                <a:cubicBezTo>
                  <a:pt x="216707" y="114173"/>
                  <a:pt x="218898" y="112339"/>
                  <a:pt x="221495" y="109353"/>
                </a:cubicBezTo>
                <a:cubicBezTo>
                  <a:pt x="224092" y="106367"/>
                  <a:pt x="226039" y="102342"/>
                  <a:pt x="227337" y="97278"/>
                </a:cubicBezTo>
                <a:cubicBezTo>
                  <a:pt x="229610" y="89034"/>
                  <a:pt x="230746" y="76083"/>
                  <a:pt x="230746" y="58425"/>
                </a:cubicBezTo>
                <a:cubicBezTo>
                  <a:pt x="230746" y="45767"/>
                  <a:pt x="229642" y="35380"/>
                  <a:pt x="227435" y="27265"/>
                </a:cubicBezTo>
                <a:cubicBezTo>
                  <a:pt x="225228" y="19151"/>
                  <a:pt x="222469" y="13698"/>
                  <a:pt x="219158" y="10906"/>
                </a:cubicBezTo>
                <a:cubicBezTo>
                  <a:pt x="216756" y="8829"/>
                  <a:pt x="213835" y="7790"/>
                  <a:pt x="210394" y="7790"/>
                </a:cubicBezTo>
                <a:moveTo>
                  <a:pt x="209420" y="123570"/>
                </a:moveTo>
                <a:cubicBezTo>
                  <a:pt x="197605" y="123570"/>
                  <a:pt x="188371" y="117890"/>
                  <a:pt x="181717" y="106529"/>
                </a:cubicBezTo>
                <a:cubicBezTo>
                  <a:pt x="175063" y="95169"/>
                  <a:pt x="171736" y="80984"/>
                  <a:pt x="171736" y="63976"/>
                </a:cubicBezTo>
                <a:cubicBezTo>
                  <a:pt x="171736" y="45085"/>
                  <a:pt x="175582" y="29700"/>
                  <a:pt x="183275" y="17820"/>
                </a:cubicBezTo>
                <a:cubicBezTo>
                  <a:pt x="190968" y="5940"/>
                  <a:pt x="200007" y="0"/>
                  <a:pt x="210394" y="0"/>
                </a:cubicBezTo>
                <a:cubicBezTo>
                  <a:pt x="217989" y="0"/>
                  <a:pt x="224319" y="2305"/>
                  <a:pt x="229382" y="6914"/>
                </a:cubicBezTo>
                <a:cubicBezTo>
                  <a:pt x="241717" y="18209"/>
                  <a:pt x="247884" y="35899"/>
                  <a:pt x="247884" y="59983"/>
                </a:cubicBezTo>
                <a:cubicBezTo>
                  <a:pt x="247884" y="71019"/>
                  <a:pt x="246618" y="80822"/>
                  <a:pt x="244086" y="89391"/>
                </a:cubicBezTo>
                <a:cubicBezTo>
                  <a:pt x="241554" y="97960"/>
                  <a:pt x="238308" y="104647"/>
                  <a:pt x="234348" y="109450"/>
                </a:cubicBezTo>
                <a:cubicBezTo>
                  <a:pt x="230389" y="114254"/>
                  <a:pt x="226266" y="117808"/>
                  <a:pt x="221982" y="120113"/>
                </a:cubicBezTo>
                <a:cubicBezTo>
                  <a:pt x="217697" y="122418"/>
                  <a:pt x="213510" y="123570"/>
                  <a:pt x="209420" y="123570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C519C-32BD-4BAD-8696-3230D9B3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887" y="2631517"/>
            <a:ext cx="10" cy="2119811"/>
          </a:xfrm>
          <a:custGeom xmlns:a="http://schemas.openxmlformats.org/drawingml/2006/main">
            <a:pathLst>
              <a:path w="1" h="2119811" fill="none">
                <a:moveTo>
                  <a:pt x="0" y="0"/>
                </a:moveTo>
                <a:lnTo>
                  <a:pt x="0" y="2119811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18731F-A8CA-4E17-B56A-DB7A33E3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96" y="2631517"/>
            <a:ext cx="10" cy="2119811"/>
          </a:xfrm>
          <a:custGeom xmlns:a="http://schemas.openxmlformats.org/drawingml/2006/main">
            <a:pathLst>
              <a:path w="1" h="2119811" fill="none">
                <a:moveTo>
                  <a:pt x="0" y="0"/>
                </a:moveTo>
                <a:lnTo>
                  <a:pt x="0" y="2119811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A06A79-282E-406F-804B-34FC8559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256" y="4622117"/>
            <a:ext cx="3230695" cy="10"/>
          </a:xfrm>
          <a:custGeom xmlns:a="http://schemas.openxmlformats.org/drawingml/2006/main">
            <a:pathLst>
              <a:path w="3230695" h="1" fill="none">
                <a:moveTo>
                  <a:pt x="0" y="0"/>
                </a:moveTo>
                <a:lnTo>
                  <a:pt x="3230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E0C642-2DE9-40D8-8DDE-01C0C045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256" y="4195844"/>
            <a:ext cx="3230695" cy="10"/>
          </a:xfrm>
          <a:custGeom xmlns:a="http://schemas.openxmlformats.org/drawingml/2006/main">
            <a:pathLst>
              <a:path w="3230695" h="1" fill="none">
                <a:moveTo>
                  <a:pt x="0" y="0"/>
                </a:moveTo>
                <a:lnTo>
                  <a:pt x="3230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C8F728-4096-4413-9407-2964E405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256" y="3769406"/>
            <a:ext cx="3230695" cy="10"/>
          </a:xfrm>
          <a:custGeom xmlns:a="http://schemas.openxmlformats.org/drawingml/2006/main">
            <a:pathLst>
              <a:path w="3230695" h="1" fill="none">
                <a:moveTo>
                  <a:pt x="0" y="0"/>
                </a:moveTo>
                <a:lnTo>
                  <a:pt x="3230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409C4-799C-41D7-8CDB-C5B42D8D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256" y="3342968"/>
            <a:ext cx="3230695" cy="10"/>
          </a:xfrm>
          <a:custGeom xmlns:a="http://schemas.openxmlformats.org/drawingml/2006/main">
            <a:pathLst>
              <a:path w="3230695" h="1" fill="none">
                <a:moveTo>
                  <a:pt x="0" y="0"/>
                </a:moveTo>
                <a:lnTo>
                  <a:pt x="3230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A21CB3-A283-4DED-856A-D1FBDF97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256" y="2916529"/>
            <a:ext cx="3230695" cy="10"/>
          </a:xfrm>
          <a:custGeom xmlns:a="http://schemas.openxmlformats.org/drawingml/2006/main">
            <a:pathLst>
              <a:path w="3230695" h="1" fill="none">
                <a:moveTo>
                  <a:pt x="0" y="0"/>
                </a:moveTo>
                <a:lnTo>
                  <a:pt x="3230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27" name="Text 2010">
            <a:extLst xmlns:a="http://schemas.openxmlformats.org/drawingml/2006/main">
              <a:ext uri="{FF2B5EF4-FFF2-40B4-BE49-F238E27FC236}">
                <a16:creationId xmlns:a16="http://schemas.microsoft.com/office/drawing/2014/main" id="{3D6760D2-09F9-4C09-B328-EB089D6C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935" y="4845750"/>
            <a:ext cx="351685" cy="123570"/>
          </a:xfrm>
          <a:custGeom xmlns:a="http://schemas.openxmlformats.org/drawingml/2006/main">
            <a:pathLst>
              <a:path w="351685" h="123570">
                <a:moveTo>
                  <a:pt x="33854" y="11296"/>
                </a:moveTo>
                <a:cubicBezTo>
                  <a:pt x="27492" y="11296"/>
                  <a:pt x="22364" y="12854"/>
                  <a:pt x="18469" y="15970"/>
                </a:cubicBezTo>
                <a:cubicBezTo>
                  <a:pt x="17236" y="16943"/>
                  <a:pt x="16148" y="18047"/>
                  <a:pt x="15207" y="19280"/>
                </a:cubicBezTo>
                <a:cubicBezTo>
                  <a:pt x="14266" y="20514"/>
                  <a:pt x="13616" y="21439"/>
                  <a:pt x="13259" y="22056"/>
                </a:cubicBezTo>
                <a:cubicBezTo>
                  <a:pt x="12902" y="22672"/>
                  <a:pt x="12286" y="24019"/>
                  <a:pt x="11409" y="26097"/>
                </a:cubicBezTo>
                <a:cubicBezTo>
                  <a:pt x="10533" y="28174"/>
                  <a:pt x="9965" y="29505"/>
                  <a:pt x="9705" y="30089"/>
                </a:cubicBezTo>
                <a:lnTo>
                  <a:pt x="7076" y="29894"/>
                </a:lnTo>
                <a:lnTo>
                  <a:pt x="2694" y="16164"/>
                </a:lnTo>
                <a:cubicBezTo>
                  <a:pt x="5745" y="12140"/>
                  <a:pt x="10224" y="8439"/>
                  <a:pt x="16132" y="5064"/>
                </a:cubicBezTo>
                <a:cubicBezTo>
                  <a:pt x="22039" y="1688"/>
                  <a:pt x="29018" y="0"/>
                  <a:pt x="37068" y="0"/>
                </a:cubicBezTo>
                <a:cubicBezTo>
                  <a:pt x="47974" y="0"/>
                  <a:pt x="56527" y="2954"/>
                  <a:pt x="62726" y="8861"/>
                </a:cubicBezTo>
                <a:cubicBezTo>
                  <a:pt x="68926" y="14769"/>
                  <a:pt x="72026" y="22542"/>
                  <a:pt x="72026" y="32183"/>
                </a:cubicBezTo>
                <a:cubicBezTo>
                  <a:pt x="72026" y="41823"/>
                  <a:pt x="67222" y="53167"/>
                  <a:pt x="57614" y="66216"/>
                </a:cubicBezTo>
                <a:cubicBezTo>
                  <a:pt x="53524" y="71733"/>
                  <a:pt x="49386" y="76894"/>
                  <a:pt x="45199" y="81698"/>
                </a:cubicBezTo>
                <a:cubicBezTo>
                  <a:pt x="41011" y="86502"/>
                  <a:pt x="37749" y="90073"/>
                  <a:pt x="35412" y="92410"/>
                </a:cubicBezTo>
                <a:cubicBezTo>
                  <a:pt x="33075" y="94747"/>
                  <a:pt x="29700" y="98025"/>
                  <a:pt x="25285" y="102245"/>
                </a:cubicBezTo>
                <a:cubicBezTo>
                  <a:pt x="22948" y="104517"/>
                  <a:pt x="21780" y="106334"/>
                  <a:pt x="21780" y="107698"/>
                </a:cubicBezTo>
                <a:cubicBezTo>
                  <a:pt x="21780" y="108022"/>
                  <a:pt x="21877" y="108347"/>
                  <a:pt x="22072" y="108671"/>
                </a:cubicBezTo>
                <a:cubicBezTo>
                  <a:pt x="25707" y="108412"/>
                  <a:pt x="31128" y="108282"/>
                  <a:pt x="38334" y="108282"/>
                </a:cubicBezTo>
                <a:cubicBezTo>
                  <a:pt x="50668" y="108282"/>
                  <a:pt x="62840" y="107730"/>
                  <a:pt x="74850" y="106626"/>
                </a:cubicBezTo>
                <a:cubicBezTo>
                  <a:pt x="74200" y="109288"/>
                  <a:pt x="73843" y="112437"/>
                  <a:pt x="73778" y="116072"/>
                </a:cubicBezTo>
                <a:cubicBezTo>
                  <a:pt x="73778" y="117630"/>
                  <a:pt x="74006" y="119805"/>
                  <a:pt x="74460" y="122596"/>
                </a:cubicBezTo>
                <a:cubicBezTo>
                  <a:pt x="58620" y="121947"/>
                  <a:pt x="47065" y="121622"/>
                  <a:pt x="39794" y="121622"/>
                </a:cubicBezTo>
                <a:cubicBezTo>
                  <a:pt x="39145" y="121622"/>
                  <a:pt x="26551" y="121947"/>
                  <a:pt x="2012" y="122596"/>
                </a:cubicBezTo>
                <a:cubicBezTo>
                  <a:pt x="649" y="120389"/>
                  <a:pt x="0" y="117792"/>
                  <a:pt x="65" y="114806"/>
                </a:cubicBezTo>
                <a:cubicBezTo>
                  <a:pt x="65" y="113897"/>
                  <a:pt x="162" y="113053"/>
                  <a:pt x="357" y="112274"/>
                </a:cubicBezTo>
                <a:cubicBezTo>
                  <a:pt x="617" y="112015"/>
                  <a:pt x="2921" y="109856"/>
                  <a:pt x="7271" y="105799"/>
                </a:cubicBezTo>
                <a:cubicBezTo>
                  <a:pt x="11620" y="101741"/>
                  <a:pt x="14980" y="98528"/>
                  <a:pt x="17349" y="96159"/>
                </a:cubicBezTo>
                <a:cubicBezTo>
                  <a:pt x="19719" y="93789"/>
                  <a:pt x="22964" y="90495"/>
                  <a:pt x="27087" y="86275"/>
                </a:cubicBezTo>
                <a:cubicBezTo>
                  <a:pt x="31209" y="82055"/>
                  <a:pt x="34942" y="77901"/>
                  <a:pt x="38285" y="73811"/>
                </a:cubicBezTo>
                <a:cubicBezTo>
                  <a:pt x="41628" y="69721"/>
                  <a:pt x="44631" y="65664"/>
                  <a:pt x="47292" y="61639"/>
                </a:cubicBezTo>
                <a:cubicBezTo>
                  <a:pt x="52356" y="54044"/>
                  <a:pt x="54887" y="45117"/>
                  <a:pt x="54887" y="34861"/>
                </a:cubicBezTo>
                <a:cubicBezTo>
                  <a:pt x="54887" y="28109"/>
                  <a:pt x="52745" y="22494"/>
                  <a:pt x="48461" y="18015"/>
                </a:cubicBezTo>
                <a:cubicBezTo>
                  <a:pt x="44176" y="13535"/>
                  <a:pt x="39307" y="11296"/>
                  <a:pt x="33854" y="11296"/>
                </a:cubicBezTo>
                <a:close/>
                <a:moveTo>
                  <a:pt x="128730" y="7790"/>
                </a:moveTo>
                <a:cubicBezTo>
                  <a:pt x="114383" y="7790"/>
                  <a:pt x="107210" y="26649"/>
                  <a:pt x="107210" y="64365"/>
                </a:cubicBezTo>
                <a:cubicBezTo>
                  <a:pt x="107210" y="68455"/>
                  <a:pt x="107307" y="72480"/>
                  <a:pt x="107502" y="76440"/>
                </a:cubicBezTo>
                <a:cubicBezTo>
                  <a:pt x="107697" y="80400"/>
                  <a:pt x="108232" y="84895"/>
                  <a:pt x="109109" y="89927"/>
                </a:cubicBezTo>
                <a:cubicBezTo>
                  <a:pt x="109985" y="94958"/>
                  <a:pt x="111154" y="99275"/>
                  <a:pt x="112614" y="102878"/>
                </a:cubicBezTo>
                <a:cubicBezTo>
                  <a:pt x="114075" y="106480"/>
                  <a:pt x="116103" y="109548"/>
                  <a:pt x="118700" y="112080"/>
                </a:cubicBezTo>
                <a:cubicBezTo>
                  <a:pt x="121297" y="114611"/>
                  <a:pt x="124380" y="115877"/>
                  <a:pt x="127951" y="115877"/>
                </a:cubicBezTo>
                <a:cubicBezTo>
                  <a:pt x="129704" y="115877"/>
                  <a:pt x="131473" y="115536"/>
                  <a:pt x="133258" y="114855"/>
                </a:cubicBezTo>
                <a:cubicBezTo>
                  <a:pt x="135043" y="114173"/>
                  <a:pt x="137234" y="112339"/>
                  <a:pt x="139831" y="109353"/>
                </a:cubicBezTo>
                <a:cubicBezTo>
                  <a:pt x="142427" y="106367"/>
                  <a:pt x="144375" y="102342"/>
                  <a:pt x="145673" y="97278"/>
                </a:cubicBezTo>
                <a:cubicBezTo>
                  <a:pt x="147945" y="89034"/>
                  <a:pt x="149081" y="76083"/>
                  <a:pt x="149081" y="58425"/>
                </a:cubicBezTo>
                <a:cubicBezTo>
                  <a:pt x="149081" y="45767"/>
                  <a:pt x="147978" y="35380"/>
                  <a:pt x="145771" y="27265"/>
                </a:cubicBezTo>
                <a:cubicBezTo>
                  <a:pt x="143563" y="19151"/>
                  <a:pt x="140804" y="13698"/>
                  <a:pt x="137494" y="10906"/>
                </a:cubicBezTo>
                <a:cubicBezTo>
                  <a:pt x="135092" y="8829"/>
                  <a:pt x="132170" y="7790"/>
                  <a:pt x="128730" y="7790"/>
                </a:cubicBezTo>
                <a:moveTo>
                  <a:pt x="127756" y="123570"/>
                </a:moveTo>
                <a:cubicBezTo>
                  <a:pt x="115941" y="123570"/>
                  <a:pt x="106707" y="117890"/>
                  <a:pt x="100053" y="106529"/>
                </a:cubicBezTo>
                <a:cubicBezTo>
                  <a:pt x="93399" y="95169"/>
                  <a:pt x="90072" y="80984"/>
                  <a:pt x="90072" y="63976"/>
                </a:cubicBezTo>
                <a:cubicBezTo>
                  <a:pt x="90072" y="45085"/>
                  <a:pt x="93918" y="29700"/>
                  <a:pt x="101611" y="17820"/>
                </a:cubicBezTo>
                <a:cubicBezTo>
                  <a:pt x="109303" y="5940"/>
                  <a:pt x="118343" y="0"/>
                  <a:pt x="128730" y="0"/>
                </a:cubicBezTo>
                <a:cubicBezTo>
                  <a:pt x="136325" y="0"/>
                  <a:pt x="142655" y="2305"/>
                  <a:pt x="147718" y="6914"/>
                </a:cubicBezTo>
                <a:cubicBezTo>
                  <a:pt x="160052" y="18209"/>
                  <a:pt x="166220" y="35899"/>
                  <a:pt x="166220" y="59983"/>
                </a:cubicBezTo>
                <a:cubicBezTo>
                  <a:pt x="166220" y="71019"/>
                  <a:pt x="164954" y="80822"/>
                  <a:pt x="162422" y="89391"/>
                </a:cubicBezTo>
                <a:cubicBezTo>
                  <a:pt x="159890" y="97960"/>
                  <a:pt x="156644" y="104647"/>
                  <a:pt x="152684" y="109450"/>
                </a:cubicBezTo>
                <a:cubicBezTo>
                  <a:pt x="148724" y="114254"/>
                  <a:pt x="144602" y="117808"/>
                  <a:pt x="140318" y="120113"/>
                </a:cubicBezTo>
                <a:cubicBezTo>
                  <a:pt x="136033" y="122418"/>
                  <a:pt x="131846" y="123570"/>
                  <a:pt x="127756" y="123570"/>
                </a:cubicBezTo>
                <a:close/>
                <a:moveTo>
                  <a:pt x="240061" y="83938"/>
                </a:moveTo>
                <a:cubicBezTo>
                  <a:pt x="240061" y="98804"/>
                  <a:pt x="240646" y="111365"/>
                  <a:pt x="241814" y="121622"/>
                </a:cubicBezTo>
                <a:lnTo>
                  <a:pt x="241425" y="122207"/>
                </a:lnTo>
                <a:cubicBezTo>
                  <a:pt x="237724" y="121817"/>
                  <a:pt x="234543" y="121622"/>
                  <a:pt x="231882" y="121622"/>
                </a:cubicBezTo>
                <a:lnTo>
                  <a:pt x="222631" y="122207"/>
                </a:lnTo>
                <a:lnTo>
                  <a:pt x="222436" y="121622"/>
                </a:lnTo>
                <a:cubicBezTo>
                  <a:pt x="223475" y="112988"/>
                  <a:pt x="224027" y="100427"/>
                  <a:pt x="224092" y="83938"/>
                </a:cubicBezTo>
                <a:lnTo>
                  <a:pt x="224092" y="34471"/>
                </a:lnTo>
                <a:cubicBezTo>
                  <a:pt x="224092" y="24344"/>
                  <a:pt x="222891" y="19280"/>
                  <a:pt x="220489" y="19280"/>
                </a:cubicBezTo>
                <a:cubicBezTo>
                  <a:pt x="218996" y="19280"/>
                  <a:pt x="215523" y="19751"/>
                  <a:pt x="210070" y="20692"/>
                </a:cubicBezTo>
                <a:cubicBezTo>
                  <a:pt x="204617" y="21634"/>
                  <a:pt x="200494" y="22234"/>
                  <a:pt x="197703" y="22494"/>
                </a:cubicBezTo>
                <a:lnTo>
                  <a:pt x="196534" y="16749"/>
                </a:lnTo>
                <a:cubicBezTo>
                  <a:pt x="202117" y="14996"/>
                  <a:pt x="209826" y="12058"/>
                  <a:pt x="219661" y="7936"/>
                </a:cubicBezTo>
                <a:cubicBezTo>
                  <a:pt x="229496" y="3814"/>
                  <a:pt x="236361" y="1169"/>
                  <a:pt x="240256" y="0"/>
                </a:cubicBezTo>
                <a:cubicBezTo>
                  <a:pt x="241165" y="0"/>
                  <a:pt x="241619" y="325"/>
                  <a:pt x="241619" y="974"/>
                </a:cubicBezTo>
                <a:cubicBezTo>
                  <a:pt x="240581" y="8439"/>
                  <a:pt x="240061" y="19215"/>
                  <a:pt x="240061" y="33303"/>
                </a:cubicBezTo>
                <a:lnTo>
                  <a:pt x="240061" y="83938"/>
                </a:lnTo>
                <a:close/>
                <a:moveTo>
                  <a:pt x="314195" y="7790"/>
                </a:moveTo>
                <a:cubicBezTo>
                  <a:pt x="299849" y="7790"/>
                  <a:pt x="292675" y="26649"/>
                  <a:pt x="292675" y="64365"/>
                </a:cubicBezTo>
                <a:cubicBezTo>
                  <a:pt x="292675" y="68455"/>
                  <a:pt x="292773" y="72480"/>
                  <a:pt x="292967" y="76440"/>
                </a:cubicBezTo>
                <a:cubicBezTo>
                  <a:pt x="293162" y="80400"/>
                  <a:pt x="293698" y="84895"/>
                  <a:pt x="294574" y="89927"/>
                </a:cubicBezTo>
                <a:cubicBezTo>
                  <a:pt x="295451" y="94958"/>
                  <a:pt x="296619" y="99275"/>
                  <a:pt x="298080" y="102878"/>
                </a:cubicBezTo>
                <a:cubicBezTo>
                  <a:pt x="299540" y="106480"/>
                  <a:pt x="301569" y="109548"/>
                  <a:pt x="304166" y="112080"/>
                </a:cubicBezTo>
                <a:cubicBezTo>
                  <a:pt x="306762" y="114611"/>
                  <a:pt x="309846" y="115877"/>
                  <a:pt x="313416" y="115877"/>
                </a:cubicBezTo>
                <a:cubicBezTo>
                  <a:pt x="315169" y="115877"/>
                  <a:pt x="316938" y="115536"/>
                  <a:pt x="318723" y="114855"/>
                </a:cubicBezTo>
                <a:cubicBezTo>
                  <a:pt x="320509" y="114173"/>
                  <a:pt x="322700" y="112339"/>
                  <a:pt x="325296" y="109353"/>
                </a:cubicBezTo>
                <a:cubicBezTo>
                  <a:pt x="327893" y="106367"/>
                  <a:pt x="329840" y="102342"/>
                  <a:pt x="331139" y="97278"/>
                </a:cubicBezTo>
                <a:cubicBezTo>
                  <a:pt x="333411" y="89034"/>
                  <a:pt x="334547" y="76083"/>
                  <a:pt x="334547" y="58425"/>
                </a:cubicBezTo>
                <a:cubicBezTo>
                  <a:pt x="334547" y="45767"/>
                  <a:pt x="333443" y="35380"/>
                  <a:pt x="331236" y="27265"/>
                </a:cubicBezTo>
                <a:cubicBezTo>
                  <a:pt x="329029" y="19151"/>
                  <a:pt x="326270" y="13698"/>
                  <a:pt x="322959" y="10906"/>
                </a:cubicBezTo>
                <a:cubicBezTo>
                  <a:pt x="320557" y="8829"/>
                  <a:pt x="317636" y="7790"/>
                  <a:pt x="314195" y="7790"/>
                </a:cubicBezTo>
                <a:moveTo>
                  <a:pt x="313222" y="123570"/>
                </a:moveTo>
                <a:cubicBezTo>
                  <a:pt x="301407" y="123570"/>
                  <a:pt x="292172" y="117890"/>
                  <a:pt x="285518" y="106529"/>
                </a:cubicBezTo>
                <a:cubicBezTo>
                  <a:pt x="278864" y="95169"/>
                  <a:pt x="275537" y="80984"/>
                  <a:pt x="275537" y="63976"/>
                </a:cubicBezTo>
                <a:cubicBezTo>
                  <a:pt x="275537" y="45085"/>
                  <a:pt x="279384" y="29700"/>
                  <a:pt x="287076" y="17820"/>
                </a:cubicBezTo>
                <a:cubicBezTo>
                  <a:pt x="294769" y="5940"/>
                  <a:pt x="303809" y="0"/>
                  <a:pt x="314195" y="0"/>
                </a:cubicBezTo>
                <a:cubicBezTo>
                  <a:pt x="321791" y="0"/>
                  <a:pt x="328120" y="2305"/>
                  <a:pt x="333184" y="6914"/>
                </a:cubicBezTo>
                <a:cubicBezTo>
                  <a:pt x="345518" y="18209"/>
                  <a:pt x="351685" y="35899"/>
                  <a:pt x="351685" y="59983"/>
                </a:cubicBezTo>
                <a:cubicBezTo>
                  <a:pt x="351685" y="71019"/>
                  <a:pt x="350419" y="80822"/>
                  <a:pt x="347887" y="89391"/>
                </a:cubicBezTo>
                <a:cubicBezTo>
                  <a:pt x="345356" y="97960"/>
                  <a:pt x="342110" y="104647"/>
                  <a:pt x="338150" y="109450"/>
                </a:cubicBezTo>
                <a:cubicBezTo>
                  <a:pt x="334190" y="114254"/>
                  <a:pt x="330068" y="117808"/>
                  <a:pt x="325783" y="120113"/>
                </a:cubicBezTo>
                <a:cubicBezTo>
                  <a:pt x="321499" y="122418"/>
                  <a:pt x="317311" y="123570"/>
                  <a:pt x="313222" y="123570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2020">
            <a:extLst xmlns:a="http://schemas.openxmlformats.org/drawingml/2006/main">
              <a:ext uri="{FF2B5EF4-FFF2-40B4-BE49-F238E27FC236}">
                <a16:creationId xmlns:a16="http://schemas.microsoft.com/office/drawing/2014/main" id="{D502176D-D2F9-4F63-B91B-D8D4B4D2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744" y="4845750"/>
            <a:ext cx="351685" cy="123570"/>
          </a:xfrm>
          <a:custGeom xmlns:a="http://schemas.openxmlformats.org/drawingml/2006/main">
            <a:pathLst>
              <a:path w="351685" h="123570">
                <a:moveTo>
                  <a:pt x="33854" y="11296"/>
                </a:moveTo>
                <a:cubicBezTo>
                  <a:pt x="27492" y="11296"/>
                  <a:pt x="22364" y="12854"/>
                  <a:pt x="18469" y="15970"/>
                </a:cubicBezTo>
                <a:cubicBezTo>
                  <a:pt x="17236" y="16943"/>
                  <a:pt x="16148" y="18047"/>
                  <a:pt x="15207" y="19280"/>
                </a:cubicBezTo>
                <a:cubicBezTo>
                  <a:pt x="14266" y="20514"/>
                  <a:pt x="13616" y="21439"/>
                  <a:pt x="13259" y="22056"/>
                </a:cubicBezTo>
                <a:cubicBezTo>
                  <a:pt x="12902" y="22672"/>
                  <a:pt x="12286" y="24019"/>
                  <a:pt x="11409" y="26097"/>
                </a:cubicBezTo>
                <a:cubicBezTo>
                  <a:pt x="10533" y="28174"/>
                  <a:pt x="9965" y="29505"/>
                  <a:pt x="9705" y="30089"/>
                </a:cubicBezTo>
                <a:lnTo>
                  <a:pt x="7076" y="29894"/>
                </a:lnTo>
                <a:lnTo>
                  <a:pt x="2694" y="16164"/>
                </a:lnTo>
                <a:cubicBezTo>
                  <a:pt x="5745" y="12140"/>
                  <a:pt x="10224" y="8439"/>
                  <a:pt x="16132" y="5064"/>
                </a:cubicBezTo>
                <a:cubicBezTo>
                  <a:pt x="22039" y="1688"/>
                  <a:pt x="29018" y="0"/>
                  <a:pt x="37068" y="0"/>
                </a:cubicBezTo>
                <a:cubicBezTo>
                  <a:pt x="47974" y="0"/>
                  <a:pt x="56527" y="2954"/>
                  <a:pt x="62726" y="8861"/>
                </a:cubicBezTo>
                <a:cubicBezTo>
                  <a:pt x="68926" y="14769"/>
                  <a:pt x="72026" y="22542"/>
                  <a:pt x="72026" y="32183"/>
                </a:cubicBezTo>
                <a:cubicBezTo>
                  <a:pt x="72026" y="41823"/>
                  <a:pt x="67222" y="53167"/>
                  <a:pt x="57614" y="66216"/>
                </a:cubicBezTo>
                <a:cubicBezTo>
                  <a:pt x="53524" y="71733"/>
                  <a:pt x="49386" y="76894"/>
                  <a:pt x="45199" y="81698"/>
                </a:cubicBezTo>
                <a:cubicBezTo>
                  <a:pt x="41011" y="86502"/>
                  <a:pt x="37749" y="90073"/>
                  <a:pt x="35412" y="92410"/>
                </a:cubicBezTo>
                <a:cubicBezTo>
                  <a:pt x="33075" y="94747"/>
                  <a:pt x="29700" y="98025"/>
                  <a:pt x="25285" y="102245"/>
                </a:cubicBezTo>
                <a:cubicBezTo>
                  <a:pt x="22948" y="104517"/>
                  <a:pt x="21780" y="106334"/>
                  <a:pt x="21780" y="107698"/>
                </a:cubicBezTo>
                <a:cubicBezTo>
                  <a:pt x="21780" y="108022"/>
                  <a:pt x="21877" y="108347"/>
                  <a:pt x="22072" y="108671"/>
                </a:cubicBezTo>
                <a:cubicBezTo>
                  <a:pt x="25707" y="108412"/>
                  <a:pt x="31128" y="108282"/>
                  <a:pt x="38334" y="108282"/>
                </a:cubicBezTo>
                <a:cubicBezTo>
                  <a:pt x="50668" y="108282"/>
                  <a:pt x="62840" y="107730"/>
                  <a:pt x="74850" y="106626"/>
                </a:cubicBezTo>
                <a:cubicBezTo>
                  <a:pt x="74200" y="109288"/>
                  <a:pt x="73843" y="112437"/>
                  <a:pt x="73778" y="116072"/>
                </a:cubicBezTo>
                <a:cubicBezTo>
                  <a:pt x="73778" y="117630"/>
                  <a:pt x="74006" y="119805"/>
                  <a:pt x="74460" y="122596"/>
                </a:cubicBezTo>
                <a:cubicBezTo>
                  <a:pt x="58620" y="121947"/>
                  <a:pt x="47065" y="121622"/>
                  <a:pt x="39794" y="121622"/>
                </a:cubicBezTo>
                <a:cubicBezTo>
                  <a:pt x="39145" y="121622"/>
                  <a:pt x="26551" y="121947"/>
                  <a:pt x="2012" y="122596"/>
                </a:cubicBezTo>
                <a:cubicBezTo>
                  <a:pt x="649" y="120389"/>
                  <a:pt x="0" y="117792"/>
                  <a:pt x="65" y="114806"/>
                </a:cubicBezTo>
                <a:cubicBezTo>
                  <a:pt x="65" y="113897"/>
                  <a:pt x="162" y="113053"/>
                  <a:pt x="357" y="112274"/>
                </a:cubicBezTo>
                <a:cubicBezTo>
                  <a:pt x="617" y="112015"/>
                  <a:pt x="2921" y="109856"/>
                  <a:pt x="7271" y="105799"/>
                </a:cubicBezTo>
                <a:cubicBezTo>
                  <a:pt x="11620" y="101741"/>
                  <a:pt x="14980" y="98528"/>
                  <a:pt x="17349" y="96159"/>
                </a:cubicBezTo>
                <a:cubicBezTo>
                  <a:pt x="19719" y="93789"/>
                  <a:pt x="22964" y="90495"/>
                  <a:pt x="27087" y="86275"/>
                </a:cubicBezTo>
                <a:cubicBezTo>
                  <a:pt x="31209" y="82055"/>
                  <a:pt x="34942" y="77901"/>
                  <a:pt x="38285" y="73811"/>
                </a:cubicBezTo>
                <a:cubicBezTo>
                  <a:pt x="41628" y="69721"/>
                  <a:pt x="44631" y="65664"/>
                  <a:pt x="47292" y="61639"/>
                </a:cubicBezTo>
                <a:cubicBezTo>
                  <a:pt x="52356" y="54044"/>
                  <a:pt x="54887" y="45117"/>
                  <a:pt x="54887" y="34861"/>
                </a:cubicBezTo>
                <a:cubicBezTo>
                  <a:pt x="54887" y="28109"/>
                  <a:pt x="52745" y="22494"/>
                  <a:pt x="48461" y="18015"/>
                </a:cubicBezTo>
                <a:cubicBezTo>
                  <a:pt x="44176" y="13535"/>
                  <a:pt x="39307" y="11296"/>
                  <a:pt x="33854" y="11296"/>
                </a:cubicBezTo>
                <a:close/>
                <a:moveTo>
                  <a:pt x="128730" y="7790"/>
                </a:moveTo>
                <a:cubicBezTo>
                  <a:pt x="114383" y="7790"/>
                  <a:pt x="107210" y="26649"/>
                  <a:pt x="107210" y="64365"/>
                </a:cubicBezTo>
                <a:cubicBezTo>
                  <a:pt x="107210" y="68455"/>
                  <a:pt x="107307" y="72480"/>
                  <a:pt x="107502" y="76440"/>
                </a:cubicBezTo>
                <a:cubicBezTo>
                  <a:pt x="107696" y="80400"/>
                  <a:pt x="108232" y="84895"/>
                  <a:pt x="109108" y="89927"/>
                </a:cubicBezTo>
                <a:cubicBezTo>
                  <a:pt x="109985" y="94958"/>
                  <a:pt x="111153" y="99275"/>
                  <a:pt x="112614" y="102878"/>
                </a:cubicBezTo>
                <a:cubicBezTo>
                  <a:pt x="114075" y="106480"/>
                  <a:pt x="116103" y="109548"/>
                  <a:pt x="118700" y="112080"/>
                </a:cubicBezTo>
                <a:cubicBezTo>
                  <a:pt x="121297" y="114611"/>
                  <a:pt x="124380" y="115877"/>
                  <a:pt x="127951" y="115877"/>
                </a:cubicBezTo>
                <a:cubicBezTo>
                  <a:pt x="129703" y="115877"/>
                  <a:pt x="131472" y="115536"/>
                  <a:pt x="133258" y="114855"/>
                </a:cubicBezTo>
                <a:cubicBezTo>
                  <a:pt x="135043" y="114173"/>
                  <a:pt x="137234" y="112339"/>
                  <a:pt x="139830" y="109353"/>
                </a:cubicBezTo>
                <a:cubicBezTo>
                  <a:pt x="142427" y="106367"/>
                  <a:pt x="144375" y="102342"/>
                  <a:pt x="145673" y="97278"/>
                </a:cubicBezTo>
                <a:cubicBezTo>
                  <a:pt x="147945" y="89034"/>
                  <a:pt x="149081" y="76083"/>
                  <a:pt x="149081" y="58425"/>
                </a:cubicBezTo>
                <a:cubicBezTo>
                  <a:pt x="149081" y="45767"/>
                  <a:pt x="147978" y="35380"/>
                  <a:pt x="145770" y="27265"/>
                </a:cubicBezTo>
                <a:cubicBezTo>
                  <a:pt x="143563" y="19151"/>
                  <a:pt x="140804" y="13698"/>
                  <a:pt x="137493" y="10906"/>
                </a:cubicBezTo>
                <a:cubicBezTo>
                  <a:pt x="135091" y="8829"/>
                  <a:pt x="132170" y="7790"/>
                  <a:pt x="128730" y="7790"/>
                </a:cubicBezTo>
                <a:moveTo>
                  <a:pt x="127756" y="123570"/>
                </a:moveTo>
                <a:cubicBezTo>
                  <a:pt x="115941" y="123570"/>
                  <a:pt x="106706" y="117890"/>
                  <a:pt x="100052" y="106529"/>
                </a:cubicBezTo>
                <a:cubicBezTo>
                  <a:pt x="93398" y="95169"/>
                  <a:pt x="90071" y="80984"/>
                  <a:pt x="90071" y="63976"/>
                </a:cubicBezTo>
                <a:cubicBezTo>
                  <a:pt x="90071" y="45085"/>
                  <a:pt x="93918" y="29700"/>
                  <a:pt x="101610" y="17820"/>
                </a:cubicBezTo>
                <a:cubicBezTo>
                  <a:pt x="109303" y="5940"/>
                  <a:pt x="118343" y="0"/>
                  <a:pt x="128730" y="0"/>
                </a:cubicBezTo>
                <a:cubicBezTo>
                  <a:pt x="136325" y="0"/>
                  <a:pt x="142654" y="2305"/>
                  <a:pt x="147718" y="6914"/>
                </a:cubicBezTo>
                <a:cubicBezTo>
                  <a:pt x="160052" y="18209"/>
                  <a:pt x="166219" y="35899"/>
                  <a:pt x="166219" y="59983"/>
                </a:cubicBezTo>
                <a:cubicBezTo>
                  <a:pt x="166219" y="71019"/>
                  <a:pt x="164953" y="80822"/>
                  <a:pt x="162422" y="89391"/>
                </a:cubicBezTo>
                <a:cubicBezTo>
                  <a:pt x="159890" y="97960"/>
                  <a:pt x="156644" y="104647"/>
                  <a:pt x="152684" y="109450"/>
                </a:cubicBezTo>
                <a:cubicBezTo>
                  <a:pt x="148724" y="114254"/>
                  <a:pt x="144602" y="117808"/>
                  <a:pt x="140317" y="120113"/>
                </a:cubicBezTo>
                <a:cubicBezTo>
                  <a:pt x="136033" y="122418"/>
                  <a:pt x="131846" y="123570"/>
                  <a:pt x="127756" y="123570"/>
                </a:cubicBezTo>
                <a:close/>
                <a:moveTo>
                  <a:pt x="219320" y="11296"/>
                </a:moveTo>
                <a:cubicBezTo>
                  <a:pt x="212958" y="11296"/>
                  <a:pt x="207830" y="12854"/>
                  <a:pt x="203935" y="15970"/>
                </a:cubicBezTo>
                <a:cubicBezTo>
                  <a:pt x="202701" y="16943"/>
                  <a:pt x="201614" y="18047"/>
                  <a:pt x="200673" y="19280"/>
                </a:cubicBezTo>
                <a:cubicBezTo>
                  <a:pt x="199731" y="20514"/>
                  <a:pt x="199082" y="21439"/>
                  <a:pt x="198725" y="22056"/>
                </a:cubicBezTo>
                <a:cubicBezTo>
                  <a:pt x="198368" y="22672"/>
                  <a:pt x="197751" y="24019"/>
                  <a:pt x="196875" y="26097"/>
                </a:cubicBezTo>
                <a:cubicBezTo>
                  <a:pt x="195999" y="28174"/>
                  <a:pt x="195431" y="29505"/>
                  <a:pt x="195171" y="30089"/>
                </a:cubicBezTo>
                <a:lnTo>
                  <a:pt x="192542" y="29894"/>
                </a:lnTo>
                <a:lnTo>
                  <a:pt x="188160" y="16164"/>
                </a:lnTo>
                <a:cubicBezTo>
                  <a:pt x="191211" y="12140"/>
                  <a:pt x="195690" y="8439"/>
                  <a:pt x="201598" y="5064"/>
                </a:cubicBezTo>
                <a:cubicBezTo>
                  <a:pt x="207505" y="1688"/>
                  <a:pt x="214484" y="0"/>
                  <a:pt x="222533" y="0"/>
                </a:cubicBezTo>
                <a:cubicBezTo>
                  <a:pt x="233440" y="0"/>
                  <a:pt x="241992" y="2954"/>
                  <a:pt x="248192" y="8861"/>
                </a:cubicBezTo>
                <a:cubicBezTo>
                  <a:pt x="254392" y="14769"/>
                  <a:pt x="257491" y="22542"/>
                  <a:pt x="257491" y="32183"/>
                </a:cubicBezTo>
                <a:cubicBezTo>
                  <a:pt x="257491" y="41823"/>
                  <a:pt x="252688" y="53167"/>
                  <a:pt x="243080" y="66216"/>
                </a:cubicBezTo>
                <a:cubicBezTo>
                  <a:pt x="238990" y="71733"/>
                  <a:pt x="234852" y="76894"/>
                  <a:pt x="230664" y="81698"/>
                </a:cubicBezTo>
                <a:cubicBezTo>
                  <a:pt x="226477" y="86502"/>
                  <a:pt x="223215" y="90073"/>
                  <a:pt x="220878" y="92410"/>
                </a:cubicBezTo>
                <a:cubicBezTo>
                  <a:pt x="218541" y="94747"/>
                  <a:pt x="215165" y="98025"/>
                  <a:pt x="210751" y="102245"/>
                </a:cubicBezTo>
                <a:cubicBezTo>
                  <a:pt x="208414" y="104517"/>
                  <a:pt x="207245" y="106334"/>
                  <a:pt x="207245" y="107698"/>
                </a:cubicBezTo>
                <a:cubicBezTo>
                  <a:pt x="207245" y="108022"/>
                  <a:pt x="207343" y="108347"/>
                  <a:pt x="207538" y="108671"/>
                </a:cubicBezTo>
                <a:cubicBezTo>
                  <a:pt x="211173" y="108412"/>
                  <a:pt x="216594" y="108282"/>
                  <a:pt x="223799" y="108282"/>
                </a:cubicBezTo>
                <a:cubicBezTo>
                  <a:pt x="236134" y="108282"/>
                  <a:pt x="248306" y="107730"/>
                  <a:pt x="260315" y="106626"/>
                </a:cubicBezTo>
                <a:cubicBezTo>
                  <a:pt x="259666" y="109288"/>
                  <a:pt x="259309" y="112437"/>
                  <a:pt x="259244" y="116072"/>
                </a:cubicBezTo>
                <a:cubicBezTo>
                  <a:pt x="259244" y="117630"/>
                  <a:pt x="259471" y="119805"/>
                  <a:pt x="259926" y="122596"/>
                </a:cubicBezTo>
                <a:cubicBezTo>
                  <a:pt x="244086" y="121947"/>
                  <a:pt x="232531" y="121622"/>
                  <a:pt x="225260" y="121622"/>
                </a:cubicBezTo>
                <a:cubicBezTo>
                  <a:pt x="224611" y="121622"/>
                  <a:pt x="212017" y="121947"/>
                  <a:pt x="187478" y="122596"/>
                </a:cubicBezTo>
                <a:cubicBezTo>
                  <a:pt x="186115" y="120389"/>
                  <a:pt x="185466" y="117792"/>
                  <a:pt x="185531" y="114806"/>
                </a:cubicBezTo>
                <a:cubicBezTo>
                  <a:pt x="185531" y="113897"/>
                  <a:pt x="185628" y="113053"/>
                  <a:pt x="185823" y="112274"/>
                </a:cubicBezTo>
                <a:cubicBezTo>
                  <a:pt x="186082" y="112015"/>
                  <a:pt x="188387" y="109856"/>
                  <a:pt x="192736" y="105799"/>
                </a:cubicBezTo>
                <a:cubicBezTo>
                  <a:pt x="197086" y="101741"/>
                  <a:pt x="200445" y="98528"/>
                  <a:pt x="202815" y="96159"/>
                </a:cubicBezTo>
                <a:cubicBezTo>
                  <a:pt x="205184" y="93789"/>
                  <a:pt x="208430" y="90495"/>
                  <a:pt x="212552" y="86275"/>
                </a:cubicBezTo>
                <a:cubicBezTo>
                  <a:pt x="216675" y="82055"/>
                  <a:pt x="220407" y="77901"/>
                  <a:pt x="223751" y="73811"/>
                </a:cubicBezTo>
                <a:cubicBezTo>
                  <a:pt x="227094" y="69721"/>
                  <a:pt x="230096" y="65664"/>
                  <a:pt x="232758" y="61639"/>
                </a:cubicBezTo>
                <a:cubicBezTo>
                  <a:pt x="237821" y="54044"/>
                  <a:pt x="240353" y="45117"/>
                  <a:pt x="240353" y="34861"/>
                </a:cubicBezTo>
                <a:cubicBezTo>
                  <a:pt x="240353" y="28109"/>
                  <a:pt x="238211" y="22494"/>
                  <a:pt x="233926" y="18015"/>
                </a:cubicBezTo>
                <a:cubicBezTo>
                  <a:pt x="229642" y="13535"/>
                  <a:pt x="224773" y="11296"/>
                  <a:pt x="219320" y="11296"/>
                </a:cubicBezTo>
                <a:close/>
                <a:moveTo>
                  <a:pt x="314195" y="7790"/>
                </a:moveTo>
                <a:cubicBezTo>
                  <a:pt x="299848" y="7790"/>
                  <a:pt x="292675" y="26649"/>
                  <a:pt x="292675" y="64365"/>
                </a:cubicBezTo>
                <a:cubicBezTo>
                  <a:pt x="292675" y="68455"/>
                  <a:pt x="292772" y="72480"/>
                  <a:pt x="292967" y="76440"/>
                </a:cubicBezTo>
                <a:cubicBezTo>
                  <a:pt x="293162" y="80400"/>
                  <a:pt x="293697" y="84895"/>
                  <a:pt x="294574" y="89927"/>
                </a:cubicBezTo>
                <a:cubicBezTo>
                  <a:pt x="295450" y="94958"/>
                  <a:pt x="296619" y="99275"/>
                  <a:pt x="298079" y="102878"/>
                </a:cubicBezTo>
                <a:cubicBezTo>
                  <a:pt x="299540" y="106480"/>
                  <a:pt x="301569" y="109548"/>
                  <a:pt x="304165" y="112080"/>
                </a:cubicBezTo>
                <a:cubicBezTo>
                  <a:pt x="306762" y="114611"/>
                  <a:pt x="309846" y="115877"/>
                  <a:pt x="313416" y="115877"/>
                </a:cubicBezTo>
                <a:cubicBezTo>
                  <a:pt x="315169" y="115877"/>
                  <a:pt x="316938" y="115536"/>
                  <a:pt x="318723" y="114855"/>
                </a:cubicBezTo>
                <a:cubicBezTo>
                  <a:pt x="320508" y="114173"/>
                  <a:pt x="322699" y="112339"/>
                  <a:pt x="325296" y="109353"/>
                </a:cubicBezTo>
                <a:cubicBezTo>
                  <a:pt x="327893" y="106367"/>
                  <a:pt x="329840" y="102342"/>
                  <a:pt x="331138" y="97278"/>
                </a:cubicBezTo>
                <a:cubicBezTo>
                  <a:pt x="333411" y="89034"/>
                  <a:pt x="334547" y="76083"/>
                  <a:pt x="334547" y="58425"/>
                </a:cubicBezTo>
                <a:cubicBezTo>
                  <a:pt x="334547" y="45767"/>
                  <a:pt x="333443" y="35380"/>
                  <a:pt x="331236" y="27265"/>
                </a:cubicBezTo>
                <a:cubicBezTo>
                  <a:pt x="329029" y="19151"/>
                  <a:pt x="326270" y="13698"/>
                  <a:pt x="322959" y="10906"/>
                </a:cubicBezTo>
                <a:cubicBezTo>
                  <a:pt x="320557" y="8829"/>
                  <a:pt x="317636" y="7790"/>
                  <a:pt x="314195" y="7790"/>
                </a:cubicBezTo>
                <a:moveTo>
                  <a:pt x="313221" y="123570"/>
                </a:moveTo>
                <a:cubicBezTo>
                  <a:pt x="301406" y="123570"/>
                  <a:pt x="292172" y="117890"/>
                  <a:pt x="285518" y="106529"/>
                </a:cubicBezTo>
                <a:cubicBezTo>
                  <a:pt x="278864" y="95169"/>
                  <a:pt x="275537" y="80984"/>
                  <a:pt x="275537" y="63976"/>
                </a:cubicBezTo>
                <a:cubicBezTo>
                  <a:pt x="275537" y="45085"/>
                  <a:pt x="279383" y="29700"/>
                  <a:pt x="287076" y="17820"/>
                </a:cubicBezTo>
                <a:cubicBezTo>
                  <a:pt x="294769" y="5940"/>
                  <a:pt x="303808" y="0"/>
                  <a:pt x="314195" y="0"/>
                </a:cubicBezTo>
                <a:cubicBezTo>
                  <a:pt x="321790" y="0"/>
                  <a:pt x="328120" y="2305"/>
                  <a:pt x="333183" y="6914"/>
                </a:cubicBezTo>
                <a:cubicBezTo>
                  <a:pt x="345518" y="18209"/>
                  <a:pt x="351685" y="35899"/>
                  <a:pt x="351685" y="59983"/>
                </a:cubicBezTo>
                <a:cubicBezTo>
                  <a:pt x="351685" y="71019"/>
                  <a:pt x="350419" y="80822"/>
                  <a:pt x="347887" y="89391"/>
                </a:cubicBezTo>
                <a:cubicBezTo>
                  <a:pt x="345355" y="97960"/>
                  <a:pt x="342109" y="104647"/>
                  <a:pt x="338150" y="109450"/>
                </a:cubicBezTo>
                <a:cubicBezTo>
                  <a:pt x="334190" y="114254"/>
                  <a:pt x="330067" y="117808"/>
                  <a:pt x="325783" y="120113"/>
                </a:cubicBezTo>
                <a:cubicBezTo>
                  <a:pt x="321498" y="122418"/>
                  <a:pt x="317311" y="123570"/>
                  <a:pt x="313221" y="123570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9BE7A1-ECBB-4E23-8447-4EB8D6D0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580" y="380584"/>
            <a:ext cx="10" cy="2119811"/>
          </a:xfrm>
          <a:custGeom xmlns:a="http://schemas.openxmlformats.org/drawingml/2006/main">
            <a:pathLst>
              <a:path w="1" h="2119811" fill="none">
                <a:moveTo>
                  <a:pt x="0" y="0"/>
                </a:moveTo>
                <a:lnTo>
                  <a:pt x="0" y="2119811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F64118-4E5E-48B0-A25C-43879BBA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388" y="380584"/>
            <a:ext cx="10" cy="2119811"/>
          </a:xfrm>
          <a:custGeom xmlns:a="http://schemas.openxmlformats.org/drawingml/2006/main">
            <a:pathLst>
              <a:path w="1" h="2119811" fill="none">
                <a:moveTo>
                  <a:pt x="0" y="0"/>
                </a:moveTo>
                <a:lnTo>
                  <a:pt x="0" y="2119811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356A6-9C21-4B8C-BF6E-A703A77D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49" y="2371184"/>
            <a:ext cx="3230695" cy="10"/>
          </a:xfrm>
          <a:custGeom xmlns:a="http://schemas.openxmlformats.org/drawingml/2006/main">
            <a:pathLst>
              <a:path w="3230695" h="1" fill="none">
                <a:moveTo>
                  <a:pt x="0" y="0"/>
                </a:moveTo>
                <a:lnTo>
                  <a:pt x="3230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8F4173-D71D-4E6F-9808-CA60A327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49" y="1944911"/>
            <a:ext cx="3230695" cy="10"/>
          </a:xfrm>
          <a:custGeom xmlns:a="http://schemas.openxmlformats.org/drawingml/2006/main">
            <a:pathLst>
              <a:path w="3230695" h="1" fill="none">
                <a:moveTo>
                  <a:pt x="0" y="0"/>
                </a:moveTo>
                <a:lnTo>
                  <a:pt x="3230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4388C-2883-4487-ADDF-9AF647D5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49" y="1518473"/>
            <a:ext cx="3230695" cy="10"/>
          </a:xfrm>
          <a:custGeom xmlns:a="http://schemas.openxmlformats.org/drawingml/2006/main">
            <a:pathLst>
              <a:path w="3230695" h="1" fill="none">
                <a:moveTo>
                  <a:pt x="0" y="0"/>
                </a:moveTo>
                <a:lnTo>
                  <a:pt x="3230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17E3EA-C33E-496F-BC9A-9FD07A0E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49" y="1092034"/>
            <a:ext cx="3230695" cy="10"/>
          </a:xfrm>
          <a:custGeom xmlns:a="http://schemas.openxmlformats.org/drawingml/2006/main">
            <a:pathLst>
              <a:path w="3230695" h="1" fill="none">
                <a:moveTo>
                  <a:pt x="0" y="0"/>
                </a:moveTo>
                <a:lnTo>
                  <a:pt x="3230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8A2AF3-309B-4242-B9E4-56759BEE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949" y="665596"/>
            <a:ext cx="3230695" cy="10"/>
          </a:xfrm>
          <a:custGeom xmlns:a="http://schemas.openxmlformats.org/drawingml/2006/main">
            <a:pathLst>
              <a:path w="3230695" h="1" fill="none">
                <a:moveTo>
                  <a:pt x="0" y="0"/>
                </a:moveTo>
                <a:lnTo>
                  <a:pt x="3230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36" name="Text 0.01">
            <a:extLst xmlns:a="http://schemas.openxmlformats.org/drawingml/2006/main">
              <a:ext uri="{FF2B5EF4-FFF2-40B4-BE49-F238E27FC236}">
                <a16:creationId xmlns:a16="http://schemas.microsoft.com/office/drawing/2014/main" id="{F5263FF4-BB34-49C6-9C8B-727FF78F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96" y="2319360"/>
            <a:ext cx="288349" cy="123570"/>
          </a:xfrm>
          <a:custGeom xmlns:a="http://schemas.openxmlformats.org/drawingml/2006/main">
            <a:pathLst>
              <a:path w="288349" h="123570">
                <a:moveTo>
                  <a:pt x="38658" y="7790"/>
                </a:moveTo>
                <a:cubicBezTo>
                  <a:pt x="24311" y="7790"/>
                  <a:pt x="17138" y="26649"/>
                  <a:pt x="17138" y="64365"/>
                </a:cubicBezTo>
                <a:cubicBezTo>
                  <a:pt x="17138" y="68455"/>
                  <a:pt x="17236" y="72480"/>
                  <a:pt x="17430" y="76440"/>
                </a:cubicBezTo>
                <a:cubicBezTo>
                  <a:pt x="17625" y="80400"/>
                  <a:pt x="18161" y="84895"/>
                  <a:pt x="19037" y="89927"/>
                </a:cubicBezTo>
                <a:cubicBezTo>
                  <a:pt x="19913" y="94958"/>
                  <a:pt x="21082" y="99275"/>
                  <a:pt x="22542" y="102878"/>
                </a:cubicBezTo>
                <a:cubicBezTo>
                  <a:pt x="24003" y="106480"/>
                  <a:pt x="26032" y="109548"/>
                  <a:pt x="28628" y="112080"/>
                </a:cubicBezTo>
                <a:cubicBezTo>
                  <a:pt x="31225" y="114611"/>
                  <a:pt x="34309" y="115877"/>
                  <a:pt x="37879" y="115877"/>
                </a:cubicBezTo>
                <a:cubicBezTo>
                  <a:pt x="39632" y="115877"/>
                  <a:pt x="41401" y="115536"/>
                  <a:pt x="43186" y="114855"/>
                </a:cubicBezTo>
                <a:cubicBezTo>
                  <a:pt x="44971" y="114173"/>
                  <a:pt x="47162" y="112339"/>
                  <a:pt x="49759" y="109353"/>
                </a:cubicBezTo>
                <a:cubicBezTo>
                  <a:pt x="52356" y="106367"/>
                  <a:pt x="54303" y="102342"/>
                  <a:pt x="55602" y="97278"/>
                </a:cubicBezTo>
                <a:cubicBezTo>
                  <a:pt x="57874" y="89034"/>
                  <a:pt x="59010" y="76083"/>
                  <a:pt x="59010" y="58425"/>
                </a:cubicBezTo>
                <a:cubicBezTo>
                  <a:pt x="59010" y="45767"/>
                  <a:pt x="57906" y="35380"/>
                  <a:pt x="55699" y="27265"/>
                </a:cubicBezTo>
                <a:cubicBezTo>
                  <a:pt x="53492" y="19151"/>
                  <a:pt x="50733" y="13698"/>
                  <a:pt x="47422" y="10906"/>
                </a:cubicBezTo>
                <a:cubicBezTo>
                  <a:pt x="45020" y="8829"/>
                  <a:pt x="42099" y="7790"/>
                  <a:pt x="38658" y="7790"/>
                </a:cubicBezTo>
                <a:moveTo>
                  <a:pt x="37684" y="123570"/>
                </a:moveTo>
                <a:cubicBezTo>
                  <a:pt x="25869" y="123570"/>
                  <a:pt x="16635" y="117890"/>
                  <a:pt x="9981" y="106529"/>
                </a:cubicBezTo>
                <a:cubicBezTo>
                  <a:pt x="3327" y="95169"/>
                  <a:pt x="0" y="80984"/>
                  <a:pt x="0" y="63976"/>
                </a:cubicBezTo>
                <a:cubicBezTo>
                  <a:pt x="0" y="45085"/>
                  <a:pt x="3846" y="29700"/>
                  <a:pt x="11539" y="17820"/>
                </a:cubicBezTo>
                <a:cubicBezTo>
                  <a:pt x="19232" y="5940"/>
                  <a:pt x="28271" y="0"/>
                  <a:pt x="38658" y="0"/>
                </a:cubicBezTo>
                <a:cubicBezTo>
                  <a:pt x="46253" y="0"/>
                  <a:pt x="52583" y="2305"/>
                  <a:pt x="57646" y="6914"/>
                </a:cubicBezTo>
                <a:cubicBezTo>
                  <a:pt x="69981" y="18209"/>
                  <a:pt x="76148" y="35899"/>
                  <a:pt x="76148" y="59983"/>
                </a:cubicBezTo>
                <a:cubicBezTo>
                  <a:pt x="76148" y="71019"/>
                  <a:pt x="74882" y="80822"/>
                  <a:pt x="72350" y="89391"/>
                </a:cubicBezTo>
                <a:cubicBezTo>
                  <a:pt x="69818" y="97960"/>
                  <a:pt x="66573" y="104647"/>
                  <a:pt x="62613" y="109450"/>
                </a:cubicBezTo>
                <a:cubicBezTo>
                  <a:pt x="58653" y="114254"/>
                  <a:pt x="54530" y="117808"/>
                  <a:pt x="50246" y="120113"/>
                </a:cubicBezTo>
                <a:cubicBezTo>
                  <a:pt x="45961" y="122418"/>
                  <a:pt x="41774" y="123570"/>
                  <a:pt x="37684" y="123570"/>
                </a:cubicBezTo>
                <a:close/>
                <a:moveTo>
                  <a:pt x="95752" y="112859"/>
                </a:moveTo>
                <a:lnTo>
                  <a:pt x="95752" y="112080"/>
                </a:lnTo>
                <a:cubicBezTo>
                  <a:pt x="97504" y="107146"/>
                  <a:pt x="101075" y="103543"/>
                  <a:pt x="106463" y="101271"/>
                </a:cubicBezTo>
                <a:lnTo>
                  <a:pt x="107242" y="101271"/>
                </a:lnTo>
                <a:cubicBezTo>
                  <a:pt x="112695" y="103283"/>
                  <a:pt x="116298" y="106886"/>
                  <a:pt x="118051" y="112080"/>
                </a:cubicBezTo>
                <a:lnTo>
                  <a:pt x="118051" y="112859"/>
                </a:lnTo>
                <a:cubicBezTo>
                  <a:pt x="116168" y="118701"/>
                  <a:pt x="112565" y="122272"/>
                  <a:pt x="107242" y="123570"/>
                </a:cubicBezTo>
                <a:lnTo>
                  <a:pt x="106463" y="123570"/>
                </a:lnTo>
                <a:cubicBezTo>
                  <a:pt x="103282" y="122921"/>
                  <a:pt x="100929" y="121801"/>
                  <a:pt x="99403" y="120210"/>
                </a:cubicBezTo>
                <a:cubicBezTo>
                  <a:pt x="97878" y="118620"/>
                  <a:pt x="96660" y="116169"/>
                  <a:pt x="95752" y="112859"/>
                </a:cubicBezTo>
                <a:close/>
                <a:moveTo>
                  <a:pt x="175265" y="7790"/>
                </a:moveTo>
                <a:cubicBezTo>
                  <a:pt x="160918" y="7790"/>
                  <a:pt x="153745" y="26649"/>
                  <a:pt x="153745" y="64365"/>
                </a:cubicBezTo>
                <a:cubicBezTo>
                  <a:pt x="153745" y="68455"/>
                  <a:pt x="153842" y="72480"/>
                  <a:pt x="154037" y="76440"/>
                </a:cubicBezTo>
                <a:cubicBezTo>
                  <a:pt x="154232" y="80400"/>
                  <a:pt x="154767" y="84895"/>
                  <a:pt x="155643" y="89927"/>
                </a:cubicBezTo>
                <a:cubicBezTo>
                  <a:pt x="156520" y="94958"/>
                  <a:pt x="157688" y="99275"/>
                  <a:pt x="159149" y="102878"/>
                </a:cubicBezTo>
                <a:cubicBezTo>
                  <a:pt x="160610" y="106480"/>
                  <a:pt x="162638" y="109548"/>
                  <a:pt x="165235" y="112080"/>
                </a:cubicBezTo>
                <a:cubicBezTo>
                  <a:pt x="167832" y="114611"/>
                  <a:pt x="170915" y="115877"/>
                  <a:pt x="174486" y="115877"/>
                </a:cubicBezTo>
                <a:cubicBezTo>
                  <a:pt x="176238" y="115877"/>
                  <a:pt x="178007" y="115536"/>
                  <a:pt x="179793" y="114855"/>
                </a:cubicBezTo>
                <a:cubicBezTo>
                  <a:pt x="181578" y="114173"/>
                  <a:pt x="183769" y="112339"/>
                  <a:pt x="186366" y="109353"/>
                </a:cubicBezTo>
                <a:cubicBezTo>
                  <a:pt x="188962" y="106367"/>
                  <a:pt x="190910" y="102342"/>
                  <a:pt x="192208" y="97278"/>
                </a:cubicBezTo>
                <a:cubicBezTo>
                  <a:pt x="194480" y="89034"/>
                  <a:pt x="195616" y="76083"/>
                  <a:pt x="195616" y="58425"/>
                </a:cubicBezTo>
                <a:cubicBezTo>
                  <a:pt x="195616" y="45767"/>
                  <a:pt x="194513" y="35380"/>
                  <a:pt x="192305" y="27265"/>
                </a:cubicBezTo>
                <a:cubicBezTo>
                  <a:pt x="190098" y="19151"/>
                  <a:pt x="187339" y="13698"/>
                  <a:pt x="184029" y="10906"/>
                </a:cubicBezTo>
                <a:cubicBezTo>
                  <a:pt x="181627" y="8829"/>
                  <a:pt x="178705" y="7790"/>
                  <a:pt x="175265" y="7790"/>
                </a:cubicBezTo>
                <a:moveTo>
                  <a:pt x="174291" y="123570"/>
                </a:moveTo>
                <a:cubicBezTo>
                  <a:pt x="162476" y="123570"/>
                  <a:pt x="153242" y="117890"/>
                  <a:pt x="146588" y="106529"/>
                </a:cubicBezTo>
                <a:cubicBezTo>
                  <a:pt x="139934" y="95169"/>
                  <a:pt x="136607" y="80984"/>
                  <a:pt x="136607" y="63976"/>
                </a:cubicBezTo>
                <a:cubicBezTo>
                  <a:pt x="136607" y="45085"/>
                  <a:pt x="140453" y="29700"/>
                  <a:pt x="148146" y="17820"/>
                </a:cubicBezTo>
                <a:cubicBezTo>
                  <a:pt x="155838" y="5940"/>
                  <a:pt x="164878" y="0"/>
                  <a:pt x="175265" y="0"/>
                </a:cubicBezTo>
                <a:cubicBezTo>
                  <a:pt x="182860" y="0"/>
                  <a:pt x="189189" y="2305"/>
                  <a:pt x="194253" y="6914"/>
                </a:cubicBezTo>
                <a:cubicBezTo>
                  <a:pt x="206587" y="18209"/>
                  <a:pt x="212754" y="35899"/>
                  <a:pt x="212754" y="59983"/>
                </a:cubicBezTo>
                <a:cubicBezTo>
                  <a:pt x="212754" y="71019"/>
                  <a:pt x="211489" y="80822"/>
                  <a:pt x="208957" y="89391"/>
                </a:cubicBezTo>
                <a:cubicBezTo>
                  <a:pt x="206425" y="97960"/>
                  <a:pt x="203179" y="104647"/>
                  <a:pt x="199219" y="109450"/>
                </a:cubicBezTo>
                <a:cubicBezTo>
                  <a:pt x="195259" y="114254"/>
                  <a:pt x="191137" y="117808"/>
                  <a:pt x="186852" y="120113"/>
                </a:cubicBezTo>
                <a:cubicBezTo>
                  <a:pt x="182568" y="122418"/>
                  <a:pt x="178381" y="123570"/>
                  <a:pt x="174291" y="123570"/>
                </a:cubicBezTo>
                <a:close/>
                <a:moveTo>
                  <a:pt x="286596" y="83938"/>
                </a:moveTo>
                <a:cubicBezTo>
                  <a:pt x="286596" y="98804"/>
                  <a:pt x="287181" y="111365"/>
                  <a:pt x="288349" y="121622"/>
                </a:cubicBezTo>
                <a:lnTo>
                  <a:pt x="287960" y="122207"/>
                </a:lnTo>
                <a:cubicBezTo>
                  <a:pt x="284259" y="121817"/>
                  <a:pt x="281078" y="121622"/>
                  <a:pt x="278417" y="121622"/>
                </a:cubicBezTo>
                <a:lnTo>
                  <a:pt x="269166" y="122207"/>
                </a:lnTo>
                <a:lnTo>
                  <a:pt x="268971" y="121622"/>
                </a:lnTo>
                <a:cubicBezTo>
                  <a:pt x="270010" y="112988"/>
                  <a:pt x="270562" y="100427"/>
                  <a:pt x="270627" y="83938"/>
                </a:cubicBezTo>
                <a:lnTo>
                  <a:pt x="270627" y="34471"/>
                </a:lnTo>
                <a:cubicBezTo>
                  <a:pt x="270627" y="24344"/>
                  <a:pt x="269426" y="19280"/>
                  <a:pt x="267024" y="19280"/>
                </a:cubicBezTo>
                <a:cubicBezTo>
                  <a:pt x="265531" y="19280"/>
                  <a:pt x="262058" y="19751"/>
                  <a:pt x="256605" y="20692"/>
                </a:cubicBezTo>
                <a:cubicBezTo>
                  <a:pt x="251152" y="21634"/>
                  <a:pt x="247029" y="22234"/>
                  <a:pt x="244238" y="22494"/>
                </a:cubicBezTo>
                <a:lnTo>
                  <a:pt x="243069" y="16749"/>
                </a:lnTo>
                <a:cubicBezTo>
                  <a:pt x="248652" y="14996"/>
                  <a:pt x="256361" y="12058"/>
                  <a:pt x="266196" y="7936"/>
                </a:cubicBezTo>
                <a:cubicBezTo>
                  <a:pt x="276031" y="3814"/>
                  <a:pt x="282896" y="1169"/>
                  <a:pt x="286791" y="0"/>
                </a:cubicBezTo>
                <a:cubicBezTo>
                  <a:pt x="287700" y="0"/>
                  <a:pt x="288154" y="325"/>
                  <a:pt x="288154" y="974"/>
                </a:cubicBezTo>
                <a:cubicBezTo>
                  <a:pt x="287116" y="8439"/>
                  <a:pt x="286596" y="19215"/>
                  <a:pt x="286596" y="33303"/>
                </a:cubicBezTo>
                <a:lnTo>
                  <a:pt x="286596" y="83938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0.1">
            <a:extLst xmlns:a="http://schemas.openxmlformats.org/drawingml/2006/main">
              <a:ext uri="{FF2B5EF4-FFF2-40B4-BE49-F238E27FC236}">
                <a16:creationId xmlns:a16="http://schemas.microsoft.com/office/drawing/2014/main" id="{A6C4576D-4F86-4249-8399-6732DDD6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98" y="1893088"/>
            <a:ext cx="195616" cy="123570"/>
          </a:xfrm>
          <a:custGeom xmlns:a="http://schemas.openxmlformats.org/drawingml/2006/main">
            <a:pathLst>
              <a:path w="195616" h="123570">
                <a:moveTo>
                  <a:pt x="38658" y="7790"/>
                </a:moveTo>
                <a:cubicBezTo>
                  <a:pt x="24311" y="7790"/>
                  <a:pt x="17138" y="26649"/>
                  <a:pt x="17138" y="64365"/>
                </a:cubicBezTo>
                <a:cubicBezTo>
                  <a:pt x="17138" y="68455"/>
                  <a:pt x="17236" y="72480"/>
                  <a:pt x="17430" y="76440"/>
                </a:cubicBezTo>
                <a:cubicBezTo>
                  <a:pt x="17625" y="80400"/>
                  <a:pt x="18161" y="84895"/>
                  <a:pt x="19037" y="89927"/>
                </a:cubicBezTo>
                <a:cubicBezTo>
                  <a:pt x="19913" y="94958"/>
                  <a:pt x="21082" y="99275"/>
                  <a:pt x="22542" y="102878"/>
                </a:cubicBezTo>
                <a:cubicBezTo>
                  <a:pt x="24003" y="106480"/>
                  <a:pt x="26032" y="109548"/>
                  <a:pt x="28628" y="112080"/>
                </a:cubicBezTo>
                <a:cubicBezTo>
                  <a:pt x="31225" y="114611"/>
                  <a:pt x="34309" y="115877"/>
                  <a:pt x="37879" y="115877"/>
                </a:cubicBezTo>
                <a:cubicBezTo>
                  <a:pt x="39632" y="115877"/>
                  <a:pt x="41401" y="115536"/>
                  <a:pt x="43186" y="114855"/>
                </a:cubicBezTo>
                <a:cubicBezTo>
                  <a:pt x="44971" y="114173"/>
                  <a:pt x="47162" y="112339"/>
                  <a:pt x="49759" y="109353"/>
                </a:cubicBezTo>
                <a:cubicBezTo>
                  <a:pt x="52356" y="106367"/>
                  <a:pt x="54303" y="102342"/>
                  <a:pt x="55602" y="97278"/>
                </a:cubicBezTo>
                <a:cubicBezTo>
                  <a:pt x="57874" y="89034"/>
                  <a:pt x="59010" y="76083"/>
                  <a:pt x="59010" y="58425"/>
                </a:cubicBezTo>
                <a:cubicBezTo>
                  <a:pt x="59010" y="45767"/>
                  <a:pt x="57906" y="35380"/>
                  <a:pt x="55699" y="27265"/>
                </a:cubicBezTo>
                <a:cubicBezTo>
                  <a:pt x="53492" y="19151"/>
                  <a:pt x="50733" y="13698"/>
                  <a:pt x="47422" y="10906"/>
                </a:cubicBezTo>
                <a:cubicBezTo>
                  <a:pt x="45020" y="8829"/>
                  <a:pt x="42099" y="7790"/>
                  <a:pt x="38658" y="7790"/>
                </a:cubicBezTo>
                <a:moveTo>
                  <a:pt x="37684" y="123570"/>
                </a:moveTo>
                <a:cubicBezTo>
                  <a:pt x="25869" y="123570"/>
                  <a:pt x="16635" y="117890"/>
                  <a:pt x="9981" y="106529"/>
                </a:cubicBezTo>
                <a:cubicBezTo>
                  <a:pt x="3327" y="95169"/>
                  <a:pt x="0" y="80984"/>
                  <a:pt x="0" y="63976"/>
                </a:cubicBezTo>
                <a:cubicBezTo>
                  <a:pt x="0" y="45085"/>
                  <a:pt x="3846" y="29700"/>
                  <a:pt x="11539" y="17820"/>
                </a:cubicBezTo>
                <a:cubicBezTo>
                  <a:pt x="19232" y="5940"/>
                  <a:pt x="28271" y="0"/>
                  <a:pt x="38658" y="0"/>
                </a:cubicBezTo>
                <a:cubicBezTo>
                  <a:pt x="46253" y="0"/>
                  <a:pt x="52583" y="2305"/>
                  <a:pt x="57646" y="6914"/>
                </a:cubicBezTo>
                <a:cubicBezTo>
                  <a:pt x="69981" y="18209"/>
                  <a:pt x="76148" y="35899"/>
                  <a:pt x="76148" y="59983"/>
                </a:cubicBezTo>
                <a:cubicBezTo>
                  <a:pt x="76148" y="71019"/>
                  <a:pt x="74882" y="80822"/>
                  <a:pt x="72350" y="89391"/>
                </a:cubicBezTo>
                <a:cubicBezTo>
                  <a:pt x="69818" y="97960"/>
                  <a:pt x="66573" y="104647"/>
                  <a:pt x="62613" y="109450"/>
                </a:cubicBezTo>
                <a:cubicBezTo>
                  <a:pt x="58653" y="114254"/>
                  <a:pt x="54530" y="117808"/>
                  <a:pt x="50246" y="120113"/>
                </a:cubicBezTo>
                <a:cubicBezTo>
                  <a:pt x="45961" y="122418"/>
                  <a:pt x="41774" y="123570"/>
                  <a:pt x="37684" y="123570"/>
                </a:cubicBezTo>
                <a:close/>
                <a:moveTo>
                  <a:pt x="95752" y="112859"/>
                </a:moveTo>
                <a:lnTo>
                  <a:pt x="95752" y="112080"/>
                </a:lnTo>
                <a:cubicBezTo>
                  <a:pt x="97504" y="107146"/>
                  <a:pt x="101075" y="103543"/>
                  <a:pt x="106463" y="101271"/>
                </a:cubicBezTo>
                <a:lnTo>
                  <a:pt x="107242" y="101271"/>
                </a:lnTo>
                <a:cubicBezTo>
                  <a:pt x="112695" y="103283"/>
                  <a:pt x="116298" y="106886"/>
                  <a:pt x="118051" y="112080"/>
                </a:cubicBezTo>
                <a:lnTo>
                  <a:pt x="118051" y="112859"/>
                </a:lnTo>
                <a:cubicBezTo>
                  <a:pt x="116168" y="118701"/>
                  <a:pt x="112565" y="122272"/>
                  <a:pt x="107242" y="123570"/>
                </a:cubicBezTo>
                <a:lnTo>
                  <a:pt x="106463" y="123570"/>
                </a:lnTo>
                <a:cubicBezTo>
                  <a:pt x="103282" y="122921"/>
                  <a:pt x="100929" y="121801"/>
                  <a:pt x="99403" y="120210"/>
                </a:cubicBezTo>
                <a:cubicBezTo>
                  <a:pt x="97878" y="118620"/>
                  <a:pt x="96660" y="116169"/>
                  <a:pt x="95752" y="112859"/>
                </a:cubicBezTo>
                <a:close/>
                <a:moveTo>
                  <a:pt x="193864" y="83938"/>
                </a:moveTo>
                <a:cubicBezTo>
                  <a:pt x="193864" y="98804"/>
                  <a:pt x="194448" y="111365"/>
                  <a:pt x="195616" y="121622"/>
                </a:cubicBezTo>
                <a:lnTo>
                  <a:pt x="195227" y="122207"/>
                </a:lnTo>
                <a:cubicBezTo>
                  <a:pt x="191527" y="121817"/>
                  <a:pt x="188346" y="121622"/>
                  <a:pt x="185684" y="121622"/>
                </a:cubicBezTo>
                <a:lnTo>
                  <a:pt x="176433" y="122207"/>
                </a:lnTo>
                <a:lnTo>
                  <a:pt x="176239" y="121622"/>
                </a:lnTo>
                <a:cubicBezTo>
                  <a:pt x="177277" y="112988"/>
                  <a:pt x="177829" y="100427"/>
                  <a:pt x="177894" y="83938"/>
                </a:cubicBezTo>
                <a:lnTo>
                  <a:pt x="177894" y="34471"/>
                </a:lnTo>
                <a:cubicBezTo>
                  <a:pt x="177894" y="24344"/>
                  <a:pt x="176693" y="19280"/>
                  <a:pt x="174291" y="19280"/>
                </a:cubicBezTo>
                <a:cubicBezTo>
                  <a:pt x="172798" y="19280"/>
                  <a:pt x="169325" y="19751"/>
                  <a:pt x="163872" y="20692"/>
                </a:cubicBezTo>
                <a:cubicBezTo>
                  <a:pt x="158419" y="21634"/>
                  <a:pt x="154296" y="22234"/>
                  <a:pt x="151505" y="22494"/>
                </a:cubicBezTo>
                <a:lnTo>
                  <a:pt x="150337" y="16749"/>
                </a:lnTo>
                <a:cubicBezTo>
                  <a:pt x="155919" y="14996"/>
                  <a:pt x="163628" y="12058"/>
                  <a:pt x="173463" y="7936"/>
                </a:cubicBezTo>
                <a:cubicBezTo>
                  <a:pt x="183298" y="3814"/>
                  <a:pt x="190163" y="1169"/>
                  <a:pt x="194058" y="0"/>
                </a:cubicBezTo>
                <a:cubicBezTo>
                  <a:pt x="194967" y="0"/>
                  <a:pt x="195422" y="325"/>
                  <a:pt x="195422" y="974"/>
                </a:cubicBezTo>
                <a:cubicBezTo>
                  <a:pt x="194383" y="8439"/>
                  <a:pt x="193864" y="19215"/>
                  <a:pt x="193864" y="33303"/>
                </a:cubicBezTo>
                <a:lnTo>
                  <a:pt x="193864" y="83938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1">
            <a:extLst xmlns:a="http://schemas.openxmlformats.org/drawingml/2006/main">
              <a:ext uri="{FF2B5EF4-FFF2-40B4-BE49-F238E27FC236}">
                <a16:creationId xmlns:a16="http://schemas.microsoft.com/office/drawing/2014/main" id="{DC719F4F-3BDD-4F7C-A13E-8B1E5BBD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48" y="1466649"/>
            <a:ext cx="45280" cy="122207"/>
          </a:xfrm>
          <a:custGeom xmlns:a="http://schemas.openxmlformats.org/drawingml/2006/main">
            <a:pathLst>
              <a:path w="45280" h="122207">
                <a:moveTo>
                  <a:pt x="43527" y="83938"/>
                </a:moveTo>
                <a:cubicBezTo>
                  <a:pt x="43527" y="98804"/>
                  <a:pt x="44111" y="111365"/>
                  <a:pt x="45280" y="121622"/>
                </a:cubicBezTo>
                <a:lnTo>
                  <a:pt x="44890" y="122207"/>
                </a:lnTo>
                <a:cubicBezTo>
                  <a:pt x="41190" y="121817"/>
                  <a:pt x="38009" y="121622"/>
                  <a:pt x="35347" y="121622"/>
                </a:cubicBezTo>
                <a:lnTo>
                  <a:pt x="26097" y="122207"/>
                </a:lnTo>
                <a:lnTo>
                  <a:pt x="25902" y="121622"/>
                </a:lnTo>
                <a:cubicBezTo>
                  <a:pt x="26941" y="112988"/>
                  <a:pt x="27492" y="100427"/>
                  <a:pt x="27557" y="83938"/>
                </a:cubicBezTo>
                <a:lnTo>
                  <a:pt x="27557" y="34471"/>
                </a:lnTo>
                <a:cubicBezTo>
                  <a:pt x="27557" y="24344"/>
                  <a:pt x="26356" y="19280"/>
                  <a:pt x="23954" y="19280"/>
                </a:cubicBezTo>
                <a:cubicBezTo>
                  <a:pt x="22461" y="19280"/>
                  <a:pt x="18988" y="19751"/>
                  <a:pt x="13535" y="20692"/>
                </a:cubicBezTo>
                <a:cubicBezTo>
                  <a:pt x="8082" y="21634"/>
                  <a:pt x="3960" y="22234"/>
                  <a:pt x="1169" y="22494"/>
                </a:cubicBezTo>
                <a:lnTo>
                  <a:pt x="0" y="16749"/>
                </a:lnTo>
                <a:cubicBezTo>
                  <a:pt x="5583" y="14996"/>
                  <a:pt x="13292" y="12058"/>
                  <a:pt x="23127" y="7936"/>
                </a:cubicBezTo>
                <a:cubicBezTo>
                  <a:pt x="32962" y="3814"/>
                  <a:pt x="39827" y="1169"/>
                  <a:pt x="43722" y="0"/>
                </a:cubicBezTo>
                <a:cubicBezTo>
                  <a:pt x="44631" y="0"/>
                  <a:pt x="45085" y="325"/>
                  <a:pt x="45085" y="974"/>
                </a:cubicBezTo>
                <a:cubicBezTo>
                  <a:pt x="44046" y="8439"/>
                  <a:pt x="43527" y="19215"/>
                  <a:pt x="43527" y="33303"/>
                </a:cubicBezTo>
                <a:lnTo>
                  <a:pt x="43527" y="83938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10">
            <a:extLst xmlns:a="http://schemas.openxmlformats.org/drawingml/2006/main">
              <a:ext uri="{FF2B5EF4-FFF2-40B4-BE49-F238E27FC236}">
                <a16:creationId xmlns:a16="http://schemas.microsoft.com/office/drawing/2014/main" id="{4C63B437-056D-4235-B253-99B4E560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47" y="1040211"/>
            <a:ext cx="155151" cy="123570"/>
          </a:xfrm>
          <a:custGeom xmlns:a="http://schemas.openxmlformats.org/drawingml/2006/main">
            <a:pathLst>
              <a:path w="155151" h="123570">
                <a:moveTo>
                  <a:pt x="43527" y="83938"/>
                </a:moveTo>
                <a:cubicBezTo>
                  <a:pt x="43527" y="98804"/>
                  <a:pt x="44111" y="111365"/>
                  <a:pt x="45280" y="121622"/>
                </a:cubicBezTo>
                <a:lnTo>
                  <a:pt x="44890" y="122207"/>
                </a:lnTo>
                <a:cubicBezTo>
                  <a:pt x="41190" y="121817"/>
                  <a:pt x="38009" y="121622"/>
                  <a:pt x="35347" y="121622"/>
                </a:cubicBezTo>
                <a:lnTo>
                  <a:pt x="26097" y="122207"/>
                </a:lnTo>
                <a:lnTo>
                  <a:pt x="25902" y="121622"/>
                </a:lnTo>
                <a:cubicBezTo>
                  <a:pt x="26941" y="112988"/>
                  <a:pt x="27492" y="100427"/>
                  <a:pt x="27557" y="83938"/>
                </a:cubicBezTo>
                <a:lnTo>
                  <a:pt x="27557" y="34471"/>
                </a:lnTo>
                <a:cubicBezTo>
                  <a:pt x="27557" y="24344"/>
                  <a:pt x="26356" y="19280"/>
                  <a:pt x="23954" y="19280"/>
                </a:cubicBezTo>
                <a:cubicBezTo>
                  <a:pt x="22461" y="19280"/>
                  <a:pt x="18988" y="19751"/>
                  <a:pt x="13535" y="20692"/>
                </a:cubicBezTo>
                <a:cubicBezTo>
                  <a:pt x="8082" y="21634"/>
                  <a:pt x="3960" y="22234"/>
                  <a:pt x="1169" y="22494"/>
                </a:cubicBezTo>
                <a:lnTo>
                  <a:pt x="0" y="16749"/>
                </a:lnTo>
                <a:cubicBezTo>
                  <a:pt x="5583" y="14996"/>
                  <a:pt x="13292" y="12058"/>
                  <a:pt x="23127" y="7936"/>
                </a:cubicBezTo>
                <a:cubicBezTo>
                  <a:pt x="32962" y="3814"/>
                  <a:pt x="39827" y="1169"/>
                  <a:pt x="43722" y="0"/>
                </a:cubicBezTo>
                <a:cubicBezTo>
                  <a:pt x="44631" y="0"/>
                  <a:pt x="45085" y="325"/>
                  <a:pt x="45085" y="974"/>
                </a:cubicBezTo>
                <a:cubicBezTo>
                  <a:pt x="44046" y="8439"/>
                  <a:pt x="43527" y="19215"/>
                  <a:pt x="43527" y="33303"/>
                </a:cubicBezTo>
                <a:lnTo>
                  <a:pt x="43527" y="83938"/>
                </a:lnTo>
                <a:close/>
                <a:moveTo>
                  <a:pt x="117661" y="7790"/>
                </a:moveTo>
                <a:cubicBezTo>
                  <a:pt x="103314" y="7790"/>
                  <a:pt x="96141" y="26649"/>
                  <a:pt x="96141" y="64365"/>
                </a:cubicBezTo>
                <a:cubicBezTo>
                  <a:pt x="96141" y="68455"/>
                  <a:pt x="96238" y="72480"/>
                  <a:pt x="96433" y="76440"/>
                </a:cubicBezTo>
                <a:cubicBezTo>
                  <a:pt x="96628" y="80400"/>
                  <a:pt x="97164" y="84895"/>
                  <a:pt x="98040" y="89927"/>
                </a:cubicBezTo>
                <a:cubicBezTo>
                  <a:pt x="98916" y="94958"/>
                  <a:pt x="100085" y="99275"/>
                  <a:pt x="101545" y="102878"/>
                </a:cubicBezTo>
                <a:cubicBezTo>
                  <a:pt x="103006" y="106480"/>
                  <a:pt x="105035" y="109548"/>
                  <a:pt x="107631" y="112080"/>
                </a:cubicBezTo>
                <a:cubicBezTo>
                  <a:pt x="110228" y="114611"/>
                  <a:pt x="113312" y="115877"/>
                  <a:pt x="116882" y="115877"/>
                </a:cubicBezTo>
                <a:cubicBezTo>
                  <a:pt x="118635" y="115877"/>
                  <a:pt x="120404" y="115536"/>
                  <a:pt x="122189" y="114855"/>
                </a:cubicBezTo>
                <a:cubicBezTo>
                  <a:pt x="123974" y="114173"/>
                  <a:pt x="126165" y="112339"/>
                  <a:pt x="128762" y="109353"/>
                </a:cubicBezTo>
                <a:cubicBezTo>
                  <a:pt x="131359" y="106367"/>
                  <a:pt x="133306" y="102342"/>
                  <a:pt x="134605" y="97278"/>
                </a:cubicBezTo>
                <a:cubicBezTo>
                  <a:pt x="136877" y="89034"/>
                  <a:pt x="138013" y="76083"/>
                  <a:pt x="138013" y="58425"/>
                </a:cubicBezTo>
                <a:cubicBezTo>
                  <a:pt x="138013" y="45767"/>
                  <a:pt x="136909" y="35380"/>
                  <a:pt x="134702" y="27265"/>
                </a:cubicBezTo>
                <a:cubicBezTo>
                  <a:pt x="132495" y="19151"/>
                  <a:pt x="129736" y="13698"/>
                  <a:pt x="126425" y="10906"/>
                </a:cubicBezTo>
                <a:cubicBezTo>
                  <a:pt x="124023" y="8829"/>
                  <a:pt x="121102" y="7790"/>
                  <a:pt x="117661" y="7790"/>
                </a:cubicBezTo>
                <a:moveTo>
                  <a:pt x="116687" y="123570"/>
                </a:moveTo>
                <a:cubicBezTo>
                  <a:pt x="104872" y="123570"/>
                  <a:pt x="95638" y="117890"/>
                  <a:pt x="88984" y="106529"/>
                </a:cubicBezTo>
                <a:cubicBezTo>
                  <a:pt x="82330" y="95169"/>
                  <a:pt x="79003" y="80984"/>
                  <a:pt x="79003" y="63976"/>
                </a:cubicBezTo>
                <a:cubicBezTo>
                  <a:pt x="79003" y="45085"/>
                  <a:pt x="82849" y="29700"/>
                  <a:pt x="90542" y="17820"/>
                </a:cubicBezTo>
                <a:cubicBezTo>
                  <a:pt x="98235" y="5940"/>
                  <a:pt x="107274" y="0"/>
                  <a:pt x="117661" y="0"/>
                </a:cubicBezTo>
                <a:cubicBezTo>
                  <a:pt x="125256" y="0"/>
                  <a:pt x="131586" y="2305"/>
                  <a:pt x="136649" y="6914"/>
                </a:cubicBezTo>
                <a:cubicBezTo>
                  <a:pt x="148984" y="18209"/>
                  <a:pt x="155151" y="35899"/>
                  <a:pt x="155151" y="59983"/>
                </a:cubicBezTo>
                <a:cubicBezTo>
                  <a:pt x="155151" y="71019"/>
                  <a:pt x="153885" y="80822"/>
                  <a:pt x="151353" y="89391"/>
                </a:cubicBezTo>
                <a:cubicBezTo>
                  <a:pt x="148821" y="97960"/>
                  <a:pt x="145576" y="104647"/>
                  <a:pt x="141616" y="109450"/>
                </a:cubicBezTo>
                <a:cubicBezTo>
                  <a:pt x="137656" y="114254"/>
                  <a:pt x="133533" y="117808"/>
                  <a:pt x="129249" y="120113"/>
                </a:cubicBezTo>
                <a:cubicBezTo>
                  <a:pt x="124964" y="122418"/>
                  <a:pt x="120777" y="123570"/>
                  <a:pt x="116687" y="123570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100">
            <a:extLst xmlns:a="http://schemas.openxmlformats.org/drawingml/2006/main">
              <a:ext uri="{FF2B5EF4-FFF2-40B4-BE49-F238E27FC236}">
                <a16:creationId xmlns:a16="http://schemas.microsoft.com/office/drawing/2014/main" id="{DF0307A0-0C39-4C10-9B3B-75BA516B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45" y="613773"/>
            <a:ext cx="247884" cy="123570"/>
          </a:xfrm>
          <a:custGeom xmlns:a="http://schemas.openxmlformats.org/drawingml/2006/main">
            <a:pathLst>
              <a:path w="247884" h="123570">
                <a:moveTo>
                  <a:pt x="43527" y="83938"/>
                </a:moveTo>
                <a:cubicBezTo>
                  <a:pt x="43527" y="98804"/>
                  <a:pt x="44111" y="111365"/>
                  <a:pt x="45280" y="121622"/>
                </a:cubicBezTo>
                <a:lnTo>
                  <a:pt x="44890" y="122207"/>
                </a:lnTo>
                <a:cubicBezTo>
                  <a:pt x="41190" y="121817"/>
                  <a:pt x="38009" y="121622"/>
                  <a:pt x="35347" y="121622"/>
                </a:cubicBezTo>
                <a:lnTo>
                  <a:pt x="26097" y="122207"/>
                </a:lnTo>
                <a:lnTo>
                  <a:pt x="25902" y="121622"/>
                </a:lnTo>
                <a:cubicBezTo>
                  <a:pt x="26941" y="112988"/>
                  <a:pt x="27492" y="100427"/>
                  <a:pt x="27557" y="83938"/>
                </a:cubicBezTo>
                <a:lnTo>
                  <a:pt x="27557" y="34471"/>
                </a:lnTo>
                <a:cubicBezTo>
                  <a:pt x="27557" y="24344"/>
                  <a:pt x="26356" y="19280"/>
                  <a:pt x="23954" y="19280"/>
                </a:cubicBezTo>
                <a:cubicBezTo>
                  <a:pt x="22461" y="19280"/>
                  <a:pt x="18988" y="19751"/>
                  <a:pt x="13535" y="20692"/>
                </a:cubicBezTo>
                <a:cubicBezTo>
                  <a:pt x="8082" y="21634"/>
                  <a:pt x="3960" y="22234"/>
                  <a:pt x="1169" y="22494"/>
                </a:cubicBezTo>
                <a:lnTo>
                  <a:pt x="0" y="16749"/>
                </a:lnTo>
                <a:cubicBezTo>
                  <a:pt x="5583" y="14996"/>
                  <a:pt x="13292" y="12058"/>
                  <a:pt x="23127" y="7936"/>
                </a:cubicBezTo>
                <a:cubicBezTo>
                  <a:pt x="32962" y="3814"/>
                  <a:pt x="39827" y="1169"/>
                  <a:pt x="43722" y="0"/>
                </a:cubicBezTo>
                <a:cubicBezTo>
                  <a:pt x="44631" y="0"/>
                  <a:pt x="45085" y="325"/>
                  <a:pt x="45085" y="974"/>
                </a:cubicBezTo>
                <a:cubicBezTo>
                  <a:pt x="44046" y="8439"/>
                  <a:pt x="43527" y="19215"/>
                  <a:pt x="43527" y="33303"/>
                </a:cubicBezTo>
                <a:lnTo>
                  <a:pt x="43527" y="83938"/>
                </a:lnTo>
                <a:close/>
                <a:moveTo>
                  <a:pt x="117661" y="7790"/>
                </a:moveTo>
                <a:cubicBezTo>
                  <a:pt x="103314" y="7790"/>
                  <a:pt x="96141" y="26649"/>
                  <a:pt x="96141" y="64365"/>
                </a:cubicBezTo>
                <a:cubicBezTo>
                  <a:pt x="96141" y="68455"/>
                  <a:pt x="96238" y="72480"/>
                  <a:pt x="96433" y="76440"/>
                </a:cubicBezTo>
                <a:cubicBezTo>
                  <a:pt x="96628" y="80400"/>
                  <a:pt x="97164" y="84895"/>
                  <a:pt x="98040" y="89927"/>
                </a:cubicBezTo>
                <a:cubicBezTo>
                  <a:pt x="98916" y="94958"/>
                  <a:pt x="100085" y="99275"/>
                  <a:pt x="101545" y="102878"/>
                </a:cubicBezTo>
                <a:cubicBezTo>
                  <a:pt x="103006" y="106480"/>
                  <a:pt x="105035" y="109548"/>
                  <a:pt x="107631" y="112080"/>
                </a:cubicBezTo>
                <a:cubicBezTo>
                  <a:pt x="110228" y="114611"/>
                  <a:pt x="113312" y="115877"/>
                  <a:pt x="116882" y="115877"/>
                </a:cubicBezTo>
                <a:cubicBezTo>
                  <a:pt x="118635" y="115877"/>
                  <a:pt x="120404" y="115536"/>
                  <a:pt x="122189" y="114855"/>
                </a:cubicBezTo>
                <a:cubicBezTo>
                  <a:pt x="123974" y="114173"/>
                  <a:pt x="126165" y="112339"/>
                  <a:pt x="128762" y="109353"/>
                </a:cubicBezTo>
                <a:cubicBezTo>
                  <a:pt x="131359" y="106367"/>
                  <a:pt x="133306" y="102342"/>
                  <a:pt x="134605" y="97278"/>
                </a:cubicBezTo>
                <a:cubicBezTo>
                  <a:pt x="136877" y="89034"/>
                  <a:pt x="138013" y="76083"/>
                  <a:pt x="138013" y="58425"/>
                </a:cubicBezTo>
                <a:cubicBezTo>
                  <a:pt x="138013" y="45767"/>
                  <a:pt x="136909" y="35380"/>
                  <a:pt x="134702" y="27265"/>
                </a:cubicBezTo>
                <a:cubicBezTo>
                  <a:pt x="132495" y="19151"/>
                  <a:pt x="129736" y="13698"/>
                  <a:pt x="126425" y="10906"/>
                </a:cubicBezTo>
                <a:cubicBezTo>
                  <a:pt x="124023" y="8829"/>
                  <a:pt x="121102" y="7790"/>
                  <a:pt x="117661" y="7790"/>
                </a:cubicBezTo>
                <a:moveTo>
                  <a:pt x="116687" y="123570"/>
                </a:moveTo>
                <a:cubicBezTo>
                  <a:pt x="104872" y="123570"/>
                  <a:pt x="95638" y="117890"/>
                  <a:pt x="88984" y="106529"/>
                </a:cubicBezTo>
                <a:cubicBezTo>
                  <a:pt x="82330" y="95169"/>
                  <a:pt x="79003" y="80984"/>
                  <a:pt x="79003" y="63976"/>
                </a:cubicBezTo>
                <a:cubicBezTo>
                  <a:pt x="79003" y="45085"/>
                  <a:pt x="82849" y="29700"/>
                  <a:pt x="90542" y="17820"/>
                </a:cubicBezTo>
                <a:cubicBezTo>
                  <a:pt x="98235" y="5940"/>
                  <a:pt x="107274" y="0"/>
                  <a:pt x="117661" y="0"/>
                </a:cubicBezTo>
                <a:cubicBezTo>
                  <a:pt x="125256" y="0"/>
                  <a:pt x="131586" y="2305"/>
                  <a:pt x="136649" y="6914"/>
                </a:cubicBezTo>
                <a:cubicBezTo>
                  <a:pt x="148984" y="18209"/>
                  <a:pt x="155151" y="35899"/>
                  <a:pt x="155151" y="59983"/>
                </a:cubicBezTo>
                <a:cubicBezTo>
                  <a:pt x="155151" y="71019"/>
                  <a:pt x="153885" y="80822"/>
                  <a:pt x="151353" y="89391"/>
                </a:cubicBezTo>
                <a:cubicBezTo>
                  <a:pt x="148821" y="97960"/>
                  <a:pt x="145576" y="104647"/>
                  <a:pt x="141616" y="109450"/>
                </a:cubicBezTo>
                <a:cubicBezTo>
                  <a:pt x="137656" y="114254"/>
                  <a:pt x="133533" y="117808"/>
                  <a:pt x="129249" y="120113"/>
                </a:cubicBezTo>
                <a:cubicBezTo>
                  <a:pt x="124964" y="122418"/>
                  <a:pt x="120777" y="123570"/>
                  <a:pt x="116687" y="123570"/>
                </a:cubicBezTo>
                <a:close/>
                <a:moveTo>
                  <a:pt x="210394" y="7790"/>
                </a:moveTo>
                <a:cubicBezTo>
                  <a:pt x="196047" y="7790"/>
                  <a:pt x="188874" y="26649"/>
                  <a:pt x="188874" y="64365"/>
                </a:cubicBezTo>
                <a:cubicBezTo>
                  <a:pt x="188874" y="68455"/>
                  <a:pt x="188971" y="72480"/>
                  <a:pt x="189166" y="76440"/>
                </a:cubicBezTo>
                <a:cubicBezTo>
                  <a:pt x="189361" y="80400"/>
                  <a:pt x="189896" y="84895"/>
                  <a:pt x="190773" y="89927"/>
                </a:cubicBezTo>
                <a:cubicBezTo>
                  <a:pt x="191649" y="94958"/>
                  <a:pt x="192818" y="99275"/>
                  <a:pt x="194278" y="102878"/>
                </a:cubicBezTo>
                <a:cubicBezTo>
                  <a:pt x="195739" y="106480"/>
                  <a:pt x="197768" y="109548"/>
                  <a:pt x="200364" y="112080"/>
                </a:cubicBezTo>
                <a:cubicBezTo>
                  <a:pt x="202961" y="114611"/>
                  <a:pt x="206045" y="115877"/>
                  <a:pt x="209615" y="115877"/>
                </a:cubicBezTo>
                <a:cubicBezTo>
                  <a:pt x="211368" y="115877"/>
                  <a:pt x="213137" y="115536"/>
                  <a:pt x="214922" y="114855"/>
                </a:cubicBezTo>
                <a:cubicBezTo>
                  <a:pt x="216707" y="114173"/>
                  <a:pt x="218898" y="112339"/>
                  <a:pt x="221495" y="109353"/>
                </a:cubicBezTo>
                <a:cubicBezTo>
                  <a:pt x="224092" y="106367"/>
                  <a:pt x="226039" y="102342"/>
                  <a:pt x="227337" y="97278"/>
                </a:cubicBezTo>
                <a:cubicBezTo>
                  <a:pt x="229610" y="89034"/>
                  <a:pt x="230746" y="76083"/>
                  <a:pt x="230746" y="58425"/>
                </a:cubicBezTo>
                <a:cubicBezTo>
                  <a:pt x="230746" y="45767"/>
                  <a:pt x="229642" y="35380"/>
                  <a:pt x="227435" y="27265"/>
                </a:cubicBezTo>
                <a:cubicBezTo>
                  <a:pt x="225228" y="19151"/>
                  <a:pt x="222469" y="13698"/>
                  <a:pt x="219158" y="10906"/>
                </a:cubicBezTo>
                <a:cubicBezTo>
                  <a:pt x="216756" y="8829"/>
                  <a:pt x="213835" y="7790"/>
                  <a:pt x="210394" y="7790"/>
                </a:cubicBezTo>
                <a:moveTo>
                  <a:pt x="209420" y="123570"/>
                </a:moveTo>
                <a:cubicBezTo>
                  <a:pt x="197605" y="123570"/>
                  <a:pt x="188371" y="117890"/>
                  <a:pt x="181717" y="106529"/>
                </a:cubicBezTo>
                <a:cubicBezTo>
                  <a:pt x="175063" y="95169"/>
                  <a:pt x="171736" y="80984"/>
                  <a:pt x="171736" y="63976"/>
                </a:cubicBezTo>
                <a:cubicBezTo>
                  <a:pt x="171736" y="45085"/>
                  <a:pt x="175582" y="29700"/>
                  <a:pt x="183275" y="17820"/>
                </a:cubicBezTo>
                <a:cubicBezTo>
                  <a:pt x="190968" y="5940"/>
                  <a:pt x="200007" y="0"/>
                  <a:pt x="210394" y="0"/>
                </a:cubicBezTo>
                <a:cubicBezTo>
                  <a:pt x="217989" y="0"/>
                  <a:pt x="224319" y="2305"/>
                  <a:pt x="229382" y="6914"/>
                </a:cubicBezTo>
                <a:cubicBezTo>
                  <a:pt x="241717" y="18209"/>
                  <a:pt x="247884" y="35899"/>
                  <a:pt x="247884" y="59983"/>
                </a:cubicBezTo>
                <a:cubicBezTo>
                  <a:pt x="247884" y="71019"/>
                  <a:pt x="246618" y="80822"/>
                  <a:pt x="244086" y="89391"/>
                </a:cubicBezTo>
                <a:cubicBezTo>
                  <a:pt x="241554" y="97960"/>
                  <a:pt x="238308" y="104647"/>
                  <a:pt x="234348" y="109450"/>
                </a:cubicBezTo>
                <a:cubicBezTo>
                  <a:pt x="230389" y="114254"/>
                  <a:pt x="226266" y="117808"/>
                  <a:pt x="221982" y="120113"/>
                </a:cubicBezTo>
                <a:cubicBezTo>
                  <a:pt x="217697" y="122418"/>
                  <a:pt x="213510" y="123570"/>
                  <a:pt x="209420" y="123570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9E5C4E-0F2C-4524-A104-548DE03B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887" y="380584"/>
            <a:ext cx="10" cy="2119811"/>
          </a:xfrm>
          <a:custGeom xmlns:a="http://schemas.openxmlformats.org/drawingml/2006/main">
            <a:pathLst>
              <a:path w="1" h="2119811" fill="none">
                <a:moveTo>
                  <a:pt x="0" y="0"/>
                </a:moveTo>
                <a:lnTo>
                  <a:pt x="0" y="2119811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9E379A-C07C-41ED-B46A-B589AEF0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96" y="380584"/>
            <a:ext cx="10" cy="2119811"/>
          </a:xfrm>
          <a:custGeom xmlns:a="http://schemas.openxmlformats.org/drawingml/2006/main">
            <a:pathLst>
              <a:path w="1" h="2119811" fill="none">
                <a:moveTo>
                  <a:pt x="0" y="0"/>
                </a:moveTo>
                <a:lnTo>
                  <a:pt x="0" y="2119811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406B36-B2BD-4270-9B13-D88F413F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256" y="2371184"/>
            <a:ext cx="3230695" cy="10"/>
          </a:xfrm>
          <a:custGeom xmlns:a="http://schemas.openxmlformats.org/drawingml/2006/main">
            <a:pathLst>
              <a:path w="3230695" h="1" fill="none">
                <a:moveTo>
                  <a:pt x="0" y="0"/>
                </a:moveTo>
                <a:lnTo>
                  <a:pt x="3230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C5A700-F3B4-4D5D-AA3A-9D05C23B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256" y="1944911"/>
            <a:ext cx="3230695" cy="10"/>
          </a:xfrm>
          <a:custGeom xmlns:a="http://schemas.openxmlformats.org/drawingml/2006/main">
            <a:pathLst>
              <a:path w="3230695" h="1" fill="none">
                <a:moveTo>
                  <a:pt x="0" y="0"/>
                </a:moveTo>
                <a:lnTo>
                  <a:pt x="3230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8326A8-244D-44B5-BA95-02A21057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256" y="1518473"/>
            <a:ext cx="3230695" cy="10"/>
          </a:xfrm>
          <a:custGeom xmlns:a="http://schemas.openxmlformats.org/drawingml/2006/main">
            <a:pathLst>
              <a:path w="3230695" h="1" fill="none">
                <a:moveTo>
                  <a:pt x="0" y="0"/>
                </a:moveTo>
                <a:lnTo>
                  <a:pt x="3230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451BF-1D3C-4C41-9C07-8EDE3A2E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256" y="1092034"/>
            <a:ext cx="3230695" cy="10"/>
          </a:xfrm>
          <a:custGeom xmlns:a="http://schemas.openxmlformats.org/drawingml/2006/main">
            <a:pathLst>
              <a:path w="3230695" h="1" fill="none">
                <a:moveTo>
                  <a:pt x="0" y="0"/>
                </a:moveTo>
                <a:lnTo>
                  <a:pt x="3230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7E2932-A6BD-4EE7-AB57-761AA3EE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256" y="665596"/>
            <a:ext cx="3230695" cy="10"/>
          </a:xfrm>
          <a:custGeom xmlns:a="http://schemas.openxmlformats.org/drawingml/2006/main">
            <a:pathLst>
              <a:path w="3230695" h="1" fill="none">
                <a:moveTo>
                  <a:pt x="0" y="0"/>
                </a:moveTo>
                <a:lnTo>
                  <a:pt x="32306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EBF0F8"/>
            </a:solidFill>
            <a:miter/>
          </a:ln>
        </p:spPr>
      </p:sp>
      <p:sp>
        <p:nvSpPr>
          <p:cNvPr id="48" name="Text YearofFeatureModel">
            <a:extLst xmlns:a="http://schemas.openxmlformats.org/drawingml/2006/main">
              <a:ext uri="{FF2B5EF4-FFF2-40B4-BE49-F238E27FC236}">
                <a16:creationId xmlns:a16="http://schemas.microsoft.com/office/drawing/2014/main" id="{1C25EE38-5A24-4335-9049-51CE238B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962" y="5220387"/>
            <a:ext cx="2097625" cy="164803"/>
          </a:xfrm>
          <a:custGeom xmlns:a="http://schemas.openxmlformats.org/drawingml/2006/main">
            <a:pathLst>
              <a:path w="2097625" h="164803">
                <a:moveTo>
                  <a:pt x="73730" y="96110"/>
                </a:moveTo>
                <a:cubicBezTo>
                  <a:pt x="74033" y="132085"/>
                  <a:pt x="74563" y="154427"/>
                  <a:pt x="75320" y="163137"/>
                </a:cubicBezTo>
                <a:cubicBezTo>
                  <a:pt x="72518" y="162682"/>
                  <a:pt x="68636" y="162455"/>
                  <a:pt x="63676" y="162455"/>
                </a:cubicBezTo>
                <a:cubicBezTo>
                  <a:pt x="58715" y="162455"/>
                  <a:pt x="54871" y="162682"/>
                  <a:pt x="52145" y="163137"/>
                </a:cubicBezTo>
                <a:cubicBezTo>
                  <a:pt x="53205" y="151170"/>
                  <a:pt x="53735" y="129623"/>
                  <a:pt x="53735" y="98496"/>
                </a:cubicBezTo>
                <a:cubicBezTo>
                  <a:pt x="49115" y="90619"/>
                  <a:pt x="40122" y="75850"/>
                  <a:pt x="26754" y="54190"/>
                </a:cubicBezTo>
                <a:cubicBezTo>
                  <a:pt x="13386" y="32529"/>
                  <a:pt x="4468" y="18366"/>
                  <a:pt x="0" y="11701"/>
                </a:cubicBezTo>
                <a:cubicBezTo>
                  <a:pt x="3863" y="12156"/>
                  <a:pt x="8293" y="12383"/>
                  <a:pt x="13292" y="12383"/>
                </a:cubicBezTo>
                <a:cubicBezTo>
                  <a:pt x="18063" y="12383"/>
                  <a:pt x="22456" y="12156"/>
                  <a:pt x="26470" y="11701"/>
                </a:cubicBezTo>
                <a:cubicBezTo>
                  <a:pt x="30181" y="18972"/>
                  <a:pt x="43776" y="42867"/>
                  <a:pt x="67254" y="83386"/>
                </a:cubicBezTo>
                <a:cubicBezTo>
                  <a:pt x="84598" y="56121"/>
                  <a:pt x="98155" y="32226"/>
                  <a:pt x="107925" y="11701"/>
                </a:cubicBezTo>
                <a:cubicBezTo>
                  <a:pt x="110727" y="12156"/>
                  <a:pt x="113984" y="12383"/>
                  <a:pt x="117695" y="12383"/>
                </a:cubicBezTo>
                <a:cubicBezTo>
                  <a:pt x="121103" y="12383"/>
                  <a:pt x="124360" y="12156"/>
                  <a:pt x="127465" y="11701"/>
                </a:cubicBezTo>
                <a:cubicBezTo>
                  <a:pt x="122693" y="19124"/>
                  <a:pt x="116578" y="28458"/>
                  <a:pt x="109118" y="39705"/>
                </a:cubicBezTo>
                <a:cubicBezTo>
                  <a:pt x="101658" y="50952"/>
                  <a:pt x="96337" y="59018"/>
                  <a:pt x="93156" y="63903"/>
                </a:cubicBezTo>
                <a:cubicBezTo>
                  <a:pt x="89975" y="68788"/>
                  <a:pt x="86529" y="74260"/>
                  <a:pt x="82818" y="80319"/>
                </a:cubicBezTo>
                <a:cubicBezTo>
                  <a:pt x="79107" y="86378"/>
                  <a:pt x="76078" y="91641"/>
                  <a:pt x="73730" y="96110"/>
                </a:cubicBezTo>
                <a:close/>
                <a:moveTo>
                  <a:pt x="144165" y="98950"/>
                </a:moveTo>
                <a:lnTo>
                  <a:pt x="186994" y="98950"/>
                </a:lnTo>
                <a:cubicBezTo>
                  <a:pt x="189190" y="98950"/>
                  <a:pt x="190289" y="97852"/>
                  <a:pt x="190289" y="95655"/>
                </a:cubicBezTo>
                <a:cubicBezTo>
                  <a:pt x="190289" y="87400"/>
                  <a:pt x="188300" y="81000"/>
                  <a:pt x="184324" y="76456"/>
                </a:cubicBezTo>
                <a:cubicBezTo>
                  <a:pt x="180348" y="71912"/>
                  <a:pt x="175804" y="69640"/>
                  <a:pt x="170692" y="69640"/>
                </a:cubicBezTo>
                <a:cubicBezTo>
                  <a:pt x="165579" y="69640"/>
                  <a:pt x="160316" y="71855"/>
                  <a:pt x="154901" y="76286"/>
                </a:cubicBezTo>
                <a:cubicBezTo>
                  <a:pt x="149485" y="80716"/>
                  <a:pt x="145907" y="88271"/>
                  <a:pt x="144165" y="98950"/>
                </a:cubicBezTo>
                <a:moveTo>
                  <a:pt x="206307" y="138257"/>
                </a:moveTo>
                <a:lnTo>
                  <a:pt x="210965" y="144051"/>
                </a:lnTo>
                <a:cubicBezTo>
                  <a:pt x="206496" y="150262"/>
                  <a:pt x="200683" y="155260"/>
                  <a:pt x="193526" y="159047"/>
                </a:cubicBezTo>
                <a:cubicBezTo>
                  <a:pt x="186369" y="162834"/>
                  <a:pt x="178663" y="164727"/>
                  <a:pt x="170408" y="164727"/>
                </a:cubicBezTo>
                <a:cubicBezTo>
                  <a:pt x="154276" y="164727"/>
                  <a:pt x="141968" y="159615"/>
                  <a:pt x="133486" y="149391"/>
                </a:cubicBezTo>
                <a:cubicBezTo>
                  <a:pt x="126518" y="140984"/>
                  <a:pt x="123034" y="129131"/>
                  <a:pt x="123034" y="113832"/>
                </a:cubicBezTo>
                <a:cubicBezTo>
                  <a:pt x="123034" y="97549"/>
                  <a:pt x="127806" y="84560"/>
                  <a:pt x="137349" y="74866"/>
                </a:cubicBezTo>
                <a:cubicBezTo>
                  <a:pt x="146891" y="65171"/>
                  <a:pt x="157987" y="60324"/>
                  <a:pt x="170635" y="60324"/>
                </a:cubicBezTo>
                <a:cubicBezTo>
                  <a:pt x="184570" y="60324"/>
                  <a:pt x="194776" y="64736"/>
                  <a:pt x="201251" y="73559"/>
                </a:cubicBezTo>
                <a:cubicBezTo>
                  <a:pt x="207727" y="82383"/>
                  <a:pt x="210965" y="92626"/>
                  <a:pt x="210965" y="104289"/>
                </a:cubicBezTo>
                <a:cubicBezTo>
                  <a:pt x="210965" y="106940"/>
                  <a:pt x="209564" y="108266"/>
                  <a:pt x="206761" y="108266"/>
                </a:cubicBezTo>
                <a:lnTo>
                  <a:pt x="143483" y="108266"/>
                </a:lnTo>
                <a:cubicBezTo>
                  <a:pt x="143483" y="122050"/>
                  <a:pt x="145339" y="131895"/>
                  <a:pt x="149050" y="137803"/>
                </a:cubicBezTo>
                <a:cubicBezTo>
                  <a:pt x="154654" y="146664"/>
                  <a:pt x="163099" y="151095"/>
                  <a:pt x="174384" y="151095"/>
                </a:cubicBezTo>
                <a:cubicBezTo>
                  <a:pt x="187789" y="151095"/>
                  <a:pt x="198430" y="146816"/>
                  <a:pt x="206307" y="138257"/>
                </a:cubicBezTo>
                <a:close/>
                <a:moveTo>
                  <a:pt x="292618" y="110083"/>
                </a:moveTo>
                <a:lnTo>
                  <a:pt x="272850" y="115423"/>
                </a:lnTo>
                <a:cubicBezTo>
                  <a:pt x="264292" y="117771"/>
                  <a:pt x="258309" y="120838"/>
                  <a:pt x="254901" y="124625"/>
                </a:cubicBezTo>
                <a:cubicBezTo>
                  <a:pt x="251493" y="128412"/>
                  <a:pt x="249789" y="133107"/>
                  <a:pt x="249789" y="138712"/>
                </a:cubicBezTo>
                <a:cubicBezTo>
                  <a:pt x="249789" y="142423"/>
                  <a:pt x="251379" y="145717"/>
                  <a:pt x="254560" y="148595"/>
                </a:cubicBezTo>
                <a:cubicBezTo>
                  <a:pt x="257741" y="151473"/>
                  <a:pt x="261906" y="152912"/>
                  <a:pt x="267056" y="152912"/>
                </a:cubicBezTo>
                <a:cubicBezTo>
                  <a:pt x="273267" y="152912"/>
                  <a:pt x="280386" y="149883"/>
                  <a:pt x="288414" y="143824"/>
                </a:cubicBezTo>
                <a:cubicBezTo>
                  <a:pt x="290611" y="142309"/>
                  <a:pt x="291709" y="140302"/>
                  <a:pt x="291709" y="137803"/>
                </a:cubicBezTo>
                <a:lnTo>
                  <a:pt x="292618" y="110083"/>
                </a:lnTo>
                <a:moveTo>
                  <a:pt x="292618" y="151322"/>
                </a:moveTo>
                <a:lnTo>
                  <a:pt x="291709" y="151322"/>
                </a:lnTo>
                <a:cubicBezTo>
                  <a:pt x="285498" y="156624"/>
                  <a:pt x="280254" y="160183"/>
                  <a:pt x="275974" y="162001"/>
                </a:cubicBezTo>
                <a:cubicBezTo>
                  <a:pt x="271695" y="163819"/>
                  <a:pt x="266375" y="164727"/>
                  <a:pt x="260013" y="164727"/>
                </a:cubicBezTo>
                <a:cubicBezTo>
                  <a:pt x="251000" y="164727"/>
                  <a:pt x="243900" y="162645"/>
                  <a:pt x="238712" y="158479"/>
                </a:cubicBezTo>
                <a:cubicBezTo>
                  <a:pt x="233524" y="154314"/>
                  <a:pt x="230930" y="148027"/>
                  <a:pt x="230930" y="139621"/>
                </a:cubicBezTo>
                <a:cubicBezTo>
                  <a:pt x="230930" y="131744"/>
                  <a:pt x="234376" y="124814"/>
                  <a:pt x="241268" y="118831"/>
                </a:cubicBezTo>
                <a:cubicBezTo>
                  <a:pt x="248160" y="112848"/>
                  <a:pt x="257589" y="108531"/>
                  <a:pt x="269556" y="105880"/>
                </a:cubicBezTo>
                <a:lnTo>
                  <a:pt x="291254" y="100995"/>
                </a:lnTo>
                <a:cubicBezTo>
                  <a:pt x="292315" y="100692"/>
                  <a:pt x="292845" y="99783"/>
                  <a:pt x="292845" y="98268"/>
                </a:cubicBezTo>
                <a:cubicBezTo>
                  <a:pt x="292845" y="93270"/>
                  <a:pt x="292296" y="88953"/>
                  <a:pt x="291198" y="85317"/>
                </a:cubicBezTo>
                <a:cubicBezTo>
                  <a:pt x="290099" y="81682"/>
                  <a:pt x="288850" y="78974"/>
                  <a:pt x="287449" y="77195"/>
                </a:cubicBezTo>
                <a:cubicBezTo>
                  <a:pt x="286047" y="75415"/>
                  <a:pt x="284192" y="74014"/>
                  <a:pt x="281882" y="72991"/>
                </a:cubicBezTo>
                <a:cubicBezTo>
                  <a:pt x="279572" y="71969"/>
                  <a:pt x="277641" y="71344"/>
                  <a:pt x="276088" y="71117"/>
                </a:cubicBezTo>
                <a:cubicBezTo>
                  <a:pt x="274535" y="70890"/>
                  <a:pt x="272661" y="70776"/>
                  <a:pt x="270465" y="70776"/>
                </a:cubicBezTo>
                <a:cubicBezTo>
                  <a:pt x="261603" y="70776"/>
                  <a:pt x="253083" y="77365"/>
                  <a:pt x="244903" y="90543"/>
                </a:cubicBezTo>
                <a:lnTo>
                  <a:pt x="241836" y="90316"/>
                </a:lnTo>
                <a:lnTo>
                  <a:pt x="237974" y="74752"/>
                </a:lnTo>
                <a:lnTo>
                  <a:pt x="238655" y="73843"/>
                </a:lnTo>
                <a:cubicBezTo>
                  <a:pt x="249334" y="64831"/>
                  <a:pt x="260732" y="60324"/>
                  <a:pt x="272850" y="60324"/>
                </a:cubicBezTo>
                <a:cubicBezTo>
                  <a:pt x="298449" y="60324"/>
                  <a:pt x="311249" y="72897"/>
                  <a:pt x="311249" y="98041"/>
                </a:cubicBezTo>
                <a:cubicBezTo>
                  <a:pt x="311249" y="98571"/>
                  <a:pt x="311135" y="103911"/>
                  <a:pt x="310908" y="114059"/>
                </a:cubicBezTo>
                <a:cubicBezTo>
                  <a:pt x="310681" y="124208"/>
                  <a:pt x="310567" y="130570"/>
                  <a:pt x="310567" y="133145"/>
                </a:cubicBezTo>
                <a:cubicBezTo>
                  <a:pt x="310567" y="142915"/>
                  <a:pt x="311855" y="148974"/>
                  <a:pt x="314430" y="151322"/>
                </a:cubicBezTo>
                <a:cubicBezTo>
                  <a:pt x="315717" y="152458"/>
                  <a:pt x="317989" y="153026"/>
                  <a:pt x="321246" y="153026"/>
                </a:cubicBezTo>
                <a:cubicBezTo>
                  <a:pt x="323140" y="153026"/>
                  <a:pt x="325222" y="152609"/>
                  <a:pt x="327494" y="151776"/>
                </a:cubicBezTo>
                <a:lnTo>
                  <a:pt x="329312" y="157570"/>
                </a:lnTo>
                <a:cubicBezTo>
                  <a:pt x="324768" y="162342"/>
                  <a:pt x="318595" y="164727"/>
                  <a:pt x="310794" y="164727"/>
                </a:cubicBezTo>
                <a:cubicBezTo>
                  <a:pt x="306402" y="164727"/>
                  <a:pt x="302596" y="163591"/>
                  <a:pt x="299377" y="161319"/>
                </a:cubicBezTo>
                <a:cubicBezTo>
                  <a:pt x="296158" y="159047"/>
                  <a:pt x="293905" y="155715"/>
                  <a:pt x="292618" y="151322"/>
                </a:cubicBezTo>
                <a:close/>
                <a:moveTo>
                  <a:pt x="371242" y="84749"/>
                </a:moveTo>
                <a:lnTo>
                  <a:pt x="371924" y="85204"/>
                </a:lnTo>
                <a:cubicBezTo>
                  <a:pt x="377377" y="75888"/>
                  <a:pt x="382148" y="69413"/>
                  <a:pt x="386238" y="65777"/>
                </a:cubicBezTo>
                <a:cubicBezTo>
                  <a:pt x="390328" y="62142"/>
                  <a:pt x="395402" y="60324"/>
                  <a:pt x="401461" y="60324"/>
                </a:cubicBezTo>
                <a:cubicBezTo>
                  <a:pt x="403355" y="60324"/>
                  <a:pt x="406157" y="60854"/>
                  <a:pt x="409868" y="61915"/>
                </a:cubicBezTo>
                <a:lnTo>
                  <a:pt x="410777" y="62824"/>
                </a:lnTo>
                <a:lnTo>
                  <a:pt x="406119" y="80092"/>
                </a:lnTo>
                <a:lnTo>
                  <a:pt x="404301" y="80546"/>
                </a:lnTo>
                <a:cubicBezTo>
                  <a:pt x="401954" y="78350"/>
                  <a:pt x="397902" y="77251"/>
                  <a:pt x="392146" y="77251"/>
                </a:cubicBezTo>
                <a:cubicBezTo>
                  <a:pt x="386996" y="77251"/>
                  <a:pt x="382679" y="79978"/>
                  <a:pt x="379195" y="85431"/>
                </a:cubicBezTo>
                <a:cubicBezTo>
                  <a:pt x="373893" y="93459"/>
                  <a:pt x="371242" y="101146"/>
                  <a:pt x="371242" y="108493"/>
                </a:cubicBezTo>
                <a:lnTo>
                  <a:pt x="371242" y="120535"/>
                </a:lnTo>
                <a:cubicBezTo>
                  <a:pt x="371242" y="137879"/>
                  <a:pt x="371924" y="151852"/>
                  <a:pt x="373287" y="162455"/>
                </a:cubicBezTo>
                <a:lnTo>
                  <a:pt x="372833" y="163137"/>
                </a:lnTo>
                <a:cubicBezTo>
                  <a:pt x="370031" y="162682"/>
                  <a:pt x="366395" y="162455"/>
                  <a:pt x="361927" y="162455"/>
                </a:cubicBezTo>
                <a:cubicBezTo>
                  <a:pt x="357458" y="162455"/>
                  <a:pt x="353823" y="162682"/>
                  <a:pt x="351021" y="163137"/>
                </a:cubicBezTo>
                <a:lnTo>
                  <a:pt x="350566" y="162455"/>
                </a:lnTo>
                <a:cubicBezTo>
                  <a:pt x="351930" y="152837"/>
                  <a:pt x="352611" y="138863"/>
                  <a:pt x="352611" y="120535"/>
                </a:cubicBezTo>
                <a:lnTo>
                  <a:pt x="352611" y="107811"/>
                </a:lnTo>
                <a:cubicBezTo>
                  <a:pt x="352611" y="86378"/>
                  <a:pt x="351930" y="71306"/>
                  <a:pt x="350566" y="62596"/>
                </a:cubicBezTo>
                <a:lnTo>
                  <a:pt x="351021" y="61915"/>
                </a:lnTo>
                <a:cubicBezTo>
                  <a:pt x="357837" y="62521"/>
                  <a:pt x="364123" y="62293"/>
                  <a:pt x="369879" y="61233"/>
                </a:cubicBezTo>
                <a:cubicBezTo>
                  <a:pt x="370788" y="61233"/>
                  <a:pt x="371242" y="62028"/>
                  <a:pt x="371242" y="63619"/>
                </a:cubicBezTo>
                <a:lnTo>
                  <a:pt x="371242" y="84749"/>
                </a:lnTo>
                <a:close/>
                <a:moveTo>
                  <a:pt x="482012" y="114741"/>
                </a:moveTo>
                <a:cubicBezTo>
                  <a:pt x="482012" y="98306"/>
                  <a:pt x="486575" y="85128"/>
                  <a:pt x="495701" y="75207"/>
                </a:cubicBezTo>
                <a:cubicBezTo>
                  <a:pt x="504828" y="65285"/>
                  <a:pt x="517002" y="60324"/>
                  <a:pt x="532225" y="60324"/>
                </a:cubicBezTo>
                <a:cubicBezTo>
                  <a:pt x="547752" y="60324"/>
                  <a:pt x="559699" y="65020"/>
                  <a:pt x="568068" y="74411"/>
                </a:cubicBezTo>
                <a:cubicBezTo>
                  <a:pt x="576437" y="83803"/>
                  <a:pt x="580621" y="96564"/>
                  <a:pt x="580621" y="112696"/>
                </a:cubicBezTo>
                <a:cubicBezTo>
                  <a:pt x="580621" y="128222"/>
                  <a:pt x="576210" y="140776"/>
                  <a:pt x="567386" y="150356"/>
                </a:cubicBezTo>
                <a:cubicBezTo>
                  <a:pt x="558563" y="159937"/>
                  <a:pt x="546540" y="164727"/>
                  <a:pt x="531317" y="164727"/>
                </a:cubicBezTo>
                <a:cubicBezTo>
                  <a:pt x="516245" y="164727"/>
                  <a:pt x="504260" y="159994"/>
                  <a:pt x="495361" y="150527"/>
                </a:cubicBezTo>
                <a:cubicBezTo>
                  <a:pt x="486462" y="141060"/>
                  <a:pt x="482012" y="129131"/>
                  <a:pt x="482012" y="114741"/>
                </a:cubicBezTo>
                <a:moveTo>
                  <a:pt x="530635" y="69640"/>
                </a:moveTo>
                <a:cubicBezTo>
                  <a:pt x="523819" y="69640"/>
                  <a:pt x="518195" y="71723"/>
                  <a:pt x="513765" y="75888"/>
                </a:cubicBezTo>
                <a:cubicBezTo>
                  <a:pt x="509334" y="80054"/>
                  <a:pt x="506342" y="85052"/>
                  <a:pt x="504790" y="90884"/>
                </a:cubicBezTo>
                <a:cubicBezTo>
                  <a:pt x="503237" y="96716"/>
                  <a:pt x="502461" y="103343"/>
                  <a:pt x="502461" y="110765"/>
                </a:cubicBezTo>
                <a:cubicBezTo>
                  <a:pt x="502461" y="117733"/>
                  <a:pt x="503237" y="124322"/>
                  <a:pt x="504790" y="130532"/>
                </a:cubicBezTo>
                <a:cubicBezTo>
                  <a:pt x="506342" y="136743"/>
                  <a:pt x="509599" y="142461"/>
                  <a:pt x="514560" y="147687"/>
                </a:cubicBezTo>
                <a:cubicBezTo>
                  <a:pt x="519521" y="152912"/>
                  <a:pt x="525788" y="155525"/>
                  <a:pt x="533362" y="155525"/>
                </a:cubicBezTo>
                <a:cubicBezTo>
                  <a:pt x="541087" y="155525"/>
                  <a:pt x="547486" y="151871"/>
                  <a:pt x="552561" y="144562"/>
                </a:cubicBezTo>
                <a:cubicBezTo>
                  <a:pt x="557635" y="137254"/>
                  <a:pt x="560172" y="128033"/>
                  <a:pt x="560172" y="116900"/>
                </a:cubicBezTo>
                <a:cubicBezTo>
                  <a:pt x="560172" y="101222"/>
                  <a:pt x="558127" y="89426"/>
                  <a:pt x="554038" y="81512"/>
                </a:cubicBezTo>
                <a:cubicBezTo>
                  <a:pt x="549948" y="73597"/>
                  <a:pt x="542147" y="69640"/>
                  <a:pt x="530635" y="69640"/>
                </a:cubicBezTo>
                <a:close/>
                <a:moveTo>
                  <a:pt x="612544" y="62596"/>
                </a:moveTo>
                <a:lnTo>
                  <a:pt x="612544" y="53622"/>
                </a:lnTo>
                <a:cubicBezTo>
                  <a:pt x="612544" y="40595"/>
                  <a:pt x="616785" y="28704"/>
                  <a:pt x="625268" y="17950"/>
                </a:cubicBezTo>
                <a:cubicBezTo>
                  <a:pt x="629585" y="12345"/>
                  <a:pt x="635208" y="7952"/>
                  <a:pt x="642138" y="4771"/>
                </a:cubicBezTo>
                <a:cubicBezTo>
                  <a:pt x="649068" y="1590"/>
                  <a:pt x="656168" y="0"/>
                  <a:pt x="663439" y="0"/>
                </a:cubicBezTo>
                <a:cubicBezTo>
                  <a:pt x="667908" y="0"/>
                  <a:pt x="671391" y="795"/>
                  <a:pt x="673891" y="2386"/>
                </a:cubicBezTo>
                <a:lnTo>
                  <a:pt x="674118" y="3067"/>
                </a:lnTo>
                <a:cubicBezTo>
                  <a:pt x="671770" y="7687"/>
                  <a:pt x="669612" y="14049"/>
                  <a:pt x="667643" y="22153"/>
                </a:cubicBezTo>
                <a:lnTo>
                  <a:pt x="665143" y="22380"/>
                </a:lnTo>
                <a:cubicBezTo>
                  <a:pt x="662189" y="16927"/>
                  <a:pt x="657683" y="14201"/>
                  <a:pt x="651624" y="14201"/>
                </a:cubicBezTo>
                <a:cubicBezTo>
                  <a:pt x="644959" y="14201"/>
                  <a:pt x="639677" y="16189"/>
                  <a:pt x="635776" y="20165"/>
                </a:cubicBezTo>
                <a:cubicBezTo>
                  <a:pt x="631876" y="24141"/>
                  <a:pt x="629926" y="29386"/>
                  <a:pt x="629926" y="35899"/>
                </a:cubicBezTo>
                <a:cubicBezTo>
                  <a:pt x="629926" y="36960"/>
                  <a:pt x="630134" y="40557"/>
                  <a:pt x="630550" y="46692"/>
                </a:cubicBezTo>
                <a:cubicBezTo>
                  <a:pt x="630967" y="52826"/>
                  <a:pt x="631175" y="57446"/>
                  <a:pt x="631175" y="60552"/>
                </a:cubicBezTo>
                <a:lnTo>
                  <a:pt x="631175" y="62596"/>
                </a:lnTo>
                <a:lnTo>
                  <a:pt x="641173" y="62596"/>
                </a:lnTo>
                <a:cubicBezTo>
                  <a:pt x="645490" y="62596"/>
                  <a:pt x="650905" y="62445"/>
                  <a:pt x="657418" y="62142"/>
                </a:cubicBezTo>
                <a:lnTo>
                  <a:pt x="658554" y="63846"/>
                </a:lnTo>
                <a:cubicBezTo>
                  <a:pt x="657342" y="66951"/>
                  <a:pt x="656433" y="70132"/>
                  <a:pt x="655828" y="73389"/>
                </a:cubicBezTo>
                <a:cubicBezTo>
                  <a:pt x="652722" y="73086"/>
                  <a:pt x="647118" y="72934"/>
                  <a:pt x="639014" y="72934"/>
                </a:cubicBezTo>
                <a:lnTo>
                  <a:pt x="631175" y="72934"/>
                </a:lnTo>
                <a:lnTo>
                  <a:pt x="631175" y="116104"/>
                </a:lnTo>
                <a:cubicBezTo>
                  <a:pt x="631175" y="136553"/>
                  <a:pt x="631933" y="152004"/>
                  <a:pt x="633447" y="162455"/>
                </a:cubicBezTo>
                <a:lnTo>
                  <a:pt x="632993" y="163137"/>
                </a:lnTo>
                <a:cubicBezTo>
                  <a:pt x="630191" y="162682"/>
                  <a:pt x="626461" y="162455"/>
                  <a:pt x="621803" y="162455"/>
                </a:cubicBezTo>
                <a:cubicBezTo>
                  <a:pt x="617145" y="162455"/>
                  <a:pt x="613415" y="162682"/>
                  <a:pt x="610613" y="163137"/>
                </a:cubicBezTo>
                <a:lnTo>
                  <a:pt x="610158" y="162455"/>
                </a:lnTo>
                <a:cubicBezTo>
                  <a:pt x="611673" y="152685"/>
                  <a:pt x="612468" y="137235"/>
                  <a:pt x="612544" y="116104"/>
                </a:cubicBezTo>
                <a:lnTo>
                  <a:pt x="612544" y="72934"/>
                </a:lnTo>
                <a:lnTo>
                  <a:pt x="612317" y="72934"/>
                </a:lnTo>
                <a:cubicBezTo>
                  <a:pt x="605198" y="72934"/>
                  <a:pt x="599442" y="73086"/>
                  <a:pt x="595049" y="73389"/>
                </a:cubicBezTo>
                <a:lnTo>
                  <a:pt x="593913" y="71685"/>
                </a:lnTo>
                <a:cubicBezTo>
                  <a:pt x="596109" y="68277"/>
                  <a:pt x="597813" y="65096"/>
                  <a:pt x="599025" y="62142"/>
                </a:cubicBezTo>
                <a:cubicBezTo>
                  <a:pt x="601373" y="62445"/>
                  <a:pt x="605879" y="62596"/>
                  <a:pt x="612544" y="62596"/>
                </a:cubicBezTo>
                <a:close/>
                <a:moveTo>
                  <a:pt x="815451" y="12383"/>
                </a:moveTo>
                <a:cubicBezTo>
                  <a:pt x="821510" y="12383"/>
                  <a:pt x="826395" y="12156"/>
                  <a:pt x="830106" y="11701"/>
                </a:cubicBezTo>
                <a:lnTo>
                  <a:pt x="830560" y="12383"/>
                </a:lnTo>
                <a:cubicBezTo>
                  <a:pt x="830257" y="16700"/>
                  <a:pt x="830106" y="19351"/>
                  <a:pt x="830106" y="20335"/>
                </a:cubicBezTo>
                <a:cubicBezTo>
                  <a:pt x="830106" y="22532"/>
                  <a:pt x="830257" y="24842"/>
                  <a:pt x="830560" y="27265"/>
                </a:cubicBezTo>
                <a:lnTo>
                  <a:pt x="830106" y="28174"/>
                </a:lnTo>
                <a:cubicBezTo>
                  <a:pt x="808672" y="26281"/>
                  <a:pt x="787580" y="25372"/>
                  <a:pt x="766828" y="25448"/>
                </a:cubicBezTo>
                <a:cubicBezTo>
                  <a:pt x="765616" y="29613"/>
                  <a:pt x="764972" y="40784"/>
                  <a:pt x="764896" y="58961"/>
                </a:cubicBezTo>
                <a:lnTo>
                  <a:pt x="764896" y="77024"/>
                </a:lnTo>
                <a:cubicBezTo>
                  <a:pt x="781180" y="77024"/>
                  <a:pt x="798486" y="76267"/>
                  <a:pt x="816814" y="74752"/>
                </a:cubicBezTo>
                <a:lnTo>
                  <a:pt x="817496" y="75434"/>
                </a:lnTo>
                <a:cubicBezTo>
                  <a:pt x="817041" y="77630"/>
                  <a:pt x="816814" y="80111"/>
                  <a:pt x="816814" y="82875"/>
                </a:cubicBezTo>
                <a:cubicBezTo>
                  <a:pt x="816814" y="85639"/>
                  <a:pt x="817041" y="88120"/>
                  <a:pt x="817496" y="90316"/>
                </a:cubicBezTo>
                <a:lnTo>
                  <a:pt x="816814" y="90998"/>
                </a:lnTo>
                <a:cubicBezTo>
                  <a:pt x="801439" y="89483"/>
                  <a:pt x="784134" y="88726"/>
                  <a:pt x="764896" y="88726"/>
                </a:cubicBezTo>
                <a:lnTo>
                  <a:pt x="764896" y="115877"/>
                </a:lnTo>
                <a:cubicBezTo>
                  <a:pt x="764896" y="135872"/>
                  <a:pt x="765692" y="151398"/>
                  <a:pt x="767282" y="162455"/>
                </a:cubicBezTo>
                <a:lnTo>
                  <a:pt x="766828" y="163137"/>
                </a:lnTo>
                <a:cubicBezTo>
                  <a:pt x="764177" y="162682"/>
                  <a:pt x="760201" y="162455"/>
                  <a:pt x="754899" y="162455"/>
                </a:cubicBezTo>
                <a:lnTo>
                  <a:pt x="742857" y="163137"/>
                </a:lnTo>
                <a:lnTo>
                  <a:pt x="742630" y="162455"/>
                </a:lnTo>
                <a:cubicBezTo>
                  <a:pt x="744145" y="151928"/>
                  <a:pt x="744902" y="136402"/>
                  <a:pt x="744902" y="115877"/>
                </a:cubicBezTo>
                <a:lnTo>
                  <a:pt x="744902" y="58961"/>
                </a:lnTo>
                <a:cubicBezTo>
                  <a:pt x="744902" y="38967"/>
                  <a:pt x="744145" y="23441"/>
                  <a:pt x="742630" y="12383"/>
                </a:cubicBezTo>
                <a:lnTo>
                  <a:pt x="743084" y="11701"/>
                </a:lnTo>
                <a:cubicBezTo>
                  <a:pt x="745735" y="12156"/>
                  <a:pt x="749673" y="12383"/>
                  <a:pt x="754899" y="12383"/>
                </a:cubicBezTo>
                <a:lnTo>
                  <a:pt x="815451" y="12383"/>
                </a:lnTo>
                <a:close/>
                <a:moveTo>
                  <a:pt x="867049" y="98950"/>
                </a:moveTo>
                <a:lnTo>
                  <a:pt x="909878" y="98950"/>
                </a:lnTo>
                <a:cubicBezTo>
                  <a:pt x="912075" y="98950"/>
                  <a:pt x="913173" y="97852"/>
                  <a:pt x="913173" y="95655"/>
                </a:cubicBezTo>
                <a:cubicBezTo>
                  <a:pt x="913173" y="87400"/>
                  <a:pt x="911185" y="81000"/>
                  <a:pt x="907209" y="76456"/>
                </a:cubicBezTo>
                <a:cubicBezTo>
                  <a:pt x="903233" y="71912"/>
                  <a:pt x="898688" y="69640"/>
                  <a:pt x="893576" y="69640"/>
                </a:cubicBezTo>
                <a:cubicBezTo>
                  <a:pt x="888464" y="69640"/>
                  <a:pt x="883200" y="71855"/>
                  <a:pt x="877785" y="76286"/>
                </a:cubicBezTo>
                <a:cubicBezTo>
                  <a:pt x="872370" y="80716"/>
                  <a:pt x="868791" y="88271"/>
                  <a:pt x="867049" y="98950"/>
                </a:cubicBezTo>
                <a:moveTo>
                  <a:pt x="929191" y="138257"/>
                </a:moveTo>
                <a:lnTo>
                  <a:pt x="933849" y="144051"/>
                </a:lnTo>
                <a:cubicBezTo>
                  <a:pt x="929381" y="150262"/>
                  <a:pt x="923568" y="155260"/>
                  <a:pt x="916411" y="159047"/>
                </a:cubicBezTo>
                <a:cubicBezTo>
                  <a:pt x="909254" y="162834"/>
                  <a:pt x="901547" y="164727"/>
                  <a:pt x="893292" y="164727"/>
                </a:cubicBezTo>
                <a:cubicBezTo>
                  <a:pt x="877160" y="164727"/>
                  <a:pt x="864853" y="159615"/>
                  <a:pt x="856370" y="149391"/>
                </a:cubicBezTo>
                <a:cubicBezTo>
                  <a:pt x="849403" y="140984"/>
                  <a:pt x="845919" y="129131"/>
                  <a:pt x="845919" y="113832"/>
                </a:cubicBezTo>
                <a:cubicBezTo>
                  <a:pt x="845919" y="97549"/>
                  <a:pt x="850690" y="84560"/>
                  <a:pt x="860233" y="74866"/>
                </a:cubicBezTo>
                <a:cubicBezTo>
                  <a:pt x="869776" y="65171"/>
                  <a:pt x="880871" y="60324"/>
                  <a:pt x="893519" y="60324"/>
                </a:cubicBezTo>
                <a:cubicBezTo>
                  <a:pt x="907455" y="60324"/>
                  <a:pt x="917660" y="64736"/>
                  <a:pt x="924136" y="73559"/>
                </a:cubicBezTo>
                <a:cubicBezTo>
                  <a:pt x="930611" y="82383"/>
                  <a:pt x="933849" y="92626"/>
                  <a:pt x="933849" y="104289"/>
                </a:cubicBezTo>
                <a:cubicBezTo>
                  <a:pt x="933849" y="106940"/>
                  <a:pt x="932448" y="108266"/>
                  <a:pt x="929646" y="108266"/>
                </a:cubicBezTo>
                <a:lnTo>
                  <a:pt x="866368" y="108266"/>
                </a:lnTo>
                <a:cubicBezTo>
                  <a:pt x="866368" y="122050"/>
                  <a:pt x="868223" y="131895"/>
                  <a:pt x="871934" y="137803"/>
                </a:cubicBezTo>
                <a:cubicBezTo>
                  <a:pt x="877539" y="146664"/>
                  <a:pt x="885984" y="151095"/>
                  <a:pt x="897268" y="151095"/>
                </a:cubicBezTo>
                <a:cubicBezTo>
                  <a:pt x="910674" y="151095"/>
                  <a:pt x="921315" y="146816"/>
                  <a:pt x="929191" y="138257"/>
                </a:cubicBezTo>
                <a:close/>
                <a:moveTo>
                  <a:pt x="1015502" y="110083"/>
                </a:moveTo>
                <a:lnTo>
                  <a:pt x="995735" y="115423"/>
                </a:lnTo>
                <a:cubicBezTo>
                  <a:pt x="987177" y="117771"/>
                  <a:pt x="981194" y="120838"/>
                  <a:pt x="977785" y="124625"/>
                </a:cubicBezTo>
                <a:cubicBezTo>
                  <a:pt x="974377" y="128412"/>
                  <a:pt x="972673" y="133107"/>
                  <a:pt x="972673" y="138712"/>
                </a:cubicBezTo>
                <a:cubicBezTo>
                  <a:pt x="972673" y="142423"/>
                  <a:pt x="974264" y="145717"/>
                  <a:pt x="977445" y="148595"/>
                </a:cubicBezTo>
                <a:cubicBezTo>
                  <a:pt x="980625" y="151473"/>
                  <a:pt x="984791" y="152912"/>
                  <a:pt x="989941" y="152912"/>
                </a:cubicBezTo>
                <a:cubicBezTo>
                  <a:pt x="996152" y="152912"/>
                  <a:pt x="1003271" y="149883"/>
                  <a:pt x="1011299" y="143824"/>
                </a:cubicBezTo>
                <a:cubicBezTo>
                  <a:pt x="1013495" y="142309"/>
                  <a:pt x="1014593" y="140302"/>
                  <a:pt x="1014593" y="137803"/>
                </a:cubicBezTo>
                <a:lnTo>
                  <a:pt x="1015502" y="110083"/>
                </a:lnTo>
                <a:moveTo>
                  <a:pt x="1015502" y="151322"/>
                </a:moveTo>
                <a:lnTo>
                  <a:pt x="1014593" y="151322"/>
                </a:lnTo>
                <a:cubicBezTo>
                  <a:pt x="1008383" y="156624"/>
                  <a:pt x="1003138" y="160183"/>
                  <a:pt x="998859" y="162001"/>
                </a:cubicBezTo>
                <a:cubicBezTo>
                  <a:pt x="994580" y="163819"/>
                  <a:pt x="989259" y="164727"/>
                  <a:pt x="982898" y="164727"/>
                </a:cubicBezTo>
                <a:cubicBezTo>
                  <a:pt x="973885" y="164727"/>
                  <a:pt x="966785" y="162645"/>
                  <a:pt x="961597" y="158479"/>
                </a:cubicBezTo>
                <a:cubicBezTo>
                  <a:pt x="956409" y="154314"/>
                  <a:pt x="953815" y="148027"/>
                  <a:pt x="953815" y="139621"/>
                </a:cubicBezTo>
                <a:cubicBezTo>
                  <a:pt x="953815" y="131744"/>
                  <a:pt x="957261" y="124814"/>
                  <a:pt x="964153" y="118831"/>
                </a:cubicBezTo>
                <a:cubicBezTo>
                  <a:pt x="971045" y="112848"/>
                  <a:pt x="980474" y="108531"/>
                  <a:pt x="992440" y="105880"/>
                </a:cubicBezTo>
                <a:lnTo>
                  <a:pt x="1014139" y="100995"/>
                </a:lnTo>
                <a:cubicBezTo>
                  <a:pt x="1015199" y="100692"/>
                  <a:pt x="1015729" y="99783"/>
                  <a:pt x="1015729" y="98268"/>
                </a:cubicBezTo>
                <a:cubicBezTo>
                  <a:pt x="1015729" y="93270"/>
                  <a:pt x="1015180" y="88953"/>
                  <a:pt x="1014082" y="85317"/>
                </a:cubicBezTo>
                <a:cubicBezTo>
                  <a:pt x="1012984" y="81682"/>
                  <a:pt x="1011734" y="78974"/>
                  <a:pt x="1010333" y="77195"/>
                </a:cubicBezTo>
                <a:cubicBezTo>
                  <a:pt x="1008932" y="75415"/>
                  <a:pt x="1007077" y="74014"/>
                  <a:pt x="1004767" y="72991"/>
                </a:cubicBezTo>
                <a:cubicBezTo>
                  <a:pt x="1002457" y="71969"/>
                  <a:pt x="1000525" y="71344"/>
                  <a:pt x="998973" y="71117"/>
                </a:cubicBezTo>
                <a:cubicBezTo>
                  <a:pt x="997420" y="70890"/>
                  <a:pt x="995546" y="70776"/>
                  <a:pt x="993349" y="70776"/>
                </a:cubicBezTo>
                <a:cubicBezTo>
                  <a:pt x="984488" y="70776"/>
                  <a:pt x="975968" y="77365"/>
                  <a:pt x="967788" y="90543"/>
                </a:cubicBezTo>
                <a:lnTo>
                  <a:pt x="964721" y="90316"/>
                </a:lnTo>
                <a:lnTo>
                  <a:pt x="960858" y="74752"/>
                </a:lnTo>
                <a:lnTo>
                  <a:pt x="961540" y="73843"/>
                </a:lnTo>
                <a:cubicBezTo>
                  <a:pt x="972219" y="64831"/>
                  <a:pt x="983617" y="60324"/>
                  <a:pt x="995735" y="60324"/>
                </a:cubicBezTo>
                <a:cubicBezTo>
                  <a:pt x="1021334" y="60324"/>
                  <a:pt x="1034133" y="72897"/>
                  <a:pt x="1034133" y="98041"/>
                </a:cubicBezTo>
                <a:cubicBezTo>
                  <a:pt x="1034133" y="98571"/>
                  <a:pt x="1034020" y="103911"/>
                  <a:pt x="1033793" y="114059"/>
                </a:cubicBezTo>
                <a:cubicBezTo>
                  <a:pt x="1033565" y="124208"/>
                  <a:pt x="1033452" y="130570"/>
                  <a:pt x="1033452" y="133145"/>
                </a:cubicBezTo>
                <a:cubicBezTo>
                  <a:pt x="1033452" y="142915"/>
                  <a:pt x="1034739" y="148974"/>
                  <a:pt x="1037314" y="151322"/>
                </a:cubicBezTo>
                <a:cubicBezTo>
                  <a:pt x="1038602" y="152458"/>
                  <a:pt x="1040874" y="153026"/>
                  <a:pt x="1044131" y="153026"/>
                </a:cubicBezTo>
                <a:cubicBezTo>
                  <a:pt x="1046024" y="153026"/>
                  <a:pt x="1048107" y="152609"/>
                  <a:pt x="1050379" y="151776"/>
                </a:cubicBezTo>
                <a:lnTo>
                  <a:pt x="1052197" y="157570"/>
                </a:lnTo>
                <a:cubicBezTo>
                  <a:pt x="1047652" y="162342"/>
                  <a:pt x="1041480" y="164727"/>
                  <a:pt x="1033679" y="164727"/>
                </a:cubicBezTo>
                <a:cubicBezTo>
                  <a:pt x="1029286" y="164727"/>
                  <a:pt x="1025481" y="163591"/>
                  <a:pt x="1022262" y="161319"/>
                </a:cubicBezTo>
                <a:cubicBezTo>
                  <a:pt x="1019043" y="159047"/>
                  <a:pt x="1016790" y="155715"/>
                  <a:pt x="1015502" y="151322"/>
                </a:cubicBezTo>
                <a:close/>
                <a:moveTo>
                  <a:pt x="1077427" y="62596"/>
                </a:moveTo>
                <a:cubicBezTo>
                  <a:pt x="1077427" y="53432"/>
                  <a:pt x="1077730" y="43511"/>
                  <a:pt x="1078335" y="32832"/>
                </a:cubicBezTo>
                <a:lnTo>
                  <a:pt x="1078790" y="32150"/>
                </a:lnTo>
                <a:cubicBezTo>
                  <a:pt x="1081138" y="31847"/>
                  <a:pt x="1083126" y="31431"/>
                  <a:pt x="1084754" y="30901"/>
                </a:cubicBezTo>
                <a:cubicBezTo>
                  <a:pt x="1086382" y="30370"/>
                  <a:pt x="1088238" y="29594"/>
                  <a:pt x="1090321" y="28572"/>
                </a:cubicBezTo>
                <a:cubicBezTo>
                  <a:pt x="1092404" y="27549"/>
                  <a:pt x="1093975" y="26811"/>
                  <a:pt x="1095035" y="26356"/>
                </a:cubicBezTo>
                <a:cubicBezTo>
                  <a:pt x="1096399" y="26356"/>
                  <a:pt x="1097118" y="27114"/>
                  <a:pt x="1097194" y="28628"/>
                </a:cubicBezTo>
                <a:cubicBezTo>
                  <a:pt x="1096437" y="38550"/>
                  <a:pt x="1096020" y="49873"/>
                  <a:pt x="1095944" y="62596"/>
                </a:cubicBezTo>
                <a:lnTo>
                  <a:pt x="1106964" y="62596"/>
                </a:lnTo>
                <a:cubicBezTo>
                  <a:pt x="1109918" y="62596"/>
                  <a:pt x="1115333" y="62445"/>
                  <a:pt x="1123209" y="62142"/>
                </a:cubicBezTo>
                <a:lnTo>
                  <a:pt x="1124345" y="63846"/>
                </a:lnTo>
                <a:cubicBezTo>
                  <a:pt x="1123134" y="66951"/>
                  <a:pt x="1122225" y="70132"/>
                  <a:pt x="1121619" y="73389"/>
                </a:cubicBezTo>
                <a:cubicBezTo>
                  <a:pt x="1118514" y="73086"/>
                  <a:pt x="1112909" y="72934"/>
                  <a:pt x="1104805" y="72934"/>
                </a:cubicBezTo>
                <a:lnTo>
                  <a:pt x="1095944" y="72934"/>
                </a:lnTo>
                <a:lnTo>
                  <a:pt x="1095944" y="102245"/>
                </a:lnTo>
                <a:cubicBezTo>
                  <a:pt x="1095944" y="107546"/>
                  <a:pt x="1095831" y="113586"/>
                  <a:pt x="1095603" y="120365"/>
                </a:cubicBezTo>
                <a:cubicBezTo>
                  <a:pt x="1095376" y="127143"/>
                  <a:pt x="1095263" y="131403"/>
                  <a:pt x="1095263" y="133145"/>
                </a:cubicBezTo>
                <a:cubicBezTo>
                  <a:pt x="1095263" y="145112"/>
                  <a:pt x="1097838" y="151473"/>
                  <a:pt x="1102988" y="152231"/>
                </a:cubicBezTo>
                <a:cubicBezTo>
                  <a:pt x="1108971" y="153215"/>
                  <a:pt x="1115068" y="152609"/>
                  <a:pt x="1121278" y="150413"/>
                </a:cubicBezTo>
                <a:lnTo>
                  <a:pt x="1124118" y="156207"/>
                </a:lnTo>
                <a:cubicBezTo>
                  <a:pt x="1115106" y="161963"/>
                  <a:pt x="1106131" y="164803"/>
                  <a:pt x="1097194" y="164727"/>
                </a:cubicBezTo>
                <a:cubicBezTo>
                  <a:pt x="1091438" y="164727"/>
                  <a:pt x="1086572" y="162796"/>
                  <a:pt x="1082596" y="158934"/>
                </a:cubicBezTo>
                <a:cubicBezTo>
                  <a:pt x="1078619" y="155071"/>
                  <a:pt x="1076631" y="149580"/>
                  <a:pt x="1076631" y="142461"/>
                </a:cubicBezTo>
                <a:cubicBezTo>
                  <a:pt x="1076631" y="140719"/>
                  <a:pt x="1076764" y="135323"/>
                  <a:pt x="1077029" y="126272"/>
                </a:cubicBezTo>
                <a:cubicBezTo>
                  <a:pt x="1077294" y="117222"/>
                  <a:pt x="1077427" y="110045"/>
                  <a:pt x="1077427" y="104744"/>
                </a:cubicBezTo>
                <a:lnTo>
                  <a:pt x="1077427" y="72934"/>
                </a:lnTo>
                <a:cubicBezTo>
                  <a:pt x="1070156" y="72934"/>
                  <a:pt x="1064627" y="73086"/>
                  <a:pt x="1060840" y="73389"/>
                </a:cubicBezTo>
                <a:lnTo>
                  <a:pt x="1059704" y="71685"/>
                </a:lnTo>
                <a:cubicBezTo>
                  <a:pt x="1061901" y="68277"/>
                  <a:pt x="1063605" y="65096"/>
                  <a:pt x="1064816" y="62142"/>
                </a:cubicBezTo>
                <a:cubicBezTo>
                  <a:pt x="1067013" y="62445"/>
                  <a:pt x="1071216" y="62596"/>
                  <a:pt x="1077427" y="62596"/>
                </a:cubicBezTo>
                <a:close/>
                <a:moveTo>
                  <a:pt x="1219356" y="141098"/>
                </a:moveTo>
                <a:cubicBezTo>
                  <a:pt x="1215039" y="147762"/>
                  <a:pt x="1209756" y="153367"/>
                  <a:pt x="1203508" y="157911"/>
                </a:cubicBezTo>
                <a:cubicBezTo>
                  <a:pt x="1197260" y="162455"/>
                  <a:pt x="1190803" y="164727"/>
                  <a:pt x="1184138" y="164727"/>
                </a:cubicBezTo>
                <a:cubicBezTo>
                  <a:pt x="1173460" y="164727"/>
                  <a:pt x="1165716" y="161641"/>
                  <a:pt x="1160906" y="155469"/>
                </a:cubicBezTo>
                <a:cubicBezTo>
                  <a:pt x="1156097" y="149296"/>
                  <a:pt x="1153692" y="141628"/>
                  <a:pt x="1153692" y="132464"/>
                </a:cubicBezTo>
                <a:lnTo>
                  <a:pt x="1153692" y="104517"/>
                </a:lnTo>
                <a:cubicBezTo>
                  <a:pt x="1153692" y="86491"/>
                  <a:pt x="1153011" y="72518"/>
                  <a:pt x="1151647" y="62596"/>
                </a:cubicBezTo>
                <a:lnTo>
                  <a:pt x="1152102" y="61915"/>
                </a:lnTo>
                <a:cubicBezTo>
                  <a:pt x="1154904" y="62369"/>
                  <a:pt x="1158539" y="62596"/>
                  <a:pt x="1163008" y="62596"/>
                </a:cubicBezTo>
                <a:cubicBezTo>
                  <a:pt x="1167476" y="62596"/>
                  <a:pt x="1171112" y="62369"/>
                  <a:pt x="1173914" y="61915"/>
                </a:cubicBezTo>
                <a:lnTo>
                  <a:pt x="1174368" y="62596"/>
                </a:lnTo>
                <a:cubicBezTo>
                  <a:pt x="1173005" y="71912"/>
                  <a:pt x="1172324" y="85885"/>
                  <a:pt x="1172324" y="104517"/>
                </a:cubicBezTo>
                <a:lnTo>
                  <a:pt x="1172324" y="127579"/>
                </a:lnTo>
                <a:cubicBezTo>
                  <a:pt x="1172324" y="137349"/>
                  <a:pt x="1173687" y="143824"/>
                  <a:pt x="1176413" y="147005"/>
                </a:cubicBezTo>
                <a:cubicBezTo>
                  <a:pt x="1179140" y="150186"/>
                  <a:pt x="1182965" y="151776"/>
                  <a:pt x="1187887" y="151776"/>
                </a:cubicBezTo>
                <a:cubicBezTo>
                  <a:pt x="1193340" y="151776"/>
                  <a:pt x="1199040" y="149334"/>
                  <a:pt x="1204985" y="144449"/>
                </a:cubicBezTo>
                <a:cubicBezTo>
                  <a:pt x="1210930" y="139564"/>
                  <a:pt x="1215872" y="133865"/>
                  <a:pt x="1219810" y="127351"/>
                </a:cubicBezTo>
                <a:lnTo>
                  <a:pt x="1219810" y="104517"/>
                </a:lnTo>
                <a:cubicBezTo>
                  <a:pt x="1219810" y="86870"/>
                  <a:pt x="1219091" y="72897"/>
                  <a:pt x="1217652" y="62596"/>
                </a:cubicBezTo>
                <a:lnTo>
                  <a:pt x="1218106" y="61915"/>
                </a:lnTo>
                <a:cubicBezTo>
                  <a:pt x="1220909" y="62369"/>
                  <a:pt x="1224563" y="62596"/>
                  <a:pt x="1229069" y="62596"/>
                </a:cubicBezTo>
                <a:cubicBezTo>
                  <a:pt x="1233576" y="62596"/>
                  <a:pt x="1237230" y="62369"/>
                  <a:pt x="1240032" y="61915"/>
                </a:cubicBezTo>
                <a:lnTo>
                  <a:pt x="1240487" y="62596"/>
                </a:lnTo>
                <a:cubicBezTo>
                  <a:pt x="1239123" y="71912"/>
                  <a:pt x="1238404" y="85885"/>
                  <a:pt x="1238328" y="104517"/>
                </a:cubicBezTo>
                <a:lnTo>
                  <a:pt x="1238328" y="117808"/>
                </a:lnTo>
                <a:cubicBezTo>
                  <a:pt x="1238328" y="133486"/>
                  <a:pt x="1239653" y="148368"/>
                  <a:pt x="1242304" y="162455"/>
                </a:cubicBezTo>
                <a:lnTo>
                  <a:pt x="1241850" y="163137"/>
                </a:lnTo>
                <a:cubicBezTo>
                  <a:pt x="1238745" y="162682"/>
                  <a:pt x="1235299" y="162455"/>
                  <a:pt x="1231512" y="162455"/>
                </a:cubicBezTo>
                <a:cubicBezTo>
                  <a:pt x="1228937" y="162455"/>
                  <a:pt x="1225869" y="162682"/>
                  <a:pt x="1222310" y="163137"/>
                </a:cubicBezTo>
                <a:cubicBezTo>
                  <a:pt x="1221704" y="163137"/>
                  <a:pt x="1221401" y="162910"/>
                  <a:pt x="1221401" y="162455"/>
                </a:cubicBezTo>
                <a:lnTo>
                  <a:pt x="1220265" y="141779"/>
                </a:lnTo>
                <a:lnTo>
                  <a:pt x="1219356" y="141098"/>
                </a:lnTo>
                <a:close/>
                <a:moveTo>
                  <a:pt x="1298173" y="84749"/>
                </a:moveTo>
                <a:lnTo>
                  <a:pt x="1298854" y="85204"/>
                </a:lnTo>
                <a:cubicBezTo>
                  <a:pt x="1304307" y="75888"/>
                  <a:pt x="1309079" y="69413"/>
                  <a:pt x="1313168" y="65777"/>
                </a:cubicBezTo>
                <a:cubicBezTo>
                  <a:pt x="1317258" y="62142"/>
                  <a:pt x="1322333" y="60324"/>
                  <a:pt x="1328392" y="60324"/>
                </a:cubicBezTo>
                <a:cubicBezTo>
                  <a:pt x="1330285" y="60324"/>
                  <a:pt x="1333087" y="60854"/>
                  <a:pt x="1336798" y="61915"/>
                </a:cubicBezTo>
                <a:lnTo>
                  <a:pt x="1337707" y="62824"/>
                </a:lnTo>
                <a:lnTo>
                  <a:pt x="1333049" y="80092"/>
                </a:lnTo>
                <a:lnTo>
                  <a:pt x="1331232" y="80546"/>
                </a:lnTo>
                <a:cubicBezTo>
                  <a:pt x="1328884" y="78350"/>
                  <a:pt x="1324832" y="77251"/>
                  <a:pt x="1319076" y="77251"/>
                </a:cubicBezTo>
                <a:cubicBezTo>
                  <a:pt x="1313926" y="77251"/>
                  <a:pt x="1309609" y="79978"/>
                  <a:pt x="1306125" y="85431"/>
                </a:cubicBezTo>
                <a:cubicBezTo>
                  <a:pt x="1300823" y="93459"/>
                  <a:pt x="1298173" y="101146"/>
                  <a:pt x="1298173" y="108493"/>
                </a:cubicBezTo>
                <a:lnTo>
                  <a:pt x="1298173" y="120535"/>
                </a:lnTo>
                <a:cubicBezTo>
                  <a:pt x="1298173" y="137879"/>
                  <a:pt x="1298854" y="151852"/>
                  <a:pt x="1300217" y="162455"/>
                </a:cubicBezTo>
                <a:lnTo>
                  <a:pt x="1299763" y="163137"/>
                </a:lnTo>
                <a:cubicBezTo>
                  <a:pt x="1296961" y="162682"/>
                  <a:pt x="1293325" y="162455"/>
                  <a:pt x="1288857" y="162455"/>
                </a:cubicBezTo>
                <a:cubicBezTo>
                  <a:pt x="1284388" y="162455"/>
                  <a:pt x="1280753" y="162682"/>
                  <a:pt x="1277951" y="163137"/>
                </a:cubicBezTo>
                <a:lnTo>
                  <a:pt x="1277496" y="162455"/>
                </a:lnTo>
                <a:cubicBezTo>
                  <a:pt x="1278860" y="152837"/>
                  <a:pt x="1279541" y="138863"/>
                  <a:pt x="1279541" y="120535"/>
                </a:cubicBezTo>
                <a:lnTo>
                  <a:pt x="1279541" y="107811"/>
                </a:lnTo>
                <a:cubicBezTo>
                  <a:pt x="1279541" y="86378"/>
                  <a:pt x="1278860" y="71306"/>
                  <a:pt x="1277496" y="62596"/>
                </a:cubicBezTo>
                <a:lnTo>
                  <a:pt x="1277951" y="61915"/>
                </a:lnTo>
                <a:cubicBezTo>
                  <a:pt x="1284767" y="62521"/>
                  <a:pt x="1291053" y="62293"/>
                  <a:pt x="1296809" y="61233"/>
                </a:cubicBezTo>
                <a:cubicBezTo>
                  <a:pt x="1297718" y="61233"/>
                  <a:pt x="1298173" y="62028"/>
                  <a:pt x="1298173" y="63619"/>
                </a:cubicBezTo>
                <a:lnTo>
                  <a:pt x="1298173" y="84749"/>
                </a:lnTo>
                <a:close/>
                <a:moveTo>
                  <a:pt x="1368828" y="98950"/>
                </a:moveTo>
                <a:lnTo>
                  <a:pt x="1411657" y="98950"/>
                </a:lnTo>
                <a:cubicBezTo>
                  <a:pt x="1413853" y="98950"/>
                  <a:pt x="1414951" y="97852"/>
                  <a:pt x="1414951" y="95655"/>
                </a:cubicBezTo>
                <a:cubicBezTo>
                  <a:pt x="1414951" y="87400"/>
                  <a:pt x="1412963" y="81000"/>
                  <a:pt x="1408987" y="76456"/>
                </a:cubicBezTo>
                <a:cubicBezTo>
                  <a:pt x="1405011" y="71912"/>
                  <a:pt x="1400467" y="69640"/>
                  <a:pt x="1395354" y="69640"/>
                </a:cubicBezTo>
                <a:cubicBezTo>
                  <a:pt x="1390242" y="69640"/>
                  <a:pt x="1384979" y="71855"/>
                  <a:pt x="1379563" y="76286"/>
                </a:cubicBezTo>
                <a:cubicBezTo>
                  <a:pt x="1374148" y="80716"/>
                  <a:pt x="1370570" y="88271"/>
                  <a:pt x="1368828" y="98950"/>
                </a:cubicBezTo>
                <a:moveTo>
                  <a:pt x="1430970" y="138257"/>
                </a:moveTo>
                <a:lnTo>
                  <a:pt x="1435627" y="144051"/>
                </a:lnTo>
                <a:cubicBezTo>
                  <a:pt x="1431159" y="150262"/>
                  <a:pt x="1425346" y="155260"/>
                  <a:pt x="1418189" y="159047"/>
                </a:cubicBezTo>
                <a:cubicBezTo>
                  <a:pt x="1411032" y="162834"/>
                  <a:pt x="1403326" y="164727"/>
                  <a:pt x="1395070" y="164727"/>
                </a:cubicBezTo>
                <a:cubicBezTo>
                  <a:pt x="1378939" y="164727"/>
                  <a:pt x="1366631" y="159615"/>
                  <a:pt x="1358149" y="149391"/>
                </a:cubicBezTo>
                <a:cubicBezTo>
                  <a:pt x="1351181" y="140984"/>
                  <a:pt x="1347697" y="129131"/>
                  <a:pt x="1347697" y="113832"/>
                </a:cubicBezTo>
                <a:cubicBezTo>
                  <a:pt x="1347697" y="97549"/>
                  <a:pt x="1352469" y="84560"/>
                  <a:pt x="1362011" y="74866"/>
                </a:cubicBezTo>
                <a:cubicBezTo>
                  <a:pt x="1371554" y="65171"/>
                  <a:pt x="1382650" y="60324"/>
                  <a:pt x="1395298" y="60324"/>
                </a:cubicBezTo>
                <a:cubicBezTo>
                  <a:pt x="1409233" y="60324"/>
                  <a:pt x="1419439" y="64736"/>
                  <a:pt x="1425914" y="73559"/>
                </a:cubicBezTo>
                <a:cubicBezTo>
                  <a:pt x="1432390" y="82383"/>
                  <a:pt x="1435627" y="92626"/>
                  <a:pt x="1435627" y="104289"/>
                </a:cubicBezTo>
                <a:cubicBezTo>
                  <a:pt x="1435627" y="106940"/>
                  <a:pt x="1434226" y="108266"/>
                  <a:pt x="1431424" y="108266"/>
                </a:cubicBezTo>
                <a:lnTo>
                  <a:pt x="1368146" y="108266"/>
                </a:lnTo>
                <a:cubicBezTo>
                  <a:pt x="1368146" y="122050"/>
                  <a:pt x="1370002" y="131895"/>
                  <a:pt x="1373713" y="137803"/>
                </a:cubicBezTo>
                <a:cubicBezTo>
                  <a:pt x="1379317" y="146664"/>
                  <a:pt x="1387762" y="151095"/>
                  <a:pt x="1399047" y="151095"/>
                </a:cubicBezTo>
                <a:cubicBezTo>
                  <a:pt x="1412452" y="151095"/>
                  <a:pt x="1423093" y="146816"/>
                  <a:pt x="1430970" y="138257"/>
                </a:cubicBezTo>
                <a:close/>
                <a:moveTo>
                  <a:pt x="1548181" y="8407"/>
                </a:moveTo>
                <a:lnTo>
                  <a:pt x="1555906" y="8407"/>
                </a:lnTo>
                <a:cubicBezTo>
                  <a:pt x="1574537" y="51804"/>
                  <a:pt x="1591919" y="90240"/>
                  <a:pt x="1608051" y="123716"/>
                </a:cubicBezTo>
                <a:lnTo>
                  <a:pt x="1609982" y="123830"/>
                </a:lnTo>
                <a:lnTo>
                  <a:pt x="1666444" y="8407"/>
                </a:lnTo>
                <a:lnTo>
                  <a:pt x="1672237" y="8407"/>
                </a:lnTo>
                <a:cubicBezTo>
                  <a:pt x="1678296" y="60665"/>
                  <a:pt x="1685567" y="112242"/>
                  <a:pt x="1694050" y="163137"/>
                </a:cubicBezTo>
                <a:cubicBezTo>
                  <a:pt x="1691702" y="162682"/>
                  <a:pt x="1687385" y="162455"/>
                  <a:pt x="1681099" y="162455"/>
                </a:cubicBezTo>
                <a:cubicBezTo>
                  <a:pt x="1675797" y="162455"/>
                  <a:pt x="1671972" y="162682"/>
                  <a:pt x="1669625" y="163137"/>
                </a:cubicBezTo>
                <a:cubicBezTo>
                  <a:pt x="1667050" y="134433"/>
                  <a:pt x="1662770" y="97549"/>
                  <a:pt x="1656787" y="52486"/>
                </a:cubicBezTo>
                <a:lnTo>
                  <a:pt x="1655878" y="52372"/>
                </a:lnTo>
                <a:cubicBezTo>
                  <a:pt x="1638232" y="87438"/>
                  <a:pt x="1621039" y="124132"/>
                  <a:pt x="1604302" y="162455"/>
                </a:cubicBezTo>
                <a:lnTo>
                  <a:pt x="1599871" y="162455"/>
                </a:lnTo>
                <a:cubicBezTo>
                  <a:pt x="1582982" y="121557"/>
                  <a:pt x="1566698" y="84636"/>
                  <a:pt x="1551021" y="51690"/>
                </a:cubicBezTo>
                <a:lnTo>
                  <a:pt x="1549998" y="51690"/>
                </a:lnTo>
                <a:cubicBezTo>
                  <a:pt x="1543031" y="94633"/>
                  <a:pt x="1537313" y="131782"/>
                  <a:pt x="1532844" y="163137"/>
                </a:cubicBezTo>
                <a:cubicBezTo>
                  <a:pt x="1531102" y="162682"/>
                  <a:pt x="1528792" y="162455"/>
                  <a:pt x="1525914" y="162455"/>
                </a:cubicBezTo>
                <a:cubicBezTo>
                  <a:pt x="1522506" y="162455"/>
                  <a:pt x="1519931" y="162682"/>
                  <a:pt x="1518189" y="163137"/>
                </a:cubicBezTo>
                <a:cubicBezTo>
                  <a:pt x="1530761" y="102623"/>
                  <a:pt x="1540759" y="51047"/>
                  <a:pt x="1548181" y="8407"/>
                </a:cubicBezTo>
                <a:close/>
                <a:moveTo>
                  <a:pt x="1718308" y="114741"/>
                </a:moveTo>
                <a:cubicBezTo>
                  <a:pt x="1718308" y="98306"/>
                  <a:pt x="1722871" y="85128"/>
                  <a:pt x="1731997" y="75207"/>
                </a:cubicBezTo>
                <a:cubicBezTo>
                  <a:pt x="1741123" y="65285"/>
                  <a:pt x="1753298" y="60324"/>
                  <a:pt x="1768521" y="60324"/>
                </a:cubicBezTo>
                <a:cubicBezTo>
                  <a:pt x="1784047" y="60324"/>
                  <a:pt x="1795995" y="65020"/>
                  <a:pt x="1804364" y="74411"/>
                </a:cubicBezTo>
                <a:cubicBezTo>
                  <a:pt x="1812732" y="83803"/>
                  <a:pt x="1816917" y="96564"/>
                  <a:pt x="1816917" y="112696"/>
                </a:cubicBezTo>
                <a:cubicBezTo>
                  <a:pt x="1816917" y="128222"/>
                  <a:pt x="1812505" y="140776"/>
                  <a:pt x="1803682" y="150356"/>
                </a:cubicBezTo>
                <a:cubicBezTo>
                  <a:pt x="1794859" y="159937"/>
                  <a:pt x="1782835" y="164727"/>
                  <a:pt x="1767612" y="164727"/>
                </a:cubicBezTo>
                <a:cubicBezTo>
                  <a:pt x="1752541" y="164727"/>
                  <a:pt x="1740555" y="159994"/>
                  <a:pt x="1731656" y="150527"/>
                </a:cubicBezTo>
                <a:cubicBezTo>
                  <a:pt x="1722757" y="141060"/>
                  <a:pt x="1718308" y="129131"/>
                  <a:pt x="1718308" y="114741"/>
                </a:cubicBezTo>
                <a:moveTo>
                  <a:pt x="1766931" y="69640"/>
                </a:moveTo>
                <a:cubicBezTo>
                  <a:pt x="1760114" y="69640"/>
                  <a:pt x="1754491" y="71723"/>
                  <a:pt x="1750060" y="75888"/>
                </a:cubicBezTo>
                <a:cubicBezTo>
                  <a:pt x="1745630" y="80054"/>
                  <a:pt x="1742638" y="85052"/>
                  <a:pt x="1741086" y="90884"/>
                </a:cubicBezTo>
                <a:cubicBezTo>
                  <a:pt x="1739533" y="96716"/>
                  <a:pt x="1738757" y="103343"/>
                  <a:pt x="1738757" y="110765"/>
                </a:cubicBezTo>
                <a:cubicBezTo>
                  <a:pt x="1738757" y="117733"/>
                  <a:pt x="1739533" y="124322"/>
                  <a:pt x="1741086" y="130532"/>
                </a:cubicBezTo>
                <a:cubicBezTo>
                  <a:pt x="1742638" y="136743"/>
                  <a:pt x="1745895" y="142461"/>
                  <a:pt x="1750856" y="147687"/>
                </a:cubicBezTo>
                <a:cubicBezTo>
                  <a:pt x="1755816" y="152912"/>
                  <a:pt x="1762084" y="155525"/>
                  <a:pt x="1769657" y="155525"/>
                </a:cubicBezTo>
                <a:cubicBezTo>
                  <a:pt x="1777382" y="155525"/>
                  <a:pt x="1783782" y="151871"/>
                  <a:pt x="1788856" y="144562"/>
                </a:cubicBezTo>
                <a:cubicBezTo>
                  <a:pt x="1793931" y="137254"/>
                  <a:pt x="1796468" y="128033"/>
                  <a:pt x="1796468" y="116900"/>
                </a:cubicBezTo>
                <a:cubicBezTo>
                  <a:pt x="1796468" y="101222"/>
                  <a:pt x="1794423" y="89426"/>
                  <a:pt x="1790333" y="81512"/>
                </a:cubicBezTo>
                <a:cubicBezTo>
                  <a:pt x="1786244" y="73597"/>
                  <a:pt x="1778443" y="69640"/>
                  <a:pt x="1766931" y="69640"/>
                </a:cubicBezTo>
                <a:close/>
                <a:moveTo>
                  <a:pt x="1911178" y="136212"/>
                </a:moveTo>
                <a:lnTo>
                  <a:pt x="1911178" y="83159"/>
                </a:lnTo>
                <a:cubicBezTo>
                  <a:pt x="1908224" y="78539"/>
                  <a:pt x="1905119" y="75131"/>
                  <a:pt x="1901863" y="72934"/>
                </a:cubicBezTo>
                <a:cubicBezTo>
                  <a:pt x="1898606" y="70738"/>
                  <a:pt x="1894365" y="69640"/>
                  <a:pt x="1889139" y="69640"/>
                </a:cubicBezTo>
                <a:cubicBezTo>
                  <a:pt x="1885882" y="69640"/>
                  <a:pt x="1882701" y="70227"/>
                  <a:pt x="1879596" y="71401"/>
                </a:cubicBezTo>
                <a:cubicBezTo>
                  <a:pt x="1876491" y="72575"/>
                  <a:pt x="1873310" y="74506"/>
                  <a:pt x="1870053" y="77195"/>
                </a:cubicBezTo>
                <a:cubicBezTo>
                  <a:pt x="1866797" y="79883"/>
                  <a:pt x="1864203" y="84143"/>
                  <a:pt x="1862271" y="89975"/>
                </a:cubicBezTo>
                <a:cubicBezTo>
                  <a:pt x="1860340" y="95807"/>
                  <a:pt x="1859374" y="102813"/>
                  <a:pt x="1859374" y="110992"/>
                </a:cubicBezTo>
                <a:cubicBezTo>
                  <a:pt x="1859374" y="124776"/>
                  <a:pt x="1861533" y="135171"/>
                  <a:pt x="1865850" y="142177"/>
                </a:cubicBezTo>
                <a:cubicBezTo>
                  <a:pt x="1870167" y="149182"/>
                  <a:pt x="1875733" y="152685"/>
                  <a:pt x="1882550" y="152685"/>
                </a:cubicBezTo>
                <a:cubicBezTo>
                  <a:pt x="1892926" y="152685"/>
                  <a:pt x="1902469" y="147194"/>
                  <a:pt x="1911178" y="136212"/>
                </a:cubicBezTo>
                <a:moveTo>
                  <a:pt x="1911178" y="148936"/>
                </a:moveTo>
                <a:cubicBezTo>
                  <a:pt x="1902923" y="159464"/>
                  <a:pt x="1892926" y="164727"/>
                  <a:pt x="1881186" y="164727"/>
                </a:cubicBezTo>
                <a:cubicBezTo>
                  <a:pt x="1868766" y="164727"/>
                  <a:pt x="1858636" y="159729"/>
                  <a:pt x="1850797" y="149731"/>
                </a:cubicBezTo>
                <a:cubicBezTo>
                  <a:pt x="1842958" y="139734"/>
                  <a:pt x="1839039" y="127465"/>
                  <a:pt x="1839039" y="112923"/>
                </a:cubicBezTo>
                <a:cubicBezTo>
                  <a:pt x="1839039" y="97246"/>
                  <a:pt x="1843981" y="84560"/>
                  <a:pt x="1853864" y="74866"/>
                </a:cubicBezTo>
                <a:cubicBezTo>
                  <a:pt x="1863748" y="65171"/>
                  <a:pt x="1876339" y="60324"/>
                  <a:pt x="1891638" y="60324"/>
                </a:cubicBezTo>
                <a:cubicBezTo>
                  <a:pt x="1898606" y="60324"/>
                  <a:pt x="1905119" y="62028"/>
                  <a:pt x="1911178" y="65437"/>
                </a:cubicBezTo>
                <a:lnTo>
                  <a:pt x="1911178" y="50327"/>
                </a:lnTo>
                <a:cubicBezTo>
                  <a:pt x="1911178" y="28136"/>
                  <a:pt x="1910497" y="13178"/>
                  <a:pt x="1909133" y="5453"/>
                </a:cubicBezTo>
                <a:lnTo>
                  <a:pt x="1909588" y="4658"/>
                </a:lnTo>
                <a:cubicBezTo>
                  <a:pt x="1916556" y="4203"/>
                  <a:pt x="1923296" y="2651"/>
                  <a:pt x="1929809" y="0"/>
                </a:cubicBezTo>
                <a:cubicBezTo>
                  <a:pt x="1931173" y="0"/>
                  <a:pt x="1931892" y="795"/>
                  <a:pt x="1931968" y="2386"/>
                </a:cubicBezTo>
                <a:cubicBezTo>
                  <a:pt x="1930605" y="19578"/>
                  <a:pt x="1929885" y="34157"/>
                  <a:pt x="1929809" y="46124"/>
                </a:cubicBezTo>
                <a:lnTo>
                  <a:pt x="1929809" y="117808"/>
                </a:lnTo>
                <a:cubicBezTo>
                  <a:pt x="1929809" y="133486"/>
                  <a:pt x="1931135" y="148368"/>
                  <a:pt x="1933786" y="162455"/>
                </a:cubicBezTo>
                <a:lnTo>
                  <a:pt x="1933331" y="163137"/>
                </a:lnTo>
                <a:cubicBezTo>
                  <a:pt x="1930226" y="162682"/>
                  <a:pt x="1926780" y="162455"/>
                  <a:pt x="1922993" y="162455"/>
                </a:cubicBezTo>
                <a:cubicBezTo>
                  <a:pt x="1921175" y="162455"/>
                  <a:pt x="1918487" y="162682"/>
                  <a:pt x="1914927" y="163137"/>
                </a:cubicBezTo>
                <a:cubicBezTo>
                  <a:pt x="1913564" y="163137"/>
                  <a:pt x="1912882" y="162910"/>
                  <a:pt x="1912882" y="162455"/>
                </a:cubicBezTo>
                <a:lnTo>
                  <a:pt x="1911633" y="148936"/>
                </a:lnTo>
                <a:lnTo>
                  <a:pt x="1911178" y="148936"/>
                </a:lnTo>
                <a:close/>
                <a:moveTo>
                  <a:pt x="1979618" y="98950"/>
                </a:moveTo>
                <a:lnTo>
                  <a:pt x="2022447" y="98950"/>
                </a:lnTo>
                <a:cubicBezTo>
                  <a:pt x="2024644" y="98950"/>
                  <a:pt x="2025742" y="97852"/>
                  <a:pt x="2025742" y="95655"/>
                </a:cubicBezTo>
                <a:cubicBezTo>
                  <a:pt x="2025742" y="87400"/>
                  <a:pt x="2023754" y="81000"/>
                  <a:pt x="2019778" y="76456"/>
                </a:cubicBezTo>
                <a:cubicBezTo>
                  <a:pt x="2015802" y="71912"/>
                  <a:pt x="2011257" y="69640"/>
                  <a:pt x="2006145" y="69640"/>
                </a:cubicBezTo>
                <a:cubicBezTo>
                  <a:pt x="2001033" y="69640"/>
                  <a:pt x="1995769" y="71855"/>
                  <a:pt x="1990354" y="76286"/>
                </a:cubicBezTo>
                <a:cubicBezTo>
                  <a:pt x="1984939" y="80716"/>
                  <a:pt x="1981360" y="88271"/>
                  <a:pt x="1979618" y="98950"/>
                </a:cubicBezTo>
                <a:moveTo>
                  <a:pt x="2041760" y="138257"/>
                </a:moveTo>
                <a:lnTo>
                  <a:pt x="2046418" y="144051"/>
                </a:lnTo>
                <a:cubicBezTo>
                  <a:pt x="2041950" y="150262"/>
                  <a:pt x="2036137" y="155260"/>
                  <a:pt x="2028980" y="159047"/>
                </a:cubicBezTo>
                <a:cubicBezTo>
                  <a:pt x="2021823" y="162834"/>
                  <a:pt x="2014116" y="164727"/>
                  <a:pt x="2005861" y="164727"/>
                </a:cubicBezTo>
                <a:cubicBezTo>
                  <a:pt x="1989729" y="164727"/>
                  <a:pt x="1977422" y="159615"/>
                  <a:pt x="1968939" y="149391"/>
                </a:cubicBezTo>
                <a:cubicBezTo>
                  <a:pt x="1961972" y="140984"/>
                  <a:pt x="1958488" y="129131"/>
                  <a:pt x="1958488" y="113832"/>
                </a:cubicBezTo>
                <a:cubicBezTo>
                  <a:pt x="1958488" y="97549"/>
                  <a:pt x="1963259" y="84560"/>
                  <a:pt x="1972802" y="74866"/>
                </a:cubicBezTo>
                <a:cubicBezTo>
                  <a:pt x="1982345" y="65171"/>
                  <a:pt x="1993440" y="60324"/>
                  <a:pt x="2006088" y="60324"/>
                </a:cubicBezTo>
                <a:cubicBezTo>
                  <a:pt x="2020024" y="60324"/>
                  <a:pt x="2030229" y="64736"/>
                  <a:pt x="2036705" y="73559"/>
                </a:cubicBezTo>
                <a:cubicBezTo>
                  <a:pt x="2043180" y="82383"/>
                  <a:pt x="2046418" y="92626"/>
                  <a:pt x="2046418" y="104289"/>
                </a:cubicBezTo>
                <a:cubicBezTo>
                  <a:pt x="2046418" y="106940"/>
                  <a:pt x="2045017" y="108266"/>
                  <a:pt x="2042215" y="108266"/>
                </a:cubicBezTo>
                <a:lnTo>
                  <a:pt x="1978937" y="108266"/>
                </a:lnTo>
                <a:cubicBezTo>
                  <a:pt x="1978937" y="122050"/>
                  <a:pt x="1980792" y="131895"/>
                  <a:pt x="1984503" y="137803"/>
                </a:cubicBezTo>
                <a:cubicBezTo>
                  <a:pt x="1990108" y="146664"/>
                  <a:pt x="1998553" y="151095"/>
                  <a:pt x="2009837" y="151095"/>
                </a:cubicBezTo>
                <a:cubicBezTo>
                  <a:pt x="2023243" y="151095"/>
                  <a:pt x="2033884" y="146816"/>
                  <a:pt x="2041760" y="138257"/>
                </a:cubicBezTo>
                <a:close/>
                <a:moveTo>
                  <a:pt x="2076835" y="115877"/>
                </a:moveTo>
                <a:lnTo>
                  <a:pt x="2076835" y="50327"/>
                </a:lnTo>
                <a:cubicBezTo>
                  <a:pt x="2076835" y="28136"/>
                  <a:pt x="2076154" y="13178"/>
                  <a:pt x="2074790" y="5453"/>
                </a:cubicBezTo>
                <a:lnTo>
                  <a:pt x="2075245" y="4658"/>
                </a:lnTo>
                <a:cubicBezTo>
                  <a:pt x="2082212" y="4203"/>
                  <a:pt x="2088953" y="2651"/>
                  <a:pt x="2095466" y="0"/>
                </a:cubicBezTo>
                <a:cubicBezTo>
                  <a:pt x="2096830" y="0"/>
                  <a:pt x="2097549" y="795"/>
                  <a:pt x="2097625" y="2386"/>
                </a:cubicBezTo>
                <a:cubicBezTo>
                  <a:pt x="2096262" y="21168"/>
                  <a:pt x="2095542" y="35748"/>
                  <a:pt x="2095466" y="46124"/>
                </a:cubicBezTo>
                <a:lnTo>
                  <a:pt x="2095466" y="115877"/>
                </a:lnTo>
                <a:cubicBezTo>
                  <a:pt x="2095466" y="136629"/>
                  <a:pt x="2096186" y="152155"/>
                  <a:pt x="2097625" y="162455"/>
                </a:cubicBezTo>
                <a:lnTo>
                  <a:pt x="2097057" y="163137"/>
                </a:lnTo>
                <a:cubicBezTo>
                  <a:pt x="2094255" y="162682"/>
                  <a:pt x="2090619" y="162455"/>
                  <a:pt x="2086151" y="162455"/>
                </a:cubicBezTo>
                <a:cubicBezTo>
                  <a:pt x="2081682" y="162455"/>
                  <a:pt x="2078047" y="162682"/>
                  <a:pt x="2075245" y="163137"/>
                </a:cubicBezTo>
                <a:lnTo>
                  <a:pt x="2074790" y="162455"/>
                </a:lnTo>
                <a:cubicBezTo>
                  <a:pt x="2076154" y="152534"/>
                  <a:pt x="2076835" y="137008"/>
                  <a:pt x="2076835" y="115877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YearofFeatureModel">
            <a:extLst xmlns:a="http://schemas.openxmlformats.org/drawingml/2006/main">
              <a:ext uri="{FF2B5EF4-FFF2-40B4-BE49-F238E27FC236}">
                <a16:creationId xmlns:a16="http://schemas.microsoft.com/office/drawing/2014/main" id="{B66A8C51-F064-4868-B6FF-602FC34C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269" y="5220387"/>
            <a:ext cx="2097625" cy="164803"/>
          </a:xfrm>
          <a:custGeom xmlns:a="http://schemas.openxmlformats.org/drawingml/2006/main">
            <a:pathLst>
              <a:path w="2097625" h="164803">
                <a:moveTo>
                  <a:pt x="73730" y="96110"/>
                </a:moveTo>
                <a:cubicBezTo>
                  <a:pt x="74033" y="132085"/>
                  <a:pt x="74563" y="154427"/>
                  <a:pt x="75320" y="163137"/>
                </a:cubicBezTo>
                <a:cubicBezTo>
                  <a:pt x="72518" y="162682"/>
                  <a:pt x="68636" y="162455"/>
                  <a:pt x="63676" y="162455"/>
                </a:cubicBezTo>
                <a:cubicBezTo>
                  <a:pt x="58715" y="162455"/>
                  <a:pt x="54871" y="162682"/>
                  <a:pt x="52145" y="163137"/>
                </a:cubicBezTo>
                <a:cubicBezTo>
                  <a:pt x="53205" y="151170"/>
                  <a:pt x="53735" y="129623"/>
                  <a:pt x="53735" y="98496"/>
                </a:cubicBezTo>
                <a:cubicBezTo>
                  <a:pt x="49115" y="90619"/>
                  <a:pt x="40122" y="75850"/>
                  <a:pt x="26754" y="54190"/>
                </a:cubicBezTo>
                <a:cubicBezTo>
                  <a:pt x="13386" y="32529"/>
                  <a:pt x="4468" y="18366"/>
                  <a:pt x="0" y="11701"/>
                </a:cubicBezTo>
                <a:cubicBezTo>
                  <a:pt x="3863" y="12156"/>
                  <a:pt x="8293" y="12383"/>
                  <a:pt x="13292" y="12383"/>
                </a:cubicBezTo>
                <a:cubicBezTo>
                  <a:pt x="18063" y="12383"/>
                  <a:pt x="22456" y="12156"/>
                  <a:pt x="26470" y="11701"/>
                </a:cubicBezTo>
                <a:cubicBezTo>
                  <a:pt x="30181" y="18972"/>
                  <a:pt x="43776" y="42867"/>
                  <a:pt x="67254" y="83386"/>
                </a:cubicBezTo>
                <a:cubicBezTo>
                  <a:pt x="84598" y="56121"/>
                  <a:pt x="98155" y="32226"/>
                  <a:pt x="107925" y="11701"/>
                </a:cubicBezTo>
                <a:cubicBezTo>
                  <a:pt x="110727" y="12156"/>
                  <a:pt x="113984" y="12383"/>
                  <a:pt x="117695" y="12383"/>
                </a:cubicBezTo>
                <a:cubicBezTo>
                  <a:pt x="121103" y="12383"/>
                  <a:pt x="124360" y="12156"/>
                  <a:pt x="127465" y="11701"/>
                </a:cubicBezTo>
                <a:cubicBezTo>
                  <a:pt x="122693" y="19124"/>
                  <a:pt x="116578" y="28458"/>
                  <a:pt x="109118" y="39705"/>
                </a:cubicBezTo>
                <a:cubicBezTo>
                  <a:pt x="101658" y="50952"/>
                  <a:pt x="96337" y="59018"/>
                  <a:pt x="93156" y="63903"/>
                </a:cubicBezTo>
                <a:cubicBezTo>
                  <a:pt x="89975" y="68788"/>
                  <a:pt x="86529" y="74260"/>
                  <a:pt x="82818" y="80319"/>
                </a:cubicBezTo>
                <a:cubicBezTo>
                  <a:pt x="79107" y="86378"/>
                  <a:pt x="76078" y="91641"/>
                  <a:pt x="73730" y="96110"/>
                </a:cubicBezTo>
                <a:close/>
                <a:moveTo>
                  <a:pt x="144164" y="98950"/>
                </a:moveTo>
                <a:lnTo>
                  <a:pt x="186994" y="98950"/>
                </a:lnTo>
                <a:cubicBezTo>
                  <a:pt x="189190" y="98950"/>
                  <a:pt x="190288" y="97852"/>
                  <a:pt x="190288" y="95655"/>
                </a:cubicBezTo>
                <a:cubicBezTo>
                  <a:pt x="190288" y="87400"/>
                  <a:pt x="188300" y="81000"/>
                  <a:pt x="184324" y="76456"/>
                </a:cubicBezTo>
                <a:cubicBezTo>
                  <a:pt x="180348" y="71912"/>
                  <a:pt x="175804" y="69640"/>
                  <a:pt x="170691" y="69640"/>
                </a:cubicBezTo>
                <a:cubicBezTo>
                  <a:pt x="165579" y="69640"/>
                  <a:pt x="160315" y="71855"/>
                  <a:pt x="154900" y="76286"/>
                </a:cubicBezTo>
                <a:cubicBezTo>
                  <a:pt x="149485" y="80716"/>
                  <a:pt x="145906" y="88271"/>
                  <a:pt x="144164" y="98950"/>
                </a:cubicBezTo>
                <a:moveTo>
                  <a:pt x="206306" y="138257"/>
                </a:moveTo>
                <a:lnTo>
                  <a:pt x="210964" y="144051"/>
                </a:lnTo>
                <a:cubicBezTo>
                  <a:pt x="206496" y="150262"/>
                  <a:pt x="200683" y="155260"/>
                  <a:pt x="193526" y="159047"/>
                </a:cubicBezTo>
                <a:cubicBezTo>
                  <a:pt x="186369" y="162834"/>
                  <a:pt x="178663" y="164727"/>
                  <a:pt x="170407" y="164727"/>
                </a:cubicBezTo>
                <a:cubicBezTo>
                  <a:pt x="154275" y="164727"/>
                  <a:pt x="141968" y="159615"/>
                  <a:pt x="133486" y="149391"/>
                </a:cubicBezTo>
                <a:cubicBezTo>
                  <a:pt x="126518" y="140984"/>
                  <a:pt x="123034" y="129131"/>
                  <a:pt x="123034" y="113832"/>
                </a:cubicBezTo>
                <a:cubicBezTo>
                  <a:pt x="123034" y="97549"/>
                  <a:pt x="127805" y="84560"/>
                  <a:pt x="137348" y="74866"/>
                </a:cubicBezTo>
                <a:cubicBezTo>
                  <a:pt x="146891" y="65171"/>
                  <a:pt x="157986" y="60324"/>
                  <a:pt x="170634" y="60324"/>
                </a:cubicBezTo>
                <a:cubicBezTo>
                  <a:pt x="184570" y="60324"/>
                  <a:pt x="194776" y="64736"/>
                  <a:pt x="201251" y="73559"/>
                </a:cubicBezTo>
                <a:cubicBezTo>
                  <a:pt x="207727" y="82383"/>
                  <a:pt x="210964" y="92626"/>
                  <a:pt x="210964" y="104289"/>
                </a:cubicBezTo>
                <a:cubicBezTo>
                  <a:pt x="210964" y="106940"/>
                  <a:pt x="209563" y="108266"/>
                  <a:pt x="206761" y="108266"/>
                </a:cubicBezTo>
                <a:lnTo>
                  <a:pt x="143483" y="108266"/>
                </a:lnTo>
                <a:cubicBezTo>
                  <a:pt x="143483" y="122050"/>
                  <a:pt x="145338" y="131895"/>
                  <a:pt x="149050" y="137803"/>
                </a:cubicBezTo>
                <a:cubicBezTo>
                  <a:pt x="154654" y="146664"/>
                  <a:pt x="163099" y="151095"/>
                  <a:pt x="174383" y="151095"/>
                </a:cubicBezTo>
                <a:cubicBezTo>
                  <a:pt x="187789" y="151095"/>
                  <a:pt x="198430" y="146816"/>
                  <a:pt x="206306" y="138257"/>
                </a:cubicBezTo>
                <a:close/>
                <a:moveTo>
                  <a:pt x="292617" y="110083"/>
                </a:moveTo>
                <a:lnTo>
                  <a:pt x="272850" y="115423"/>
                </a:lnTo>
                <a:cubicBezTo>
                  <a:pt x="264292" y="117771"/>
                  <a:pt x="258309" y="120838"/>
                  <a:pt x="254901" y="124625"/>
                </a:cubicBezTo>
                <a:cubicBezTo>
                  <a:pt x="251492" y="128412"/>
                  <a:pt x="249788" y="133107"/>
                  <a:pt x="249788" y="138712"/>
                </a:cubicBezTo>
                <a:cubicBezTo>
                  <a:pt x="249788" y="142423"/>
                  <a:pt x="251379" y="145717"/>
                  <a:pt x="254560" y="148595"/>
                </a:cubicBezTo>
                <a:cubicBezTo>
                  <a:pt x="257741" y="151473"/>
                  <a:pt x="261906" y="152912"/>
                  <a:pt x="267056" y="152912"/>
                </a:cubicBezTo>
                <a:cubicBezTo>
                  <a:pt x="273267" y="152912"/>
                  <a:pt x="280386" y="149883"/>
                  <a:pt x="288414" y="143824"/>
                </a:cubicBezTo>
                <a:cubicBezTo>
                  <a:pt x="290610" y="142309"/>
                  <a:pt x="291709" y="140302"/>
                  <a:pt x="291709" y="137803"/>
                </a:cubicBezTo>
                <a:lnTo>
                  <a:pt x="292617" y="110083"/>
                </a:lnTo>
                <a:moveTo>
                  <a:pt x="292617" y="151322"/>
                </a:moveTo>
                <a:lnTo>
                  <a:pt x="291709" y="151322"/>
                </a:lnTo>
                <a:cubicBezTo>
                  <a:pt x="285498" y="156624"/>
                  <a:pt x="280253" y="160183"/>
                  <a:pt x="275974" y="162001"/>
                </a:cubicBezTo>
                <a:cubicBezTo>
                  <a:pt x="271695" y="163819"/>
                  <a:pt x="266375" y="164727"/>
                  <a:pt x="260013" y="164727"/>
                </a:cubicBezTo>
                <a:cubicBezTo>
                  <a:pt x="251000" y="164727"/>
                  <a:pt x="243900" y="162645"/>
                  <a:pt x="238712" y="158479"/>
                </a:cubicBezTo>
                <a:cubicBezTo>
                  <a:pt x="233524" y="154314"/>
                  <a:pt x="230930" y="148027"/>
                  <a:pt x="230930" y="139621"/>
                </a:cubicBezTo>
                <a:cubicBezTo>
                  <a:pt x="230930" y="131744"/>
                  <a:pt x="234376" y="124814"/>
                  <a:pt x="241268" y="118831"/>
                </a:cubicBezTo>
                <a:cubicBezTo>
                  <a:pt x="248160" y="112848"/>
                  <a:pt x="257589" y="108531"/>
                  <a:pt x="269556" y="105880"/>
                </a:cubicBezTo>
                <a:lnTo>
                  <a:pt x="291254" y="100995"/>
                </a:lnTo>
                <a:cubicBezTo>
                  <a:pt x="292314" y="100692"/>
                  <a:pt x="292845" y="99783"/>
                  <a:pt x="292845" y="98268"/>
                </a:cubicBezTo>
                <a:cubicBezTo>
                  <a:pt x="292845" y="93270"/>
                  <a:pt x="292296" y="88953"/>
                  <a:pt x="291197" y="85317"/>
                </a:cubicBezTo>
                <a:cubicBezTo>
                  <a:pt x="290099" y="81682"/>
                  <a:pt x="288850" y="78974"/>
                  <a:pt x="287448" y="77195"/>
                </a:cubicBezTo>
                <a:cubicBezTo>
                  <a:pt x="286047" y="75415"/>
                  <a:pt x="284192" y="74014"/>
                  <a:pt x="281882" y="72991"/>
                </a:cubicBezTo>
                <a:cubicBezTo>
                  <a:pt x="279572" y="71969"/>
                  <a:pt x="277640" y="71344"/>
                  <a:pt x="276088" y="71117"/>
                </a:cubicBezTo>
                <a:cubicBezTo>
                  <a:pt x="274535" y="70890"/>
                  <a:pt x="272661" y="70776"/>
                  <a:pt x="270464" y="70776"/>
                </a:cubicBezTo>
                <a:cubicBezTo>
                  <a:pt x="261603" y="70776"/>
                  <a:pt x="253083" y="77365"/>
                  <a:pt x="244903" y="90543"/>
                </a:cubicBezTo>
                <a:lnTo>
                  <a:pt x="241836" y="90316"/>
                </a:lnTo>
                <a:lnTo>
                  <a:pt x="237973" y="74752"/>
                </a:lnTo>
                <a:lnTo>
                  <a:pt x="238655" y="73843"/>
                </a:lnTo>
                <a:cubicBezTo>
                  <a:pt x="249334" y="64831"/>
                  <a:pt x="260732" y="60324"/>
                  <a:pt x="272850" y="60324"/>
                </a:cubicBezTo>
                <a:cubicBezTo>
                  <a:pt x="298449" y="60324"/>
                  <a:pt x="311249" y="72897"/>
                  <a:pt x="311249" y="98041"/>
                </a:cubicBezTo>
                <a:cubicBezTo>
                  <a:pt x="311249" y="98571"/>
                  <a:pt x="311135" y="103911"/>
                  <a:pt x="310908" y="114059"/>
                </a:cubicBezTo>
                <a:cubicBezTo>
                  <a:pt x="310681" y="124208"/>
                  <a:pt x="310567" y="130570"/>
                  <a:pt x="310567" y="133145"/>
                </a:cubicBezTo>
                <a:cubicBezTo>
                  <a:pt x="310567" y="142915"/>
                  <a:pt x="311855" y="148974"/>
                  <a:pt x="314430" y="151322"/>
                </a:cubicBezTo>
                <a:cubicBezTo>
                  <a:pt x="315717" y="152458"/>
                  <a:pt x="317989" y="153026"/>
                  <a:pt x="321246" y="153026"/>
                </a:cubicBezTo>
                <a:cubicBezTo>
                  <a:pt x="323139" y="153026"/>
                  <a:pt x="325222" y="152609"/>
                  <a:pt x="327494" y="151776"/>
                </a:cubicBezTo>
                <a:lnTo>
                  <a:pt x="329312" y="157570"/>
                </a:lnTo>
                <a:cubicBezTo>
                  <a:pt x="324768" y="162342"/>
                  <a:pt x="318595" y="164727"/>
                  <a:pt x="310794" y="164727"/>
                </a:cubicBezTo>
                <a:cubicBezTo>
                  <a:pt x="306402" y="164727"/>
                  <a:pt x="302596" y="163591"/>
                  <a:pt x="299377" y="161319"/>
                </a:cubicBezTo>
                <a:cubicBezTo>
                  <a:pt x="296158" y="159047"/>
                  <a:pt x="293905" y="155715"/>
                  <a:pt x="292617" y="151322"/>
                </a:cubicBezTo>
                <a:close/>
                <a:moveTo>
                  <a:pt x="371243" y="84749"/>
                </a:moveTo>
                <a:lnTo>
                  <a:pt x="371924" y="85204"/>
                </a:lnTo>
                <a:cubicBezTo>
                  <a:pt x="377377" y="75888"/>
                  <a:pt x="382149" y="69413"/>
                  <a:pt x="386238" y="65777"/>
                </a:cubicBezTo>
                <a:cubicBezTo>
                  <a:pt x="390328" y="62142"/>
                  <a:pt x="395403" y="60324"/>
                  <a:pt x="401462" y="60324"/>
                </a:cubicBezTo>
                <a:cubicBezTo>
                  <a:pt x="403355" y="60324"/>
                  <a:pt x="406157" y="60854"/>
                  <a:pt x="409868" y="61915"/>
                </a:cubicBezTo>
                <a:lnTo>
                  <a:pt x="410777" y="62824"/>
                </a:lnTo>
                <a:lnTo>
                  <a:pt x="406119" y="80092"/>
                </a:lnTo>
                <a:lnTo>
                  <a:pt x="404302" y="80546"/>
                </a:lnTo>
                <a:cubicBezTo>
                  <a:pt x="401954" y="78350"/>
                  <a:pt x="397902" y="77251"/>
                  <a:pt x="392146" y="77251"/>
                </a:cubicBezTo>
                <a:cubicBezTo>
                  <a:pt x="386996" y="77251"/>
                  <a:pt x="382679" y="79978"/>
                  <a:pt x="379195" y="85431"/>
                </a:cubicBezTo>
                <a:cubicBezTo>
                  <a:pt x="373893" y="93459"/>
                  <a:pt x="371243" y="101146"/>
                  <a:pt x="371243" y="108493"/>
                </a:cubicBezTo>
                <a:lnTo>
                  <a:pt x="371243" y="120535"/>
                </a:lnTo>
                <a:cubicBezTo>
                  <a:pt x="371243" y="137879"/>
                  <a:pt x="371924" y="151852"/>
                  <a:pt x="373287" y="162455"/>
                </a:cubicBezTo>
                <a:lnTo>
                  <a:pt x="372833" y="163137"/>
                </a:lnTo>
                <a:cubicBezTo>
                  <a:pt x="370031" y="162682"/>
                  <a:pt x="366395" y="162455"/>
                  <a:pt x="361927" y="162455"/>
                </a:cubicBezTo>
                <a:cubicBezTo>
                  <a:pt x="357458" y="162455"/>
                  <a:pt x="353823" y="162682"/>
                  <a:pt x="351021" y="163137"/>
                </a:cubicBezTo>
                <a:lnTo>
                  <a:pt x="350566" y="162455"/>
                </a:lnTo>
                <a:cubicBezTo>
                  <a:pt x="351930" y="152837"/>
                  <a:pt x="352611" y="138863"/>
                  <a:pt x="352611" y="120535"/>
                </a:cubicBezTo>
                <a:lnTo>
                  <a:pt x="352611" y="107811"/>
                </a:lnTo>
                <a:cubicBezTo>
                  <a:pt x="352611" y="86378"/>
                  <a:pt x="351930" y="71306"/>
                  <a:pt x="350566" y="62596"/>
                </a:cubicBezTo>
                <a:lnTo>
                  <a:pt x="351021" y="61915"/>
                </a:lnTo>
                <a:cubicBezTo>
                  <a:pt x="357837" y="62521"/>
                  <a:pt x="364123" y="62293"/>
                  <a:pt x="369879" y="61233"/>
                </a:cubicBezTo>
                <a:cubicBezTo>
                  <a:pt x="370788" y="61233"/>
                  <a:pt x="371243" y="62028"/>
                  <a:pt x="371243" y="63619"/>
                </a:cubicBezTo>
                <a:lnTo>
                  <a:pt x="371243" y="84749"/>
                </a:lnTo>
                <a:close/>
                <a:moveTo>
                  <a:pt x="482012" y="114741"/>
                </a:moveTo>
                <a:cubicBezTo>
                  <a:pt x="482012" y="98306"/>
                  <a:pt x="486575" y="85128"/>
                  <a:pt x="495701" y="75207"/>
                </a:cubicBezTo>
                <a:cubicBezTo>
                  <a:pt x="504828" y="65285"/>
                  <a:pt x="517002" y="60324"/>
                  <a:pt x="532225" y="60324"/>
                </a:cubicBezTo>
                <a:cubicBezTo>
                  <a:pt x="547751" y="60324"/>
                  <a:pt x="559699" y="65020"/>
                  <a:pt x="568068" y="74411"/>
                </a:cubicBezTo>
                <a:cubicBezTo>
                  <a:pt x="576437" y="83803"/>
                  <a:pt x="580621" y="96564"/>
                  <a:pt x="580621" y="112696"/>
                </a:cubicBezTo>
                <a:cubicBezTo>
                  <a:pt x="580621" y="128222"/>
                  <a:pt x="576209" y="140776"/>
                  <a:pt x="567386" y="150356"/>
                </a:cubicBezTo>
                <a:cubicBezTo>
                  <a:pt x="558563" y="159937"/>
                  <a:pt x="546540" y="164727"/>
                  <a:pt x="531316" y="164727"/>
                </a:cubicBezTo>
                <a:cubicBezTo>
                  <a:pt x="516245" y="164727"/>
                  <a:pt x="504259" y="159994"/>
                  <a:pt x="495360" y="150527"/>
                </a:cubicBezTo>
                <a:cubicBezTo>
                  <a:pt x="486461" y="141060"/>
                  <a:pt x="482012" y="129131"/>
                  <a:pt x="482012" y="114741"/>
                </a:cubicBezTo>
                <a:moveTo>
                  <a:pt x="530635" y="69640"/>
                </a:moveTo>
                <a:cubicBezTo>
                  <a:pt x="523819" y="69640"/>
                  <a:pt x="518195" y="71723"/>
                  <a:pt x="513764" y="75888"/>
                </a:cubicBezTo>
                <a:cubicBezTo>
                  <a:pt x="509334" y="80054"/>
                  <a:pt x="506342" y="85052"/>
                  <a:pt x="504790" y="90884"/>
                </a:cubicBezTo>
                <a:cubicBezTo>
                  <a:pt x="503237" y="96716"/>
                  <a:pt x="502461" y="103343"/>
                  <a:pt x="502461" y="110765"/>
                </a:cubicBezTo>
                <a:cubicBezTo>
                  <a:pt x="502461" y="117733"/>
                  <a:pt x="503237" y="124322"/>
                  <a:pt x="504790" y="130532"/>
                </a:cubicBezTo>
                <a:cubicBezTo>
                  <a:pt x="506342" y="136743"/>
                  <a:pt x="509599" y="142461"/>
                  <a:pt x="514560" y="147687"/>
                </a:cubicBezTo>
                <a:cubicBezTo>
                  <a:pt x="519520" y="152912"/>
                  <a:pt x="525788" y="155525"/>
                  <a:pt x="533361" y="155525"/>
                </a:cubicBezTo>
                <a:cubicBezTo>
                  <a:pt x="541086" y="155525"/>
                  <a:pt x="547486" y="151871"/>
                  <a:pt x="552561" y="144562"/>
                </a:cubicBezTo>
                <a:cubicBezTo>
                  <a:pt x="557635" y="137254"/>
                  <a:pt x="560172" y="128033"/>
                  <a:pt x="560172" y="116900"/>
                </a:cubicBezTo>
                <a:cubicBezTo>
                  <a:pt x="560172" y="101222"/>
                  <a:pt x="558127" y="89426"/>
                  <a:pt x="554037" y="81512"/>
                </a:cubicBezTo>
                <a:cubicBezTo>
                  <a:pt x="549948" y="73597"/>
                  <a:pt x="542147" y="69640"/>
                  <a:pt x="530635" y="69640"/>
                </a:cubicBezTo>
                <a:close/>
                <a:moveTo>
                  <a:pt x="612544" y="62596"/>
                </a:moveTo>
                <a:lnTo>
                  <a:pt x="612544" y="53622"/>
                </a:lnTo>
                <a:cubicBezTo>
                  <a:pt x="612544" y="40595"/>
                  <a:pt x="616785" y="28704"/>
                  <a:pt x="625268" y="17950"/>
                </a:cubicBezTo>
                <a:cubicBezTo>
                  <a:pt x="629585" y="12345"/>
                  <a:pt x="635208" y="7952"/>
                  <a:pt x="642138" y="4771"/>
                </a:cubicBezTo>
                <a:cubicBezTo>
                  <a:pt x="649068" y="1590"/>
                  <a:pt x="656168" y="0"/>
                  <a:pt x="663439" y="0"/>
                </a:cubicBezTo>
                <a:cubicBezTo>
                  <a:pt x="667907" y="0"/>
                  <a:pt x="671391" y="795"/>
                  <a:pt x="673891" y="2386"/>
                </a:cubicBezTo>
                <a:lnTo>
                  <a:pt x="674118" y="3067"/>
                </a:lnTo>
                <a:cubicBezTo>
                  <a:pt x="671770" y="7687"/>
                  <a:pt x="669611" y="14049"/>
                  <a:pt x="667642" y="22153"/>
                </a:cubicBezTo>
                <a:lnTo>
                  <a:pt x="665143" y="22380"/>
                </a:lnTo>
                <a:cubicBezTo>
                  <a:pt x="662189" y="16927"/>
                  <a:pt x="657683" y="14201"/>
                  <a:pt x="651624" y="14201"/>
                </a:cubicBezTo>
                <a:cubicBezTo>
                  <a:pt x="644959" y="14201"/>
                  <a:pt x="639677" y="16189"/>
                  <a:pt x="635776" y="20165"/>
                </a:cubicBezTo>
                <a:cubicBezTo>
                  <a:pt x="631876" y="24141"/>
                  <a:pt x="629925" y="29386"/>
                  <a:pt x="629925" y="35899"/>
                </a:cubicBezTo>
                <a:cubicBezTo>
                  <a:pt x="629925" y="36960"/>
                  <a:pt x="630134" y="40557"/>
                  <a:pt x="630550" y="46692"/>
                </a:cubicBezTo>
                <a:cubicBezTo>
                  <a:pt x="630967" y="52826"/>
                  <a:pt x="631175" y="57446"/>
                  <a:pt x="631175" y="60552"/>
                </a:cubicBezTo>
                <a:lnTo>
                  <a:pt x="631175" y="62596"/>
                </a:lnTo>
                <a:lnTo>
                  <a:pt x="641172" y="62596"/>
                </a:lnTo>
                <a:cubicBezTo>
                  <a:pt x="645489" y="62596"/>
                  <a:pt x="650905" y="62445"/>
                  <a:pt x="657418" y="62142"/>
                </a:cubicBezTo>
                <a:lnTo>
                  <a:pt x="658554" y="63846"/>
                </a:lnTo>
                <a:cubicBezTo>
                  <a:pt x="657342" y="66951"/>
                  <a:pt x="656433" y="70132"/>
                  <a:pt x="655827" y="73389"/>
                </a:cubicBezTo>
                <a:cubicBezTo>
                  <a:pt x="652722" y="73086"/>
                  <a:pt x="647118" y="72934"/>
                  <a:pt x="639014" y="72934"/>
                </a:cubicBezTo>
                <a:lnTo>
                  <a:pt x="631175" y="72934"/>
                </a:lnTo>
                <a:lnTo>
                  <a:pt x="631175" y="116104"/>
                </a:lnTo>
                <a:cubicBezTo>
                  <a:pt x="631175" y="136553"/>
                  <a:pt x="631932" y="152004"/>
                  <a:pt x="633447" y="162455"/>
                </a:cubicBezTo>
                <a:lnTo>
                  <a:pt x="632993" y="163137"/>
                </a:lnTo>
                <a:cubicBezTo>
                  <a:pt x="630191" y="162682"/>
                  <a:pt x="626460" y="162455"/>
                  <a:pt x="621803" y="162455"/>
                </a:cubicBezTo>
                <a:cubicBezTo>
                  <a:pt x="617145" y="162455"/>
                  <a:pt x="613415" y="162682"/>
                  <a:pt x="610613" y="163137"/>
                </a:cubicBezTo>
                <a:lnTo>
                  <a:pt x="610158" y="162455"/>
                </a:lnTo>
                <a:cubicBezTo>
                  <a:pt x="611673" y="152685"/>
                  <a:pt x="612468" y="137235"/>
                  <a:pt x="612544" y="116104"/>
                </a:cubicBezTo>
                <a:lnTo>
                  <a:pt x="612544" y="72934"/>
                </a:lnTo>
                <a:lnTo>
                  <a:pt x="612317" y="72934"/>
                </a:lnTo>
                <a:cubicBezTo>
                  <a:pt x="605197" y="72934"/>
                  <a:pt x="599441" y="73086"/>
                  <a:pt x="595049" y="73389"/>
                </a:cubicBezTo>
                <a:lnTo>
                  <a:pt x="593913" y="71685"/>
                </a:lnTo>
                <a:cubicBezTo>
                  <a:pt x="596109" y="68277"/>
                  <a:pt x="597813" y="65096"/>
                  <a:pt x="599025" y="62142"/>
                </a:cubicBezTo>
                <a:cubicBezTo>
                  <a:pt x="601373" y="62445"/>
                  <a:pt x="605879" y="62596"/>
                  <a:pt x="612544" y="62596"/>
                </a:cubicBezTo>
                <a:close/>
                <a:moveTo>
                  <a:pt x="815451" y="12383"/>
                </a:moveTo>
                <a:cubicBezTo>
                  <a:pt x="821510" y="12383"/>
                  <a:pt x="826395" y="12156"/>
                  <a:pt x="830106" y="11701"/>
                </a:cubicBezTo>
                <a:lnTo>
                  <a:pt x="830560" y="12383"/>
                </a:lnTo>
                <a:cubicBezTo>
                  <a:pt x="830257" y="16700"/>
                  <a:pt x="830106" y="19351"/>
                  <a:pt x="830106" y="20335"/>
                </a:cubicBezTo>
                <a:cubicBezTo>
                  <a:pt x="830106" y="22532"/>
                  <a:pt x="830257" y="24842"/>
                  <a:pt x="830560" y="27265"/>
                </a:cubicBezTo>
                <a:lnTo>
                  <a:pt x="830106" y="28174"/>
                </a:lnTo>
                <a:cubicBezTo>
                  <a:pt x="808672" y="26281"/>
                  <a:pt x="787580" y="25372"/>
                  <a:pt x="766828" y="25448"/>
                </a:cubicBezTo>
                <a:cubicBezTo>
                  <a:pt x="765616" y="29613"/>
                  <a:pt x="764972" y="40784"/>
                  <a:pt x="764897" y="58961"/>
                </a:cubicBezTo>
                <a:lnTo>
                  <a:pt x="764897" y="77024"/>
                </a:lnTo>
                <a:cubicBezTo>
                  <a:pt x="781180" y="77024"/>
                  <a:pt x="798486" y="76267"/>
                  <a:pt x="816814" y="74752"/>
                </a:cubicBezTo>
                <a:lnTo>
                  <a:pt x="817496" y="75434"/>
                </a:lnTo>
                <a:cubicBezTo>
                  <a:pt x="817041" y="77630"/>
                  <a:pt x="816814" y="80111"/>
                  <a:pt x="816814" y="82875"/>
                </a:cubicBezTo>
                <a:cubicBezTo>
                  <a:pt x="816814" y="85639"/>
                  <a:pt x="817041" y="88120"/>
                  <a:pt x="817496" y="90316"/>
                </a:cubicBezTo>
                <a:lnTo>
                  <a:pt x="816814" y="90998"/>
                </a:lnTo>
                <a:cubicBezTo>
                  <a:pt x="801439" y="89483"/>
                  <a:pt x="784134" y="88726"/>
                  <a:pt x="764897" y="88726"/>
                </a:cubicBezTo>
                <a:lnTo>
                  <a:pt x="764897" y="115877"/>
                </a:lnTo>
                <a:cubicBezTo>
                  <a:pt x="764897" y="135872"/>
                  <a:pt x="765692" y="151398"/>
                  <a:pt x="767282" y="162455"/>
                </a:cubicBezTo>
                <a:lnTo>
                  <a:pt x="766828" y="163137"/>
                </a:lnTo>
                <a:cubicBezTo>
                  <a:pt x="764177" y="162682"/>
                  <a:pt x="760201" y="162455"/>
                  <a:pt x="754899" y="162455"/>
                </a:cubicBezTo>
                <a:lnTo>
                  <a:pt x="742857" y="163137"/>
                </a:lnTo>
                <a:lnTo>
                  <a:pt x="742630" y="162455"/>
                </a:lnTo>
                <a:cubicBezTo>
                  <a:pt x="744145" y="151928"/>
                  <a:pt x="744902" y="136402"/>
                  <a:pt x="744902" y="115877"/>
                </a:cubicBezTo>
                <a:lnTo>
                  <a:pt x="744902" y="58961"/>
                </a:lnTo>
                <a:cubicBezTo>
                  <a:pt x="744902" y="38967"/>
                  <a:pt x="744145" y="23441"/>
                  <a:pt x="742630" y="12383"/>
                </a:cubicBezTo>
                <a:lnTo>
                  <a:pt x="743084" y="11701"/>
                </a:lnTo>
                <a:cubicBezTo>
                  <a:pt x="745735" y="12156"/>
                  <a:pt x="749673" y="12383"/>
                  <a:pt x="754899" y="12383"/>
                </a:cubicBezTo>
                <a:lnTo>
                  <a:pt x="815451" y="12383"/>
                </a:lnTo>
                <a:close/>
                <a:moveTo>
                  <a:pt x="867049" y="98950"/>
                </a:moveTo>
                <a:lnTo>
                  <a:pt x="909879" y="98950"/>
                </a:lnTo>
                <a:cubicBezTo>
                  <a:pt x="912075" y="98950"/>
                  <a:pt x="913173" y="97852"/>
                  <a:pt x="913173" y="95655"/>
                </a:cubicBezTo>
                <a:cubicBezTo>
                  <a:pt x="913173" y="87400"/>
                  <a:pt x="911185" y="81000"/>
                  <a:pt x="907209" y="76456"/>
                </a:cubicBezTo>
                <a:cubicBezTo>
                  <a:pt x="903233" y="71912"/>
                  <a:pt x="898688" y="69640"/>
                  <a:pt x="893576" y="69640"/>
                </a:cubicBezTo>
                <a:cubicBezTo>
                  <a:pt x="888464" y="69640"/>
                  <a:pt x="883200" y="71855"/>
                  <a:pt x="877785" y="76286"/>
                </a:cubicBezTo>
                <a:cubicBezTo>
                  <a:pt x="872370" y="80716"/>
                  <a:pt x="868791" y="88271"/>
                  <a:pt x="867049" y="98950"/>
                </a:cubicBezTo>
                <a:moveTo>
                  <a:pt x="929191" y="138257"/>
                </a:moveTo>
                <a:lnTo>
                  <a:pt x="933849" y="144051"/>
                </a:lnTo>
                <a:cubicBezTo>
                  <a:pt x="929381" y="150262"/>
                  <a:pt x="923568" y="155260"/>
                  <a:pt x="916411" y="159047"/>
                </a:cubicBezTo>
                <a:cubicBezTo>
                  <a:pt x="909254" y="162834"/>
                  <a:pt x="901547" y="164727"/>
                  <a:pt x="893292" y="164727"/>
                </a:cubicBezTo>
                <a:cubicBezTo>
                  <a:pt x="877160" y="164727"/>
                  <a:pt x="864853" y="159615"/>
                  <a:pt x="856371" y="149391"/>
                </a:cubicBezTo>
                <a:cubicBezTo>
                  <a:pt x="849403" y="140984"/>
                  <a:pt x="845919" y="129131"/>
                  <a:pt x="845919" y="113832"/>
                </a:cubicBezTo>
                <a:cubicBezTo>
                  <a:pt x="845919" y="97549"/>
                  <a:pt x="850690" y="84560"/>
                  <a:pt x="860233" y="74866"/>
                </a:cubicBezTo>
                <a:cubicBezTo>
                  <a:pt x="869776" y="65171"/>
                  <a:pt x="880871" y="60324"/>
                  <a:pt x="893519" y="60324"/>
                </a:cubicBezTo>
                <a:cubicBezTo>
                  <a:pt x="907455" y="60324"/>
                  <a:pt x="917660" y="64736"/>
                  <a:pt x="924136" y="73559"/>
                </a:cubicBezTo>
                <a:cubicBezTo>
                  <a:pt x="930611" y="82383"/>
                  <a:pt x="933849" y="92626"/>
                  <a:pt x="933849" y="104289"/>
                </a:cubicBezTo>
                <a:cubicBezTo>
                  <a:pt x="933849" y="106940"/>
                  <a:pt x="932448" y="108266"/>
                  <a:pt x="929646" y="108266"/>
                </a:cubicBezTo>
                <a:lnTo>
                  <a:pt x="866368" y="108266"/>
                </a:lnTo>
                <a:cubicBezTo>
                  <a:pt x="866368" y="122050"/>
                  <a:pt x="868223" y="131895"/>
                  <a:pt x="871934" y="137803"/>
                </a:cubicBezTo>
                <a:cubicBezTo>
                  <a:pt x="877539" y="146664"/>
                  <a:pt x="885984" y="151095"/>
                  <a:pt x="897268" y="151095"/>
                </a:cubicBezTo>
                <a:cubicBezTo>
                  <a:pt x="910674" y="151095"/>
                  <a:pt x="921315" y="146816"/>
                  <a:pt x="929191" y="138257"/>
                </a:cubicBezTo>
                <a:close/>
                <a:moveTo>
                  <a:pt x="1015502" y="110083"/>
                </a:moveTo>
                <a:lnTo>
                  <a:pt x="995735" y="115423"/>
                </a:lnTo>
                <a:cubicBezTo>
                  <a:pt x="987177" y="117771"/>
                  <a:pt x="981193" y="120838"/>
                  <a:pt x="977785" y="124625"/>
                </a:cubicBezTo>
                <a:cubicBezTo>
                  <a:pt x="974377" y="128412"/>
                  <a:pt x="972673" y="133107"/>
                  <a:pt x="972673" y="138712"/>
                </a:cubicBezTo>
                <a:cubicBezTo>
                  <a:pt x="972673" y="142423"/>
                  <a:pt x="974263" y="145717"/>
                  <a:pt x="977444" y="148595"/>
                </a:cubicBezTo>
                <a:cubicBezTo>
                  <a:pt x="980625" y="151473"/>
                  <a:pt x="984791" y="152912"/>
                  <a:pt x="989941" y="152912"/>
                </a:cubicBezTo>
                <a:cubicBezTo>
                  <a:pt x="996151" y="152912"/>
                  <a:pt x="1003271" y="149883"/>
                  <a:pt x="1011299" y="143824"/>
                </a:cubicBezTo>
                <a:cubicBezTo>
                  <a:pt x="1013495" y="142309"/>
                  <a:pt x="1014593" y="140302"/>
                  <a:pt x="1014593" y="137803"/>
                </a:cubicBezTo>
                <a:lnTo>
                  <a:pt x="1015502" y="110083"/>
                </a:lnTo>
                <a:moveTo>
                  <a:pt x="1015502" y="151322"/>
                </a:moveTo>
                <a:lnTo>
                  <a:pt x="1014593" y="151322"/>
                </a:lnTo>
                <a:cubicBezTo>
                  <a:pt x="1008383" y="156624"/>
                  <a:pt x="1003138" y="160183"/>
                  <a:pt x="998859" y="162001"/>
                </a:cubicBezTo>
                <a:cubicBezTo>
                  <a:pt x="994580" y="163819"/>
                  <a:pt x="989259" y="164727"/>
                  <a:pt x="982897" y="164727"/>
                </a:cubicBezTo>
                <a:cubicBezTo>
                  <a:pt x="973885" y="164727"/>
                  <a:pt x="966784" y="162645"/>
                  <a:pt x="961596" y="158479"/>
                </a:cubicBezTo>
                <a:cubicBezTo>
                  <a:pt x="956408" y="154314"/>
                  <a:pt x="953815" y="148027"/>
                  <a:pt x="953815" y="139621"/>
                </a:cubicBezTo>
                <a:cubicBezTo>
                  <a:pt x="953815" y="131744"/>
                  <a:pt x="957261" y="124814"/>
                  <a:pt x="964153" y="118831"/>
                </a:cubicBezTo>
                <a:cubicBezTo>
                  <a:pt x="971045" y="112848"/>
                  <a:pt x="980474" y="108531"/>
                  <a:pt x="992440" y="105880"/>
                </a:cubicBezTo>
                <a:lnTo>
                  <a:pt x="1014139" y="100995"/>
                </a:lnTo>
                <a:cubicBezTo>
                  <a:pt x="1015199" y="100692"/>
                  <a:pt x="1015729" y="99783"/>
                  <a:pt x="1015729" y="98268"/>
                </a:cubicBezTo>
                <a:cubicBezTo>
                  <a:pt x="1015729" y="93270"/>
                  <a:pt x="1015180" y="88953"/>
                  <a:pt x="1014082" y="85317"/>
                </a:cubicBezTo>
                <a:cubicBezTo>
                  <a:pt x="1012984" y="81682"/>
                  <a:pt x="1011734" y="78974"/>
                  <a:pt x="1010333" y="77195"/>
                </a:cubicBezTo>
                <a:cubicBezTo>
                  <a:pt x="1008932" y="75415"/>
                  <a:pt x="1007076" y="74014"/>
                  <a:pt x="1004766" y="72991"/>
                </a:cubicBezTo>
                <a:cubicBezTo>
                  <a:pt x="1002456" y="71969"/>
                  <a:pt x="1000525" y="71344"/>
                  <a:pt x="998973" y="71117"/>
                </a:cubicBezTo>
                <a:cubicBezTo>
                  <a:pt x="997420" y="70890"/>
                  <a:pt x="995545" y="70776"/>
                  <a:pt x="993349" y="70776"/>
                </a:cubicBezTo>
                <a:cubicBezTo>
                  <a:pt x="984488" y="70776"/>
                  <a:pt x="975967" y="77365"/>
                  <a:pt x="967788" y="90543"/>
                </a:cubicBezTo>
                <a:lnTo>
                  <a:pt x="964721" y="90316"/>
                </a:lnTo>
                <a:lnTo>
                  <a:pt x="960858" y="74752"/>
                </a:lnTo>
                <a:lnTo>
                  <a:pt x="961540" y="73843"/>
                </a:lnTo>
                <a:cubicBezTo>
                  <a:pt x="972219" y="64831"/>
                  <a:pt x="983617" y="60324"/>
                  <a:pt x="995735" y="60324"/>
                </a:cubicBezTo>
                <a:cubicBezTo>
                  <a:pt x="1021334" y="60324"/>
                  <a:pt x="1034133" y="72897"/>
                  <a:pt x="1034133" y="98041"/>
                </a:cubicBezTo>
                <a:cubicBezTo>
                  <a:pt x="1034133" y="98571"/>
                  <a:pt x="1034020" y="103911"/>
                  <a:pt x="1033792" y="114059"/>
                </a:cubicBezTo>
                <a:cubicBezTo>
                  <a:pt x="1033565" y="124208"/>
                  <a:pt x="1033452" y="130570"/>
                  <a:pt x="1033452" y="133145"/>
                </a:cubicBezTo>
                <a:cubicBezTo>
                  <a:pt x="1033452" y="142915"/>
                  <a:pt x="1034739" y="148974"/>
                  <a:pt x="1037314" y="151322"/>
                </a:cubicBezTo>
                <a:cubicBezTo>
                  <a:pt x="1038602" y="152458"/>
                  <a:pt x="1040874" y="153026"/>
                  <a:pt x="1044131" y="153026"/>
                </a:cubicBezTo>
                <a:cubicBezTo>
                  <a:pt x="1046024" y="153026"/>
                  <a:pt x="1048107" y="152609"/>
                  <a:pt x="1050379" y="151776"/>
                </a:cubicBezTo>
                <a:lnTo>
                  <a:pt x="1052196" y="157570"/>
                </a:lnTo>
                <a:cubicBezTo>
                  <a:pt x="1047652" y="162342"/>
                  <a:pt x="1041480" y="164727"/>
                  <a:pt x="1033679" y="164727"/>
                </a:cubicBezTo>
                <a:cubicBezTo>
                  <a:pt x="1029286" y="164727"/>
                  <a:pt x="1025480" y="163591"/>
                  <a:pt x="1022262" y="161319"/>
                </a:cubicBezTo>
                <a:cubicBezTo>
                  <a:pt x="1019043" y="159047"/>
                  <a:pt x="1016790" y="155715"/>
                  <a:pt x="1015502" y="151322"/>
                </a:cubicBezTo>
                <a:close/>
                <a:moveTo>
                  <a:pt x="1077427" y="62596"/>
                </a:moveTo>
                <a:cubicBezTo>
                  <a:pt x="1077427" y="53432"/>
                  <a:pt x="1077730" y="43511"/>
                  <a:pt x="1078336" y="32832"/>
                </a:cubicBezTo>
                <a:lnTo>
                  <a:pt x="1078791" y="32150"/>
                </a:lnTo>
                <a:cubicBezTo>
                  <a:pt x="1081138" y="31847"/>
                  <a:pt x="1083126" y="31431"/>
                  <a:pt x="1084755" y="30901"/>
                </a:cubicBezTo>
                <a:cubicBezTo>
                  <a:pt x="1086383" y="30370"/>
                  <a:pt x="1088239" y="29594"/>
                  <a:pt x="1090321" y="28572"/>
                </a:cubicBezTo>
                <a:cubicBezTo>
                  <a:pt x="1092404" y="27549"/>
                  <a:pt x="1093976" y="26811"/>
                  <a:pt x="1095036" y="26356"/>
                </a:cubicBezTo>
                <a:cubicBezTo>
                  <a:pt x="1096399" y="26356"/>
                  <a:pt x="1097119" y="27114"/>
                  <a:pt x="1097195" y="28628"/>
                </a:cubicBezTo>
                <a:cubicBezTo>
                  <a:pt x="1096437" y="38550"/>
                  <a:pt x="1096021" y="49873"/>
                  <a:pt x="1095945" y="62596"/>
                </a:cubicBezTo>
                <a:lnTo>
                  <a:pt x="1106965" y="62596"/>
                </a:lnTo>
                <a:cubicBezTo>
                  <a:pt x="1109918" y="62596"/>
                  <a:pt x="1115333" y="62445"/>
                  <a:pt x="1123210" y="62142"/>
                </a:cubicBezTo>
                <a:lnTo>
                  <a:pt x="1124346" y="63846"/>
                </a:lnTo>
                <a:cubicBezTo>
                  <a:pt x="1123134" y="66951"/>
                  <a:pt x="1122226" y="70132"/>
                  <a:pt x="1121620" y="73389"/>
                </a:cubicBezTo>
                <a:cubicBezTo>
                  <a:pt x="1118514" y="73086"/>
                  <a:pt x="1112910" y="72934"/>
                  <a:pt x="1104806" y="72934"/>
                </a:cubicBezTo>
                <a:lnTo>
                  <a:pt x="1095945" y="72934"/>
                </a:lnTo>
                <a:lnTo>
                  <a:pt x="1095945" y="102245"/>
                </a:lnTo>
                <a:cubicBezTo>
                  <a:pt x="1095945" y="107546"/>
                  <a:pt x="1095831" y="113586"/>
                  <a:pt x="1095604" y="120365"/>
                </a:cubicBezTo>
                <a:cubicBezTo>
                  <a:pt x="1095377" y="127143"/>
                  <a:pt x="1095263" y="131403"/>
                  <a:pt x="1095263" y="133145"/>
                </a:cubicBezTo>
                <a:cubicBezTo>
                  <a:pt x="1095263" y="145112"/>
                  <a:pt x="1097838" y="151473"/>
                  <a:pt x="1102988" y="152231"/>
                </a:cubicBezTo>
                <a:cubicBezTo>
                  <a:pt x="1108972" y="153215"/>
                  <a:pt x="1115068" y="152609"/>
                  <a:pt x="1121279" y="150413"/>
                </a:cubicBezTo>
                <a:lnTo>
                  <a:pt x="1124119" y="156207"/>
                </a:lnTo>
                <a:cubicBezTo>
                  <a:pt x="1115106" y="161963"/>
                  <a:pt x="1106131" y="164803"/>
                  <a:pt x="1097195" y="164727"/>
                </a:cubicBezTo>
                <a:cubicBezTo>
                  <a:pt x="1091439" y="164727"/>
                  <a:pt x="1086572" y="162796"/>
                  <a:pt x="1082596" y="158934"/>
                </a:cubicBezTo>
                <a:cubicBezTo>
                  <a:pt x="1078620" y="155071"/>
                  <a:pt x="1076632" y="149580"/>
                  <a:pt x="1076632" y="142461"/>
                </a:cubicBezTo>
                <a:cubicBezTo>
                  <a:pt x="1076632" y="140719"/>
                  <a:pt x="1076765" y="135323"/>
                  <a:pt x="1077030" y="126272"/>
                </a:cubicBezTo>
                <a:cubicBezTo>
                  <a:pt x="1077295" y="117222"/>
                  <a:pt x="1077427" y="110045"/>
                  <a:pt x="1077427" y="104744"/>
                </a:cubicBezTo>
                <a:lnTo>
                  <a:pt x="1077427" y="72934"/>
                </a:lnTo>
                <a:cubicBezTo>
                  <a:pt x="1070157" y="72934"/>
                  <a:pt x="1064628" y="73086"/>
                  <a:pt x="1060841" y="73389"/>
                </a:cubicBezTo>
                <a:lnTo>
                  <a:pt x="1059705" y="71685"/>
                </a:lnTo>
                <a:cubicBezTo>
                  <a:pt x="1061901" y="68277"/>
                  <a:pt x="1063605" y="65096"/>
                  <a:pt x="1064817" y="62142"/>
                </a:cubicBezTo>
                <a:cubicBezTo>
                  <a:pt x="1067013" y="62445"/>
                  <a:pt x="1071217" y="62596"/>
                  <a:pt x="1077427" y="62596"/>
                </a:cubicBezTo>
                <a:close/>
                <a:moveTo>
                  <a:pt x="1219356" y="141098"/>
                </a:moveTo>
                <a:cubicBezTo>
                  <a:pt x="1215039" y="147762"/>
                  <a:pt x="1209757" y="153367"/>
                  <a:pt x="1203509" y="157911"/>
                </a:cubicBezTo>
                <a:cubicBezTo>
                  <a:pt x="1197260" y="162455"/>
                  <a:pt x="1190804" y="164727"/>
                  <a:pt x="1184139" y="164727"/>
                </a:cubicBezTo>
                <a:cubicBezTo>
                  <a:pt x="1173460" y="164727"/>
                  <a:pt x="1165716" y="161641"/>
                  <a:pt x="1160907" y="155469"/>
                </a:cubicBezTo>
                <a:cubicBezTo>
                  <a:pt x="1156097" y="149296"/>
                  <a:pt x="1153693" y="141628"/>
                  <a:pt x="1153693" y="132464"/>
                </a:cubicBezTo>
                <a:lnTo>
                  <a:pt x="1153693" y="104517"/>
                </a:lnTo>
                <a:cubicBezTo>
                  <a:pt x="1153693" y="86491"/>
                  <a:pt x="1153011" y="72518"/>
                  <a:pt x="1151648" y="62596"/>
                </a:cubicBezTo>
                <a:lnTo>
                  <a:pt x="1152102" y="61915"/>
                </a:lnTo>
                <a:cubicBezTo>
                  <a:pt x="1154905" y="62369"/>
                  <a:pt x="1158540" y="62596"/>
                  <a:pt x="1163008" y="62596"/>
                </a:cubicBezTo>
                <a:cubicBezTo>
                  <a:pt x="1167477" y="62596"/>
                  <a:pt x="1171112" y="62369"/>
                  <a:pt x="1173914" y="61915"/>
                </a:cubicBezTo>
                <a:lnTo>
                  <a:pt x="1174369" y="62596"/>
                </a:lnTo>
                <a:cubicBezTo>
                  <a:pt x="1173006" y="71912"/>
                  <a:pt x="1172324" y="85885"/>
                  <a:pt x="1172324" y="104517"/>
                </a:cubicBezTo>
                <a:lnTo>
                  <a:pt x="1172324" y="127579"/>
                </a:lnTo>
                <a:cubicBezTo>
                  <a:pt x="1172324" y="137349"/>
                  <a:pt x="1173687" y="143824"/>
                  <a:pt x="1176414" y="147005"/>
                </a:cubicBezTo>
                <a:cubicBezTo>
                  <a:pt x="1179140" y="150186"/>
                  <a:pt x="1182965" y="151776"/>
                  <a:pt x="1187888" y="151776"/>
                </a:cubicBezTo>
                <a:cubicBezTo>
                  <a:pt x="1193341" y="151776"/>
                  <a:pt x="1199040" y="149334"/>
                  <a:pt x="1204985" y="144449"/>
                </a:cubicBezTo>
                <a:cubicBezTo>
                  <a:pt x="1210931" y="139564"/>
                  <a:pt x="1215873" y="133865"/>
                  <a:pt x="1219811" y="127351"/>
                </a:cubicBezTo>
                <a:lnTo>
                  <a:pt x="1219811" y="104517"/>
                </a:lnTo>
                <a:cubicBezTo>
                  <a:pt x="1219811" y="86870"/>
                  <a:pt x="1219091" y="72897"/>
                  <a:pt x="1217652" y="62596"/>
                </a:cubicBezTo>
                <a:lnTo>
                  <a:pt x="1218107" y="61915"/>
                </a:lnTo>
                <a:cubicBezTo>
                  <a:pt x="1220909" y="62369"/>
                  <a:pt x="1224563" y="62596"/>
                  <a:pt x="1229070" y="62596"/>
                </a:cubicBezTo>
                <a:cubicBezTo>
                  <a:pt x="1233576" y="62596"/>
                  <a:pt x="1237230" y="62369"/>
                  <a:pt x="1240033" y="61915"/>
                </a:cubicBezTo>
                <a:lnTo>
                  <a:pt x="1240487" y="62596"/>
                </a:lnTo>
                <a:cubicBezTo>
                  <a:pt x="1239124" y="71912"/>
                  <a:pt x="1238404" y="85885"/>
                  <a:pt x="1238328" y="104517"/>
                </a:cubicBezTo>
                <a:lnTo>
                  <a:pt x="1238328" y="117808"/>
                </a:lnTo>
                <a:cubicBezTo>
                  <a:pt x="1238328" y="133486"/>
                  <a:pt x="1239654" y="148368"/>
                  <a:pt x="1242305" y="162455"/>
                </a:cubicBezTo>
                <a:lnTo>
                  <a:pt x="1241850" y="163137"/>
                </a:lnTo>
                <a:cubicBezTo>
                  <a:pt x="1238745" y="162682"/>
                  <a:pt x="1235299" y="162455"/>
                  <a:pt x="1231512" y="162455"/>
                </a:cubicBezTo>
                <a:cubicBezTo>
                  <a:pt x="1228937" y="162455"/>
                  <a:pt x="1225870" y="162682"/>
                  <a:pt x="1222310" y="163137"/>
                </a:cubicBezTo>
                <a:cubicBezTo>
                  <a:pt x="1221704" y="163137"/>
                  <a:pt x="1221401" y="162910"/>
                  <a:pt x="1221401" y="162455"/>
                </a:cubicBezTo>
                <a:lnTo>
                  <a:pt x="1220265" y="141779"/>
                </a:lnTo>
                <a:lnTo>
                  <a:pt x="1219356" y="141098"/>
                </a:lnTo>
                <a:close/>
                <a:moveTo>
                  <a:pt x="1298173" y="84749"/>
                </a:moveTo>
                <a:lnTo>
                  <a:pt x="1298855" y="85204"/>
                </a:lnTo>
                <a:cubicBezTo>
                  <a:pt x="1304308" y="75888"/>
                  <a:pt x="1309079" y="69413"/>
                  <a:pt x="1313169" y="65777"/>
                </a:cubicBezTo>
                <a:cubicBezTo>
                  <a:pt x="1317259" y="62142"/>
                  <a:pt x="1322333" y="60324"/>
                  <a:pt x="1328392" y="60324"/>
                </a:cubicBezTo>
                <a:cubicBezTo>
                  <a:pt x="1330285" y="60324"/>
                  <a:pt x="1333088" y="60854"/>
                  <a:pt x="1336799" y="61915"/>
                </a:cubicBezTo>
                <a:lnTo>
                  <a:pt x="1337708" y="62824"/>
                </a:lnTo>
                <a:lnTo>
                  <a:pt x="1333050" y="80092"/>
                </a:lnTo>
                <a:lnTo>
                  <a:pt x="1331232" y="80546"/>
                </a:lnTo>
                <a:cubicBezTo>
                  <a:pt x="1328884" y="78350"/>
                  <a:pt x="1324832" y="77251"/>
                  <a:pt x="1319076" y="77251"/>
                </a:cubicBezTo>
                <a:cubicBezTo>
                  <a:pt x="1313926" y="77251"/>
                  <a:pt x="1309609" y="79978"/>
                  <a:pt x="1306125" y="85431"/>
                </a:cubicBezTo>
                <a:cubicBezTo>
                  <a:pt x="1300824" y="93459"/>
                  <a:pt x="1298173" y="101146"/>
                  <a:pt x="1298173" y="108493"/>
                </a:cubicBezTo>
                <a:lnTo>
                  <a:pt x="1298173" y="120535"/>
                </a:lnTo>
                <a:cubicBezTo>
                  <a:pt x="1298173" y="137879"/>
                  <a:pt x="1298855" y="151852"/>
                  <a:pt x="1300218" y="162455"/>
                </a:cubicBezTo>
                <a:lnTo>
                  <a:pt x="1299763" y="163137"/>
                </a:lnTo>
                <a:cubicBezTo>
                  <a:pt x="1296961" y="162682"/>
                  <a:pt x="1293326" y="162455"/>
                  <a:pt x="1288857" y="162455"/>
                </a:cubicBezTo>
                <a:cubicBezTo>
                  <a:pt x="1284389" y="162455"/>
                  <a:pt x="1280754" y="162682"/>
                  <a:pt x="1277951" y="163137"/>
                </a:cubicBezTo>
                <a:lnTo>
                  <a:pt x="1277497" y="162455"/>
                </a:lnTo>
                <a:cubicBezTo>
                  <a:pt x="1278860" y="152837"/>
                  <a:pt x="1279542" y="138863"/>
                  <a:pt x="1279542" y="120535"/>
                </a:cubicBezTo>
                <a:lnTo>
                  <a:pt x="1279542" y="107811"/>
                </a:lnTo>
                <a:cubicBezTo>
                  <a:pt x="1279542" y="86378"/>
                  <a:pt x="1278860" y="71306"/>
                  <a:pt x="1277497" y="62596"/>
                </a:cubicBezTo>
                <a:lnTo>
                  <a:pt x="1277951" y="61915"/>
                </a:lnTo>
                <a:cubicBezTo>
                  <a:pt x="1284768" y="62521"/>
                  <a:pt x="1291054" y="62293"/>
                  <a:pt x="1296810" y="61233"/>
                </a:cubicBezTo>
                <a:cubicBezTo>
                  <a:pt x="1297719" y="61233"/>
                  <a:pt x="1298173" y="62028"/>
                  <a:pt x="1298173" y="63619"/>
                </a:cubicBezTo>
                <a:lnTo>
                  <a:pt x="1298173" y="84749"/>
                </a:lnTo>
                <a:close/>
                <a:moveTo>
                  <a:pt x="1368827" y="98950"/>
                </a:moveTo>
                <a:lnTo>
                  <a:pt x="1411656" y="98950"/>
                </a:lnTo>
                <a:cubicBezTo>
                  <a:pt x="1413852" y="98950"/>
                  <a:pt x="1414951" y="97852"/>
                  <a:pt x="1414951" y="95655"/>
                </a:cubicBezTo>
                <a:cubicBezTo>
                  <a:pt x="1414951" y="87400"/>
                  <a:pt x="1412963" y="81000"/>
                  <a:pt x="1408986" y="76456"/>
                </a:cubicBezTo>
                <a:cubicBezTo>
                  <a:pt x="1405010" y="71912"/>
                  <a:pt x="1400466" y="69640"/>
                  <a:pt x="1395354" y="69640"/>
                </a:cubicBezTo>
                <a:cubicBezTo>
                  <a:pt x="1390242" y="69640"/>
                  <a:pt x="1384978" y="71855"/>
                  <a:pt x="1379563" y="76286"/>
                </a:cubicBezTo>
                <a:cubicBezTo>
                  <a:pt x="1374147" y="80716"/>
                  <a:pt x="1370569" y="88271"/>
                  <a:pt x="1368827" y="98950"/>
                </a:cubicBezTo>
                <a:moveTo>
                  <a:pt x="1430969" y="138257"/>
                </a:moveTo>
                <a:lnTo>
                  <a:pt x="1435627" y="144051"/>
                </a:lnTo>
                <a:cubicBezTo>
                  <a:pt x="1431158" y="150262"/>
                  <a:pt x="1425346" y="155260"/>
                  <a:pt x="1418188" y="159047"/>
                </a:cubicBezTo>
                <a:cubicBezTo>
                  <a:pt x="1411031" y="162834"/>
                  <a:pt x="1403325" y="164727"/>
                  <a:pt x="1395070" y="164727"/>
                </a:cubicBezTo>
                <a:cubicBezTo>
                  <a:pt x="1378938" y="164727"/>
                  <a:pt x="1366631" y="159615"/>
                  <a:pt x="1358148" y="149391"/>
                </a:cubicBezTo>
                <a:cubicBezTo>
                  <a:pt x="1351180" y="140984"/>
                  <a:pt x="1347696" y="129131"/>
                  <a:pt x="1347696" y="113832"/>
                </a:cubicBezTo>
                <a:cubicBezTo>
                  <a:pt x="1347696" y="97549"/>
                  <a:pt x="1352468" y="84560"/>
                  <a:pt x="1362011" y="74866"/>
                </a:cubicBezTo>
                <a:cubicBezTo>
                  <a:pt x="1371554" y="65171"/>
                  <a:pt x="1382649" y="60324"/>
                  <a:pt x="1395297" y="60324"/>
                </a:cubicBezTo>
                <a:cubicBezTo>
                  <a:pt x="1409233" y="60324"/>
                  <a:pt x="1419438" y="64736"/>
                  <a:pt x="1425914" y="73559"/>
                </a:cubicBezTo>
                <a:cubicBezTo>
                  <a:pt x="1432389" y="82383"/>
                  <a:pt x="1435627" y="92626"/>
                  <a:pt x="1435627" y="104289"/>
                </a:cubicBezTo>
                <a:cubicBezTo>
                  <a:pt x="1435627" y="106940"/>
                  <a:pt x="1434226" y="108266"/>
                  <a:pt x="1431423" y="108266"/>
                </a:cubicBezTo>
                <a:lnTo>
                  <a:pt x="1368145" y="108266"/>
                </a:lnTo>
                <a:cubicBezTo>
                  <a:pt x="1368145" y="122050"/>
                  <a:pt x="1370001" y="131895"/>
                  <a:pt x="1373712" y="137803"/>
                </a:cubicBezTo>
                <a:cubicBezTo>
                  <a:pt x="1379317" y="146664"/>
                  <a:pt x="1387761" y="151095"/>
                  <a:pt x="1399046" y="151095"/>
                </a:cubicBezTo>
                <a:cubicBezTo>
                  <a:pt x="1412451" y="151095"/>
                  <a:pt x="1423092" y="146816"/>
                  <a:pt x="1430969" y="138257"/>
                </a:cubicBezTo>
                <a:close/>
                <a:moveTo>
                  <a:pt x="1548181" y="8407"/>
                </a:moveTo>
                <a:lnTo>
                  <a:pt x="1555906" y="8407"/>
                </a:lnTo>
                <a:cubicBezTo>
                  <a:pt x="1574537" y="51804"/>
                  <a:pt x="1591918" y="90240"/>
                  <a:pt x="1608050" y="123716"/>
                </a:cubicBezTo>
                <a:lnTo>
                  <a:pt x="1609982" y="123830"/>
                </a:lnTo>
                <a:lnTo>
                  <a:pt x="1666443" y="8407"/>
                </a:lnTo>
                <a:lnTo>
                  <a:pt x="1672237" y="8407"/>
                </a:lnTo>
                <a:cubicBezTo>
                  <a:pt x="1678296" y="60665"/>
                  <a:pt x="1685567" y="112242"/>
                  <a:pt x="1694049" y="163137"/>
                </a:cubicBezTo>
                <a:cubicBezTo>
                  <a:pt x="1691702" y="162682"/>
                  <a:pt x="1687385" y="162455"/>
                  <a:pt x="1681098" y="162455"/>
                </a:cubicBezTo>
                <a:cubicBezTo>
                  <a:pt x="1675797" y="162455"/>
                  <a:pt x="1671972" y="162682"/>
                  <a:pt x="1669624" y="163137"/>
                </a:cubicBezTo>
                <a:cubicBezTo>
                  <a:pt x="1667049" y="134433"/>
                  <a:pt x="1662770" y="97549"/>
                  <a:pt x="1656787" y="52486"/>
                </a:cubicBezTo>
                <a:lnTo>
                  <a:pt x="1655878" y="52372"/>
                </a:lnTo>
                <a:cubicBezTo>
                  <a:pt x="1638231" y="87438"/>
                  <a:pt x="1621039" y="124132"/>
                  <a:pt x="1604301" y="162455"/>
                </a:cubicBezTo>
                <a:lnTo>
                  <a:pt x="1599871" y="162455"/>
                </a:lnTo>
                <a:cubicBezTo>
                  <a:pt x="1582982" y="121557"/>
                  <a:pt x="1566698" y="84636"/>
                  <a:pt x="1551021" y="51690"/>
                </a:cubicBezTo>
                <a:lnTo>
                  <a:pt x="1549998" y="51690"/>
                </a:lnTo>
                <a:cubicBezTo>
                  <a:pt x="1543030" y="94633"/>
                  <a:pt x="1537312" y="131782"/>
                  <a:pt x="1532844" y="163137"/>
                </a:cubicBezTo>
                <a:cubicBezTo>
                  <a:pt x="1531102" y="162682"/>
                  <a:pt x="1528792" y="162455"/>
                  <a:pt x="1525914" y="162455"/>
                </a:cubicBezTo>
                <a:cubicBezTo>
                  <a:pt x="1522506" y="162455"/>
                  <a:pt x="1519931" y="162682"/>
                  <a:pt x="1518189" y="163137"/>
                </a:cubicBezTo>
                <a:cubicBezTo>
                  <a:pt x="1530761" y="102623"/>
                  <a:pt x="1540758" y="51047"/>
                  <a:pt x="1548181" y="8407"/>
                </a:cubicBezTo>
                <a:close/>
                <a:moveTo>
                  <a:pt x="1718307" y="114741"/>
                </a:moveTo>
                <a:cubicBezTo>
                  <a:pt x="1718307" y="98306"/>
                  <a:pt x="1722871" y="85128"/>
                  <a:pt x="1731997" y="75207"/>
                </a:cubicBezTo>
                <a:cubicBezTo>
                  <a:pt x="1741123" y="65285"/>
                  <a:pt x="1753298" y="60324"/>
                  <a:pt x="1768521" y="60324"/>
                </a:cubicBezTo>
                <a:cubicBezTo>
                  <a:pt x="1784047" y="60324"/>
                  <a:pt x="1795994" y="65020"/>
                  <a:pt x="1804363" y="74411"/>
                </a:cubicBezTo>
                <a:cubicBezTo>
                  <a:pt x="1812732" y="83803"/>
                  <a:pt x="1816917" y="96564"/>
                  <a:pt x="1816917" y="112696"/>
                </a:cubicBezTo>
                <a:cubicBezTo>
                  <a:pt x="1816917" y="128222"/>
                  <a:pt x="1812505" y="140776"/>
                  <a:pt x="1803682" y="150356"/>
                </a:cubicBezTo>
                <a:cubicBezTo>
                  <a:pt x="1794858" y="159937"/>
                  <a:pt x="1782835" y="164727"/>
                  <a:pt x="1767612" y="164727"/>
                </a:cubicBezTo>
                <a:cubicBezTo>
                  <a:pt x="1752540" y="164727"/>
                  <a:pt x="1740555" y="159994"/>
                  <a:pt x="1731656" y="150527"/>
                </a:cubicBezTo>
                <a:cubicBezTo>
                  <a:pt x="1722757" y="141060"/>
                  <a:pt x="1718307" y="129131"/>
                  <a:pt x="1718307" y="114741"/>
                </a:cubicBezTo>
                <a:moveTo>
                  <a:pt x="1766930" y="69640"/>
                </a:moveTo>
                <a:cubicBezTo>
                  <a:pt x="1760114" y="69640"/>
                  <a:pt x="1754491" y="71723"/>
                  <a:pt x="1750060" y="75888"/>
                </a:cubicBezTo>
                <a:cubicBezTo>
                  <a:pt x="1745630" y="80054"/>
                  <a:pt x="1742638" y="85052"/>
                  <a:pt x="1741085" y="90884"/>
                </a:cubicBezTo>
                <a:cubicBezTo>
                  <a:pt x="1739533" y="96716"/>
                  <a:pt x="1738756" y="103343"/>
                  <a:pt x="1738756" y="110765"/>
                </a:cubicBezTo>
                <a:cubicBezTo>
                  <a:pt x="1738756" y="117733"/>
                  <a:pt x="1739533" y="124322"/>
                  <a:pt x="1741085" y="130532"/>
                </a:cubicBezTo>
                <a:cubicBezTo>
                  <a:pt x="1742638" y="136743"/>
                  <a:pt x="1745895" y="142461"/>
                  <a:pt x="1750855" y="147687"/>
                </a:cubicBezTo>
                <a:cubicBezTo>
                  <a:pt x="1755816" y="152912"/>
                  <a:pt x="1762083" y="155525"/>
                  <a:pt x="1769657" y="155525"/>
                </a:cubicBezTo>
                <a:cubicBezTo>
                  <a:pt x="1777382" y="155525"/>
                  <a:pt x="1783782" y="151871"/>
                  <a:pt x="1788856" y="144562"/>
                </a:cubicBezTo>
                <a:cubicBezTo>
                  <a:pt x="1793931" y="137254"/>
                  <a:pt x="1796468" y="128033"/>
                  <a:pt x="1796468" y="116900"/>
                </a:cubicBezTo>
                <a:cubicBezTo>
                  <a:pt x="1796468" y="101222"/>
                  <a:pt x="1794423" y="89426"/>
                  <a:pt x="1790333" y="81512"/>
                </a:cubicBezTo>
                <a:cubicBezTo>
                  <a:pt x="1786243" y="73597"/>
                  <a:pt x="1778442" y="69640"/>
                  <a:pt x="1766930" y="69640"/>
                </a:cubicBezTo>
                <a:close/>
                <a:moveTo>
                  <a:pt x="1911178" y="136212"/>
                </a:moveTo>
                <a:lnTo>
                  <a:pt x="1911178" y="83159"/>
                </a:lnTo>
                <a:cubicBezTo>
                  <a:pt x="1908224" y="78539"/>
                  <a:pt x="1905119" y="75131"/>
                  <a:pt x="1901862" y="72934"/>
                </a:cubicBezTo>
                <a:cubicBezTo>
                  <a:pt x="1898605" y="70738"/>
                  <a:pt x="1894364" y="69640"/>
                  <a:pt x="1889138" y="69640"/>
                </a:cubicBezTo>
                <a:cubicBezTo>
                  <a:pt x="1885882" y="69640"/>
                  <a:pt x="1882701" y="70227"/>
                  <a:pt x="1879596" y="71401"/>
                </a:cubicBezTo>
                <a:cubicBezTo>
                  <a:pt x="1876490" y="72575"/>
                  <a:pt x="1873309" y="74506"/>
                  <a:pt x="1870053" y="77195"/>
                </a:cubicBezTo>
                <a:cubicBezTo>
                  <a:pt x="1866796" y="79883"/>
                  <a:pt x="1864202" y="84143"/>
                  <a:pt x="1862271" y="89975"/>
                </a:cubicBezTo>
                <a:cubicBezTo>
                  <a:pt x="1860339" y="95807"/>
                  <a:pt x="1859374" y="102813"/>
                  <a:pt x="1859374" y="110992"/>
                </a:cubicBezTo>
                <a:cubicBezTo>
                  <a:pt x="1859374" y="124776"/>
                  <a:pt x="1861532" y="135171"/>
                  <a:pt x="1865849" y="142177"/>
                </a:cubicBezTo>
                <a:cubicBezTo>
                  <a:pt x="1870166" y="149182"/>
                  <a:pt x="1875733" y="152685"/>
                  <a:pt x="1882549" y="152685"/>
                </a:cubicBezTo>
                <a:cubicBezTo>
                  <a:pt x="1892925" y="152685"/>
                  <a:pt x="1902468" y="147194"/>
                  <a:pt x="1911178" y="136212"/>
                </a:cubicBezTo>
                <a:moveTo>
                  <a:pt x="1911178" y="148936"/>
                </a:moveTo>
                <a:cubicBezTo>
                  <a:pt x="1902922" y="159464"/>
                  <a:pt x="1892925" y="164727"/>
                  <a:pt x="1881186" y="164727"/>
                </a:cubicBezTo>
                <a:cubicBezTo>
                  <a:pt x="1868765" y="164727"/>
                  <a:pt x="1858635" y="159729"/>
                  <a:pt x="1850797" y="149731"/>
                </a:cubicBezTo>
                <a:cubicBezTo>
                  <a:pt x="1842958" y="139734"/>
                  <a:pt x="1839039" y="127465"/>
                  <a:pt x="1839039" y="112923"/>
                </a:cubicBezTo>
                <a:cubicBezTo>
                  <a:pt x="1839039" y="97246"/>
                  <a:pt x="1843980" y="84560"/>
                  <a:pt x="1853864" y="74866"/>
                </a:cubicBezTo>
                <a:cubicBezTo>
                  <a:pt x="1863748" y="65171"/>
                  <a:pt x="1876339" y="60324"/>
                  <a:pt x="1891638" y="60324"/>
                </a:cubicBezTo>
                <a:cubicBezTo>
                  <a:pt x="1898605" y="60324"/>
                  <a:pt x="1905119" y="62028"/>
                  <a:pt x="1911178" y="65437"/>
                </a:cubicBezTo>
                <a:lnTo>
                  <a:pt x="1911178" y="50327"/>
                </a:lnTo>
                <a:cubicBezTo>
                  <a:pt x="1911178" y="28136"/>
                  <a:pt x="1910496" y="13178"/>
                  <a:pt x="1909133" y="5453"/>
                </a:cubicBezTo>
                <a:lnTo>
                  <a:pt x="1909587" y="4658"/>
                </a:lnTo>
                <a:cubicBezTo>
                  <a:pt x="1916555" y="4203"/>
                  <a:pt x="1923296" y="2651"/>
                  <a:pt x="1929809" y="0"/>
                </a:cubicBezTo>
                <a:cubicBezTo>
                  <a:pt x="1931172" y="0"/>
                  <a:pt x="1931892" y="795"/>
                  <a:pt x="1931967" y="2386"/>
                </a:cubicBezTo>
                <a:cubicBezTo>
                  <a:pt x="1930604" y="19578"/>
                  <a:pt x="1929885" y="34157"/>
                  <a:pt x="1929809" y="46124"/>
                </a:cubicBezTo>
                <a:lnTo>
                  <a:pt x="1929809" y="117808"/>
                </a:lnTo>
                <a:cubicBezTo>
                  <a:pt x="1929809" y="133486"/>
                  <a:pt x="1931134" y="148368"/>
                  <a:pt x="1933785" y="162455"/>
                </a:cubicBezTo>
                <a:lnTo>
                  <a:pt x="1933331" y="163137"/>
                </a:lnTo>
                <a:cubicBezTo>
                  <a:pt x="1930226" y="162682"/>
                  <a:pt x="1926780" y="162455"/>
                  <a:pt x="1922993" y="162455"/>
                </a:cubicBezTo>
                <a:cubicBezTo>
                  <a:pt x="1921175" y="162455"/>
                  <a:pt x="1918486" y="162682"/>
                  <a:pt x="1914927" y="163137"/>
                </a:cubicBezTo>
                <a:cubicBezTo>
                  <a:pt x="1913563" y="163137"/>
                  <a:pt x="1912882" y="162910"/>
                  <a:pt x="1912882" y="162455"/>
                </a:cubicBezTo>
                <a:lnTo>
                  <a:pt x="1911632" y="148936"/>
                </a:lnTo>
                <a:lnTo>
                  <a:pt x="1911178" y="148936"/>
                </a:lnTo>
                <a:close/>
                <a:moveTo>
                  <a:pt x="1979618" y="98950"/>
                </a:moveTo>
                <a:lnTo>
                  <a:pt x="2022447" y="98950"/>
                </a:lnTo>
                <a:cubicBezTo>
                  <a:pt x="2024644" y="98950"/>
                  <a:pt x="2025742" y="97852"/>
                  <a:pt x="2025742" y="95655"/>
                </a:cubicBezTo>
                <a:cubicBezTo>
                  <a:pt x="2025742" y="87400"/>
                  <a:pt x="2023754" y="81000"/>
                  <a:pt x="2019778" y="76456"/>
                </a:cubicBezTo>
                <a:cubicBezTo>
                  <a:pt x="2015801" y="71912"/>
                  <a:pt x="2011257" y="69640"/>
                  <a:pt x="2006145" y="69640"/>
                </a:cubicBezTo>
                <a:cubicBezTo>
                  <a:pt x="2001033" y="69640"/>
                  <a:pt x="1995769" y="71855"/>
                  <a:pt x="1990354" y="76286"/>
                </a:cubicBezTo>
                <a:cubicBezTo>
                  <a:pt x="1984939" y="80716"/>
                  <a:pt x="1981360" y="88271"/>
                  <a:pt x="1979618" y="98950"/>
                </a:cubicBezTo>
                <a:moveTo>
                  <a:pt x="2041760" y="138257"/>
                </a:moveTo>
                <a:lnTo>
                  <a:pt x="2046418" y="144051"/>
                </a:lnTo>
                <a:cubicBezTo>
                  <a:pt x="2041950" y="150262"/>
                  <a:pt x="2036137" y="155260"/>
                  <a:pt x="2028980" y="159047"/>
                </a:cubicBezTo>
                <a:cubicBezTo>
                  <a:pt x="2021822" y="162834"/>
                  <a:pt x="2014116" y="164727"/>
                  <a:pt x="2005861" y="164727"/>
                </a:cubicBezTo>
                <a:cubicBezTo>
                  <a:pt x="1989729" y="164727"/>
                  <a:pt x="1977422" y="159615"/>
                  <a:pt x="1968939" y="149391"/>
                </a:cubicBezTo>
                <a:cubicBezTo>
                  <a:pt x="1961972" y="140984"/>
                  <a:pt x="1958488" y="129131"/>
                  <a:pt x="1958488" y="113832"/>
                </a:cubicBezTo>
                <a:cubicBezTo>
                  <a:pt x="1958488" y="97549"/>
                  <a:pt x="1963259" y="84560"/>
                  <a:pt x="1972802" y="74866"/>
                </a:cubicBezTo>
                <a:cubicBezTo>
                  <a:pt x="1982345" y="65171"/>
                  <a:pt x="1993440" y="60324"/>
                  <a:pt x="2006088" y="60324"/>
                </a:cubicBezTo>
                <a:cubicBezTo>
                  <a:pt x="2020024" y="60324"/>
                  <a:pt x="2030229" y="64736"/>
                  <a:pt x="2036705" y="73559"/>
                </a:cubicBezTo>
                <a:cubicBezTo>
                  <a:pt x="2043180" y="82383"/>
                  <a:pt x="2046418" y="92626"/>
                  <a:pt x="2046418" y="104289"/>
                </a:cubicBezTo>
                <a:cubicBezTo>
                  <a:pt x="2046418" y="106940"/>
                  <a:pt x="2045017" y="108266"/>
                  <a:pt x="2042215" y="108266"/>
                </a:cubicBezTo>
                <a:lnTo>
                  <a:pt x="1978937" y="108266"/>
                </a:lnTo>
                <a:cubicBezTo>
                  <a:pt x="1978937" y="122050"/>
                  <a:pt x="1980792" y="131895"/>
                  <a:pt x="1984503" y="137803"/>
                </a:cubicBezTo>
                <a:cubicBezTo>
                  <a:pt x="1990108" y="146664"/>
                  <a:pt x="1998552" y="151095"/>
                  <a:pt x="2009837" y="151095"/>
                </a:cubicBezTo>
                <a:cubicBezTo>
                  <a:pt x="2023243" y="151095"/>
                  <a:pt x="2033884" y="146816"/>
                  <a:pt x="2041760" y="138257"/>
                </a:cubicBezTo>
                <a:close/>
                <a:moveTo>
                  <a:pt x="2076836" y="115877"/>
                </a:moveTo>
                <a:lnTo>
                  <a:pt x="2076836" y="50327"/>
                </a:lnTo>
                <a:cubicBezTo>
                  <a:pt x="2076836" y="28136"/>
                  <a:pt x="2076154" y="13178"/>
                  <a:pt x="2074791" y="5453"/>
                </a:cubicBezTo>
                <a:lnTo>
                  <a:pt x="2075245" y="4658"/>
                </a:lnTo>
                <a:cubicBezTo>
                  <a:pt x="2082213" y="4203"/>
                  <a:pt x="2088953" y="2651"/>
                  <a:pt x="2095467" y="0"/>
                </a:cubicBezTo>
                <a:cubicBezTo>
                  <a:pt x="2096830" y="0"/>
                  <a:pt x="2097550" y="795"/>
                  <a:pt x="2097625" y="2386"/>
                </a:cubicBezTo>
                <a:cubicBezTo>
                  <a:pt x="2096262" y="21168"/>
                  <a:pt x="2095542" y="35748"/>
                  <a:pt x="2095467" y="46124"/>
                </a:cubicBezTo>
                <a:lnTo>
                  <a:pt x="2095467" y="115877"/>
                </a:lnTo>
                <a:cubicBezTo>
                  <a:pt x="2095467" y="136629"/>
                  <a:pt x="2096186" y="152155"/>
                  <a:pt x="2097625" y="162455"/>
                </a:cubicBezTo>
                <a:lnTo>
                  <a:pt x="2097057" y="163137"/>
                </a:lnTo>
                <a:cubicBezTo>
                  <a:pt x="2094255" y="162682"/>
                  <a:pt x="2090620" y="162455"/>
                  <a:pt x="2086151" y="162455"/>
                </a:cubicBezTo>
                <a:cubicBezTo>
                  <a:pt x="2081683" y="162455"/>
                  <a:pt x="2078047" y="162682"/>
                  <a:pt x="2075245" y="163137"/>
                </a:cubicBezTo>
                <a:lnTo>
                  <a:pt x="2074791" y="162455"/>
                </a:lnTo>
                <a:cubicBezTo>
                  <a:pt x="2076154" y="152534"/>
                  <a:pt x="2076836" y="137008"/>
                  <a:pt x="2076836" y="115877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S">
            <a:extLst xmlns:a="http://schemas.openxmlformats.org/drawingml/2006/main">
              <a:ext uri="{FF2B5EF4-FFF2-40B4-BE49-F238E27FC236}">
                <a16:creationId xmlns:a16="http://schemas.microsoft.com/office/drawing/2014/main" id="{FEAA5E85-F281-420C-A7C0-20CCBA12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63" y="4610419"/>
            <a:ext cx="155412" cy="93611"/>
          </a:xfrm>
          <a:custGeom xmlns:a="http://schemas.openxmlformats.org/drawingml/2006/main">
            <a:pathLst>
              <a:path w="155412" h="93611">
                <a:moveTo>
                  <a:pt x="145187" y="48850"/>
                </a:moveTo>
                <a:cubicBezTo>
                  <a:pt x="145187" y="41579"/>
                  <a:pt x="142745" y="35237"/>
                  <a:pt x="137860" y="29821"/>
                </a:cubicBezTo>
                <a:cubicBezTo>
                  <a:pt x="132975" y="24406"/>
                  <a:pt x="126367" y="21699"/>
                  <a:pt x="118036" y="21699"/>
                </a:cubicBezTo>
                <a:cubicBezTo>
                  <a:pt x="109023" y="21699"/>
                  <a:pt x="102074" y="24027"/>
                  <a:pt x="97189" y="28685"/>
                </a:cubicBezTo>
                <a:cubicBezTo>
                  <a:pt x="92304" y="33343"/>
                  <a:pt x="88006" y="40065"/>
                  <a:pt x="84295" y="48850"/>
                </a:cubicBezTo>
                <a:cubicBezTo>
                  <a:pt x="81947" y="54606"/>
                  <a:pt x="79618" y="59510"/>
                  <a:pt x="77308" y="63562"/>
                </a:cubicBezTo>
                <a:cubicBezTo>
                  <a:pt x="74998" y="67614"/>
                  <a:pt x="72082" y="71723"/>
                  <a:pt x="68561" y="75888"/>
                </a:cubicBezTo>
                <a:cubicBezTo>
                  <a:pt x="65039" y="80054"/>
                  <a:pt x="60930" y="83273"/>
                  <a:pt x="56235" y="85545"/>
                </a:cubicBezTo>
                <a:cubicBezTo>
                  <a:pt x="51539" y="87817"/>
                  <a:pt x="46237" y="88953"/>
                  <a:pt x="40330" y="88953"/>
                </a:cubicBezTo>
                <a:cubicBezTo>
                  <a:pt x="32302" y="88953"/>
                  <a:pt x="25012" y="86510"/>
                  <a:pt x="18461" y="81625"/>
                </a:cubicBezTo>
                <a:cubicBezTo>
                  <a:pt x="11910" y="76740"/>
                  <a:pt x="7081" y="70624"/>
                  <a:pt x="3976" y="63278"/>
                </a:cubicBezTo>
                <a:cubicBezTo>
                  <a:pt x="1325" y="56916"/>
                  <a:pt x="0" y="50251"/>
                  <a:pt x="0" y="43284"/>
                </a:cubicBezTo>
                <a:cubicBezTo>
                  <a:pt x="0" y="38133"/>
                  <a:pt x="360" y="33362"/>
                  <a:pt x="1079" y="28969"/>
                </a:cubicBezTo>
                <a:cubicBezTo>
                  <a:pt x="1799" y="24577"/>
                  <a:pt x="2651" y="21055"/>
                  <a:pt x="3635" y="18404"/>
                </a:cubicBezTo>
                <a:cubicBezTo>
                  <a:pt x="4620" y="15753"/>
                  <a:pt x="5661" y="13462"/>
                  <a:pt x="6759" y="11531"/>
                </a:cubicBezTo>
                <a:cubicBezTo>
                  <a:pt x="7858" y="9600"/>
                  <a:pt x="8748" y="8255"/>
                  <a:pt x="9429" y="7498"/>
                </a:cubicBezTo>
                <a:lnTo>
                  <a:pt x="10565" y="6362"/>
                </a:lnTo>
                <a:lnTo>
                  <a:pt x="11247" y="5907"/>
                </a:lnTo>
                <a:cubicBezTo>
                  <a:pt x="21017" y="8861"/>
                  <a:pt x="28780" y="10641"/>
                  <a:pt x="34536" y="11247"/>
                </a:cubicBezTo>
                <a:lnTo>
                  <a:pt x="34763" y="13519"/>
                </a:lnTo>
                <a:cubicBezTo>
                  <a:pt x="27492" y="16624"/>
                  <a:pt x="21604" y="21093"/>
                  <a:pt x="17098" y="26924"/>
                </a:cubicBezTo>
                <a:cubicBezTo>
                  <a:pt x="12591" y="32756"/>
                  <a:pt x="10338" y="38853"/>
                  <a:pt x="10338" y="45215"/>
                </a:cubicBezTo>
                <a:cubicBezTo>
                  <a:pt x="10338" y="51122"/>
                  <a:pt x="11247" y="55856"/>
                  <a:pt x="13065" y="59415"/>
                </a:cubicBezTo>
                <a:cubicBezTo>
                  <a:pt x="14579" y="62369"/>
                  <a:pt x="17400" y="64887"/>
                  <a:pt x="21528" y="66970"/>
                </a:cubicBezTo>
                <a:cubicBezTo>
                  <a:pt x="25656" y="69053"/>
                  <a:pt x="29802" y="70094"/>
                  <a:pt x="33968" y="70094"/>
                </a:cubicBezTo>
                <a:cubicBezTo>
                  <a:pt x="38436" y="70094"/>
                  <a:pt x="42469" y="69242"/>
                  <a:pt x="46067" y="67538"/>
                </a:cubicBezTo>
                <a:cubicBezTo>
                  <a:pt x="49664" y="65834"/>
                  <a:pt x="52618" y="63354"/>
                  <a:pt x="54928" y="60097"/>
                </a:cubicBezTo>
                <a:cubicBezTo>
                  <a:pt x="57238" y="56840"/>
                  <a:pt x="59056" y="53925"/>
                  <a:pt x="60381" y="51349"/>
                </a:cubicBezTo>
                <a:cubicBezTo>
                  <a:pt x="61706" y="48774"/>
                  <a:pt x="63089" y="45556"/>
                  <a:pt x="64528" y="41693"/>
                </a:cubicBezTo>
                <a:cubicBezTo>
                  <a:pt x="74904" y="13898"/>
                  <a:pt x="90392" y="0"/>
                  <a:pt x="110992" y="0"/>
                </a:cubicBezTo>
                <a:cubicBezTo>
                  <a:pt x="124322" y="0"/>
                  <a:pt x="135057" y="4809"/>
                  <a:pt x="143199" y="14428"/>
                </a:cubicBezTo>
                <a:cubicBezTo>
                  <a:pt x="151341" y="24046"/>
                  <a:pt x="155412" y="36164"/>
                  <a:pt x="155412" y="50781"/>
                </a:cubicBezTo>
                <a:cubicBezTo>
                  <a:pt x="155412" y="58810"/>
                  <a:pt x="154560" y="66364"/>
                  <a:pt x="152856" y="73446"/>
                </a:cubicBezTo>
                <a:cubicBezTo>
                  <a:pt x="151152" y="80527"/>
                  <a:pt x="149429" y="85582"/>
                  <a:pt x="147687" y="88612"/>
                </a:cubicBezTo>
                <a:lnTo>
                  <a:pt x="144960" y="93156"/>
                </a:lnTo>
                <a:lnTo>
                  <a:pt x="144278" y="93611"/>
                </a:lnTo>
                <a:cubicBezTo>
                  <a:pt x="132766" y="90505"/>
                  <a:pt x="124776" y="88688"/>
                  <a:pt x="120308" y="88158"/>
                </a:cubicBezTo>
                <a:lnTo>
                  <a:pt x="120081" y="85885"/>
                </a:lnTo>
                <a:cubicBezTo>
                  <a:pt x="126897" y="82326"/>
                  <a:pt x="132785" y="76892"/>
                  <a:pt x="137746" y="69583"/>
                </a:cubicBezTo>
                <a:cubicBezTo>
                  <a:pt x="142707" y="62275"/>
                  <a:pt x="145187" y="55364"/>
                  <a:pt x="145187" y="48850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A">
            <a:extLst xmlns:a="http://schemas.openxmlformats.org/drawingml/2006/main">
              <a:ext uri="{FF2B5EF4-FFF2-40B4-BE49-F238E27FC236}">
                <a16:creationId xmlns:a16="http://schemas.microsoft.com/office/drawing/2014/main" id="{407AE2AD-604D-4A57-88D3-70134D4F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63" y="4455316"/>
            <a:ext cx="153821" cy="138825"/>
          </a:xfrm>
          <a:custGeom xmlns:a="http://schemas.openxmlformats.org/drawingml/2006/main">
            <a:pathLst>
              <a:path w="153821" h="138825">
                <a:moveTo>
                  <a:pt x="89066" y="47828"/>
                </a:moveTo>
                <a:cubicBezTo>
                  <a:pt x="70435" y="55023"/>
                  <a:pt x="51312" y="62861"/>
                  <a:pt x="31696" y="71344"/>
                </a:cubicBezTo>
                <a:lnTo>
                  <a:pt x="31696" y="71798"/>
                </a:lnTo>
                <a:lnTo>
                  <a:pt x="88953" y="96337"/>
                </a:lnTo>
                <a:cubicBezTo>
                  <a:pt x="89407" y="88082"/>
                  <a:pt x="89634" y="79978"/>
                  <a:pt x="89634" y="72026"/>
                </a:cubicBezTo>
                <a:cubicBezTo>
                  <a:pt x="89634" y="64452"/>
                  <a:pt x="89445" y="56386"/>
                  <a:pt x="89066" y="47828"/>
                </a:cubicBezTo>
                <a:moveTo>
                  <a:pt x="99972" y="100881"/>
                </a:moveTo>
                <a:cubicBezTo>
                  <a:pt x="123299" y="110424"/>
                  <a:pt x="141249" y="116862"/>
                  <a:pt x="153821" y="120194"/>
                </a:cubicBezTo>
                <a:cubicBezTo>
                  <a:pt x="153367" y="122088"/>
                  <a:pt x="153140" y="125609"/>
                  <a:pt x="153140" y="130759"/>
                </a:cubicBezTo>
                <a:cubicBezTo>
                  <a:pt x="153140" y="134319"/>
                  <a:pt x="153367" y="137008"/>
                  <a:pt x="153821" y="138825"/>
                </a:cubicBezTo>
                <a:cubicBezTo>
                  <a:pt x="95958" y="112469"/>
                  <a:pt x="44685" y="89597"/>
                  <a:pt x="0" y="70208"/>
                </a:cubicBezTo>
                <a:lnTo>
                  <a:pt x="0" y="63732"/>
                </a:lnTo>
                <a:cubicBezTo>
                  <a:pt x="12572" y="58431"/>
                  <a:pt x="30882" y="50933"/>
                  <a:pt x="54928" y="41239"/>
                </a:cubicBezTo>
                <a:cubicBezTo>
                  <a:pt x="78974" y="31544"/>
                  <a:pt x="99764" y="23100"/>
                  <a:pt x="117297" y="15905"/>
                </a:cubicBezTo>
                <a:cubicBezTo>
                  <a:pt x="134830" y="8710"/>
                  <a:pt x="147005" y="3408"/>
                  <a:pt x="153821" y="0"/>
                </a:cubicBezTo>
                <a:cubicBezTo>
                  <a:pt x="153367" y="2651"/>
                  <a:pt x="153140" y="7271"/>
                  <a:pt x="153140" y="13860"/>
                </a:cubicBezTo>
                <a:cubicBezTo>
                  <a:pt x="153140" y="19010"/>
                  <a:pt x="153367" y="22910"/>
                  <a:pt x="153821" y="25561"/>
                </a:cubicBezTo>
                <a:cubicBezTo>
                  <a:pt x="140113" y="29348"/>
                  <a:pt x="122163" y="35369"/>
                  <a:pt x="99972" y="43624"/>
                </a:cubicBezTo>
                <a:cubicBezTo>
                  <a:pt x="99518" y="49608"/>
                  <a:pt x="99329" y="58696"/>
                  <a:pt x="99404" y="70890"/>
                </a:cubicBezTo>
                <a:cubicBezTo>
                  <a:pt x="99329" y="84749"/>
                  <a:pt x="99518" y="94747"/>
                  <a:pt x="99972" y="100881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T">
            <a:extLst xmlns:a="http://schemas.openxmlformats.org/drawingml/2006/main">
              <a:ext uri="{FF2B5EF4-FFF2-40B4-BE49-F238E27FC236}">
                <a16:creationId xmlns:a16="http://schemas.microsoft.com/office/drawing/2014/main" id="{34DF5482-59E5-4271-B581-6DC5B225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49" y="4344129"/>
            <a:ext cx="151436" cy="118604"/>
          </a:xfrm>
          <a:custGeom xmlns:a="http://schemas.openxmlformats.org/drawingml/2006/main">
            <a:pathLst>
              <a:path w="151436" h="118604">
                <a:moveTo>
                  <a:pt x="47260" y="69299"/>
                </a:moveTo>
                <a:cubicBezTo>
                  <a:pt x="29083" y="69299"/>
                  <a:pt x="17912" y="69905"/>
                  <a:pt x="13746" y="71117"/>
                </a:cubicBezTo>
                <a:cubicBezTo>
                  <a:pt x="13746" y="80432"/>
                  <a:pt x="14011" y="89010"/>
                  <a:pt x="14541" y="96848"/>
                </a:cubicBezTo>
                <a:cubicBezTo>
                  <a:pt x="15072" y="104687"/>
                  <a:pt x="15602" y="110197"/>
                  <a:pt x="16132" y="113378"/>
                </a:cubicBezTo>
                <a:lnTo>
                  <a:pt x="16927" y="118149"/>
                </a:lnTo>
                <a:lnTo>
                  <a:pt x="16018" y="118604"/>
                </a:lnTo>
                <a:cubicBezTo>
                  <a:pt x="12459" y="118149"/>
                  <a:pt x="7346" y="118149"/>
                  <a:pt x="682" y="118604"/>
                </a:cubicBezTo>
                <a:lnTo>
                  <a:pt x="0" y="118149"/>
                </a:lnTo>
                <a:cubicBezTo>
                  <a:pt x="454" y="114438"/>
                  <a:pt x="682" y="109780"/>
                  <a:pt x="682" y="104176"/>
                </a:cubicBezTo>
                <a:lnTo>
                  <a:pt x="682" y="14428"/>
                </a:lnTo>
                <a:cubicBezTo>
                  <a:pt x="682" y="8823"/>
                  <a:pt x="454" y="4166"/>
                  <a:pt x="0" y="454"/>
                </a:cubicBezTo>
                <a:lnTo>
                  <a:pt x="682" y="0"/>
                </a:lnTo>
                <a:cubicBezTo>
                  <a:pt x="7346" y="454"/>
                  <a:pt x="12459" y="454"/>
                  <a:pt x="16018" y="0"/>
                </a:cubicBezTo>
                <a:lnTo>
                  <a:pt x="16927" y="454"/>
                </a:lnTo>
                <a:cubicBezTo>
                  <a:pt x="14731" y="10982"/>
                  <a:pt x="13670" y="26659"/>
                  <a:pt x="13746" y="47487"/>
                </a:cubicBezTo>
                <a:cubicBezTo>
                  <a:pt x="17912" y="48699"/>
                  <a:pt x="29083" y="49305"/>
                  <a:pt x="47260" y="49305"/>
                </a:cubicBezTo>
                <a:lnTo>
                  <a:pt x="104176" y="49305"/>
                </a:lnTo>
                <a:cubicBezTo>
                  <a:pt x="124170" y="49305"/>
                  <a:pt x="139696" y="48509"/>
                  <a:pt x="150754" y="46919"/>
                </a:cubicBezTo>
                <a:lnTo>
                  <a:pt x="151436" y="47487"/>
                </a:lnTo>
                <a:cubicBezTo>
                  <a:pt x="150981" y="50289"/>
                  <a:pt x="150754" y="54246"/>
                  <a:pt x="150754" y="59359"/>
                </a:cubicBezTo>
                <a:cubicBezTo>
                  <a:pt x="150754" y="64471"/>
                  <a:pt x="150981" y="68390"/>
                  <a:pt x="151436" y="71117"/>
                </a:cubicBezTo>
                <a:lnTo>
                  <a:pt x="150754" y="71685"/>
                </a:lnTo>
                <a:cubicBezTo>
                  <a:pt x="140227" y="70170"/>
                  <a:pt x="124700" y="69375"/>
                  <a:pt x="104176" y="69299"/>
                </a:cubicBezTo>
                <a:lnTo>
                  <a:pt x="47260" y="69299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R">
            <a:extLst xmlns:a="http://schemas.openxmlformats.org/drawingml/2006/main">
              <a:ext uri="{FF2B5EF4-FFF2-40B4-BE49-F238E27FC236}">
                <a16:creationId xmlns:a16="http://schemas.microsoft.com/office/drawing/2014/main" id="{D86B1289-3023-4177-B8E6-A24A5A6C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40" y="4148624"/>
            <a:ext cx="152344" cy="111901"/>
          </a:xfrm>
          <a:custGeom xmlns:a="http://schemas.openxmlformats.org/drawingml/2006/main">
            <a:pathLst>
              <a:path w="152344" h="111901">
                <a:moveTo>
                  <a:pt x="85090" y="89634"/>
                </a:moveTo>
                <a:lnTo>
                  <a:pt x="105085" y="89634"/>
                </a:lnTo>
                <a:cubicBezTo>
                  <a:pt x="125079" y="89634"/>
                  <a:pt x="140605" y="88839"/>
                  <a:pt x="151663" y="87249"/>
                </a:cubicBezTo>
                <a:lnTo>
                  <a:pt x="152344" y="87703"/>
                </a:lnTo>
                <a:cubicBezTo>
                  <a:pt x="151890" y="90505"/>
                  <a:pt x="151663" y="94482"/>
                  <a:pt x="151663" y="99632"/>
                </a:cubicBezTo>
                <a:cubicBezTo>
                  <a:pt x="151663" y="104782"/>
                  <a:pt x="151890" y="108720"/>
                  <a:pt x="152344" y="111447"/>
                </a:cubicBezTo>
                <a:lnTo>
                  <a:pt x="151663" y="111901"/>
                </a:lnTo>
                <a:cubicBezTo>
                  <a:pt x="141135" y="110386"/>
                  <a:pt x="125609" y="109629"/>
                  <a:pt x="105085" y="109629"/>
                </a:cubicBezTo>
                <a:lnTo>
                  <a:pt x="48169" y="109629"/>
                </a:lnTo>
                <a:cubicBezTo>
                  <a:pt x="28174" y="109629"/>
                  <a:pt x="12648" y="110386"/>
                  <a:pt x="1590" y="111901"/>
                </a:cubicBezTo>
                <a:lnTo>
                  <a:pt x="909" y="111447"/>
                </a:lnTo>
                <a:cubicBezTo>
                  <a:pt x="1363" y="108644"/>
                  <a:pt x="1590" y="104706"/>
                  <a:pt x="1590" y="99632"/>
                </a:cubicBezTo>
                <a:cubicBezTo>
                  <a:pt x="1590" y="97132"/>
                  <a:pt x="1325" y="91736"/>
                  <a:pt x="795" y="83443"/>
                </a:cubicBezTo>
                <a:cubicBezTo>
                  <a:pt x="265" y="75150"/>
                  <a:pt x="0" y="70056"/>
                  <a:pt x="0" y="68163"/>
                </a:cubicBezTo>
                <a:cubicBezTo>
                  <a:pt x="0" y="47032"/>
                  <a:pt x="3711" y="32529"/>
                  <a:pt x="11133" y="24652"/>
                </a:cubicBezTo>
                <a:cubicBezTo>
                  <a:pt x="18858" y="16397"/>
                  <a:pt x="28553" y="12307"/>
                  <a:pt x="40216" y="12383"/>
                </a:cubicBezTo>
                <a:cubicBezTo>
                  <a:pt x="57408" y="12383"/>
                  <a:pt x="69905" y="20146"/>
                  <a:pt x="77706" y="35672"/>
                </a:cubicBezTo>
                <a:cubicBezTo>
                  <a:pt x="79448" y="39080"/>
                  <a:pt x="80925" y="43776"/>
                  <a:pt x="82136" y="49759"/>
                </a:cubicBezTo>
                <a:cubicBezTo>
                  <a:pt x="86984" y="46124"/>
                  <a:pt x="98552" y="38020"/>
                  <a:pt x="116843" y="25448"/>
                </a:cubicBezTo>
                <a:cubicBezTo>
                  <a:pt x="135133" y="12875"/>
                  <a:pt x="146740" y="4393"/>
                  <a:pt x="151663" y="0"/>
                </a:cubicBezTo>
                <a:lnTo>
                  <a:pt x="152344" y="454"/>
                </a:lnTo>
                <a:cubicBezTo>
                  <a:pt x="151890" y="3560"/>
                  <a:pt x="151663" y="8217"/>
                  <a:pt x="151663" y="14428"/>
                </a:cubicBezTo>
                <a:cubicBezTo>
                  <a:pt x="151663" y="20790"/>
                  <a:pt x="151890" y="25448"/>
                  <a:pt x="152344" y="28401"/>
                </a:cubicBezTo>
                <a:cubicBezTo>
                  <a:pt x="143938" y="31204"/>
                  <a:pt x="130078" y="38588"/>
                  <a:pt x="110765" y="50554"/>
                </a:cubicBezTo>
                <a:cubicBezTo>
                  <a:pt x="109553" y="51312"/>
                  <a:pt x="107281" y="52694"/>
                  <a:pt x="103949" y="54701"/>
                </a:cubicBezTo>
                <a:cubicBezTo>
                  <a:pt x="100616" y="56708"/>
                  <a:pt x="98174" y="58204"/>
                  <a:pt x="96621" y="59188"/>
                </a:cubicBezTo>
                <a:cubicBezTo>
                  <a:pt x="95069" y="60173"/>
                  <a:pt x="93099" y="61517"/>
                  <a:pt x="90714" y="63221"/>
                </a:cubicBezTo>
                <a:cubicBezTo>
                  <a:pt x="88328" y="64925"/>
                  <a:pt x="86226" y="66535"/>
                  <a:pt x="84409" y="68049"/>
                </a:cubicBezTo>
                <a:cubicBezTo>
                  <a:pt x="84863" y="74563"/>
                  <a:pt x="85090" y="81758"/>
                  <a:pt x="85090" y="89634"/>
                </a:cubicBezTo>
                <a:moveTo>
                  <a:pt x="9997" y="67936"/>
                </a:moveTo>
                <a:cubicBezTo>
                  <a:pt x="9997" y="78160"/>
                  <a:pt x="10527" y="84333"/>
                  <a:pt x="11588" y="86453"/>
                </a:cubicBezTo>
                <a:cubicBezTo>
                  <a:pt x="12648" y="88574"/>
                  <a:pt x="15526" y="89634"/>
                  <a:pt x="20222" y="89634"/>
                </a:cubicBezTo>
                <a:lnTo>
                  <a:pt x="75775" y="89634"/>
                </a:lnTo>
                <a:lnTo>
                  <a:pt x="75775" y="76115"/>
                </a:lnTo>
                <a:cubicBezTo>
                  <a:pt x="75775" y="63392"/>
                  <a:pt x="73181" y="53319"/>
                  <a:pt x="67993" y="45896"/>
                </a:cubicBezTo>
                <a:cubicBezTo>
                  <a:pt x="62805" y="38474"/>
                  <a:pt x="53622" y="34763"/>
                  <a:pt x="40443" y="34763"/>
                </a:cubicBezTo>
                <a:cubicBezTo>
                  <a:pt x="34536" y="34763"/>
                  <a:pt x="29462" y="35805"/>
                  <a:pt x="25220" y="37887"/>
                </a:cubicBezTo>
                <a:cubicBezTo>
                  <a:pt x="20979" y="39970"/>
                  <a:pt x="17798" y="42753"/>
                  <a:pt x="15677" y="46237"/>
                </a:cubicBezTo>
                <a:cubicBezTo>
                  <a:pt x="13557" y="49721"/>
                  <a:pt x="12080" y="53205"/>
                  <a:pt x="11247" y="56689"/>
                </a:cubicBezTo>
                <a:cubicBezTo>
                  <a:pt x="10414" y="60173"/>
                  <a:pt x="9997" y="63922"/>
                  <a:pt x="9997" y="67936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u">
            <a:extLst xmlns:a="http://schemas.openxmlformats.org/drawingml/2006/main">
              <a:ext uri="{FF2B5EF4-FFF2-40B4-BE49-F238E27FC236}">
                <a16:creationId xmlns:a16="http://schemas.microsoft.com/office/drawing/2014/main" id="{6F26A78D-13D7-46C8-9046-FCB00906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62" y="4034927"/>
            <a:ext cx="102813" cy="90657"/>
          </a:xfrm>
          <a:custGeom xmlns:a="http://schemas.openxmlformats.org/drawingml/2006/main">
            <a:pathLst>
              <a:path w="102813" h="90657">
                <a:moveTo>
                  <a:pt x="79183" y="22948"/>
                </a:moveTo>
                <a:cubicBezTo>
                  <a:pt x="85848" y="27265"/>
                  <a:pt x="91452" y="32548"/>
                  <a:pt x="95996" y="38796"/>
                </a:cubicBezTo>
                <a:cubicBezTo>
                  <a:pt x="100540" y="45044"/>
                  <a:pt x="102813" y="51501"/>
                  <a:pt x="102813" y="58166"/>
                </a:cubicBezTo>
                <a:cubicBezTo>
                  <a:pt x="102813" y="68845"/>
                  <a:pt x="99726" y="76589"/>
                  <a:pt x="93554" y="81398"/>
                </a:cubicBezTo>
                <a:cubicBezTo>
                  <a:pt x="87381" y="86207"/>
                  <a:pt x="79713" y="88612"/>
                  <a:pt x="70549" y="88612"/>
                </a:cubicBezTo>
                <a:lnTo>
                  <a:pt x="42602" y="88612"/>
                </a:lnTo>
                <a:cubicBezTo>
                  <a:pt x="24577" y="88612"/>
                  <a:pt x="10603" y="89294"/>
                  <a:pt x="682" y="90657"/>
                </a:cubicBezTo>
                <a:lnTo>
                  <a:pt x="0" y="90202"/>
                </a:lnTo>
                <a:cubicBezTo>
                  <a:pt x="454" y="87400"/>
                  <a:pt x="682" y="83765"/>
                  <a:pt x="682" y="79296"/>
                </a:cubicBezTo>
                <a:cubicBezTo>
                  <a:pt x="682" y="74828"/>
                  <a:pt x="454" y="71193"/>
                  <a:pt x="0" y="68390"/>
                </a:cubicBezTo>
                <a:lnTo>
                  <a:pt x="682" y="67936"/>
                </a:lnTo>
                <a:cubicBezTo>
                  <a:pt x="9997" y="69299"/>
                  <a:pt x="23971" y="69981"/>
                  <a:pt x="42602" y="69981"/>
                </a:cubicBezTo>
                <a:lnTo>
                  <a:pt x="65664" y="69981"/>
                </a:lnTo>
                <a:cubicBezTo>
                  <a:pt x="75434" y="69981"/>
                  <a:pt x="81909" y="68617"/>
                  <a:pt x="85090" y="65891"/>
                </a:cubicBezTo>
                <a:cubicBezTo>
                  <a:pt x="88271" y="63164"/>
                  <a:pt x="89862" y="59340"/>
                  <a:pt x="89862" y="54417"/>
                </a:cubicBezTo>
                <a:cubicBezTo>
                  <a:pt x="89862" y="48964"/>
                  <a:pt x="87419" y="43265"/>
                  <a:pt x="82534" y="37319"/>
                </a:cubicBezTo>
                <a:cubicBezTo>
                  <a:pt x="77649" y="31374"/>
                  <a:pt x="71950" y="26432"/>
                  <a:pt x="65437" y="22494"/>
                </a:cubicBezTo>
                <a:lnTo>
                  <a:pt x="42602" y="22494"/>
                </a:lnTo>
                <a:cubicBezTo>
                  <a:pt x="24955" y="22494"/>
                  <a:pt x="10982" y="23213"/>
                  <a:pt x="682" y="24652"/>
                </a:cubicBezTo>
                <a:lnTo>
                  <a:pt x="0" y="24198"/>
                </a:lnTo>
                <a:cubicBezTo>
                  <a:pt x="454" y="21396"/>
                  <a:pt x="682" y="17741"/>
                  <a:pt x="682" y="13235"/>
                </a:cubicBezTo>
                <a:cubicBezTo>
                  <a:pt x="682" y="8729"/>
                  <a:pt x="454" y="5074"/>
                  <a:pt x="0" y="2272"/>
                </a:cubicBezTo>
                <a:lnTo>
                  <a:pt x="682" y="1818"/>
                </a:lnTo>
                <a:cubicBezTo>
                  <a:pt x="9997" y="3181"/>
                  <a:pt x="23971" y="3900"/>
                  <a:pt x="42602" y="3976"/>
                </a:cubicBezTo>
                <a:lnTo>
                  <a:pt x="55894" y="3976"/>
                </a:lnTo>
                <a:cubicBezTo>
                  <a:pt x="71571" y="3976"/>
                  <a:pt x="86453" y="2651"/>
                  <a:pt x="100540" y="0"/>
                </a:cubicBezTo>
                <a:lnTo>
                  <a:pt x="101222" y="454"/>
                </a:lnTo>
                <a:cubicBezTo>
                  <a:pt x="100768" y="3560"/>
                  <a:pt x="100540" y="7006"/>
                  <a:pt x="100540" y="10792"/>
                </a:cubicBezTo>
                <a:cubicBezTo>
                  <a:pt x="100540" y="13368"/>
                  <a:pt x="100768" y="16435"/>
                  <a:pt x="101222" y="19994"/>
                </a:cubicBezTo>
                <a:cubicBezTo>
                  <a:pt x="101222" y="20600"/>
                  <a:pt x="100995" y="20903"/>
                  <a:pt x="100540" y="20903"/>
                </a:cubicBezTo>
                <a:lnTo>
                  <a:pt x="79864" y="22039"/>
                </a:lnTo>
                <a:lnTo>
                  <a:pt x="79183" y="22948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n">
            <a:extLst xmlns:a="http://schemas.openxmlformats.org/drawingml/2006/main">
              <a:ext uri="{FF2B5EF4-FFF2-40B4-BE49-F238E27FC236}">
                <a16:creationId xmlns:a16="http://schemas.microsoft.com/office/drawing/2014/main" id="{7C101ACA-0AC8-4CE0-B05A-0028391D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72" y="3908738"/>
            <a:ext cx="102813" cy="91907"/>
          </a:xfrm>
          <a:custGeom xmlns:a="http://schemas.openxmlformats.org/drawingml/2006/main">
            <a:pathLst>
              <a:path w="102813" h="91907">
                <a:moveTo>
                  <a:pt x="60211" y="2158"/>
                </a:moveTo>
                <a:cubicBezTo>
                  <a:pt x="77857" y="2158"/>
                  <a:pt x="91831" y="1439"/>
                  <a:pt x="102131" y="0"/>
                </a:cubicBezTo>
                <a:lnTo>
                  <a:pt x="102813" y="568"/>
                </a:lnTo>
                <a:cubicBezTo>
                  <a:pt x="102358" y="3370"/>
                  <a:pt x="102131" y="7006"/>
                  <a:pt x="102131" y="11474"/>
                </a:cubicBezTo>
                <a:cubicBezTo>
                  <a:pt x="102131" y="15943"/>
                  <a:pt x="102358" y="19578"/>
                  <a:pt x="102813" y="22380"/>
                </a:cubicBezTo>
                <a:lnTo>
                  <a:pt x="102131" y="22835"/>
                </a:lnTo>
                <a:cubicBezTo>
                  <a:pt x="91755" y="21471"/>
                  <a:pt x="77782" y="20790"/>
                  <a:pt x="60211" y="20790"/>
                </a:cubicBezTo>
                <a:lnTo>
                  <a:pt x="37490" y="20790"/>
                </a:lnTo>
                <a:cubicBezTo>
                  <a:pt x="28326" y="20790"/>
                  <a:pt x="22115" y="22020"/>
                  <a:pt x="18858" y="24482"/>
                </a:cubicBezTo>
                <a:cubicBezTo>
                  <a:pt x="15602" y="26943"/>
                  <a:pt x="13973" y="31279"/>
                  <a:pt x="13973" y="37490"/>
                </a:cubicBezTo>
                <a:cubicBezTo>
                  <a:pt x="13973" y="42261"/>
                  <a:pt x="15526" y="47714"/>
                  <a:pt x="18631" y="53849"/>
                </a:cubicBezTo>
                <a:cubicBezTo>
                  <a:pt x="21736" y="59983"/>
                  <a:pt x="26546" y="65777"/>
                  <a:pt x="33059" y="71230"/>
                </a:cubicBezTo>
                <a:lnTo>
                  <a:pt x="60211" y="71230"/>
                </a:lnTo>
                <a:cubicBezTo>
                  <a:pt x="78236" y="71230"/>
                  <a:pt x="92209" y="70549"/>
                  <a:pt x="102131" y="69185"/>
                </a:cubicBezTo>
                <a:lnTo>
                  <a:pt x="102813" y="69640"/>
                </a:lnTo>
                <a:cubicBezTo>
                  <a:pt x="102358" y="72442"/>
                  <a:pt x="102131" y="76078"/>
                  <a:pt x="102131" y="80546"/>
                </a:cubicBezTo>
                <a:cubicBezTo>
                  <a:pt x="102131" y="85014"/>
                  <a:pt x="102358" y="88650"/>
                  <a:pt x="102813" y="91452"/>
                </a:cubicBezTo>
                <a:lnTo>
                  <a:pt x="102131" y="91907"/>
                </a:lnTo>
                <a:cubicBezTo>
                  <a:pt x="92664" y="90543"/>
                  <a:pt x="78690" y="89862"/>
                  <a:pt x="60211" y="89862"/>
                </a:cubicBezTo>
                <a:lnTo>
                  <a:pt x="47487" y="89862"/>
                </a:lnTo>
                <a:cubicBezTo>
                  <a:pt x="26053" y="89862"/>
                  <a:pt x="10982" y="90543"/>
                  <a:pt x="2272" y="91907"/>
                </a:cubicBezTo>
                <a:lnTo>
                  <a:pt x="1590" y="91452"/>
                </a:lnTo>
                <a:cubicBezTo>
                  <a:pt x="2196" y="84636"/>
                  <a:pt x="1969" y="78350"/>
                  <a:pt x="909" y="72594"/>
                </a:cubicBezTo>
                <a:cubicBezTo>
                  <a:pt x="909" y="71685"/>
                  <a:pt x="1704" y="71230"/>
                  <a:pt x="3295" y="71230"/>
                </a:cubicBezTo>
                <a:lnTo>
                  <a:pt x="20222" y="71230"/>
                </a:lnTo>
                <a:lnTo>
                  <a:pt x="20903" y="70776"/>
                </a:lnTo>
                <a:cubicBezTo>
                  <a:pt x="6968" y="58810"/>
                  <a:pt x="0" y="45404"/>
                  <a:pt x="0" y="30560"/>
                </a:cubicBezTo>
                <a:cubicBezTo>
                  <a:pt x="0" y="20335"/>
                  <a:pt x="3029" y="12970"/>
                  <a:pt x="9088" y="8464"/>
                </a:cubicBezTo>
                <a:cubicBezTo>
                  <a:pt x="15147" y="3957"/>
                  <a:pt x="24387" y="1704"/>
                  <a:pt x="36808" y="1704"/>
                </a:cubicBezTo>
                <a:cubicBezTo>
                  <a:pt x="39307" y="1704"/>
                  <a:pt x="43208" y="1780"/>
                  <a:pt x="48509" y="1931"/>
                </a:cubicBezTo>
                <a:cubicBezTo>
                  <a:pt x="53811" y="2083"/>
                  <a:pt x="57711" y="2158"/>
                  <a:pt x="60211" y="2158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t">
            <a:extLst xmlns:a="http://schemas.openxmlformats.org/drawingml/2006/main">
              <a:ext uri="{FF2B5EF4-FFF2-40B4-BE49-F238E27FC236}">
                <a16:creationId xmlns:a16="http://schemas.microsoft.com/office/drawing/2014/main" id="{1C6B38B1-DDB7-43A1-ABF1-083A6B53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04" y="3823435"/>
            <a:ext cx="138447" cy="64641"/>
          </a:xfrm>
          <a:custGeom xmlns:a="http://schemas.openxmlformats.org/drawingml/2006/main">
            <a:pathLst>
              <a:path w="138447" h="64641">
                <a:moveTo>
                  <a:pt x="36240" y="46919"/>
                </a:moveTo>
                <a:cubicBezTo>
                  <a:pt x="27076" y="46919"/>
                  <a:pt x="17154" y="46616"/>
                  <a:pt x="6475" y="46010"/>
                </a:cubicBezTo>
                <a:lnTo>
                  <a:pt x="5794" y="45556"/>
                </a:lnTo>
                <a:cubicBezTo>
                  <a:pt x="5491" y="43208"/>
                  <a:pt x="5074" y="41220"/>
                  <a:pt x="4544" y="39591"/>
                </a:cubicBezTo>
                <a:cubicBezTo>
                  <a:pt x="4014" y="37963"/>
                  <a:pt x="3238" y="36107"/>
                  <a:pt x="2215" y="34025"/>
                </a:cubicBezTo>
                <a:cubicBezTo>
                  <a:pt x="1193" y="31942"/>
                  <a:pt x="454" y="30370"/>
                  <a:pt x="0" y="29310"/>
                </a:cubicBezTo>
                <a:cubicBezTo>
                  <a:pt x="0" y="27947"/>
                  <a:pt x="757" y="27227"/>
                  <a:pt x="2272" y="27152"/>
                </a:cubicBezTo>
                <a:cubicBezTo>
                  <a:pt x="12194" y="27909"/>
                  <a:pt x="23516" y="28326"/>
                  <a:pt x="36240" y="28401"/>
                </a:cubicBezTo>
                <a:lnTo>
                  <a:pt x="36240" y="17382"/>
                </a:lnTo>
                <a:cubicBezTo>
                  <a:pt x="36240" y="14428"/>
                  <a:pt x="36089" y="9013"/>
                  <a:pt x="35786" y="1136"/>
                </a:cubicBezTo>
                <a:lnTo>
                  <a:pt x="37490" y="0"/>
                </a:lnTo>
                <a:cubicBezTo>
                  <a:pt x="40595" y="1212"/>
                  <a:pt x="43776" y="2121"/>
                  <a:pt x="47033" y="2727"/>
                </a:cubicBezTo>
                <a:cubicBezTo>
                  <a:pt x="46730" y="5832"/>
                  <a:pt x="46578" y="11436"/>
                  <a:pt x="46578" y="19540"/>
                </a:cubicBezTo>
                <a:lnTo>
                  <a:pt x="46578" y="28401"/>
                </a:lnTo>
                <a:lnTo>
                  <a:pt x="75888" y="28401"/>
                </a:lnTo>
                <a:cubicBezTo>
                  <a:pt x="81190" y="28401"/>
                  <a:pt x="87230" y="28515"/>
                  <a:pt x="94008" y="28742"/>
                </a:cubicBezTo>
                <a:cubicBezTo>
                  <a:pt x="100787" y="28969"/>
                  <a:pt x="105047" y="29083"/>
                  <a:pt x="106789" y="29083"/>
                </a:cubicBezTo>
                <a:cubicBezTo>
                  <a:pt x="118755" y="29083"/>
                  <a:pt x="125117" y="26508"/>
                  <a:pt x="125874" y="21358"/>
                </a:cubicBezTo>
                <a:cubicBezTo>
                  <a:pt x="126859" y="15375"/>
                  <a:pt x="126253" y="9278"/>
                  <a:pt x="124057" y="3067"/>
                </a:cubicBezTo>
                <a:lnTo>
                  <a:pt x="129851" y="227"/>
                </a:lnTo>
                <a:cubicBezTo>
                  <a:pt x="135607" y="9240"/>
                  <a:pt x="138447" y="18215"/>
                  <a:pt x="138371" y="27152"/>
                </a:cubicBezTo>
                <a:cubicBezTo>
                  <a:pt x="138371" y="32908"/>
                  <a:pt x="136440" y="37774"/>
                  <a:pt x="132577" y="41750"/>
                </a:cubicBezTo>
                <a:cubicBezTo>
                  <a:pt x="128715" y="45726"/>
                  <a:pt x="123224" y="47714"/>
                  <a:pt x="116104" y="47714"/>
                </a:cubicBezTo>
                <a:cubicBezTo>
                  <a:pt x="114362" y="47714"/>
                  <a:pt x="108966" y="47582"/>
                  <a:pt x="99916" y="47317"/>
                </a:cubicBezTo>
                <a:cubicBezTo>
                  <a:pt x="90865" y="47051"/>
                  <a:pt x="83689" y="46919"/>
                  <a:pt x="78388" y="46919"/>
                </a:cubicBezTo>
                <a:lnTo>
                  <a:pt x="46578" y="46919"/>
                </a:lnTo>
                <a:cubicBezTo>
                  <a:pt x="46578" y="54190"/>
                  <a:pt x="46730" y="59718"/>
                  <a:pt x="47033" y="63505"/>
                </a:cubicBezTo>
                <a:lnTo>
                  <a:pt x="45328" y="64641"/>
                </a:lnTo>
                <a:cubicBezTo>
                  <a:pt x="41920" y="62445"/>
                  <a:pt x="38739" y="60741"/>
                  <a:pt x="35786" y="59529"/>
                </a:cubicBezTo>
                <a:cubicBezTo>
                  <a:pt x="36089" y="57333"/>
                  <a:pt x="36240" y="53129"/>
                  <a:pt x="36240" y="46919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i">
            <a:extLst xmlns:a="http://schemas.openxmlformats.org/drawingml/2006/main">
              <a:ext uri="{FF2B5EF4-FFF2-40B4-BE49-F238E27FC236}">
                <a16:creationId xmlns:a16="http://schemas.microsoft.com/office/drawing/2014/main" id="{BF338816-79E5-49EA-B454-971C9B2C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449" y="3771026"/>
            <a:ext cx="151436" cy="23743"/>
          </a:xfrm>
          <a:custGeom xmlns:a="http://schemas.openxmlformats.org/drawingml/2006/main">
            <a:pathLst>
              <a:path w="151436" h="23743">
                <a:moveTo>
                  <a:pt x="20108" y="20165"/>
                </a:moveTo>
                <a:cubicBezTo>
                  <a:pt x="17685" y="22551"/>
                  <a:pt x="14920" y="23743"/>
                  <a:pt x="11815" y="23743"/>
                </a:cubicBezTo>
                <a:cubicBezTo>
                  <a:pt x="8710" y="23743"/>
                  <a:pt x="5964" y="22551"/>
                  <a:pt x="3579" y="20165"/>
                </a:cubicBezTo>
                <a:cubicBezTo>
                  <a:pt x="1193" y="17779"/>
                  <a:pt x="0" y="15034"/>
                  <a:pt x="0" y="11929"/>
                </a:cubicBezTo>
                <a:cubicBezTo>
                  <a:pt x="0" y="8823"/>
                  <a:pt x="1193" y="6059"/>
                  <a:pt x="3579" y="3635"/>
                </a:cubicBezTo>
                <a:cubicBezTo>
                  <a:pt x="5964" y="1212"/>
                  <a:pt x="8710" y="0"/>
                  <a:pt x="11815" y="0"/>
                </a:cubicBezTo>
                <a:cubicBezTo>
                  <a:pt x="14920" y="0"/>
                  <a:pt x="17685" y="1212"/>
                  <a:pt x="20108" y="3635"/>
                </a:cubicBezTo>
                <a:cubicBezTo>
                  <a:pt x="22532" y="6059"/>
                  <a:pt x="23743" y="8823"/>
                  <a:pt x="23743" y="11929"/>
                </a:cubicBezTo>
                <a:cubicBezTo>
                  <a:pt x="23743" y="15034"/>
                  <a:pt x="22532" y="17779"/>
                  <a:pt x="20108" y="20165"/>
                </a:cubicBezTo>
                <a:moveTo>
                  <a:pt x="96110" y="21471"/>
                </a:moveTo>
                <a:cubicBezTo>
                  <a:pt x="75510" y="21471"/>
                  <a:pt x="60438" y="22153"/>
                  <a:pt x="50895" y="23516"/>
                </a:cubicBezTo>
                <a:lnTo>
                  <a:pt x="50213" y="23062"/>
                </a:lnTo>
                <a:cubicBezTo>
                  <a:pt x="50668" y="16397"/>
                  <a:pt x="50592" y="9656"/>
                  <a:pt x="49986" y="2840"/>
                </a:cubicBezTo>
                <a:cubicBezTo>
                  <a:pt x="49986" y="1931"/>
                  <a:pt x="50100" y="1344"/>
                  <a:pt x="50327" y="1079"/>
                </a:cubicBezTo>
                <a:cubicBezTo>
                  <a:pt x="50554" y="814"/>
                  <a:pt x="51236" y="682"/>
                  <a:pt x="52372" y="682"/>
                </a:cubicBezTo>
                <a:cubicBezTo>
                  <a:pt x="65399" y="2045"/>
                  <a:pt x="78728" y="2764"/>
                  <a:pt x="92361" y="2840"/>
                </a:cubicBezTo>
                <a:lnTo>
                  <a:pt x="108834" y="2840"/>
                </a:lnTo>
                <a:cubicBezTo>
                  <a:pt x="125723" y="2840"/>
                  <a:pt x="139696" y="2121"/>
                  <a:pt x="150754" y="682"/>
                </a:cubicBezTo>
                <a:lnTo>
                  <a:pt x="151436" y="1250"/>
                </a:lnTo>
                <a:cubicBezTo>
                  <a:pt x="150981" y="4052"/>
                  <a:pt x="150754" y="7687"/>
                  <a:pt x="150754" y="12156"/>
                </a:cubicBezTo>
                <a:cubicBezTo>
                  <a:pt x="150754" y="16624"/>
                  <a:pt x="150981" y="20260"/>
                  <a:pt x="151436" y="23062"/>
                </a:cubicBezTo>
                <a:lnTo>
                  <a:pt x="150754" y="23516"/>
                </a:lnTo>
                <a:cubicBezTo>
                  <a:pt x="140227" y="22153"/>
                  <a:pt x="126253" y="21471"/>
                  <a:pt x="108834" y="21471"/>
                </a:cubicBezTo>
                <a:lnTo>
                  <a:pt x="96110" y="21471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m">
            <a:extLst xmlns:a="http://schemas.openxmlformats.org/drawingml/2006/main">
              <a:ext uri="{FF2B5EF4-FFF2-40B4-BE49-F238E27FC236}">
                <a16:creationId xmlns:a16="http://schemas.microsoft.com/office/drawing/2014/main" id="{CEED2157-F5D1-43DA-AC0E-A42AA61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72" y="3580456"/>
            <a:ext cx="102813" cy="155412"/>
          </a:xfrm>
          <a:custGeom xmlns:a="http://schemas.openxmlformats.org/drawingml/2006/main">
            <a:pathLst>
              <a:path w="102813" h="155412">
                <a:moveTo>
                  <a:pt x="20222" y="134736"/>
                </a:moveTo>
                <a:lnTo>
                  <a:pt x="20903" y="134054"/>
                </a:lnTo>
                <a:cubicBezTo>
                  <a:pt x="6968" y="120876"/>
                  <a:pt x="0" y="107849"/>
                  <a:pt x="0" y="94974"/>
                </a:cubicBezTo>
                <a:cubicBezTo>
                  <a:pt x="0" y="88460"/>
                  <a:pt x="1666" y="82989"/>
                  <a:pt x="4999" y="78558"/>
                </a:cubicBezTo>
                <a:cubicBezTo>
                  <a:pt x="8331" y="74127"/>
                  <a:pt x="12800" y="71382"/>
                  <a:pt x="18404" y="70322"/>
                </a:cubicBezTo>
                <a:cubicBezTo>
                  <a:pt x="6135" y="58658"/>
                  <a:pt x="0" y="45556"/>
                  <a:pt x="0" y="31014"/>
                </a:cubicBezTo>
                <a:cubicBezTo>
                  <a:pt x="0" y="19502"/>
                  <a:pt x="3143" y="11815"/>
                  <a:pt x="9429" y="7952"/>
                </a:cubicBezTo>
                <a:cubicBezTo>
                  <a:pt x="15715" y="4090"/>
                  <a:pt x="24917" y="2159"/>
                  <a:pt x="37035" y="2159"/>
                </a:cubicBezTo>
                <a:lnTo>
                  <a:pt x="60211" y="2159"/>
                </a:lnTo>
                <a:cubicBezTo>
                  <a:pt x="78236" y="2159"/>
                  <a:pt x="92209" y="1439"/>
                  <a:pt x="102131" y="0"/>
                </a:cubicBezTo>
                <a:lnTo>
                  <a:pt x="102813" y="568"/>
                </a:lnTo>
                <a:cubicBezTo>
                  <a:pt x="102358" y="3370"/>
                  <a:pt x="102131" y="7006"/>
                  <a:pt x="102131" y="11474"/>
                </a:cubicBezTo>
                <a:cubicBezTo>
                  <a:pt x="102131" y="15943"/>
                  <a:pt x="102358" y="19578"/>
                  <a:pt x="102813" y="22380"/>
                </a:cubicBezTo>
                <a:lnTo>
                  <a:pt x="102131" y="22835"/>
                </a:lnTo>
                <a:cubicBezTo>
                  <a:pt x="92664" y="21471"/>
                  <a:pt x="78690" y="20790"/>
                  <a:pt x="60211" y="20790"/>
                </a:cubicBezTo>
                <a:lnTo>
                  <a:pt x="34650" y="20790"/>
                </a:lnTo>
                <a:cubicBezTo>
                  <a:pt x="27076" y="20790"/>
                  <a:pt x="21736" y="22267"/>
                  <a:pt x="18631" y="25220"/>
                </a:cubicBezTo>
                <a:cubicBezTo>
                  <a:pt x="15526" y="28174"/>
                  <a:pt x="13973" y="32908"/>
                  <a:pt x="13973" y="39421"/>
                </a:cubicBezTo>
                <a:cubicBezTo>
                  <a:pt x="13973" y="50781"/>
                  <a:pt x="18631" y="60627"/>
                  <a:pt x="27947" y="68958"/>
                </a:cubicBezTo>
                <a:cubicBezTo>
                  <a:pt x="29840" y="68807"/>
                  <a:pt x="32794" y="68731"/>
                  <a:pt x="36808" y="68731"/>
                </a:cubicBezTo>
                <a:lnTo>
                  <a:pt x="60211" y="68731"/>
                </a:lnTo>
                <a:cubicBezTo>
                  <a:pt x="78236" y="68731"/>
                  <a:pt x="92209" y="68012"/>
                  <a:pt x="102131" y="66573"/>
                </a:cubicBezTo>
                <a:lnTo>
                  <a:pt x="102813" y="67027"/>
                </a:lnTo>
                <a:cubicBezTo>
                  <a:pt x="102358" y="69829"/>
                  <a:pt x="102131" y="73484"/>
                  <a:pt x="102131" y="77990"/>
                </a:cubicBezTo>
                <a:cubicBezTo>
                  <a:pt x="102131" y="82496"/>
                  <a:pt x="102358" y="86151"/>
                  <a:pt x="102813" y="88953"/>
                </a:cubicBezTo>
                <a:lnTo>
                  <a:pt x="102131" y="89407"/>
                </a:lnTo>
                <a:cubicBezTo>
                  <a:pt x="92664" y="88044"/>
                  <a:pt x="78690" y="87324"/>
                  <a:pt x="60211" y="87249"/>
                </a:cubicBezTo>
                <a:lnTo>
                  <a:pt x="34650" y="87249"/>
                </a:lnTo>
                <a:cubicBezTo>
                  <a:pt x="20865" y="87249"/>
                  <a:pt x="13973" y="92399"/>
                  <a:pt x="13973" y="102699"/>
                </a:cubicBezTo>
                <a:cubicBezTo>
                  <a:pt x="13973" y="106865"/>
                  <a:pt x="15640" y="111901"/>
                  <a:pt x="18972" y="117808"/>
                </a:cubicBezTo>
                <a:cubicBezTo>
                  <a:pt x="22304" y="123716"/>
                  <a:pt x="26697" y="129358"/>
                  <a:pt x="32150" y="134736"/>
                </a:cubicBezTo>
                <a:lnTo>
                  <a:pt x="60211" y="134736"/>
                </a:lnTo>
                <a:cubicBezTo>
                  <a:pt x="78236" y="134736"/>
                  <a:pt x="92209" y="134054"/>
                  <a:pt x="102131" y="132691"/>
                </a:cubicBezTo>
                <a:lnTo>
                  <a:pt x="102813" y="133145"/>
                </a:lnTo>
                <a:cubicBezTo>
                  <a:pt x="102358" y="135947"/>
                  <a:pt x="102131" y="139602"/>
                  <a:pt x="102131" y="144108"/>
                </a:cubicBezTo>
                <a:cubicBezTo>
                  <a:pt x="102131" y="148614"/>
                  <a:pt x="102358" y="152231"/>
                  <a:pt x="102813" y="154957"/>
                </a:cubicBezTo>
                <a:lnTo>
                  <a:pt x="102131" y="155412"/>
                </a:lnTo>
                <a:cubicBezTo>
                  <a:pt x="92664" y="154048"/>
                  <a:pt x="78690" y="153367"/>
                  <a:pt x="60211" y="153367"/>
                </a:cubicBezTo>
                <a:lnTo>
                  <a:pt x="47487" y="153367"/>
                </a:lnTo>
                <a:cubicBezTo>
                  <a:pt x="26053" y="153367"/>
                  <a:pt x="10982" y="154048"/>
                  <a:pt x="2272" y="155412"/>
                </a:cubicBezTo>
                <a:lnTo>
                  <a:pt x="1590" y="154957"/>
                </a:lnTo>
                <a:cubicBezTo>
                  <a:pt x="2196" y="148141"/>
                  <a:pt x="1969" y="141893"/>
                  <a:pt x="909" y="136212"/>
                </a:cubicBezTo>
                <a:cubicBezTo>
                  <a:pt x="909" y="135304"/>
                  <a:pt x="1704" y="134811"/>
                  <a:pt x="3295" y="134736"/>
                </a:cubicBezTo>
                <a:lnTo>
                  <a:pt x="20222" y="134736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e">
            <a:extLst xmlns:a="http://schemas.openxmlformats.org/drawingml/2006/main">
              <a:ext uri="{FF2B5EF4-FFF2-40B4-BE49-F238E27FC236}">
                <a16:creationId xmlns:a16="http://schemas.microsoft.com/office/drawing/2014/main" id="{9A799C5F-2255-4FDD-BC35-8CE9CD5D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72" y="3469267"/>
            <a:ext cx="104403" cy="87930"/>
          </a:xfrm>
          <a:custGeom xmlns:a="http://schemas.openxmlformats.org/drawingml/2006/main">
            <a:pathLst>
              <a:path w="104403" h="87930">
                <a:moveTo>
                  <a:pt x="38626" y="66800"/>
                </a:moveTo>
                <a:lnTo>
                  <a:pt x="38626" y="23971"/>
                </a:lnTo>
                <a:cubicBezTo>
                  <a:pt x="38626" y="21774"/>
                  <a:pt x="37528" y="20676"/>
                  <a:pt x="35331" y="20676"/>
                </a:cubicBezTo>
                <a:cubicBezTo>
                  <a:pt x="27076" y="20676"/>
                  <a:pt x="20676" y="22664"/>
                  <a:pt x="16132" y="26640"/>
                </a:cubicBezTo>
                <a:cubicBezTo>
                  <a:pt x="11588" y="30617"/>
                  <a:pt x="9316" y="35161"/>
                  <a:pt x="9316" y="40273"/>
                </a:cubicBezTo>
                <a:cubicBezTo>
                  <a:pt x="9316" y="45385"/>
                  <a:pt x="11531" y="50649"/>
                  <a:pt x="15962" y="56064"/>
                </a:cubicBezTo>
                <a:cubicBezTo>
                  <a:pt x="20392" y="61479"/>
                  <a:pt x="27947" y="65058"/>
                  <a:pt x="38626" y="66800"/>
                </a:cubicBezTo>
                <a:moveTo>
                  <a:pt x="77933" y="4658"/>
                </a:moveTo>
                <a:lnTo>
                  <a:pt x="83727" y="0"/>
                </a:lnTo>
                <a:cubicBezTo>
                  <a:pt x="89937" y="4468"/>
                  <a:pt x="94936" y="10281"/>
                  <a:pt x="98723" y="17438"/>
                </a:cubicBezTo>
                <a:cubicBezTo>
                  <a:pt x="102510" y="24595"/>
                  <a:pt x="104403" y="32302"/>
                  <a:pt x="104403" y="40557"/>
                </a:cubicBezTo>
                <a:cubicBezTo>
                  <a:pt x="104403" y="56689"/>
                  <a:pt x="99291" y="68996"/>
                  <a:pt x="89066" y="77479"/>
                </a:cubicBezTo>
                <a:cubicBezTo>
                  <a:pt x="80660" y="84446"/>
                  <a:pt x="68807" y="87930"/>
                  <a:pt x="53508" y="87930"/>
                </a:cubicBezTo>
                <a:cubicBezTo>
                  <a:pt x="37225" y="87930"/>
                  <a:pt x="24236" y="83159"/>
                  <a:pt x="14541" y="73616"/>
                </a:cubicBezTo>
                <a:cubicBezTo>
                  <a:pt x="4847" y="64073"/>
                  <a:pt x="0" y="52978"/>
                  <a:pt x="0" y="40330"/>
                </a:cubicBezTo>
                <a:cubicBezTo>
                  <a:pt x="0" y="26394"/>
                  <a:pt x="4412" y="16189"/>
                  <a:pt x="13235" y="9713"/>
                </a:cubicBezTo>
                <a:cubicBezTo>
                  <a:pt x="22058" y="3238"/>
                  <a:pt x="32302" y="0"/>
                  <a:pt x="43965" y="0"/>
                </a:cubicBezTo>
                <a:cubicBezTo>
                  <a:pt x="46616" y="0"/>
                  <a:pt x="47941" y="1401"/>
                  <a:pt x="47941" y="4203"/>
                </a:cubicBezTo>
                <a:lnTo>
                  <a:pt x="47941" y="67481"/>
                </a:lnTo>
                <a:cubicBezTo>
                  <a:pt x="61725" y="67481"/>
                  <a:pt x="71571" y="65626"/>
                  <a:pt x="77479" y="61915"/>
                </a:cubicBezTo>
                <a:cubicBezTo>
                  <a:pt x="86340" y="56310"/>
                  <a:pt x="90770" y="47866"/>
                  <a:pt x="90770" y="36581"/>
                </a:cubicBezTo>
                <a:cubicBezTo>
                  <a:pt x="90770" y="23175"/>
                  <a:pt x="86491" y="12534"/>
                  <a:pt x="77933" y="4658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(">
            <a:extLst xmlns:a="http://schemas.openxmlformats.org/drawingml/2006/main">
              <a:ext uri="{FF2B5EF4-FFF2-40B4-BE49-F238E27FC236}">
                <a16:creationId xmlns:a16="http://schemas.microsoft.com/office/drawing/2014/main" id="{259DE03F-723F-43F1-9696-ADF1E73A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03" y="3336719"/>
            <a:ext cx="211987" cy="54644"/>
          </a:xfrm>
          <a:custGeom xmlns:a="http://schemas.openxmlformats.org/drawingml/2006/main">
            <a:pathLst>
              <a:path w="211987" h="54644">
                <a:moveTo>
                  <a:pt x="105880" y="54644"/>
                </a:moveTo>
                <a:cubicBezTo>
                  <a:pt x="85128" y="54644"/>
                  <a:pt x="65437" y="50062"/>
                  <a:pt x="46805" y="40898"/>
                </a:cubicBezTo>
                <a:cubicBezTo>
                  <a:pt x="28174" y="31734"/>
                  <a:pt x="12572" y="19881"/>
                  <a:pt x="0" y="5339"/>
                </a:cubicBezTo>
                <a:lnTo>
                  <a:pt x="4203" y="0"/>
                </a:lnTo>
                <a:cubicBezTo>
                  <a:pt x="30711" y="23554"/>
                  <a:pt x="64603" y="35331"/>
                  <a:pt x="105880" y="35331"/>
                </a:cubicBezTo>
                <a:cubicBezTo>
                  <a:pt x="146853" y="35331"/>
                  <a:pt x="180897" y="23554"/>
                  <a:pt x="208011" y="0"/>
                </a:cubicBezTo>
                <a:lnTo>
                  <a:pt x="211987" y="5339"/>
                </a:lnTo>
                <a:cubicBezTo>
                  <a:pt x="204110" y="14504"/>
                  <a:pt x="195344" y="22380"/>
                  <a:pt x="185687" y="28969"/>
                </a:cubicBezTo>
                <a:cubicBezTo>
                  <a:pt x="176031" y="35558"/>
                  <a:pt x="167378" y="40443"/>
                  <a:pt x="159729" y="43624"/>
                </a:cubicBezTo>
                <a:cubicBezTo>
                  <a:pt x="152079" y="46805"/>
                  <a:pt x="144013" y="49324"/>
                  <a:pt x="135531" y="51179"/>
                </a:cubicBezTo>
                <a:cubicBezTo>
                  <a:pt x="127048" y="53035"/>
                  <a:pt x="120914" y="54076"/>
                  <a:pt x="117127" y="54303"/>
                </a:cubicBezTo>
                <a:cubicBezTo>
                  <a:pt x="113340" y="54530"/>
                  <a:pt x="109591" y="54644"/>
                  <a:pt x="105880" y="54644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l">
            <a:extLst xmlns:a="http://schemas.openxmlformats.org/drawingml/2006/main">
              <a:ext uri="{FF2B5EF4-FFF2-40B4-BE49-F238E27FC236}">
                <a16:creationId xmlns:a16="http://schemas.microsoft.com/office/drawing/2014/main" id="{95E9B055-D8C6-4477-9788-BDEA1FBE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47" y="3287942"/>
            <a:ext cx="163137" cy="22835"/>
          </a:xfrm>
          <a:custGeom xmlns:a="http://schemas.openxmlformats.org/drawingml/2006/main">
            <a:pathLst>
              <a:path w="163137" h="22835">
                <a:moveTo>
                  <a:pt x="115877" y="20790"/>
                </a:moveTo>
                <a:lnTo>
                  <a:pt x="50327" y="20790"/>
                </a:lnTo>
                <a:cubicBezTo>
                  <a:pt x="28136" y="20790"/>
                  <a:pt x="13178" y="21471"/>
                  <a:pt x="5453" y="22835"/>
                </a:cubicBezTo>
                <a:lnTo>
                  <a:pt x="4658" y="22380"/>
                </a:lnTo>
                <a:cubicBezTo>
                  <a:pt x="4203" y="15412"/>
                  <a:pt x="2651" y="8672"/>
                  <a:pt x="0" y="2158"/>
                </a:cubicBezTo>
                <a:cubicBezTo>
                  <a:pt x="0" y="795"/>
                  <a:pt x="795" y="76"/>
                  <a:pt x="2386" y="0"/>
                </a:cubicBezTo>
                <a:cubicBezTo>
                  <a:pt x="21168" y="1363"/>
                  <a:pt x="35748" y="2083"/>
                  <a:pt x="46124" y="2158"/>
                </a:cubicBezTo>
                <a:lnTo>
                  <a:pt x="115877" y="2158"/>
                </a:lnTo>
                <a:cubicBezTo>
                  <a:pt x="136629" y="2158"/>
                  <a:pt x="152155" y="1439"/>
                  <a:pt x="162455" y="0"/>
                </a:cubicBezTo>
                <a:lnTo>
                  <a:pt x="163137" y="568"/>
                </a:lnTo>
                <a:cubicBezTo>
                  <a:pt x="162682" y="3370"/>
                  <a:pt x="162455" y="7006"/>
                  <a:pt x="162455" y="11474"/>
                </a:cubicBezTo>
                <a:cubicBezTo>
                  <a:pt x="162455" y="15943"/>
                  <a:pt x="162682" y="19578"/>
                  <a:pt x="163137" y="22380"/>
                </a:cubicBezTo>
                <a:lnTo>
                  <a:pt x="162455" y="22835"/>
                </a:lnTo>
                <a:cubicBezTo>
                  <a:pt x="152534" y="21471"/>
                  <a:pt x="137008" y="20790"/>
                  <a:pt x="115877" y="20790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o">
            <a:extLst xmlns:a="http://schemas.openxmlformats.org/drawingml/2006/main">
              <a:ext uri="{FF2B5EF4-FFF2-40B4-BE49-F238E27FC236}">
                <a16:creationId xmlns:a16="http://schemas.microsoft.com/office/drawing/2014/main" id="{59CE7F97-099E-4BEC-AF6B-BA1A6678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72" y="3163534"/>
            <a:ext cx="104403" cy="98609"/>
          </a:xfrm>
          <a:custGeom xmlns:a="http://schemas.openxmlformats.org/drawingml/2006/main">
            <a:pathLst>
              <a:path w="104403" h="98609">
                <a:moveTo>
                  <a:pt x="54417" y="98609"/>
                </a:moveTo>
                <a:cubicBezTo>
                  <a:pt x="37982" y="98609"/>
                  <a:pt x="24804" y="94046"/>
                  <a:pt x="14882" y="84920"/>
                </a:cubicBezTo>
                <a:cubicBezTo>
                  <a:pt x="4961" y="75794"/>
                  <a:pt x="0" y="63619"/>
                  <a:pt x="0" y="48396"/>
                </a:cubicBezTo>
                <a:cubicBezTo>
                  <a:pt x="0" y="32870"/>
                  <a:pt x="4696" y="20922"/>
                  <a:pt x="14087" y="12553"/>
                </a:cubicBezTo>
                <a:cubicBezTo>
                  <a:pt x="23478" y="4184"/>
                  <a:pt x="36240" y="0"/>
                  <a:pt x="52372" y="0"/>
                </a:cubicBezTo>
                <a:cubicBezTo>
                  <a:pt x="67898" y="0"/>
                  <a:pt x="80451" y="4412"/>
                  <a:pt x="90032" y="13235"/>
                </a:cubicBezTo>
                <a:cubicBezTo>
                  <a:pt x="99613" y="22058"/>
                  <a:pt x="104403" y="34082"/>
                  <a:pt x="104403" y="49305"/>
                </a:cubicBezTo>
                <a:cubicBezTo>
                  <a:pt x="104403" y="64376"/>
                  <a:pt x="99670" y="76362"/>
                  <a:pt x="90202" y="85261"/>
                </a:cubicBezTo>
                <a:cubicBezTo>
                  <a:pt x="80735" y="94160"/>
                  <a:pt x="68807" y="98609"/>
                  <a:pt x="54417" y="98609"/>
                </a:cubicBezTo>
                <a:moveTo>
                  <a:pt x="9316" y="49986"/>
                </a:moveTo>
                <a:cubicBezTo>
                  <a:pt x="9316" y="56803"/>
                  <a:pt x="11398" y="62426"/>
                  <a:pt x="15564" y="66857"/>
                </a:cubicBezTo>
                <a:cubicBezTo>
                  <a:pt x="19729" y="71287"/>
                  <a:pt x="24728" y="74279"/>
                  <a:pt x="30560" y="75831"/>
                </a:cubicBezTo>
                <a:cubicBezTo>
                  <a:pt x="36391" y="77384"/>
                  <a:pt x="43018" y="78160"/>
                  <a:pt x="50441" y="78160"/>
                </a:cubicBezTo>
                <a:cubicBezTo>
                  <a:pt x="57408" y="78160"/>
                  <a:pt x="63998" y="77384"/>
                  <a:pt x="70208" y="75831"/>
                </a:cubicBezTo>
                <a:cubicBezTo>
                  <a:pt x="76418" y="74279"/>
                  <a:pt x="82136" y="71022"/>
                  <a:pt x="87362" y="66061"/>
                </a:cubicBezTo>
                <a:cubicBezTo>
                  <a:pt x="92588" y="61101"/>
                  <a:pt x="95201" y="54833"/>
                  <a:pt x="95201" y="47260"/>
                </a:cubicBezTo>
                <a:cubicBezTo>
                  <a:pt x="95201" y="39535"/>
                  <a:pt x="91547" y="33135"/>
                  <a:pt x="84238" y="28060"/>
                </a:cubicBezTo>
                <a:cubicBezTo>
                  <a:pt x="76930" y="22986"/>
                  <a:pt x="67709" y="20449"/>
                  <a:pt x="56575" y="20449"/>
                </a:cubicBezTo>
                <a:cubicBezTo>
                  <a:pt x="40898" y="20449"/>
                  <a:pt x="29102" y="22494"/>
                  <a:pt x="21187" y="26584"/>
                </a:cubicBezTo>
                <a:cubicBezTo>
                  <a:pt x="13273" y="30673"/>
                  <a:pt x="9316" y="38474"/>
                  <a:pt x="9316" y="49986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g">
            <a:extLst xmlns:a="http://schemas.openxmlformats.org/drawingml/2006/main">
              <a:ext uri="{FF2B5EF4-FFF2-40B4-BE49-F238E27FC236}">
                <a16:creationId xmlns:a16="http://schemas.microsoft.com/office/drawing/2014/main" id="{2F4AE9E7-A8A1-4C26-A870-9882FE3C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86" y="3044590"/>
            <a:ext cx="159615" cy="102585"/>
          </a:xfrm>
          <a:custGeom xmlns:a="http://schemas.openxmlformats.org/drawingml/2006/main">
            <a:pathLst>
              <a:path w="159615" h="102585">
                <a:moveTo>
                  <a:pt x="128715" y="86567"/>
                </a:moveTo>
                <a:cubicBezTo>
                  <a:pt x="135985" y="86567"/>
                  <a:pt x="141287" y="83670"/>
                  <a:pt x="144619" y="77876"/>
                </a:cubicBezTo>
                <a:cubicBezTo>
                  <a:pt x="147952" y="72082"/>
                  <a:pt x="149618" y="64831"/>
                  <a:pt x="149618" y="56121"/>
                </a:cubicBezTo>
                <a:cubicBezTo>
                  <a:pt x="149618" y="45442"/>
                  <a:pt x="147687" y="36259"/>
                  <a:pt x="143824" y="28572"/>
                </a:cubicBezTo>
                <a:cubicBezTo>
                  <a:pt x="139961" y="20884"/>
                  <a:pt x="134698" y="17041"/>
                  <a:pt x="128033" y="17041"/>
                </a:cubicBezTo>
                <a:cubicBezTo>
                  <a:pt x="120459" y="17041"/>
                  <a:pt x="114855" y="20070"/>
                  <a:pt x="111219" y="26129"/>
                </a:cubicBezTo>
                <a:cubicBezTo>
                  <a:pt x="108569" y="30598"/>
                  <a:pt x="107281" y="38815"/>
                  <a:pt x="107357" y="50781"/>
                </a:cubicBezTo>
                <a:cubicBezTo>
                  <a:pt x="107357" y="51539"/>
                  <a:pt x="107470" y="54512"/>
                  <a:pt x="107698" y="59699"/>
                </a:cubicBezTo>
                <a:cubicBezTo>
                  <a:pt x="107925" y="64887"/>
                  <a:pt x="108038" y="68807"/>
                  <a:pt x="108038" y="71458"/>
                </a:cubicBezTo>
                <a:cubicBezTo>
                  <a:pt x="110386" y="75623"/>
                  <a:pt x="113491" y="79183"/>
                  <a:pt x="117354" y="82136"/>
                </a:cubicBezTo>
                <a:cubicBezTo>
                  <a:pt x="121217" y="85090"/>
                  <a:pt x="125003" y="86567"/>
                  <a:pt x="128715" y="86567"/>
                </a:cubicBezTo>
                <a:moveTo>
                  <a:pt x="38171" y="19313"/>
                </a:moveTo>
                <a:cubicBezTo>
                  <a:pt x="47790" y="19313"/>
                  <a:pt x="55969" y="22854"/>
                  <a:pt x="62710" y="29935"/>
                </a:cubicBezTo>
                <a:cubicBezTo>
                  <a:pt x="69451" y="37016"/>
                  <a:pt x="72821" y="46351"/>
                  <a:pt x="72821" y="57939"/>
                </a:cubicBezTo>
                <a:cubicBezTo>
                  <a:pt x="72821" y="65361"/>
                  <a:pt x="71761" y="71117"/>
                  <a:pt x="69640" y="75207"/>
                </a:cubicBezTo>
                <a:cubicBezTo>
                  <a:pt x="73200" y="79372"/>
                  <a:pt x="77517" y="81455"/>
                  <a:pt x="82591" y="81455"/>
                </a:cubicBezTo>
                <a:cubicBezTo>
                  <a:pt x="87059" y="81455"/>
                  <a:pt x="90013" y="80262"/>
                  <a:pt x="91452" y="77876"/>
                </a:cubicBezTo>
                <a:cubicBezTo>
                  <a:pt x="92891" y="75491"/>
                  <a:pt x="93611" y="72177"/>
                  <a:pt x="93611" y="67936"/>
                </a:cubicBezTo>
                <a:cubicBezTo>
                  <a:pt x="93611" y="67784"/>
                  <a:pt x="93459" y="65550"/>
                  <a:pt x="93156" y="61233"/>
                </a:cubicBezTo>
                <a:cubicBezTo>
                  <a:pt x="92399" y="55326"/>
                  <a:pt x="91982" y="49115"/>
                  <a:pt x="91907" y="42602"/>
                </a:cubicBezTo>
                <a:cubicBezTo>
                  <a:pt x="91907" y="26773"/>
                  <a:pt x="94482" y="15829"/>
                  <a:pt x="99632" y="9770"/>
                </a:cubicBezTo>
                <a:cubicBezTo>
                  <a:pt x="105236" y="3257"/>
                  <a:pt x="112923" y="0"/>
                  <a:pt x="122693" y="0"/>
                </a:cubicBezTo>
                <a:cubicBezTo>
                  <a:pt x="133675" y="0"/>
                  <a:pt x="142574" y="5207"/>
                  <a:pt x="149391" y="15621"/>
                </a:cubicBezTo>
                <a:cubicBezTo>
                  <a:pt x="156207" y="26034"/>
                  <a:pt x="159615" y="40140"/>
                  <a:pt x="159615" y="57939"/>
                </a:cubicBezTo>
                <a:cubicBezTo>
                  <a:pt x="159615" y="71117"/>
                  <a:pt x="157419" y="81852"/>
                  <a:pt x="153026" y="90146"/>
                </a:cubicBezTo>
                <a:cubicBezTo>
                  <a:pt x="148633" y="98439"/>
                  <a:pt x="142082" y="102585"/>
                  <a:pt x="133372" y="102585"/>
                </a:cubicBezTo>
                <a:cubicBezTo>
                  <a:pt x="128601" y="102585"/>
                  <a:pt x="123489" y="100806"/>
                  <a:pt x="118036" y="97246"/>
                </a:cubicBezTo>
                <a:cubicBezTo>
                  <a:pt x="112734" y="90430"/>
                  <a:pt x="108796" y="83841"/>
                  <a:pt x="106221" y="77479"/>
                </a:cubicBezTo>
                <a:cubicBezTo>
                  <a:pt x="105160" y="83462"/>
                  <a:pt x="102813" y="87987"/>
                  <a:pt x="99177" y="91054"/>
                </a:cubicBezTo>
                <a:cubicBezTo>
                  <a:pt x="95542" y="94122"/>
                  <a:pt x="91187" y="95655"/>
                  <a:pt x="86113" y="95655"/>
                </a:cubicBezTo>
                <a:cubicBezTo>
                  <a:pt x="80054" y="95655"/>
                  <a:pt x="73616" y="90695"/>
                  <a:pt x="66800" y="80773"/>
                </a:cubicBezTo>
                <a:cubicBezTo>
                  <a:pt x="60438" y="91755"/>
                  <a:pt x="50744" y="97246"/>
                  <a:pt x="37717" y="97246"/>
                </a:cubicBezTo>
                <a:cubicBezTo>
                  <a:pt x="26887" y="97246"/>
                  <a:pt x="18290" y="93175"/>
                  <a:pt x="11929" y="85033"/>
                </a:cubicBezTo>
                <a:cubicBezTo>
                  <a:pt x="5567" y="76892"/>
                  <a:pt x="2386" y="67784"/>
                  <a:pt x="2386" y="57711"/>
                </a:cubicBezTo>
                <a:cubicBezTo>
                  <a:pt x="2386" y="52486"/>
                  <a:pt x="3067" y="47752"/>
                  <a:pt x="4431" y="43511"/>
                </a:cubicBezTo>
                <a:cubicBezTo>
                  <a:pt x="4052" y="36922"/>
                  <a:pt x="3276" y="29765"/>
                  <a:pt x="2102" y="22039"/>
                </a:cubicBezTo>
                <a:cubicBezTo>
                  <a:pt x="928" y="14314"/>
                  <a:pt x="227" y="9240"/>
                  <a:pt x="0" y="6816"/>
                </a:cubicBezTo>
                <a:lnTo>
                  <a:pt x="795" y="6135"/>
                </a:lnTo>
                <a:cubicBezTo>
                  <a:pt x="2992" y="6589"/>
                  <a:pt x="4999" y="6816"/>
                  <a:pt x="6816" y="6816"/>
                </a:cubicBezTo>
                <a:cubicBezTo>
                  <a:pt x="8634" y="6816"/>
                  <a:pt x="10641" y="6589"/>
                  <a:pt x="12837" y="6135"/>
                </a:cubicBezTo>
                <a:lnTo>
                  <a:pt x="13519" y="6816"/>
                </a:lnTo>
                <a:cubicBezTo>
                  <a:pt x="12004" y="21282"/>
                  <a:pt x="11209" y="29348"/>
                  <a:pt x="11133" y="31014"/>
                </a:cubicBezTo>
                <a:cubicBezTo>
                  <a:pt x="16283" y="23213"/>
                  <a:pt x="25296" y="19313"/>
                  <a:pt x="38171" y="19313"/>
                </a:cubicBezTo>
                <a:moveTo>
                  <a:pt x="38399" y="37490"/>
                </a:moveTo>
                <a:cubicBezTo>
                  <a:pt x="20222" y="37490"/>
                  <a:pt x="11171" y="44533"/>
                  <a:pt x="11247" y="58620"/>
                </a:cubicBezTo>
                <a:cubicBezTo>
                  <a:pt x="11247" y="65285"/>
                  <a:pt x="13500" y="70378"/>
                  <a:pt x="18006" y="73900"/>
                </a:cubicBezTo>
                <a:cubicBezTo>
                  <a:pt x="22513" y="77422"/>
                  <a:pt x="28704" y="79183"/>
                  <a:pt x="36581" y="79183"/>
                </a:cubicBezTo>
                <a:cubicBezTo>
                  <a:pt x="54606" y="79183"/>
                  <a:pt x="63619" y="71874"/>
                  <a:pt x="63619" y="57257"/>
                </a:cubicBezTo>
                <a:cubicBezTo>
                  <a:pt x="63619" y="50592"/>
                  <a:pt x="61309" y="45631"/>
                  <a:pt x="56689" y="42375"/>
                </a:cubicBezTo>
                <a:cubicBezTo>
                  <a:pt x="52069" y="39118"/>
                  <a:pt x="45972" y="37490"/>
                  <a:pt x="38399" y="37490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1">
            <a:extLst xmlns:a="http://schemas.openxmlformats.org/drawingml/2006/main">
              <a:ext uri="{FF2B5EF4-FFF2-40B4-BE49-F238E27FC236}">
                <a16:creationId xmlns:a16="http://schemas.microsoft.com/office/drawing/2014/main" id="{E9C5A69B-2877-4E65-A6C0-EA5CD8B6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37" y="2984140"/>
            <a:ext cx="99802" cy="36978"/>
          </a:xfrm>
          <a:custGeom xmlns:a="http://schemas.openxmlformats.org/drawingml/2006/main">
            <a:pathLst>
              <a:path w="99802" h="36978">
                <a:moveTo>
                  <a:pt x="68549" y="1431"/>
                </a:moveTo>
                <a:cubicBezTo>
                  <a:pt x="80690" y="1431"/>
                  <a:pt x="90948" y="954"/>
                  <a:pt x="99325" y="0"/>
                </a:cubicBezTo>
                <a:lnTo>
                  <a:pt x="99802" y="318"/>
                </a:lnTo>
                <a:cubicBezTo>
                  <a:pt x="99484" y="3340"/>
                  <a:pt x="99325" y="5938"/>
                  <a:pt x="99325" y="8111"/>
                </a:cubicBezTo>
                <a:lnTo>
                  <a:pt x="99802" y="15666"/>
                </a:lnTo>
                <a:lnTo>
                  <a:pt x="99325" y="15825"/>
                </a:lnTo>
                <a:cubicBezTo>
                  <a:pt x="92274" y="14977"/>
                  <a:pt x="82015" y="14526"/>
                  <a:pt x="68549" y="14473"/>
                </a:cubicBezTo>
                <a:lnTo>
                  <a:pt x="28151" y="14473"/>
                </a:lnTo>
                <a:cubicBezTo>
                  <a:pt x="19881" y="14473"/>
                  <a:pt x="15746" y="15454"/>
                  <a:pt x="15746" y="17416"/>
                </a:cubicBezTo>
                <a:cubicBezTo>
                  <a:pt x="15746" y="18635"/>
                  <a:pt x="16130" y="21471"/>
                  <a:pt x="16899" y="25925"/>
                </a:cubicBezTo>
                <a:cubicBezTo>
                  <a:pt x="17667" y="30378"/>
                  <a:pt x="18158" y="33744"/>
                  <a:pt x="18370" y="36024"/>
                </a:cubicBezTo>
                <a:lnTo>
                  <a:pt x="13678" y="36978"/>
                </a:lnTo>
                <a:cubicBezTo>
                  <a:pt x="12247" y="32419"/>
                  <a:pt x="9848" y="26123"/>
                  <a:pt x="6481" y="18092"/>
                </a:cubicBezTo>
                <a:cubicBezTo>
                  <a:pt x="3115" y="10060"/>
                  <a:pt x="954" y="4453"/>
                  <a:pt x="0" y="1272"/>
                </a:cubicBezTo>
                <a:cubicBezTo>
                  <a:pt x="0" y="530"/>
                  <a:pt x="265" y="159"/>
                  <a:pt x="795" y="159"/>
                </a:cubicBezTo>
                <a:cubicBezTo>
                  <a:pt x="6892" y="1007"/>
                  <a:pt x="15693" y="1431"/>
                  <a:pt x="27197" y="1431"/>
                </a:cubicBezTo>
                <a:lnTo>
                  <a:pt x="68549" y="1431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0">
            <a:extLst xmlns:a="http://schemas.openxmlformats.org/drawingml/2006/main">
              <a:ext uri="{FF2B5EF4-FFF2-40B4-BE49-F238E27FC236}">
                <a16:creationId xmlns:a16="http://schemas.microsoft.com/office/drawing/2014/main" id="{6E99C695-73AC-47D6-BE49-0C4077F3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37" y="2894437"/>
            <a:ext cx="100915" cy="62187"/>
          </a:xfrm>
          <a:custGeom xmlns:a="http://schemas.openxmlformats.org/drawingml/2006/main">
            <a:pathLst>
              <a:path w="100915" h="62187">
                <a:moveTo>
                  <a:pt x="6362" y="30617"/>
                </a:moveTo>
                <a:cubicBezTo>
                  <a:pt x="6362" y="42333"/>
                  <a:pt x="21763" y="48191"/>
                  <a:pt x="52565" y="48191"/>
                </a:cubicBezTo>
                <a:cubicBezTo>
                  <a:pt x="55905" y="48191"/>
                  <a:pt x="59192" y="48112"/>
                  <a:pt x="62426" y="47953"/>
                </a:cubicBezTo>
                <a:cubicBezTo>
                  <a:pt x="65660" y="47794"/>
                  <a:pt x="69331" y="47356"/>
                  <a:pt x="73440" y="46641"/>
                </a:cubicBezTo>
                <a:cubicBezTo>
                  <a:pt x="77549" y="45925"/>
                  <a:pt x="81074" y="44971"/>
                  <a:pt x="84017" y="43778"/>
                </a:cubicBezTo>
                <a:cubicBezTo>
                  <a:pt x="86959" y="42585"/>
                  <a:pt x="89464" y="40928"/>
                  <a:pt x="91532" y="38807"/>
                </a:cubicBezTo>
                <a:cubicBezTo>
                  <a:pt x="93599" y="36687"/>
                  <a:pt x="94633" y="34169"/>
                  <a:pt x="94633" y="31253"/>
                </a:cubicBezTo>
                <a:cubicBezTo>
                  <a:pt x="94633" y="29821"/>
                  <a:pt x="94355" y="28377"/>
                  <a:pt x="93798" y="26919"/>
                </a:cubicBezTo>
                <a:cubicBezTo>
                  <a:pt x="93241" y="25461"/>
                  <a:pt x="91744" y="23672"/>
                  <a:pt x="89305" y="21551"/>
                </a:cubicBezTo>
                <a:cubicBezTo>
                  <a:pt x="86866" y="19430"/>
                  <a:pt x="83579" y="17840"/>
                  <a:pt x="79444" y="16779"/>
                </a:cubicBezTo>
                <a:cubicBezTo>
                  <a:pt x="72711" y="14924"/>
                  <a:pt x="62134" y="13996"/>
                  <a:pt x="47714" y="13996"/>
                </a:cubicBezTo>
                <a:cubicBezTo>
                  <a:pt x="37376" y="13996"/>
                  <a:pt x="28894" y="14897"/>
                  <a:pt x="22267" y="16700"/>
                </a:cubicBezTo>
                <a:cubicBezTo>
                  <a:pt x="15640" y="18502"/>
                  <a:pt x="11186" y="20756"/>
                  <a:pt x="8907" y="23459"/>
                </a:cubicBezTo>
                <a:cubicBezTo>
                  <a:pt x="7210" y="25421"/>
                  <a:pt x="6362" y="27807"/>
                  <a:pt x="6362" y="30617"/>
                </a:cubicBezTo>
                <a:moveTo>
                  <a:pt x="100915" y="31412"/>
                </a:moveTo>
                <a:cubicBezTo>
                  <a:pt x="100915" y="41061"/>
                  <a:pt x="96277" y="48602"/>
                  <a:pt x="86999" y="54036"/>
                </a:cubicBezTo>
                <a:cubicBezTo>
                  <a:pt x="77721" y="59470"/>
                  <a:pt x="66137" y="62187"/>
                  <a:pt x="52247" y="62187"/>
                </a:cubicBezTo>
                <a:cubicBezTo>
                  <a:pt x="36819" y="62187"/>
                  <a:pt x="24255" y="59046"/>
                  <a:pt x="14553" y="52764"/>
                </a:cubicBezTo>
                <a:cubicBezTo>
                  <a:pt x="4851" y="46482"/>
                  <a:pt x="0" y="39099"/>
                  <a:pt x="0" y="30617"/>
                </a:cubicBezTo>
                <a:cubicBezTo>
                  <a:pt x="0" y="24414"/>
                  <a:pt x="1882" y="19245"/>
                  <a:pt x="5646" y="15109"/>
                </a:cubicBezTo>
                <a:cubicBezTo>
                  <a:pt x="14871" y="5036"/>
                  <a:pt x="29318" y="0"/>
                  <a:pt x="48987" y="0"/>
                </a:cubicBezTo>
                <a:cubicBezTo>
                  <a:pt x="57999" y="0"/>
                  <a:pt x="66005" y="1034"/>
                  <a:pt x="73003" y="3101"/>
                </a:cubicBezTo>
                <a:cubicBezTo>
                  <a:pt x="80001" y="5169"/>
                  <a:pt x="85461" y="7820"/>
                  <a:pt x="89384" y="11054"/>
                </a:cubicBezTo>
                <a:cubicBezTo>
                  <a:pt x="93308" y="14288"/>
                  <a:pt x="96210" y="17654"/>
                  <a:pt x="98092" y="21153"/>
                </a:cubicBezTo>
                <a:cubicBezTo>
                  <a:pt x="99974" y="24652"/>
                  <a:pt x="100915" y="28072"/>
                  <a:pt x="100915" y="31412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s">
            <a:extLst xmlns:a="http://schemas.openxmlformats.org/drawingml/2006/main">
              <a:ext uri="{FF2B5EF4-FFF2-40B4-BE49-F238E27FC236}">
                <a16:creationId xmlns:a16="http://schemas.microsoft.com/office/drawing/2014/main" id="{32D42172-EE85-4F2A-8B23-3E5E466F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72" y="2746750"/>
            <a:ext cx="104403" cy="74639"/>
          </a:xfrm>
          <a:custGeom xmlns:a="http://schemas.openxmlformats.org/drawingml/2006/main">
            <a:pathLst>
              <a:path w="104403" h="74639">
                <a:moveTo>
                  <a:pt x="78615" y="70776"/>
                </a:moveTo>
                <a:lnTo>
                  <a:pt x="78388" y="67254"/>
                </a:lnTo>
                <a:cubicBezTo>
                  <a:pt x="89521" y="59226"/>
                  <a:pt x="95125" y="50062"/>
                  <a:pt x="95201" y="39762"/>
                </a:cubicBezTo>
                <a:cubicBezTo>
                  <a:pt x="95201" y="33400"/>
                  <a:pt x="93478" y="28250"/>
                  <a:pt x="90032" y="24311"/>
                </a:cubicBezTo>
                <a:cubicBezTo>
                  <a:pt x="86586" y="20373"/>
                  <a:pt x="81871" y="18404"/>
                  <a:pt x="75888" y="18404"/>
                </a:cubicBezTo>
                <a:cubicBezTo>
                  <a:pt x="70587" y="18404"/>
                  <a:pt x="66648" y="20297"/>
                  <a:pt x="64073" y="24084"/>
                </a:cubicBezTo>
                <a:cubicBezTo>
                  <a:pt x="61498" y="27871"/>
                  <a:pt x="59150" y="33816"/>
                  <a:pt x="57030" y="41920"/>
                </a:cubicBezTo>
                <a:cubicBezTo>
                  <a:pt x="54682" y="50630"/>
                  <a:pt x="51406" y="57446"/>
                  <a:pt x="47203" y="62369"/>
                </a:cubicBezTo>
                <a:cubicBezTo>
                  <a:pt x="43000" y="67292"/>
                  <a:pt x="36732" y="69754"/>
                  <a:pt x="28401" y="69754"/>
                </a:cubicBezTo>
                <a:cubicBezTo>
                  <a:pt x="19389" y="69754"/>
                  <a:pt x="12402" y="66270"/>
                  <a:pt x="7441" y="59302"/>
                </a:cubicBezTo>
                <a:cubicBezTo>
                  <a:pt x="2480" y="52334"/>
                  <a:pt x="0" y="44117"/>
                  <a:pt x="0" y="34650"/>
                </a:cubicBezTo>
                <a:cubicBezTo>
                  <a:pt x="0" y="22683"/>
                  <a:pt x="2310" y="12231"/>
                  <a:pt x="6930" y="3295"/>
                </a:cubicBezTo>
                <a:lnTo>
                  <a:pt x="7725" y="2840"/>
                </a:lnTo>
                <a:lnTo>
                  <a:pt x="24880" y="7498"/>
                </a:lnTo>
                <a:lnTo>
                  <a:pt x="25107" y="10679"/>
                </a:lnTo>
                <a:cubicBezTo>
                  <a:pt x="21699" y="13633"/>
                  <a:pt x="19256" y="15810"/>
                  <a:pt x="17779" y="17211"/>
                </a:cubicBezTo>
                <a:cubicBezTo>
                  <a:pt x="16302" y="18612"/>
                  <a:pt x="14523" y="21093"/>
                  <a:pt x="12440" y="24652"/>
                </a:cubicBezTo>
                <a:cubicBezTo>
                  <a:pt x="10357" y="28212"/>
                  <a:pt x="9316" y="31847"/>
                  <a:pt x="9316" y="35558"/>
                </a:cubicBezTo>
                <a:cubicBezTo>
                  <a:pt x="9316" y="40708"/>
                  <a:pt x="10584" y="44950"/>
                  <a:pt x="13121" y="48282"/>
                </a:cubicBezTo>
                <a:cubicBezTo>
                  <a:pt x="15659" y="51615"/>
                  <a:pt x="19275" y="53281"/>
                  <a:pt x="23971" y="53281"/>
                </a:cubicBezTo>
                <a:cubicBezTo>
                  <a:pt x="32680" y="53281"/>
                  <a:pt x="38739" y="46086"/>
                  <a:pt x="42147" y="31696"/>
                </a:cubicBezTo>
                <a:cubicBezTo>
                  <a:pt x="44495" y="22077"/>
                  <a:pt x="47979" y="14390"/>
                  <a:pt x="52599" y="8634"/>
                </a:cubicBezTo>
                <a:cubicBezTo>
                  <a:pt x="57219" y="2878"/>
                  <a:pt x="63884" y="0"/>
                  <a:pt x="72594" y="0"/>
                </a:cubicBezTo>
                <a:cubicBezTo>
                  <a:pt x="76153" y="0"/>
                  <a:pt x="79637" y="587"/>
                  <a:pt x="83045" y="1761"/>
                </a:cubicBezTo>
                <a:cubicBezTo>
                  <a:pt x="86453" y="2935"/>
                  <a:pt x="89862" y="4866"/>
                  <a:pt x="93270" y="7555"/>
                </a:cubicBezTo>
                <a:cubicBezTo>
                  <a:pt x="96678" y="10243"/>
                  <a:pt x="99386" y="14352"/>
                  <a:pt x="101393" y="19881"/>
                </a:cubicBezTo>
                <a:cubicBezTo>
                  <a:pt x="103400" y="25410"/>
                  <a:pt x="104403" y="31961"/>
                  <a:pt x="104403" y="39535"/>
                </a:cubicBezTo>
                <a:cubicBezTo>
                  <a:pt x="104403" y="51047"/>
                  <a:pt x="102320" y="62748"/>
                  <a:pt x="98155" y="74639"/>
                </a:cubicBezTo>
                <a:lnTo>
                  <a:pt x="78615" y="70776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)">
            <a:extLst xmlns:a="http://schemas.openxmlformats.org/drawingml/2006/main">
              <a:ext uri="{FF2B5EF4-FFF2-40B4-BE49-F238E27FC236}">
                <a16:creationId xmlns:a16="http://schemas.microsoft.com/office/drawing/2014/main" id="{8B23D254-BB22-4F25-A3E3-9097306E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75" y="2677451"/>
            <a:ext cx="211987" cy="54644"/>
          </a:xfrm>
          <a:custGeom xmlns:a="http://schemas.openxmlformats.org/drawingml/2006/main">
            <a:pathLst>
              <a:path w="211987" h="54644">
                <a:moveTo>
                  <a:pt x="106107" y="0"/>
                </a:moveTo>
                <a:cubicBezTo>
                  <a:pt x="126859" y="0"/>
                  <a:pt x="146551" y="4563"/>
                  <a:pt x="165182" y="13689"/>
                </a:cubicBezTo>
                <a:cubicBezTo>
                  <a:pt x="183813" y="22816"/>
                  <a:pt x="199415" y="34687"/>
                  <a:pt x="211987" y="49305"/>
                </a:cubicBezTo>
                <a:lnTo>
                  <a:pt x="207784" y="54644"/>
                </a:lnTo>
                <a:cubicBezTo>
                  <a:pt x="181276" y="31090"/>
                  <a:pt x="147384" y="19313"/>
                  <a:pt x="106107" y="19313"/>
                </a:cubicBezTo>
                <a:cubicBezTo>
                  <a:pt x="65134" y="19313"/>
                  <a:pt x="31090" y="31090"/>
                  <a:pt x="3976" y="54644"/>
                </a:cubicBezTo>
                <a:lnTo>
                  <a:pt x="0" y="49305"/>
                </a:lnTo>
                <a:cubicBezTo>
                  <a:pt x="7877" y="40140"/>
                  <a:pt x="16624" y="32264"/>
                  <a:pt x="26243" y="25675"/>
                </a:cubicBezTo>
                <a:cubicBezTo>
                  <a:pt x="35861" y="19086"/>
                  <a:pt x="44514" y="14201"/>
                  <a:pt x="52202" y="11020"/>
                </a:cubicBezTo>
                <a:cubicBezTo>
                  <a:pt x="59889" y="7839"/>
                  <a:pt x="67955" y="5321"/>
                  <a:pt x="76399" y="3465"/>
                </a:cubicBezTo>
                <a:cubicBezTo>
                  <a:pt x="84844" y="1609"/>
                  <a:pt x="90979" y="568"/>
                  <a:pt x="94803" y="341"/>
                </a:cubicBezTo>
                <a:cubicBezTo>
                  <a:pt x="98628" y="114"/>
                  <a:pt x="102396" y="0"/>
                  <a:pt x="106107" y="0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S">
            <a:extLst xmlns:a="http://schemas.openxmlformats.org/drawingml/2006/main">
              <a:ext uri="{FF2B5EF4-FFF2-40B4-BE49-F238E27FC236}">
                <a16:creationId xmlns:a16="http://schemas.microsoft.com/office/drawing/2014/main" id="{BEF740C0-9012-4E56-A48F-32D2DDF3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09" y="2359486"/>
            <a:ext cx="155412" cy="93611"/>
          </a:xfrm>
          <a:custGeom xmlns:a="http://schemas.openxmlformats.org/drawingml/2006/main">
            <a:pathLst>
              <a:path w="155412" h="93611">
                <a:moveTo>
                  <a:pt x="145187" y="48850"/>
                </a:moveTo>
                <a:cubicBezTo>
                  <a:pt x="145187" y="41579"/>
                  <a:pt x="142745" y="35237"/>
                  <a:pt x="137860" y="29821"/>
                </a:cubicBezTo>
                <a:cubicBezTo>
                  <a:pt x="132975" y="24406"/>
                  <a:pt x="126367" y="21699"/>
                  <a:pt x="118036" y="21699"/>
                </a:cubicBezTo>
                <a:cubicBezTo>
                  <a:pt x="109023" y="21699"/>
                  <a:pt x="102074" y="24027"/>
                  <a:pt x="97189" y="28685"/>
                </a:cubicBezTo>
                <a:cubicBezTo>
                  <a:pt x="92304" y="33343"/>
                  <a:pt x="88006" y="40065"/>
                  <a:pt x="84295" y="48850"/>
                </a:cubicBezTo>
                <a:cubicBezTo>
                  <a:pt x="81947" y="54606"/>
                  <a:pt x="79618" y="59510"/>
                  <a:pt x="77308" y="63562"/>
                </a:cubicBezTo>
                <a:cubicBezTo>
                  <a:pt x="74998" y="67614"/>
                  <a:pt x="72082" y="71723"/>
                  <a:pt x="68561" y="75888"/>
                </a:cubicBezTo>
                <a:cubicBezTo>
                  <a:pt x="65039" y="80054"/>
                  <a:pt x="60930" y="83273"/>
                  <a:pt x="56235" y="85545"/>
                </a:cubicBezTo>
                <a:cubicBezTo>
                  <a:pt x="51539" y="87817"/>
                  <a:pt x="46237" y="88953"/>
                  <a:pt x="40330" y="88953"/>
                </a:cubicBezTo>
                <a:cubicBezTo>
                  <a:pt x="32302" y="88953"/>
                  <a:pt x="25012" y="86510"/>
                  <a:pt x="18461" y="81625"/>
                </a:cubicBezTo>
                <a:cubicBezTo>
                  <a:pt x="11910" y="76740"/>
                  <a:pt x="7081" y="70624"/>
                  <a:pt x="3976" y="63278"/>
                </a:cubicBezTo>
                <a:cubicBezTo>
                  <a:pt x="1325" y="56916"/>
                  <a:pt x="0" y="50251"/>
                  <a:pt x="0" y="43284"/>
                </a:cubicBezTo>
                <a:cubicBezTo>
                  <a:pt x="0" y="38133"/>
                  <a:pt x="360" y="33362"/>
                  <a:pt x="1079" y="28969"/>
                </a:cubicBezTo>
                <a:cubicBezTo>
                  <a:pt x="1799" y="24577"/>
                  <a:pt x="2651" y="21055"/>
                  <a:pt x="3635" y="18404"/>
                </a:cubicBezTo>
                <a:cubicBezTo>
                  <a:pt x="4620" y="15753"/>
                  <a:pt x="5661" y="13462"/>
                  <a:pt x="6759" y="11531"/>
                </a:cubicBezTo>
                <a:cubicBezTo>
                  <a:pt x="7858" y="9600"/>
                  <a:pt x="8748" y="8255"/>
                  <a:pt x="9429" y="7498"/>
                </a:cubicBezTo>
                <a:lnTo>
                  <a:pt x="10565" y="6362"/>
                </a:lnTo>
                <a:lnTo>
                  <a:pt x="11247" y="5907"/>
                </a:lnTo>
                <a:cubicBezTo>
                  <a:pt x="21017" y="8861"/>
                  <a:pt x="28780" y="10641"/>
                  <a:pt x="34536" y="11247"/>
                </a:cubicBezTo>
                <a:lnTo>
                  <a:pt x="34763" y="13519"/>
                </a:lnTo>
                <a:cubicBezTo>
                  <a:pt x="27492" y="16624"/>
                  <a:pt x="21604" y="21093"/>
                  <a:pt x="17098" y="26924"/>
                </a:cubicBezTo>
                <a:cubicBezTo>
                  <a:pt x="12591" y="32756"/>
                  <a:pt x="10338" y="38853"/>
                  <a:pt x="10338" y="45215"/>
                </a:cubicBezTo>
                <a:cubicBezTo>
                  <a:pt x="10338" y="51122"/>
                  <a:pt x="11247" y="55856"/>
                  <a:pt x="13065" y="59415"/>
                </a:cubicBezTo>
                <a:cubicBezTo>
                  <a:pt x="14579" y="62369"/>
                  <a:pt x="17400" y="64887"/>
                  <a:pt x="21528" y="66970"/>
                </a:cubicBezTo>
                <a:cubicBezTo>
                  <a:pt x="25656" y="69053"/>
                  <a:pt x="29802" y="70094"/>
                  <a:pt x="33968" y="70094"/>
                </a:cubicBezTo>
                <a:cubicBezTo>
                  <a:pt x="38436" y="70094"/>
                  <a:pt x="42469" y="69242"/>
                  <a:pt x="46067" y="67538"/>
                </a:cubicBezTo>
                <a:cubicBezTo>
                  <a:pt x="49664" y="65834"/>
                  <a:pt x="52618" y="63354"/>
                  <a:pt x="54928" y="60097"/>
                </a:cubicBezTo>
                <a:cubicBezTo>
                  <a:pt x="57238" y="56840"/>
                  <a:pt x="59056" y="53925"/>
                  <a:pt x="60381" y="51349"/>
                </a:cubicBezTo>
                <a:cubicBezTo>
                  <a:pt x="61706" y="48774"/>
                  <a:pt x="63089" y="45556"/>
                  <a:pt x="64528" y="41693"/>
                </a:cubicBezTo>
                <a:cubicBezTo>
                  <a:pt x="74904" y="13898"/>
                  <a:pt x="90392" y="0"/>
                  <a:pt x="110992" y="0"/>
                </a:cubicBezTo>
                <a:cubicBezTo>
                  <a:pt x="124322" y="0"/>
                  <a:pt x="135057" y="4809"/>
                  <a:pt x="143199" y="14428"/>
                </a:cubicBezTo>
                <a:cubicBezTo>
                  <a:pt x="151341" y="24046"/>
                  <a:pt x="155412" y="36164"/>
                  <a:pt x="155412" y="50781"/>
                </a:cubicBezTo>
                <a:cubicBezTo>
                  <a:pt x="155412" y="58810"/>
                  <a:pt x="154560" y="66364"/>
                  <a:pt x="152856" y="73446"/>
                </a:cubicBezTo>
                <a:cubicBezTo>
                  <a:pt x="151152" y="80527"/>
                  <a:pt x="149429" y="85582"/>
                  <a:pt x="147687" y="88612"/>
                </a:cubicBezTo>
                <a:lnTo>
                  <a:pt x="144960" y="93156"/>
                </a:lnTo>
                <a:lnTo>
                  <a:pt x="144278" y="93611"/>
                </a:lnTo>
                <a:cubicBezTo>
                  <a:pt x="132766" y="90505"/>
                  <a:pt x="124776" y="88688"/>
                  <a:pt x="120308" y="88158"/>
                </a:cubicBezTo>
                <a:lnTo>
                  <a:pt x="120081" y="85885"/>
                </a:lnTo>
                <a:cubicBezTo>
                  <a:pt x="126897" y="82326"/>
                  <a:pt x="132785" y="76892"/>
                  <a:pt x="137746" y="69583"/>
                </a:cubicBezTo>
                <a:cubicBezTo>
                  <a:pt x="142707" y="62275"/>
                  <a:pt x="145187" y="55364"/>
                  <a:pt x="145187" y="48850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A">
            <a:extLst xmlns:a="http://schemas.openxmlformats.org/drawingml/2006/main">
              <a:ext uri="{FF2B5EF4-FFF2-40B4-BE49-F238E27FC236}">
                <a16:creationId xmlns:a16="http://schemas.microsoft.com/office/drawing/2014/main" id="{845BA626-0D51-46F0-87E8-A3CC8DDF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09" y="2204382"/>
            <a:ext cx="153821" cy="138825"/>
          </a:xfrm>
          <a:custGeom xmlns:a="http://schemas.openxmlformats.org/drawingml/2006/main">
            <a:pathLst>
              <a:path w="153821" h="138825">
                <a:moveTo>
                  <a:pt x="89066" y="47828"/>
                </a:moveTo>
                <a:cubicBezTo>
                  <a:pt x="70435" y="55023"/>
                  <a:pt x="51312" y="62861"/>
                  <a:pt x="31696" y="71344"/>
                </a:cubicBezTo>
                <a:lnTo>
                  <a:pt x="31696" y="71798"/>
                </a:lnTo>
                <a:lnTo>
                  <a:pt x="88953" y="96337"/>
                </a:lnTo>
                <a:cubicBezTo>
                  <a:pt x="89407" y="88082"/>
                  <a:pt x="89634" y="79978"/>
                  <a:pt x="89634" y="72026"/>
                </a:cubicBezTo>
                <a:cubicBezTo>
                  <a:pt x="89634" y="64452"/>
                  <a:pt x="89445" y="56386"/>
                  <a:pt x="89066" y="47828"/>
                </a:cubicBezTo>
                <a:moveTo>
                  <a:pt x="99972" y="100881"/>
                </a:moveTo>
                <a:cubicBezTo>
                  <a:pt x="123299" y="110424"/>
                  <a:pt x="141249" y="116862"/>
                  <a:pt x="153821" y="120194"/>
                </a:cubicBezTo>
                <a:cubicBezTo>
                  <a:pt x="153367" y="122088"/>
                  <a:pt x="153140" y="125609"/>
                  <a:pt x="153140" y="130759"/>
                </a:cubicBezTo>
                <a:cubicBezTo>
                  <a:pt x="153140" y="134319"/>
                  <a:pt x="153367" y="137008"/>
                  <a:pt x="153821" y="138825"/>
                </a:cubicBezTo>
                <a:cubicBezTo>
                  <a:pt x="95958" y="112469"/>
                  <a:pt x="44685" y="89597"/>
                  <a:pt x="0" y="70208"/>
                </a:cubicBezTo>
                <a:lnTo>
                  <a:pt x="0" y="63732"/>
                </a:lnTo>
                <a:cubicBezTo>
                  <a:pt x="12572" y="58431"/>
                  <a:pt x="30882" y="50933"/>
                  <a:pt x="54928" y="41239"/>
                </a:cubicBezTo>
                <a:cubicBezTo>
                  <a:pt x="78974" y="31544"/>
                  <a:pt x="99764" y="23100"/>
                  <a:pt x="117297" y="15905"/>
                </a:cubicBezTo>
                <a:cubicBezTo>
                  <a:pt x="134830" y="8710"/>
                  <a:pt x="147005" y="3408"/>
                  <a:pt x="153821" y="0"/>
                </a:cubicBezTo>
                <a:cubicBezTo>
                  <a:pt x="153367" y="2651"/>
                  <a:pt x="153140" y="7271"/>
                  <a:pt x="153140" y="13860"/>
                </a:cubicBezTo>
                <a:cubicBezTo>
                  <a:pt x="153140" y="19010"/>
                  <a:pt x="153367" y="22910"/>
                  <a:pt x="153821" y="25561"/>
                </a:cubicBezTo>
                <a:cubicBezTo>
                  <a:pt x="140113" y="29348"/>
                  <a:pt x="122163" y="35369"/>
                  <a:pt x="99972" y="43624"/>
                </a:cubicBezTo>
                <a:cubicBezTo>
                  <a:pt x="99518" y="49608"/>
                  <a:pt x="99329" y="58696"/>
                  <a:pt x="99404" y="70890"/>
                </a:cubicBezTo>
                <a:cubicBezTo>
                  <a:pt x="99329" y="84749"/>
                  <a:pt x="99518" y="94747"/>
                  <a:pt x="99972" y="100881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T">
            <a:extLst xmlns:a="http://schemas.openxmlformats.org/drawingml/2006/main">
              <a:ext uri="{FF2B5EF4-FFF2-40B4-BE49-F238E27FC236}">
                <a16:creationId xmlns:a16="http://schemas.microsoft.com/office/drawing/2014/main" id="{2347C5B9-7891-42CB-911B-006BB2AE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95" y="2093196"/>
            <a:ext cx="151436" cy="118604"/>
          </a:xfrm>
          <a:custGeom xmlns:a="http://schemas.openxmlformats.org/drawingml/2006/main">
            <a:pathLst>
              <a:path w="151436" h="118604">
                <a:moveTo>
                  <a:pt x="47260" y="69299"/>
                </a:moveTo>
                <a:cubicBezTo>
                  <a:pt x="29083" y="69299"/>
                  <a:pt x="17912" y="69905"/>
                  <a:pt x="13746" y="71117"/>
                </a:cubicBezTo>
                <a:cubicBezTo>
                  <a:pt x="13746" y="80432"/>
                  <a:pt x="14011" y="89010"/>
                  <a:pt x="14541" y="96848"/>
                </a:cubicBezTo>
                <a:cubicBezTo>
                  <a:pt x="15072" y="104687"/>
                  <a:pt x="15602" y="110197"/>
                  <a:pt x="16132" y="113378"/>
                </a:cubicBezTo>
                <a:lnTo>
                  <a:pt x="16927" y="118149"/>
                </a:lnTo>
                <a:lnTo>
                  <a:pt x="16018" y="118604"/>
                </a:lnTo>
                <a:cubicBezTo>
                  <a:pt x="12459" y="118149"/>
                  <a:pt x="7346" y="118149"/>
                  <a:pt x="682" y="118604"/>
                </a:cubicBezTo>
                <a:lnTo>
                  <a:pt x="0" y="118149"/>
                </a:lnTo>
                <a:cubicBezTo>
                  <a:pt x="454" y="114438"/>
                  <a:pt x="682" y="109780"/>
                  <a:pt x="682" y="104176"/>
                </a:cubicBezTo>
                <a:lnTo>
                  <a:pt x="682" y="14428"/>
                </a:lnTo>
                <a:cubicBezTo>
                  <a:pt x="682" y="8823"/>
                  <a:pt x="454" y="4166"/>
                  <a:pt x="0" y="454"/>
                </a:cubicBezTo>
                <a:lnTo>
                  <a:pt x="682" y="0"/>
                </a:lnTo>
                <a:cubicBezTo>
                  <a:pt x="7346" y="454"/>
                  <a:pt x="12459" y="454"/>
                  <a:pt x="16018" y="0"/>
                </a:cubicBezTo>
                <a:lnTo>
                  <a:pt x="16927" y="454"/>
                </a:lnTo>
                <a:cubicBezTo>
                  <a:pt x="14731" y="10982"/>
                  <a:pt x="13670" y="26659"/>
                  <a:pt x="13746" y="47487"/>
                </a:cubicBezTo>
                <a:cubicBezTo>
                  <a:pt x="17912" y="48699"/>
                  <a:pt x="29083" y="49305"/>
                  <a:pt x="47260" y="49305"/>
                </a:cubicBezTo>
                <a:lnTo>
                  <a:pt x="104176" y="49305"/>
                </a:lnTo>
                <a:cubicBezTo>
                  <a:pt x="124170" y="49305"/>
                  <a:pt x="139696" y="48509"/>
                  <a:pt x="150754" y="46919"/>
                </a:cubicBezTo>
                <a:lnTo>
                  <a:pt x="151436" y="47487"/>
                </a:lnTo>
                <a:cubicBezTo>
                  <a:pt x="150981" y="50289"/>
                  <a:pt x="150754" y="54246"/>
                  <a:pt x="150754" y="59359"/>
                </a:cubicBezTo>
                <a:cubicBezTo>
                  <a:pt x="150754" y="64471"/>
                  <a:pt x="150981" y="68390"/>
                  <a:pt x="151436" y="71117"/>
                </a:cubicBezTo>
                <a:lnTo>
                  <a:pt x="150754" y="71685"/>
                </a:lnTo>
                <a:cubicBezTo>
                  <a:pt x="140227" y="70170"/>
                  <a:pt x="124700" y="69375"/>
                  <a:pt x="104176" y="69299"/>
                </a:cubicBezTo>
                <a:lnTo>
                  <a:pt x="47260" y="69299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R">
            <a:extLst xmlns:a="http://schemas.openxmlformats.org/drawingml/2006/main">
              <a:ext uri="{FF2B5EF4-FFF2-40B4-BE49-F238E27FC236}">
                <a16:creationId xmlns:a16="http://schemas.microsoft.com/office/drawing/2014/main" id="{D2E49570-E8C0-4D23-9057-88285AF7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86" y="1897691"/>
            <a:ext cx="152344" cy="111901"/>
          </a:xfrm>
          <a:custGeom xmlns:a="http://schemas.openxmlformats.org/drawingml/2006/main">
            <a:pathLst>
              <a:path w="152344" h="111901">
                <a:moveTo>
                  <a:pt x="85090" y="89634"/>
                </a:moveTo>
                <a:lnTo>
                  <a:pt x="105085" y="89634"/>
                </a:lnTo>
                <a:cubicBezTo>
                  <a:pt x="125079" y="89634"/>
                  <a:pt x="140605" y="88839"/>
                  <a:pt x="151663" y="87249"/>
                </a:cubicBezTo>
                <a:lnTo>
                  <a:pt x="152344" y="87703"/>
                </a:lnTo>
                <a:cubicBezTo>
                  <a:pt x="151890" y="90505"/>
                  <a:pt x="151663" y="94482"/>
                  <a:pt x="151663" y="99632"/>
                </a:cubicBezTo>
                <a:cubicBezTo>
                  <a:pt x="151663" y="104782"/>
                  <a:pt x="151890" y="108720"/>
                  <a:pt x="152344" y="111447"/>
                </a:cubicBezTo>
                <a:lnTo>
                  <a:pt x="151663" y="111901"/>
                </a:lnTo>
                <a:cubicBezTo>
                  <a:pt x="141135" y="110386"/>
                  <a:pt x="125609" y="109629"/>
                  <a:pt x="105085" y="109629"/>
                </a:cubicBezTo>
                <a:lnTo>
                  <a:pt x="48169" y="109629"/>
                </a:lnTo>
                <a:cubicBezTo>
                  <a:pt x="28174" y="109629"/>
                  <a:pt x="12648" y="110386"/>
                  <a:pt x="1590" y="111901"/>
                </a:cubicBezTo>
                <a:lnTo>
                  <a:pt x="909" y="111447"/>
                </a:lnTo>
                <a:cubicBezTo>
                  <a:pt x="1363" y="108644"/>
                  <a:pt x="1590" y="104706"/>
                  <a:pt x="1590" y="99632"/>
                </a:cubicBezTo>
                <a:cubicBezTo>
                  <a:pt x="1590" y="97132"/>
                  <a:pt x="1325" y="91736"/>
                  <a:pt x="795" y="83443"/>
                </a:cubicBezTo>
                <a:cubicBezTo>
                  <a:pt x="265" y="75150"/>
                  <a:pt x="0" y="70056"/>
                  <a:pt x="0" y="68163"/>
                </a:cubicBezTo>
                <a:cubicBezTo>
                  <a:pt x="0" y="47032"/>
                  <a:pt x="3711" y="32529"/>
                  <a:pt x="11133" y="24652"/>
                </a:cubicBezTo>
                <a:cubicBezTo>
                  <a:pt x="18858" y="16397"/>
                  <a:pt x="28553" y="12307"/>
                  <a:pt x="40216" y="12383"/>
                </a:cubicBezTo>
                <a:cubicBezTo>
                  <a:pt x="57408" y="12383"/>
                  <a:pt x="69905" y="20146"/>
                  <a:pt x="77706" y="35672"/>
                </a:cubicBezTo>
                <a:cubicBezTo>
                  <a:pt x="79448" y="39080"/>
                  <a:pt x="80925" y="43776"/>
                  <a:pt x="82136" y="49759"/>
                </a:cubicBezTo>
                <a:cubicBezTo>
                  <a:pt x="86984" y="46124"/>
                  <a:pt x="98552" y="38020"/>
                  <a:pt x="116843" y="25448"/>
                </a:cubicBezTo>
                <a:cubicBezTo>
                  <a:pt x="135133" y="12875"/>
                  <a:pt x="146740" y="4393"/>
                  <a:pt x="151663" y="0"/>
                </a:cubicBezTo>
                <a:lnTo>
                  <a:pt x="152344" y="454"/>
                </a:lnTo>
                <a:cubicBezTo>
                  <a:pt x="151890" y="3560"/>
                  <a:pt x="151663" y="8217"/>
                  <a:pt x="151663" y="14428"/>
                </a:cubicBezTo>
                <a:cubicBezTo>
                  <a:pt x="151663" y="20790"/>
                  <a:pt x="151890" y="25448"/>
                  <a:pt x="152344" y="28401"/>
                </a:cubicBezTo>
                <a:cubicBezTo>
                  <a:pt x="143938" y="31204"/>
                  <a:pt x="130078" y="38588"/>
                  <a:pt x="110765" y="50554"/>
                </a:cubicBezTo>
                <a:cubicBezTo>
                  <a:pt x="109553" y="51312"/>
                  <a:pt x="107281" y="52694"/>
                  <a:pt x="103949" y="54701"/>
                </a:cubicBezTo>
                <a:cubicBezTo>
                  <a:pt x="100616" y="56708"/>
                  <a:pt x="98174" y="58204"/>
                  <a:pt x="96621" y="59188"/>
                </a:cubicBezTo>
                <a:cubicBezTo>
                  <a:pt x="95069" y="60173"/>
                  <a:pt x="93099" y="61517"/>
                  <a:pt x="90714" y="63221"/>
                </a:cubicBezTo>
                <a:cubicBezTo>
                  <a:pt x="88328" y="64925"/>
                  <a:pt x="86226" y="66535"/>
                  <a:pt x="84409" y="68049"/>
                </a:cubicBezTo>
                <a:cubicBezTo>
                  <a:pt x="84863" y="74563"/>
                  <a:pt x="85090" y="81758"/>
                  <a:pt x="85090" y="89634"/>
                </a:cubicBezTo>
                <a:moveTo>
                  <a:pt x="9997" y="67936"/>
                </a:moveTo>
                <a:cubicBezTo>
                  <a:pt x="9997" y="78160"/>
                  <a:pt x="10527" y="84333"/>
                  <a:pt x="11588" y="86453"/>
                </a:cubicBezTo>
                <a:cubicBezTo>
                  <a:pt x="12648" y="88574"/>
                  <a:pt x="15526" y="89634"/>
                  <a:pt x="20222" y="89634"/>
                </a:cubicBezTo>
                <a:lnTo>
                  <a:pt x="75775" y="89634"/>
                </a:lnTo>
                <a:lnTo>
                  <a:pt x="75775" y="76115"/>
                </a:lnTo>
                <a:cubicBezTo>
                  <a:pt x="75775" y="63392"/>
                  <a:pt x="73181" y="53319"/>
                  <a:pt x="67993" y="45896"/>
                </a:cubicBezTo>
                <a:cubicBezTo>
                  <a:pt x="62805" y="38474"/>
                  <a:pt x="53622" y="34763"/>
                  <a:pt x="40443" y="34763"/>
                </a:cubicBezTo>
                <a:cubicBezTo>
                  <a:pt x="34536" y="34763"/>
                  <a:pt x="29462" y="35805"/>
                  <a:pt x="25220" y="37887"/>
                </a:cubicBezTo>
                <a:cubicBezTo>
                  <a:pt x="20979" y="39970"/>
                  <a:pt x="17798" y="42753"/>
                  <a:pt x="15677" y="46237"/>
                </a:cubicBezTo>
                <a:cubicBezTo>
                  <a:pt x="13557" y="49721"/>
                  <a:pt x="12080" y="53205"/>
                  <a:pt x="11247" y="56689"/>
                </a:cubicBezTo>
                <a:cubicBezTo>
                  <a:pt x="10414" y="60173"/>
                  <a:pt x="9997" y="63922"/>
                  <a:pt x="9997" y="67936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u">
            <a:extLst xmlns:a="http://schemas.openxmlformats.org/drawingml/2006/main">
              <a:ext uri="{FF2B5EF4-FFF2-40B4-BE49-F238E27FC236}">
                <a16:creationId xmlns:a16="http://schemas.microsoft.com/office/drawing/2014/main" id="{4D6BED72-C0A6-473F-9891-94BB20C6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08" y="1783994"/>
            <a:ext cx="102813" cy="90657"/>
          </a:xfrm>
          <a:custGeom xmlns:a="http://schemas.openxmlformats.org/drawingml/2006/main">
            <a:pathLst>
              <a:path w="102813" h="90657">
                <a:moveTo>
                  <a:pt x="79183" y="22948"/>
                </a:moveTo>
                <a:cubicBezTo>
                  <a:pt x="85848" y="27265"/>
                  <a:pt x="91452" y="32548"/>
                  <a:pt x="95996" y="38796"/>
                </a:cubicBezTo>
                <a:cubicBezTo>
                  <a:pt x="100540" y="45044"/>
                  <a:pt x="102813" y="51501"/>
                  <a:pt x="102813" y="58166"/>
                </a:cubicBezTo>
                <a:cubicBezTo>
                  <a:pt x="102813" y="68845"/>
                  <a:pt x="99726" y="76589"/>
                  <a:pt x="93554" y="81398"/>
                </a:cubicBezTo>
                <a:cubicBezTo>
                  <a:pt x="87381" y="86207"/>
                  <a:pt x="79713" y="88612"/>
                  <a:pt x="70549" y="88612"/>
                </a:cubicBezTo>
                <a:lnTo>
                  <a:pt x="42602" y="88612"/>
                </a:lnTo>
                <a:cubicBezTo>
                  <a:pt x="24577" y="88612"/>
                  <a:pt x="10603" y="89294"/>
                  <a:pt x="682" y="90657"/>
                </a:cubicBezTo>
                <a:lnTo>
                  <a:pt x="0" y="90202"/>
                </a:lnTo>
                <a:cubicBezTo>
                  <a:pt x="454" y="87400"/>
                  <a:pt x="682" y="83765"/>
                  <a:pt x="682" y="79296"/>
                </a:cubicBezTo>
                <a:cubicBezTo>
                  <a:pt x="682" y="74828"/>
                  <a:pt x="454" y="71193"/>
                  <a:pt x="0" y="68390"/>
                </a:cubicBezTo>
                <a:lnTo>
                  <a:pt x="682" y="67936"/>
                </a:lnTo>
                <a:cubicBezTo>
                  <a:pt x="9997" y="69299"/>
                  <a:pt x="23971" y="69981"/>
                  <a:pt x="42602" y="69981"/>
                </a:cubicBezTo>
                <a:lnTo>
                  <a:pt x="65664" y="69981"/>
                </a:lnTo>
                <a:cubicBezTo>
                  <a:pt x="75434" y="69981"/>
                  <a:pt x="81909" y="68617"/>
                  <a:pt x="85090" y="65891"/>
                </a:cubicBezTo>
                <a:cubicBezTo>
                  <a:pt x="88271" y="63164"/>
                  <a:pt x="89862" y="59340"/>
                  <a:pt x="89862" y="54417"/>
                </a:cubicBezTo>
                <a:cubicBezTo>
                  <a:pt x="89862" y="48964"/>
                  <a:pt x="87419" y="43265"/>
                  <a:pt x="82534" y="37319"/>
                </a:cubicBezTo>
                <a:cubicBezTo>
                  <a:pt x="77649" y="31374"/>
                  <a:pt x="71950" y="26432"/>
                  <a:pt x="65437" y="22494"/>
                </a:cubicBezTo>
                <a:lnTo>
                  <a:pt x="42602" y="22494"/>
                </a:lnTo>
                <a:cubicBezTo>
                  <a:pt x="24955" y="22494"/>
                  <a:pt x="10982" y="23213"/>
                  <a:pt x="682" y="24652"/>
                </a:cubicBezTo>
                <a:lnTo>
                  <a:pt x="0" y="24198"/>
                </a:lnTo>
                <a:cubicBezTo>
                  <a:pt x="454" y="21396"/>
                  <a:pt x="682" y="17741"/>
                  <a:pt x="682" y="13235"/>
                </a:cubicBezTo>
                <a:cubicBezTo>
                  <a:pt x="682" y="8729"/>
                  <a:pt x="454" y="5074"/>
                  <a:pt x="0" y="2272"/>
                </a:cubicBezTo>
                <a:lnTo>
                  <a:pt x="682" y="1818"/>
                </a:lnTo>
                <a:cubicBezTo>
                  <a:pt x="9997" y="3181"/>
                  <a:pt x="23971" y="3900"/>
                  <a:pt x="42602" y="3976"/>
                </a:cubicBezTo>
                <a:lnTo>
                  <a:pt x="55894" y="3976"/>
                </a:lnTo>
                <a:cubicBezTo>
                  <a:pt x="71571" y="3976"/>
                  <a:pt x="86453" y="2651"/>
                  <a:pt x="100540" y="0"/>
                </a:cubicBezTo>
                <a:lnTo>
                  <a:pt x="101222" y="454"/>
                </a:lnTo>
                <a:cubicBezTo>
                  <a:pt x="100768" y="3560"/>
                  <a:pt x="100540" y="7006"/>
                  <a:pt x="100540" y="10792"/>
                </a:cubicBezTo>
                <a:cubicBezTo>
                  <a:pt x="100540" y="13368"/>
                  <a:pt x="100768" y="16435"/>
                  <a:pt x="101222" y="19994"/>
                </a:cubicBezTo>
                <a:cubicBezTo>
                  <a:pt x="101222" y="20600"/>
                  <a:pt x="100995" y="20903"/>
                  <a:pt x="100540" y="20903"/>
                </a:cubicBezTo>
                <a:lnTo>
                  <a:pt x="79864" y="22039"/>
                </a:lnTo>
                <a:lnTo>
                  <a:pt x="79183" y="22948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n">
            <a:extLst xmlns:a="http://schemas.openxmlformats.org/drawingml/2006/main">
              <a:ext uri="{FF2B5EF4-FFF2-40B4-BE49-F238E27FC236}">
                <a16:creationId xmlns:a16="http://schemas.microsoft.com/office/drawing/2014/main" id="{CE953E97-7029-4612-9C20-C0F98407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17" y="1657805"/>
            <a:ext cx="102813" cy="91907"/>
          </a:xfrm>
          <a:custGeom xmlns:a="http://schemas.openxmlformats.org/drawingml/2006/main">
            <a:pathLst>
              <a:path w="102813" h="91907">
                <a:moveTo>
                  <a:pt x="60211" y="2158"/>
                </a:moveTo>
                <a:cubicBezTo>
                  <a:pt x="77857" y="2158"/>
                  <a:pt x="91831" y="1439"/>
                  <a:pt x="102131" y="0"/>
                </a:cubicBezTo>
                <a:lnTo>
                  <a:pt x="102813" y="568"/>
                </a:lnTo>
                <a:cubicBezTo>
                  <a:pt x="102358" y="3370"/>
                  <a:pt x="102131" y="7006"/>
                  <a:pt x="102131" y="11474"/>
                </a:cubicBezTo>
                <a:cubicBezTo>
                  <a:pt x="102131" y="15943"/>
                  <a:pt x="102358" y="19578"/>
                  <a:pt x="102813" y="22380"/>
                </a:cubicBezTo>
                <a:lnTo>
                  <a:pt x="102131" y="22835"/>
                </a:lnTo>
                <a:cubicBezTo>
                  <a:pt x="91755" y="21471"/>
                  <a:pt x="77782" y="20790"/>
                  <a:pt x="60211" y="20790"/>
                </a:cubicBezTo>
                <a:lnTo>
                  <a:pt x="37490" y="20790"/>
                </a:lnTo>
                <a:cubicBezTo>
                  <a:pt x="28326" y="20790"/>
                  <a:pt x="22115" y="22020"/>
                  <a:pt x="18858" y="24482"/>
                </a:cubicBezTo>
                <a:cubicBezTo>
                  <a:pt x="15602" y="26943"/>
                  <a:pt x="13973" y="31279"/>
                  <a:pt x="13973" y="37490"/>
                </a:cubicBezTo>
                <a:cubicBezTo>
                  <a:pt x="13973" y="42261"/>
                  <a:pt x="15526" y="47714"/>
                  <a:pt x="18631" y="53849"/>
                </a:cubicBezTo>
                <a:cubicBezTo>
                  <a:pt x="21736" y="59983"/>
                  <a:pt x="26546" y="65777"/>
                  <a:pt x="33059" y="71230"/>
                </a:cubicBezTo>
                <a:lnTo>
                  <a:pt x="60211" y="71230"/>
                </a:lnTo>
                <a:cubicBezTo>
                  <a:pt x="78236" y="71230"/>
                  <a:pt x="92209" y="70549"/>
                  <a:pt x="102131" y="69185"/>
                </a:cubicBezTo>
                <a:lnTo>
                  <a:pt x="102813" y="69640"/>
                </a:lnTo>
                <a:cubicBezTo>
                  <a:pt x="102358" y="72442"/>
                  <a:pt x="102131" y="76078"/>
                  <a:pt x="102131" y="80546"/>
                </a:cubicBezTo>
                <a:cubicBezTo>
                  <a:pt x="102131" y="85014"/>
                  <a:pt x="102358" y="88650"/>
                  <a:pt x="102813" y="91452"/>
                </a:cubicBezTo>
                <a:lnTo>
                  <a:pt x="102131" y="91907"/>
                </a:lnTo>
                <a:cubicBezTo>
                  <a:pt x="92664" y="90543"/>
                  <a:pt x="78690" y="89862"/>
                  <a:pt x="60211" y="89862"/>
                </a:cubicBezTo>
                <a:lnTo>
                  <a:pt x="47487" y="89862"/>
                </a:lnTo>
                <a:cubicBezTo>
                  <a:pt x="26053" y="89862"/>
                  <a:pt x="10982" y="90543"/>
                  <a:pt x="2272" y="91907"/>
                </a:cubicBezTo>
                <a:lnTo>
                  <a:pt x="1590" y="91452"/>
                </a:lnTo>
                <a:cubicBezTo>
                  <a:pt x="2196" y="84636"/>
                  <a:pt x="1969" y="78350"/>
                  <a:pt x="909" y="72594"/>
                </a:cubicBezTo>
                <a:cubicBezTo>
                  <a:pt x="909" y="71685"/>
                  <a:pt x="1704" y="71230"/>
                  <a:pt x="3295" y="71230"/>
                </a:cubicBezTo>
                <a:lnTo>
                  <a:pt x="20222" y="71230"/>
                </a:lnTo>
                <a:lnTo>
                  <a:pt x="20903" y="70776"/>
                </a:lnTo>
                <a:cubicBezTo>
                  <a:pt x="6968" y="58810"/>
                  <a:pt x="0" y="45404"/>
                  <a:pt x="0" y="30560"/>
                </a:cubicBezTo>
                <a:cubicBezTo>
                  <a:pt x="0" y="20335"/>
                  <a:pt x="3029" y="12970"/>
                  <a:pt x="9088" y="8464"/>
                </a:cubicBezTo>
                <a:cubicBezTo>
                  <a:pt x="15147" y="3957"/>
                  <a:pt x="24387" y="1704"/>
                  <a:pt x="36808" y="1704"/>
                </a:cubicBezTo>
                <a:cubicBezTo>
                  <a:pt x="39307" y="1704"/>
                  <a:pt x="43208" y="1780"/>
                  <a:pt x="48509" y="1931"/>
                </a:cubicBezTo>
                <a:cubicBezTo>
                  <a:pt x="53811" y="2083"/>
                  <a:pt x="57711" y="2158"/>
                  <a:pt x="60211" y="2158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t">
            <a:extLst xmlns:a="http://schemas.openxmlformats.org/drawingml/2006/main">
              <a:ext uri="{FF2B5EF4-FFF2-40B4-BE49-F238E27FC236}">
                <a16:creationId xmlns:a16="http://schemas.microsoft.com/office/drawing/2014/main" id="{D2F75AF2-4670-4270-91AE-A7CB2333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50" y="1572502"/>
            <a:ext cx="138447" cy="64641"/>
          </a:xfrm>
          <a:custGeom xmlns:a="http://schemas.openxmlformats.org/drawingml/2006/main">
            <a:pathLst>
              <a:path w="138447" h="64641">
                <a:moveTo>
                  <a:pt x="36240" y="46919"/>
                </a:moveTo>
                <a:cubicBezTo>
                  <a:pt x="27076" y="46919"/>
                  <a:pt x="17154" y="46616"/>
                  <a:pt x="6475" y="46010"/>
                </a:cubicBezTo>
                <a:lnTo>
                  <a:pt x="5794" y="45556"/>
                </a:lnTo>
                <a:cubicBezTo>
                  <a:pt x="5491" y="43208"/>
                  <a:pt x="5074" y="41220"/>
                  <a:pt x="4544" y="39591"/>
                </a:cubicBezTo>
                <a:cubicBezTo>
                  <a:pt x="4014" y="37963"/>
                  <a:pt x="3238" y="36107"/>
                  <a:pt x="2215" y="34025"/>
                </a:cubicBezTo>
                <a:cubicBezTo>
                  <a:pt x="1193" y="31942"/>
                  <a:pt x="454" y="30370"/>
                  <a:pt x="0" y="29310"/>
                </a:cubicBezTo>
                <a:cubicBezTo>
                  <a:pt x="0" y="27947"/>
                  <a:pt x="757" y="27227"/>
                  <a:pt x="2272" y="27152"/>
                </a:cubicBezTo>
                <a:cubicBezTo>
                  <a:pt x="12194" y="27909"/>
                  <a:pt x="23516" y="28326"/>
                  <a:pt x="36240" y="28401"/>
                </a:cubicBezTo>
                <a:lnTo>
                  <a:pt x="36240" y="17382"/>
                </a:lnTo>
                <a:cubicBezTo>
                  <a:pt x="36240" y="14428"/>
                  <a:pt x="36089" y="9013"/>
                  <a:pt x="35786" y="1136"/>
                </a:cubicBezTo>
                <a:lnTo>
                  <a:pt x="37490" y="0"/>
                </a:lnTo>
                <a:cubicBezTo>
                  <a:pt x="40595" y="1212"/>
                  <a:pt x="43776" y="2121"/>
                  <a:pt x="47033" y="2727"/>
                </a:cubicBezTo>
                <a:cubicBezTo>
                  <a:pt x="46730" y="5832"/>
                  <a:pt x="46578" y="11436"/>
                  <a:pt x="46578" y="19540"/>
                </a:cubicBezTo>
                <a:lnTo>
                  <a:pt x="46578" y="28401"/>
                </a:lnTo>
                <a:lnTo>
                  <a:pt x="75888" y="28401"/>
                </a:lnTo>
                <a:cubicBezTo>
                  <a:pt x="81190" y="28401"/>
                  <a:pt x="87230" y="28515"/>
                  <a:pt x="94008" y="28742"/>
                </a:cubicBezTo>
                <a:cubicBezTo>
                  <a:pt x="100787" y="28969"/>
                  <a:pt x="105047" y="29083"/>
                  <a:pt x="106789" y="29083"/>
                </a:cubicBezTo>
                <a:cubicBezTo>
                  <a:pt x="118755" y="29083"/>
                  <a:pt x="125117" y="26508"/>
                  <a:pt x="125874" y="21358"/>
                </a:cubicBezTo>
                <a:cubicBezTo>
                  <a:pt x="126859" y="15375"/>
                  <a:pt x="126253" y="9278"/>
                  <a:pt x="124057" y="3067"/>
                </a:cubicBezTo>
                <a:lnTo>
                  <a:pt x="129851" y="227"/>
                </a:lnTo>
                <a:cubicBezTo>
                  <a:pt x="135607" y="9240"/>
                  <a:pt x="138447" y="18215"/>
                  <a:pt x="138371" y="27152"/>
                </a:cubicBezTo>
                <a:cubicBezTo>
                  <a:pt x="138371" y="32908"/>
                  <a:pt x="136440" y="37774"/>
                  <a:pt x="132577" y="41750"/>
                </a:cubicBezTo>
                <a:cubicBezTo>
                  <a:pt x="128715" y="45726"/>
                  <a:pt x="123224" y="47714"/>
                  <a:pt x="116104" y="47714"/>
                </a:cubicBezTo>
                <a:cubicBezTo>
                  <a:pt x="114362" y="47714"/>
                  <a:pt x="108966" y="47582"/>
                  <a:pt x="99916" y="47317"/>
                </a:cubicBezTo>
                <a:cubicBezTo>
                  <a:pt x="90865" y="47051"/>
                  <a:pt x="83689" y="46919"/>
                  <a:pt x="78388" y="46919"/>
                </a:cubicBezTo>
                <a:lnTo>
                  <a:pt x="46578" y="46919"/>
                </a:lnTo>
                <a:cubicBezTo>
                  <a:pt x="46578" y="54190"/>
                  <a:pt x="46730" y="59718"/>
                  <a:pt x="47033" y="63505"/>
                </a:cubicBezTo>
                <a:lnTo>
                  <a:pt x="45328" y="64641"/>
                </a:lnTo>
                <a:cubicBezTo>
                  <a:pt x="41920" y="62445"/>
                  <a:pt x="38739" y="60741"/>
                  <a:pt x="35786" y="59529"/>
                </a:cubicBezTo>
                <a:cubicBezTo>
                  <a:pt x="36089" y="57333"/>
                  <a:pt x="36240" y="53129"/>
                  <a:pt x="36240" y="46919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i">
            <a:extLst xmlns:a="http://schemas.openxmlformats.org/drawingml/2006/main">
              <a:ext uri="{FF2B5EF4-FFF2-40B4-BE49-F238E27FC236}">
                <a16:creationId xmlns:a16="http://schemas.microsoft.com/office/drawing/2014/main" id="{5511E8D2-F691-4707-8229-66C82481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95" y="1520093"/>
            <a:ext cx="151436" cy="23743"/>
          </a:xfrm>
          <a:custGeom xmlns:a="http://schemas.openxmlformats.org/drawingml/2006/main">
            <a:pathLst>
              <a:path w="151436" h="23743">
                <a:moveTo>
                  <a:pt x="20108" y="20165"/>
                </a:moveTo>
                <a:cubicBezTo>
                  <a:pt x="17685" y="22551"/>
                  <a:pt x="14920" y="23743"/>
                  <a:pt x="11815" y="23743"/>
                </a:cubicBezTo>
                <a:cubicBezTo>
                  <a:pt x="8710" y="23743"/>
                  <a:pt x="5964" y="22551"/>
                  <a:pt x="3579" y="20165"/>
                </a:cubicBezTo>
                <a:cubicBezTo>
                  <a:pt x="1193" y="17779"/>
                  <a:pt x="0" y="15034"/>
                  <a:pt x="0" y="11929"/>
                </a:cubicBezTo>
                <a:cubicBezTo>
                  <a:pt x="0" y="8823"/>
                  <a:pt x="1193" y="6059"/>
                  <a:pt x="3579" y="3635"/>
                </a:cubicBezTo>
                <a:cubicBezTo>
                  <a:pt x="5964" y="1212"/>
                  <a:pt x="8710" y="0"/>
                  <a:pt x="11815" y="0"/>
                </a:cubicBezTo>
                <a:cubicBezTo>
                  <a:pt x="14920" y="0"/>
                  <a:pt x="17685" y="1212"/>
                  <a:pt x="20108" y="3635"/>
                </a:cubicBezTo>
                <a:cubicBezTo>
                  <a:pt x="22532" y="6059"/>
                  <a:pt x="23743" y="8823"/>
                  <a:pt x="23743" y="11929"/>
                </a:cubicBezTo>
                <a:cubicBezTo>
                  <a:pt x="23743" y="15034"/>
                  <a:pt x="22532" y="17779"/>
                  <a:pt x="20108" y="20165"/>
                </a:cubicBezTo>
                <a:moveTo>
                  <a:pt x="96110" y="21471"/>
                </a:moveTo>
                <a:cubicBezTo>
                  <a:pt x="75510" y="21471"/>
                  <a:pt x="60438" y="22153"/>
                  <a:pt x="50895" y="23516"/>
                </a:cubicBezTo>
                <a:lnTo>
                  <a:pt x="50213" y="23062"/>
                </a:lnTo>
                <a:cubicBezTo>
                  <a:pt x="50668" y="16397"/>
                  <a:pt x="50592" y="9656"/>
                  <a:pt x="49986" y="2840"/>
                </a:cubicBezTo>
                <a:cubicBezTo>
                  <a:pt x="49986" y="1931"/>
                  <a:pt x="50100" y="1344"/>
                  <a:pt x="50327" y="1079"/>
                </a:cubicBezTo>
                <a:cubicBezTo>
                  <a:pt x="50554" y="814"/>
                  <a:pt x="51236" y="682"/>
                  <a:pt x="52372" y="682"/>
                </a:cubicBezTo>
                <a:cubicBezTo>
                  <a:pt x="65399" y="2045"/>
                  <a:pt x="78728" y="2764"/>
                  <a:pt x="92361" y="2840"/>
                </a:cubicBezTo>
                <a:lnTo>
                  <a:pt x="108834" y="2840"/>
                </a:lnTo>
                <a:cubicBezTo>
                  <a:pt x="125723" y="2840"/>
                  <a:pt x="139696" y="2121"/>
                  <a:pt x="150754" y="682"/>
                </a:cubicBezTo>
                <a:lnTo>
                  <a:pt x="151436" y="1250"/>
                </a:lnTo>
                <a:cubicBezTo>
                  <a:pt x="150981" y="4052"/>
                  <a:pt x="150754" y="7687"/>
                  <a:pt x="150754" y="12156"/>
                </a:cubicBezTo>
                <a:cubicBezTo>
                  <a:pt x="150754" y="16624"/>
                  <a:pt x="150981" y="20260"/>
                  <a:pt x="151436" y="23062"/>
                </a:cubicBezTo>
                <a:lnTo>
                  <a:pt x="150754" y="23516"/>
                </a:lnTo>
                <a:cubicBezTo>
                  <a:pt x="140227" y="22153"/>
                  <a:pt x="126253" y="21471"/>
                  <a:pt x="108834" y="21471"/>
                </a:cubicBezTo>
                <a:lnTo>
                  <a:pt x="96110" y="21471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m">
            <a:extLst xmlns:a="http://schemas.openxmlformats.org/drawingml/2006/main">
              <a:ext uri="{FF2B5EF4-FFF2-40B4-BE49-F238E27FC236}">
                <a16:creationId xmlns:a16="http://schemas.microsoft.com/office/drawing/2014/main" id="{F9F33AD5-D7DA-4ACA-8A39-9455906F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17" y="1329523"/>
            <a:ext cx="102813" cy="155412"/>
          </a:xfrm>
          <a:custGeom xmlns:a="http://schemas.openxmlformats.org/drawingml/2006/main">
            <a:pathLst>
              <a:path w="102813" h="155412">
                <a:moveTo>
                  <a:pt x="20222" y="134736"/>
                </a:moveTo>
                <a:lnTo>
                  <a:pt x="20903" y="134054"/>
                </a:lnTo>
                <a:cubicBezTo>
                  <a:pt x="6968" y="120876"/>
                  <a:pt x="0" y="107849"/>
                  <a:pt x="0" y="94974"/>
                </a:cubicBezTo>
                <a:cubicBezTo>
                  <a:pt x="0" y="88460"/>
                  <a:pt x="1666" y="82989"/>
                  <a:pt x="4999" y="78558"/>
                </a:cubicBezTo>
                <a:cubicBezTo>
                  <a:pt x="8331" y="74127"/>
                  <a:pt x="12800" y="71382"/>
                  <a:pt x="18404" y="70322"/>
                </a:cubicBezTo>
                <a:cubicBezTo>
                  <a:pt x="6135" y="58658"/>
                  <a:pt x="0" y="45556"/>
                  <a:pt x="0" y="31014"/>
                </a:cubicBezTo>
                <a:cubicBezTo>
                  <a:pt x="0" y="19502"/>
                  <a:pt x="3143" y="11815"/>
                  <a:pt x="9429" y="7952"/>
                </a:cubicBezTo>
                <a:cubicBezTo>
                  <a:pt x="15715" y="4090"/>
                  <a:pt x="24917" y="2159"/>
                  <a:pt x="37035" y="2159"/>
                </a:cubicBezTo>
                <a:lnTo>
                  <a:pt x="60211" y="2159"/>
                </a:lnTo>
                <a:cubicBezTo>
                  <a:pt x="78236" y="2159"/>
                  <a:pt x="92209" y="1439"/>
                  <a:pt x="102131" y="0"/>
                </a:cubicBezTo>
                <a:lnTo>
                  <a:pt x="102813" y="568"/>
                </a:lnTo>
                <a:cubicBezTo>
                  <a:pt x="102358" y="3370"/>
                  <a:pt x="102131" y="7006"/>
                  <a:pt x="102131" y="11474"/>
                </a:cubicBezTo>
                <a:cubicBezTo>
                  <a:pt x="102131" y="15943"/>
                  <a:pt x="102358" y="19578"/>
                  <a:pt x="102813" y="22380"/>
                </a:cubicBezTo>
                <a:lnTo>
                  <a:pt x="102131" y="22835"/>
                </a:lnTo>
                <a:cubicBezTo>
                  <a:pt x="92664" y="21471"/>
                  <a:pt x="78690" y="20790"/>
                  <a:pt x="60211" y="20790"/>
                </a:cubicBezTo>
                <a:lnTo>
                  <a:pt x="34650" y="20790"/>
                </a:lnTo>
                <a:cubicBezTo>
                  <a:pt x="27076" y="20790"/>
                  <a:pt x="21736" y="22267"/>
                  <a:pt x="18631" y="25220"/>
                </a:cubicBezTo>
                <a:cubicBezTo>
                  <a:pt x="15526" y="28174"/>
                  <a:pt x="13973" y="32908"/>
                  <a:pt x="13973" y="39421"/>
                </a:cubicBezTo>
                <a:cubicBezTo>
                  <a:pt x="13973" y="50781"/>
                  <a:pt x="18631" y="60627"/>
                  <a:pt x="27947" y="68958"/>
                </a:cubicBezTo>
                <a:cubicBezTo>
                  <a:pt x="29840" y="68807"/>
                  <a:pt x="32794" y="68731"/>
                  <a:pt x="36808" y="68731"/>
                </a:cubicBezTo>
                <a:lnTo>
                  <a:pt x="60211" y="68731"/>
                </a:lnTo>
                <a:cubicBezTo>
                  <a:pt x="78236" y="68731"/>
                  <a:pt x="92209" y="68012"/>
                  <a:pt x="102131" y="66573"/>
                </a:cubicBezTo>
                <a:lnTo>
                  <a:pt x="102813" y="67027"/>
                </a:lnTo>
                <a:cubicBezTo>
                  <a:pt x="102358" y="69829"/>
                  <a:pt x="102131" y="73484"/>
                  <a:pt x="102131" y="77990"/>
                </a:cubicBezTo>
                <a:cubicBezTo>
                  <a:pt x="102131" y="82496"/>
                  <a:pt x="102358" y="86151"/>
                  <a:pt x="102813" y="88953"/>
                </a:cubicBezTo>
                <a:lnTo>
                  <a:pt x="102131" y="89407"/>
                </a:lnTo>
                <a:cubicBezTo>
                  <a:pt x="92664" y="88044"/>
                  <a:pt x="78690" y="87324"/>
                  <a:pt x="60211" y="87249"/>
                </a:cubicBezTo>
                <a:lnTo>
                  <a:pt x="34650" y="87249"/>
                </a:lnTo>
                <a:cubicBezTo>
                  <a:pt x="20865" y="87249"/>
                  <a:pt x="13973" y="92399"/>
                  <a:pt x="13973" y="102699"/>
                </a:cubicBezTo>
                <a:cubicBezTo>
                  <a:pt x="13973" y="106865"/>
                  <a:pt x="15640" y="111901"/>
                  <a:pt x="18972" y="117808"/>
                </a:cubicBezTo>
                <a:cubicBezTo>
                  <a:pt x="22304" y="123716"/>
                  <a:pt x="26697" y="129358"/>
                  <a:pt x="32150" y="134736"/>
                </a:cubicBezTo>
                <a:lnTo>
                  <a:pt x="60211" y="134736"/>
                </a:lnTo>
                <a:cubicBezTo>
                  <a:pt x="78236" y="134736"/>
                  <a:pt x="92209" y="134054"/>
                  <a:pt x="102131" y="132691"/>
                </a:cubicBezTo>
                <a:lnTo>
                  <a:pt x="102813" y="133145"/>
                </a:lnTo>
                <a:cubicBezTo>
                  <a:pt x="102358" y="135947"/>
                  <a:pt x="102131" y="139602"/>
                  <a:pt x="102131" y="144108"/>
                </a:cubicBezTo>
                <a:cubicBezTo>
                  <a:pt x="102131" y="148614"/>
                  <a:pt x="102358" y="152231"/>
                  <a:pt x="102813" y="154957"/>
                </a:cubicBezTo>
                <a:lnTo>
                  <a:pt x="102131" y="155412"/>
                </a:lnTo>
                <a:cubicBezTo>
                  <a:pt x="92664" y="154048"/>
                  <a:pt x="78690" y="153367"/>
                  <a:pt x="60211" y="153367"/>
                </a:cubicBezTo>
                <a:lnTo>
                  <a:pt x="47487" y="153367"/>
                </a:lnTo>
                <a:cubicBezTo>
                  <a:pt x="26053" y="153367"/>
                  <a:pt x="10982" y="154048"/>
                  <a:pt x="2272" y="155412"/>
                </a:cubicBezTo>
                <a:lnTo>
                  <a:pt x="1590" y="154957"/>
                </a:lnTo>
                <a:cubicBezTo>
                  <a:pt x="2196" y="148141"/>
                  <a:pt x="1969" y="141893"/>
                  <a:pt x="909" y="136212"/>
                </a:cubicBezTo>
                <a:cubicBezTo>
                  <a:pt x="909" y="135304"/>
                  <a:pt x="1704" y="134811"/>
                  <a:pt x="3295" y="134736"/>
                </a:cubicBezTo>
                <a:lnTo>
                  <a:pt x="20222" y="134736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e">
            <a:extLst xmlns:a="http://schemas.openxmlformats.org/drawingml/2006/main">
              <a:ext uri="{FF2B5EF4-FFF2-40B4-BE49-F238E27FC236}">
                <a16:creationId xmlns:a16="http://schemas.microsoft.com/office/drawing/2014/main" id="{1507352E-B42E-4C5D-94EB-6A1874B1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17" y="1218334"/>
            <a:ext cx="104403" cy="87930"/>
          </a:xfrm>
          <a:custGeom xmlns:a="http://schemas.openxmlformats.org/drawingml/2006/main">
            <a:pathLst>
              <a:path w="104403" h="87930">
                <a:moveTo>
                  <a:pt x="38626" y="66800"/>
                </a:moveTo>
                <a:lnTo>
                  <a:pt x="38626" y="23971"/>
                </a:lnTo>
                <a:cubicBezTo>
                  <a:pt x="38626" y="21774"/>
                  <a:pt x="37528" y="20676"/>
                  <a:pt x="35331" y="20676"/>
                </a:cubicBezTo>
                <a:cubicBezTo>
                  <a:pt x="27076" y="20676"/>
                  <a:pt x="20676" y="22664"/>
                  <a:pt x="16132" y="26640"/>
                </a:cubicBezTo>
                <a:cubicBezTo>
                  <a:pt x="11588" y="30617"/>
                  <a:pt x="9316" y="35161"/>
                  <a:pt x="9316" y="40273"/>
                </a:cubicBezTo>
                <a:cubicBezTo>
                  <a:pt x="9316" y="45385"/>
                  <a:pt x="11531" y="50649"/>
                  <a:pt x="15962" y="56064"/>
                </a:cubicBezTo>
                <a:cubicBezTo>
                  <a:pt x="20392" y="61479"/>
                  <a:pt x="27947" y="65058"/>
                  <a:pt x="38626" y="66800"/>
                </a:cubicBezTo>
                <a:moveTo>
                  <a:pt x="77933" y="4658"/>
                </a:moveTo>
                <a:lnTo>
                  <a:pt x="83727" y="0"/>
                </a:lnTo>
                <a:cubicBezTo>
                  <a:pt x="89937" y="4468"/>
                  <a:pt x="94936" y="10281"/>
                  <a:pt x="98723" y="17438"/>
                </a:cubicBezTo>
                <a:cubicBezTo>
                  <a:pt x="102510" y="24595"/>
                  <a:pt x="104403" y="32302"/>
                  <a:pt x="104403" y="40557"/>
                </a:cubicBezTo>
                <a:cubicBezTo>
                  <a:pt x="104403" y="56689"/>
                  <a:pt x="99291" y="68996"/>
                  <a:pt x="89066" y="77479"/>
                </a:cubicBezTo>
                <a:cubicBezTo>
                  <a:pt x="80660" y="84446"/>
                  <a:pt x="68807" y="87930"/>
                  <a:pt x="53508" y="87930"/>
                </a:cubicBezTo>
                <a:cubicBezTo>
                  <a:pt x="37225" y="87930"/>
                  <a:pt x="24236" y="83159"/>
                  <a:pt x="14541" y="73616"/>
                </a:cubicBezTo>
                <a:cubicBezTo>
                  <a:pt x="4847" y="64073"/>
                  <a:pt x="0" y="52978"/>
                  <a:pt x="0" y="40330"/>
                </a:cubicBezTo>
                <a:cubicBezTo>
                  <a:pt x="0" y="26394"/>
                  <a:pt x="4412" y="16189"/>
                  <a:pt x="13235" y="9713"/>
                </a:cubicBezTo>
                <a:cubicBezTo>
                  <a:pt x="22058" y="3238"/>
                  <a:pt x="32302" y="0"/>
                  <a:pt x="43965" y="0"/>
                </a:cubicBezTo>
                <a:cubicBezTo>
                  <a:pt x="46616" y="0"/>
                  <a:pt x="47941" y="1401"/>
                  <a:pt x="47941" y="4203"/>
                </a:cubicBezTo>
                <a:lnTo>
                  <a:pt x="47941" y="67481"/>
                </a:lnTo>
                <a:cubicBezTo>
                  <a:pt x="61725" y="67481"/>
                  <a:pt x="71571" y="65626"/>
                  <a:pt x="77479" y="61915"/>
                </a:cubicBezTo>
                <a:cubicBezTo>
                  <a:pt x="86340" y="56310"/>
                  <a:pt x="90770" y="47866"/>
                  <a:pt x="90770" y="36581"/>
                </a:cubicBezTo>
                <a:cubicBezTo>
                  <a:pt x="90770" y="23175"/>
                  <a:pt x="86491" y="12534"/>
                  <a:pt x="77933" y="4658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(">
            <a:extLst xmlns:a="http://schemas.openxmlformats.org/drawingml/2006/main">
              <a:ext uri="{FF2B5EF4-FFF2-40B4-BE49-F238E27FC236}">
                <a16:creationId xmlns:a16="http://schemas.microsoft.com/office/drawing/2014/main" id="{7A697ABF-2410-4C84-ACDE-010E3EBE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48" y="1085786"/>
            <a:ext cx="211987" cy="54644"/>
          </a:xfrm>
          <a:custGeom xmlns:a="http://schemas.openxmlformats.org/drawingml/2006/main">
            <a:pathLst>
              <a:path w="211987" h="54644">
                <a:moveTo>
                  <a:pt x="105880" y="54644"/>
                </a:moveTo>
                <a:cubicBezTo>
                  <a:pt x="85128" y="54644"/>
                  <a:pt x="65437" y="50062"/>
                  <a:pt x="46805" y="40898"/>
                </a:cubicBezTo>
                <a:cubicBezTo>
                  <a:pt x="28174" y="31734"/>
                  <a:pt x="12572" y="19881"/>
                  <a:pt x="0" y="5339"/>
                </a:cubicBezTo>
                <a:lnTo>
                  <a:pt x="4203" y="0"/>
                </a:lnTo>
                <a:cubicBezTo>
                  <a:pt x="30711" y="23554"/>
                  <a:pt x="64603" y="35331"/>
                  <a:pt x="105880" y="35331"/>
                </a:cubicBezTo>
                <a:cubicBezTo>
                  <a:pt x="146853" y="35331"/>
                  <a:pt x="180897" y="23554"/>
                  <a:pt x="208011" y="0"/>
                </a:cubicBezTo>
                <a:lnTo>
                  <a:pt x="211987" y="5339"/>
                </a:lnTo>
                <a:cubicBezTo>
                  <a:pt x="204110" y="14504"/>
                  <a:pt x="195344" y="22380"/>
                  <a:pt x="185687" y="28969"/>
                </a:cubicBezTo>
                <a:cubicBezTo>
                  <a:pt x="176031" y="35558"/>
                  <a:pt x="167378" y="40443"/>
                  <a:pt x="159729" y="43624"/>
                </a:cubicBezTo>
                <a:cubicBezTo>
                  <a:pt x="152079" y="46805"/>
                  <a:pt x="144013" y="49324"/>
                  <a:pt x="135531" y="51179"/>
                </a:cubicBezTo>
                <a:cubicBezTo>
                  <a:pt x="127048" y="53035"/>
                  <a:pt x="120914" y="54076"/>
                  <a:pt x="117127" y="54303"/>
                </a:cubicBezTo>
                <a:cubicBezTo>
                  <a:pt x="113340" y="54530"/>
                  <a:pt x="109591" y="54644"/>
                  <a:pt x="105880" y="54644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l">
            <a:extLst xmlns:a="http://schemas.openxmlformats.org/drawingml/2006/main">
              <a:ext uri="{FF2B5EF4-FFF2-40B4-BE49-F238E27FC236}">
                <a16:creationId xmlns:a16="http://schemas.microsoft.com/office/drawing/2014/main" id="{C2B16B15-5CA2-4E5C-BC1F-BD7C75CB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93" y="1037009"/>
            <a:ext cx="163137" cy="22835"/>
          </a:xfrm>
          <a:custGeom xmlns:a="http://schemas.openxmlformats.org/drawingml/2006/main">
            <a:pathLst>
              <a:path w="163137" h="22835">
                <a:moveTo>
                  <a:pt x="115877" y="20790"/>
                </a:moveTo>
                <a:lnTo>
                  <a:pt x="50327" y="20790"/>
                </a:lnTo>
                <a:cubicBezTo>
                  <a:pt x="28136" y="20790"/>
                  <a:pt x="13178" y="21471"/>
                  <a:pt x="5453" y="22835"/>
                </a:cubicBezTo>
                <a:lnTo>
                  <a:pt x="4658" y="22380"/>
                </a:lnTo>
                <a:cubicBezTo>
                  <a:pt x="4203" y="15412"/>
                  <a:pt x="2651" y="8672"/>
                  <a:pt x="0" y="2158"/>
                </a:cubicBezTo>
                <a:cubicBezTo>
                  <a:pt x="0" y="795"/>
                  <a:pt x="795" y="76"/>
                  <a:pt x="2386" y="0"/>
                </a:cubicBezTo>
                <a:cubicBezTo>
                  <a:pt x="21168" y="1363"/>
                  <a:pt x="35748" y="2083"/>
                  <a:pt x="46124" y="2158"/>
                </a:cubicBezTo>
                <a:lnTo>
                  <a:pt x="115877" y="2158"/>
                </a:lnTo>
                <a:cubicBezTo>
                  <a:pt x="136629" y="2158"/>
                  <a:pt x="152155" y="1439"/>
                  <a:pt x="162455" y="0"/>
                </a:cubicBezTo>
                <a:lnTo>
                  <a:pt x="163137" y="568"/>
                </a:lnTo>
                <a:cubicBezTo>
                  <a:pt x="162682" y="3370"/>
                  <a:pt x="162455" y="7006"/>
                  <a:pt x="162455" y="11474"/>
                </a:cubicBezTo>
                <a:cubicBezTo>
                  <a:pt x="162455" y="15943"/>
                  <a:pt x="162682" y="19578"/>
                  <a:pt x="163137" y="22380"/>
                </a:cubicBezTo>
                <a:lnTo>
                  <a:pt x="162455" y="22835"/>
                </a:lnTo>
                <a:cubicBezTo>
                  <a:pt x="152534" y="21471"/>
                  <a:pt x="137008" y="20790"/>
                  <a:pt x="115877" y="20790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o">
            <a:extLst xmlns:a="http://schemas.openxmlformats.org/drawingml/2006/main">
              <a:ext uri="{FF2B5EF4-FFF2-40B4-BE49-F238E27FC236}">
                <a16:creationId xmlns:a16="http://schemas.microsoft.com/office/drawing/2014/main" id="{A5A95C68-5757-494E-9304-8429406C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17" y="912601"/>
            <a:ext cx="104403" cy="98609"/>
          </a:xfrm>
          <a:custGeom xmlns:a="http://schemas.openxmlformats.org/drawingml/2006/main">
            <a:pathLst>
              <a:path w="104403" h="98609">
                <a:moveTo>
                  <a:pt x="54417" y="98609"/>
                </a:moveTo>
                <a:cubicBezTo>
                  <a:pt x="37982" y="98609"/>
                  <a:pt x="24804" y="94046"/>
                  <a:pt x="14882" y="84920"/>
                </a:cubicBezTo>
                <a:cubicBezTo>
                  <a:pt x="4961" y="75794"/>
                  <a:pt x="0" y="63619"/>
                  <a:pt x="0" y="48396"/>
                </a:cubicBezTo>
                <a:cubicBezTo>
                  <a:pt x="0" y="32870"/>
                  <a:pt x="4696" y="20922"/>
                  <a:pt x="14087" y="12553"/>
                </a:cubicBezTo>
                <a:cubicBezTo>
                  <a:pt x="23478" y="4184"/>
                  <a:pt x="36240" y="0"/>
                  <a:pt x="52372" y="0"/>
                </a:cubicBezTo>
                <a:cubicBezTo>
                  <a:pt x="67898" y="0"/>
                  <a:pt x="80451" y="4412"/>
                  <a:pt x="90032" y="13235"/>
                </a:cubicBezTo>
                <a:cubicBezTo>
                  <a:pt x="99613" y="22058"/>
                  <a:pt x="104403" y="34082"/>
                  <a:pt x="104403" y="49305"/>
                </a:cubicBezTo>
                <a:cubicBezTo>
                  <a:pt x="104403" y="64376"/>
                  <a:pt x="99670" y="76362"/>
                  <a:pt x="90202" y="85261"/>
                </a:cubicBezTo>
                <a:cubicBezTo>
                  <a:pt x="80735" y="94160"/>
                  <a:pt x="68807" y="98609"/>
                  <a:pt x="54417" y="98609"/>
                </a:cubicBezTo>
                <a:moveTo>
                  <a:pt x="9316" y="49986"/>
                </a:moveTo>
                <a:cubicBezTo>
                  <a:pt x="9316" y="56803"/>
                  <a:pt x="11398" y="62426"/>
                  <a:pt x="15564" y="66857"/>
                </a:cubicBezTo>
                <a:cubicBezTo>
                  <a:pt x="19729" y="71287"/>
                  <a:pt x="24728" y="74279"/>
                  <a:pt x="30560" y="75831"/>
                </a:cubicBezTo>
                <a:cubicBezTo>
                  <a:pt x="36391" y="77384"/>
                  <a:pt x="43018" y="78160"/>
                  <a:pt x="50441" y="78160"/>
                </a:cubicBezTo>
                <a:cubicBezTo>
                  <a:pt x="57408" y="78160"/>
                  <a:pt x="63998" y="77384"/>
                  <a:pt x="70208" y="75831"/>
                </a:cubicBezTo>
                <a:cubicBezTo>
                  <a:pt x="76418" y="74279"/>
                  <a:pt x="82136" y="71022"/>
                  <a:pt x="87362" y="66061"/>
                </a:cubicBezTo>
                <a:cubicBezTo>
                  <a:pt x="92588" y="61101"/>
                  <a:pt x="95201" y="54833"/>
                  <a:pt x="95201" y="47260"/>
                </a:cubicBezTo>
                <a:cubicBezTo>
                  <a:pt x="95201" y="39535"/>
                  <a:pt x="91547" y="33135"/>
                  <a:pt x="84238" y="28060"/>
                </a:cubicBezTo>
                <a:cubicBezTo>
                  <a:pt x="76930" y="22986"/>
                  <a:pt x="67709" y="20449"/>
                  <a:pt x="56575" y="20449"/>
                </a:cubicBezTo>
                <a:cubicBezTo>
                  <a:pt x="40898" y="20449"/>
                  <a:pt x="29102" y="22494"/>
                  <a:pt x="21187" y="26584"/>
                </a:cubicBezTo>
                <a:cubicBezTo>
                  <a:pt x="13273" y="30673"/>
                  <a:pt x="9316" y="38474"/>
                  <a:pt x="9316" y="49986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g">
            <a:extLst xmlns:a="http://schemas.openxmlformats.org/drawingml/2006/main">
              <a:ext uri="{FF2B5EF4-FFF2-40B4-BE49-F238E27FC236}">
                <a16:creationId xmlns:a16="http://schemas.microsoft.com/office/drawing/2014/main" id="{43BC636D-0CF9-4C2A-9E7F-7E79ECD9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32" y="793656"/>
            <a:ext cx="159615" cy="102585"/>
          </a:xfrm>
          <a:custGeom xmlns:a="http://schemas.openxmlformats.org/drawingml/2006/main">
            <a:pathLst>
              <a:path w="159615" h="102585">
                <a:moveTo>
                  <a:pt x="128715" y="86567"/>
                </a:moveTo>
                <a:cubicBezTo>
                  <a:pt x="135985" y="86567"/>
                  <a:pt x="141287" y="83670"/>
                  <a:pt x="144619" y="77876"/>
                </a:cubicBezTo>
                <a:cubicBezTo>
                  <a:pt x="147952" y="72082"/>
                  <a:pt x="149618" y="64831"/>
                  <a:pt x="149618" y="56121"/>
                </a:cubicBezTo>
                <a:cubicBezTo>
                  <a:pt x="149618" y="45442"/>
                  <a:pt x="147687" y="36259"/>
                  <a:pt x="143824" y="28572"/>
                </a:cubicBezTo>
                <a:cubicBezTo>
                  <a:pt x="139961" y="20884"/>
                  <a:pt x="134698" y="17041"/>
                  <a:pt x="128033" y="17041"/>
                </a:cubicBezTo>
                <a:cubicBezTo>
                  <a:pt x="120459" y="17041"/>
                  <a:pt x="114855" y="20070"/>
                  <a:pt x="111219" y="26129"/>
                </a:cubicBezTo>
                <a:cubicBezTo>
                  <a:pt x="108569" y="30598"/>
                  <a:pt x="107281" y="38815"/>
                  <a:pt x="107357" y="50781"/>
                </a:cubicBezTo>
                <a:cubicBezTo>
                  <a:pt x="107357" y="51539"/>
                  <a:pt x="107470" y="54512"/>
                  <a:pt x="107698" y="59699"/>
                </a:cubicBezTo>
                <a:cubicBezTo>
                  <a:pt x="107925" y="64887"/>
                  <a:pt x="108038" y="68807"/>
                  <a:pt x="108038" y="71458"/>
                </a:cubicBezTo>
                <a:cubicBezTo>
                  <a:pt x="110386" y="75623"/>
                  <a:pt x="113491" y="79183"/>
                  <a:pt x="117354" y="82136"/>
                </a:cubicBezTo>
                <a:cubicBezTo>
                  <a:pt x="121217" y="85090"/>
                  <a:pt x="125003" y="86567"/>
                  <a:pt x="128715" y="86567"/>
                </a:cubicBezTo>
                <a:moveTo>
                  <a:pt x="38171" y="19313"/>
                </a:moveTo>
                <a:cubicBezTo>
                  <a:pt x="47790" y="19313"/>
                  <a:pt x="55969" y="22854"/>
                  <a:pt x="62710" y="29935"/>
                </a:cubicBezTo>
                <a:cubicBezTo>
                  <a:pt x="69451" y="37016"/>
                  <a:pt x="72821" y="46351"/>
                  <a:pt x="72821" y="57939"/>
                </a:cubicBezTo>
                <a:cubicBezTo>
                  <a:pt x="72821" y="65361"/>
                  <a:pt x="71761" y="71117"/>
                  <a:pt x="69640" y="75207"/>
                </a:cubicBezTo>
                <a:cubicBezTo>
                  <a:pt x="73200" y="79372"/>
                  <a:pt x="77517" y="81455"/>
                  <a:pt x="82591" y="81455"/>
                </a:cubicBezTo>
                <a:cubicBezTo>
                  <a:pt x="87059" y="81455"/>
                  <a:pt x="90013" y="80262"/>
                  <a:pt x="91452" y="77876"/>
                </a:cubicBezTo>
                <a:cubicBezTo>
                  <a:pt x="92891" y="75491"/>
                  <a:pt x="93611" y="72177"/>
                  <a:pt x="93611" y="67936"/>
                </a:cubicBezTo>
                <a:cubicBezTo>
                  <a:pt x="93611" y="67784"/>
                  <a:pt x="93459" y="65550"/>
                  <a:pt x="93156" y="61233"/>
                </a:cubicBezTo>
                <a:cubicBezTo>
                  <a:pt x="92399" y="55326"/>
                  <a:pt x="91982" y="49115"/>
                  <a:pt x="91907" y="42602"/>
                </a:cubicBezTo>
                <a:cubicBezTo>
                  <a:pt x="91907" y="26773"/>
                  <a:pt x="94482" y="15829"/>
                  <a:pt x="99632" y="9770"/>
                </a:cubicBezTo>
                <a:cubicBezTo>
                  <a:pt x="105236" y="3257"/>
                  <a:pt x="112923" y="0"/>
                  <a:pt x="122693" y="0"/>
                </a:cubicBezTo>
                <a:cubicBezTo>
                  <a:pt x="133675" y="0"/>
                  <a:pt x="142574" y="5207"/>
                  <a:pt x="149391" y="15621"/>
                </a:cubicBezTo>
                <a:cubicBezTo>
                  <a:pt x="156207" y="26034"/>
                  <a:pt x="159615" y="40140"/>
                  <a:pt x="159615" y="57939"/>
                </a:cubicBezTo>
                <a:cubicBezTo>
                  <a:pt x="159615" y="71117"/>
                  <a:pt x="157419" y="81852"/>
                  <a:pt x="153026" y="90146"/>
                </a:cubicBezTo>
                <a:cubicBezTo>
                  <a:pt x="148633" y="98439"/>
                  <a:pt x="142082" y="102585"/>
                  <a:pt x="133372" y="102585"/>
                </a:cubicBezTo>
                <a:cubicBezTo>
                  <a:pt x="128601" y="102585"/>
                  <a:pt x="123489" y="100806"/>
                  <a:pt x="118036" y="97246"/>
                </a:cubicBezTo>
                <a:cubicBezTo>
                  <a:pt x="112734" y="90430"/>
                  <a:pt x="108796" y="83841"/>
                  <a:pt x="106221" y="77479"/>
                </a:cubicBezTo>
                <a:cubicBezTo>
                  <a:pt x="105160" y="83462"/>
                  <a:pt x="102813" y="87987"/>
                  <a:pt x="99177" y="91054"/>
                </a:cubicBezTo>
                <a:cubicBezTo>
                  <a:pt x="95542" y="94122"/>
                  <a:pt x="91187" y="95655"/>
                  <a:pt x="86113" y="95655"/>
                </a:cubicBezTo>
                <a:cubicBezTo>
                  <a:pt x="80054" y="95655"/>
                  <a:pt x="73616" y="90695"/>
                  <a:pt x="66800" y="80773"/>
                </a:cubicBezTo>
                <a:cubicBezTo>
                  <a:pt x="60438" y="91755"/>
                  <a:pt x="50744" y="97246"/>
                  <a:pt x="37717" y="97246"/>
                </a:cubicBezTo>
                <a:cubicBezTo>
                  <a:pt x="26887" y="97246"/>
                  <a:pt x="18290" y="93175"/>
                  <a:pt x="11929" y="85033"/>
                </a:cubicBezTo>
                <a:cubicBezTo>
                  <a:pt x="5567" y="76892"/>
                  <a:pt x="2386" y="67784"/>
                  <a:pt x="2386" y="57711"/>
                </a:cubicBezTo>
                <a:cubicBezTo>
                  <a:pt x="2386" y="52486"/>
                  <a:pt x="3067" y="47752"/>
                  <a:pt x="4431" y="43511"/>
                </a:cubicBezTo>
                <a:cubicBezTo>
                  <a:pt x="4052" y="36922"/>
                  <a:pt x="3276" y="29765"/>
                  <a:pt x="2102" y="22039"/>
                </a:cubicBezTo>
                <a:cubicBezTo>
                  <a:pt x="928" y="14314"/>
                  <a:pt x="227" y="9240"/>
                  <a:pt x="0" y="6816"/>
                </a:cubicBezTo>
                <a:lnTo>
                  <a:pt x="795" y="6135"/>
                </a:lnTo>
                <a:cubicBezTo>
                  <a:pt x="2992" y="6589"/>
                  <a:pt x="4999" y="6816"/>
                  <a:pt x="6816" y="6816"/>
                </a:cubicBezTo>
                <a:cubicBezTo>
                  <a:pt x="8634" y="6816"/>
                  <a:pt x="10641" y="6589"/>
                  <a:pt x="12837" y="6135"/>
                </a:cubicBezTo>
                <a:lnTo>
                  <a:pt x="13519" y="6816"/>
                </a:lnTo>
                <a:cubicBezTo>
                  <a:pt x="12004" y="21282"/>
                  <a:pt x="11209" y="29348"/>
                  <a:pt x="11133" y="31014"/>
                </a:cubicBezTo>
                <a:cubicBezTo>
                  <a:pt x="16283" y="23213"/>
                  <a:pt x="25296" y="19313"/>
                  <a:pt x="38171" y="19313"/>
                </a:cubicBezTo>
                <a:moveTo>
                  <a:pt x="38399" y="37490"/>
                </a:moveTo>
                <a:cubicBezTo>
                  <a:pt x="20222" y="37490"/>
                  <a:pt x="11171" y="44533"/>
                  <a:pt x="11247" y="58620"/>
                </a:cubicBezTo>
                <a:cubicBezTo>
                  <a:pt x="11247" y="65285"/>
                  <a:pt x="13500" y="70378"/>
                  <a:pt x="18006" y="73900"/>
                </a:cubicBezTo>
                <a:cubicBezTo>
                  <a:pt x="22513" y="77422"/>
                  <a:pt x="28704" y="79183"/>
                  <a:pt x="36581" y="79183"/>
                </a:cubicBezTo>
                <a:cubicBezTo>
                  <a:pt x="54606" y="79183"/>
                  <a:pt x="63619" y="71874"/>
                  <a:pt x="63619" y="57257"/>
                </a:cubicBezTo>
                <a:cubicBezTo>
                  <a:pt x="63619" y="50592"/>
                  <a:pt x="61309" y="45631"/>
                  <a:pt x="56689" y="42375"/>
                </a:cubicBezTo>
                <a:cubicBezTo>
                  <a:pt x="52069" y="39118"/>
                  <a:pt x="45972" y="37490"/>
                  <a:pt x="38399" y="37490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1">
            <a:extLst xmlns:a="http://schemas.openxmlformats.org/drawingml/2006/main">
              <a:ext uri="{FF2B5EF4-FFF2-40B4-BE49-F238E27FC236}">
                <a16:creationId xmlns:a16="http://schemas.microsoft.com/office/drawing/2014/main" id="{CA965B6E-E117-4A9C-B31F-CAFFA4C7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83" y="733207"/>
            <a:ext cx="99802" cy="36978"/>
          </a:xfrm>
          <a:custGeom xmlns:a="http://schemas.openxmlformats.org/drawingml/2006/main">
            <a:pathLst>
              <a:path w="99802" h="36978">
                <a:moveTo>
                  <a:pt x="68549" y="1431"/>
                </a:moveTo>
                <a:cubicBezTo>
                  <a:pt x="80690" y="1431"/>
                  <a:pt x="90948" y="954"/>
                  <a:pt x="99325" y="0"/>
                </a:cubicBezTo>
                <a:lnTo>
                  <a:pt x="99802" y="318"/>
                </a:lnTo>
                <a:cubicBezTo>
                  <a:pt x="99484" y="3340"/>
                  <a:pt x="99325" y="5938"/>
                  <a:pt x="99325" y="8111"/>
                </a:cubicBezTo>
                <a:lnTo>
                  <a:pt x="99802" y="15666"/>
                </a:lnTo>
                <a:lnTo>
                  <a:pt x="99325" y="15825"/>
                </a:lnTo>
                <a:cubicBezTo>
                  <a:pt x="92274" y="14977"/>
                  <a:pt x="82015" y="14526"/>
                  <a:pt x="68549" y="14473"/>
                </a:cubicBezTo>
                <a:lnTo>
                  <a:pt x="28151" y="14473"/>
                </a:lnTo>
                <a:cubicBezTo>
                  <a:pt x="19881" y="14473"/>
                  <a:pt x="15746" y="15454"/>
                  <a:pt x="15746" y="17416"/>
                </a:cubicBezTo>
                <a:cubicBezTo>
                  <a:pt x="15746" y="18635"/>
                  <a:pt x="16130" y="21471"/>
                  <a:pt x="16899" y="25925"/>
                </a:cubicBezTo>
                <a:cubicBezTo>
                  <a:pt x="17667" y="30378"/>
                  <a:pt x="18158" y="33744"/>
                  <a:pt x="18370" y="36024"/>
                </a:cubicBezTo>
                <a:lnTo>
                  <a:pt x="13678" y="36978"/>
                </a:lnTo>
                <a:cubicBezTo>
                  <a:pt x="12247" y="32419"/>
                  <a:pt x="9848" y="26123"/>
                  <a:pt x="6481" y="18092"/>
                </a:cubicBezTo>
                <a:cubicBezTo>
                  <a:pt x="3115" y="10060"/>
                  <a:pt x="954" y="4453"/>
                  <a:pt x="0" y="1272"/>
                </a:cubicBezTo>
                <a:cubicBezTo>
                  <a:pt x="0" y="530"/>
                  <a:pt x="265" y="159"/>
                  <a:pt x="795" y="159"/>
                </a:cubicBezTo>
                <a:cubicBezTo>
                  <a:pt x="6892" y="1007"/>
                  <a:pt x="15693" y="1431"/>
                  <a:pt x="27197" y="1431"/>
                </a:cubicBezTo>
                <a:lnTo>
                  <a:pt x="68549" y="1431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0">
            <a:extLst xmlns:a="http://schemas.openxmlformats.org/drawingml/2006/main">
              <a:ext uri="{FF2B5EF4-FFF2-40B4-BE49-F238E27FC236}">
                <a16:creationId xmlns:a16="http://schemas.microsoft.com/office/drawing/2014/main" id="{C0FDD255-C476-4780-B161-5F55C2FD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83" y="643504"/>
            <a:ext cx="100915" cy="62187"/>
          </a:xfrm>
          <a:custGeom xmlns:a="http://schemas.openxmlformats.org/drawingml/2006/main">
            <a:pathLst>
              <a:path w="100915" h="62187">
                <a:moveTo>
                  <a:pt x="6362" y="30617"/>
                </a:moveTo>
                <a:cubicBezTo>
                  <a:pt x="6362" y="42333"/>
                  <a:pt x="21763" y="48191"/>
                  <a:pt x="52565" y="48191"/>
                </a:cubicBezTo>
                <a:cubicBezTo>
                  <a:pt x="55905" y="48191"/>
                  <a:pt x="59192" y="48112"/>
                  <a:pt x="62426" y="47953"/>
                </a:cubicBezTo>
                <a:cubicBezTo>
                  <a:pt x="65660" y="47794"/>
                  <a:pt x="69331" y="47356"/>
                  <a:pt x="73440" y="46641"/>
                </a:cubicBezTo>
                <a:cubicBezTo>
                  <a:pt x="77549" y="45925"/>
                  <a:pt x="81074" y="44971"/>
                  <a:pt x="84017" y="43778"/>
                </a:cubicBezTo>
                <a:cubicBezTo>
                  <a:pt x="86959" y="42585"/>
                  <a:pt x="89464" y="40928"/>
                  <a:pt x="91532" y="38807"/>
                </a:cubicBezTo>
                <a:cubicBezTo>
                  <a:pt x="93599" y="36687"/>
                  <a:pt x="94633" y="34169"/>
                  <a:pt x="94633" y="31253"/>
                </a:cubicBezTo>
                <a:cubicBezTo>
                  <a:pt x="94633" y="29821"/>
                  <a:pt x="94355" y="28377"/>
                  <a:pt x="93798" y="26919"/>
                </a:cubicBezTo>
                <a:cubicBezTo>
                  <a:pt x="93241" y="25461"/>
                  <a:pt x="91744" y="23672"/>
                  <a:pt x="89305" y="21551"/>
                </a:cubicBezTo>
                <a:cubicBezTo>
                  <a:pt x="86866" y="19430"/>
                  <a:pt x="83579" y="17840"/>
                  <a:pt x="79444" y="16779"/>
                </a:cubicBezTo>
                <a:cubicBezTo>
                  <a:pt x="72711" y="14924"/>
                  <a:pt x="62134" y="13996"/>
                  <a:pt x="47714" y="13996"/>
                </a:cubicBezTo>
                <a:cubicBezTo>
                  <a:pt x="37376" y="13996"/>
                  <a:pt x="28894" y="14897"/>
                  <a:pt x="22267" y="16700"/>
                </a:cubicBezTo>
                <a:cubicBezTo>
                  <a:pt x="15640" y="18502"/>
                  <a:pt x="11186" y="20756"/>
                  <a:pt x="8907" y="23459"/>
                </a:cubicBezTo>
                <a:cubicBezTo>
                  <a:pt x="7210" y="25421"/>
                  <a:pt x="6362" y="27807"/>
                  <a:pt x="6362" y="30617"/>
                </a:cubicBezTo>
                <a:moveTo>
                  <a:pt x="100915" y="31412"/>
                </a:moveTo>
                <a:cubicBezTo>
                  <a:pt x="100915" y="41061"/>
                  <a:pt x="96277" y="48602"/>
                  <a:pt x="86999" y="54036"/>
                </a:cubicBezTo>
                <a:cubicBezTo>
                  <a:pt x="77721" y="59470"/>
                  <a:pt x="66137" y="62187"/>
                  <a:pt x="52247" y="62187"/>
                </a:cubicBezTo>
                <a:cubicBezTo>
                  <a:pt x="36819" y="62187"/>
                  <a:pt x="24255" y="59046"/>
                  <a:pt x="14553" y="52764"/>
                </a:cubicBezTo>
                <a:cubicBezTo>
                  <a:pt x="4851" y="46482"/>
                  <a:pt x="0" y="39099"/>
                  <a:pt x="0" y="30617"/>
                </a:cubicBezTo>
                <a:cubicBezTo>
                  <a:pt x="0" y="24414"/>
                  <a:pt x="1882" y="19245"/>
                  <a:pt x="5646" y="15109"/>
                </a:cubicBezTo>
                <a:cubicBezTo>
                  <a:pt x="14871" y="5036"/>
                  <a:pt x="29318" y="0"/>
                  <a:pt x="48987" y="0"/>
                </a:cubicBezTo>
                <a:cubicBezTo>
                  <a:pt x="57999" y="0"/>
                  <a:pt x="66005" y="1034"/>
                  <a:pt x="73003" y="3101"/>
                </a:cubicBezTo>
                <a:cubicBezTo>
                  <a:pt x="80001" y="5169"/>
                  <a:pt x="85461" y="7820"/>
                  <a:pt x="89384" y="11054"/>
                </a:cubicBezTo>
                <a:cubicBezTo>
                  <a:pt x="93308" y="14288"/>
                  <a:pt x="96210" y="17654"/>
                  <a:pt x="98092" y="21153"/>
                </a:cubicBezTo>
                <a:cubicBezTo>
                  <a:pt x="99974" y="24652"/>
                  <a:pt x="100915" y="28072"/>
                  <a:pt x="100915" y="31412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s">
            <a:extLst xmlns:a="http://schemas.openxmlformats.org/drawingml/2006/main">
              <a:ext uri="{FF2B5EF4-FFF2-40B4-BE49-F238E27FC236}">
                <a16:creationId xmlns:a16="http://schemas.microsoft.com/office/drawing/2014/main" id="{7619B30A-5702-4855-A16C-E78F2433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217" y="495818"/>
            <a:ext cx="104403" cy="74639"/>
          </a:xfrm>
          <a:custGeom xmlns:a="http://schemas.openxmlformats.org/drawingml/2006/main">
            <a:pathLst>
              <a:path w="104403" h="74639">
                <a:moveTo>
                  <a:pt x="78615" y="70776"/>
                </a:moveTo>
                <a:lnTo>
                  <a:pt x="78388" y="67254"/>
                </a:lnTo>
                <a:cubicBezTo>
                  <a:pt x="89521" y="59226"/>
                  <a:pt x="95125" y="50062"/>
                  <a:pt x="95201" y="39762"/>
                </a:cubicBezTo>
                <a:cubicBezTo>
                  <a:pt x="95201" y="33400"/>
                  <a:pt x="93478" y="28250"/>
                  <a:pt x="90032" y="24311"/>
                </a:cubicBezTo>
                <a:cubicBezTo>
                  <a:pt x="86586" y="20373"/>
                  <a:pt x="81871" y="18404"/>
                  <a:pt x="75888" y="18404"/>
                </a:cubicBezTo>
                <a:cubicBezTo>
                  <a:pt x="70587" y="18404"/>
                  <a:pt x="66648" y="20297"/>
                  <a:pt x="64073" y="24084"/>
                </a:cubicBezTo>
                <a:cubicBezTo>
                  <a:pt x="61498" y="27871"/>
                  <a:pt x="59150" y="33816"/>
                  <a:pt x="57030" y="41920"/>
                </a:cubicBezTo>
                <a:cubicBezTo>
                  <a:pt x="54682" y="50630"/>
                  <a:pt x="51406" y="57446"/>
                  <a:pt x="47203" y="62369"/>
                </a:cubicBezTo>
                <a:cubicBezTo>
                  <a:pt x="43000" y="67292"/>
                  <a:pt x="36732" y="69754"/>
                  <a:pt x="28401" y="69754"/>
                </a:cubicBezTo>
                <a:cubicBezTo>
                  <a:pt x="19389" y="69754"/>
                  <a:pt x="12402" y="66270"/>
                  <a:pt x="7441" y="59302"/>
                </a:cubicBezTo>
                <a:cubicBezTo>
                  <a:pt x="2480" y="52334"/>
                  <a:pt x="0" y="44117"/>
                  <a:pt x="0" y="34650"/>
                </a:cubicBezTo>
                <a:cubicBezTo>
                  <a:pt x="0" y="22683"/>
                  <a:pt x="2310" y="12231"/>
                  <a:pt x="6930" y="3295"/>
                </a:cubicBezTo>
                <a:lnTo>
                  <a:pt x="7725" y="2840"/>
                </a:lnTo>
                <a:lnTo>
                  <a:pt x="24880" y="7498"/>
                </a:lnTo>
                <a:lnTo>
                  <a:pt x="25107" y="10679"/>
                </a:lnTo>
                <a:cubicBezTo>
                  <a:pt x="21699" y="13633"/>
                  <a:pt x="19256" y="15810"/>
                  <a:pt x="17779" y="17211"/>
                </a:cubicBezTo>
                <a:cubicBezTo>
                  <a:pt x="16302" y="18612"/>
                  <a:pt x="14523" y="21093"/>
                  <a:pt x="12440" y="24652"/>
                </a:cubicBezTo>
                <a:cubicBezTo>
                  <a:pt x="10357" y="28212"/>
                  <a:pt x="9316" y="31847"/>
                  <a:pt x="9316" y="35558"/>
                </a:cubicBezTo>
                <a:cubicBezTo>
                  <a:pt x="9316" y="40708"/>
                  <a:pt x="10584" y="44950"/>
                  <a:pt x="13121" y="48282"/>
                </a:cubicBezTo>
                <a:cubicBezTo>
                  <a:pt x="15659" y="51615"/>
                  <a:pt x="19275" y="53281"/>
                  <a:pt x="23971" y="53281"/>
                </a:cubicBezTo>
                <a:cubicBezTo>
                  <a:pt x="32680" y="53281"/>
                  <a:pt x="38739" y="46086"/>
                  <a:pt x="42147" y="31696"/>
                </a:cubicBezTo>
                <a:cubicBezTo>
                  <a:pt x="44495" y="22077"/>
                  <a:pt x="47979" y="14390"/>
                  <a:pt x="52599" y="8634"/>
                </a:cubicBezTo>
                <a:cubicBezTo>
                  <a:pt x="57219" y="2878"/>
                  <a:pt x="63884" y="0"/>
                  <a:pt x="72594" y="0"/>
                </a:cubicBezTo>
                <a:cubicBezTo>
                  <a:pt x="76153" y="0"/>
                  <a:pt x="79637" y="587"/>
                  <a:pt x="83045" y="1761"/>
                </a:cubicBezTo>
                <a:cubicBezTo>
                  <a:pt x="86453" y="2935"/>
                  <a:pt x="89862" y="4866"/>
                  <a:pt x="93270" y="7555"/>
                </a:cubicBezTo>
                <a:cubicBezTo>
                  <a:pt x="96678" y="10243"/>
                  <a:pt x="99386" y="14352"/>
                  <a:pt x="101393" y="19881"/>
                </a:cubicBezTo>
                <a:cubicBezTo>
                  <a:pt x="103400" y="25410"/>
                  <a:pt x="104403" y="31961"/>
                  <a:pt x="104403" y="39535"/>
                </a:cubicBezTo>
                <a:cubicBezTo>
                  <a:pt x="104403" y="51047"/>
                  <a:pt x="102320" y="62748"/>
                  <a:pt x="98155" y="74639"/>
                </a:cubicBezTo>
                <a:lnTo>
                  <a:pt x="78615" y="70776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)">
            <a:extLst xmlns:a="http://schemas.openxmlformats.org/drawingml/2006/main">
              <a:ext uri="{FF2B5EF4-FFF2-40B4-BE49-F238E27FC236}">
                <a16:creationId xmlns:a16="http://schemas.microsoft.com/office/drawing/2014/main" id="{9D8C2024-0512-4FAC-BE48-0ECD80CB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21" y="426518"/>
            <a:ext cx="211987" cy="54644"/>
          </a:xfrm>
          <a:custGeom xmlns:a="http://schemas.openxmlformats.org/drawingml/2006/main">
            <a:pathLst>
              <a:path w="211987" h="54644">
                <a:moveTo>
                  <a:pt x="106107" y="0"/>
                </a:moveTo>
                <a:cubicBezTo>
                  <a:pt x="126859" y="0"/>
                  <a:pt x="146551" y="4563"/>
                  <a:pt x="165182" y="13689"/>
                </a:cubicBezTo>
                <a:cubicBezTo>
                  <a:pt x="183813" y="22816"/>
                  <a:pt x="199415" y="34687"/>
                  <a:pt x="211987" y="49305"/>
                </a:cubicBezTo>
                <a:lnTo>
                  <a:pt x="207784" y="54644"/>
                </a:lnTo>
                <a:cubicBezTo>
                  <a:pt x="181276" y="31090"/>
                  <a:pt x="147384" y="19313"/>
                  <a:pt x="106107" y="19313"/>
                </a:cubicBezTo>
                <a:cubicBezTo>
                  <a:pt x="65134" y="19313"/>
                  <a:pt x="31090" y="31090"/>
                  <a:pt x="3976" y="54644"/>
                </a:cubicBezTo>
                <a:lnTo>
                  <a:pt x="0" y="49305"/>
                </a:lnTo>
                <a:cubicBezTo>
                  <a:pt x="7877" y="40140"/>
                  <a:pt x="16624" y="32264"/>
                  <a:pt x="26243" y="25675"/>
                </a:cubicBezTo>
                <a:cubicBezTo>
                  <a:pt x="35861" y="19086"/>
                  <a:pt x="44514" y="14201"/>
                  <a:pt x="52202" y="11020"/>
                </a:cubicBezTo>
                <a:cubicBezTo>
                  <a:pt x="59889" y="7839"/>
                  <a:pt x="67955" y="5321"/>
                  <a:pt x="76399" y="3465"/>
                </a:cubicBezTo>
                <a:cubicBezTo>
                  <a:pt x="84844" y="1609"/>
                  <a:pt x="90979" y="568"/>
                  <a:pt x="94803" y="341"/>
                </a:cubicBezTo>
                <a:cubicBezTo>
                  <a:pt x="98628" y="114"/>
                  <a:pt x="102396" y="0"/>
                  <a:pt x="106107" y="0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Extractor=KConfigReader">
            <a:extLst xmlns:a="http://schemas.openxmlformats.org/drawingml/2006/main">
              <a:ext uri="{FF2B5EF4-FFF2-40B4-BE49-F238E27FC236}">
                <a16:creationId xmlns:a16="http://schemas.microsoft.com/office/drawing/2014/main" id="{8C9ADB26-05B7-4751-9C8D-7EDF8DB6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960" y="158242"/>
            <a:ext cx="2088388" cy="186475"/>
          </a:xfrm>
          <a:custGeom xmlns:a="http://schemas.openxmlformats.org/drawingml/2006/main">
            <a:pathLst>
              <a:path w="2088388" h="186475">
                <a:moveTo>
                  <a:pt x="19086" y="99323"/>
                </a:moveTo>
                <a:cubicBezTo>
                  <a:pt x="19086" y="114903"/>
                  <a:pt x="19637" y="124479"/>
                  <a:pt x="20741" y="128049"/>
                </a:cubicBezTo>
                <a:cubicBezTo>
                  <a:pt x="28726" y="128049"/>
                  <a:pt x="37392" y="127854"/>
                  <a:pt x="46740" y="127465"/>
                </a:cubicBezTo>
                <a:cubicBezTo>
                  <a:pt x="56088" y="127075"/>
                  <a:pt x="63457" y="126686"/>
                  <a:pt x="68845" y="126296"/>
                </a:cubicBezTo>
                <a:lnTo>
                  <a:pt x="76927" y="125712"/>
                </a:lnTo>
                <a:lnTo>
                  <a:pt x="77316" y="126491"/>
                </a:lnTo>
                <a:cubicBezTo>
                  <a:pt x="77057" y="128633"/>
                  <a:pt x="76927" y="130841"/>
                  <a:pt x="76927" y="133113"/>
                </a:cubicBezTo>
                <a:cubicBezTo>
                  <a:pt x="76927" y="133502"/>
                  <a:pt x="77057" y="135547"/>
                  <a:pt x="77316" y="139247"/>
                </a:cubicBezTo>
                <a:lnTo>
                  <a:pt x="76927" y="139832"/>
                </a:lnTo>
                <a:cubicBezTo>
                  <a:pt x="73746" y="139442"/>
                  <a:pt x="69754" y="139247"/>
                  <a:pt x="64950" y="139247"/>
                </a:cubicBezTo>
                <a:lnTo>
                  <a:pt x="10517" y="139247"/>
                </a:lnTo>
                <a:lnTo>
                  <a:pt x="195" y="139832"/>
                </a:lnTo>
                <a:lnTo>
                  <a:pt x="0" y="139247"/>
                </a:lnTo>
                <a:cubicBezTo>
                  <a:pt x="1298" y="130224"/>
                  <a:pt x="1948" y="116916"/>
                  <a:pt x="1948" y="99323"/>
                </a:cubicBezTo>
                <a:lnTo>
                  <a:pt x="1948" y="50538"/>
                </a:lnTo>
                <a:cubicBezTo>
                  <a:pt x="1948" y="33400"/>
                  <a:pt x="1298" y="20092"/>
                  <a:pt x="0" y="10614"/>
                </a:cubicBezTo>
                <a:lnTo>
                  <a:pt x="390" y="10030"/>
                </a:lnTo>
                <a:cubicBezTo>
                  <a:pt x="2662" y="10419"/>
                  <a:pt x="6037" y="10614"/>
                  <a:pt x="10517" y="10614"/>
                </a:cubicBezTo>
                <a:lnTo>
                  <a:pt x="63002" y="10614"/>
                </a:lnTo>
                <a:cubicBezTo>
                  <a:pt x="67806" y="10614"/>
                  <a:pt x="71798" y="10419"/>
                  <a:pt x="74979" y="10030"/>
                </a:cubicBezTo>
                <a:lnTo>
                  <a:pt x="75369" y="10614"/>
                </a:lnTo>
                <a:cubicBezTo>
                  <a:pt x="75109" y="14314"/>
                  <a:pt x="74979" y="16830"/>
                  <a:pt x="74979" y="18161"/>
                </a:cubicBezTo>
                <a:cubicBezTo>
                  <a:pt x="74979" y="19491"/>
                  <a:pt x="75109" y="21228"/>
                  <a:pt x="75369" y="23370"/>
                </a:cubicBezTo>
                <a:lnTo>
                  <a:pt x="74979" y="24149"/>
                </a:lnTo>
                <a:cubicBezTo>
                  <a:pt x="56608" y="22526"/>
                  <a:pt x="38528" y="21747"/>
                  <a:pt x="20741" y="21812"/>
                </a:cubicBezTo>
                <a:cubicBezTo>
                  <a:pt x="19702" y="25383"/>
                  <a:pt x="19151" y="34958"/>
                  <a:pt x="19086" y="50538"/>
                </a:cubicBezTo>
                <a:lnTo>
                  <a:pt x="19086" y="66021"/>
                </a:lnTo>
                <a:cubicBezTo>
                  <a:pt x="33043" y="66021"/>
                  <a:pt x="47876" y="65372"/>
                  <a:pt x="63586" y="64073"/>
                </a:cubicBezTo>
                <a:lnTo>
                  <a:pt x="64171" y="64658"/>
                </a:lnTo>
                <a:cubicBezTo>
                  <a:pt x="63781" y="66540"/>
                  <a:pt x="63586" y="68666"/>
                  <a:pt x="63586" y="71036"/>
                </a:cubicBezTo>
                <a:cubicBezTo>
                  <a:pt x="63586" y="73405"/>
                  <a:pt x="63781" y="75531"/>
                  <a:pt x="64171" y="77414"/>
                </a:cubicBezTo>
                <a:lnTo>
                  <a:pt x="63586" y="77998"/>
                </a:lnTo>
                <a:cubicBezTo>
                  <a:pt x="50408" y="76700"/>
                  <a:pt x="35575" y="76050"/>
                  <a:pt x="19086" y="76050"/>
                </a:cubicBezTo>
                <a:lnTo>
                  <a:pt x="19086" y="99323"/>
                </a:lnTo>
                <a:close/>
                <a:moveTo>
                  <a:pt x="125305" y="97960"/>
                </a:moveTo>
                <a:lnTo>
                  <a:pt x="93269" y="53070"/>
                </a:lnTo>
                <a:cubicBezTo>
                  <a:pt x="96190" y="53459"/>
                  <a:pt x="100053" y="53654"/>
                  <a:pt x="104857" y="53654"/>
                </a:cubicBezTo>
                <a:cubicBezTo>
                  <a:pt x="108817" y="53654"/>
                  <a:pt x="112419" y="53459"/>
                  <a:pt x="115665" y="53070"/>
                </a:cubicBezTo>
                <a:cubicBezTo>
                  <a:pt x="116834" y="55017"/>
                  <a:pt x="118814" y="58409"/>
                  <a:pt x="121605" y="63246"/>
                </a:cubicBezTo>
                <a:cubicBezTo>
                  <a:pt x="124397" y="68082"/>
                  <a:pt x="126863" y="72220"/>
                  <a:pt x="129006" y="75661"/>
                </a:cubicBezTo>
                <a:cubicBezTo>
                  <a:pt x="131148" y="79102"/>
                  <a:pt x="133420" y="82445"/>
                  <a:pt x="135822" y="85691"/>
                </a:cubicBezTo>
                <a:cubicBezTo>
                  <a:pt x="139133" y="81406"/>
                  <a:pt x="143499" y="75158"/>
                  <a:pt x="148919" y="66946"/>
                </a:cubicBezTo>
                <a:cubicBezTo>
                  <a:pt x="154340" y="58734"/>
                  <a:pt x="157407" y="54108"/>
                  <a:pt x="158121" y="53070"/>
                </a:cubicBezTo>
                <a:cubicBezTo>
                  <a:pt x="160004" y="53459"/>
                  <a:pt x="162471" y="53654"/>
                  <a:pt x="165522" y="53654"/>
                </a:cubicBezTo>
                <a:cubicBezTo>
                  <a:pt x="169222" y="53654"/>
                  <a:pt x="172208" y="53459"/>
                  <a:pt x="174480" y="53070"/>
                </a:cubicBezTo>
                <a:lnTo>
                  <a:pt x="141762" y="93286"/>
                </a:lnTo>
                <a:cubicBezTo>
                  <a:pt x="143709" y="96142"/>
                  <a:pt x="146955" y="100962"/>
                  <a:pt x="151500" y="107746"/>
                </a:cubicBezTo>
                <a:cubicBezTo>
                  <a:pt x="156044" y="114530"/>
                  <a:pt x="160069" y="120405"/>
                  <a:pt x="163574" y="125371"/>
                </a:cubicBezTo>
                <a:cubicBezTo>
                  <a:pt x="167080" y="130337"/>
                  <a:pt x="170650" y="135158"/>
                  <a:pt x="174285" y="139832"/>
                </a:cubicBezTo>
                <a:cubicBezTo>
                  <a:pt x="170715" y="139442"/>
                  <a:pt x="166917" y="139247"/>
                  <a:pt x="162893" y="139247"/>
                </a:cubicBezTo>
                <a:cubicBezTo>
                  <a:pt x="158803" y="139247"/>
                  <a:pt x="155395" y="139442"/>
                  <a:pt x="152668" y="139832"/>
                </a:cubicBezTo>
                <a:cubicBezTo>
                  <a:pt x="151954" y="138728"/>
                  <a:pt x="149049" y="133973"/>
                  <a:pt x="143953" y="125566"/>
                </a:cubicBezTo>
                <a:cubicBezTo>
                  <a:pt x="138857" y="117159"/>
                  <a:pt x="134718" y="110749"/>
                  <a:pt x="131538" y="106334"/>
                </a:cubicBezTo>
                <a:cubicBezTo>
                  <a:pt x="128551" y="110489"/>
                  <a:pt x="124705" y="116380"/>
                  <a:pt x="119998" y="124008"/>
                </a:cubicBezTo>
                <a:cubicBezTo>
                  <a:pt x="115292" y="131636"/>
                  <a:pt x="111965" y="136910"/>
                  <a:pt x="110017" y="139832"/>
                </a:cubicBezTo>
                <a:cubicBezTo>
                  <a:pt x="107745" y="139442"/>
                  <a:pt x="104824" y="139247"/>
                  <a:pt x="101254" y="139247"/>
                </a:cubicBezTo>
                <a:cubicBezTo>
                  <a:pt x="98592" y="139247"/>
                  <a:pt x="96190" y="139442"/>
                  <a:pt x="94048" y="139832"/>
                </a:cubicBezTo>
                <a:lnTo>
                  <a:pt x="125305" y="97960"/>
                </a:lnTo>
                <a:close/>
                <a:moveTo>
                  <a:pt x="198224" y="53654"/>
                </a:moveTo>
                <a:cubicBezTo>
                  <a:pt x="198224" y="45799"/>
                  <a:pt x="198484" y="37295"/>
                  <a:pt x="199003" y="28142"/>
                </a:cubicBezTo>
                <a:lnTo>
                  <a:pt x="199393" y="27557"/>
                </a:lnTo>
                <a:cubicBezTo>
                  <a:pt x="201405" y="27298"/>
                  <a:pt x="203109" y="26941"/>
                  <a:pt x="204505" y="26486"/>
                </a:cubicBezTo>
                <a:cubicBezTo>
                  <a:pt x="205901" y="26032"/>
                  <a:pt x="207491" y="25366"/>
                  <a:pt x="209277" y="24490"/>
                </a:cubicBezTo>
                <a:cubicBezTo>
                  <a:pt x="211062" y="23614"/>
                  <a:pt x="212409" y="22981"/>
                  <a:pt x="213318" y="22591"/>
                </a:cubicBezTo>
                <a:cubicBezTo>
                  <a:pt x="214486" y="22591"/>
                  <a:pt x="215103" y="23240"/>
                  <a:pt x="215168" y="24539"/>
                </a:cubicBezTo>
                <a:cubicBezTo>
                  <a:pt x="214519" y="33043"/>
                  <a:pt x="214162" y="42748"/>
                  <a:pt x="214097" y="53654"/>
                </a:cubicBezTo>
                <a:lnTo>
                  <a:pt x="223542" y="53654"/>
                </a:lnTo>
                <a:cubicBezTo>
                  <a:pt x="226074" y="53654"/>
                  <a:pt x="230715" y="53524"/>
                  <a:pt x="237467" y="53265"/>
                </a:cubicBezTo>
                <a:lnTo>
                  <a:pt x="238441" y="54725"/>
                </a:lnTo>
                <a:cubicBezTo>
                  <a:pt x="237402" y="57387"/>
                  <a:pt x="236623" y="60113"/>
                  <a:pt x="236104" y="62905"/>
                </a:cubicBezTo>
                <a:cubicBezTo>
                  <a:pt x="233442" y="62645"/>
                  <a:pt x="228638" y="62515"/>
                  <a:pt x="221692" y="62515"/>
                </a:cubicBezTo>
                <a:lnTo>
                  <a:pt x="214097" y="62515"/>
                </a:lnTo>
                <a:lnTo>
                  <a:pt x="214097" y="87638"/>
                </a:lnTo>
                <a:cubicBezTo>
                  <a:pt x="214097" y="92182"/>
                  <a:pt x="213999" y="97360"/>
                  <a:pt x="213805" y="103170"/>
                </a:cubicBezTo>
                <a:cubicBezTo>
                  <a:pt x="213610" y="108980"/>
                  <a:pt x="213512" y="112631"/>
                  <a:pt x="213512" y="114124"/>
                </a:cubicBezTo>
                <a:cubicBezTo>
                  <a:pt x="213512" y="124381"/>
                  <a:pt x="215720" y="129834"/>
                  <a:pt x="220134" y="130484"/>
                </a:cubicBezTo>
                <a:cubicBezTo>
                  <a:pt x="225262" y="131327"/>
                  <a:pt x="230488" y="130808"/>
                  <a:pt x="235811" y="128926"/>
                </a:cubicBezTo>
                <a:lnTo>
                  <a:pt x="238246" y="133892"/>
                </a:lnTo>
                <a:cubicBezTo>
                  <a:pt x="230521" y="138825"/>
                  <a:pt x="222828" y="141260"/>
                  <a:pt x="215168" y="141195"/>
                </a:cubicBezTo>
                <a:cubicBezTo>
                  <a:pt x="210234" y="141195"/>
                  <a:pt x="206063" y="139539"/>
                  <a:pt x="202655" y="136229"/>
                </a:cubicBezTo>
                <a:cubicBezTo>
                  <a:pt x="199247" y="132918"/>
                  <a:pt x="197543" y="128211"/>
                  <a:pt x="197543" y="122109"/>
                </a:cubicBezTo>
                <a:cubicBezTo>
                  <a:pt x="197543" y="120616"/>
                  <a:pt x="197656" y="115991"/>
                  <a:pt x="197884" y="108233"/>
                </a:cubicBezTo>
                <a:cubicBezTo>
                  <a:pt x="198111" y="100476"/>
                  <a:pt x="198224" y="94325"/>
                  <a:pt x="198224" y="89780"/>
                </a:cubicBezTo>
                <a:lnTo>
                  <a:pt x="198224" y="62515"/>
                </a:lnTo>
                <a:cubicBezTo>
                  <a:pt x="191992" y="62515"/>
                  <a:pt x="187253" y="62645"/>
                  <a:pt x="184008" y="62905"/>
                </a:cubicBezTo>
                <a:lnTo>
                  <a:pt x="183034" y="61444"/>
                </a:lnTo>
                <a:cubicBezTo>
                  <a:pt x="184916" y="58523"/>
                  <a:pt x="186377" y="55796"/>
                  <a:pt x="187416" y="53265"/>
                </a:cubicBezTo>
                <a:cubicBezTo>
                  <a:pt x="189298" y="53524"/>
                  <a:pt x="192901" y="53654"/>
                  <a:pt x="198224" y="53654"/>
                </a:cubicBezTo>
                <a:close/>
                <a:moveTo>
                  <a:pt x="280343" y="72642"/>
                </a:moveTo>
                <a:lnTo>
                  <a:pt x="280928" y="73032"/>
                </a:lnTo>
                <a:cubicBezTo>
                  <a:pt x="285602" y="65047"/>
                  <a:pt x="289691" y="59497"/>
                  <a:pt x="293197" y="56381"/>
                </a:cubicBezTo>
                <a:cubicBezTo>
                  <a:pt x="296702" y="53265"/>
                  <a:pt x="301052" y="51707"/>
                  <a:pt x="306245" y="51707"/>
                </a:cubicBezTo>
                <a:cubicBezTo>
                  <a:pt x="307868" y="51707"/>
                  <a:pt x="310270" y="52161"/>
                  <a:pt x="313451" y="53070"/>
                </a:cubicBezTo>
                <a:lnTo>
                  <a:pt x="314230" y="53849"/>
                </a:lnTo>
                <a:lnTo>
                  <a:pt x="310238" y="68650"/>
                </a:lnTo>
                <a:lnTo>
                  <a:pt x="308680" y="69039"/>
                </a:lnTo>
                <a:cubicBezTo>
                  <a:pt x="306667" y="67157"/>
                  <a:pt x="303194" y="66216"/>
                  <a:pt x="298261" y="66216"/>
                </a:cubicBezTo>
                <a:cubicBezTo>
                  <a:pt x="293846" y="66216"/>
                  <a:pt x="290146" y="68553"/>
                  <a:pt x="287160" y="73227"/>
                </a:cubicBezTo>
                <a:cubicBezTo>
                  <a:pt x="282615" y="80108"/>
                  <a:pt x="280343" y="86697"/>
                  <a:pt x="280343" y="92994"/>
                </a:cubicBezTo>
                <a:lnTo>
                  <a:pt x="280343" y="103316"/>
                </a:lnTo>
                <a:cubicBezTo>
                  <a:pt x="280343" y="118182"/>
                  <a:pt x="280928" y="130159"/>
                  <a:pt x="282096" y="139247"/>
                </a:cubicBezTo>
                <a:lnTo>
                  <a:pt x="281707" y="139832"/>
                </a:lnTo>
                <a:cubicBezTo>
                  <a:pt x="279305" y="139442"/>
                  <a:pt x="276189" y="139247"/>
                  <a:pt x="272359" y="139247"/>
                </a:cubicBezTo>
                <a:cubicBezTo>
                  <a:pt x="268528" y="139247"/>
                  <a:pt x="265412" y="139442"/>
                  <a:pt x="263010" y="139832"/>
                </a:cubicBezTo>
                <a:lnTo>
                  <a:pt x="262621" y="139247"/>
                </a:lnTo>
                <a:cubicBezTo>
                  <a:pt x="263789" y="131003"/>
                  <a:pt x="264374" y="119026"/>
                  <a:pt x="264374" y="103316"/>
                </a:cubicBezTo>
                <a:lnTo>
                  <a:pt x="264374" y="92410"/>
                </a:lnTo>
                <a:cubicBezTo>
                  <a:pt x="264374" y="74038"/>
                  <a:pt x="263789" y="61120"/>
                  <a:pt x="262621" y="53654"/>
                </a:cubicBezTo>
                <a:lnTo>
                  <a:pt x="263010" y="53070"/>
                </a:lnTo>
                <a:cubicBezTo>
                  <a:pt x="268853" y="53589"/>
                  <a:pt x="274241" y="53394"/>
                  <a:pt x="279175" y="52486"/>
                </a:cubicBezTo>
                <a:cubicBezTo>
                  <a:pt x="279954" y="52486"/>
                  <a:pt x="280343" y="53167"/>
                  <a:pt x="280343" y="54530"/>
                </a:cubicBezTo>
                <a:lnTo>
                  <a:pt x="280343" y="72642"/>
                </a:lnTo>
                <a:close/>
                <a:moveTo>
                  <a:pt x="379670" y="94357"/>
                </a:moveTo>
                <a:lnTo>
                  <a:pt x="362727" y="98934"/>
                </a:lnTo>
                <a:cubicBezTo>
                  <a:pt x="355391" y="100946"/>
                  <a:pt x="350263" y="103575"/>
                  <a:pt x="347342" y="106821"/>
                </a:cubicBezTo>
                <a:cubicBezTo>
                  <a:pt x="344420" y="110067"/>
                  <a:pt x="342960" y="114092"/>
                  <a:pt x="342960" y="118896"/>
                </a:cubicBezTo>
                <a:cubicBezTo>
                  <a:pt x="342960" y="122077"/>
                  <a:pt x="344323" y="124901"/>
                  <a:pt x="347050" y="127368"/>
                </a:cubicBezTo>
                <a:cubicBezTo>
                  <a:pt x="349776" y="129834"/>
                  <a:pt x="353347" y="131068"/>
                  <a:pt x="357761" y="131068"/>
                </a:cubicBezTo>
                <a:cubicBezTo>
                  <a:pt x="363084" y="131068"/>
                  <a:pt x="369186" y="128471"/>
                  <a:pt x="376068" y="123278"/>
                </a:cubicBezTo>
                <a:cubicBezTo>
                  <a:pt x="377950" y="121979"/>
                  <a:pt x="378891" y="120259"/>
                  <a:pt x="378891" y="118117"/>
                </a:cubicBezTo>
                <a:lnTo>
                  <a:pt x="379670" y="94357"/>
                </a:lnTo>
                <a:moveTo>
                  <a:pt x="379670" y="129705"/>
                </a:moveTo>
                <a:lnTo>
                  <a:pt x="378891" y="129705"/>
                </a:lnTo>
                <a:cubicBezTo>
                  <a:pt x="373568" y="134249"/>
                  <a:pt x="369073" y="137300"/>
                  <a:pt x="365405" y="138858"/>
                </a:cubicBezTo>
                <a:cubicBezTo>
                  <a:pt x="361737" y="140416"/>
                  <a:pt x="357177" y="141195"/>
                  <a:pt x="351724" y="141195"/>
                </a:cubicBezTo>
                <a:cubicBezTo>
                  <a:pt x="343998" y="141195"/>
                  <a:pt x="337912" y="139410"/>
                  <a:pt x="333466" y="135839"/>
                </a:cubicBezTo>
                <a:cubicBezTo>
                  <a:pt x="329019" y="132269"/>
                  <a:pt x="326795" y="126881"/>
                  <a:pt x="326795" y="119675"/>
                </a:cubicBezTo>
                <a:cubicBezTo>
                  <a:pt x="326795" y="112923"/>
                  <a:pt x="329749" y="106984"/>
                  <a:pt x="335657" y="101855"/>
                </a:cubicBezTo>
                <a:cubicBezTo>
                  <a:pt x="341564" y="96727"/>
                  <a:pt x="349646" y="93026"/>
                  <a:pt x="359903" y="90754"/>
                </a:cubicBezTo>
                <a:lnTo>
                  <a:pt x="378502" y="86567"/>
                </a:lnTo>
                <a:cubicBezTo>
                  <a:pt x="379411" y="86307"/>
                  <a:pt x="379865" y="85528"/>
                  <a:pt x="379865" y="84230"/>
                </a:cubicBezTo>
                <a:cubicBezTo>
                  <a:pt x="379865" y="79946"/>
                  <a:pt x="379395" y="76245"/>
                  <a:pt x="378453" y="73129"/>
                </a:cubicBezTo>
                <a:cubicBezTo>
                  <a:pt x="377512" y="70013"/>
                  <a:pt x="376441" y="67692"/>
                  <a:pt x="375240" y="66167"/>
                </a:cubicBezTo>
                <a:cubicBezTo>
                  <a:pt x="374039" y="64641"/>
                  <a:pt x="372448" y="63440"/>
                  <a:pt x="370468" y="62564"/>
                </a:cubicBezTo>
                <a:cubicBezTo>
                  <a:pt x="368488" y="61688"/>
                  <a:pt x="366833" y="61152"/>
                  <a:pt x="365502" y="60957"/>
                </a:cubicBezTo>
                <a:cubicBezTo>
                  <a:pt x="364171" y="60762"/>
                  <a:pt x="362565" y="60665"/>
                  <a:pt x="360682" y="60665"/>
                </a:cubicBezTo>
                <a:cubicBezTo>
                  <a:pt x="353087" y="60665"/>
                  <a:pt x="345784" y="66313"/>
                  <a:pt x="338773" y="77608"/>
                </a:cubicBezTo>
                <a:lnTo>
                  <a:pt x="336143" y="77414"/>
                </a:lnTo>
                <a:lnTo>
                  <a:pt x="332833" y="64073"/>
                </a:lnTo>
                <a:lnTo>
                  <a:pt x="333417" y="63294"/>
                </a:lnTo>
                <a:cubicBezTo>
                  <a:pt x="342570" y="55569"/>
                  <a:pt x="352340" y="51707"/>
                  <a:pt x="362727" y="51707"/>
                </a:cubicBezTo>
                <a:cubicBezTo>
                  <a:pt x="384669" y="51707"/>
                  <a:pt x="395640" y="62483"/>
                  <a:pt x="395640" y="84035"/>
                </a:cubicBezTo>
                <a:cubicBezTo>
                  <a:pt x="395640" y="84490"/>
                  <a:pt x="395543" y="89066"/>
                  <a:pt x="395348" y="97765"/>
                </a:cubicBezTo>
                <a:cubicBezTo>
                  <a:pt x="395153" y="106464"/>
                  <a:pt x="395056" y="111917"/>
                  <a:pt x="395056" y="114124"/>
                </a:cubicBezTo>
                <a:cubicBezTo>
                  <a:pt x="395056" y="122499"/>
                  <a:pt x="396159" y="127692"/>
                  <a:pt x="398367" y="129705"/>
                </a:cubicBezTo>
                <a:cubicBezTo>
                  <a:pt x="399470" y="130678"/>
                  <a:pt x="401418" y="131165"/>
                  <a:pt x="404209" y="131165"/>
                </a:cubicBezTo>
                <a:cubicBezTo>
                  <a:pt x="405832" y="131165"/>
                  <a:pt x="407617" y="130808"/>
                  <a:pt x="409565" y="130094"/>
                </a:cubicBezTo>
                <a:lnTo>
                  <a:pt x="411123" y="135060"/>
                </a:lnTo>
                <a:cubicBezTo>
                  <a:pt x="407228" y="139150"/>
                  <a:pt x="401937" y="141195"/>
                  <a:pt x="395251" y="141195"/>
                </a:cubicBezTo>
                <a:cubicBezTo>
                  <a:pt x="391485" y="141195"/>
                  <a:pt x="388223" y="140221"/>
                  <a:pt x="385464" y="138274"/>
                </a:cubicBezTo>
                <a:cubicBezTo>
                  <a:pt x="382705" y="136326"/>
                  <a:pt x="380774" y="133470"/>
                  <a:pt x="379670" y="129705"/>
                </a:cubicBezTo>
                <a:close/>
                <a:moveTo>
                  <a:pt x="463617" y="59691"/>
                </a:moveTo>
                <a:cubicBezTo>
                  <a:pt x="456736" y="59691"/>
                  <a:pt x="450893" y="62872"/>
                  <a:pt x="446089" y="69234"/>
                </a:cubicBezTo>
                <a:cubicBezTo>
                  <a:pt x="441286" y="75596"/>
                  <a:pt x="438884" y="84100"/>
                  <a:pt x="438884" y="94747"/>
                </a:cubicBezTo>
                <a:cubicBezTo>
                  <a:pt x="438884" y="106042"/>
                  <a:pt x="441318" y="114952"/>
                  <a:pt x="446187" y="121476"/>
                </a:cubicBezTo>
                <a:cubicBezTo>
                  <a:pt x="451056" y="128000"/>
                  <a:pt x="457255" y="131263"/>
                  <a:pt x="464786" y="131263"/>
                </a:cubicBezTo>
                <a:cubicBezTo>
                  <a:pt x="472770" y="131263"/>
                  <a:pt x="479879" y="128471"/>
                  <a:pt x="486111" y="122888"/>
                </a:cubicBezTo>
                <a:lnTo>
                  <a:pt x="486987" y="122888"/>
                </a:lnTo>
                <a:lnTo>
                  <a:pt x="490785" y="127075"/>
                </a:lnTo>
                <a:cubicBezTo>
                  <a:pt x="483319" y="136488"/>
                  <a:pt x="473517" y="141195"/>
                  <a:pt x="461377" y="141195"/>
                </a:cubicBezTo>
                <a:cubicBezTo>
                  <a:pt x="449173" y="141195"/>
                  <a:pt x="439452" y="137089"/>
                  <a:pt x="432213" y="128877"/>
                </a:cubicBezTo>
                <a:cubicBezTo>
                  <a:pt x="424975" y="120665"/>
                  <a:pt x="421356" y="109645"/>
                  <a:pt x="421356" y="95818"/>
                </a:cubicBezTo>
                <a:cubicBezTo>
                  <a:pt x="421356" y="82899"/>
                  <a:pt x="425673" y="72318"/>
                  <a:pt x="434307" y="64073"/>
                </a:cubicBezTo>
                <a:cubicBezTo>
                  <a:pt x="442941" y="55829"/>
                  <a:pt x="452776" y="51707"/>
                  <a:pt x="463812" y="51707"/>
                </a:cubicBezTo>
                <a:cubicBezTo>
                  <a:pt x="474328" y="51707"/>
                  <a:pt x="483157" y="53557"/>
                  <a:pt x="490298" y="57257"/>
                </a:cubicBezTo>
                <a:lnTo>
                  <a:pt x="490785" y="57841"/>
                </a:lnTo>
                <a:lnTo>
                  <a:pt x="486111" y="74200"/>
                </a:lnTo>
                <a:lnTo>
                  <a:pt x="483579" y="74395"/>
                </a:lnTo>
                <a:cubicBezTo>
                  <a:pt x="477866" y="64593"/>
                  <a:pt x="471212" y="59691"/>
                  <a:pt x="463617" y="59691"/>
                </a:cubicBezTo>
                <a:close/>
                <a:moveTo>
                  <a:pt x="518302" y="53654"/>
                </a:moveTo>
                <a:cubicBezTo>
                  <a:pt x="518302" y="45799"/>
                  <a:pt x="518562" y="37295"/>
                  <a:pt x="519081" y="28142"/>
                </a:cubicBezTo>
                <a:lnTo>
                  <a:pt x="519471" y="27557"/>
                </a:lnTo>
                <a:cubicBezTo>
                  <a:pt x="521483" y="27298"/>
                  <a:pt x="523187" y="26941"/>
                  <a:pt x="524583" y="26486"/>
                </a:cubicBezTo>
                <a:cubicBezTo>
                  <a:pt x="525979" y="26032"/>
                  <a:pt x="527569" y="25366"/>
                  <a:pt x="529355" y="24490"/>
                </a:cubicBezTo>
                <a:cubicBezTo>
                  <a:pt x="531140" y="23614"/>
                  <a:pt x="532487" y="22981"/>
                  <a:pt x="533396" y="22591"/>
                </a:cubicBezTo>
                <a:cubicBezTo>
                  <a:pt x="534564" y="22591"/>
                  <a:pt x="535181" y="23240"/>
                  <a:pt x="535246" y="24539"/>
                </a:cubicBezTo>
                <a:cubicBezTo>
                  <a:pt x="534597" y="33043"/>
                  <a:pt x="534240" y="42748"/>
                  <a:pt x="534175" y="53654"/>
                </a:cubicBezTo>
                <a:lnTo>
                  <a:pt x="543620" y="53654"/>
                </a:lnTo>
                <a:cubicBezTo>
                  <a:pt x="546152" y="53654"/>
                  <a:pt x="550794" y="53524"/>
                  <a:pt x="557545" y="53265"/>
                </a:cubicBezTo>
                <a:lnTo>
                  <a:pt x="558519" y="54725"/>
                </a:lnTo>
                <a:cubicBezTo>
                  <a:pt x="557480" y="57387"/>
                  <a:pt x="556701" y="60113"/>
                  <a:pt x="556182" y="62905"/>
                </a:cubicBezTo>
                <a:cubicBezTo>
                  <a:pt x="553520" y="62645"/>
                  <a:pt x="548716" y="62515"/>
                  <a:pt x="541770" y="62515"/>
                </a:cubicBezTo>
                <a:lnTo>
                  <a:pt x="534175" y="62515"/>
                </a:lnTo>
                <a:lnTo>
                  <a:pt x="534175" y="87638"/>
                </a:lnTo>
                <a:cubicBezTo>
                  <a:pt x="534175" y="92182"/>
                  <a:pt x="534077" y="97360"/>
                  <a:pt x="533883" y="103170"/>
                </a:cubicBezTo>
                <a:cubicBezTo>
                  <a:pt x="533688" y="108980"/>
                  <a:pt x="533590" y="112631"/>
                  <a:pt x="533590" y="114124"/>
                </a:cubicBezTo>
                <a:cubicBezTo>
                  <a:pt x="533590" y="124381"/>
                  <a:pt x="535798" y="129834"/>
                  <a:pt x="540212" y="130484"/>
                </a:cubicBezTo>
                <a:cubicBezTo>
                  <a:pt x="545340" y="131327"/>
                  <a:pt x="550566" y="130808"/>
                  <a:pt x="555890" y="128926"/>
                </a:cubicBezTo>
                <a:lnTo>
                  <a:pt x="558324" y="133892"/>
                </a:lnTo>
                <a:cubicBezTo>
                  <a:pt x="550599" y="138825"/>
                  <a:pt x="542906" y="141260"/>
                  <a:pt x="535246" y="141195"/>
                </a:cubicBezTo>
                <a:cubicBezTo>
                  <a:pt x="530312" y="141195"/>
                  <a:pt x="526141" y="139539"/>
                  <a:pt x="522733" y="136229"/>
                </a:cubicBezTo>
                <a:cubicBezTo>
                  <a:pt x="519325" y="132918"/>
                  <a:pt x="517621" y="128211"/>
                  <a:pt x="517621" y="122109"/>
                </a:cubicBezTo>
                <a:cubicBezTo>
                  <a:pt x="517621" y="120616"/>
                  <a:pt x="517734" y="115991"/>
                  <a:pt x="517962" y="108233"/>
                </a:cubicBezTo>
                <a:cubicBezTo>
                  <a:pt x="518189" y="100476"/>
                  <a:pt x="518302" y="94325"/>
                  <a:pt x="518302" y="89780"/>
                </a:cubicBezTo>
                <a:lnTo>
                  <a:pt x="518302" y="62515"/>
                </a:lnTo>
                <a:cubicBezTo>
                  <a:pt x="512070" y="62515"/>
                  <a:pt x="507331" y="62645"/>
                  <a:pt x="504086" y="62905"/>
                </a:cubicBezTo>
                <a:lnTo>
                  <a:pt x="503112" y="61444"/>
                </a:lnTo>
                <a:cubicBezTo>
                  <a:pt x="504994" y="58523"/>
                  <a:pt x="506455" y="55796"/>
                  <a:pt x="507494" y="53265"/>
                </a:cubicBezTo>
                <a:cubicBezTo>
                  <a:pt x="509376" y="53524"/>
                  <a:pt x="512979" y="53654"/>
                  <a:pt x="518302" y="53654"/>
                </a:cubicBezTo>
                <a:close/>
                <a:moveTo>
                  <a:pt x="574714" y="98350"/>
                </a:moveTo>
                <a:cubicBezTo>
                  <a:pt x="574714" y="84263"/>
                  <a:pt x="578625" y="72967"/>
                  <a:pt x="586448" y="64463"/>
                </a:cubicBezTo>
                <a:cubicBezTo>
                  <a:pt x="594270" y="55959"/>
                  <a:pt x="604706" y="51707"/>
                  <a:pt x="617754" y="51707"/>
                </a:cubicBezTo>
                <a:cubicBezTo>
                  <a:pt x="631062" y="51707"/>
                  <a:pt x="641303" y="55731"/>
                  <a:pt x="648476" y="63781"/>
                </a:cubicBezTo>
                <a:cubicBezTo>
                  <a:pt x="655649" y="71831"/>
                  <a:pt x="659236" y="82769"/>
                  <a:pt x="659236" y="96597"/>
                </a:cubicBezTo>
                <a:cubicBezTo>
                  <a:pt x="659236" y="109905"/>
                  <a:pt x="655455" y="120665"/>
                  <a:pt x="647892" y="128877"/>
                </a:cubicBezTo>
                <a:cubicBezTo>
                  <a:pt x="640329" y="137089"/>
                  <a:pt x="630023" y="141195"/>
                  <a:pt x="616975" y="141195"/>
                </a:cubicBezTo>
                <a:cubicBezTo>
                  <a:pt x="604057" y="141195"/>
                  <a:pt x="593783" y="137138"/>
                  <a:pt x="586156" y="129023"/>
                </a:cubicBezTo>
                <a:cubicBezTo>
                  <a:pt x="578528" y="120908"/>
                  <a:pt x="574714" y="110684"/>
                  <a:pt x="574714" y="98350"/>
                </a:cubicBezTo>
                <a:moveTo>
                  <a:pt x="616391" y="59691"/>
                </a:moveTo>
                <a:cubicBezTo>
                  <a:pt x="610548" y="59691"/>
                  <a:pt x="605728" y="61477"/>
                  <a:pt x="601931" y="65047"/>
                </a:cubicBezTo>
                <a:cubicBezTo>
                  <a:pt x="598133" y="68617"/>
                  <a:pt x="595569" y="72902"/>
                  <a:pt x="594238" y="77901"/>
                </a:cubicBezTo>
                <a:cubicBezTo>
                  <a:pt x="592907" y="82899"/>
                  <a:pt x="592242" y="88580"/>
                  <a:pt x="592242" y="94941"/>
                </a:cubicBezTo>
                <a:cubicBezTo>
                  <a:pt x="592242" y="100914"/>
                  <a:pt x="592907" y="106562"/>
                  <a:pt x="594238" y="111885"/>
                </a:cubicBezTo>
                <a:cubicBezTo>
                  <a:pt x="595569" y="117208"/>
                  <a:pt x="598360" y="122109"/>
                  <a:pt x="602612" y="126589"/>
                </a:cubicBezTo>
                <a:cubicBezTo>
                  <a:pt x="606864" y="131068"/>
                  <a:pt x="612236" y="133307"/>
                  <a:pt x="618728" y="133307"/>
                </a:cubicBezTo>
                <a:cubicBezTo>
                  <a:pt x="625349" y="133307"/>
                  <a:pt x="630835" y="130175"/>
                  <a:pt x="635184" y="123911"/>
                </a:cubicBezTo>
                <a:cubicBezTo>
                  <a:pt x="639534" y="117646"/>
                  <a:pt x="641709" y="109743"/>
                  <a:pt x="641709" y="100200"/>
                </a:cubicBezTo>
                <a:cubicBezTo>
                  <a:pt x="641709" y="86762"/>
                  <a:pt x="639956" y="76651"/>
                  <a:pt x="636450" y="69867"/>
                </a:cubicBezTo>
                <a:cubicBezTo>
                  <a:pt x="632945" y="63083"/>
                  <a:pt x="626258" y="59691"/>
                  <a:pt x="616391" y="59691"/>
                </a:cubicBezTo>
                <a:close/>
                <a:moveTo>
                  <a:pt x="700134" y="72642"/>
                </a:moveTo>
                <a:lnTo>
                  <a:pt x="700718" y="73032"/>
                </a:lnTo>
                <a:cubicBezTo>
                  <a:pt x="705392" y="65047"/>
                  <a:pt x="709482" y="59497"/>
                  <a:pt x="712988" y="56381"/>
                </a:cubicBezTo>
                <a:cubicBezTo>
                  <a:pt x="716493" y="53265"/>
                  <a:pt x="720843" y="51707"/>
                  <a:pt x="726036" y="51707"/>
                </a:cubicBezTo>
                <a:cubicBezTo>
                  <a:pt x="727659" y="51707"/>
                  <a:pt x="730061" y="52161"/>
                  <a:pt x="733242" y="53070"/>
                </a:cubicBezTo>
                <a:lnTo>
                  <a:pt x="734021" y="53849"/>
                </a:lnTo>
                <a:lnTo>
                  <a:pt x="730028" y="68650"/>
                </a:lnTo>
                <a:lnTo>
                  <a:pt x="728470" y="69039"/>
                </a:lnTo>
                <a:cubicBezTo>
                  <a:pt x="726458" y="67157"/>
                  <a:pt x="722985" y="66216"/>
                  <a:pt x="718051" y="66216"/>
                </a:cubicBezTo>
                <a:cubicBezTo>
                  <a:pt x="713637" y="66216"/>
                  <a:pt x="709936" y="68553"/>
                  <a:pt x="706950" y="73227"/>
                </a:cubicBezTo>
                <a:cubicBezTo>
                  <a:pt x="702406" y="80108"/>
                  <a:pt x="700134" y="86697"/>
                  <a:pt x="700134" y="92994"/>
                </a:cubicBezTo>
                <a:lnTo>
                  <a:pt x="700134" y="103316"/>
                </a:lnTo>
                <a:cubicBezTo>
                  <a:pt x="700134" y="118182"/>
                  <a:pt x="700718" y="130159"/>
                  <a:pt x="701887" y="139247"/>
                </a:cubicBezTo>
                <a:lnTo>
                  <a:pt x="701497" y="139832"/>
                </a:lnTo>
                <a:cubicBezTo>
                  <a:pt x="699095" y="139442"/>
                  <a:pt x="695979" y="139247"/>
                  <a:pt x="692149" y="139247"/>
                </a:cubicBezTo>
                <a:cubicBezTo>
                  <a:pt x="688319" y="139247"/>
                  <a:pt x="685203" y="139442"/>
                  <a:pt x="682801" y="139832"/>
                </a:cubicBezTo>
                <a:lnTo>
                  <a:pt x="682412" y="139247"/>
                </a:lnTo>
                <a:cubicBezTo>
                  <a:pt x="683580" y="131003"/>
                  <a:pt x="684164" y="119026"/>
                  <a:pt x="684164" y="103316"/>
                </a:cubicBezTo>
                <a:lnTo>
                  <a:pt x="684164" y="92410"/>
                </a:lnTo>
                <a:cubicBezTo>
                  <a:pt x="684164" y="74038"/>
                  <a:pt x="683580" y="61120"/>
                  <a:pt x="682412" y="53654"/>
                </a:cubicBezTo>
                <a:lnTo>
                  <a:pt x="682801" y="53070"/>
                </a:lnTo>
                <a:cubicBezTo>
                  <a:pt x="688644" y="53589"/>
                  <a:pt x="694032" y="53394"/>
                  <a:pt x="698965" y="52486"/>
                </a:cubicBezTo>
                <a:cubicBezTo>
                  <a:pt x="699744" y="52486"/>
                  <a:pt x="700134" y="53167"/>
                  <a:pt x="700134" y="54530"/>
                </a:cubicBezTo>
                <a:lnTo>
                  <a:pt x="700134" y="72642"/>
                </a:lnTo>
                <a:close/>
                <a:moveTo>
                  <a:pt x="829550" y="75856"/>
                </a:moveTo>
                <a:lnTo>
                  <a:pt x="829550" y="85593"/>
                </a:lnTo>
                <a:lnTo>
                  <a:pt x="750773" y="85593"/>
                </a:lnTo>
                <a:lnTo>
                  <a:pt x="750773" y="75856"/>
                </a:lnTo>
                <a:lnTo>
                  <a:pt x="829550" y="75856"/>
                </a:lnTo>
                <a:moveTo>
                  <a:pt x="829550" y="100784"/>
                </a:moveTo>
                <a:lnTo>
                  <a:pt x="829550" y="110522"/>
                </a:lnTo>
                <a:lnTo>
                  <a:pt x="750773" y="110522"/>
                </a:lnTo>
                <a:lnTo>
                  <a:pt x="750773" y="100784"/>
                </a:lnTo>
                <a:lnTo>
                  <a:pt x="829550" y="100784"/>
                </a:lnTo>
                <a:close/>
                <a:moveTo>
                  <a:pt x="863466" y="50538"/>
                </a:moveTo>
                <a:cubicBezTo>
                  <a:pt x="863466" y="33400"/>
                  <a:pt x="862817" y="20092"/>
                  <a:pt x="861519" y="10614"/>
                </a:cubicBezTo>
                <a:lnTo>
                  <a:pt x="861908" y="10030"/>
                </a:lnTo>
                <a:cubicBezTo>
                  <a:pt x="864310" y="10419"/>
                  <a:pt x="867702" y="10614"/>
                  <a:pt x="872084" y="10614"/>
                </a:cubicBezTo>
                <a:cubicBezTo>
                  <a:pt x="876466" y="10614"/>
                  <a:pt x="879858" y="10419"/>
                  <a:pt x="882260" y="10030"/>
                </a:cubicBezTo>
                <a:lnTo>
                  <a:pt x="882649" y="10614"/>
                </a:lnTo>
                <a:cubicBezTo>
                  <a:pt x="881351" y="19378"/>
                  <a:pt x="880669" y="32686"/>
                  <a:pt x="880604" y="50538"/>
                </a:cubicBezTo>
                <a:lnTo>
                  <a:pt x="880604" y="70597"/>
                </a:lnTo>
                <a:cubicBezTo>
                  <a:pt x="882357" y="70403"/>
                  <a:pt x="883818" y="69818"/>
                  <a:pt x="884986" y="68845"/>
                </a:cubicBezTo>
                <a:cubicBezTo>
                  <a:pt x="900566" y="55277"/>
                  <a:pt x="919522" y="35672"/>
                  <a:pt x="941854" y="10030"/>
                </a:cubicBezTo>
                <a:cubicBezTo>
                  <a:pt x="943606" y="10419"/>
                  <a:pt x="946852" y="10614"/>
                  <a:pt x="951591" y="10614"/>
                </a:cubicBezTo>
                <a:cubicBezTo>
                  <a:pt x="956265" y="10614"/>
                  <a:pt x="959673" y="10419"/>
                  <a:pt x="961816" y="10030"/>
                </a:cubicBezTo>
                <a:cubicBezTo>
                  <a:pt x="934421" y="34114"/>
                  <a:pt x="914199" y="53654"/>
                  <a:pt x="901151" y="68650"/>
                </a:cubicBezTo>
                <a:lnTo>
                  <a:pt x="901151" y="69039"/>
                </a:lnTo>
                <a:lnTo>
                  <a:pt x="963763" y="139832"/>
                </a:lnTo>
                <a:cubicBezTo>
                  <a:pt x="961231" y="139442"/>
                  <a:pt x="957109" y="139247"/>
                  <a:pt x="951396" y="139247"/>
                </a:cubicBezTo>
                <a:cubicBezTo>
                  <a:pt x="945424" y="139247"/>
                  <a:pt x="941302" y="139442"/>
                  <a:pt x="939030" y="139832"/>
                </a:cubicBezTo>
                <a:cubicBezTo>
                  <a:pt x="909882" y="103932"/>
                  <a:pt x="891673" y="82347"/>
                  <a:pt x="884402" y="75077"/>
                </a:cubicBezTo>
                <a:cubicBezTo>
                  <a:pt x="883623" y="74428"/>
                  <a:pt x="882357" y="73973"/>
                  <a:pt x="880604" y="73713"/>
                </a:cubicBezTo>
                <a:lnTo>
                  <a:pt x="880604" y="99323"/>
                </a:lnTo>
                <a:cubicBezTo>
                  <a:pt x="880604" y="116461"/>
                  <a:pt x="881286" y="129769"/>
                  <a:pt x="882649" y="139247"/>
                </a:cubicBezTo>
                <a:lnTo>
                  <a:pt x="882260" y="139832"/>
                </a:lnTo>
                <a:cubicBezTo>
                  <a:pt x="879858" y="139442"/>
                  <a:pt x="876450" y="139247"/>
                  <a:pt x="872035" y="139247"/>
                </a:cubicBezTo>
                <a:cubicBezTo>
                  <a:pt x="867621" y="139247"/>
                  <a:pt x="864245" y="139442"/>
                  <a:pt x="861908" y="139832"/>
                </a:cubicBezTo>
                <a:lnTo>
                  <a:pt x="861519" y="139247"/>
                </a:lnTo>
                <a:cubicBezTo>
                  <a:pt x="862817" y="130224"/>
                  <a:pt x="863466" y="116916"/>
                  <a:pt x="863466" y="99323"/>
                </a:cubicBezTo>
                <a:lnTo>
                  <a:pt x="863466" y="50538"/>
                </a:lnTo>
                <a:close/>
                <a:moveTo>
                  <a:pt x="1038805" y="7985"/>
                </a:moveTo>
                <a:cubicBezTo>
                  <a:pt x="1046011" y="7985"/>
                  <a:pt x="1053233" y="8829"/>
                  <a:pt x="1060471" y="10517"/>
                </a:cubicBezTo>
                <a:cubicBezTo>
                  <a:pt x="1067709" y="12204"/>
                  <a:pt x="1073146" y="13860"/>
                  <a:pt x="1076781" y="15483"/>
                </a:cubicBezTo>
                <a:lnTo>
                  <a:pt x="1082332" y="18015"/>
                </a:lnTo>
                <a:lnTo>
                  <a:pt x="1082721" y="18599"/>
                </a:lnTo>
                <a:cubicBezTo>
                  <a:pt x="1080839" y="25805"/>
                  <a:pt x="1079638" y="33173"/>
                  <a:pt x="1079118" y="40703"/>
                </a:cubicBezTo>
                <a:lnTo>
                  <a:pt x="1076684" y="40898"/>
                </a:lnTo>
                <a:cubicBezTo>
                  <a:pt x="1068829" y="25188"/>
                  <a:pt x="1055294" y="17365"/>
                  <a:pt x="1036078" y="17430"/>
                </a:cubicBezTo>
                <a:cubicBezTo>
                  <a:pt x="1031664" y="17430"/>
                  <a:pt x="1027136" y="18453"/>
                  <a:pt x="1022494" y="20498"/>
                </a:cubicBezTo>
                <a:cubicBezTo>
                  <a:pt x="1017853" y="22542"/>
                  <a:pt x="1013325" y="25626"/>
                  <a:pt x="1008910" y="29748"/>
                </a:cubicBezTo>
                <a:cubicBezTo>
                  <a:pt x="1004496" y="33871"/>
                  <a:pt x="1000893" y="39664"/>
                  <a:pt x="998102" y="47130"/>
                </a:cubicBezTo>
                <a:cubicBezTo>
                  <a:pt x="995310" y="54595"/>
                  <a:pt x="993915" y="63100"/>
                  <a:pt x="993915" y="72642"/>
                </a:cubicBezTo>
                <a:cubicBezTo>
                  <a:pt x="993915" y="88482"/>
                  <a:pt x="998150" y="102180"/>
                  <a:pt x="1006622" y="113735"/>
                </a:cubicBezTo>
                <a:cubicBezTo>
                  <a:pt x="1015094" y="125290"/>
                  <a:pt x="1025497" y="131068"/>
                  <a:pt x="1037831" y="131068"/>
                </a:cubicBezTo>
                <a:cubicBezTo>
                  <a:pt x="1047244" y="131068"/>
                  <a:pt x="1055278" y="129542"/>
                  <a:pt x="1061932" y="126491"/>
                </a:cubicBezTo>
                <a:cubicBezTo>
                  <a:pt x="1068586" y="123440"/>
                  <a:pt x="1075451" y="118052"/>
                  <a:pt x="1082527" y="110327"/>
                </a:cubicBezTo>
                <a:lnTo>
                  <a:pt x="1083890" y="110911"/>
                </a:lnTo>
                <a:cubicBezTo>
                  <a:pt x="1084474" y="112469"/>
                  <a:pt x="1084896" y="115293"/>
                  <a:pt x="1085156" y="119383"/>
                </a:cubicBezTo>
                <a:cubicBezTo>
                  <a:pt x="1073146" y="133924"/>
                  <a:pt x="1056787" y="141195"/>
                  <a:pt x="1036078" y="141195"/>
                </a:cubicBezTo>
                <a:cubicBezTo>
                  <a:pt x="1015759" y="141195"/>
                  <a:pt x="1000228" y="135028"/>
                  <a:pt x="989484" y="122693"/>
                </a:cubicBezTo>
                <a:cubicBezTo>
                  <a:pt x="978740" y="110359"/>
                  <a:pt x="973368" y="94941"/>
                  <a:pt x="973368" y="76440"/>
                </a:cubicBezTo>
                <a:cubicBezTo>
                  <a:pt x="973368" y="57289"/>
                  <a:pt x="979957" y="41093"/>
                  <a:pt x="993136" y="27849"/>
                </a:cubicBezTo>
                <a:cubicBezTo>
                  <a:pt x="1006314" y="14606"/>
                  <a:pt x="1021537" y="7985"/>
                  <a:pt x="1038805" y="7985"/>
                </a:cubicBezTo>
                <a:close/>
                <a:moveTo>
                  <a:pt x="1105653" y="98350"/>
                </a:moveTo>
                <a:cubicBezTo>
                  <a:pt x="1105653" y="84263"/>
                  <a:pt x="1109564" y="72967"/>
                  <a:pt x="1117387" y="64463"/>
                </a:cubicBezTo>
                <a:cubicBezTo>
                  <a:pt x="1125209" y="55959"/>
                  <a:pt x="1135645" y="51707"/>
                  <a:pt x="1148693" y="51707"/>
                </a:cubicBezTo>
                <a:cubicBezTo>
                  <a:pt x="1162001" y="51707"/>
                  <a:pt x="1172242" y="55731"/>
                  <a:pt x="1179415" y="63781"/>
                </a:cubicBezTo>
                <a:cubicBezTo>
                  <a:pt x="1186588" y="71831"/>
                  <a:pt x="1190175" y="82769"/>
                  <a:pt x="1190175" y="96597"/>
                </a:cubicBezTo>
                <a:cubicBezTo>
                  <a:pt x="1190175" y="109905"/>
                  <a:pt x="1186394" y="120665"/>
                  <a:pt x="1178831" y="128877"/>
                </a:cubicBezTo>
                <a:cubicBezTo>
                  <a:pt x="1171268" y="137089"/>
                  <a:pt x="1160962" y="141195"/>
                  <a:pt x="1147914" y="141195"/>
                </a:cubicBezTo>
                <a:cubicBezTo>
                  <a:pt x="1134995" y="141195"/>
                  <a:pt x="1124722" y="137138"/>
                  <a:pt x="1117095" y="129023"/>
                </a:cubicBezTo>
                <a:cubicBezTo>
                  <a:pt x="1109467" y="120908"/>
                  <a:pt x="1105653" y="110684"/>
                  <a:pt x="1105653" y="98350"/>
                </a:cubicBezTo>
                <a:moveTo>
                  <a:pt x="1147330" y="59691"/>
                </a:moveTo>
                <a:cubicBezTo>
                  <a:pt x="1141487" y="59691"/>
                  <a:pt x="1136667" y="61477"/>
                  <a:pt x="1132869" y="65047"/>
                </a:cubicBezTo>
                <a:cubicBezTo>
                  <a:pt x="1129072" y="68617"/>
                  <a:pt x="1126508" y="72902"/>
                  <a:pt x="1125177" y="77901"/>
                </a:cubicBezTo>
                <a:cubicBezTo>
                  <a:pt x="1123846" y="82899"/>
                  <a:pt x="1123181" y="88580"/>
                  <a:pt x="1123181" y="94941"/>
                </a:cubicBezTo>
                <a:cubicBezTo>
                  <a:pt x="1123181" y="100914"/>
                  <a:pt x="1123846" y="106562"/>
                  <a:pt x="1125177" y="111885"/>
                </a:cubicBezTo>
                <a:cubicBezTo>
                  <a:pt x="1126508" y="117208"/>
                  <a:pt x="1129299" y="122109"/>
                  <a:pt x="1133551" y="126589"/>
                </a:cubicBezTo>
                <a:cubicBezTo>
                  <a:pt x="1137803" y="131068"/>
                  <a:pt x="1143175" y="133307"/>
                  <a:pt x="1149667" y="133307"/>
                </a:cubicBezTo>
                <a:cubicBezTo>
                  <a:pt x="1156288" y="133307"/>
                  <a:pt x="1161774" y="130175"/>
                  <a:pt x="1166123" y="123911"/>
                </a:cubicBezTo>
                <a:cubicBezTo>
                  <a:pt x="1170473" y="117646"/>
                  <a:pt x="1172647" y="109743"/>
                  <a:pt x="1172647" y="100200"/>
                </a:cubicBezTo>
                <a:cubicBezTo>
                  <a:pt x="1172647" y="86762"/>
                  <a:pt x="1170895" y="76651"/>
                  <a:pt x="1167389" y="69867"/>
                </a:cubicBezTo>
                <a:cubicBezTo>
                  <a:pt x="1163884" y="63083"/>
                  <a:pt x="1157197" y="59691"/>
                  <a:pt x="1147330" y="59691"/>
                </a:cubicBezTo>
                <a:close/>
                <a:moveTo>
                  <a:pt x="1289498" y="103316"/>
                </a:moveTo>
                <a:cubicBezTo>
                  <a:pt x="1289498" y="118441"/>
                  <a:pt x="1290115" y="130419"/>
                  <a:pt x="1291348" y="139247"/>
                </a:cubicBezTo>
                <a:lnTo>
                  <a:pt x="1290862" y="139832"/>
                </a:lnTo>
                <a:cubicBezTo>
                  <a:pt x="1288460" y="139442"/>
                  <a:pt x="1285344" y="139247"/>
                  <a:pt x="1281514" y="139247"/>
                </a:cubicBezTo>
                <a:cubicBezTo>
                  <a:pt x="1277683" y="139247"/>
                  <a:pt x="1274567" y="139442"/>
                  <a:pt x="1272165" y="139832"/>
                </a:cubicBezTo>
                <a:lnTo>
                  <a:pt x="1271776" y="139247"/>
                </a:lnTo>
                <a:cubicBezTo>
                  <a:pt x="1272944" y="130354"/>
                  <a:pt x="1273529" y="118376"/>
                  <a:pt x="1273529" y="103316"/>
                </a:cubicBezTo>
                <a:lnTo>
                  <a:pt x="1273529" y="83841"/>
                </a:lnTo>
                <a:cubicBezTo>
                  <a:pt x="1273529" y="75986"/>
                  <a:pt x="1272474" y="70662"/>
                  <a:pt x="1270364" y="67871"/>
                </a:cubicBezTo>
                <a:cubicBezTo>
                  <a:pt x="1268254" y="65079"/>
                  <a:pt x="1264538" y="63684"/>
                  <a:pt x="1259214" y="63684"/>
                </a:cubicBezTo>
                <a:cubicBezTo>
                  <a:pt x="1255125" y="63684"/>
                  <a:pt x="1250451" y="65015"/>
                  <a:pt x="1245192" y="67676"/>
                </a:cubicBezTo>
                <a:cubicBezTo>
                  <a:pt x="1239934" y="70338"/>
                  <a:pt x="1234968" y="74460"/>
                  <a:pt x="1230294" y="80043"/>
                </a:cubicBezTo>
                <a:lnTo>
                  <a:pt x="1230294" y="103316"/>
                </a:lnTo>
                <a:cubicBezTo>
                  <a:pt x="1230294" y="118766"/>
                  <a:pt x="1230878" y="130743"/>
                  <a:pt x="1232047" y="139247"/>
                </a:cubicBezTo>
                <a:lnTo>
                  <a:pt x="1231657" y="139832"/>
                </a:lnTo>
                <a:cubicBezTo>
                  <a:pt x="1229255" y="139442"/>
                  <a:pt x="1226139" y="139247"/>
                  <a:pt x="1222309" y="139247"/>
                </a:cubicBezTo>
                <a:cubicBezTo>
                  <a:pt x="1218479" y="139247"/>
                  <a:pt x="1215363" y="139442"/>
                  <a:pt x="1212961" y="139832"/>
                </a:cubicBezTo>
                <a:lnTo>
                  <a:pt x="1212571" y="139247"/>
                </a:lnTo>
                <a:cubicBezTo>
                  <a:pt x="1213740" y="131133"/>
                  <a:pt x="1214324" y="119155"/>
                  <a:pt x="1214324" y="103316"/>
                </a:cubicBezTo>
                <a:lnTo>
                  <a:pt x="1214324" y="92410"/>
                </a:lnTo>
                <a:cubicBezTo>
                  <a:pt x="1214324" y="74038"/>
                  <a:pt x="1213740" y="61120"/>
                  <a:pt x="1212571" y="53654"/>
                </a:cubicBezTo>
                <a:lnTo>
                  <a:pt x="1212961" y="53070"/>
                </a:lnTo>
                <a:cubicBezTo>
                  <a:pt x="1218804" y="53589"/>
                  <a:pt x="1224192" y="53394"/>
                  <a:pt x="1229125" y="52486"/>
                </a:cubicBezTo>
                <a:cubicBezTo>
                  <a:pt x="1229904" y="52486"/>
                  <a:pt x="1230294" y="53167"/>
                  <a:pt x="1230294" y="54530"/>
                </a:cubicBezTo>
                <a:lnTo>
                  <a:pt x="1230294" y="69039"/>
                </a:lnTo>
                <a:lnTo>
                  <a:pt x="1230683" y="69624"/>
                </a:lnTo>
                <a:cubicBezTo>
                  <a:pt x="1240940" y="57679"/>
                  <a:pt x="1252431" y="51707"/>
                  <a:pt x="1265154" y="51707"/>
                </a:cubicBezTo>
                <a:cubicBezTo>
                  <a:pt x="1273918" y="51707"/>
                  <a:pt x="1280231" y="54303"/>
                  <a:pt x="1284094" y="59497"/>
                </a:cubicBezTo>
                <a:cubicBezTo>
                  <a:pt x="1287957" y="64690"/>
                  <a:pt x="1289888" y="72610"/>
                  <a:pt x="1289888" y="83256"/>
                </a:cubicBezTo>
                <a:cubicBezTo>
                  <a:pt x="1289888" y="85399"/>
                  <a:pt x="1289823" y="88742"/>
                  <a:pt x="1289693" y="93286"/>
                </a:cubicBezTo>
                <a:cubicBezTo>
                  <a:pt x="1289563" y="97830"/>
                  <a:pt x="1289498" y="101173"/>
                  <a:pt x="1289498" y="103316"/>
                </a:cubicBezTo>
                <a:close/>
                <a:moveTo>
                  <a:pt x="1325028" y="53654"/>
                </a:moveTo>
                <a:lnTo>
                  <a:pt x="1325028" y="45961"/>
                </a:lnTo>
                <a:cubicBezTo>
                  <a:pt x="1325028" y="34796"/>
                  <a:pt x="1328663" y="24604"/>
                  <a:pt x="1335934" y="15385"/>
                </a:cubicBezTo>
                <a:cubicBezTo>
                  <a:pt x="1339634" y="10582"/>
                  <a:pt x="1344455" y="6816"/>
                  <a:pt x="1350395" y="4090"/>
                </a:cubicBezTo>
                <a:cubicBezTo>
                  <a:pt x="1356334" y="1363"/>
                  <a:pt x="1362420" y="0"/>
                  <a:pt x="1368652" y="0"/>
                </a:cubicBezTo>
                <a:cubicBezTo>
                  <a:pt x="1372483" y="0"/>
                  <a:pt x="1375469" y="682"/>
                  <a:pt x="1377611" y="2045"/>
                </a:cubicBezTo>
                <a:lnTo>
                  <a:pt x="1377806" y="2629"/>
                </a:lnTo>
                <a:cubicBezTo>
                  <a:pt x="1375793" y="6589"/>
                  <a:pt x="1373943" y="12042"/>
                  <a:pt x="1372255" y="18988"/>
                </a:cubicBezTo>
                <a:lnTo>
                  <a:pt x="1370113" y="19183"/>
                </a:lnTo>
                <a:cubicBezTo>
                  <a:pt x="1367581" y="14509"/>
                  <a:pt x="1363719" y="12172"/>
                  <a:pt x="1358525" y="12172"/>
                </a:cubicBezTo>
                <a:cubicBezTo>
                  <a:pt x="1352813" y="12172"/>
                  <a:pt x="1348285" y="13876"/>
                  <a:pt x="1344941" y="17284"/>
                </a:cubicBezTo>
                <a:cubicBezTo>
                  <a:pt x="1341598" y="20692"/>
                  <a:pt x="1339927" y="25188"/>
                  <a:pt x="1339927" y="30771"/>
                </a:cubicBezTo>
                <a:cubicBezTo>
                  <a:pt x="1339927" y="31680"/>
                  <a:pt x="1340105" y="34763"/>
                  <a:pt x="1340462" y="40021"/>
                </a:cubicBezTo>
                <a:cubicBezTo>
                  <a:pt x="1340819" y="45280"/>
                  <a:pt x="1340998" y="49240"/>
                  <a:pt x="1340998" y="51901"/>
                </a:cubicBezTo>
                <a:lnTo>
                  <a:pt x="1340998" y="53654"/>
                </a:lnTo>
                <a:lnTo>
                  <a:pt x="1349567" y="53654"/>
                </a:lnTo>
                <a:cubicBezTo>
                  <a:pt x="1353267" y="53654"/>
                  <a:pt x="1357909" y="53524"/>
                  <a:pt x="1363492" y="53265"/>
                </a:cubicBezTo>
                <a:lnTo>
                  <a:pt x="1364465" y="54725"/>
                </a:lnTo>
                <a:cubicBezTo>
                  <a:pt x="1363427" y="57387"/>
                  <a:pt x="1362648" y="60113"/>
                  <a:pt x="1362128" y="62905"/>
                </a:cubicBezTo>
                <a:cubicBezTo>
                  <a:pt x="1359467" y="62645"/>
                  <a:pt x="1354663" y="62515"/>
                  <a:pt x="1347717" y="62515"/>
                </a:cubicBezTo>
                <a:lnTo>
                  <a:pt x="1340998" y="62515"/>
                </a:lnTo>
                <a:lnTo>
                  <a:pt x="1340998" y="99518"/>
                </a:lnTo>
                <a:cubicBezTo>
                  <a:pt x="1340998" y="117046"/>
                  <a:pt x="1341647" y="130289"/>
                  <a:pt x="1342945" y="139247"/>
                </a:cubicBezTo>
                <a:lnTo>
                  <a:pt x="1342556" y="139832"/>
                </a:lnTo>
                <a:cubicBezTo>
                  <a:pt x="1340154" y="139442"/>
                  <a:pt x="1336957" y="139247"/>
                  <a:pt x="1332964" y="139247"/>
                </a:cubicBezTo>
                <a:cubicBezTo>
                  <a:pt x="1328972" y="139247"/>
                  <a:pt x="1325775" y="139442"/>
                  <a:pt x="1323373" y="139832"/>
                </a:cubicBezTo>
                <a:lnTo>
                  <a:pt x="1322983" y="139247"/>
                </a:lnTo>
                <a:cubicBezTo>
                  <a:pt x="1324282" y="130873"/>
                  <a:pt x="1324963" y="117630"/>
                  <a:pt x="1325028" y="99518"/>
                </a:cubicBezTo>
                <a:lnTo>
                  <a:pt x="1325028" y="62515"/>
                </a:lnTo>
                <a:lnTo>
                  <a:pt x="1324833" y="62515"/>
                </a:lnTo>
                <a:cubicBezTo>
                  <a:pt x="1318731" y="62515"/>
                  <a:pt x="1313797" y="62645"/>
                  <a:pt x="1310032" y="62905"/>
                </a:cubicBezTo>
                <a:lnTo>
                  <a:pt x="1309059" y="61444"/>
                </a:lnTo>
                <a:cubicBezTo>
                  <a:pt x="1310941" y="58523"/>
                  <a:pt x="1312402" y="55796"/>
                  <a:pt x="1313440" y="53265"/>
                </a:cubicBezTo>
                <a:cubicBezTo>
                  <a:pt x="1315453" y="53524"/>
                  <a:pt x="1319315" y="53654"/>
                  <a:pt x="1325028" y="53654"/>
                </a:cubicBezTo>
                <a:close/>
                <a:moveTo>
                  <a:pt x="1386917" y="27265"/>
                </a:moveTo>
                <a:cubicBezTo>
                  <a:pt x="1384873" y="25188"/>
                  <a:pt x="1383850" y="22818"/>
                  <a:pt x="1383850" y="20157"/>
                </a:cubicBezTo>
                <a:cubicBezTo>
                  <a:pt x="1383850" y="17495"/>
                  <a:pt x="1384873" y="15142"/>
                  <a:pt x="1386917" y="13097"/>
                </a:cubicBezTo>
                <a:cubicBezTo>
                  <a:pt x="1388962" y="11052"/>
                  <a:pt x="1391316" y="10030"/>
                  <a:pt x="1393977" y="10030"/>
                </a:cubicBezTo>
                <a:cubicBezTo>
                  <a:pt x="1396639" y="10030"/>
                  <a:pt x="1399008" y="11052"/>
                  <a:pt x="1401086" y="13097"/>
                </a:cubicBezTo>
                <a:cubicBezTo>
                  <a:pt x="1403163" y="15142"/>
                  <a:pt x="1404202" y="17495"/>
                  <a:pt x="1404202" y="20157"/>
                </a:cubicBezTo>
                <a:cubicBezTo>
                  <a:pt x="1404202" y="22818"/>
                  <a:pt x="1403163" y="25188"/>
                  <a:pt x="1401086" y="27265"/>
                </a:cubicBezTo>
                <a:cubicBezTo>
                  <a:pt x="1399008" y="29343"/>
                  <a:pt x="1396639" y="30381"/>
                  <a:pt x="1393977" y="30381"/>
                </a:cubicBezTo>
                <a:cubicBezTo>
                  <a:pt x="1391316" y="30381"/>
                  <a:pt x="1388962" y="29343"/>
                  <a:pt x="1386917" y="27265"/>
                </a:cubicBezTo>
                <a:moveTo>
                  <a:pt x="1385798" y="92410"/>
                </a:moveTo>
                <a:cubicBezTo>
                  <a:pt x="1385798" y="74752"/>
                  <a:pt x="1385213" y="61834"/>
                  <a:pt x="1384045" y="53654"/>
                </a:cubicBezTo>
                <a:lnTo>
                  <a:pt x="1384434" y="53070"/>
                </a:lnTo>
                <a:cubicBezTo>
                  <a:pt x="1390147" y="53459"/>
                  <a:pt x="1395925" y="53394"/>
                  <a:pt x="1401767" y="52875"/>
                </a:cubicBezTo>
                <a:cubicBezTo>
                  <a:pt x="1402546" y="52875"/>
                  <a:pt x="1403049" y="52972"/>
                  <a:pt x="1403277" y="53167"/>
                </a:cubicBezTo>
                <a:cubicBezTo>
                  <a:pt x="1403504" y="53362"/>
                  <a:pt x="1403617" y="53946"/>
                  <a:pt x="1403617" y="54920"/>
                </a:cubicBezTo>
                <a:cubicBezTo>
                  <a:pt x="1402449" y="66086"/>
                  <a:pt x="1401832" y="77511"/>
                  <a:pt x="1401767" y="89196"/>
                </a:cubicBezTo>
                <a:lnTo>
                  <a:pt x="1401767" y="103316"/>
                </a:lnTo>
                <a:cubicBezTo>
                  <a:pt x="1401767" y="117792"/>
                  <a:pt x="1402384" y="129769"/>
                  <a:pt x="1403617" y="139247"/>
                </a:cubicBezTo>
                <a:lnTo>
                  <a:pt x="1403131" y="139832"/>
                </a:lnTo>
                <a:cubicBezTo>
                  <a:pt x="1400729" y="139442"/>
                  <a:pt x="1397613" y="139247"/>
                  <a:pt x="1393782" y="139247"/>
                </a:cubicBezTo>
                <a:cubicBezTo>
                  <a:pt x="1389952" y="139247"/>
                  <a:pt x="1386836" y="139442"/>
                  <a:pt x="1384434" y="139832"/>
                </a:cubicBezTo>
                <a:lnTo>
                  <a:pt x="1384045" y="139247"/>
                </a:lnTo>
                <a:cubicBezTo>
                  <a:pt x="1385213" y="130224"/>
                  <a:pt x="1385798" y="118247"/>
                  <a:pt x="1385798" y="103316"/>
                </a:cubicBezTo>
                <a:lnTo>
                  <a:pt x="1385798" y="92410"/>
                </a:lnTo>
                <a:close/>
                <a:moveTo>
                  <a:pt x="1439888" y="159988"/>
                </a:moveTo>
                <a:cubicBezTo>
                  <a:pt x="1439888" y="166220"/>
                  <a:pt x="1442371" y="170765"/>
                  <a:pt x="1447337" y="173621"/>
                </a:cubicBezTo>
                <a:cubicBezTo>
                  <a:pt x="1452303" y="176477"/>
                  <a:pt x="1458519" y="177906"/>
                  <a:pt x="1465984" y="177906"/>
                </a:cubicBezTo>
                <a:cubicBezTo>
                  <a:pt x="1475138" y="177906"/>
                  <a:pt x="1483009" y="176250"/>
                  <a:pt x="1489598" y="172939"/>
                </a:cubicBezTo>
                <a:cubicBezTo>
                  <a:pt x="1496187" y="169629"/>
                  <a:pt x="1499482" y="165117"/>
                  <a:pt x="1499482" y="159404"/>
                </a:cubicBezTo>
                <a:cubicBezTo>
                  <a:pt x="1499482" y="152912"/>
                  <a:pt x="1496885" y="148109"/>
                  <a:pt x="1491692" y="144993"/>
                </a:cubicBezTo>
                <a:cubicBezTo>
                  <a:pt x="1487862" y="142720"/>
                  <a:pt x="1480818" y="141617"/>
                  <a:pt x="1470561" y="141682"/>
                </a:cubicBezTo>
                <a:cubicBezTo>
                  <a:pt x="1469912" y="141682"/>
                  <a:pt x="1467364" y="141779"/>
                  <a:pt x="1462917" y="141974"/>
                </a:cubicBezTo>
                <a:cubicBezTo>
                  <a:pt x="1458470" y="142169"/>
                  <a:pt x="1455111" y="142266"/>
                  <a:pt x="1452839" y="142266"/>
                </a:cubicBezTo>
                <a:cubicBezTo>
                  <a:pt x="1449268" y="144278"/>
                  <a:pt x="1446217" y="146940"/>
                  <a:pt x="1443685" y="150251"/>
                </a:cubicBezTo>
                <a:cubicBezTo>
                  <a:pt x="1441154" y="153562"/>
                  <a:pt x="1439888" y="156807"/>
                  <a:pt x="1439888" y="159988"/>
                </a:cubicBezTo>
                <a:moveTo>
                  <a:pt x="1497534" y="82380"/>
                </a:moveTo>
                <a:cubicBezTo>
                  <a:pt x="1497534" y="90624"/>
                  <a:pt x="1494499" y="97635"/>
                  <a:pt x="1488430" y="103413"/>
                </a:cubicBezTo>
                <a:cubicBezTo>
                  <a:pt x="1482360" y="109191"/>
                  <a:pt x="1474359" y="112080"/>
                  <a:pt x="1464426" y="112080"/>
                </a:cubicBezTo>
                <a:cubicBezTo>
                  <a:pt x="1458065" y="112080"/>
                  <a:pt x="1453131" y="111171"/>
                  <a:pt x="1449625" y="109353"/>
                </a:cubicBezTo>
                <a:cubicBezTo>
                  <a:pt x="1446055" y="112404"/>
                  <a:pt x="1444270" y="116104"/>
                  <a:pt x="1444270" y="120454"/>
                </a:cubicBezTo>
                <a:cubicBezTo>
                  <a:pt x="1444270" y="124284"/>
                  <a:pt x="1445292" y="126816"/>
                  <a:pt x="1447337" y="128049"/>
                </a:cubicBezTo>
                <a:cubicBezTo>
                  <a:pt x="1449382" y="129283"/>
                  <a:pt x="1452222" y="129899"/>
                  <a:pt x="1455857" y="129899"/>
                </a:cubicBezTo>
                <a:cubicBezTo>
                  <a:pt x="1455987" y="129899"/>
                  <a:pt x="1457902" y="129769"/>
                  <a:pt x="1461603" y="129510"/>
                </a:cubicBezTo>
                <a:cubicBezTo>
                  <a:pt x="1466666" y="128861"/>
                  <a:pt x="1471989" y="128504"/>
                  <a:pt x="1477572" y="128439"/>
                </a:cubicBezTo>
                <a:cubicBezTo>
                  <a:pt x="1491140" y="128439"/>
                  <a:pt x="1500520" y="130646"/>
                  <a:pt x="1505714" y="135060"/>
                </a:cubicBezTo>
                <a:cubicBezTo>
                  <a:pt x="1511297" y="139864"/>
                  <a:pt x="1514088" y="146453"/>
                  <a:pt x="1514088" y="154827"/>
                </a:cubicBezTo>
                <a:cubicBezTo>
                  <a:pt x="1514088" y="164240"/>
                  <a:pt x="1509625" y="171868"/>
                  <a:pt x="1500699" y="177711"/>
                </a:cubicBezTo>
                <a:cubicBezTo>
                  <a:pt x="1491773" y="183553"/>
                  <a:pt x="1479682" y="186475"/>
                  <a:pt x="1464426" y="186475"/>
                </a:cubicBezTo>
                <a:cubicBezTo>
                  <a:pt x="1453131" y="186475"/>
                  <a:pt x="1443929" y="184592"/>
                  <a:pt x="1436820" y="180827"/>
                </a:cubicBezTo>
                <a:cubicBezTo>
                  <a:pt x="1429712" y="177062"/>
                  <a:pt x="1426158" y="171446"/>
                  <a:pt x="1426158" y="163981"/>
                </a:cubicBezTo>
                <a:cubicBezTo>
                  <a:pt x="1426158" y="159891"/>
                  <a:pt x="1427683" y="155509"/>
                  <a:pt x="1430734" y="150835"/>
                </a:cubicBezTo>
                <a:cubicBezTo>
                  <a:pt x="1436577" y="146291"/>
                  <a:pt x="1442225" y="142915"/>
                  <a:pt x="1447678" y="140708"/>
                </a:cubicBezTo>
                <a:cubicBezTo>
                  <a:pt x="1442549" y="139799"/>
                  <a:pt x="1438671" y="137787"/>
                  <a:pt x="1436041" y="134671"/>
                </a:cubicBezTo>
                <a:cubicBezTo>
                  <a:pt x="1433412" y="131555"/>
                  <a:pt x="1432098" y="127822"/>
                  <a:pt x="1432098" y="123472"/>
                </a:cubicBezTo>
                <a:cubicBezTo>
                  <a:pt x="1432098" y="118279"/>
                  <a:pt x="1436350" y="112761"/>
                  <a:pt x="1444854" y="106919"/>
                </a:cubicBezTo>
                <a:cubicBezTo>
                  <a:pt x="1435441" y="101466"/>
                  <a:pt x="1430734" y="93156"/>
                  <a:pt x="1430734" y="81990"/>
                </a:cubicBezTo>
                <a:cubicBezTo>
                  <a:pt x="1430734" y="72707"/>
                  <a:pt x="1434224" y="65339"/>
                  <a:pt x="1441202" y="59886"/>
                </a:cubicBezTo>
                <a:cubicBezTo>
                  <a:pt x="1448181" y="54433"/>
                  <a:pt x="1455987" y="51707"/>
                  <a:pt x="1464621" y="51707"/>
                </a:cubicBezTo>
                <a:cubicBezTo>
                  <a:pt x="1469100" y="51707"/>
                  <a:pt x="1473158" y="52291"/>
                  <a:pt x="1476793" y="53459"/>
                </a:cubicBezTo>
                <a:cubicBezTo>
                  <a:pt x="1482441" y="53135"/>
                  <a:pt x="1488576" y="52469"/>
                  <a:pt x="1495197" y="51463"/>
                </a:cubicBezTo>
                <a:cubicBezTo>
                  <a:pt x="1501819" y="50457"/>
                  <a:pt x="1506168" y="49856"/>
                  <a:pt x="1508246" y="49662"/>
                </a:cubicBezTo>
                <a:lnTo>
                  <a:pt x="1508830" y="50343"/>
                </a:lnTo>
                <a:cubicBezTo>
                  <a:pt x="1508440" y="52226"/>
                  <a:pt x="1508246" y="53946"/>
                  <a:pt x="1508246" y="55504"/>
                </a:cubicBezTo>
                <a:cubicBezTo>
                  <a:pt x="1508246" y="57062"/>
                  <a:pt x="1508440" y="58783"/>
                  <a:pt x="1508830" y="60665"/>
                </a:cubicBezTo>
                <a:lnTo>
                  <a:pt x="1508246" y="61249"/>
                </a:lnTo>
                <a:cubicBezTo>
                  <a:pt x="1495846" y="59951"/>
                  <a:pt x="1488933" y="59269"/>
                  <a:pt x="1487504" y="59204"/>
                </a:cubicBezTo>
                <a:cubicBezTo>
                  <a:pt x="1494191" y="63619"/>
                  <a:pt x="1497534" y="71344"/>
                  <a:pt x="1497534" y="82380"/>
                </a:cubicBezTo>
                <a:moveTo>
                  <a:pt x="1481954" y="82575"/>
                </a:moveTo>
                <a:cubicBezTo>
                  <a:pt x="1481954" y="66995"/>
                  <a:pt x="1475917" y="59237"/>
                  <a:pt x="1463842" y="59302"/>
                </a:cubicBezTo>
                <a:cubicBezTo>
                  <a:pt x="1458129" y="59302"/>
                  <a:pt x="1453764" y="61233"/>
                  <a:pt x="1450745" y="65096"/>
                </a:cubicBezTo>
                <a:cubicBezTo>
                  <a:pt x="1447726" y="68958"/>
                  <a:pt x="1446217" y="74265"/>
                  <a:pt x="1446217" y="81017"/>
                </a:cubicBezTo>
                <a:cubicBezTo>
                  <a:pt x="1446217" y="96467"/>
                  <a:pt x="1452482" y="104192"/>
                  <a:pt x="1465011" y="104192"/>
                </a:cubicBezTo>
                <a:cubicBezTo>
                  <a:pt x="1470723" y="104192"/>
                  <a:pt x="1474975" y="102212"/>
                  <a:pt x="1477767" y="98252"/>
                </a:cubicBezTo>
                <a:cubicBezTo>
                  <a:pt x="1480558" y="94292"/>
                  <a:pt x="1481954" y="89066"/>
                  <a:pt x="1481954" y="82575"/>
                </a:cubicBezTo>
                <a:close/>
                <a:moveTo>
                  <a:pt x="1557123" y="82185"/>
                </a:moveTo>
                <a:lnTo>
                  <a:pt x="1557123" y="99323"/>
                </a:lnTo>
                <a:cubicBezTo>
                  <a:pt x="1557123" y="116461"/>
                  <a:pt x="1557805" y="129769"/>
                  <a:pt x="1559168" y="139247"/>
                </a:cubicBezTo>
                <a:lnTo>
                  <a:pt x="1558779" y="139832"/>
                </a:lnTo>
                <a:cubicBezTo>
                  <a:pt x="1556377" y="139442"/>
                  <a:pt x="1552969" y="139247"/>
                  <a:pt x="1548554" y="139247"/>
                </a:cubicBezTo>
                <a:cubicBezTo>
                  <a:pt x="1544140" y="139247"/>
                  <a:pt x="1540764" y="139442"/>
                  <a:pt x="1538427" y="139832"/>
                </a:cubicBezTo>
                <a:lnTo>
                  <a:pt x="1538038" y="139247"/>
                </a:lnTo>
                <a:cubicBezTo>
                  <a:pt x="1539336" y="130224"/>
                  <a:pt x="1539985" y="116916"/>
                  <a:pt x="1539985" y="99323"/>
                </a:cubicBezTo>
                <a:lnTo>
                  <a:pt x="1539985" y="50538"/>
                </a:lnTo>
                <a:cubicBezTo>
                  <a:pt x="1539985" y="33400"/>
                  <a:pt x="1539336" y="20092"/>
                  <a:pt x="1538038" y="10614"/>
                </a:cubicBezTo>
                <a:lnTo>
                  <a:pt x="1538427" y="10030"/>
                </a:lnTo>
                <a:cubicBezTo>
                  <a:pt x="1540829" y="10419"/>
                  <a:pt x="1544205" y="10614"/>
                  <a:pt x="1548554" y="10614"/>
                </a:cubicBezTo>
                <a:cubicBezTo>
                  <a:pt x="1550697" y="10614"/>
                  <a:pt x="1555322" y="10387"/>
                  <a:pt x="1562430" y="9932"/>
                </a:cubicBezTo>
                <a:cubicBezTo>
                  <a:pt x="1569539" y="9478"/>
                  <a:pt x="1573905" y="9251"/>
                  <a:pt x="1575527" y="9251"/>
                </a:cubicBezTo>
                <a:cubicBezTo>
                  <a:pt x="1593639" y="9251"/>
                  <a:pt x="1606071" y="12432"/>
                  <a:pt x="1612822" y="18794"/>
                </a:cubicBezTo>
                <a:cubicBezTo>
                  <a:pt x="1619898" y="25415"/>
                  <a:pt x="1623404" y="33724"/>
                  <a:pt x="1623339" y="43722"/>
                </a:cubicBezTo>
                <a:cubicBezTo>
                  <a:pt x="1623339" y="58458"/>
                  <a:pt x="1616685" y="69169"/>
                  <a:pt x="1603377" y="75856"/>
                </a:cubicBezTo>
                <a:cubicBezTo>
                  <a:pt x="1600456" y="77349"/>
                  <a:pt x="1596431" y="78615"/>
                  <a:pt x="1591302" y="79653"/>
                </a:cubicBezTo>
                <a:cubicBezTo>
                  <a:pt x="1594418" y="83808"/>
                  <a:pt x="1601364" y="93724"/>
                  <a:pt x="1612141" y="109402"/>
                </a:cubicBezTo>
                <a:cubicBezTo>
                  <a:pt x="1622917" y="125079"/>
                  <a:pt x="1630188" y="135028"/>
                  <a:pt x="1633953" y="139247"/>
                </a:cubicBezTo>
                <a:lnTo>
                  <a:pt x="1633563" y="139832"/>
                </a:lnTo>
                <a:cubicBezTo>
                  <a:pt x="1630902" y="139442"/>
                  <a:pt x="1626909" y="139247"/>
                  <a:pt x="1621586" y="139247"/>
                </a:cubicBezTo>
                <a:cubicBezTo>
                  <a:pt x="1616133" y="139247"/>
                  <a:pt x="1612141" y="139442"/>
                  <a:pt x="1609609" y="139832"/>
                </a:cubicBezTo>
                <a:cubicBezTo>
                  <a:pt x="1607207" y="132626"/>
                  <a:pt x="1600878" y="120746"/>
                  <a:pt x="1590621" y="104192"/>
                </a:cubicBezTo>
                <a:cubicBezTo>
                  <a:pt x="1589972" y="103153"/>
                  <a:pt x="1588787" y="101206"/>
                  <a:pt x="1587066" y="98350"/>
                </a:cubicBezTo>
                <a:cubicBezTo>
                  <a:pt x="1585346" y="95493"/>
                  <a:pt x="1584064" y="93400"/>
                  <a:pt x="1583220" y="92069"/>
                </a:cubicBezTo>
                <a:cubicBezTo>
                  <a:pt x="1582376" y="90738"/>
                  <a:pt x="1581224" y="89050"/>
                  <a:pt x="1579763" y="87005"/>
                </a:cubicBezTo>
                <a:cubicBezTo>
                  <a:pt x="1578303" y="84960"/>
                  <a:pt x="1576923" y="83159"/>
                  <a:pt x="1575625" y="81601"/>
                </a:cubicBezTo>
                <a:cubicBezTo>
                  <a:pt x="1570042" y="81990"/>
                  <a:pt x="1563875" y="82185"/>
                  <a:pt x="1557123" y="82185"/>
                </a:cubicBezTo>
                <a:moveTo>
                  <a:pt x="1575722" y="17820"/>
                </a:moveTo>
                <a:cubicBezTo>
                  <a:pt x="1566958" y="17820"/>
                  <a:pt x="1561668" y="18274"/>
                  <a:pt x="1559850" y="19183"/>
                </a:cubicBezTo>
                <a:cubicBezTo>
                  <a:pt x="1558032" y="20092"/>
                  <a:pt x="1557123" y="22559"/>
                  <a:pt x="1557123" y="26584"/>
                </a:cubicBezTo>
                <a:lnTo>
                  <a:pt x="1557123" y="74200"/>
                </a:lnTo>
                <a:lnTo>
                  <a:pt x="1568711" y="74200"/>
                </a:lnTo>
                <a:cubicBezTo>
                  <a:pt x="1579617" y="74200"/>
                  <a:pt x="1588251" y="71977"/>
                  <a:pt x="1594613" y="67530"/>
                </a:cubicBezTo>
                <a:cubicBezTo>
                  <a:pt x="1600975" y="63083"/>
                  <a:pt x="1604156" y="55212"/>
                  <a:pt x="1604156" y="43916"/>
                </a:cubicBezTo>
                <a:cubicBezTo>
                  <a:pt x="1604156" y="38853"/>
                  <a:pt x="1603263" y="34503"/>
                  <a:pt x="1601478" y="30868"/>
                </a:cubicBezTo>
                <a:cubicBezTo>
                  <a:pt x="1599693" y="27233"/>
                  <a:pt x="1597307" y="24506"/>
                  <a:pt x="1594321" y="22689"/>
                </a:cubicBezTo>
                <a:cubicBezTo>
                  <a:pt x="1591335" y="20871"/>
                  <a:pt x="1588349" y="19605"/>
                  <a:pt x="1585362" y="18891"/>
                </a:cubicBezTo>
                <a:cubicBezTo>
                  <a:pt x="1582376" y="18177"/>
                  <a:pt x="1579163" y="17820"/>
                  <a:pt x="1575722" y="17820"/>
                </a:cubicBezTo>
                <a:close/>
                <a:moveTo>
                  <a:pt x="1663828" y="84814"/>
                </a:moveTo>
                <a:lnTo>
                  <a:pt x="1700539" y="84814"/>
                </a:lnTo>
                <a:cubicBezTo>
                  <a:pt x="1702421" y="84814"/>
                  <a:pt x="1703363" y="83873"/>
                  <a:pt x="1703363" y="81990"/>
                </a:cubicBezTo>
                <a:cubicBezTo>
                  <a:pt x="1703363" y="74914"/>
                  <a:pt x="1701658" y="69429"/>
                  <a:pt x="1698250" y="65534"/>
                </a:cubicBezTo>
                <a:cubicBezTo>
                  <a:pt x="1694842" y="61639"/>
                  <a:pt x="1690947" y="59691"/>
                  <a:pt x="1686565" y="59691"/>
                </a:cubicBezTo>
                <a:cubicBezTo>
                  <a:pt x="1682183" y="59691"/>
                  <a:pt x="1677672" y="61590"/>
                  <a:pt x="1673030" y="65388"/>
                </a:cubicBezTo>
                <a:cubicBezTo>
                  <a:pt x="1668388" y="69185"/>
                  <a:pt x="1665321" y="75661"/>
                  <a:pt x="1663828" y="84814"/>
                </a:cubicBezTo>
                <a:moveTo>
                  <a:pt x="1717093" y="118506"/>
                </a:moveTo>
                <a:lnTo>
                  <a:pt x="1721085" y="123472"/>
                </a:lnTo>
                <a:cubicBezTo>
                  <a:pt x="1717255" y="128796"/>
                  <a:pt x="1712272" y="133080"/>
                  <a:pt x="1706138" y="136326"/>
                </a:cubicBezTo>
                <a:cubicBezTo>
                  <a:pt x="1700003" y="139572"/>
                  <a:pt x="1693398" y="141195"/>
                  <a:pt x="1686322" y="141195"/>
                </a:cubicBezTo>
                <a:cubicBezTo>
                  <a:pt x="1672494" y="141195"/>
                  <a:pt x="1661945" y="136813"/>
                  <a:pt x="1654675" y="128049"/>
                </a:cubicBezTo>
                <a:cubicBezTo>
                  <a:pt x="1648702" y="120843"/>
                  <a:pt x="1645716" y="110684"/>
                  <a:pt x="1645716" y="97571"/>
                </a:cubicBezTo>
                <a:cubicBezTo>
                  <a:pt x="1645716" y="83613"/>
                  <a:pt x="1649806" y="72480"/>
                  <a:pt x="1657985" y="64171"/>
                </a:cubicBezTo>
                <a:cubicBezTo>
                  <a:pt x="1666165" y="55861"/>
                  <a:pt x="1675675" y="51707"/>
                  <a:pt x="1686517" y="51707"/>
                </a:cubicBezTo>
                <a:cubicBezTo>
                  <a:pt x="1698461" y="51707"/>
                  <a:pt x="1707209" y="55488"/>
                  <a:pt x="1712759" y="63051"/>
                </a:cubicBezTo>
                <a:cubicBezTo>
                  <a:pt x="1718310" y="70614"/>
                  <a:pt x="1721085" y="79394"/>
                  <a:pt x="1721085" y="89391"/>
                </a:cubicBezTo>
                <a:cubicBezTo>
                  <a:pt x="1721085" y="91663"/>
                  <a:pt x="1719884" y="92799"/>
                  <a:pt x="1717482" y="92799"/>
                </a:cubicBezTo>
                <a:lnTo>
                  <a:pt x="1663244" y="92799"/>
                </a:lnTo>
                <a:cubicBezTo>
                  <a:pt x="1663244" y="104614"/>
                  <a:pt x="1664834" y="113053"/>
                  <a:pt x="1668015" y="118117"/>
                </a:cubicBezTo>
                <a:cubicBezTo>
                  <a:pt x="1672819" y="125712"/>
                  <a:pt x="1680057" y="129510"/>
                  <a:pt x="1689730" y="129510"/>
                </a:cubicBezTo>
                <a:cubicBezTo>
                  <a:pt x="1701220" y="129510"/>
                  <a:pt x="1710341" y="125842"/>
                  <a:pt x="1717093" y="118506"/>
                </a:cubicBezTo>
                <a:close/>
                <a:moveTo>
                  <a:pt x="1791073" y="94357"/>
                </a:moveTo>
                <a:lnTo>
                  <a:pt x="1774130" y="98934"/>
                </a:lnTo>
                <a:cubicBezTo>
                  <a:pt x="1766794" y="100946"/>
                  <a:pt x="1761666" y="103575"/>
                  <a:pt x="1758744" y="106821"/>
                </a:cubicBezTo>
                <a:cubicBezTo>
                  <a:pt x="1755823" y="110067"/>
                  <a:pt x="1754363" y="114092"/>
                  <a:pt x="1754363" y="118896"/>
                </a:cubicBezTo>
                <a:cubicBezTo>
                  <a:pt x="1754363" y="122077"/>
                  <a:pt x="1755726" y="124901"/>
                  <a:pt x="1758452" y="127368"/>
                </a:cubicBezTo>
                <a:cubicBezTo>
                  <a:pt x="1761179" y="129834"/>
                  <a:pt x="1764749" y="131068"/>
                  <a:pt x="1769164" y="131068"/>
                </a:cubicBezTo>
                <a:cubicBezTo>
                  <a:pt x="1774487" y="131068"/>
                  <a:pt x="1780589" y="128471"/>
                  <a:pt x="1787470" y="123278"/>
                </a:cubicBezTo>
                <a:cubicBezTo>
                  <a:pt x="1789353" y="121979"/>
                  <a:pt x="1790294" y="120259"/>
                  <a:pt x="1790294" y="118117"/>
                </a:cubicBezTo>
                <a:lnTo>
                  <a:pt x="1791073" y="94357"/>
                </a:lnTo>
                <a:moveTo>
                  <a:pt x="1791073" y="129705"/>
                </a:moveTo>
                <a:lnTo>
                  <a:pt x="1790294" y="129705"/>
                </a:lnTo>
                <a:cubicBezTo>
                  <a:pt x="1784971" y="134249"/>
                  <a:pt x="1780476" y="137300"/>
                  <a:pt x="1776808" y="138858"/>
                </a:cubicBezTo>
                <a:cubicBezTo>
                  <a:pt x="1773140" y="140416"/>
                  <a:pt x="1768579" y="141195"/>
                  <a:pt x="1763126" y="141195"/>
                </a:cubicBezTo>
                <a:cubicBezTo>
                  <a:pt x="1755401" y="141195"/>
                  <a:pt x="1749315" y="139410"/>
                  <a:pt x="1744868" y="135839"/>
                </a:cubicBezTo>
                <a:cubicBezTo>
                  <a:pt x="1740422" y="132269"/>
                  <a:pt x="1738198" y="126881"/>
                  <a:pt x="1738198" y="119675"/>
                </a:cubicBezTo>
                <a:cubicBezTo>
                  <a:pt x="1738198" y="112923"/>
                  <a:pt x="1741152" y="106984"/>
                  <a:pt x="1747059" y="101855"/>
                </a:cubicBezTo>
                <a:cubicBezTo>
                  <a:pt x="1752967" y="96727"/>
                  <a:pt x="1761049" y="93026"/>
                  <a:pt x="1771306" y="90754"/>
                </a:cubicBezTo>
                <a:lnTo>
                  <a:pt x="1789905" y="86567"/>
                </a:lnTo>
                <a:cubicBezTo>
                  <a:pt x="1790814" y="86307"/>
                  <a:pt x="1791268" y="85528"/>
                  <a:pt x="1791268" y="84230"/>
                </a:cubicBezTo>
                <a:cubicBezTo>
                  <a:pt x="1791268" y="79946"/>
                  <a:pt x="1790797" y="76245"/>
                  <a:pt x="1789856" y="73129"/>
                </a:cubicBezTo>
                <a:cubicBezTo>
                  <a:pt x="1788915" y="70013"/>
                  <a:pt x="1787844" y="67692"/>
                  <a:pt x="1786643" y="66167"/>
                </a:cubicBezTo>
                <a:cubicBezTo>
                  <a:pt x="1785442" y="64641"/>
                  <a:pt x="1783851" y="63440"/>
                  <a:pt x="1781871" y="62564"/>
                </a:cubicBezTo>
                <a:cubicBezTo>
                  <a:pt x="1779891" y="61688"/>
                  <a:pt x="1778236" y="61152"/>
                  <a:pt x="1776905" y="60957"/>
                </a:cubicBezTo>
                <a:cubicBezTo>
                  <a:pt x="1775574" y="60762"/>
                  <a:pt x="1773968" y="60665"/>
                  <a:pt x="1772085" y="60665"/>
                </a:cubicBezTo>
                <a:cubicBezTo>
                  <a:pt x="1764490" y="60665"/>
                  <a:pt x="1757186" y="66313"/>
                  <a:pt x="1750175" y="77608"/>
                </a:cubicBezTo>
                <a:lnTo>
                  <a:pt x="1747546" y="77414"/>
                </a:lnTo>
                <a:lnTo>
                  <a:pt x="1744236" y="64073"/>
                </a:lnTo>
                <a:lnTo>
                  <a:pt x="1744820" y="63294"/>
                </a:lnTo>
                <a:cubicBezTo>
                  <a:pt x="1753973" y="55569"/>
                  <a:pt x="1763743" y="51707"/>
                  <a:pt x="1774130" y="51707"/>
                </a:cubicBezTo>
                <a:cubicBezTo>
                  <a:pt x="1796072" y="51707"/>
                  <a:pt x="1807043" y="62483"/>
                  <a:pt x="1807043" y="84035"/>
                </a:cubicBezTo>
                <a:cubicBezTo>
                  <a:pt x="1807043" y="84490"/>
                  <a:pt x="1806946" y="89066"/>
                  <a:pt x="1806751" y="97765"/>
                </a:cubicBezTo>
                <a:cubicBezTo>
                  <a:pt x="1806556" y="106464"/>
                  <a:pt x="1806459" y="111917"/>
                  <a:pt x="1806459" y="114124"/>
                </a:cubicBezTo>
                <a:cubicBezTo>
                  <a:pt x="1806459" y="122499"/>
                  <a:pt x="1807562" y="127692"/>
                  <a:pt x="1809769" y="129705"/>
                </a:cubicBezTo>
                <a:cubicBezTo>
                  <a:pt x="1810873" y="130678"/>
                  <a:pt x="1812821" y="131165"/>
                  <a:pt x="1815612" y="131165"/>
                </a:cubicBezTo>
                <a:cubicBezTo>
                  <a:pt x="1817235" y="131165"/>
                  <a:pt x="1819020" y="130808"/>
                  <a:pt x="1820968" y="130094"/>
                </a:cubicBezTo>
                <a:lnTo>
                  <a:pt x="1822526" y="135060"/>
                </a:lnTo>
                <a:cubicBezTo>
                  <a:pt x="1818631" y="139150"/>
                  <a:pt x="1813340" y="141195"/>
                  <a:pt x="1806653" y="141195"/>
                </a:cubicBezTo>
                <a:cubicBezTo>
                  <a:pt x="1802888" y="141195"/>
                  <a:pt x="1799626" y="140221"/>
                  <a:pt x="1796867" y="138274"/>
                </a:cubicBezTo>
                <a:cubicBezTo>
                  <a:pt x="1794108" y="136326"/>
                  <a:pt x="1792177" y="133470"/>
                  <a:pt x="1791073" y="129705"/>
                </a:cubicBezTo>
                <a:close/>
                <a:moveTo>
                  <a:pt x="1897124" y="116754"/>
                </a:moveTo>
                <a:lnTo>
                  <a:pt x="1897124" y="71279"/>
                </a:lnTo>
                <a:cubicBezTo>
                  <a:pt x="1894592" y="67319"/>
                  <a:pt x="1891931" y="64398"/>
                  <a:pt x="1889139" y="62515"/>
                </a:cubicBezTo>
                <a:cubicBezTo>
                  <a:pt x="1886348" y="60633"/>
                  <a:pt x="1882712" y="59691"/>
                  <a:pt x="1878233" y="59691"/>
                </a:cubicBezTo>
                <a:cubicBezTo>
                  <a:pt x="1875442" y="59691"/>
                  <a:pt x="1872715" y="60194"/>
                  <a:pt x="1870054" y="61201"/>
                </a:cubicBezTo>
                <a:cubicBezTo>
                  <a:pt x="1867392" y="62207"/>
                  <a:pt x="1864665" y="63862"/>
                  <a:pt x="1861874" y="66167"/>
                </a:cubicBezTo>
                <a:cubicBezTo>
                  <a:pt x="1859083" y="68471"/>
                  <a:pt x="1856859" y="72123"/>
                  <a:pt x="1855204" y="77122"/>
                </a:cubicBezTo>
                <a:cubicBezTo>
                  <a:pt x="1853548" y="82120"/>
                  <a:pt x="1852721" y="88125"/>
                  <a:pt x="1852721" y="95136"/>
                </a:cubicBezTo>
                <a:cubicBezTo>
                  <a:pt x="1852721" y="106951"/>
                  <a:pt x="1854571" y="115861"/>
                  <a:pt x="1858271" y="121866"/>
                </a:cubicBezTo>
                <a:cubicBezTo>
                  <a:pt x="1861971" y="127871"/>
                  <a:pt x="1866743" y="130873"/>
                  <a:pt x="1872585" y="130873"/>
                </a:cubicBezTo>
                <a:cubicBezTo>
                  <a:pt x="1881479" y="130873"/>
                  <a:pt x="1889659" y="126167"/>
                  <a:pt x="1897124" y="116754"/>
                </a:cubicBezTo>
                <a:moveTo>
                  <a:pt x="1897124" y="127660"/>
                </a:moveTo>
                <a:cubicBezTo>
                  <a:pt x="1890048" y="136683"/>
                  <a:pt x="1881479" y="141195"/>
                  <a:pt x="1871417" y="141195"/>
                </a:cubicBezTo>
                <a:cubicBezTo>
                  <a:pt x="1860770" y="141195"/>
                  <a:pt x="1852088" y="136910"/>
                  <a:pt x="1845369" y="128341"/>
                </a:cubicBezTo>
                <a:cubicBezTo>
                  <a:pt x="1838650" y="119772"/>
                  <a:pt x="1835290" y="109256"/>
                  <a:pt x="1835290" y="96792"/>
                </a:cubicBezTo>
                <a:cubicBezTo>
                  <a:pt x="1835290" y="83354"/>
                  <a:pt x="1839526" y="72480"/>
                  <a:pt x="1847998" y="64171"/>
                </a:cubicBezTo>
                <a:cubicBezTo>
                  <a:pt x="1856470" y="55861"/>
                  <a:pt x="1867262" y="51707"/>
                  <a:pt x="1880375" y="51707"/>
                </a:cubicBezTo>
                <a:cubicBezTo>
                  <a:pt x="1886348" y="51707"/>
                  <a:pt x="1891931" y="53167"/>
                  <a:pt x="1897124" y="56088"/>
                </a:cubicBezTo>
                <a:lnTo>
                  <a:pt x="1897124" y="43137"/>
                </a:lnTo>
                <a:cubicBezTo>
                  <a:pt x="1897124" y="24117"/>
                  <a:pt x="1896540" y="11296"/>
                  <a:pt x="1895371" y="4674"/>
                </a:cubicBezTo>
                <a:lnTo>
                  <a:pt x="1895761" y="3992"/>
                </a:lnTo>
                <a:cubicBezTo>
                  <a:pt x="1901733" y="3603"/>
                  <a:pt x="1907511" y="2272"/>
                  <a:pt x="1913094" y="0"/>
                </a:cubicBezTo>
                <a:cubicBezTo>
                  <a:pt x="1914262" y="0"/>
                  <a:pt x="1914879" y="682"/>
                  <a:pt x="1914944" y="2045"/>
                </a:cubicBezTo>
                <a:cubicBezTo>
                  <a:pt x="1913775" y="16781"/>
                  <a:pt x="1913159" y="29278"/>
                  <a:pt x="1913094" y="39535"/>
                </a:cubicBezTo>
                <a:lnTo>
                  <a:pt x="1913094" y="100979"/>
                </a:lnTo>
                <a:cubicBezTo>
                  <a:pt x="1913094" y="114417"/>
                  <a:pt x="1914230" y="127173"/>
                  <a:pt x="1916502" y="139247"/>
                </a:cubicBezTo>
                <a:lnTo>
                  <a:pt x="1916112" y="139832"/>
                </a:lnTo>
                <a:cubicBezTo>
                  <a:pt x="1913451" y="139442"/>
                  <a:pt x="1910497" y="139247"/>
                  <a:pt x="1907251" y="139247"/>
                </a:cubicBezTo>
                <a:cubicBezTo>
                  <a:pt x="1905693" y="139247"/>
                  <a:pt x="1903389" y="139442"/>
                  <a:pt x="1900337" y="139832"/>
                </a:cubicBezTo>
                <a:cubicBezTo>
                  <a:pt x="1899169" y="139832"/>
                  <a:pt x="1898585" y="139637"/>
                  <a:pt x="1898585" y="139247"/>
                </a:cubicBezTo>
                <a:lnTo>
                  <a:pt x="1897514" y="127660"/>
                </a:lnTo>
                <a:lnTo>
                  <a:pt x="1897124" y="127660"/>
                </a:lnTo>
                <a:close/>
                <a:moveTo>
                  <a:pt x="1955787" y="84814"/>
                </a:moveTo>
                <a:lnTo>
                  <a:pt x="1992498" y="84814"/>
                </a:lnTo>
                <a:cubicBezTo>
                  <a:pt x="1994380" y="84814"/>
                  <a:pt x="1995322" y="83873"/>
                  <a:pt x="1995322" y="81990"/>
                </a:cubicBezTo>
                <a:cubicBezTo>
                  <a:pt x="1995322" y="74914"/>
                  <a:pt x="1993618" y="69429"/>
                  <a:pt x="1990209" y="65534"/>
                </a:cubicBezTo>
                <a:cubicBezTo>
                  <a:pt x="1986801" y="61639"/>
                  <a:pt x="1982906" y="59691"/>
                  <a:pt x="1978524" y="59691"/>
                </a:cubicBezTo>
                <a:cubicBezTo>
                  <a:pt x="1974142" y="59691"/>
                  <a:pt x="1969631" y="61590"/>
                  <a:pt x="1964989" y="65388"/>
                </a:cubicBezTo>
                <a:cubicBezTo>
                  <a:pt x="1960347" y="69185"/>
                  <a:pt x="1957280" y="75661"/>
                  <a:pt x="1955787" y="84814"/>
                </a:cubicBezTo>
                <a:moveTo>
                  <a:pt x="2009052" y="118506"/>
                </a:moveTo>
                <a:lnTo>
                  <a:pt x="2013044" y="123472"/>
                </a:lnTo>
                <a:cubicBezTo>
                  <a:pt x="2009214" y="128796"/>
                  <a:pt x="2004231" y="133080"/>
                  <a:pt x="1998097" y="136326"/>
                </a:cubicBezTo>
                <a:cubicBezTo>
                  <a:pt x="1991962" y="139572"/>
                  <a:pt x="1985357" y="141195"/>
                  <a:pt x="1978281" y="141195"/>
                </a:cubicBezTo>
                <a:cubicBezTo>
                  <a:pt x="1964453" y="141195"/>
                  <a:pt x="1953904" y="136813"/>
                  <a:pt x="1946634" y="128049"/>
                </a:cubicBezTo>
                <a:cubicBezTo>
                  <a:pt x="1940661" y="120843"/>
                  <a:pt x="1937675" y="110684"/>
                  <a:pt x="1937675" y="97571"/>
                </a:cubicBezTo>
                <a:cubicBezTo>
                  <a:pt x="1937675" y="83613"/>
                  <a:pt x="1941765" y="72480"/>
                  <a:pt x="1949944" y="64171"/>
                </a:cubicBezTo>
                <a:cubicBezTo>
                  <a:pt x="1958124" y="55861"/>
                  <a:pt x="1967634" y="51707"/>
                  <a:pt x="1978476" y="51707"/>
                </a:cubicBezTo>
                <a:cubicBezTo>
                  <a:pt x="1990420" y="51707"/>
                  <a:pt x="1999168" y="55488"/>
                  <a:pt x="2004718" y="63051"/>
                </a:cubicBezTo>
                <a:cubicBezTo>
                  <a:pt x="2010269" y="70614"/>
                  <a:pt x="2013044" y="79394"/>
                  <a:pt x="2013044" y="89391"/>
                </a:cubicBezTo>
                <a:cubicBezTo>
                  <a:pt x="2013044" y="91663"/>
                  <a:pt x="2011843" y="92799"/>
                  <a:pt x="2009441" y="92799"/>
                </a:cubicBezTo>
                <a:lnTo>
                  <a:pt x="1955203" y="92799"/>
                </a:lnTo>
                <a:cubicBezTo>
                  <a:pt x="1955203" y="104614"/>
                  <a:pt x="1956793" y="113053"/>
                  <a:pt x="1959974" y="118117"/>
                </a:cubicBezTo>
                <a:cubicBezTo>
                  <a:pt x="1964778" y="125712"/>
                  <a:pt x="1972016" y="129510"/>
                  <a:pt x="1981689" y="129510"/>
                </a:cubicBezTo>
                <a:cubicBezTo>
                  <a:pt x="1993179" y="129510"/>
                  <a:pt x="2002300" y="125842"/>
                  <a:pt x="2009052" y="118506"/>
                </a:cubicBezTo>
                <a:close/>
                <a:moveTo>
                  <a:pt x="2054501" y="72642"/>
                </a:moveTo>
                <a:lnTo>
                  <a:pt x="2055085" y="73032"/>
                </a:lnTo>
                <a:cubicBezTo>
                  <a:pt x="2059760" y="65047"/>
                  <a:pt x="2063849" y="59497"/>
                  <a:pt x="2067355" y="56381"/>
                </a:cubicBezTo>
                <a:cubicBezTo>
                  <a:pt x="2070860" y="53265"/>
                  <a:pt x="2075210" y="51707"/>
                  <a:pt x="2080403" y="51707"/>
                </a:cubicBezTo>
                <a:cubicBezTo>
                  <a:pt x="2082026" y="51707"/>
                  <a:pt x="2084428" y="52161"/>
                  <a:pt x="2087609" y="53070"/>
                </a:cubicBezTo>
                <a:lnTo>
                  <a:pt x="2088388" y="53849"/>
                </a:lnTo>
                <a:lnTo>
                  <a:pt x="2084396" y="68650"/>
                </a:lnTo>
                <a:lnTo>
                  <a:pt x="2082838" y="69039"/>
                </a:lnTo>
                <a:cubicBezTo>
                  <a:pt x="2080825" y="67157"/>
                  <a:pt x="2077352" y="66216"/>
                  <a:pt x="2072418" y="66216"/>
                </a:cubicBezTo>
                <a:cubicBezTo>
                  <a:pt x="2068004" y="66216"/>
                  <a:pt x="2064304" y="68553"/>
                  <a:pt x="2061318" y="73227"/>
                </a:cubicBezTo>
                <a:cubicBezTo>
                  <a:pt x="2056773" y="80108"/>
                  <a:pt x="2054501" y="86697"/>
                  <a:pt x="2054501" y="92994"/>
                </a:cubicBezTo>
                <a:lnTo>
                  <a:pt x="2054501" y="103316"/>
                </a:lnTo>
                <a:cubicBezTo>
                  <a:pt x="2054501" y="118182"/>
                  <a:pt x="2055085" y="130159"/>
                  <a:pt x="2056254" y="139247"/>
                </a:cubicBezTo>
                <a:lnTo>
                  <a:pt x="2055864" y="139832"/>
                </a:lnTo>
                <a:cubicBezTo>
                  <a:pt x="2053463" y="139442"/>
                  <a:pt x="2050347" y="139247"/>
                  <a:pt x="2046516" y="139247"/>
                </a:cubicBezTo>
                <a:cubicBezTo>
                  <a:pt x="2042686" y="139247"/>
                  <a:pt x="2039570" y="139442"/>
                  <a:pt x="2037168" y="139832"/>
                </a:cubicBezTo>
                <a:lnTo>
                  <a:pt x="2036779" y="139247"/>
                </a:lnTo>
                <a:cubicBezTo>
                  <a:pt x="2037947" y="131003"/>
                  <a:pt x="2038532" y="119026"/>
                  <a:pt x="2038532" y="103316"/>
                </a:cubicBezTo>
                <a:lnTo>
                  <a:pt x="2038532" y="92410"/>
                </a:lnTo>
                <a:cubicBezTo>
                  <a:pt x="2038532" y="74038"/>
                  <a:pt x="2037947" y="61120"/>
                  <a:pt x="2036779" y="53654"/>
                </a:cubicBezTo>
                <a:lnTo>
                  <a:pt x="2037168" y="53070"/>
                </a:lnTo>
                <a:cubicBezTo>
                  <a:pt x="2043011" y="53589"/>
                  <a:pt x="2048399" y="53394"/>
                  <a:pt x="2053333" y="52486"/>
                </a:cubicBezTo>
                <a:cubicBezTo>
                  <a:pt x="2054112" y="52486"/>
                  <a:pt x="2054501" y="53167"/>
                  <a:pt x="2054501" y="54530"/>
                </a:cubicBezTo>
                <a:lnTo>
                  <a:pt x="2054501" y="72642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Extractor=KClause">
            <a:extLst xmlns:a="http://schemas.openxmlformats.org/drawingml/2006/main">
              <a:ext uri="{FF2B5EF4-FFF2-40B4-BE49-F238E27FC236}">
                <a16:creationId xmlns:a16="http://schemas.microsoft.com/office/drawing/2014/main" id="{36060B0B-7AD3-4F4B-A9C2-85C4AC63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8347" y="158242"/>
            <a:ext cx="1512486" cy="141260"/>
          </a:xfrm>
          <a:custGeom xmlns:a="http://schemas.openxmlformats.org/drawingml/2006/main">
            <a:pathLst>
              <a:path w="1512486" h="141260">
                <a:moveTo>
                  <a:pt x="19086" y="99323"/>
                </a:moveTo>
                <a:cubicBezTo>
                  <a:pt x="19086" y="114903"/>
                  <a:pt x="19637" y="124479"/>
                  <a:pt x="20741" y="128049"/>
                </a:cubicBezTo>
                <a:cubicBezTo>
                  <a:pt x="28726" y="128049"/>
                  <a:pt x="37392" y="127854"/>
                  <a:pt x="46740" y="127465"/>
                </a:cubicBezTo>
                <a:cubicBezTo>
                  <a:pt x="56088" y="127075"/>
                  <a:pt x="63457" y="126686"/>
                  <a:pt x="68845" y="126296"/>
                </a:cubicBezTo>
                <a:lnTo>
                  <a:pt x="76927" y="125712"/>
                </a:lnTo>
                <a:lnTo>
                  <a:pt x="77316" y="126491"/>
                </a:lnTo>
                <a:cubicBezTo>
                  <a:pt x="77057" y="128633"/>
                  <a:pt x="76927" y="130841"/>
                  <a:pt x="76927" y="133113"/>
                </a:cubicBezTo>
                <a:cubicBezTo>
                  <a:pt x="76927" y="133502"/>
                  <a:pt x="77057" y="135547"/>
                  <a:pt x="77316" y="139247"/>
                </a:cubicBezTo>
                <a:lnTo>
                  <a:pt x="76927" y="139832"/>
                </a:lnTo>
                <a:cubicBezTo>
                  <a:pt x="73746" y="139442"/>
                  <a:pt x="69754" y="139247"/>
                  <a:pt x="64950" y="139247"/>
                </a:cubicBezTo>
                <a:lnTo>
                  <a:pt x="10517" y="139247"/>
                </a:lnTo>
                <a:lnTo>
                  <a:pt x="195" y="139832"/>
                </a:lnTo>
                <a:lnTo>
                  <a:pt x="0" y="139247"/>
                </a:lnTo>
                <a:cubicBezTo>
                  <a:pt x="1298" y="130224"/>
                  <a:pt x="1948" y="116916"/>
                  <a:pt x="1948" y="99323"/>
                </a:cubicBezTo>
                <a:lnTo>
                  <a:pt x="1948" y="50538"/>
                </a:lnTo>
                <a:cubicBezTo>
                  <a:pt x="1948" y="33400"/>
                  <a:pt x="1298" y="20092"/>
                  <a:pt x="0" y="10614"/>
                </a:cubicBezTo>
                <a:lnTo>
                  <a:pt x="390" y="10030"/>
                </a:lnTo>
                <a:cubicBezTo>
                  <a:pt x="2662" y="10419"/>
                  <a:pt x="6037" y="10614"/>
                  <a:pt x="10517" y="10614"/>
                </a:cubicBezTo>
                <a:lnTo>
                  <a:pt x="63002" y="10614"/>
                </a:lnTo>
                <a:cubicBezTo>
                  <a:pt x="67806" y="10614"/>
                  <a:pt x="71798" y="10419"/>
                  <a:pt x="74979" y="10030"/>
                </a:cubicBezTo>
                <a:lnTo>
                  <a:pt x="75369" y="10614"/>
                </a:lnTo>
                <a:cubicBezTo>
                  <a:pt x="75109" y="14314"/>
                  <a:pt x="74979" y="16830"/>
                  <a:pt x="74979" y="18161"/>
                </a:cubicBezTo>
                <a:cubicBezTo>
                  <a:pt x="74979" y="19491"/>
                  <a:pt x="75109" y="21228"/>
                  <a:pt x="75369" y="23370"/>
                </a:cubicBezTo>
                <a:lnTo>
                  <a:pt x="74979" y="24149"/>
                </a:lnTo>
                <a:cubicBezTo>
                  <a:pt x="56608" y="22526"/>
                  <a:pt x="38528" y="21747"/>
                  <a:pt x="20741" y="21812"/>
                </a:cubicBezTo>
                <a:cubicBezTo>
                  <a:pt x="19702" y="25383"/>
                  <a:pt x="19151" y="34958"/>
                  <a:pt x="19086" y="50538"/>
                </a:cubicBezTo>
                <a:lnTo>
                  <a:pt x="19086" y="66021"/>
                </a:lnTo>
                <a:cubicBezTo>
                  <a:pt x="33043" y="66021"/>
                  <a:pt x="47876" y="65372"/>
                  <a:pt x="63586" y="64073"/>
                </a:cubicBezTo>
                <a:lnTo>
                  <a:pt x="64171" y="64658"/>
                </a:lnTo>
                <a:cubicBezTo>
                  <a:pt x="63781" y="66540"/>
                  <a:pt x="63586" y="68666"/>
                  <a:pt x="63586" y="71036"/>
                </a:cubicBezTo>
                <a:cubicBezTo>
                  <a:pt x="63586" y="73405"/>
                  <a:pt x="63781" y="75531"/>
                  <a:pt x="64171" y="77414"/>
                </a:cubicBezTo>
                <a:lnTo>
                  <a:pt x="63586" y="77998"/>
                </a:lnTo>
                <a:cubicBezTo>
                  <a:pt x="50408" y="76700"/>
                  <a:pt x="35575" y="76050"/>
                  <a:pt x="19086" y="76050"/>
                </a:cubicBezTo>
                <a:lnTo>
                  <a:pt x="19086" y="99323"/>
                </a:lnTo>
                <a:close/>
                <a:moveTo>
                  <a:pt x="125306" y="97960"/>
                </a:moveTo>
                <a:lnTo>
                  <a:pt x="93269" y="53070"/>
                </a:lnTo>
                <a:cubicBezTo>
                  <a:pt x="96190" y="53459"/>
                  <a:pt x="100053" y="53654"/>
                  <a:pt x="104857" y="53654"/>
                </a:cubicBezTo>
                <a:cubicBezTo>
                  <a:pt x="108817" y="53654"/>
                  <a:pt x="112420" y="53459"/>
                  <a:pt x="115665" y="53070"/>
                </a:cubicBezTo>
                <a:cubicBezTo>
                  <a:pt x="116834" y="55017"/>
                  <a:pt x="118814" y="58409"/>
                  <a:pt x="121605" y="63246"/>
                </a:cubicBezTo>
                <a:cubicBezTo>
                  <a:pt x="124397" y="68082"/>
                  <a:pt x="126864" y="72220"/>
                  <a:pt x="129006" y="75661"/>
                </a:cubicBezTo>
                <a:cubicBezTo>
                  <a:pt x="131148" y="79102"/>
                  <a:pt x="133420" y="82445"/>
                  <a:pt x="135822" y="85691"/>
                </a:cubicBezTo>
                <a:cubicBezTo>
                  <a:pt x="139133" y="81406"/>
                  <a:pt x="143499" y="75158"/>
                  <a:pt x="148919" y="66946"/>
                </a:cubicBezTo>
                <a:cubicBezTo>
                  <a:pt x="154340" y="58734"/>
                  <a:pt x="157407" y="54108"/>
                  <a:pt x="158121" y="53070"/>
                </a:cubicBezTo>
                <a:cubicBezTo>
                  <a:pt x="160004" y="53459"/>
                  <a:pt x="162471" y="53654"/>
                  <a:pt x="165522" y="53654"/>
                </a:cubicBezTo>
                <a:cubicBezTo>
                  <a:pt x="169222" y="53654"/>
                  <a:pt x="172208" y="53459"/>
                  <a:pt x="174480" y="53070"/>
                </a:cubicBezTo>
                <a:lnTo>
                  <a:pt x="141762" y="93286"/>
                </a:lnTo>
                <a:cubicBezTo>
                  <a:pt x="143710" y="96142"/>
                  <a:pt x="146956" y="100962"/>
                  <a:pt x="151500" y="107746"/>
                </a:cubicBezTo>
                <a:cubicBezTo>
                  <a:pt x="156044" y="114530"/>
                  <a:pt x="160069" y="120405"/>
                  <a:pt x="163574" y="125371"/>
                </a:cubicBezTo>
                <a:cubicBezTo>
                  <a:pt x="167080" y="130337"/>
                  <a:pt x="170650" y="135158"/>
                  <a:pt x="174286" y="139832"/>
                </a:cubicBezTo>
                <a:cubicBezTo>
                  <a:pt x="170715" y="139442"/>
                  <a:pt x="166918" y="139247"/>
                  <a:pt x="162893" y="139247"/>
                </a:cubicBezTo>
                <a:cubicBezTo>
                  <a:pt x="158803" y="139247"/>
                  <a:pt x="155395" y="139442"/>
                  <a:pt x="152668" y="139832"/>
                </a:cubicBezTo>
                <a:cubicBezTo>
                  <a:pt x="151954" y="138728"/>
                  <a:pt x="149049" y="133973"/>
                  <a:pt x="143953" y="125566"/>
                </a:cubicBezTo>
                <a:cubicBezTo>
                  <a:pt x="138857" y="117159"/>
                  <a:pt x="134719" y="110749"/>
                  <a:pt x="131538" y="106334"/>
                </a:cubicBezTo>
                <a:cubicBezTo>
                  <a:pt x="128552" y="110489"/>
                  <a:pt x="124705" y="116380"/>
                  <a:pt x="119999" y="124008"/>
                </a:cubicBezTo>
                <a:cubicBezTo>
                  <a:pt x="115292" y="131636"/>
                  <a:pt x="111965" y="136910"/>
                  <a:pt x="110018" y="139832"/>
                </a:cubicBezTo>
                <a:cubicBezTo>
                  <a:pt x="107746" y="139442"/>
                  <a:pt x="104824" y="139247"/>
                  <a:pt x="101254" y="139247"/>
                </a:cubicBezTo>
                <a:cubicBezTo>
                  <a:pt x="98592" y="139247"/>
                  <a:pt x="96190" y="139442"/>
                  <a:pt x="94048" y="139832"/>
                </a:cubicBezTo>
                <a:lnTo>
                  <a:pt x="125306" y="97960"/>
                </a:lnTo>
                <a:close/>
                <a:moveTo>
                  <a:pt x="198225" y="53654"/>
                </a:moveTo>
                <a:cubicBezTo>
                  <a:pt x="198225" y="45799"/>
                  <a:pt x="198484" y="37295"/>
                  <a:pt x="199004" y="28142"/>
                </a:cubicBezTo>
                <a:lnTo>
                  <a:pt x="199393" y="27557"/>
                </a:lnTo>
                <a:cubicBezTo>
                  <a:pt x="201406" y="27298"/>
                  <a:pt x="203110" y="26941"/>
                  <a:pt x="204505" y="26486"/>
                </a:cubicBezTo>
                <a:cubicBezTo>
                  <a:pt x="205901" y="26032"/>
                  <a:pt x="207492" y="25366"/>
                  <a:pt x="209277" y="24490"/>
                </a:cubicBezTo>
                <a:cubicBezTo>
                  <a:pt x="211062" y="23614"/>
                  <a:pt x="212409" y="22981"/>
                  <a:pt x="213318" y="22591"/>
                </a:cubicBezTo>
                <a:cubicBezTo>
                  <a:pt x="214486" y="22591"/>
                  <a:pt x="215103" y="23240"/>
                  <a:pt x="215168" y="24539"/>
                </a:cubicBezTo>
                <a:cubicBezTo>
                  <a:pt x="214519" y="33043"/>
                  <a:pt x="214162" y="42748"/>
                  <a:pt x="214097" y="53654"/>
                </a:cubicBezTo>
                <a:lnTo>
                  <a:pt x="223542" y="53654"/>
                </a:lnTo>
                <a:cubicBezTo>
                  <a:pt x="226074" y="53654"/>
                  <a:pt x="230716" y="53524"/>
                  <a:pt x="237467" y="53265"/>
                </a:cubicBezTo>
                <a:lnTo>
                  <a:pt x="238441" y="54725"/>
                </a:lnTo>
                <a:cubicBezTo>
                  <a:pt x="237402" y="57387"/>
                  <a:pt x="236623" y="60113"/>
                  <a:pt x="236104" y="62905"/>
                </a:cubicBezTo>
                <a:cubicBezTo>
                  <a:pt x="233442" y="62645"/>
                  <a:pt x="228638" y="62515"/>
                  <a:pt x="221692" y="62515"/>
                </a:cubicBezTo>
                <a:lnTo>
                  <a:pt x="214097" y="62515"/>
                </a:lnTo>
                <a:lnTo>
                  <a:pt x="214097" y="87638"/>
                </a:lnTo>
                <a:cubicBezTo>
                  <a:pt x="214097" y="92182"/>
                  <a:pt x="214000" y="97360"/>
                  <a:pt x="213805" y="103170"/>
                </a:cubicBezTo>
                <a:cubicBezTo>
                  <a:pt x="213610" y="108980"/>
                  <a:pt x="213513" y="112631"/>
                  <a:pt x="213513" y="114124"/>
                </a:cubicBezTo>
                <a:cubicBezTo>
                  <a:pt x="213513" y="124381"/>
                  <a:pt x="215720" y="129834"/>
                  <a:pt x="220134" y="130484"/>
                </a:cubicBezTo>
                <a:cubicBezTo>
                  <a:pt x="225263" y="131327"/>
                  <a:pt x="230488" y="130808"/>
                  <a:pt x="235812" y="128926"/>
                </a:cubicBezTo>
                <a:lnTo>
                  <a:pt x="238246" y="133892"/>
                </a:lnTo>
                <a:cubicBezTo>
                  <a:pt x="230521" y="138825"/>
                  <a:pt x="222828" y="141260"/>
                  <a:pt x="215168" y="141195"/>
                </a:cubicBezTo>
                <a:cubicBezTo>
                  <a:pt x="210234" y="141195"/>
                  <a:pt x="206063" y="139539"/>
                  <a:pt x="202655" y="136229"/>
                </a:cubicBezTo>
                <a:cubicBezTo>
                  <a:pt x="199247" y="132918"/>
                  <a:pt x="197543" y="128211"/>
                  <a:pt x="197543" y="122109"/>
                </a:cubicBezTo>
                <a:cubicBezTo>
                  <a:pt x="197543" y="120616"/>
                  <a:pt x="197657" y="115991"/>
                  <a:pt x="197884" y="108233"/>
                </a:cubicBezTo>
                <a:cubicBezTo>
                  <a:pt x="198111" y="100476"/>
                  <a:pt x="198225" y="94325"/>
                  <a:pt x="198225" y="89780"/>
                </a:cubicBezTo>
                <a:lnTo>
                  <a:pt x="198225" y="62515"/>
                </a:lnTo>
                <a:cubicBezTo>
                  <a:pt x="191993" y="62515"/>
                  <a:pt x="187254" y="62645"/>
                  <a:pt x="184008" y="62905"/>
                </a:cubicBezTo>
                <a:lnTo>
                  <a:pt x="183034" y="61444"/>
                </a:lnTo>
                <a:cubicBezTo>
                  <a:pt x="184917" y="58523"/>
                  <a:pt x="186377" y="55796"/>
                  <a:pt x="187416" y="53265"/>
                </a:cubicBezTo>
                <a:cubicBezTo>
                  <a:pt x="189299" y="53524"/>
                  <a:pt x="192901" y="53654"/>
                  <a:pt x="198225" y="53654"/>
                </a:cubicBezTo>
                <a:close/>
                <a:moveTo>
                  <a:pt x="280343" y="72642"/>
                </a:moveTo>
                <a:lnTo>
                  <a:pt x="280928" y="73032"/>
                </a:lnTo>
                <a:cubicBezTo>
                  <a:pt x="285602" y="65047"/>
                  <a:pt x="289691" y="59497"/>
                  <a:pt x="293197" y="56381"/>
                </a:cubicBezTo>
                <a:cubicBezTo>
                  <a:pt x="296702" y="53265"/>
                  <a:pt x="301052" y="51707"/>
                  <a:pt x="306245" y="51707"/>
                </a:cubicBezTo>
                <a:cubicBezTo>
                  <a:pt x="307868" y="51707"/>
                  <a:pt x="310270" y="52161"/>
                  <a:pt x="313451" y="53070"/>
                </a:cubicBezTo>
                <a:lnTo>
                  <a:pt x="314230" y="53849"/>
                </a:lnTo>
                <a:lnTo>
                  <a:pt x="310238" y="68650"/>
                </a:lnTo>
                <a:lnTo>
                  <a:pt x="308680" y="69039"/>
                </a:lnTo>
                <a:cubicBezTo>
                  <a:pt x="306667" y="67157"/>
                  <a:pt x="303194" y="66216"/>
                  <a:pt x="298261" y="66216"/>
                </a:cubicBezTo>
                <a:cubicBezTo>
                  <a:pt x="293846" y="66216"/>
                  <a:pt x="290146" y="68553"/>
                  <a:pt x="287160" y="73227"/>
                </a:cubicBezTo>
                <a:cubicBezTo>
                  <a:pt x="282615" y="80108"/>
                  <a:pt x="280343" y="86697"/>
                  <a:pt x="280343" y="92994"/>
                </a:cubicBezTo>
                <a:lnTo>
                  <a:pt x="280343" y="103316"/>
                </a:lnTo>
                <a:cubicBezTo>
                  <a:pt x="280343" y="118182"/>
                  <a:pt x="280928" y="130159"/>
                  <a:pt x="282096" y="139247"/>
                </a:cubicBezTo>
                <a:lnTo>
                  <a:pt x="281707" y="139832"/>
                </a:lnTo>
                <a:cubicBezTo>
                  <a:pt x="279305" y="139442"/>
                  <a:pt x="276189" y="139247"/>
                  <a:pt x="272359" y="139247"/>
                </a:cubicBezTo>
                <a:cubicBezTo>
                  <a:pt x="268528" y="139247"/>
                  <a:pt x="265412" y="139442"/>
                  <a:pt x="263010" y="139832"/>
                </a:cubicBezTo>
                <a:lnTo>
                  <a:pt x="262621" y="139247"/>
                </a:lnTo>
                <a:cubicBezTo>
                  <a:pt x="263789" y="131003"/>
                  <a:pt x="264374" y="119026"/>
                  <a:pt x="264374" y="103316"/>
                </a:cubicBezTo>
                <a:lnTo>
                  <a:pt x="264374" y="92410"/>
                </a:lnTo>
                <a:cubicBezTo>
                  <a:pt x="264374" y="74038"/>
                  <a:pt x="263789" y="61120"/>
                  <a:pt x="262621" y="53654"/>
                </a:cubicBezTo>
                <a:lnTo>
                  <a:pt x="263010" y="53070"/>
                </a:lnTo>
                <a:cubicBezTo>
                  <a:pt x="268853" y="53589"/>
                  <a:pt x="274241" y="53394"/>
                  <a:pt x="279175" y="52486"/>
                </a:cubicBezTo>
                <a:cubicBezTo>
                  <a:pt x="279954" y="52486"/>
                  <a:pt x="280343" y="53167"/>
                  <a:pt x="280343" y="54530"/>
                </a:cubicBezTo>
                <a:lnTo>
                  <a:pt x="280343" y="72642"/>
                </a:lnTo>
                <a:close/>
                <a:moveTo>
                  <a:pt x="379671" y="94357"/>
                </a:moveTo>
                <a:lnTo>
                  <a:pt x="362727" y="98934"/>
                </a:lnTo>
                <a:cubicBezTo>
                  <a:pt x="355392" y="100946"/>
                  <a:pt x="350263" y="103575"/>
                  <a:pt x="347342" y="106821"/>
                </a:cubicBezTo>
                <a:cubicBezTo>
                  <a:pt x="344421" y="110067"/>
                  <a:pt x="342960" y="114092"/>
                  <a:pt x="342960" y="118896"/>
                </a:cubicBezTo>
                <a:cubicBezTo>
                  <a:pt x="342960" y="122077"/>
                  <a:pt x="344323" y="124901"/>
                  <a:pt x="347050" y="127368"/>
                </a:cubicBezTo>
                <a:cubicBezTo>
                  <a:pt x="349776" y="129834"/>
                  <a:pt x="353347" y="131068"/>
                  <a:pt x="357761" y="131068"/>
                </a:cubicBezTo>
                <a:cubicBezTo>
                  <a:pt x="363084" y="131068"/>
                  <a:pt x="369187" y="128471"/>
                  <a:pt x="376068" y="123278"/>
                </a:cubicBezTo>
                <a:cubicBezTo>
                  <a:pt x="377950" y="121979"/>
                  <a:pt x="378892" y="120259"/>
                  <a:pt x="378892" y="118117"/>
                </a:cubicBezTo>
                <a:lnTo>
                  <a:pt x="379671" y="94357"/>
                </a:lnTo>
                <a:moveTo>
                  <a:pt x="379671" y="129705"/>
                </a:moveTo>
                <a:lnTo>
                  <a:pt x="378892" y="129705"/>
                </a:lnTo>
                <a:cubicBezTo>
                  <a:pt x="373569" y="134249"/>
                  <a:pt x="369073" y="137300"/>
                  <a:pt x="365405" y="138858"/>
                </a:cubicBezTo>
                <a:cubicBezTo>
                  <a:pt x="361737" y="140416"/>
                  <a:pt x="357177" y="141195"/>
                  <a:pt x="351724" y="141195"/>
                </a:cubicBezTo>
                <a:cubicBezTo>
                  <a:pt x="343999" y="141195"/>
                  <a:pt x="337913" y="139410"/>
                  <a:pt x="333466" y="135839"/>
                </a:cubicBezTo>
                <a:cubicBezTo>
                  <a:pt x="329019" y="132269"/>
                  <a:pt x="326796" y="126881"/>
                  <a:pt x="326796" y="119675"/>
                </a:cubicBezTo>
                <a:cubicBezTo>
                  <a:pt x="326796" y="112923"/>
                  <a:pt x="329749" y="106984"/>
                  <a:pt x="335657" y="101855"/>
                </a:cubicBezTo>
                <a:cubicBezTo>
                  <a:pt x="341564" y="96727"/>
                  <a:pt x="349647" y="93026"/>
                  <a:pt x="359903" y="90754"/>
                </a:cubicBezTo>
                <a:lnTo>
                  <a:pt x="378502" y="86567"/>
                </a:lnTo>
                <a:cubicBezTo>
                  <a:pt x="379411" y="86307"/>
                  <a:pt x="379865" y="85528"/>
                  <a:pt x="379865" y="84230"/>
                </a:cubicBezTo>
                <a:cubicBezTo>
                  <a:pt x="379865" y="79946"/>
                  <a:pt x="379395" y="76245"/>
                  <a:pt x="378454" y="73129"/>
                </a:cubicBezTo>
                <a:cubicBezTo>
                  <a:pt x="377512" y="70013"/>
                  <a:pt x="376441" y="67692"/>
                  <a:pt x="375240" y="66167"/>
                </a:cubicBezTo>
                <a:cubicBezTo>
                  <a:pt x="374039" y="64641"/>
                  <a:pt x="372449" y="63440"/>
                  <a:pt x="370469" y="62564"/>
                </a:cubicBezTo>
                <a:cubicBezTo>
                  <a:pt x="368489" y="61688"/>
                  <a:pt x="366833" y="61152"/>
                  <a:pt x="365503" y="60957"/>
                </a:cubicBezTo>
                <a:cubicBezTo>
                  <a:pt x="364172" y="60762"/>
                  <a:pt x="362565" y="60665"/>
                  <a:pt x="360682" y="60665"/>
                </a:cubicBezTo>
                <a:cubicBezTo>
                  <a:pt x="353087" y="60665"/>
                  <a:pt x="345784" y="66313"/>
                  <a:pt x="338773" y="77608"/>
                </a:cubicBezTo>
                <a:lnTo>
                  <a:pt x="336144" y="77414"/>
                </a:lnTo>
                <a:lnTo>
                  <a:pt x="332833" y="64073"/>
                </a:lnTo>
                <a:lnTo>
                  <a:pt x="333417" y="63294"/>
                </a:lnTo>
                <a:cubicBezTo>
                  <a:pt x="342571" y="55569"/>
                  <a:pt x="352341" y="51707"/>
                  <a:pt x="362727" y="51707"/>
                </a:cubicBezTo>
                <a:cubicBezTo>
                  <a:pt x="384669" y="51707"/>
                  <a:pt x="395640" y="62483"/>
                  <a:pt x="395640" y="84035"/>
                </a:cubicBezTo>
                <a:cubicBezTo>
                  <a:pt x="395640" y="84490"/>
                  <a:pt x="395543" y="89066"/>
                  <a:pt x="395348" y="97765"/>
                </a:cubicBezTo>
                <a:cubicBezTo>
                  <a:pt x="395153" y="106464"/>
                  <a:pt x="395056" y="111917"/>
                  <a:pt x="395056" y="114124"/>
                </a:cubicBezTo>
                <a:cubicBezTo>
                  <a:pt x="395056" y="122499"/>
                  <a:pt x="396160" y="127692"/>
                  <a:pt x="398367" y="129705"/>
                </a:cubicBezTo>
                <a:cubicBezTo>
                  <a:pt x="399470" y="130678"/>
                  <a:pt x="401418" y="131165"/>
                  <a:pt x="404209" y="131165"/>
                </a:cubicBezTo>
                <a:cubicBezTo>
                  <a:pt x="405832" y="131165"/>
                  <a:pt x="407618" y="130808"/>
                  <a:pt x="409565" y="130094"/>
                </a:cubicBezTo>
                <a:lnTo>
                  <a:pt x="411123" y="135060"/>
                </a:lnTo>
                <a:cubicBezTo>
                  <a:pt x="407228" y="139150"/>
                  <a:pt x="401937" y="141195"/>
                  <a:pt x="395251" y="141195"/>
                </a:cubicBezTo>
                <a:cubicBezTo>
                  <a:pt x="391486" y="141195"/>
                  <a:pt x="388224" y="140221"/>
                  <a:pt x="385465" y="138274"/>
                </a:cubicBezTo>
                <a:cubicBezTo>
                  <a:pt x="382706" y="136326"/>
                  <a:pt x="380774" y="133470"/>
                  <a:pt x="379671" y="129705"/>
                </a:cubicBezTo>
                <a:close/>
                <a:moveTo>
                  <a:pt x="463618" y="59691"/>
                </a:moveTo>
                <a:cubicBezTo>
                  <a:pt x="456736" y="59691"/>
                  <a:pt x="450894" y="62872"/>
                  <a:pt x="446090" y="69234"/>
                </a:cubicBezTo>
                <a:cubicBezTo>
                  <a:pt x="441286" y="75596"/>
                  <a:pt x="438884" y="84100"/>
                  <a:pt x="438884" y="94747"/>
                </a:cubicBezTo>
                <a:cubicBezTo>
                  <a:pt x="438884" y="106042"/>
                  <a:pt x="441318" y="114952"/>
                  <a:pt x="446187" y="121476"/>
                </a:cubicBezTo>
                <a:cubicBezTo>
                  <a:pt x="451056" y="128000"/>
                  <a:pt x="457256" y="131263"/>
                  <a:pt x="464786" y="131263"/>
                </a:cubicBezTo>
                <a:cubicBezTo>
                  <a:pt x="472771" y="131263"/>
                  <a:pt x="479879" y="128471"/>
                  <a:pt x="486111" y="122888"/>
                </a:cubicBezTo>
                <a:lnTo>
                  <a:pt x="486988" y="122888"/>
                </a:lnTo>
                <a:lnTo>
                  <a:pt x="490785" y="127075"/>
                </a:lnTo>
                <a:cubicBezTo>
                  <a:pt x="483320" y="136488"/>
                  <a:pt x="473517" y="141195"/>
                  <a:pt x="461378" y="141195"/>
                </a:cubicBezTo>
                <a:cubicBezTo>
                  <a:pt x="449173" y="141195"/>
                  <a:pt x="439452" y="137089"/>
                  <a:pt x="432214" y="128877"/>
                </a:cubicBezTo>
                <a:cubicBezTo>
                  <a:pt x="424976" y="120665"/>
                  <a:pt x="421356" y="109645"/>
                  <a:pt x="421356" y="95818"/>
                </a:cubicBezTo>
                <a:cubicBezTo>
                  <a:pt x="421356" y="82899"/>
                  <a:pt x="425673" y="72318"/>
                  <a:pt x="434307" y="64073"/>
                </a:cubicBezTo>
                <a:cubicBezTo>
                  <a:pt x="442941" y="55829"/>
                  <a:pt x="452776" y="51707"/>
                  <a:pt x="463812" y="51707"/>
                </a:cubicBezTo>
                <a:cubicBezTo>
                  <a:pt x="474329" y="51707"/>
                  <a:pt x="483158" y="53557"/>
                  <a:pt x="490298" y="57257"/>
                </a:cubicBezTo>
                <a:lnTo>
                  <a:pt x="490785" y="57841"/>
                </a:lnTo>
                <a:lnTo>
                  <a:pt x="486111" y="74200"/>
                </a:lnTo>
                <a:lnTo>
                  <a:pt x="483580" y="74395"/>
                </a:lnTo>
                <a:cubicBezTo>
                  <a:pt x="477867" y="64593"/>
                  <a:pt x="471213" y="59691"/>
                  <a:pt x="463618" y="59691"/>
                </a:cubicBezTo>
                <a:close/>
                <a:moveTo>
                  <a:pt x="518302" y="53654"/>
                </a:moveTo>
                <a:cubicBezTo>
                  <a:pt x="518302" y="45799"/>
                  <a:pt x="518562" y="37295"/>
                  <a:pt x="519081" y="28142"/>
                </a:cubicBezTo>
                <a:lnTo>
                  <a:pt x="519471" y="27557"/>
                </a:lnTo>
                <a:cubicBezTo>
                  <a:pt x="521483" y="27298"/>
                  <a:pt x="523187" y="26941"/>
                  <a:pt x="524583" y="26486"/>
                </a:cubicBezTo>
                <a:cubicBezTo>
                  <a:pt x="525979" y="26032"/>
                  <a:pt x="527569" y="25366"/>
                  <a:pt x="529355" y="24490"/>
                </a:cubicBezTo>
                <a:cubicBezTo>
                  <a:pt x="531140" y="23614"/>
                  <a:pt x="532487" y="22981"/>
                  <a:pt x="533396" y="22591"/>
                </a:cubicBezTo>
                <a:cubicBezTo>
                  <a:pt x="534564" y="22591"/>
                  <a:pt x="535181" y="23240"/>
                  <a:pt x="535246" y="24539"/>
                </a:cubicBezTo>
                <a:cubicBezTo>
                  <a:pt x="534597" y="33043"/>
                  <a:pt x="534240" y="42748"/>
                  <a:pt x="534175" y="53654"/>
                </a:cubicBezTo>
                <a:lnTo>
                  <a:pt x="543620" y="53654"/>
                </a:lnTo>
                <a:cubicBezTo>
                  <a:pt x="546152" y="53654"/>
                  <a:pt x="550793" y="53524"/>
                  <a:pt x="557545" y="53265"/>
                </a:cubicBezTo>
                <a:lnTo>
                  <a:pt x="558519" y="54725"/>
                </a:lnTo>
                <a:cubicBezTo>
                  <a:pt x="557480" y="57387"/>
                  <a:pt x="556701" y="60113"/>
                  <a:pt x="556182" y="62905"/>
                </a:cubicBezTo>
                <a:cubicBezTo>
                  <a:pt x="553520" y="62645"/>
                  <a:pt x="548716" y="62515"/>
                  <a:pt x="541770" y="62515"/>
                </a:cubicBezTo>
                <a:lnTo>
                  <a:pt x="534175" y="62515"/>
                </a:lnTo>
                <a:lnTo>
                  <a:pt x="534175" y="87638"/>
                </a:lnTo>
                <a:cubicBezTo>
                  <a:pt x="534175" y="92182"/>
                  <a:pt x="534077" y="97360"/>
                  <a:pt x="533882" y="103170"/>
                </a:cubicBezTo>
                <a:cubicBezTo>
                  <a:pt x="533688" y="108980"/>
                  <a:pt x="533590" y="112631"/>
                  <a:pt x="533590" y="114124"/>
                </a:cubicBezTo>
                <a:cubicBezTo>
                  <a:pt x="533590" y="124381"/>
                  <a:pt x="535798" y="129834"/>
                  <a:pt x="540212" y="130484"/>
                </a:cubicBezTo>
                <a:cubicBezTo>
                  <a:pt x="545340" y="131327"/>
                  <a:pt x="550566" y="130808"/>
                  <a:pt x="555889" y="128926"/>
                </a:cubicBezTo>
                <a:lnTo>
                  <a:pt x="558324" y="133892"/>
                </a:lnTo>
                <a:cubicBezTo>
                  <a:pt x="550599" y="138825"/>
                  <a:pt x="542906" y="141260"/>
                  <a:pt x="535246" y="141195"/>
                </a:cubicBezTo>
                <a:cubicBezTo>
                  <a:pt x="530312" y="141195"/>
                  <a:pt x="526141" y="139539"/>
                  <a:pt x="522733" y="136229"/>
                </a:cubicBezTo>
                <a:cubicBezTo>
                  <a:pt x="519325" y="132918"/>
                  <a:pt x="517621" y="128211"/>
                  <a:pt x="517621" y="122109"/>
                </a:cubicBezTo>
                <a:cubicBezTo>
                  <a:pt x="517621" y="120616"/>
                  <a:pt x="517734" y="115991"/>
                  <a:pt x="517962" y="108233"/>
                </a:cubicBezTo>
                <a:cubicBezTo>
                  <a:pt x="518189" y="100476"/>
                  <a:pt x="518302" y="94325"/>
                  <a:pt x="518302" y="89780"/>
                </a:cubicBezTo>
                <a:lnTo>
                  <a:pt x="518302" y="62515"/>
                </a:lnTo>
                <a:cubicBezTo>
                  <a:pt x="512070" y="62515"/>
                  <a:pt x="507331" y="62645"/>
                  <a:pt x="504086" y="62905"/>
                </a:cubicBezTo>
                <a:lnTo>
                  <a:pt x="503112" y="61444"/>
                </a:lnTo>
                <a:cubicBezTo>
                  <a:pt x="504994" y="58523"/>
                  <a:pt x="506455" y="55796"/>
                  <a:pt x="507494" y="53265"/>
                </a:cubicBezTo>
                <a:cubicBezTo>
                  <a:pt x="509376" y="53524"/>
                  <a:pt x="512979" y="53654"/>
                  <a:pt x="518302" y="53654"/>
                </a:cubicBezTo>
                <a:close/>
                <a:moveTo>
                  <a:pt x="574714" y="98350"/>
                </a:moveTo>
                <a:cubicBezTo>
                  <a:pt x="574714" y="84263"/>
                  <a:pt x="578625" y="72967"/>
                  <a:pt x="586448" y="64463"/>
                </a:cubicBezTo>
                <a:cubicBezTo>
                  <a:pt x="594270" y="55959"/>
                  <a:pt x="604706" y="51707"/>
                  <a:pt x="617754" y="51707"/>
                </a:cubicBezTo>
                <a:cubicBezTo>
                  <a:pt x="631062" y="51707"/>
                  <a:pt x="641303" y="55731"/>
                  <a:pt x="648476" y="63781"/>
                </a:cubicBezTo>
                <a:cubicBezTo>
                  <a:pt x="655650" y="71831"/>
                  <a:pt x="659236" y="82769"/>
                  <a:pt x="659236" y="96597"/>
                </a:cubicBezTo>
                <a:cubicBezTo>
                  <a:pt x="659236" y="109905"/>
                  <a:pt x="655455" y="120665"/>
                  <a:pt x="647892" y="128877"/>
                </a:cubicBezTo>
                <a:cubicBezTo>
                  <a:pt x="640329" y="137089"/>
                  <a:pt x="630024" y="141195"/>
                  <a:pt x="616975" y="141195"/>
                </a:cubicBezTo>
                <a:cubicBezTo>
                  <a:pt x="604057" y="141195"/>
                  <a:pt x="593784" y="137138"/>
                  <a:pt x="586156" y="129023"/>
                </a:cubicBezTo>
                <a:cubicBezTo>
                  <a:pt x="578528" y="120908"/>
                  <a:pt x="574714" y="110684"/>
                  <a:pt x="574714" y="98350"/>
                </a:cubicBezTo>
                <a:moveTo>
                  <a:pt x="616391" y="59691"/>
                </a:moveTo>
                <a:cubicBezTo>
                  <a:pt x="610548" y="59691"/>
                  <a:pt x="605728" y="61477"/>
                  <a:pt x="601931" y="65047"/>
                </a:cubicBezTo>
                <a:cubicBezTo>
                  <a:pt x="598133" y="68617"/>
                  <a:pt x="595569" y="72902"/>
                  <a:pt x="594238" y="77901"/>
                </a:cubicBezTo>
                <a:cubicBezTo>
                  <a:pt x="592907" y="82899"/>
                  <a:pt x="592242" y="88580"/>
                  <a:pt x="592242" y="94941"/>
                </a:cubicBezTo>
                <a:cubicBezTo>
                  <a:pt x="592242" y="100914"/>
                  <a:pt x="592907" y="106562"/>
                  <a:pt x="594238" y="111885"/>
                </a:cubicBezTo>
                <a:cubicBezTo>
                  <a:pt x="595569" y="117208"/>
                  <a:pt x="598360" y="122109"/>
                  <a:pt x="602612" y="126589"/>
                </a:cubicBezTo>
                <a:cubicBezTo>
                  <a:pt x="606864" y="131068"/>
                  <a:pt x="612236" y="133307"/>
                  <a:pt x="618728" y="133307"/>
                </a:cubicBezTo>
                <a:cubicBezTo>
                  <a:pt x="625350" y="133307"/>
                  <a:pt x="630835" y="130175"/>
                  <a:pt x="635185" y="123911"/>
                </a:cubicBezTo>
                <a:cubicBezTo>
                  <a:pt x="639534" y="117646"/>
                  <a:pt x="641709" y="109743"/>
                  <a:pt x="641709" y="100200"/>
                </a:cubicBezTo>
                <a:cubicBezTo>
                  <a:pt x="641709" y="86762"/>
                  <a:pt x="639956" y="76651"/>
                  <a:pt x="636450" y="69867"/>
                </a:cubicBezTo>
                <a:cubicBezTo>
                  <a:pt x="632945" y="63083"/>
                  <a:pt x="626258" y="59691"/>
                  <a:pt x="616391" y="59691"/>
                </a:cubicBezTo>
                <a:close/>
                <a:moveTo>
                  <a:pt x="700134" y="72642"/>
                </a:moveTo>
                <a:lnTo>
                  <a:pt x="700718" y="73032"/>
                </a:lnTo>
                <a:cubicBezTo>
                  <a:pt x="705392" y="65047"/>
                  <a:pt x="709482" y="59497"/>
                  <a:pt x="712988" y="56381"/>
                </a:cubicBezTo>
                <a:cubicBezTo>
                  <a:pt x="716493" y="53265"/>
                  <a:pt x="720843" y="51707"/>
                  <a:pt x="726036" y="51707"/>
                </a:cubicBezTo>
                <a:cubicBezTo>
                  <a:pt x="727659" y="51707"/>
                  <a:pt x="730061" y="52161"/>
                  <a:pt x="733242" y="53070"/>
                </a:cubicBezTo>
                <a:lnTo>
                  <a:pt x="734021" y="53849"/>
                </a:lnTo>
                <a:lnTo>
                  <a:pt x="730028" y="68650"/>
                </a:lnTo>
                <a:lnTo>
                  <a:pt x="728470" y="69039"/>
                </a:lnTo>
                <a:cubicBezTo>
                  <a:pt x="726458" y="67157"/>
                  <a:pt x="722985" y="66216"/>
                  <a:pt x="718051" y="66216"/>
                </a:cubicBezTo>
                <a:cubicBezTo>
                  <a:pt x="713637" y="66216"/>
                  <a:pt x="709937" y="68553"/>
                  <a:pt x="706950" y="73227"/>
                </a:cubicBezTo>
                <a:cubicBezTo>
                  <a:pt x="702406" y="80108"/>
                  <a:pt x="700134" y="86697"/>
                  <a:pt x="700134" y="92994"/>
                </a:cubicBezTo>
                <a:lnTo>
                  <a:pt x="700134" y="103316"/>
                </a:lnTo>
                <a:cubicBezTo>
                  <a:pt x="700134" y="118182"/>
                  <a:pt x="700718" y="130159"/>
                  <a:pt x="701887" y="139247"/>
                </a:cubicBezTo>
                <a:lnTo>
                  <a:pt x="701497" y="139832"/>
                </a:lnTo>
                <a:cubicBezTo>
                  <a:pt x="699095" y="139442"/>
                  <a:pt x="695979" y="139247"/>
                  <a:pt x="692149" y="139247"/>
                </a:cubicBezTo>
                <a:cubicBezTo>
                  <a:pt x="688319" y="139247"/>
                  <a:pt x="685203" y="139442"/>
                  <a:pt x="682801" y="139832"/>
                </a:cubicBezTo>
                <a:lnTo>
                  <a:pt x="682412" y="139247"/>
                </a:lnTo>
                <a:cubicBezTo>
                  <a:pt x="683580" y="131003"/>
                  <a:pt x="684164" y="119026"/>
                  <a:pt x="684164" y="103316"/>
                </a:cubicBezTo>
                <a:lnTo>
                  <a:pt x="684164" y="92410"/>
                </a:lnTo>
                <a:cubicBezTo>
                  <a:pt x="684164" y="74038"/>
                  <a:pt x="683580" y="61120"/>
                  <a:pt x="682412" y="53654"/>
                </a:cubicBezTo>
                <a:lnTo>
                  <a:pt x="682801" y="53070"/>
                </a:lnTo>
                <a:cubicBezTo>
                  <a:pt x="688644" y="53589"/>
                  <a:pt x="694032" y="53394"/>
                  <a:pt x="698966" y="52486"/>
                </a:cubicBezTo>
                <a:cubicBezTo>
                  <a:pt x="699745" y="52486"/>
                  <a:pt x="700134" y="53167"/>
                  <a:pt x="700134" y="54530"/>
                </a:cubicBezTo>
                <a:lnTo>
                  <a:pt x="700134" y="72642"/>
                </a:lnTo>
                <a:close/>
                <a:moveTo>
                  <a:pt x="829551" y="75856"/>
                </a:moveTo>
                <a:lnTo>
                  <a:pt x="829551" y="85593"/>
                </a:lnTo>
                <a:lnTo>
                  <a:pt x="750774" y="85593"/>
                </a:lnTo>
                <a:lnTo>
                  <a:pt x="750774" y="75856"/>
                </a:lnTo>
                <a:lnTo>
                  <a:pt x="829551" y="75856"/>
                </a:lnTo>
                <a:moveTo>
                  <a:pt x="829551" y="100784"/>
                </a:moveTo>
                <a:lnTo>
                  <a:pt x="829551" y="110522"/>
                </a:lnTo>
                <a:lnTo>
                  <a:pt x="750774" y="110522"/>
                </a:lnTo>
                <a:lnTo>
                  <a:pt x="750774" y="100784"/>
                </a:lnTo>
                <a:lnTo>
                  <a:pt x="829551" y="100784"/>
                </a:lnTo>
                <a:close/>
                <a:moveTo>
                  <a:pt x="863466" y="50538"/>
                </a:moveTo>
                <a:cubicBezTo>
                  <a:pt x="863466" y="33400"/>
                  <a:pt x="862817" y="20092"/>
                  <a:pt x="861519" y="10614"/>
                </a:cubicBezTo>
                <a:lnTo>
                  <a:pt x="861908" y="10030"/>
                </a:lnTo>
                <a:cubicBezTo>
                  <a:pt x="864310" y="10419"/>
                  <a:pt x="867702" y="10614"/>
                  <a:pt x="872084" y="10614"/>
                </a:cubicBezTo>
                <a:cubicBezTo>
                  <a:pt x="876466" y="10614"/>
                  <a:pt x="879858" y="10419"/>
                  <a:pt x="882260" y="10030"/>
                </a:cubicBezTo>
                <a:lnTo>
                  <a:pt x="882649" y="10614"/>
                </a:lnTo>
                <a:cubicBezTo>
                  <a:pt x="881351" y="19378"/>
                  <a:pt x="880669" y="32686"/>
                  <a:pt x="880604" y="50538"/>
                </a:cubicBezTo>
                <a:lnTo>
                  <a:pt x="880604" y="70597"/>
                </a:lnTo>
                <a:cubicBezTo>
                  <a:pt x="882357" y="70403"/>
                  <a:pt x="883818" y="69818"/>
                  <a:pt x="884986" y="68845"/>
                </a:cubicBezTo>
                <a:cubicBezTo>
                  <a:pt x="900566" y="55277"/>
                  <a:pt x="919522" y="35672"/>
                  <a:pt x="941854" y="10030"/>
                </a:cubicBezTo>
                <a:cubicBezTo>
                  <a:pt x="943606" y="10419"/>
                  <a:pt x="946852" y="10614"/>
                  <a:pt x="951591" y="10614"/>
                </a:cubicBezTo>
                <a:cubicBezTo>
                  <a:pt x="956265" y="10614"/>
                  <a:pt x="959673" y="10419"/>
                  <a:pt x="961816" y="10030"/>
                </a:cubicBezTo>
                <a:cubicBezTo>
                  <a:pt x="934421" y="34114"/>
                  <a:pt x="914199" y="53654"/>
                  <a:pt x="901150" y="68650"/>
                </a:cubicBezTo>
                <a:lnTo>
                  <a:pt x="901150" y="69039"/>
                </a:lnTo>
                <a:lnTo>
                  <a:pt x="963763" y="139832"/>
                </a:lnTo>
                <a:cubicBezTo>
                  <a:pt x="961231" y="139442"/>
                  <a:pt x="957109" y="139247"/>
                  <a:pt x="951396" y="139247"/>
                </a:cubicBezTo>
                <a:cubicBezTo>
                  <a:pt x="945424" y="139247"/>
                  <a:pt x="941302" y="139442"/>
                  <a:pt x="939030" y="139832"/>
                </a:cubicBezTo>
                <a:cubicBezTo>
                  <a:pt x="909882" y="103932"/>
                  <a:pt x="891673" y="82347"/>
                  <a:pt x="884402" y="75077"/>
                </a:cubicBezTo>
                <a:cubicBezTo>
                  <a:pt x="883623" y="74428"/>
                  <a:pt x="882357" y="73973"/>
                  <a:pt x="880604" y="73713"/>
                </a:cubicBezTo>
                <a:lnTo>
                  <a:pt x="880604" y="99323"/>
                </a:lnTo>
                <a:cubicBezTo>
                  <a:pt x="880604" y="116461"/>
                  <a:pt x="881286" y="129769"/>
                  <a:pt x="882649" y="139247"/>
                </a:cubicBezTo>
                <a:lnTo>
                  <a:pt x="882260" y="139832"/>
                </a:lnTo>
                <a:cubicBezTo>
                  <a:pt x="879858" y="139442"/>
                  <a:pt x="876449" y="139247"/>
                  <a:pt x="872035" y="139247"/>
                </a:cubicBezTo>
                <a:cubicBezTo>
                  <a:pt x="867621" y="139247"/>
                  <a:pt x="864245" y="139442"/>
                  <a:pt x="861908" y="139832"/>
                </a:cubicBezTo>
                <a:lnTo>
                  <a:pt x="861519" y="139247"/>
                </a:lnTo>
                <a:cubicBezTo>
                  <a:pt x="862817" y="130224"/>
                  <a:pt x="863466" y="116916"/>
                  <a:pt x="863466" y="99323"/>
                </a:cubicBezTo>
                <a:lnTo>
                  <a:pt x="863466" y="50538"/>
                </a:lnTo>
                <a:close/>
                <a:moveTo>
                  <a:pt x="1038805" y="7985"/>
                </a:moveTo>
                <a:cubicBezTo>
                  <a:pt x="1046011" y="7985"/>
                  <a:pt x="1053233" y="8829"/>
                  <a:pt x="1060471" y="10517"/>
                </a:cubicBezTo>
                <a:cubicBezTo>
                  <a:pt x="1067709" y="12204"/>
                  <a:pt x="1073146" y="13860"/>
                  <a:pt x="1076782" y="15483"/>
                </a:cubicBezTo>
                <a:lnTo>
                  <a:pt x="1082332" y="18015"/>
                </a:lnTo>
                <a:lnTo>
                  <a:pt x="1082721" y="18599"/>
                </a:lnTo>
                <a:cubicBezTo>
                  <a:pt x="1080839" y="25805"/>
                  <a:pt x="1079638" y="33173"/>
                  <a:pt x="1079119" y="40703"/>
                </a:cubicBezTo>
                <a:lnTo>
                  <a:pt x="1076684" y="40898"/>
                </a:lnTo>
                <a:cubicBezTo>
                  <a:pt x="1068829" y="25188"/>
                  <a:pt x="1055294" y="17365"/>
                  <a:pt x="1036078" y="17430"/>
                </a:cubicBezTo>
                <a:cubicBezTo>
                  <a:pt x="1031664" y="17430"/>
                  <a:pt x="1027136" y="18453"/>
                  <a:pt x="1022495" y="20498"/>
                </a:cubicBezTo>
                <a:cubicBezTo>
                  <a:pt x="1017853" y="22542"/>
                  <a:pt x="1013325" y="25626"/>
                  <a:pt x="1008911" y="29748"/>
                </a:cubicBezTo>
                <a:cubicBezTo>
                  <a:pt x="1004496" y="33871"/>
                  <a:pt x="1000893" y="39664"/>
                  <a:pt x="998102" y="47130"/>
                </a:cubicBezTo>
                <a:cubicBezTo>
                  <a:pt x="995310" y="54595"/>
                  <a:pt x="993915" y="63100"/>
                  <a:pt x="993915" y="72642"/>
                </a:cubicBezTo>
                <a:cubicBezTo>
                  <a:pt x="993915" y="88482"/>
                  <a:pt x="998151" y="102180"/>
                  <a:pt x="1006622" y="113735"/>
                </a:cubicBezTo>
                <a:cubicBezTo>
                  <a:pt x="1015094" y="125290"/>
                  <a:pt x="1025497" y="131068"/>
                  <a:pt x="1037831" y="131068"/>
                </a:cubicBezTo>
                <a:cubicBezTo>
                  <a:pt x="1047244" y="131068"/>
                  <a:pt x="1055278" y="129542"/>
                  <a:pt x="1061932" y="126491"/>
                </a:cubicBezTo>
                <a:cubicBezTo>
                  <a:pt x="1068586" y="123440"/>
                  <a:pt x="1075451" y="118052"/>
                  <a:pt x="1082527" y="110327"/>
                </a:cubicBezTo>
                <a:lnTo>
                  <a:pt x="1083890" y="110911"/>
                </a:lnTo>
                <a:cubicBezTo>
                  <a:pt x="1084474" y="112469"/>
                  <a:pt x="1084896" y="115293"/>
                  <a:pt x="1085156" y="119383"/>
                </a:cubicBezTo>
                <a:cubicBezTo>
                  <a:pt x="1073146" y="133924"/>
                  <a:pt x="1056787" y="141195"/>
                  <a:pt x="1036078" y="141195"/>
                </a:cubicBezTo>
                <a:cubicBezTo>
                  <a:pt x="1015759" y="141195"/>
                  <a:pt x="1000228" y="135028"/>
                  <a:pt x="989484" y="122693"/>
                </a:cubicBezTo>
                <a:cubicBezTo>
                  <a:pt x="978740" y="110359"/>
                  <a:pt x="973368" y="94941"/>
                  <a:pt x="973368" y="76440"/>
                </a:cubicBezTo>
                <a:cubicBezTo>
                  <a:pt x="973368" y="57289"/>
                  <a:pt x="979958" y="41093"/>
                  <a:pt x="993136" y="27849"/>
                </a:cubicBezTo>
                <a:cubicBezTo>
                  <a:pt x="1006314" y="14606"/>
                  <a:pt x="1021537" y="7985"/>
                  <a:pt x="1038805" y="7985"/>
                </a:cubicBezTo>
                <a:close/>
                <a:moveTo>
                  <a:pt x="1115975" y="99323"/>
                </a:moveTo>
                <a:lnTo>
                  <a:pt x="1115975" y="43137"/>
                </a:lnTo>
                <a:cubicBezTo>
                  <a:pt x="1115975" y="24117"/>
                  <a:pt x="1115390" y="11296"/>
                  <a:pt x="1114222" y="4674"/>
                </a:cubicBezTo>
                <a:lnTo>
                  <a:pt x="1114611" y="3992"/>
                </a:lnTo>
                <a:cubicBezTo>
                  <a:pt x="1120584" y="3603"/>
                  <a:pt x="1126361" y="2272"/>
                  <a:pt x="1131944" y="0"/>
                </a:cubicBezTo>
                <a:cubicBezTo>
                  <a:pt x="1133113" y="0"/>
                  <a:pt x="1133729" y="682"/>
                  <a:pt x="1133794" y="2045"/>
                </a:cubicBezTo>
                <a:cubicBezTo>
                  <a:pt x="1132626" y="18144"/>
                  <a:pt x="1132009" y="30641"/>
                  <a:pt x="1131944" y="39535"/>
                </a:cubicBezTo>
                <a:lnTo>
                  <a:pt x="1131944" y="99323"/>
                </a:lnTo>
                <a:cubicBezTo>
                  <a:pt x="1131944" y="117111"/>
                  <a:pt x="1132561" y="130419"/>
                  <a:pt x="1133794" y="139247"/>
                </a:cubicBezTo>
                <a:lnTo>
                  <a:pt x="1133308" y="139832"/>
                </a:lnTo>
                <a:cubicBezTo>
                  <a:pt x="1130906" y="139442"/>
                  <a:pt x="1127790" y="139247"/>
                  <a:pt x="1123959" y="139247"/>
                </a:cubicBezTo>
                <a:cubicBezTo>
                  <a:pt x="1120129" y="139247"/>
                  <a:pt x="1117013" y="139442"/>
                  <a:pt x="1114611" y="139832"/>
                </a:cubicBezTo>
                <a:lnTo>
                  <a:pt x="1114222" y="139247"/>
                </a:lnTo>
                <a:cubicBezTo>
                  <a:pt x="1115390" y="130743"/>
                  <a:pt x="1115975" y="117435"/>
                  <a:pt x="1115975" y="99323"/>
                </a:cubicBezTo>
                <a:close/>
                <a:moveTo>
                  <a:pt x="1210147" y="94357"/>
                </a:moveTo>
                <a:lnTo>
                  <a:pt x="1193203" y="98934"/>
                </a:lnTo>
                <a:cubicBezTo>
                  <a:pt x="1185868" y="100946"/>
                  <a:pt x="1180739" y="103575"/>
                  <a:pt x="1177818" y="106821"/>
                </a:cubicBezTo>
                <a:cubicBezTo>
                  <a:pt x="1174897" y="110067"/>
                  <a:pt x="1173436" y="114092"/>
                  <a:pt x="1173436" y="118896"/>
                </a:cubicBezTo>
                <a:cubicBezTo>
                  <a:pt x="1173436" y="122077"/>
                  <a:pt x="1174799" y="124901"/>
                  <a:pt x="1177526" y="127368"/>
                </a:cubicBezTo>
                <a:cubicBezTo>
                  <a:pt x="1180252" y="129834"/>
                  <a:pt x="1183823" y="131068"/>
                  <a:pt x="1188237" y="131068"/>
                </a:cubicBezTo>
                <a:cubicBezTo>
                  <a:pt x="1193560" y="131068"/>
                  <a:pt x="1199663" y="128471"/>
                  <a:pt x="1206544" y="123278"/>
                </a:cubicBezTo>
                <a:cubicBezTo>
                  <a:pt x="1208427" y="121979"/>
                  <a:pt x="1209368" y="120259"/>
                  <a:pt x="1209368" y="118117"/>
                </a:cubicBezTo>
                <a:lnTo>
                  <a:pt x="1210147" y="94357"/>
                </a:lnTo>
                <a:moveTo>
                  <a:pt x="1210147" y="129705"/>
                </a:moveTo>
                <a:lnTo>
                  <a:pt x="1209368" y="129705"/>
                </a:lnTo>
                <a:cubicBezTo>
                  <a:pt x="1204045" y="134249"/>
                  <a:pt x="1199549" y="137300"/>
                  <a:pt x="1195881" y="138858"/>
                </a:cubicBezTo>
                <a:cubicBezTo>
                  <a:pt x="1192213" y="140416"/>
                  <a:pt x="1187653" y="141195"/>
                  <a:pt x="1182200" y="141195"/>
                </a:cubicBezTo>
                <a:cubicBezTo>
                  <a:pt x="1174475" y="141195"/>
                  <a:pt x="1168389" y="139410"/>
                  <a:pt x="1163942" y="135839"/>
                </a:cubicBezTo>
                <a:cubicBezTo>
                  <a:pt x="1159495" y="132269"/>
                  <a:pt x="1157272" y="126881"/>
                  <a:pt x="1157272" y="119675"/>
                </a:cubicBezTo>
                <a:cubicBezTo>
                  <a:pt x="1157272" y="112923"/>
                  <a:pt x="1160226" y="106984"/>
                  <a:pt x="1166133" y="101855"/>
                </a:cubicBezTo>
                <a:cubicBezTo>
                  <a:pt x="1172040" y="96727"/>
                  <a:pt x="1180123" y="93026"/>
                  <a:pt x="1190380" y="90754"/>
                </a:cubicBezTo>
                <a:lnTo>
                  <a:pt x="1208978" y="86567"/>
                </a:lnTo>
                <a:cubicBezTo>
                  <a:pt x="1209887" y="86307"/>
                  <a:pt x="1210342" y="85528"/>
                  <a:pt x="1210342" y="84230"/>
                </a:cubicBezTo>
                <a:cubicBezTo>
                  <a:pt x="1210342" y="79946"/>
                  <a:pt x="1209871" y="76245"/>
                  <a:pt x="1208930" y="73129"/>
                </a:cubicBezTo>
                <a:cubicBezTo>
                  <a:pt x="1207988" y="70013"/>
                  <a:pt x="1206917" y="67692"/>
                  <a:pt x="1205716" y="66167"/>
                </a:cubicBezTo>
                <a:cubicBezTo>
                  <a:pt x="1204515" y="64641"/>
                  <a:pt x="1202925" y="63440"/>
                  <a:pt x="1200945" y="62564"/>
                </a:cubicBezTo>
                <a:cubicBezTo>
                  <a:pt x="1198965" y="61688"/>
                  <a:pt x="1197309" y="61152"/>
                  <a:pt x="1195979" y="60957"/>
                </a:cubicBezTo>
                <a:cubicBezTo>
                  <a:pt x="1194648" y="60762"/>
                  <a:pt x="1193041" y="60665"/>
                  <a:pt x="1191159" y="60665"/>
                </a:cubicBezTo>
                <a:cubicBezTo>
                  <a:pt x="1183563" y="60665"/>
                  <a:pt x="1176260" y="66313"/>
                  <a:pt x="1169249" y="77608"/>
                </a:cubicBezTo>
                <a:lnTo>
                  <a:pt x="1166620" y="77414"/>
                </a:lnTo>
                <a:lnTo>
                  <a:pt x="1163309" y="64073"/>
                </a:lnTo>
                <a:lnTo>
                  <a:pt x="1163893" y="63294"/>
                </a:lnTo>
                <a:cubicBezTo>
                  <a:pt x="1173047" y="55569"/>
                  <a:pt x="1182817" y="51707"/>
                  <a:pt x="1193203" y="51707"/>
                </a:cubicBezTo>
                <a:cubicBezTo>
                  <a:pt x="1215145" y="51707"/>
                  <a:pt x="1226116" y="62483"/>
                  <a:pt x="1226116" y="84035"/>
                </a:cubicBezTo>
                <a:cubicBezTo>
                  <a:pt x="1226116" y="84490"/>
                  <a:pt x="1226019" y="89066"/>
                  <a:pt x="1225824" y="97765"/>
                </a:cubicBezTo>
                <a:cubicBezTo>
                  <a:pt x="1225630" y="106464"/>
                  <a:pt x="1225532" y="111917"/>
                  <a:pt x="1225532" y="114124"/>
                </a:cubicBezTo>
                <a:cubicBezTo>
                  <a:pt x="1225532" y="122499"/>
                  <a:pt x="1226636" y="127692"/>
                  <a:pt x="1228843" y="129705"/>
                </a:cubicBezTo>
                <a:cubicBezTo>
                  <a:pt x="1229947" y="130678"/>
                  <a:pt x="1231894" y="131165"/>
                  <a:pt x="1234686" y="131165"/>
                </a:cubicBezTo>
                <a:cubicBezTo>
                  <a:pt x="1236308" y="131165"/>
                  <a:pt x="1238094" y="130808"/>
                  <a:pt x="1240041" y="130094"/>
                </a:cubicBezTo>
                <a:lnTo>
                  <a:pt x="1241599" y="135060"/>
                </a:lnTo>
                <a:cubicBezTo>
                  <a:pt x="1237704" y="139150"/>
                  <a:pt x="1232413" y="141195"/>
                  <a:pt x="1225727" y="141195"/>
                </a:cubicBezTo>
                <a:cubicBezTo>
                  <a:pt x="1221962" y="141195"/>
                  <a:pt x="1218700" y="140221"/>
                  <a:pt x="1215941" y="138274"/>
                </a:cubicBezTo>
                <a:cubicBezTo>
                  <a:pt x="1213182" y="136326"/>
                  <a:pt x="1211250" y="133470"/>
                  <a:pt x="1210147" y="129705"/>
                </a:cubicBezTo>
                <a:close/>
                <a:moveTo>
                  <a:pt x="1317074" y="120941"/>
                </a:moveTo>
                <a:cubicBezTo>
                  <a:pt x="1313374" y="126653"/>
                  <a:pt x="1308846" y="131457"/>
                  <a:pt x="1303490" y="135352"/>
                </a:cubicBezTo>
                <a:cubicBezTo>
                  <a:pt x="1298134" y="139247"/>
                  <a:pt x="1292600" y="141195"/>
                  <a:pt x="1286887" y="141195"/>
                </a:cubicBezTo>
                <a:cubicBezTo>
                  <a:pt x="1277734" y="141195"/>
                  <a:pt x="1271096" y="138550"/>
                  <a:pt x="1266974" y="133259"/>
                </a:cubicBezTo>
                <a:cubicBezTo>
                  <a:pt x="1262852" y="127968"/>
                  <a:pt x="1260791" y="121395"/>
                  <a:pt x="1260791" y="113540"/>
                </a:cubicBezTo>
                <a:lnTo>
                  <a:pt x="1260791" y="89586"/>
                </a:lnTo>
                <a:cubicBezTo>
                  <a:pt x="1260791" y="74135"/>
                  <a:pt x="1260207" y="62158"/>
                  <a:pt x="1259038" y="53654"/>
                </a:cubicBezTo>
                <a:lnTo>
                  <a:pt x="1259428" y="53070"/>
                </a:lnTo>
                <a:cubicBezTo>
                  <a:pt x="1261829" y="53459"/>
                  <a:pt x="1264945" y="53654"/>
                  <a:pt x="1268776" y="53654"/>
                </a:cubicBezTo>
                <a:cubicBezTo>
                  <a:pt x="1272606" y="53654"/>
                  <a:pt x="1275722" y="53459"/>
                  <a:pt x="1278124" y="53070"/>
                </a:cubicBezTo>
                <a:lnTo>
                  <a:pt x="1278513" y="53654"/>
                </a:lnTo>
                <a:cubicBezTo>
                  <a:pt x="1277345" y="61639"/>
                  <a:pt x="1276760" y="73616"/>
                  <a:pt x="1276760" y="89586"/>
                </a:cubicBezTo>
                <a:lnTo>
                  <a:pt x="1276760" y="109353"/>
                </a:lnTo>
                <a:cubicBezTo>
                  <a:pt x="1276760" y="117727"/>
                  <a:pt x="1277929" y="123278"/>
                  <a:pt x="1280266" y="126004"/>
                </a:cubicBezTo>
                <a:cubicBezTo>
                  <a:pt x="1282603" y="128731"/>
                  <a:pt x="1285881" y="130094"/>
                  <a:pt x="1290101" y="130094"/>
                </a:cubicBezTo>
                <a:cubicBezTo>
                  <a:pt x="1294775" y="130094"/>
                  <a:pt x="1299660" y="128000"/>
                  <a:pt x="1304756" y="123813"/>
                </a:cubicBezTo>
                <a:cubicBezTo>
                  <a:pt x="1309852" y="119626"/>
                  <a:pt x="1314088" y="114741"/>
                  <a:pt x="1317463" y="109158"/>
                </a:cubicBezTo>
                <a:lnTo>
                  <a:pt x="1317463" y="89586"/>
                </a:lnTo>
                <a:cubicBezTo>
                  <a:pt x="1317463" y="74460"/>
                  <a:pt x="1316847" y="62483"/>
                  <a:pt x="1315613" y="53654"/>
                </a:cubicBezTo>
                <a:lnTo>
                  <a:pt x="1316003" y="53070"/>
                </a:lnTo>
                <a:cubicBezTo>
                  <a:pt x="1318405" y="53459"/>
                  <a:pt x="1321537" y="53654"/>
                  <a:pt x="1325400" y="53654"/>
                </a:cubicBezTo>
                <a:cubicBezTo>
                  <a:pt x="1329262" y="53654"/>
                  <a:pt x="1332394" y="53459"/>
                  <a:pt x="1334796" y="53070"/>
                </a:cubicBezTo>
                <a:lnTo>
                  <a:pt x="1335186" y="53654"/>
                </a:lnTo>
                <a:cubicBezTo>
                  <a:pt x="1334017" y="61639"/>
                  <a:pt x="1333401" y="73616"/>
                  <a:pt x="1333336" y="89586"/>
                </a:cubicBezTo>
                <a:lnTo>
                  <a:pt x="1333336" y="100979"/>
                </a:lnTo>
                <a:cubicBezTo>
                  <a:pt x="1333336" y="114417"/>
                  <a:pt x="1334472" y="127173"/>
                  <a:pt x="1336744" y="139247"/>
                </a:cubicBezTo>
                <a:lnTo>
                  <a:pt x="1336354" y="139832"/>
                </a:lnTo>
                <a:cubicBezTo>
                  <a:pt x="1333693" y="139442"/>
                  <a:pt x="1330739" y="139247"/>
                  <a:pt x="1327493" y="139247"/>
                </a:cubicBezTo>
                <a:cubicBezTo>
                  <a:pt x="1325286" y="139247"/>
                  <a:pt x="1322657" y="139442"/>
                  <a:pt x="1319606" y="139832"/>
                </a:cubicBezTo>
                <a:cubicBezTo>
                  <a:pt x="1319086" y="139832"/>
                  <a:pt x="1318827" y="139637"/>
                  <a:pt x="1318827" y="139247"/>
                </a:cubicBezTo>
                <a:lnTo>
                  <a:pt x="1317853" y="121525"/>
                </a:lnTo>
                <a:lnTo>
                  <a:pt x="1317074" y="120941"/>
                </a:lnTo>
                <a:close/>
                <a:moveTo>
                  <a:pt x="1361261" y="119091"/>
                </a:moveTo>
                <a:lnTo>
                  <a:pt x="1364280" y="118896"/>
                </a:lnTo>
                <a:cubicBezTo>
                  <a:pt x="1371161" y="128439"/>
                  <a:pt x="1379016" y="133243"/>
                  <a:pt x="1387844" y="133307"/>
                </a:cubicBezTo>
                <a:cubicBezTo>
                  <a:pt x="1393298" y="133307"/>
                  <a:pt x="1397712" y="131831"/>
                  <a:pt x="1401088" y="128877"/>
                </a:cubicBezTo>
                <a:cubicBezTo>
                  <a:pt x="1404463" y="125923"/>
                  <a:pt x="1406151" y="121882"/>
                  <a:pt x="1406151" y="116754"/>
                </a:cubicBezTo>
                <a:cubicBezTo>
                  <a:pt x="1406151" y="112209"/>
                  <a:pt x="1404528" y="108834"/>
                  <a:pt x="1401282" y="106626"/>
                </a:cubicBezTo>
                <a:cubicBezTo>
                  <a:pt x="1398036" y="104419"/>
                  <a:pt x="1392940" y="102407"/>
                  <a:pt x="1385994" y="100589"/>
                </a:cubicBezTo>
                <a:cubicBezTo>
                  <a:pt x="1378529" y="98577"/>
                  <a:pt x="1372686" y="95769"/>
                  <a:pt x="1368467" y="92166"/>
                </a:cubicBezTo>
                <a:cubicBezTo>
                  <a:pt x="1364247" y="88563"/>
                  <a:pt x="1362137" y="83191"/>
                  <a:pt x="1362137" y="76050"/>
                </a:cubicBezTo>
                <a:cubicBezTo>
                  <a:pt x="1362137" y="68325"/>
                  <a:pt x="1365123" y="62337"/>
                  <a:pt x="1371096" y="58085"/>
                </a:cubicBezTo>
                <a:cubicBezTo>
                  <a:pt x="1377068" y="53833"/>
                  <a:pt x="1384112" y="51707"/>
                  <a:pt x="1392226" y="51707"/>
                </a:cubicBezTo>
                <a:cubicBezTo>
                  <a:pt x="1402483" y="51707"/>
                  <a:pt x="1411442" y="53687"/>
                  <a:pt x="1419102" y="57646"/>
                </a:cubicBezTo>
                <a:lnTo>
                  <a:pt x="1419492" y="58328"/>
                </a:lnTo>
                <a:lnTo>
                  <a:pt x="1415499" y="73032"/>
                </a:lnTo>
                <a:lnTo>
                  <a:pt x="1412773" y="73227"/>
                </a:lnTo>
                <a:cubicBezTo>
                  <a:pt x="1410241" y="70305"/>
                  <a:pt x="1408375" y="68212"/>
                  <a:pt x="1407174" y="66946"/>
                </a:cubicBezTo>
                <a:cubicBezTo>
                  <a:pt x="1405973" y="65680"/>
                  <a:pt x="1403847" y="64154"/>
                  <a:pt x="1400795" y="62369"/>
                </a:cubicBezTo>
                <a:cubicBezTo>
                  <a:pt x="1397744" y="60584"/>
                  <a:pt x="1394628" y="59691"/>
                  <a:pt x="1391447" y="59691"/>
                </a:cubicBezTo>
                <a:cubicBezTo>
                  <a:pt x="1387033" y="59691"/>
                  <a:pt x="1383398" y="60779"/>
                  <a:pt x="1380541" y="62953"/>
                </a:cubicBezTo>
                <a:cubicBezTo>
                  <a:pt x="1377685" y="65128"/>
                  <a:pt x="1376257" y="68228"/>
                  <a:pt x="1376257" y="72253"/>
                </a:cubicBezTo>
                <a:cubicBezTo>
                  <a:pt x="1376257" y="79718"/>
                  <a:pt x="1382424" y="84912"/>
                  <a:pt x="1394758" y="87833"/>
                </a:cubicBezTo>
                <a:cubicBezTo>
                  <a:pt x="1403003" y="89845"/>
                  <a:pt x="1409592" y="92832"/>
                  <a:pt x="1414525" y="96792"/>
                </a:cubicBezTo>
                <a:cubicBezTo>
                  <a:pt x="1419459" y="100751"/>
                  <a:pt x="1421926" y="106464"/>
                  <a:pt x="1421926" y="113930"/>
                </a:cubicBezTo>
                <a:cubicBezTo>
                  <a:pt x="1421926" y="116981"/>
                  <a:pt x="1421423" y="119967"/>
                  <a:pt x="1420417" y="122888"/>
                </a:cubicBezTo>
                <a:cubicBezTo>
                  <a:pt x="1419410" y="125810"/>
                  <a:pt x="1417755" y="128731"/>
                  <a:pt x="1415451" y="131652"/>
                </a:cubicBezTo>
                <a:cubicBezTo>
                  <a:pt x="1413146" y="134573"/>
                  <a:pt x="1409624" y="136894"/>
                  <a:pt x="1404885" y="138614"/>
                </a:cubicBezTo>
                <a:cubicBezTo>
                  <a:pt x="1400146" y="140335"/>
                  <a:pt x="1394531" y="141195"/>
                  <a:pt x="1388039" y="141195"/>
                </a:cubicBezTo>
                <a:cubicBezTo>
                  <a:pt x="1378172" y="141195"/>
                  <a:pt x="1368142" y="139410"/>
                  <a:pt x="1357950" y="135839"/>
                </a:cubicBezTo>
                <a:lnTo>
                  <a:pt x="1361261" y="119091"/>
                </a:lnTo>
                <a:close/>
                <a:moveTo>
                  <a:pt x="1455229" y="84814"/>
                </a:moveTo>
                <a:lnTo>
                  <a:pt x="1491940" y="84814"/>
                </a:lnTo>
                <a:cubicBezTo>
                  <a:pt x="1493822" y="84814"/>
                  <a:pt x="1494764" y="83873"/>
                  <a:pt x="1494764" y="81990"/>
                </a:cubicBezTo>
                <a:cubicBezTo>
                  <a:pt x="1494764" y="74914"/>
                  <a:pt x="1493059" y="69429"/>
                  <a:pt x="1489651" y="65534"/>
                </a:cubicBezTo>
                <a:cubicBezTo>
                  <a:pt x="1486243" y="61639"/>
                  <a:pt x="1482348" y="59691"/>
                  <a:pt x="1477966" y="59691"/>
                </a:cubicBezTo>
                <a:cubicBezTo>
                  <a:pt x="1473584" y="59691"/>
                  <a:pt x="1469073" y="61590"/>
                  <a:pt x="1464431" y="65388"/>
                </a:cubicBezTo>
                <a:cubicBezTo>
                  <a:pt x="1459789" y="69185"/>
                  <a:pt x="1456722" y="75661"/>
                  <a:pt x="1455229" y="84814"/>
                </a:cubicBezTo>
                <a:moveTo>
                  <a:pt x="1508493" y="118506"/>
                </a:moveTo>
                <a:lnTo>
                  <a:pt x="1512486" y="123472"/>
                </a:lnTo>
                <a:cubicBezTo>
                  <a:pt x="1508656" y="128796"/>
                  <a:pt x="1503673" y="133080"/>
                  <a:pt x="1497539" y="136326"/>
                </a:cubicBezTo>
                <a:cubicBezTo>
                  <a:pt x="1491404" y="139572"/>
                  <a:pt x="1484799" y="141195"/>
                  <a:pt x="1477723" y="141195"/>
                </a:cubicBezTo>
                <a:cubicBezTo>
                  <a:pt x="1463895" y="141195"/>
                  <a:pt x="1453346" y="136813"/>
                  <a:pt x="1446076" y="128049"/>
                </a:cubicBezTo>
                <a:cubicBezTo>
                  <a:pt x="1440103" y="120843"/>
                  <a:pt x="1437117" y="110684"/>
                  <a:pt x="1437117" y="97571"/>
                </a:cubicBezTo>
                <a:cubicBezTo>
                  <a:pt x="1437117" y="83613"/>
                  <a:pt x="1441207" y="72480"/>
                  <a:pt x="1449386" y="64171"/>
                </a:cubicBezTo>
                <a:cubicBezTo>
                  <a:pt x="1457566" y="55861"/>
                  <a:pt x="1467076" y="51707"/>
                  <a:pt x="1477917" y="51707"/>
                </a:cubicBezTo>
                <a:cubicBezTo>
                  <a:pt x="1489862" y="51707"/>
                  <a:pt x="1498610" y="55488"/>
                  <a:pt x="1504160" y="63051"/>
                </a:cubicBezTo>
                <a:cubicBezTo>
                  <a:pt x="1509711" y="70614"/>
                  <a:pt x="1512486" y="79394"/>
                  <a:pt x="1512486" y="89391"/>
                </a:cubicBezTo>
                <a:cubicBezTo>
                  <a:pt x="1512486" y="91663"/>
                  <a:pt x="1511285" y="92799"/>
                  <a:pt x="1508883" y="92799"/>
                </a:cubicBezTo>
                <a:lnTo>
                  <a:pt x="1454645" y="92799"/>
                </a:lnTo>
                <a:cubicBezTo>
                  <a:pt x="1454645" y="104614"/>
                  <a:pt x="1456235" y="113053"/>
                  <a:pt x="1459416" y="118117"/>
                </a:cubicBezTo>
                <a:cubicBezTo>
                  <a:pt x="1464220" y="125712"/>
                  <a:pt x="1471458" y="129510"/>
                  <a:pt x="1481131" y="129510"/>
                </a:cubicBezTo>
                <a:cubicBezTo>
                  <a:pt x="1492621" y="129510"/>
                  <a:pt x="1501742" y="125842"/>
                  <a:pt x="1508493" y="118506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93A82A-D2AA-4FE3-B195-ECD27E8B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1402313"/>
            <a:ext cx="2807795" cy="684332"/>
          </a:xfrm>
          <a:custGeom xmlns:a="http://schemas.openxmlformats.org/drawingml/2006/main">
            <a:pathLst>
              <a:path w="2807795" h="684332" fill="none">
                <a:moveTo>
                  <a:pt x="0" y="684332"/>
                </a:moveTo>
                <a:lnTo>
                  <a:pt x="125972" y="644897"/>
                </a:lnTo>
                <a:lnTo>
                  <a:pt x="256820" y="598530"/>
                </a:lnTo>
                <a:lnTo>
                  <a:pt x="364594" y="560782"/>
                </a:lnTo>
                <a:lnTo>
                  <a:pt x="504257" y="475550"/>
                </a:lnTo>
                <a:lnTo>
                  <a:pt x="614446" y="441453"/>
                </a:lnTo>
                <a:lnTo>
                  <a:pt x="769626" y="368642"/>
                </a:lnTo>
                <a:lnTo>
                  <a:pt x="890079" y="298510"/>
                </a:lnTo>
                <a:lnTo>
                  <a:pt x="1002990" y="283408"/>
                </a:lnTo>
                <a:lnTo>
                  <a:pt x="1132309" y="279056"/>
                </a:lnTo>
                <a:lnTo>
                  <a:pt x="1277565" y="237398"/>
                </a:lnTo>
                <a:lnTo>
                  <a:pt x="1392633" y="222516"/>
                </a:lnTo>
                <a:lnTo>
                  <a:pt x="1532657" y="190433"/>
                </a:lnTo>
                <a:lnTo>
                  <a:pt x="1648158" y="164565"/>
                </a:lnTo>
                <a:lnTo>
                  <a:pt x="1790589" y="152552"/>
                </a:lnTo>
                <a:lnTo>
                  <a:pt x="1908513" y="142448"/>
                </a:lnTo>
                <a:lnTo>
                  <a:pt x="2051090" y="108718"/>
                </a:lnTo>
                <a:lnTo>
                  <a:pt x="2169031" y="93140"/>
                </a:lnTo>
                <a:lnTo>
                  <a:pt x="2304134" y="68730"/>
                </a:lnTo>
                <a:lnTo>
                  <a:pt x="2417126" y="50334"/>
                </a:lnTo>
                <a:lnTo>
                  <a:pt x="2559647" y="31244"/>
                </a:lnTo>
                <a:lnTo>
                  <a:pt x="2672727" y="17005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0000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A880CF-AD6F-468B-B8C3-40B14DB1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1369075"/>
            <a:ext cx="2874271" cy="750807"/>
          </a:xfrm>
          <a:custGeom xmlns:a="http://schemas.openxmlformats.org/drawingml/2006/main">
            <a:pathLst>
              <a:path w="2874271" h="750807">
                <a:moveTo>
                  <a:pt x="0" y="717570"/>
                </a:moveTo>
                <a:cubicBezTo>
                  <a:pt x="0" y="735926"/>
                  <a:pt x="14881" y="750807"/>
                  <a:pt x="33238" y="750807"/>
                </a:cubicBezTo>
                <a:cubicBezTo>
                  <a:pt x="51594" y="750807"/>
                  <a:pt x="66475" y="735926"/>
                  <a:pt x="66475" y="717570"/>
                </a:cubicBezTo>
                <a:cubicBezTo>
                  <a:pt x="66475" y="699213"/>
                  <a:pt x="51594" y="684332"/>
                  <a:pt x="33238" y="684332"/>
                </a:cubicBezTo>
                <a:cubicBezTo>
                  <a:pt x="14881" y="684332"/>
                  <a:pt x="0" y="699213"/>
                  <a:pt x="0" y="717570"/>
                </a:cubicBezTo>
                <a:moveTo>
                  <a:pt x="125972" y="678134"/>
                </a:moveTo>
                <a:cubicBezTo>
                  <a:pt x="125972" y="696490"/>
                  <a:pt x="140853" y="711371"/>
                  <a:pt x="159210" y="711371"/>
                </a:cubicBezTo>
                <a:cubicBezTo>
                  <a:pt x="177567" y="711371"/>
                  <a:pt x="192448" y="696490"/>
                  <a:pt x="192448" y="678134"/>
                </a:cubicBezTo>
                <a:cubicBezTo>
                  <a:pt x="192448" y="659777"/>
                  <a:pt x="177567" y="644896"/>
                  <a:pt x="159210" y="644896"/>
                </a:cubicBezTo>
                <a:cubicBezTo>
                  <a:pt x="140853" y="644896"/>
                  <a:pt x="125972" y="659777"/>
                  <a:pt x="125972" y="678134"/>
                </a:cubicBezTo>
                <a:moveTo>
                  <a:pt x="256820" y="631767"/>
                </a:moveTo>
                <a:cubicBezTo>
                  <a:pt x="256820" y="650124"/>
                  <a:pt x="271701" y="665005"/>
                  <a:pt x="290058" y="665005"/>
                </a:cubicBezTo>
                <a:cubicBezTo>
                  <a:pt x="308415" y="665005"/>
                  <a:pt x="323295" y="650124"/>
                  <a:pt x="323295" y="631767"/>
                </a:cubicBezTo>
                <a:cubicBezTo>
                  <a:pt x="323295" y="613410"/>
                  <a:pt x="308415" y="598530"/>
                  <a:pt x="290058" y="598530"/>
                </a:cubicBezTo>
                <a:cubicBezTo>
                  <a:pt x="271701" y="598530"/>
                  <a:pt x="256820" y="613410"/>
                  <a:pt x="256820" y="631767"/>
                </a:cubicBezTo>
                <a:moveTo>
                  <a:pt x="364594" y="594019"/>
                </a:moveTo>
                <a:cubicBezTo>
                  <a:pt x="364594" y="612376"/>
                  <a:pt x="379475" y="627257"/>
                  <a:pt x="397832" y="627257"/>
                </a:cubicBezTo>
                <a:cubicBezTo>
                  <a:pt x="416188" y="627257"/>
                  <a:pt x="431069" y="612376"/>
                  <a:pt x="431069" y="594019"/>
                </a:cubicBezTo>
                <a:cubicBezTo>
                  <a:pt x="431069" y="575662"/>
                  <a:pt x="416188" y="560781"/>
                  <a:pt x="397832" y="560781"/>
                </a:cubicBezTo>
                <a:cubicBezTo>
                  <a:pt x="379475" y="560781"/>
                  <a:pt x="364594" y="575662"/>
                  <a:pt x="364594" y="594019"/>
                </a:cubicBezTo>
                <a:moveTo>
                  <a:pt x="504257" y="508787"/>
                </a:moveTo>
                <a:cubicBezTo>
                  <a:pt x="504257" y="527144"/>
                  <a:pt x="519138" y="542025"/>
                  <a:pt x="537495" y="542025"/>
                </a:cubicBezTo>
                <a:cubicBezTo>
                  <a:pt x="555851" y="542025"/>
                  <a:pt x="570732" y="527144"/>
                  <a:pt x="570732" y="508787"/>
                </a:cubicBezTo>
                <a:cubicBezTo>
                  <a:pt x="570732" y="490431"/>
                  <a:pt x="555851" y="475550"/>
                  <a:pt x="537495" y="475550"/>
                </a:cubicBezTo>
                <a:cubicBezTo>
                  <a:pt x="519138" y="475550"/>
                  <a:pt x="504257" y="490431"/>
                  <a:pt x="504257" y="508787"/>
                </a:cubicBezTo>
                <a:moveTo>
                  <a:pt x="614446" y="474690"/>
                </a:moveTo>
                <a:cubicBezTo>
                  <a:pt x="614446" y="493047"/>
                  <a:pt x="629327" y="507928"/>
                  <a:pt x="647684" y="507928"/>
                </a:cubicBezTo>
                <a:cubicBezTo>
                  <a:pt x="666040" y="507928"/>
                  <a:pt x="680921" y="493047"/>
                  <a:pt x="680921" y="474690"/>
                </a:cubicBezTo>
                <a:cubicBezTo>
                  <a:pt x="680921" y="456334"/>
                  <a:pt x="666040" y="441453"/>
                  <a:pt x="647684" y="441453"/>
                </a:cubicBezTo>
                <a:cubicBezTo>
                  <a:pt x="629327" y="441453"/>
                  <a:pt x="614446" y="456334"/>
                  <a:pt x="614446" y="474690"/>
                </a:cubicBezTo>
                <a:moveTo>
                  <a:pt x="769626" y="401879"/>
                </a:moveTo>
                <a:cubicBezTo>
                  <a:pt x="769626" y="420235"/>
                  <a:pt x="784506" y="435117"/>
                  <a:pt x="802863" y="435117"/>
                </a:cubicBezTo>
                <a:cubicBezTo>
                  <a:pt x="821220" y="435117"/>
                  <a:pt x="836101" y="420235"/>
                  <a:pt x="836101" y="401879"/>
                </a:cubicBezTo>
                <a:cubicBezTo>
                  <a:pt x="836101" y="383522"/>
                  <a:pt x="821220" y="368641"/>
                  <a:pt x="802863" y="368641"/>
                </a:cubicBezTo>
                <a:cubicBezTo>
                  <a:pt x="784506" y="368641"/>
                  <a:pt x="769626" y="383522"/>
                  <a:pt x="769626" y="401879"/>
                </a:cubicBezTo>
                <a:moveTo>
                  <a:pt x="890079" y="331747"/>
                </a:moveTo>
                <a:cubicBezTo>
                  <a:pt x="890079" y="350104"/>
                  <a:pt x="904960" y="364985"/>
                  <a:pt x="923317" y="364985"/>
                </a:cubicBezTo>
                <a:cubicBezTo>
                  <a:pt x="941673" y="364985"/>
                  <a:pt x="956554" y="350104"/>
                  <a:pt x="956554" y="331747"/>
                </a:cubicBezTo>
                <a:cubicBezTo>
                  <a:pt x="956554" y="313391"/>
                  <a:pt x="941673" y="298510"/>
                  <a:pt x="923317" y="298510"/>
                </a:cubicBezTo>
                <a:cubicBezTo>
                  <a:pt x="904960" y="298510"/>
                  <a:pt x="890079" y="313391"/>
                  <a:pt x="890079" y="331747"/>
                </a:cubicBezTo>
                <a:moveTo>
                  <a:pt x="1002990" y="316645"/>
                </a:moveTo>
                <a:cubicBezTo>
                  <a:pt x="1002990" y="335002"/>
                  <a:pt x="1017871" y="349883"/>
                  <a:pt x="1036227" y="349883"/>
                </a:cubicBezTo>
                <a:cubicBezTo>
                  <a:pt x="1054584" y="349883"/>
                  <a:pt x="1069465" y="335002"/>
                  <a:pt x="1069465" y="316645"/>
                </a:cubicBezTo>
                <a:cubicBezTo>
                  <a:pt x="1069465" y="298289"/>
                  <a:pt x="1054584" y="283408"/>
                  <a:pt x="1036227" y="283408"/>
                </a:cubicBezTo>
                <a:cubicBezTo>
                  <a:pt x="1017871" y="283408"/>
                  <a:pt x="1002990" y="298289"/>
                  <a:pt x="1002990" y="316645"/>
                </a:cubicBezTo>
                <a:moveTo>
                  <a:pt x="1132309" y="312293"/>
                </a:moveTo>
                <a:cubicBezTo>
                  <a:pt x="1132309" y="330650"/>
                  <a:pt x="1147190" y="345531"/>
                  <a:pt x="1165547" y="345531"/>
                </a:cubicBezTo>
                <a:cubicBezTo>
                  <a:pt x="1183903" y="345531"/>
                  <a:pt x="1198784" y="330650"/>
                  <a:pt x="1198784" y="312293"/>
                </a:cubicBezTo>
                <a:cubicBezTo>
                  <a:pt x="1198784" y="293937"/>
                  <a:pt x="1183903" y="279056"/>
                  <a:pt x="1165547" y="279056"/>
                </a:cubicBezTo>
                <a:cubicBezTo>
                  <a:pt x="1147190" y="279056"/>
                  <a:pt x="1132309" y="293937"/>
                  <a:pt x="1132309" y="312293"/>
                </a:cubicBezTo>
                <a:moveTo>
                  <a:pt x="1277565" y="270636"/>
                </a:moveTo>
                <a:cubicBezTo>
                  <a:pt x="1277565" y="288992"/>
                  <a:pt x="1292446" y="303874"/>
                  <a:pt x="1310802" y="303874"/>
                </a:cubicBezTo>
                <a:cubicBezTo>
                  <a:pt x="1329159" y="303874"/>
                  <a:pt x="1344040" y="288992"/>
                  <a:pt x="1344040" y="270636"/>
                </a:cubicBezTo>
                <a:cubicBezTo>
                  <a:pt x="1344040" y="252279"/>
                  <a:pt x="1329159" y="237398"/>
                  <a:pt x="1310802" y="237398"/>
                </a:cubicBezTo>
                <a:cubicBezTo>
                  <a:pt x="1292446" y="237398"/>
                  <a:pt x="1277565" y="252279"/>
                  <a:pt x="1277565" y="270636"/>
                </a:cubicBezTo>
                <a:moveTo>
                  <a:pt x="1392633" y="255753"/>
                </a:moveTo>
                <a:cubicBezTo>
                  <a:pt x="1392633" y="274110"/>
                  <a:pt x="1407514" y="288991"/>
                  <a:pt x="1425870" y="288991"/>
                </a:cubicBezTo>
                <a:cubicBezTo>
                  <a:pt x="1444227" y="288991"/>
                  <a:pt x="1459108" y="274110"/>
                  <a:pt x="1459108" y="255753"/>
                </a:cubicBezTo>
                <a:cubicBezTo>
                  <a:pt x="1459108" y="237397"/>
                  <a:pt x="1444227" y="222516"/>
                  <a:pt x="1425870" y="222516"/>
                </a:cubicBezTo>
                <a:cubicBezTo>
                  <a:pt x="1407514" y="222516"/>
                  <a:pt x="1392633" y="237397"/>
                  <a:pt x="1392633" y="255753"/>
                </a:cubicBezTo>
                <a:moveTo>
                  <a:pt x="1532657" y="223671"/>
                </a:moveTo>
                <a:cubicBezTo>
                  <a:pt x="1532657" y="242028"/>
                  <a:pt x="1547538" y="256909"/>
                  <a:pt x="1565895" y="256909"/>
                </a:cubicBezTo>
                <a:cubicBezTo>
                  <a:pt x="1584252" y="256909"/>
                  <a:pt x="1599132" y="242028"/>
                  <a:pt x="1599132" y="223671"/>
                </a:cubicBezTo>
                <a:cubicBezTo>
                  <a:pt x="1599132" y="205314"/>
                  <a:pt x="1584252" y="190433"/>
                  <a:pt x="1565895" y="190433"/>
                </a:cubicBezTo>
                <a:cubicBezTo>
                  <a:pt x="1547538" y="190433"/>
                  <a:pt x="1532657" y="205314"/>
                  <a:pt x="1532657" y="223671"/>
                </a:cubicBezTo>
                <a:moveTo>
                  <a:pt x="1648158" y="197802"/>
                </a:moveTo>
                <a:cubicBezTo>
                  <a:pt x="1648158" y="216159"/>
                  <a:pt x="1663039" y="231040"/>
                  <a:pt x="1681396" y="231040"/>
                </a:cubicBezTo>
                <a:cubicBezTo>
                  <a:pt x="1699752" y="231040"/>
                  <a:pt x="1714633" y="216159"/>
                  <a:pt x="1714633" y="197802"/>
                </a:cubicBezTo>
                <a:cubicBezTo>
                  <a:pt x="1714633" y="179446"/>
                  <a:pt x="1699752" y="164565"/>
                  <a:pt x="1681396" y="164565"/>
                </a:cubicBezTo>
                <a:cubicBezTo>
                  <a:pt x="1663039" y="164565"/>
                  <a:pt x="1648158" y="179446"/>
                  <a:pt x="1648158" y="197802"/>
                </a:cubicBezTo>
                <a:moveTo>
                  <a:pt x="1790589" y="185789"/>
                </a:moveTo>
                <a:cubicBezTo>
                  <a:pt x="1790589" y="204146"/>
                  <a:pt x="1805470" y="219027"/>
                  <a:pt x="1823827" y="219027"/>
                </a:cubicBezTo>
                <a:cubicBezTo>
                  <a:pt x="1842183" y="219027"/>
                  <a:pt x="1857064" y="204146"/>
                  <a:pt x="1857064" y="185789"/>
                </a:cubicBezTo>
                <a:cubicBezTo>
                  <a:pt x="1857064" y="167432"/>
                  <a:pt x="1842183" y="152552"/>
                  <a:pt x="1823827" y="152552"/>
                </a:cubicBezTo>
                <a:cubicBezTo>
                  <a:pt x="1805470" y="152552"/>
                  <a:pt x="1790589" y="167432"/>
                  <a:pt x="1790589" y="185789"/>
                </a:cubicBezTo>
                <a:moveTo>
                  <a:pt x="1908513" y="175686"/>
                </a:moveTo>
                <a:cubicBezTo>
                  <a:pt x="1908513" y="194042"/>
                  <a:pt x="1923394" y="208923"/>
                  <a:pt x="1941751" y="208923"/>
                </a:cubicBezTo>
                <a:cubicBezTo>
                  <a:pt x="1960107" y="208923"/>
                  <a:pt x="1974988" y="194042"/>
                  <a:pt x="1974988" y="175686"/>
                </a:cubicBezTo>
                <a:cubicBezTo>
                  <a:pt x="1974988" y="157329"/>
                  <a:pt x="1960107" y="142448"/>
                  <a:pt x="1941751" y="142448"/>
                </a:cubicBezTo>
                <a:cubicBezTo>
                  <a:pt x="1923394" y="142448"/>
                  <a:pt x="1908513" y="157329"/>
                  <a:pt x="1908513" y="175686"/>
                </a:cubicBezTo>
                <a:moveTo>
                  <a:pt x="2051090" y="141955"/>
                </a:moveTo>
                <a:cubicBezTo>
                  <a:pt x="2051090" y="160312"/>
                  <a:pt x="2065971" y="175193"/>
                  <a:pt x="2084327" y="175193"/>
                </a:cubicBezTo>
                <a:cubicBezTo>
                  <a:pt x="2102684" y="175193"/>
                  <a:pt x="2117565" y="160312"/>
                  <a:pt x="2117565" y="141955"/>
                </a:cubicBezTo>
                <a:cubicBezTo>
                  <a:pt x="2117565" y="123598"/>
                  <a:pt x="2102684" y="108718"/>
                  <a:pt x="2084327" y="108718"/>
                </a:cubicBezTo>
                <a:cubicBezTo>
                  <a:pt x="2065971" y="108718"/>
                  <a:pt x="2051090" y="123598"/>
                  <a:pt x="2051090" y="141955"/>
                </a:cubicBezTo>
                <a:moveTo>
                  <a:pt x="2169031" y="126377"/>
                </a:moveTo>
                <a:cubicBezTo>
                  <a:pt x="2169031" y="144733"/>
                  <a:pt x="2183912" y="159615"/>
                  <a:pt x="2202268" y="159615"/>
                </a:cubicBezTo>
                <a:cubicBezTo>
                  <a:pt x="2220625" y="159615"/>
                  <a:pt x="2235506" y="144733"/>
                  <a:pt x="2235506" y="126377"/>
                </a:cubicBezTo>
                <a:cubicBezTo>
                  <a:pt x="2235506" y="108020"/>
                  <a:pt x="2220625" y="93139"/>
                  <a:pt x="2202268" y="93139"/>
                </a:cubicBezTo>
                <a:cubicBezTo>
                  <a:pt x="2183912" y="93139"/>
                  <a:pt x="2169031" y="108020"/>
                  <a:pt x="2169031" y="126377"/>
                </a:cubicBezTo>
                <a:moveTo>
                  <a:pt x="2304134" y="101967"/>
                </a:moveTo>
                <a:cubicBezTo>
                  <a:pt x="2304134" y="120324"/>
                  <a:pt x="2319015" y="135205"/>
                  <a:pt x="2337372" y="135205"/>
                </a:cubicBezTo>
                <a:cubicBezTo>
                  <a:pt x="2355728" y="135205"/>
                  <a:pt x="2370609" y="120324"/>
                  <a:pt x="2370609" y="101967"/>
                </a:cubicBezTo>
                <a:cubicBezTo>
                  <a:pt x="2370609" y="83611"/>
                  <a:pt x="2355728" y="68730"/>
                  <a:pt x="2337372" y="68730"/>
                </a:cubicBezTo>
                <a:cubicBezTo>
                  <a:pt x="2319015" y="68730"/>
                  <a:pt x="2304134" y="83611"/>
                  <a:pt x="2304134" y="101967"/>
                </a:cubicBezTo>
                <a:moveTo>
                  <a:pt x="2417126" y="83572"/>
                </a:moveTo>
                <a:cubicBezTo>
                  <a:pt x="2417126" y="101929"/>
                  <a:pt x="2432007" y="116809"/>
                  <a:pt x="2450363" y="116809"/>
                </a:cubicBezTo>
                <a:cubicBezTo>
                  <a:pt x="2468720" y="116809"/>
                  <a:pt x="2483601" y="101929"/>
                  <a:pt x="2483601" y="83572"/>
                </a:cubicBezTo>
                <a:cubicBezTo>
                  <a:pt x="2483601" y="65215"/>
                  <a:pt x="2468720" y="50334"/>
                  <a:pt x="2450363" y="50334"/>
                </a:cubicBezTo>
                <a:cubicBezTo>
                  <a:pt x="2432007" y="50334"/>
                  <a:pt x="2417126" y="65215"/>
                  <a:pt x="2417126" y="83572"/>
                </a:cubicBezTo>
                <a:moveTo>
                  <a:pt x="2559647" y="64481"/>
                </a:moveTo>
                <a:cubicBezTo>
                  <a:pt x="2559647" y="82838"/>
                  <a:pt x="2574528" y="97718"/>
                  <a:pt x="2592885" y="97718"/>
                </a:cubicBezTo>
                <a:cubicBezTo>
                  <a:pt x="2611241" y="97718"/>
                  <a:pt x="2626122" y="82838"/>
                  <a:pt x="2626122" y="64481"/>
                </a:cubicBezTo>
                <a:cubicBezTo>
                  <a:pt x="2626122" y="46125"/>
                  <a:pt x="2611241" y="31243"/>
                  <a:pt x="2592885" y="31243"/>
                </a:cubicBezTo>
                <a:cubicBezTo>
                  <a:pt x="2574528" y="31243"/>
                  <a:pt x="2559647" y="46125"/>
                  <a:pt x="2559647" y="64481"/>
                </a:cubicBezTo>
                <a:moveTo>
                  <a:pt x="2672727" y="50242"/>
                </a:moveTo>
                <a:cubicBezTo>
                  <a:pt x="2672727" y="68599"/>
                  <a:pt x="2687608" y="83480"/>
                  <a:pt x="2705965" y="83480"/>
                </a:cubicBezTo>
                <a:cubicBezTo>
                  <a:pt x="2724322" y="83480"/>
                  <a:pt x="2739203" y="68599"/>
                  <a:pt x="2739203" y="50242"/>
                </a:cubicBezTo>
                <a:cubicBezTo>
                  <a:pt x="2739203" y="31886"/>
                  <a:pt x="2724322" y="17005"/>
                  <a:pt x="2705965" y="17005"/>
                </a:cubicBezTo>
                <a:cubicBezTo>
                  <a:pt x="2687608" y="17005"/>
                  <a:pt x="2672727" y="31886"/>
                  <a:pt x="2672727" y="50242"/>
                </a:cubicBezTo>
                <a:moveTo>
                  <a:pt x="2807795" y="33237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BC591D-441D-4148-A54A-0FF02322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776669"/>
            <a:ext cx="2807795" cy="496682"/>
          </a:xfrm>
          <a:custGeom xmlns:a="http://schemas.openxmlformats.org/drawingml/2006/main">
            <a:pathLst>
              <a:path w="2807795" h="496682" fill="none">
                <a:moveTo>
                  <a:pt x="0" y="496682"/>
                </a:moveTo>
                <a:lnTo>
                  <a:pt x="125972" y="468469"/>
                </a:lnTo>
                <a:lnTo>
                  <a:pt x="256820" y="436693"/>
                </a:lnTo>
                <a:lnTo>
                  <a:pt x="364594" y="430015"/>
                </a:lnTo>
                <a:lnTo>
                  <a:pt x="504257" y="393828"/>
                </a:lnTo>
                <a:lnTo>
                  <a:pt x="614446" y="369315"/>
                </a:lnTo>
                <a:lnTo>
                  <a:pt x="769625" y="337795"/>
                </a:lnTo>
                <a:lnTo>
                  <a:pt x="890079" y="317117"/>
                </a:lnTo>
                <a:lnTo>
                  <a:pt x="1002990" y="255570"/>
                </a:lnTo>
                <a:lnTo>
                  <a:pt x="1132309" y="244268"/>
                </a:lnTo>
                <a:lnTo>
                  <a:pt x="1277565" y="203018"/>
                </a:lnTo>
                <a:lnTo>
                  <a:pt x="1392633" y="204519"/>
                </a:lnTo>
                <a:lnTo>
                  <a:pt x="1532658" y="183563"/>
                </a:lnTo>
                <a:lnTo>
                  <a:pt x="1648158" y="136183"/>
                </a:lnTo>
                <a:lnTo>
                  <a:pt x="1790589" y="142636"/>
                </a:lnTo>
                <a:lnTo>
                  <a:pt x="1908513" y="98819"/>
                </a:lnTo>
                <a:lnTo>
                  <a:pt x="2051090" y="87553"/>
                </a:lnTo>
                <a:lnTo>
                  <a:pt x="2169030" y="72246"/>
                </a:lnTo>
                <a:lnTo>
                  <a:pt x="2304134" y="44952"/>
                </a:lnTo>
                <a:lnTo>
                  <a:pt x="2417126" y="37438"/>
                </a:lnTo>
                <a:lnTo>
                  <a:pt x="2559647" y="22192"/>
                </a:lnTo>
                <a:lnTo>
                  <a:pt x="2672727" y="14165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0000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7E1A42-D498-44D7-84A3-A6135ED5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743431"/>
            <a:ext cx="2874271" cy="563157"/>
          </a:xfrm>
          <a:custGeom xmlns:a="http://schemas.openxmlformats.org/drawingml/2006/main">
            <a:pathLst>
              <a:path w="2874271" h="563157">
                <a:moveTo>
                  <a:pt x="0" y="529920"/>
                </a:moveTo>
                <a:cubicBezTo>
                  <a:pt x="0" y="548277"/>
                  <a:pt x="14881" y="563157"/>
                  <a:pt x="33238" y="563157"/>
                </a:cubicBezTo>
                <a:cubicBezTo>
                  <a:pt x="51594" y="563157"/>
                  <a:pt x="66475" y="548277"/>
                  <a:pt x="66475" y="529920"/>
                </a:cubicBezTo>
                <a:cubicBezTo>
                  <a:pt x="66475" y="511563"/>
                  <a:pt x="51594" y="496682"/>
                  <a:pt x="33238" y="496682"/>
                </a:cubicBezTo>
                <a:cubicBezTo>
                  <a:pt x="14881" y="496682"/>
                  <a:pt x="0" y="511563"/>
                  <a:pt x="0" y="529920"/>
                </a:cubicBezTo>
                <a:moveTo>
                  <a:pt x="125972" y="501707"/>
                </a:moveTo>
                <a:cubicBezTo>
                  <a:pt x="125972" y="520063"/>
                  <a:pt x="140853" y="534944"/>
                  <a:pt x="159210" y="534944"/>
                </a:cubicBezTo>
                <a:cubicBezTo>
                  <a:pt x="177567" y="534944"/>
                  <a:pt x="192448" y="520063"/>
                  <a:pt x="192448" y="501707"/>
                </a:cubicBezTo>
                <a:cubicBezTo>
                  <a:pt x="192448" y="483350"/>
                  <a:pt x="177567" y="468469"/>
                  <a:pt x="159210" y="468469"/>
                </a:cubicBezTo>
                <a:cubicBezTo>
                  <a:pt x="140853" y="468469"/>
                  <a:pt x="125972" y="483350"/>
                  <a:pt x="125972" y="501707"/>
                </a:cubicBezTo>
                <a:moveTo>
                  <a:pt x="256821" y="469930"/>
                </a:moveTo>
                <a:cubicBezTo>
                  <a:pt x="256821" y="488287"/>
                  <a:pt x="271701" y="503168"/>
                  <a:pt x="290058" y="503168"/>
                </a:cubicBezTo>
                <a:cubicBezTo>
                  <a:pt x="308415" y="503168"/>
                  <a:pt x="323296" y="488287"/>
                  <a:pt x="323296" y="469930"/>
                </a:cubicBezTo>
                <a:cubicBezTo>
                  <a:pt x="323296" y="451574"/>
                  <a:pt x="308415" y="436693"/>
                  <a:pt x="290058" y="436693"/>
                </a:cubicBezTo>
                <a:cubicBezTo>
                  <a:pt x="271701" y="436693"/>
                  <a:pt x="256821" y="451574"/>
                  <a:pt x="256821" y="469930"/>
                </a:cubicBezTo>
                <a:moveTo>
                  <a:pt x="364594" y="463253"/>
                </a:moveTo>
                <a:cubicBezTo>
                  <a:pt x="364594" y="481610"/>
                  <a:pt x="379475" y="496491"/>
                  <a:pt x="397832" y="496491"/>
                </a:cubicBezTo>
                <a:cubicBezTo>
                  <a:pt x="416188" y="496491"/>
                  <a:pt x="431070" y="481610"/>
                  <a:pt x="431070" y="463253"/>
                </a:cubicBezTo>
                <a:cubicBezTo>
                  <a:pt x="431070" y="444896"/>
                  <a:pt x="416188" y="430015"/>
                  <a:pt x="397832" y="430015"/>
                </a:cubicBezTo>
                <a:cubicBezTo>
                  <a:pt x="379475" y="430015"/>
                  <a:pt x="364594" y="444896"/>
                  <a:pt x="364594" y="463253"/>
                </a:cubicBezTo>
                <a:moveTo>
                  <a:pt x="504257" y="427065"/>
                </a:moveTo>
                <a:cubicBezTo>
                  <a:pt x="504257" y="445422"/>
                  <a:pt x="519138" y="460303"/>
                  <a:pt x="537495" y="460303"/>
                </a:cubicBezTo>
                <a:cubicBezTo>
                  <a:pt x="555851" y="460303"/>
                  <a:pt x="570732" y="445422"/>
                  <a:pt x="570732" y="427065"/>
                </a:cubicBezTo>
                <a:cubicBezTo>
                  <a:pt x="570732" y="408709"/>
                  <a:pt x="555851" y="393828"/>
                  <a:pt x="537495" y="393828"/>
                </a:cubicBezTo>
                <a:cubicBezTo>
                  <a:pt x="519138" y="393828"/>
                  <a:pt x="504257" y="408709"/>
                  <a:pt x="504257" y="427065"/>
                </a:cubicBezTo>
                <a:moveTo>
                  <a:pt x="614446" y="402553"/>
                </a:moveTo>
                <a:cubicBezTo>
                  <a:pt x="614446" y="420909"/>
                  <a:pt x="629327" y="435790"/>
                  <a:pt x="647684" y="435790"/>
                </a:cubicBezTo>
                <a:cubicBezTo>
                  <a:pt x="666041" y="435790"/>
                  <a:pt x="680922" y="420909"/>
                  <a:pt x="680922" y="402553"/>
                </a:cubicBezTo>
                <a:cubicBezTo>
                  <a:pt x="680922" y="384196"/>
                  <a:pt x="666041" y="369315"/>
                  <a:pt x="647684" y="369315"/>
                </a:cubicBezTo>
                <a:cubicBezTo>
                  <a:pt x="629327" y="369315"/>
                  <a:pt x="614446" y="384196"/>
                  <a:pt x="614446" y="402553"/>
                </a:cubicBezTo>
                <a:moveTo>
                  <a:pt x="769626" y="371032"/>
                </a:moveTo>
                <a:cubicBezTo>
                  <a:pt x="769626" y="389389"/>
                  <a:pt x="784507" y="404270"/>
                  <a:pt x="802863" y="404270"/>
                </a:cubicBezTo>
                <a:cubicBezTo>
                  <a:pt x="821220" y="404270"/>
                  <a:pt x="836101" y="389389"/>
                  <a:pt x="836101" y="371032"/>
                </a:cubicBezTo>
                <a:cubicBezTo>
                  <a:pt x="836101" y="352676"/>
                  <a:pt x="821220" y="337795"/>
                  <a:pt x="802863" y="337795"/>
                </a:cubicBezTo>
                <a:cubicBezTo>
                  <a:pt x="784507" y="337795"/>
                  <a:pt x="769626" y="352676"/>
                  <a:pt x="769626" y="371032"/>
                </a:cubicBezTo>
                <a:moveTo>
                  <a:pt x="890079" y="350355"/>
                </a:moveTo>
                <a:cubicBezTo>
                  <a:pt x="890079" y="368711"/>
                  <a:pt x="904960" y="383592"/>
                  <a:pt x="923317" y="383592"/>
                </a:cubicBezTo>
                <a:cubicBezTo>
                  <a:pt x="941673" y="383592"/>
                  <a:pt x="956554" y="368711"/>
                  <a:pt x="956554" y="350355"/>
                </a:cubicBezTo>
                <a:cubicBezTo>
                  <a:pt x="956554" y="331998"/>
                  <a:pt x="941673" y="317117"/>
                  <a:pt x="923317" y="317117"/>
                </a:cubicBezTo>
                <a:cubicBezTo>
                  <a:pt x="904960" y="317117"/>
                  <a:pt x="890079" y="331998"/>
                  <a:pt x="890079" y="350355"/>
                </a:cubicBezTo>
                <a:moveTo>
                  <a:pt x="1002990" y="288808"/>
                </a:moveTo>
                <a:cubicBezTo>
                  <a:pt x="1002990" y="307164"/>
                  <a:pt x="1017871" y="322046"/>
                  <a:pt x="1036227" y="322046"/>
                </a:cubicBezTo>
                <a:cubicBezTo>
                  <a:pt x="1054584" y="322046"/>
                  <a:pt x="1069465" y="307164"/>
                  <a:pt x="1069465" y="288808"/>
                </a:cubicBezTo>
                <a:cubicBezTo>
                  <a:pt x="1069465" y="270451"/>
                  <a:pt x="1054584" y="255570"/>
                  <a:pt x="1036227" y="255570"/>
                </a:cubicBezTo>
                <a:cubicBezTo>
                  <a:pt x="1017871" y="255570"/>
                  <a:pt x="1002990" y="270451"/>
                  <a:pt x="1002990" y="288808"/>
                </a:cubicBezTo>
                <a:moveTo>
                  <a:pt x="1132309" y="277506"/>
                </a:moveTo>
                <a:cubicBezTo>
                  <a:pt x="1132309" y="295862"/>
                  <a:pt x="1147190" y="310744"/>
                  <a:pt x="1165547" y="310744"/>
                </a:cubicBezTo>
                <a:cubicBezTo>
                  <a:pt x="1183904" y="310744"/>
                  <a:pt x="1198784" y="295862"/>
                  <a:pt x="1198784" y="277506"/>
                </a:cubicBezTo>
                <a:cubicBezTo>
                  <a:pt x="1198784" y="259149"/>
                  <a:pt x="1183904" y="244268"/>
                  <a:pt x="1165547" y="244268"/>
                </a:cubicBezTo>
                <a:cubicBezTo>
                  <a:pt x="1147190" y="244268"/>
                  <a:pt x="1132309" y="259149"/>
                  <a:pt x="1132309" y="277506"/>
                </a:cubicBezTo>
                <a:moveTo>
                  <a:pt x="1277565" y="236255"/>
                </a:moveTo>
                <a:cubicBezTo>
                  <a:pt x="1277565" y="254612"/>
                  <a:pt x="1292446" y="269493"/>
                  <a:pt x="1310802" y="269493"/>
                </a:cubicBezTo>
                <a:cubicBezTo>
                  <a:pt x="1329159" y="269493"/>
                  <a:pt x="1344040" y="254612"/>
                  <a:pt x="1344040" y="236255"/>
                </a:cubicBezTo>
                <a:cubicBezTo>
                  <a:pt x="1344040" y="217898"/>
                  <a:pt x="1329159" y="203018"/>
                  <a:pt x="1310802" y="203018"/>
                </a:cubicBezTo>
                <a:cubicBezTo>
                  <a:pt x="1292446" y="203018"/>
                  <a:pt x="1277565" y="217898"/>
                  <a:pt x="1277565" y="236255"/>
                </a:cubicBezTo>
                <a:moveTo>
                  <a:pt x="1392633" y="237756"/>
                </a:moveTo>
                <a:cubicBezTo>
                  <a:pt x="1392633" y="256113"/>
                  <a:pt x="1407514" y="270994"/>
                  <a:pt x="1425871" y="270994"/>
                </a:cubicBezTo>
                <a:cubicBezTo>
                  <a:pt x="1444227" y="270994"/>
                  <a:pt x="1459108" y="256113"/>
                  <a:pt x="1459108" y="237756"/>
                </a:cubicBezTo>
                <a:cubicBezTo>
                  <a:pt x="1459108" y="219400"/>
                  <a:pt x="1444227" y="204519"/>
                  <a:pt x="1425871" y="204519"/>
                </a:cubicBezTo>
                <a:cubicBezTo>
                  <a:pt x="1407514" y="204519"/>
                  <a:pt x="1392633" y="219400"/>
                  <a:pt x="1392633" y="237756"/>
                </a:cubicBezTo>
                <a:moveTo>
                  <a:pt x="1532658" y="216801"/>
                </a:moveTo>
                <a:cubicBezTo>
                  <a:pt x="1532658" y="235158"/>
                  <a:pt x="1547539" y="250039"/>
                  <a:pt x="1565895" y="250039"/>
                </a:cubicBezTo>
                <a:cubicBezTo>
                  <a:pt x="1584252" y="250039"/>
                  <a:pt x="1599133" y="235158"/>
                  <a:pt x="1599133" y="216801"/>
                </a:cubicBezTo>
                <a:cubicBezTo>
                  <a:pt x="1599133" y="198444"/>
                  <a:pt x="1584252" y="183563"/>
                  <a:pt x="1565895" y="183563"/>
                </a:cubicBezTo>
                <a:cubicBezTo>
                  <a:pt x="1547539" y="183563"/>
                  <a:pt x="1532658" y="198444"/>
                  <a:pt x="1532658" y="216801"/>
                </a:cubicBezTo>
                <a:moveTo>
                  <a:pt x="1648158" y="169421"/>
                </a:moveTo>
                <a:cubicBezTo>
                  <a:pt x="1648158" y="187777"/>
                  <a:pt x="1663039" y="202659"/>
                  <a:pt x="1681396" y="202659"/>
                </a:cubicBezTo>
                <a:cubicBezTo>
                  <a:pt x="1699752" y="202659"/>
                  <a:pt x="1714634" y="187777"/>
                  <a:pt x="1714634" y="169421"/>
                </a:cubicBezTo>
                <a:cubicBezTo>
                  <a:pt x="1714634" y="151064"/>
                  <a:pt x="1699752" y="136183"/>
                  <a:pt x="1681396" y="136183"/>
                </a:cubicBezTo>
                <a:cubicBezTo>
                  <a:pt x="1663039" y="136183"/>
                  <a:pt x="1648158" y="151064"/>
                  <a:pt x="1648158" y="169421"/>
                </a:cubicBezTo>
                <a:moveTo>
                  <a:pt x="1790589" y="175873"/>
                </a:moveTo>
                <a:cubicBezTo>
                  <a:pt x="1790589" y="194230"/>
                  <a:pt x="1805470" y="209111"/>
                  <a:pt x="1823827" y="209111"/>
                </a:cubicBezTo>
                <a:cubicBezTo>
                  <a:pt x="1842184" y="209111"/>
                  <a:pt x="1857064" y="194230"/>
                  <a:pt x="1857064" y="175873"/>
                </a:cubicBezTo>
                <a:cubicBezTo>
                  <a:pt x="1857064" y="157517"/>
                  <a:pt x="1842184" y="142635"/>
                  <a:pt x="1823827" y="142635"/>
                </a:cubicBezTo>
                <a:cubicBezTo>
                  <a:pt x="1805470" y="142635"/>
                  <a:pt x="1790589" y="157517"/>
                  <a:pt x="1790589" y="175873"/>
                </a:cubicBezTo>
                <a:moveTo>
                  <a:pt x="1908514" y="132057"/>
                </a:moveTo>
                <a:cubicBezTo>
                  <a:pt x="1908514" y="150413"/>
                  <a:pt x="1923394" y="165295"/>
                  <a:pt x="1941751" y="165295"/>
                </a:cubicBezTo>
                <a:cubicBezTo>
                  <a:pt x="1960107" y="165295"/>
                  <a:pt x="1974989" y="150413"/>
                  <a:pt x="1974989" y="132057"/>
                </a:cubicBezTo>
                <a:cubicBezTo>
                  <a:pt x="1974989" y="113700"/>
                  <a:pt x="1960107" y="98819"/>
                  <a:pt x="1941751" y="98819"/>
                </a:cubicBezTo>
                <a:cubicBezTo>
                  <a:pt x="1923394" y="98819"/>
                  <a:pt x="1908514" y="113700"/>
                  <a:pt x="1908514" y="132057"/>
                </a:cubicBezTo>
                <a:moveTo>
                  <a:pt x="2051090" y="120791"/>
                </a:moveTo>
                <a:cubicBezTo>
                  <a:pt x="2051090" y="139147"/>
                  <a:pt x="2065971" y="154028"/>
                  <a:pt x="2084327" y="154028"/>
                </a:cubicBezTo>
                <a:cubicBezTo>
                  <a:pt x="2102684" y="154028"/>
                  <a:pt x="2117565" y="139147"/>
                  <a:pt x="2117565" y="120791"/>
                </a:cubicBezTo>
                <a:cubicBezTo>
                  <a:pt x="2117565" y="102434"/>
                  <a:pt x="2102684" y="87553"/>
                  <a:pt x="2084327" y="87553"/>
                </a:cubicBezTo>
                <a:cubicBezTo>
                  <a:pt x="2065971" y="87553"/>
                  <a:pt x="2051090" y="102434"/>
                  <a:pt x="2051090" y="120791"/>
                </a:cubicBezTo>
                <a:moveTo>
                  <a:pt x="2169031" y="105483"/>
                </a:moveTo>
                <a:cubicBezTo>
                  <a:pt x="2169031" y="123840"/>
                  <a:pt x="2183912" y="138721"/>
                  <a:pt x="2202268" y="138721"/>
                </a:cubicBezTo>
                <a:cubicBezTo>
                  <a:pt x="2220625" y="138721"/>
                  <a:pt x="2235506" y="123840"/>
                  <a:pt x="2235506" y="105483"/>
                </a:cubicBezTo>
                <a:cubicBezTo>
                  <a:pt x="2235506" y="87127"/>
                  <a:pt x="2220625" y="72246"/>
                  <a:pt x="2202268" y="72246"/>
                </a:cubicBezTo>
                <a:cubicBezTo>
                  <a:pt x="2183912" y="72246"/>
                  <a:pt x="2169031" y="87127"/>
                  <a:pt x="2169031" y="105483"/>
                </a:cubicBezTo>
                <a:moveTo>
                  <a:pt x="2304134" y="78190"/>
                </a:moveTo>
                <a:cubicBezTo>
                  <a:pt x="2304134" y="96546"/>
                  <a:pt x="2319015" y="111428"/>
                  <a:pt x="2337372" y="111428"/>
                </a:cubicBezTo>
                <a:cubicBezTo>
                  <a:pt x="2355729" y="111428"/>
                  <a:pt x="2370610" y="96546"/>
                  <a:pt x="2370610" y="78190"/>
                </a:cubicBezTo>
                <a:cubicBezTo>
                  <a:pt x="2370610" y="59833"/>
                  <a:pt x="2355729" y="44952"/>
                  <a:pt x="2337372" y="44952"/>
                </a:cubicBezTo>
                <a:cubicBezTo>
                  <a:pt x="2319015" y="44952"/>
                  <a:pt x="2304134" y="59833"/>
                  <a:pt x="2304134" y="78190"/>
                </a:cubicBezTo>
                <a:moveTo>
                  <a:pt x="2417126" y="70675"/>
                </a:moveTo>
                <a:cubicBezTo>
                  <a:pt x="2417126" y="89032"/>
                  <a:pt x="2432007" y="103913"/>
                  <a:pt x="2450363" y="103913"/>
                </a:cubicBezTo>
                <a:cubicBezTo>
                  <a:pt x="2468720" y="103913"/>
                  <a:pt x="2483601" y="89032"/>
                  <a:pt x="2483601" y="70675"/>
                </a:cubicBezTo>
                <a:cubicBezTo>
                  <a:pt x="2483601" y="52319"/>
                  <a:pt x="2468720" y="37438"/>
                  <a:pt x="2450363" y="37438"/>
                </a:cubicBezTo>
                <a:cubicBezTo>
                  <a:pt x="2432007" y="37438"/>
                  <a:pt x="2417126" y="52319"/>
                  <a:pt x="2417126" y="70675"/>
                </a:cubicBezTo>
                <a:moveTo>
                  <a:pt x="2559647" y="55429"/>
                </a:moveTo>
                <a:cubicBezTo>
                  <a:pt x="2559647" y="73786"/>
                  <a:pt x="2574528" y="88667"/>
                  <a:pt x="2592885" y="88667"/>
                </a:cubicBezTo>
                <a:cubicBezTo>
                  <a:pt x="2611241" y="88667"/>
                  <a:pt x="2626122" y="73786"/>
                  <a:pt x="2626122" y="55429"/>
                </a:cubicBezTo>
                <a:cubicBezTo>
                  <a:pt x="2626122" y="37073"/>
                  <a:pt x="2611241" y="22192"/>
                  <a:pt x="2592885" y="22192"/>
                </a:cubicBezTo>
                <a:cubicBezTo>
                  <a:pt x="2574528" y="22192"/>
                  <a:pt x="2559647" y="37073"/>
                  <a:pt x="2559647" y="55429"/>
                </a:cubicBezTo>
                <a:moveTo>
                  <a:pt x="2672727" y="47402"/>
                </a:moveTo>
                <a:cubicBezTo>
                  <a:pt x="2672727" y="65759"/>
                  <a:pt x="2687609" y="80639"/>
                  <a:pt x="2705965" y="80639"/>
                </a:cubicBezTo>
                <a:cubicBezTo>
                  <a:pt x="2724322" y="80639"/>
                  <a:pt x="2739203" y="65759"/>
                  <a:pt x="2739203" y="47402"/>
                </a:cubicBezTo>
                <a:cubicBezTo>
                  <a:pt x="2739203" y="29045"/>
                  <a:pt x="2724322" y="14164"/>
                  <a:pt x="2705965" y="14164"/>
                </a:cubicBezTo>
                <a:cubicBezTo>
                  <a:pt x="2687609" y="14164"/>
                  <a:pt x="2672727" y="29045"/>
                  <a:pt x="2672727" y="47402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BFDAB-3759-4B30-AF07-9408D9BF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720498"/>
            <a:ext cx="2807795" cy="624808"/>
          </a:xfrm>
          <a:custGeom xmlns:a="http://schemas.openxmlformats.org/drawingml/2006/main">
            <a:pathLst>
              <a:path w="2807795" h="624808" fill="none">
                <a:moveTo>
                  <a:pt x="0" y="624808"/>
                </a:moveTo>
                <a:lnTo>
                  <a:pt x="125972" y="582694"/>
                </a:lnTo>
                <a:lnTo>
                  <a:pt x="256820" y="545363"/>
                </a:lnTo>
                <a:lnTo>
                  <a:pt x="364594" y="521296"/>
                </a:lnTo>
                <a:lnTo>
                  <a:pt x="504257" y="470018"/>
                </a:lnTo>
                <a:lnTo>
                  <a:pt x="614446" y="434906"/>
                </a:lnTo>
                <a:lnTo>
                  <a:pt x="769626" y="371167"/>
                </a:lnTo>
                <a:lnTo>
                  <a:pt x="890079" y="319659"/>
                </a:lnTo>
                <a:lnTo>
                  <a:pt x="1002990" y="290087"/>
                </a:lnTo>
                <a:lnTo>
                  <a:pt x="1132309" y="275975"/>
                </a:lnTo>
                <a:lnTo>
                  <a:pt x="1277565" y="232264"/>
                </a:lnTo>
                <a:lnTo>
                  <a:pt x="1392633" y="219144"/>
                </a:lnTo>
                <a:lnTo>
                  <a:pt x="1532657" y="200394"/>
                </a:lnTo>
                <a:lnTo>
                  <a:pt x="1648158" y="176035"/>
                </a:lnTo>
                <a:lnTo>
                  <a:pt x="1790589" y="163879"/>
                </a:lnTo>
                <a:lnTo>
                  <a:pt x="1908513" y="129660"/>
                </a:lnTo>
                <a:lnTo>
                  <a:pt x="2051090" y="106445"/>
                </a:lnTo>
                <a:lnTo>
                  <a:pt x="2169031" y="82710"/>
                </a:lnTo>
                <a:lnTo>
                  <a:pt x="2304134" y="69684"/>
                </a:lnTo>
                <a:lnTo>
                  <a:pt x="2417126" y="58444"/>
                </a:lnTo>
                <a:lnTo>
                  <a:pt x="2559647" y="39456"/>
                </a:lnTo>
                <a:lnTo>
                  <a:pt x="2672727" y="16459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0000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A27279-E3F7-423D-8B83-EB05E5AF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687261"/>
            <a:ext cx="2874271" cy="691284"/>
          </a:xfrm>
          <a:custGeom xmlns:a="http://schemas.openxmlformats.org/drawingml/2006/main">
            <a:pathLst>
              <a:path w="2874271" h="691284">
                <a:moveTo>
                  <a:pt x="0" y="658046"/>
                </a:moveTo>
                <a:cubicBezTo>
                  <a:pt x="0" y="676403"/>
                  <a:pt x="14881" y="691284"/>
                  <a:pt x="33238" y="691284"/>
                </a:cubicBezTo>
                <a:cubicBezTo>
                  <a:pt x="51594" y="691284"/>
                  <a:pt x="66475" y="676403"/>
                  <a:pt x="66475" y="658046"/>
                </a:cubicBezTo>
                <a:cubicBezTo>
                  <a:pt x="66475" y="639689"/>
                  <a:pt x="51594" y="624809"/>
                  <a:pt x="33238" y="624809"/>
                </a:cubicBezTo>
                <a:cubicBezTo>
                  <a:pt x="14881" y="624809"/>
                  <a:pt x="0" y="639689"/>
                  <a:pt x="0" y="658046"/>
                </a:cubicBezTo>
                <a:moveTo>
                  <a:pt x="125972" y="615931"/>
                </a:moveTo>
                <a:cubicBezTo>
                  <a:pt x="125972" y="634288"/>
                  <a:pt x="140853" y="649169"/>
                  <a:pt x="159210" y="649169"/>
                </a:cubicBezTo>
                <a:cubicBezTo>
                  <a:pt x="177567" y="649169"/>
                  <a:pt x="192448" y="634288"/>
                  <a:pt x="192448" y="615931"/>
                </a:cubicBezTo>
                <a:cubicBezTo>
                  <a:pt x="192448" y="597575"/>
                  <a:pt x="177567" y="582694"/>
                  <a:pt x="159210" y="582694"/>
                </a:cubicBezTo>
                <a:cubicBezTo>
                  <a:pt x="140853" y="582694"/>
                  <a:pt x="125972" y="597575"/>
                  <a:pt x="125972" y="615931"/>
                </a:cubicBezTo>
                <a:moveTo>
                  <a:pt x="256820" y="578601"/>
                </a:moveTo>
                <a:cubicBezTo>
                  <a:pt x="256820" y="596957"/>
                  <a:pt x="271701" y="611838"/>
                  <a:pt x="290058" y="611838"/>
                </a:cubicBezTo>
                <a:cubicBezTo>
                  <a:pt x="308415" y="611838"/>
                  <a:pt x="323295" y="596957"/>
                  <a:pt x="323295" y="578601"/>
                </a:cubicBezTo>
                <a:cubicBezTo>
                  <a:pt x="323295" y="560244"/>
                  <a:pt x="308415" y="545363"/>
                  <a:pt x="290058" y="545363"/>
                </a:cubicBezTo>
                <a:cubicBezTo>
                  <a:pt x="271701" y="545363"/>
                  <a:pt x="256820" y="560244"/>
                  <a:pt x="256820" y="578601"/>
                </a:cubicBezTo>
                <a:moveTo>
                  <a:pt x="364594" y="554534"/>
                </a:moveTo>
                <a:cubicBezTo>
                  <a:pt x="364594" y="572891"/>
                  <a:pt x="379475" y="587772"/>
                  <a:pt x="397832" y="587772"/>
                </a:cubicBezTo>
                <a:cubicBezTo>
                  <a:pt x="416188" y="587772"/>
                  <a:pt x="431069" y="572891"/>
                  <a:pt x="431069" y="554534"/>
                </a:cubicBezTo>
                <a:cubicBezTo>
                  <a:pt x="431069" y="536177"/>
                  <a:pt x="416188" y="521296"/>
                  <a:pt x="397832" y="521296"/>
                </a:cubicBezTo>
                <a:cubicBezTo>
                  <a:pt x="379475" y="521296"/>
                  <a:pt x="364594" y="536177"/>
                  <a:pt x="364594" y="554534"/>
                </a:cubicBezTo>
                <a:moveTo>
                  <a:pt x="504257" y="503256"/>
                </a:moveTo>
                <a:cubicBezTo>
                  <a:pt x="504257" y="521612"/>
                  <a:pt x="519138" y="536493"/>
                  <a:pt x="537495" y="536493"/>
                </a:cubicBezTo>
                <a:cubicBezTo>
                  <a:pt x="555851" y="536493"/>
                  <a:pt x="570732" y="521612"/>
                  <a:pt x="570732" y="503256"/>
                </a:cubicBezTo>
                <a:cubicBezTo>
                  <a:pt x="570732" y="484899"/>
                  <a:pt x="555851" y="470018"/>
                  <a:pt x="537495" y="470018"/>
                </a:cubicBezTo>
                <a:cubicBezTo>
                  <a:pt x="519138" y="470018"/>
                  <a:pt x="504257" y="484899"/>
                  <a:pt x="504257" y="503256"/>
                </a:cubicBezTo>
                <a:moveTo>
                  <a:pt x="614446" y="468144"/>
                </a:moveTo>
                <a:cubicBezTo>
                  <a:pt x="614446" y="486500"/>
                  <a:pt x="629327" y="501382"/>
                  <a:pt x="647684" y="501382"/>
                </a:cubicBezTo>
                <a:cubicBezTo>
                  <a:pt x="666040" y="501382"/>
                  <a:pt x="680921" y="486500"/>
                  <a:pt x="680921" y="468144"/>
                </a:cubicBezTo>
                <a:cubicBezTo>
                  <a:pt x="680921" y="449787"/>
                  <a:pt x="666040" y="434906"/>
                  <a:pt x="647684" y="434906"/>
                </a:cubicBezTo>
                <a:cubicBezTo>
                  <a:pt x="629327" y="434906"/>
                  <a:pt x="614446" y="449787"/>
                  <a:pt x="614446" y="468144"/>
                </a:cubicBezTo>
                <a:moveTo>
                  <a:pt x="769626" y="404405"/>
                </a:moveTo>
                <a:cubicBezTo>
                  <a:pt x="769626" y="422762"/>
                  <a:pt x="784506" y="437642"/>
                  <a:pt x="802863" y="437642"/>
                </a:cubicBezTo>
                <a:cubicBezTo>
                  <a:pt x="821220" y="437642"/>
                  <a:pt x="836101" y="422762"/>
                  <a:pt x="836101" y="404405"/>
                </a:cubicBezTo>
                <a:cubicBezTo>
                  <a:pt x="836101" y="386048"/>
                  <a:pt x="821220" y="371167"/>
                  <a:pt x="802863" y="371167"/>
                </a:cubicBezTo>
                <a:cubicBezTo>
                  <a:pt x="784506" y="371167"/>
                  <a:pt x="769626" y="386048"/>
                  <a:pt x="769626" y="404405"/>
                </a:cubicBezTo>
                <a:moveTo>
                  <a:pt x="890079" y="352897"/>
                </a:moveTo>
                <a:cubicBezTo>
                  <a:pt x="890079" y="371254"/>
                  <a:pt x="904960" y="386135"/>
                  <a:pt x="923317" y="386135"/>
                </a:cubicBezTo>
                <a:cubicBezTo>
                  <a:pt x="941673" y="386135"/>
                  <a:pt x="956554" y="371254"/>
                  <a:pt x="956554" y="352897"/>
                </a:cubicBezTo>
                <a:cubicBezTo>
                  <a:pt x="956554" y="334540"/>
                  <a:pt x="941673" y="319659"/>
                  <a:pt x="923317" y="319659"/>
                </a:cubicBezTo>
                <a:cubicBezTo>
                  <a:pt x="904960" y="319659"/>
                  <a:pt x="890079" y="334540"/>
                  <a:pt x="890079" y="352897"/>
                </a:cubicBezTo>
                <a:moveTo>
                  <a:pt x="1002990" y="323325"/>
                </a:moveTo>
                <a:cubicBezTo>
                  <a:pt x="1002990" y="341682"/>
                  <a:pt x="1017871" y="356563"/>
                  <a:pt x="1036227" y="356563"/>
                </a:cubicBezTo>
                <a:cubicBezTo>
                  <a:pt x="1054584" y="356563"/>
                  <a:pt x="1069465" y="341682"/>
                  <a:pt x="1069465" y="323325"/>
                </a:cubicBezTo>
                <a:cubicBezTo>
                  <a:pt x="1069465" y="304969"/>
                  <a:pt x="1054584" y="290087"/>
                  <a:pt x="1036227" y="290087"/>
                </a:cubicBezTo>
                <a:cubicBezTo>
                  <a:pt x="1017871" y="290087"/>
                  <a:pt x="1002990" y="304969"/>
                  <a:pt x="1002990" y="323325"/>
                </a:cubicBezTo>
                <a:moveTo>
                  <a:pt x="1132309" y="309213"/>
                </a:moveTo>
                <a:cubicBezTo>
                  <a:pt x="1132309" y="327569"/>
                  <a:pt x="1147190" y="342451"/>
                  <a:pt x="1165547" y="342451"/>
                </a:cubicBezTo>
                <a:cubicBezTo>
                  <a:pt x="1183903" y="342451"/>
                  <a:pt x="1198784" y="327569"/>
                  <a:pt x="1198784" y="309213"/>
                </a:cubicBezTo>
                <a:cubicBezTo>
                  <a:pt x="1198784" y="290856"/>
                  <a:pt x="1183903" y="275975"/>
                  <a:pt x="1165547" y="275975"/>
                </a:cubicBezTo>
                <a:cubicBezTo>
                  <a:pt x="1147190" y="275975"/>
                  <a:pt x="1132309" y="290856"/>
                  <a:pt x="1132309" y="309213"/>
                </a:cubicBezTo>
                <a:moveTo>
                  <a:pt x="1277565" y="265502"/>
                </a:moveTo>
                <a:cubicBezTo>
                  <a:pt x="1277565" y="283858"/>
                  <a:pt x="1292446" y="298739"/>
                  <a:pt x="1310802" y="298739"/>
                </a:cubicBezTo>
                <a:cubicBezTo>
                  <a:pt x="1329159" y="298739"/>
                  <a:pt x="1344040" y="283858"/>
                  <a:pt x="1344040" y="265502"/>
                </a:cubicBezTo>
                <a:cubicBezTo>
                  <a:pt x="1344040" y="247145"/>
                  <a:pt x="1329159" y="232264"/>
                  <a:pt x="1310802" y="232264"/>
                </a:cubicBezTo>
                <a:cubicBezTo>
                  <a:pt x="1292446" y="232264"/>
                  <a:pt x="1277565" y="247145"/>
                  <a:pt x="1277565" y="265502"/>
                </a:cubicBezTo>
                <a:moveTo>
                  <a:pt x="1392633" y="252382"/>
                </a:moveTo>
                <a:cubicBezTo>
                  <a:pt x="1392633" y="270739"/>
                  <a:pt x="1407514" y="285620"/>
                  <a:pt x="1425870" y="285620"/>
                </a:cubicBezTo>
                <a:cubicBezTo>
                  <a:pt x="1444227" y="285620"/>
                  <a:pt x="1459108" y="270739"/>
                  <a:pt x="1459108" y="252382"/>
                </a:cubicBezTo>
                <a:cubicBezTo>
                  <a:pt x="1459108" y="234025"/>
                  <a:pt x="1444227" y="219145"/>
                  <a:pt x="1425870" y="219145"/>
                </a:cubicBezTo>
                <a:cubicBezTo>
                  <a:pt x="1407514" y="219145"/>
                  <a:pt x="1392633" y="234025"/>
                  <a:pt x="1392633" y="252382"/>
                </a:cubicBezTo>
                <a:moveTo>
                  <a:pt x="1532657" y="233631"/>
                </a:moveTo>
                <a:cubicBezTo>
                  <a:pt x="1532657" y="251988"/>
                  <a:pt x="1547538" y="266869"/>
                  <a:pt x="1565895" y="266869"/>
                </a:cubicBezTo>
                <a:cubicBezTo>
                  <a:pt x="1584252" y="266869"/>
                  <a:pt x="1599132" y="251988"/>
                  <a:pt x="1599132" y="233631"/>
                </a:cubicBezTo>
                <a:cubicBezTo>
                  <a:pt x="1599132" y="215275"/>
                  <a:pt x="1584252" y="200394"/>
                  <a:pt x="1565895" y="200394"/>
                </a:cubicBezTo>
                <a:cubicBezTo>
                  <a:pt x="1547538" y="200394"/>
                  <a:pt x="1532657" y="215275"/>
                  <a:pt x="1532657" y="233631"/>
                </a:cubicBezTo>
                <a:moveTo>
                  <a:pt x="1648158" y="209273"/>
                </a:moveTo>
                <a:cubicBezTo>
                  <a:pt x="1648158" y="227630"/>
                  <a:pt x="1663039" y="242511"/>
                  <a:pt x="1681396" y="242511"/>
                </a:cubicBezTo>
                <a:cubicBezTo>
                  <a:pt x="1699752" y="242511"/>
                  <a:pt x="1714633" y="227630"/>
                  <a:pt x="1714633" y="209273"/>
                </a:cubicBezTo>
                <a:cubicBezTo>
                  <a:pt x="1714633" y="190917"/>
                  <a:pt x="1699752" y="176036"/>
                  <a:pt x="1681396" y="176036"/>
                </a:cubicBezTo>
                <a:cubicBezTo>
                  <a:pt x="1663039" y="176036"/>
                  <a:pt x="1648158" y="190917"/>
                  <a:pt x="1648158" y="209273"/>
                </a:cubicBezTo>
                <a:moveTo>
                  <a:pt x="1790589" y="197117"/>
                </a:moveTo>
                <a:cubicBezTo>
                  <a:pt x="1790589" y="215473"/>
                  <a:pt x="1805470" y="230354"/>
                  <a:pt x="1823827" y="230354"/>
                </a:cubicBezTo>
                <a:cubicBezTo>
                  <a:pt x="1842183" y="230354"/>
                  <a:pt x="1857064" y="215473"/>
                  <a:pt x="1857064" y="197117"/>
                </a:cubicBezTo>
                <a:cubicBezTo>
                  <a:pt x="1857064" y="178760"/>
                  <a:pt x="1842183" y="163879"/>
                  <a:pt x="1823827" y="163879"/>
                </a:cubicBezTo>
                <a:cubicBezTo>
                  <a:pt x="1805470" y="163879"/>
                  <a:pt x="1790589" y="178760"/>
                  <a:pt x="1790589" y="197117"/>
                </a:cubicBezTo>
                <a:moveTo>
                  <a:pt x="1908513" y="162898"/>
                </a:moveTo>
                <a:cubicBezTo>
                  <a:pt x="1908513" y="181254"/>
                  <a:pt x="1923394" y="196135"/>
                  <a:pt x="1941751" y="196135"/>
                </a:cubicBezTo>
                <a:cubicBezTo>
                  <a:pt x="1960107" y="196135"/>
                  <a:pt x="1974988" y="181254"/>
                  <a:pt x="1974988" y="162898"/>
                </a:cubicBezTo>
                <a:cubicBezTo>
                  <a:pt x="1974988" y="144541"/>
                  <a:pt x="1960107" y="129660"/>
                  <a:pt x="1941751" y="129660"/>
                </a:cubicBezTo>
                <a:cubicBezTo>
                  <a:pt x="1923394" y="129660"/>
                  <a:pt x="1908513" y="144541"/>
                  <a:pt x="1908513" y="162898"/>
                </a:cubicBezTo>
                <a:moveTo>
                  <a:pt x="2051090" y="139683"/>
                </a:moveTo>
                <a:cubicBezTo>
                  <a:pt x="2051090" y="158040"/>
                  <a:pt x="2065971" y="172921"/>
                  <a:pt x="2084327" y="172921"/>
                </a:cubicBezTo>
                <a:cubicBezTo>
                  <a:pt x="2102684" y="172921"/>
                  <a:pt x="2117565" y="158040"/>
                  <a:pt x="2117565" y="139683"/>
                </a:cubicBezTo>
                <a:cubicBezTo>
                  <a:pt x="2117565" y="121326"/>
                  <a:pt x="2102684" y="106445"/>
                  <a:pt x="2084327" y="106445"/>
                </a:cubicBezTo>
                <a:cubicBezTo>
                  <a:pt x="2065971" y="106445"/>
                  <a:pt x="2051090" y="121326"/>
                  <a:pt x="2051090" y="139683"/>
                </a:cubicBezTo>
                <a:moveTo>
                  <a:pt x="2169031" y="115948"/>
                </a:moveTo>
                <a:cubicBezTo>
                  <a:pt x="2169031" y="134305"/>
                  <a:pt x="2183912" y="149186"/>
                  <a:pt x="2202268" y="149186"/>
                </a:cubicBezTo>
                <a:cubicBezTo>
                  <a:pt x="2220625" y="149186"/>
                  <a:pt x="2235506" y="134305"/>
                  <a:pt x="2235506" y="115948"/>
                </a:cubicBezTo>
                <a:cubicBezTo>
                  <a:pt x="2235506" y="97591"/>
                  <a:pt x="2220625" y="82710"/>
                  <a:pt x="2202268" y="82710"/>
                </a:cubicBezTo>
                <a:cubicBezTo>
                  <a:pt x="2183912" y="82710"/>
                  <a:pt x="2169031" y="97591"/>
                  <a:pt x="2169031" y="115948"/>
                </a:cubicBezTo>
                <a:moveTo>
                  <a:pt x="2304134" y="102922"/>
                </a:moveTo>
                <a:cubicBezTo>
                  <a:pt x="2304134" y="121278"/>
                  <a:pt x="2319015" y="136159"/>
                  <a:pt x="2337372" y="136159"/>
                </a:cubicBezTo>
                <a:cubicBezTo>
                  <a:pt x="2355728" y="136159"/>
                  <a:pt x="2370609" y="121278"/>
                  <a:pt x="2370609" y="102922"/>
                </a:cubicBezTo>
                <a:cubicBezTo>
                  <a:pt x="2370609" y="84565"/>
                  <a:pt x="2355728" y="69684"/>
                  <a:pt x="2337372" y="69684"/>
                </a:cubicBezTo>
                <a:cubicBezTo>
                  <a:pt x="2319015" y="69684"/>
                  <a:pt x="2304134" y="84565"/>
                  <a:pt x="2304134" y="102922"/>
                </a:cubicBezTo>
                <a:moveTo>
                  <a:pt x="2417126" y="91682"/>
                </a:moveTo>
                <a:cubicBezTo>
                  <a:pt x="2417126" y="110039"/>
                  <a:pt x="2432007" y="124920"/>
                  <a:pt x="2450363" y="124920"/>
                </a:cubicBezTo>
                <a:cubicBezTo>
                  <a:pt x="2468720" y="124920"/>
                  <a:pt x="2483601" y="110039"/>
                  <a:pt x="2483601" y="91682"/>
                </a:cubicBezTo>
                <a:cubicBezTo>
                  <a:pt x="2483601" y="73326"/>
                  <a:pt x="2468720" y="58445"/>
                  <a:pt x="2450363" y="58445"/>
                </a:cubicBezTo>
                <a:cubicBezTo>
                  <a:pt x="2432007" y="58445"/>
                  <a:pt x="2417126" y="73326"/>
                  <a:pt x="2417126" y="91682"/>
                </a:cubicBezTo>
                <a:moveTo>
                  <a:pt x="2559647" y="72694"/>
                </a:moveTo>
                <a:cubicBezTo>
                  <a:pt x="2559647" y="91051"/>
                  <a:pt x="2574528" y="105932"/>
                  <a:pt x="2592885" y="105932"/>
                </a:cubicBezTo>
                <a:cubicBezTo>
                  <a:pt x="2611241" y="105932"/>
                  <a:pt x="2626122" y="91051"/>
                  <a:pt x="2626122" y="72694"/>
                </a:cubicBezTo>
                <a:cubicBezTo>
                  <a:pt x="2626122" y="54338"/>
                  <a:pt x="2611241" y="39457"/>
                  <a:pt x="2592885" y="39457"/>
                </a:cubicBezTo>
                <a:cubicBezTo>
                  <a:pt x="2574528" y="39457"/>
                  <a:pt x="2559647" y="54338"/>
                  <a:pt x="2559647" y="72694"/>
                </a:cubicBezTo>
                <a:moveTo>
                  <a:pt x="2672727" y="49697"/>
                </a:moveTo>
                <a:cubicBezTo>
                  <a:pt x="2672727" y="68054"/>
                  <a:pt x="2687608" y="82935"/>
                  <a:pt x="2705965" y="82935"/>
                </a:cubicBezTo>
                <a:cubicBezTo>
                  <a:pt x="2724322" y="82935"/>
                  <a:pt x="2739203" y="68054"/>
                  <a:pt x="2739203" y="49697"/>
                </a:cubicBezTo>
                <a:cubicBezTo>
                  <a:pt x="2739203" y="31341"/>
                  <a:pt x="2724322" y="16460"/>
                  <a:pt x="2705965" y="16460"/>
                </a:cubicBezTo>
                <a:cubicBezTo>
                  <a:pt x="2687608" y="16460"/>
                  <a:pt x="2672727" y="31341"/>
                  <a:pt x="2672727" y="49697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50F9D8-3B34-4E16-879B-6B6F7ACD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3930632"/>
            <a:ext cx="2807795" cy="567889"/>
          </a:xfrm>
          <a:custGeom xmlns:a="http://schemas.openxmlformats.org/drawingml/2006/main">
            <a:pathLst>
              <a:path w="2807795" h="567889" fill="none">
                <a:moveTo>
                  <a:pt x="0" y="567889"/>
                </a:moveTo>
                <a:lnTo>
                  <a:pt x="125972" y="536603"/>
                </a:lnTo>
                <a:lnTo>
                  <a:pt x="256820" y="501761"/>
                </a:lnTo>
                <a:lnTo>
                  <a:pt x="364594" y="473922"/>
                </a:lnTo>
                <a:lnTo>
                  <a:pt x="504257" y="439043"/>
                </a:lnTo>
                <a:lnTo>
                  <a:pt x="614446" y="413245"/>
                </a:lnTo>
                <a:lnTo>
                  <a:pt x="769625" y="376415"/>
                </a:lnTo>
                <a:lnTo>
                  <a:pt x="890079" y="351794"/>
                </a:lnTo>
                <a:lnTo>
                  <a:pt x="1002990" y="264358"/>
                </a:lnTo>
                <a:lnTo>
                  <a:pt x="1132309" y="247851"/>
                </a:lnTo>
                <a:lnTo>
                  <a:pt x="1277565" y="214957"/>
                </a:lnTo>
                <a:lnTo>
                  <a:pt x="1392633" y="203585"/>
                </a:lnTo>
                <a:lnTo>
                  <a:pt x="1532658" y="189140"/>
                </a:lnTo>
                <a:lnTo>
                  <a:pt x="1648158" y="158463"/>
                </a:lnTo>
                <a:lnTo>
                  <a:pt x="1790589" y="142368"/>
                </a:lnTo>
                <a:lnTo>
                  <a:pt x="1908513" y="95418"/>
                </a:lnTo>
                <a:lnTo>
                  <a:pt x="2051090" y="82974"/>
                </a:lnTo>
                <a:lnTo>
                  <a:pt x="2169030" y="65483"/>
                </a:lnTo>
                <a:lnTo>
                  <a:pt x="2304134" y="55701"/>
                </a:lnTo>
                <a:lnTo>
                  <a:pt x="2417126" y="46862"/>
                </a:lnTo>
                <a:lnTo>
                  <a:pt x="2559647" y="8476"/>
                </a:lnTo>
                <a:lnTo>
                  <a:pt x="2672727" y="10462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0000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6D91C9-DF13-4BBE-B330-5AF44950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3897394"/>
            <a:ext cx="2874271" cy="634365"/>
          </a:xfrm>
          <a:custGeom xmlns:a="http://schemas.openxmlformats.org/drawingml/2006/main">
            <a:pathLst>
              <a:path w="2874271" h="634365">
                <a:moveTo>
                  <a:pt x="0" y="601127"/>
                </a:moveTo>
                <a:cubicBezTo>
                  <a:pt x="0" y="619483"/>
                  <a:pt x="14881" y="634365"/>
                  <a:pt x="33238" y="634365"/>
                </a:cubicBezTo>
                <a:cubicBezTo>
                  <a:pt x="51594" y="634365"/>
                  <a:pt x="66475" y="619483"/>
                  <a:pt x="66475" y="601127"/>
                </a:cubicBezTo>
                <a:cubicBezTo>
                  <a:pt x="66475" y="582770"/>
                  <a:pt x="51594" y="567890"/>
                  <a:pt x="33238" y="567890"/>
                </a:cubicBezTo>
                <a:cubicBezTo>
                  <a:pt x="14881" y="567890"/>
                  <a:pt x="0" y="582770"/>
                  <a:pt x="0" y="601127"/>
                </a:cubicBezTo>
                <a:moveTo>
                  <a:pt x="125972" y="569841"/>
                </a:moveTo>
                <a:cubicBezTo>
                  <a:pt x="125972" y="588197"/>
                  <a:pt x="140853" y="603078"/>
                  <a:pt x="159210" y="603078"/>
                </a:cubicBezTo>
                <a:cubicBezTo>
                  <a:pt x="177567" y="603078"/>
                  <a:pt x="192448" y="588197"/>
                  <a:pt x="192448" y="569841"/>
                </a:cubicBezTo>
                <a:cubicBezTo>
                  <a:pt x="192448" y="551484"/>
                  <a:pt x="177567" y="536603"/>
                  <a:pt x="159210" y="536603"/>
                </a:cubicBezTo>
                <a:cubicBezTo>
                  <a:pt x="140853" y="536603"/>
                  <a:pt x="125972" y="551484"/>
                  <a:pt x="125972" y="569841"/>
                </a:cubicBezTo>
                <a:moveTo>
                  <a:pt x="256821" y="534998"/>
                </a:moveTo>
                <a:cubicBezTo>
                  <a:pt x="256821" y="553355"/>
                  <a:pt x="271701" y="568236"/>
                  <a:pt x="290058" y="568236"/>
                </a:cubicBezTo>
                <a:cubicBezTo>
                  <a:pt x="308415" y="568236"/>
                  <a:pt x="323296" y="553355"/>
                  <a:pt x="323296" y="534998"/>
                </a:cubicBezTo>
                <a:cubicBezTo>
                  <a:pt x="323296" y="516642"/>
                  <a:pt x="308415" y="501761"/>
                  <a:pt x="290058" y="501761"/>
                </a:cubicBezTo>
                <a:cubicBezTo>
                  <a:pt x="271701" y="501761"/>
                  <a:pt x="256821" y="516642"/>
                  <a:pt x="256821" y="534998"/>
                </a:cubicBezTo>
                <a:moveTo>
                  <a:pt x="364594" y="507160"/>
                </a:moveTo>
                <a:cubicBezTo>
                  <a:pt x="364594" y="525516"/>
                  <a:pt x="379475" y="540398"/>
                  <a:pt x="397832" y="540398"/>
                </a:cubicBezTo>
                <a:cubicBezTo>
                  <a:pt x="416188" y="540398"/>
                  <a:pt x="431070" y="525516"/>
                  <a:pt x="431070" y="507160"/>
                </a:cubicBezTo>
                <a:cubicBezTo>
                  <a:pt x="431070" y="488803"/>
                  <a:pt x="416188" y="473922"/>
                  <a:pt x="397832" y="473922"/>
                </a:cubicBezTo>
                <a:cubicBezTo>
                  <a:pt x="379475" y="473922"/>
                  <a:pt x="364594" y="488803"/>
                  <a:pt x="364594" y="507160"/>
                </a:cubicBezTo>
                <a:moveTo>
                  <a:pt x="504257" y="472280"/>
                </a:moveTo>
                <a:cubicBezTo>
                  <a:pt x="504257" y="490637"/>
                  <a:pt x="519138" y="505518"/>
                  <a:pt x="537495" y="505518"/>
                </a:cubicBezTo>
                <a:cubicBezTo>
                  <a:pt x="555851" y="505518"/>
                  <a:pt x="570732" y="490637"/>
                  <a:pt x="570732" y="472280"/>
                </a:cubicBezTo>
                <a:cubicBezTo>
                  <a:pt x="570732" y="453924"/>
                  <a:pt x="555851" y="439043"/>
                  <a:pt x="537495" y="439043"/>
                </a:cubicBezTo>
                <a:cubicBezTo>
                  <a:pt x="519138" y="439043"/>
                  <a:pt x="504257" y="453924"/>
                  <a:pt x="504257" y="472280"/>
                </a:cubicBezTo>
                <a:moveTo>
                  <a:pt x="614446" y="446483"/>
                </a:moveTo>
                <a:cubicBezTo>
                  <a:pt x="614446" y="464839"/>
                  <a:pt x="629327" y="479720"/>
                  <a:pt x="647684" y="479720"/>
                </a:cubicBezTo>
                <a:cubicBezTo>
                  <a:pt x="666041" y="479720"/>
                  <a:pt x="680922" y="464839"/>
                  <a:pt x="680922" y="446483"/>
                </a:cubicBezTo>
                <a:cubicBezTo>
                  <a:pt x="680922" y="428126"/>
                  <a:pt x="666041" y="413245"/>
                  <a:pt x="647684" y="413245"/>
                </a:cubicBezTo>
                <a:cubicBezTo>
                  <a:pt x="629327" y="413245"/>
                  <a:pt x="614446" y="428126"/>
                  <a:pt x="614446" y="446483"/>
                </a:cubicBezTo>
                <a:moveTo>
                  <a:pt x="769626" y="409653"/>
                </a:moveTo>
                <a:cubicBezTo>
                  <a:pt x="769626" y="428009"/>
                  <a:pt x="784507" y="442890"/>
                  <a:pt x="802863" y="442890"/>
                </a:cubicBezTo>
                <a:cubicBezTo>
                  <a:pt x="821220" y="442890"/>
                  <a:pt x="836101" y="428009"/>
                  <a:pt x="836101" y="409653"/>
                </a:cubicBezTo>
                <a:cubicBezTo>
                  <a:pt x="836101" y="391296"/>
                  <a:pt x="821220" y="376415"/>
                  <a:pt x="802863" y="376415"/>
                </a:cubicBezTo>
                <a:cubicBezTo>
                  <a:pt x="784507" y="376415"/>
                  <a:pt x="769626" y="391296"/>
                  <a:pt x="769626" y="409653"/>
                </a:cubicBezTo>
                <a:moveTo>
                  <a:pt x="890079" y="385032"/>
                </a:moveTo>
                <a:cubicBezTo>
                  <a:pt x="890079" y="403389"/>
                  <a:pt x="904960" y="418270"/>
                  <a:pt x="923317" y="418270"/>
                </a:cubicBezTo>
                <a:cubicBezTo>
                  <a:pt x="941673" y="418270"/>
                  <a:pt x="956554" y="403389"/>
                  <a:pt x="956554" y="385032"/>
                </a:cubicBezTo>
                <a:cubicBezTo>
                  <a:pt x="956554" y="366675"/>
                  <a:pt x="941673" y="351794"/>
                  <a:pt x="923317" y="351794"/>
                </a:cubicBezTo>
                <a:cubicBezTo>
                  <a:pt x="904960" y="351794"/>
                  <a:pt x="890079" y="366675"/>
                  <a:pt x="890079" y="385032"/>
                </a:cubicBezTo>
                <a:moveTo>
                  <a:pt x="1002990" y="297596"/>
                </a:moveTo>
                <a:cubicBezTo>
                  <a:pt x="1002990" y="315952"/>
                  <a:pt x="1017871" y="330833"/>
                  <a:pt x="1036227" y="330833"/>
                </a:cubicBezTo>
                <a:cubicBezTo>
                  <a:pt x="1054584" y="330833"/>
                  <a:pt x="1069465" y="315952"/>
                  <a:pt x="1069465" y="297596"/>
                </a:cubicBezTo>
                <a:cubicBezTo>
                  <a:pt x="1069465" y="279239"/>
                  <a:pt x="1054584" y="264358"/>
                  <a:pt x="1036227" y="264358"/>
                </a:cubicBezTo>
                <a:cubicBezTo>
                  <a:pt x="1017871" y="264358"/>
                  <a:pt x="1002990" y="279239"/>
                  <a:pt x="1002990" y="297596"/>
                </a:cubicBezTo>
                <a:moveTo>
                  <a:pt x="1132309" y="281089"/>
                </a:moveTo>
                <a:cubicBezTo>
                  <a:pt x="1132309" y="299446"/>
                  <a:pt x="1147190" y="314327"/>
                  <a:pt x="1165547" y="314327"/>
                </a:cubicBezTo>
                <a:cubicBezTo>
                  <a:pt x="1183904" y="314327"/>
                  <a:pt x="1198784" y="299446"/>
                  <a:pt x="1198784" y="281089"/>
                </a:cubicBezTo>
                <a:cubicBezTo>
                  <a:pt x="1198784" y="262732"/>
                  <a:pt x="1183904" y="247851"/>
                  <a:pt x="1165547" y="247851"/>
                </a:cubicBezTo>
                <a:cubicBezTo>
                  <a:pt x="1147190" y="247851"/>
                  <a:pt x="1132309" y="262732"/>
                  <a:pt x="1132309" y="281089"/>
                </a:cubicBezTo>
                <a:moveTo>
                  <a:pt x="1277565" y="248194"/>
                </a:moveTo>
                <a:cubicBezTo>
                  <a:pt x="1277565" y="266551"/>
                  <a:pt x="1292446" y="281432"/>
                  <a:pt x="1310802" y="281432"/>
                </a:cubicBezTo>
                <a:cubicBezTo>
                  <a:pt x="1329159" y="281432"/>
                  <a:pt x="1344040" y="266551"/>
                  <a:pt x="1344040" y="248194"/>
                </a:cubicBezTo>
                <a:cubicBezTo>
                  <a:pt x="1344040" y="229838"/>
                  <a:pt x="1329159" y="214957"/>
                  <a:pt x="1310802" y="214957"/>
                </a:cubicBezTo>
                <a:cubicBezTo>
                  <a:pt x="1292446" y="214957"/>
                  <a:pt x="1277565" y="229838"/>
                  <a:pt x="1277565" y="248194"/>
                </a:cubicBezTo>
                <a:moveTo>
                  <a:pt x="1392633" y="236822"/>
                </a:moveTo>
                <a:cubicBezTo>
                  <a:pt x="1392633" y="255179"/>
                  <a:pt x="1407514" y="270060"/>
                  <a:pt x="1425871" y="270060"/>
                </a:cubicBezTo>
                <a:cubicBezTo>
                  <a:pt x="1444227" y="270060"/>
                  <a:pt x="1459108" y="255179"/>
                  <a:pt x="1459108" y="236822"/>
                </a:cubicBezTo>
                <a:cubicBezTo>
                  <a:pt x="1459108" y="218466"/>
                  <a:pt x="1444227" y="203585"/>
                  <a:pt x="1425871" y="203585"/>
                </a:cubicBezTo>
                <a:cubicBezTo>
                  <a:pt x="1407514" y="203585"/>
                  <a:pt x="1392633" y="218466"/>
                  <a:pt x="1392633" y="236822"/>
                </a:cubicBezTo>
                <a:moveTo>
                  <a:pt x="1532658" y="222378"/>
                </a:moveTo>
                <a:cubicBezTo>
                  <a:pt x="1532658" y="240734"/>
                  <a:pt x="1547539" y="255616"/>
                  <a:pt x="1565895" y="255616"/>
                </a:cubicBezTo>
                <a:cubicBezTo>
                  <a:pt x="1584252" y="255616"/>
                  <a:pt x="1599133" y="240734"/>
                  <a:pt x="1599133" y="222378"/>
                </a:cubicBezTo>
                <a:cubicBezTo>
                  <a:pt x="1599133" y="204021"/>
                  <a:pt x="1584252" y="189140"/>
                  <a:pt x="1565895" y="189140"/>
                </a:cubicBezTo>
                <a:cubicBezTo>
                  <a:pt x="1547539" y="189140"/>
                  <a:pt x="1532658" y="204021"/>
                  <a:pt x="1532658" y="222378"/>
                </a:cubicBezTo>
                <a:moveTo>
                  <a:pt x="1648158" y="191701"/>
                </a:moveTo>
                <a:cubicBezTo>
                  <a:pt x="1648158" y="210058"/>
                  <a:pt x="1663039" y="224939"/>
                  <a:pt x="1681396" y="224939"/>
                </a:cubicBezTo>
                <a:cubicBezTo>
                  <a:pt x="1699752" y="224939"/>
                  <a:pt x="1714634" y="210058"/>
                  <a:pt x="1714634" y="191701"/>
                </a:cubicBezTo>
                <a:cubicBezTo>
                  <a:pt x="1714634" y="173344"/>
                  <a:pt x="1699752" y="158463"/>
                  <a:pt x="1681396" y="158463"/>
                </a:cubicBezTo>
                <a:cubicBezTo>
                  <a:pt x="1663039" y="158463"/>
                  <a:pt x="1648158" y="173344"/>
                  <a:pt x="1648158" y="191701"/>
                </a:cubicBezTo>
                <a:moveTo>
                  <a:pt x="1790589" y="175606"/>
                </a:moveTo>
                <a:cubicBezTo>
                  <a:pt x="1790589" y="193962"/>
                  <a:pt x="1805470" y="208844"/>
                  <a:pt x="1823827" y="208844"/>
                </a:cubicBezTo>
                <a:cubicBezTo>
                  <a:pt x="1842184" y="208844"/>
                  <a:pt x="1857064" y="193962"/>
                  <a:pt x="1857064" y="175606"/>
                </a:cubicBezTo>
                <a:cubicBezTo>
                  <a:pt x="1857064" y="157249"/>
                  <a:pt x="1842184" y="142368"/>
                  <a:pt x="1823827" y="142368"/>
                </a:cubicBezTo>
                <a:cubicBezTo>
                  <a:pt x="1805470" y="142368"/>
                  <a:pt x="1790589" y="157249"/>
                  <a:pt x="1790589" y="175606"/>
                </a:cubicBezTo>
                <a:moveTo>
                  <a:pt x="1908514" y="128656"/>
                </a:moveTo>
                <a:cubicBezTo>
                  <a:pt x="1908514" y="147012"/>
                  <a:pt x="1923394" y="161894"/>
                  <a:pt x="1941751" y="161894"/>
                </a:cubicBezTo>
                <a:cubicBezTo>
                  <a:pt x="1960107" y="161894"/>
                  <a:pt x="1974989" y="147012"/>
                  <a:pt x="1974989" y="128656"/>
                </a:cubicBezTo>
                <a:cubicBezTo>
                  <a:pt x="1974989" y="110299"/>
                  <a:pt x="1960107" y="95418"/>
                  <a:pt x="1941751" y="95418"/>
                </a:cubicBezTo>
                <a:cubicBezTo>
                  <a:pt x="1923394" y="95418"/>
                  <a:pt x="1908514" y="110299"/>
                  <a:pt x="1908514" y="128656"/>
                </a:cubicBezTo>
                <a:moveTo>
                  <a:pt x="2051090" y="116212"/>
                </a:moveTo>
                <a:cubicBezTo>
                  <a:pt x="2051090" y="134568"/>
                  <a:pt x="2065971" y="149450"/>
                  <a:pt x="2084327" y="149450"/>
                </a:cubicBezTo>
                <a:cubicBezTo>
                  <a:pt x="2102684" y="149450"/>
                  <a:pt x="2117565" y="134568"/>
                  <a:pt x="2117565" y="116212"/>
                </a:cubicBezTo>
                <a:cubicBezTo>
                  <a:pt x="2117565" y="97855"/>
                  <a:pt x="2102684" y="82974"/>
                  <a:pt x="2084327" y="82974"/>
                </a:cubicBezTo>
                <a:cubicBezTo>
                  <a:pt x="2065971" y="82974"/>
                  <a:pt x="2051090" y="97855"/>
                  <a:pt x="2051090" y="116212"/>
                </a:cubicBezTo>
                <a:moveTo>
                  <a:pt x="2169031" y="98720"/>
                </a:moveTo>
                <a:cubicBezTo>
                  <a:pt x="2169031" y="117077"/>
                  <a:pt x="2183912" y="131958"/>
                  <a:pt x="2202268" y="131958"/>
                </a:cubicBezTo>
                <a:cubicBezTo>
                  <a:pt x="2220625" y="131958"/>
                  <a:pt x="2235506" y="117077"/>
                  <a:pt x="2235506" y="98720"/>
                </a:cubicBezTo>
                <a:cubicBezTo>
                  <a:pt x="2235506" y="80364"/>
                  <a:pt x="2220625" y="65483"/>
                  <a:pt x="2202268" y="65483"/>
                </a:cubicBezTo>
                <a:cubicBezTo>
                  <a:pt x="2183912" y="65483"/>
                  <a:pt x="2169031" y="80364"/>
                  <a:pt x="2169031" y="98720"/>
                </a:cubicBezTo>
                <a:moveTo>
                  <a:pt x="2304134" y="88939"/>
                </a:moveTo>
                <a:cubicBezTo>
                  <a:pt x="2304134" y="107296"/>
                  <a:pt x="2319015" y="122176"/>
                  <a:pt x="2337372" y="122176"/>
                </a:cubicBezTo>
                <a:cubicBezTo>
                  <a:pt x="2355729" y="122176"/>
                  <a:pt x="2370610" y="107296"/>
                  <a:pt x="2370610" y="88939"/>
                </a:cubicBezTo>
                <a:cubicBezTo>
                  <a:pt x="2370610" y="70582"/>
                  <a:pt x="2355729" y="55701"/>
                  <a:pt x="2337372" y="55701"/>
                </a:cubicBezTo>
                <a:cubicBezTo>
                  <a:pt x="2319015" y="55701"/>
                  <a:pt x="2304134" y="70582"/>
                  <a:pt x="2304134" y="88939"/>
                </a:cubicBezTo>
                <a:moveTo>
                  <a:pt x="2417126" y="80100"/>
                </a:moveTo>
                <a:cubicBezTo>
                  <a:pt x="2417126" y="98457"/>
                  <a:pt x="2432007" y="113338"/>
                  <a:pt x="2450363" y="113338"/>
                </a:cubicBezTo>
                <a:cubicBezTo>
                  <a:pt x="2468720" y="113338"/>
                  <a:pt x="2483601" y="98457"/>
                  <a:pt x="2483601" y="80100"/>
                </a:cubicBezTo>
                <a:cubicBezTo>
                  <a:pt x="2483601" y="61744"/>
                  <a:pt x="2468720" y="46862"/>
                  <a:pt x="2450363" y="46862"/>
                </a:cubicBezTo>
                <a:cubicBezTo>
                  <a:pt x="2432007" y="46862"/>
                  <a:pt x="2417126" y="61744"/>
                  <a:pt x="2417126" y="80100"/>
                </a:cubicBezTo>
                <a:moveTo>
                  <a:pt x="2559647" y="41714"/>
                </a:moveTo>
                <a:cubicBezTo>
                  <a:pt x="2559647" y="60071"/>
                  <a:pt x="2574528" y="74951"/>
                  <a:pt x="2592885" y="74951"/>
                </a:cubicBezTo>
                <a:cubicBezTo>
                  <a:pt x="2611241" y="74951"/>
                  <a:pt x="2626122" y="60071"/>
                  <a:pt x="2626122" y="41714"/>
                </a:cubicBezTo>
                <a:cubicBezTo>
                  <a:pt x="2626122" y="23357"/>
                  <a:pt x="2611241" y="8476"/>
                  <a:pt x="2592885" y="8476"/>
                </a:cubicBezTo>
                <a:cubicBezTo>
                  <a:pt x="2574528" y="8476"/>
                  <a:pt x="2559647" y="23357"/>
                  <a:pt x="2559647" y="41714"/>
                </a:cubicBezTo>
                <a:moveTo>
                  <a:pt x="2672727" y="43700"/>
                </a:moveTo>
                <a:cubicBezTo>
                  <a:pt x="2672727" y="62056"/>
                  <a:pt x="2687609" y="76937"/>
                  <a:pt x="2705965" y="76937"/>
                </a:cubicBezTo>
                <a:cubicBezTo>
                  <a:pt x="2724322" y="76937"/>
                  <a:pt x="2739203" y="62056"/>
                  <a:pt x="2739203" y="43700"/>
                </a:cubicBezTo>
                <a:cubicBezTo>
                  <a:pt x="2739203" y="25343"/>
                  <a:pt x="2724322" y="10462"/>
                  <a:pt x="2705965" y="10462"/>
                </a:cubicBezTo>
                <a:cubicBezTo>
                  <a:pt x="2687609" y="10462"/>
                  <a:pt x="2672727" y="25343"/>
                  <a:pt x="2672727" y="43700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2BE48-CB8C-4664-B595-E7485BDF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554227"/>
            <a:ext cx="2807795" cy="1384835"/>
          </a:xfrm>
          <a:custGeom xmlns:a="http://schemas.openxmlformats.org/drawingml/2006/main">
            <a:pathLst>
              <a:path w="2807795" h="1384835" fill="none">
                <a:moveTo>
                  <a:pt x="0" y="1384835"/>
                </a:moveTo>
                <a:lnTo>
                  <a:pt x="125972" y="1311701"/>
                </a:lnTo>
                <a:lnTo>
                  <a:pt x="256820" y="1242471"/>
                </a:lnTo>
                <a:lnTo>
                  <a:pt x="364594" y="1163520"/>
                </a:lnTo>
                <a:lnTo>
                  <a:pt x="504257" y="1102769"/>
                </a:lnTo>
                <a:lnTo>
                  <a:pt x="614446" y="961868"/>
                </a:lnTo>
                <a:lnTo>
                  <a:pt x="769626" y="817625"/>
                </a:lnTo>
                <a:lnTo>
                  <a:pt x="890079" y="750725"/>
                </a:lnTo>
                <a:lnTo>
                  <a:pt x="1002990" y="683422"/>
                </a:lnTo>
                <a:lnTo>
                  <a:pt x="1132309" y="625259"/>
                </a:lnTo>
                <a:lnTo>
                  <a:pt x="1277565" y="578495"/>
                </a:lnTo>
                <a:lnTo>
                  <a:pt x="1392633" y="513595"/>
                </a:lnTo>
                <a:lnTo>
                  <a:pt x="1532657" y="416323"/>
                </a:lnTo>
                <a:lnTo>
                  <a:pt x="1648158" y="374578"/>
                </a:lnTo>
                <a:lnTo>
                  <a:pt x="1790589" y="317595"/>
                </a:lnTo>
                <a:lnTo>
                  <a:pt x="1908513" y="280441"/>
                </a:lnTo>
                <a:lnTo>
                  <a:pt x="2051090" y="255607"/>
                </a:lnTo>
                <a:lnTo>
                  <a:pt x="2169031" y="189281"/>
                </a:lnTo>
                <a:lnTo>
                  <a:pt x="2304134" y="142704"/>
                </a:lnTo>
                <a:lnTo>
                  <a:pt x="2417126" y="128042"/>
                </a:lnTo>
                <a:lnTo>
                  <a:pt x="2559647" y="74139"/>
                </a:lnTo>
                <a:lnTo>
                  <a:pt x="2672727" y="44659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1C1C1C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7F811-0211-4F2A-88AD-8F05678A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520990"/>
            <a:ext cx="2874271" cy="1451311"/>
          </a:xfrm>
          <a:custGeom xmlns:a="http://schemas.openxmlformats.org/drawingml/2006/main">
            <a:pathLst>
              <a:path w="2874271" h="1451311">
                <a:moveTo>
                  <a:pt x="0" y="1418073"/>
                </a:moveTo>
                <a:cubicBezTo>
                  <a:pt x="0" y="1436429"/>
                  <a:pt x="14881" y="1451311"/>
                  <a:pt x="33238" y="1451311"/>
                </a:cubicBezTo>
                <a:cubicBezTo>
                  <a:pt x="51594" y="1451311"/>
                  <a:pt x="66475" y="1436429"/>
                  <a:pt x="66475" y="1418073"/>
                </a:cubicBezTo>
                <a:cubicBezTo>
                  <a:pt x="66475" y="1399716"/>
                  <a:pt x="51594" y="1384835"/>
                  <a:pt x="33238" y="1384835"/>
                </a:cubicBezTo>
                <a:cubicBezTo>
                  <a:pt x="14881" y="1384835"/>
                  <a:pt x="0" y="1399716"/>
                  <a:pt x="0" y="1418073"/>
                </a:cubicBezTo>
                <a:moveTo>
                  <a:pt x="125972" y="1344938"/>
                </a:moveTo>
                <a:cubicBezTo>
                  <a:pt x="125972" y="1363295"/>
                  <a:pt x="140853" y="1378176"/>
                  <a:pt x="159210" y="1378176"/>
                </a:cubicBezTo>
                <a:cubicBezTo>
                  <a:pt x="177567" y="1378176"/>
                  <a:pt x="192448" y="1363295"/>
                  <a:pt x="192448" y="1344938"/>
                </a:cubicBezTo>
                <a:cubicBezTo>
                  <a:pt x="192448" y="1326582"/>
                  <a:pt x="177567" y="1311701"/>
                  <a:pt x="159210" y="1311701"/>
                </a:cubicBezTo>
                <a:cubicBezTo>
                  <a:pt x="140853" y="1311701"/>
                  <a:pt x="125972" y="1326582"/>
                  <a:pt x="125972" y="1344938"/>
                </a:cubicBezTo>
                <a:moveTo>
                  <a:pt x="256820" y="1275709"/>
                </a:moveTo>
                <a:cubicBezTo>
                  <a:pt x="256820" y="1294066"/>
                  <a:pt x="271701" y="1308947"/>
                  <a:pt x="290058" y="1308947"/>
                </a:cubicBezTo>
                <a:cubicBezTo>
                  <a:pt x="308415" y="1308947"/>
                  <a:pt x="323295" y="1294066"/>
                  <a:pt x="323295" y="1275709"/>
                </a:cubicBezTo>
                <a:cubicBezTo>
                  <a:pt x="323295" y="1257353"/>
                  <a:pt x="308415" y="1242472"/>
                  <a:pt x="290058" y="1242472"/>
                </a:cubicBezTo>
                <a:cubicBezTo>
                  <a:pt x="271701" y="1242472"/>
                  <a:pt x="256820" y="1257353"/>
                  <a:pt x="256820" y="1275709"/>
                </a:cubicBezTo>
                <a:moveTo>
                  <a:pt x="364594" y="1196758"/>
                </a:moveTo>
                <a:cubicBezTo>
                  <a:pt x="364594" y="1215114"/>
                  <a:pt x="379475" y="1229996"/>
                  <a:pt x="397832" y="1229996"/>
                </a:cubicBezTo>
                <a:cubicBezTo>
                  <a:pt x="416188" y="1229996"/>
                  <a:pt x="431069" y="1215114"/>
                  <a:pt x="431069" y="1196758"/>
                </a:cubicBezTo>
                <a:cubicBezTo>
                  <a:pt x="431069" y="1178401"/>
                  <a:pt x="416188" y="1163520"/>
                  <a:pt x="397832" y="1163520"/>
                </a:cubicBezTo>
                <a:cubicBezTo>
                  <a:pt x="379475" y="1163520"/>
                  <a:pt x="364594" y="1178401"/>
                  <a:pt x="364594" y="1196758"/>
                </a:cubicBezTo>
                <a:moveTo>
                  <a:pt x="504257" y="1136007"/>
                </a:moveTo>
                <a:cubicBezTo>
                  <a:pt x="504257" y="1154363"/>
                  <a:pt x="519138" y="1169244"/>
                  <a:pt x="537495" y="1169244"/>
                </a:cubicBezTo>
                <a:cubicBezTo>
                  <a:pt x="555851" y="1169244"/>
                  <a:pt x="570732" y="1154363"/>
                  <a:pt x="570732" y="1136007"/>
                </a:cubicBezTo>
                <a:cubicBezTo>
                  <a:pt x="570732" y="1117650"/>
                  <a:pt x="555851" y="1102769"/>
                  <a:pt x="537495" y="1102769"/>
                </a:cubicBezTo>
                <a:cubicBezTo>
                  <a:pt x="519138" y="1102769"/>
                  <a:pt x="504257" y="1117650"/>
                  <a:pt x="504257" y="1136007"/>
                </a:cubicBezTo>
                <a:moveTo>
                  <a:pt x="614446" y="995105"/>
                </a:moveTo>
                <a:cubicBezTo>
                  <a:pt x="614446" y="1013462"/>
                  <a:pt x="629327" y="1028343"/>
                  <a:pt x="647684" y="1028343"/>
                </a:cubicBezTo>
                <a:cubicBezTo>
                  <a:pt x="666040" y="1028343"/>
                  <a:pt x="680921" y="1013462"/>
                  <a:pt x="680921" y="995105"/>
                </a:cubicBezTo>
                <a:cubicBezTo>
                  <a:pt x="680921" y="976749"/>
                  <a:pt x="666040" y="961868"/>
                  <a:pt x="647684" y="961868"/>
                </a:cubicBezTo>
                <a:cubicBezTo>
                  <a:pt x="629327" y="961868"/>
                  <a:pt x="614446" y="976749"/>
                  <a:pt x="614446" y="995105"/>
                </a:cubicBezTo>
                <a:moveTo>
                  <a:pt x="769626" y="850862"/>
                </a:moveTo>
                <a:cubicBezTo>
                  <a:pt x="769626" y="869219"/>
                  <a:pt x="784506" y="884100"/>
                  <a:pt x="802863" y="884100"/>
                </a:cubicBezTo>
                <a:cubicBezTo>
                  <a:pt x="821220" y="884100"/>
                  <a:pt x="836101" y="869219"/>
                  <a:pt x="836101" y="850862"/>
                </a:cubicBezTo>
                <a:cubicBezTo>
                  <a:pt x="836101" y="832506"/>
                  <a:pt x="821220" y="817625"/>
                  <a:pt x="802863" y="817625"/>
                </a:cubicBezTo>
                <a:cubicBezTo>
                  <a:pt x="784506" y="817625"/>
                  <a:pt x="769626" y="832506"/>
                  <a:pt x="769626" y="850862"/>
                </a:cubicBezTo>
                <a:moveTo>
                  <a:pt x="890079" y="783962"/>
                </a:moveTo>
                <a:cubicBezTo>
                  <a:pt x="890079" y="802319"/>
                  <a:pt x="904960" y="817200"/>
                  <a:pt x="923317" y="817200"/>
                </a:cubicBezTo>
                <a:cubicBezTo>
                  <a:pt x="941673" y="817200"/>
                  <a:pt x="956554" y="802319"/>
                  <a:pt x="956554" y="783962"/>
                </a:cubicBezTo>
                <a:cubicBezTo>
                  <a:pt x="956554" y="765605"/>
                  <a:pt x="941673" y="750725"/>
                  <a:pt x="923317" y="750725"/>
                </a:cubicBezTo>
                <a:cubicBezTo>
                  <a:pt x="904960" y="750725"/>
                  <a:pt x="890079" y="765605"/>
                  <a:pt x="890079" y="783962"/>
                </a:cubicBezTo>
                <a:moveTo>
                  <a:pt x="1002990" y="716659"/>
                </a:moveTo>
                <a:cubicBezTo>
                  <a:pt x="1002990" y="735016"/>
                  <a:pt x="1017871" y="749897"/>
                  <a:pt x="1036227" y="749897"/>
                </a:cubicBezTo>
                <a:cubicBezTo>
                  <a:pt x="1054584" y="749897"/>
                  <a:pt x="1069465" y="735016"/>
                  <a:pt x="1069465" y="716659"/>
                </a:cubicBezTo>
                <a:cubicBezTo>
                  <a:pt x="1069465" y="698303"/>
                  <a:pt x="1054584" y="683422"/>
                  <a:pt x="1036227" y="683422"/>
                </a:cubicBezTo>
                <a:cubicBezTo>
                  <a:pt x="1017871" y="683422"/>
                  <a:pt x="1002990" y="698303"/>
                  <a:pt x="1002990" y="716659"/>
                </a:cubicBezTo>
                <a:moveTo>
                  <a:pt x="1132309" y="658497"/>
                </a:moveTo>
                <a:cubicBezTo>
                  <a:pt x="1132309" y="676854"/>
                  <a:pt x="1147190" y="691735"/>
                  <a:pt x="1165547" y="691735"/>
                </a:cubicBezTo>
                <a:cubicBezTo>
                  <a:pt x="1183903" y="691735"/>
                  <a:pt x="1198784" y="676854"/>
                  <a:pt x="1198784" y="658497"/>
                </a:cubicBezTo>
                <a:cubicBezTo>
                  <a:pt x="1198784" y="640141"/>
                  <a:pt x="1183903" y="625259"/>
                  <a:pt x="1165547" y="625259"/>
                </a:cubicBezTo>
                <a:cubicBezTo>
                  <a:pt x="1147190" y="625259"/>
                  <a:pt x="1132309" y="640141"/>
                  <a:pt x="1132309" y="658497"/>
                </a:cubicBezTo>
                <a:moveTo>
                  <a:pt x="1277565" y="611733"/>
                </a:moveTo>
                <a:cubicBezTo>
                  <a:pt x="1277565" y="630089"/>
                  <a:pt x="1292446" y="644971"/>
                  <a:pt x="1310802" y="644971"/>
                </a:cubicBezTo>
                <a:cubicBezTo>
                  <a:pt x="1329159" y="644971"/>
                  <a:pt x="1344040" y="630089"/>
                  <a:pt x="1344040" y="611733"/>
                </a:cubicBezTo>
                <a:cubicBezTo>
                  <a:pt x="1344040" y="593376"/>
                  <a:pt x="1329159" y="578496"/>
                  <a:pt x="1310802" y="578496"/>
                </a:cubicBezTo>
                <a:cubicBezTo>
                  <a:pt x="1292446" y="578496"/>
                  <a:pt x="1277565" y="593376"/>
                  <a:pt x="1277565" y="611733"/>
                </a:cubicBezTo>
                <a:moveTo>
                  <a:pt x="1392633" y="546833"/>
                </a:moveTo>
                <a:cubicBezTo>
                  <a:pt x="1392633" y="565190"/>
                  <a:pt x="1407514" y="580071"/>
                  <a:pt x="1425870" y="580071"/>
                </a:cubicBezTo>
                <a:cubicBezTo>
                  <a:pt x="1444227" y="580071"/>
                  <a:pt x="1459108" y="565190"/>
                  <a:pt x="1459108" y="546833"/>
                </a:cubicBezTo>
                <a:cubicBezTo>
                  <a:pt x="1459108" y="528476"/>
                  <a:pt x="1444227" y="513595"/>
                  <a:pt x="1425870" y="513595"/>
                </a:cubicBezTo>
                <a:cubicBezTo>
                  <a:pt x="1407514" y="513595"/>
                  <a:pt x="1392633" y="528476"/>
                  <a:pt x="1392633" y="546833"/>
                </a:cubicBezTo>
                <a:moveTo>
                  <a:pt x="1532657" y="449561"/>
                </a:moveTo>
                <a:cubicBezTo>
                  <a:pt x="1532657" y="467918"/>
                  <a:pt x="1547538" y="482799"/>
                  <a:pt x="1565895" y="482799"/>
                </a:cubicBezTo>
                <a:cubicBezTo>
                  <a:pt x="1584252" y="482799"/>
                  <a:pt x="1599132" y="467918"/>
                  <a:pt x="1599132" y="449561"/>
                </a:cubicBezTo>
                <a:cubicBezTo>
                  <a:pt x="1599132" y="431204"/>
                  <a:pt x="1584252" y="416323"/>
                  <a:pt x="1565895" y="416323"/>
                </a:cubicBezTo>
                <a:cubicBezTo>
                  <a:pt x="1547538" y="416323"/>
                  <a:pt x="1532657" y="431204"/>
                  <a:pt x="1532657" y="449561"/>
                </a:cubicBezTo>
                <a:moveTo>
                  <a:pt x="1648158" y="407816"/>
                </a:moveTo>
                <a:cubicBezTo>
                  <a:pt x="1648158" y="426172"/>
                  <a:pt x="1663039" y="441053"/>
                  <a:pt x="1681396" y="441053"/>
                </a:cubicBezTo>
                <a:cubicBezTo>
                  <a:pt x="1699752" y="441053"/>
                  <a:pt x="1714633" y="426172"/>
                  <a:pt x="1714633" y="407816"/>
                </a:cubicBezTo>
                <a:cubicBezTo>
                  <a:pt x="1714633" y="389459"/>
                  <a:pt x="1699752" y="374578"/>
                  <a:pt x="1681396" y="374578"/>
                </a:cubicBezTo>
                <a:cubicBezTo>
                  <a:pt x="1663039" y="374578"/>
                  <a:pt x="1648158" y="389459"/>
                  <a:pt x="1648158" y="407816"/>
                </a:cubicBezTo>
                <a:moveTo>
                  <a:pt x="1790589" y="350833"/>
                </a:moveTo>
                <a:cubicBezTo>
                  <a:pt x="1790589" y="369189"/>
                  <a:pt x="1805470" y="384071"/>
                  <a:pt x="1823827" y="384071"/>
                </a:cubicBezTo>
                <a:cubicBezTo>
                  <a:pt x="1842183" y="384071"/>
                  <a:pt x="1857064" y="369189"/>
                  <a:pt x="1857064" y="350833"/>
                </a:cubicBezTo>
                <a:cubicBezTo>
                  <a:pt x="1857064" y="332476"/>
                  <a:pt x="1842183" y="317595"/>
                  <a:pt x="1823827" y="317595"/>
                </a:cubicBezTo>
                <a:cubicBezTo>
                  <a:pt x="1805470" y="317595"/>
                  <a:pt x="1790589" y="332476"/>
                  <a:pt x="1790589" y="350833"/>
                </a:cubicBezTo>
                <a:moveTo>
                  <a:pt x="1908513" y="313679"/>
                </a:moveTo>
                <a:cubicBezTo>
                  <a:pt x="1908513" y="332035"/>
                  <a:pt x="1923394" y="346916"/>
                  <a:pt x="1941751" y="346916"/>
                </a:cubicBezTo>
                <a:cubicBezTo>
                  <a:pt x="1960107" y="346916"/>
                  <a:pt x="1974988" y="332035"/>
                  <a:pt x="1974988" y="313679"/>
                </a:cubicBezTo>
                <a:cubicBezTo>
                  <a:pt x="1974988" y="295322"/>
                  <a:pt x="1960107" y="280441"/>
                  <a:pt x="1941751" y="280441"/>
                </a:cubicBezTo>
                <a:cubicBezTo>
                  <a:pt x="1923394" y="280441"/>
                  <a:pt x="1908513" y="295322"/>
                  <a:pt x="1908513" y="313679"/>
                </a:cubicBezTo>
                <a:moveTo>
                  <a:pt x="2051090" y="288844"/>
                </a:moveTo>
                <a:cubicBezTo>
                  <a:pt x="2051090" y="307201"/>
                  <a:pt x="2065971" y="322082"/>
                  <a:pt x="2084327" y="322082"/>
                </a:cubicBezTo>
                <a:cubicBezTo>
                  <a:pt x="2102684" y="322082"/>
                  <a:pt x="2117565" y="307201"/>
                  <a:pt x="2117565" y="288844"/>
                </a:cubicBezTo>
                <a:cubicBezTo>
                  <a:pt x="2117565" y="270488"/>
                  <a:pt x="2102684" y="255607"/>
                  <a:pt x="2084327" y="255607"/>
                </a:cubicBezTo>
                <a:cubicBezTo>
                  <a:pt x="2065971" y="255607"/>
                  <a:pt x="2051090" y="270488"/>
                  <a:pt x="2051090" y="288844"/>
                </a:cubicBezTo>
                <a:moveTo>
                  <a:pt x="2169031" y="222519"/>
                </a:moveTo>
                <a:cubicBezTo>
                  <a:pt x="2169031" y="240875"/>
                  <a:pt x="2183912" y="255757"/>
                  <a:pt x="2202268" y="255757"/>
                </a:cubicBezTo>
                <a:cubicBezTo>
                  <a:pt x="2220625" y="255757"/>
                  <a:pt x="2235506" y="240875"/>
                  <a:pt x="2235506" y="222519"/>
                </a:cubicBezTo>
                <a:cubicBezTo>
                  <a:pt x="2235506" y="204162"/>
                  <a:pt x="2220625" y="189281"/>
                  <a:pt x="2202268" y="189281"/>
                </a:cubicBezTo>
                <a:cubicBezTo>
                  <a:pt x="2183912" y="189281"/>
                  <a:pt x="2169031" y="204162"/>
                  <a:pt x="2169031" y="222519"/>
                </a:cubicBezTo>
                <a:moveTo>
                  <a:pt x="2304134" y="175941"/>
                </a:moveTo>
                <a:cubicBezTo>
                  <a:pt x="2304134" y="194298"/>
                  <a:pt x="2319015" y="209179"/>
                  <a:pt x="2337372" y="209179"/>
                </a:cubicBezTo>
                <a:cubicBezTo>
                  <a:pt x="2355728" y="209179"/>
                  <a:pt x="2370609" y="194298"/>
                  <a:pt x="2370609" y="175941"/>
                </a:cubicBezTo>
                <a:cubicBezTo>
                  <a:pt x="2370609" y="157585"/>
                  <a:pt x="2355728" y="142704"/>
                  <a:pt x="2337372" y="142704"/>
                </a:cubicBezTo>
                <a:cubicBezTo>
                  <a:pt x="2319015" y="142704"/>
                  <a:pt x="2304134" y="157585"/>
                  <a:pt x="2304134" y="175941"/>
                </a:cubicBezTo>
                <a:moveTo>
                  <a:pt x="2417126" y="161280"/>
                </a:moveTo>
                <a:cubicBezTo>
                  <a:pt x="2417126" y="179636"/>
                  <a:pt x="2432007" y="194517"/>
                  <a:pt x="2450363" y="194517"/>
                </a:cubicBezTo>
                <a:cubicBezTo>
                  <a:pt x="2468720" y="194517"/>
                  <a:pt x="2483601" y="179636"/>
                  <a:pt x="2483601" y="161280"/>
                </a:cubicBezTo>
                <a:cubicBezTo>
                  <a:pt x="2483601" y="142923"/>
                  <a:pt x="2468720" y="128042"/>
                  <a:pt x="2450363" y="128042"/>
                </a:cubicBezTo>
                <a:cubicBezTo>
                  <a:pt x="2432007" y="128042"/>
                  <a:pt x="2417126" y="142923"/>
                  <a:pt x="2417126" y="161280"/>
                </a:cubicBezTo>
                <a:moveTo>
                  <a:pt x="2559647" y="107377"/>
                </a:moveTo>
                <a:cubicBezTo>
                  <a:pt x="2559647" y="125733"/>
                  <a:pt x="2574528" y="140614"/>
                  <a:pt x="2592885" y="140614"/>
                </a:cubicBezTo>
                <a:cubicBezTo>
                  <a:pt x="2611241" y="140614"/>
                  <a:pt x="2626122" y="125733"/>
                  <a:pt x="2626122" y="107377"/>
                </a:cubicBezTo>
                <a:cubicBezTo>
                  <a:pt x="2626122" y="89020"/>
                  <a:pt x="2611241" y="74139"/>
                  <a:pt x="2592885" y="74139"/>
                </a:cubicBezTo>
                <a:cubicBezTo>
                  <a:pt x="2574528" y="74139"/>
                  <a:pt x="2559647" y="89020"/>
                  <a:pt x="2559647" y="107377"/>
                </a:cubicBezTo>
                <a:moveTo>
                  <a:pt x="2672727" y="77896"/>
                </a:moveTo>
                <a:cubicBezTo>
                  <a:pt x="2672727" y="96253"/>
                  <a:pt x="2687608" y="111134"/>
                  <a:pt x="2705965" y="111134"/>
                </a:cubicBezTo>
                <a:cubicBezTo>
                  <a:pt x="2724322" y="111134"/>
                  <a:pt x="2739203" y="96253"/>
                  <a:pt x="2739203" y="77896"/>
                </a:cubicBezTo>
                <a:cubicBezTo>
                  <a:pt x="2739203" y="59539"/>
                  <a:pt x="2724322" y="44659"/>
                  <a:pt x="2705965" y="44659"/>
                </a:cubicBezTo>
                <a:cubicBezTo>
                  <a:pt x="2687608" y="44659"/>
                  <a:pt x="2672727" y="59539"/>
                  <a:pt x="2672727" y="77896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1C1C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4FED64-4D71-4254-862D-F1F38088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937932"/>
            <a:ext cx="2807795" cy="1126113"/>
          </a:xfrm>
          <a:custGeom xmlns:a="http://schemas.openxmlformats.org/drawingml/2006/main">
            <a:pathLst>
              <a:path w="2807795" h="1126113" fill="none">
                <a:moveTo>
                  <a:pt x="0" y="1126113"/>
                </a:moveTo>
                <a:lnTo>
                  <a:pt x="125972" y="1029505"/>
                </a:lnTo>
                <a:lnTo>
                  <a:pt x="256820" y="919314"/>
                </a:lnTo>
                <a:lnTo>
                  <a:pt x="364594" y="843975"/>
                </a:lnTo>
                <a:lnTo>
                  <a:pt x="504257" y="748862"/>
                </a:lnTo>
                <a:lnTo>
                  <a:pt x="614446" y="687536"/>
                </a:lnTo>
                <a:lnTo>
                  <a:pt x="769625" y="571874"/>
                </a:lnTo>
                <a:lnTo>
                  <a:pt x="890079" y="502214"/>
                </a:lnTo>
                <a:lnTo>
                  <a:pt x="1002990" y="448241"/>
                </a:lnTo>
                <a:lnTo>
                  <a:pt x="1132309" y="385136"/>
                </a:lnTo>
                <a:lnTo>
                  <a:pt x="1277565" y="315122"/>
                </a:lnTo>
                <a:lnTo>
                  <a:pt x="1392633" y="260460"/>
                </a:lnTo>
                <a:lnTo>
                  <a:pt x="1532658" y="202506"/>
                </a:lnTo>
                <a:lnTo>
                  <a:pt x="1648158" y="181779"/>
                </a:lnTo>
                <a:lnTo>
                  <a:pt x="1790589" y="156223"/>
                </a:lnTo>
                <a:lnTo>
                  <a:pt x="1908513" y="124621"/>
                </a:lnTo>
                <a:lnTo>
                  <a:pt x="2051090" y="90956"/>
                </a:lnTo>
                <a:lnTo>
                  <a:pt x="2169030" y="72218"/>
                </a:lnTo>
                <a:lnTo>
                  <a:pt x="2304134" y="48251"/>
                </a:lnTo>
                <a:lnTo>
                  <a:pt x="2417126" y="43921"/>
                </a:lnTo>
                <a:lnTo>
                  <a:pt x="2559647" y="35231"/>
                </a:lnTo>
                <a:lnTo>
                  <a:pt x="2672727" y="46466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1C1C1C"/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1DCC9F-AFBF-41BC-94D2-8AFE4223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904694"/>
            <a:ext cx="2874271" cy="1192588"/>
          </a:xfrm>
          <a:custGeom xmlns:a="http://schemas.openxmlformats.org/drawingml/2006/main">
            <a:pathLst>
              <a:path w="2874271" h="1192588">
                <a:moveTo>
                  <a:pt x="0" y="1159351"/>
                </a:moveTo>
                <a:cubicBezTo>
                  <a:pt x="0" y="1177708"/>
                  <a:pt x="14881" y="1192588"/>
                  <a:pt x="33238" y="1192588"/>
                </a:cubicBezTo>
                <a:cubicBezTo>
                  <a:pt x="51594" y="1192588"/>
                  <a:pt x="66475" y="1177708"/>
                  <a:pt x="66475" y="1159351"/>
                </a:cubicBezTo>
                <a:cubicBezTo>
                  <a:pt x="66475" y="1140995"/>
                  <a:pt x="51594" y="1126114"/>
                  <a:pt x="33238" y="1126114"/>
                </a:cubicBezTo>
                <a:cubicBezTo>
                  <a:pt x="14881" y="1126114"/>
                  <a:pt x="0" y="1140995"/>
                  <a:pt x="0" y="1159351"/>
                </a:cubicBezTo>
                <a:moveTo>
                  <a:pt x="125972" y="1062743"/>
                </a:moveTo>
                <a:cubicBezTo>
                  <a:pt x="125972" y="1081099"/>
                  <a:pt x="140853" y="1095981"/>
                  <a:pt x="159210" y="1095981"/>
                </a:cubicBezTo>
                <a:cubicBezTo>
                  <a:pt x="177567" y="1095981"/>
                  <a:pt x="192448" y="1081099"/>
                  <a:pt x="192448" y="1062743"/>
                </a:cubicBezTo>
                <a:cubicBezTo>
                  <a:pt x="192448" y="1044386"/>
                  <a:pt x="177567" y="1029505"/>
                  <a:pt x="159210" y="1029505"/>
                </a:cubicBezTo>
                <a:cubicBezTo>
                  <a:pt x="140853" y="1029505"/>
                  <a:pt x="125972" y="1044386"/>
                  <a:pt x="125972" y="1062743"/>
                </a:cubicBezTo>
                <a:moveTo>
                  <a:pt x="256821" y="952552"/>
                </a:moveTo>
                <a:cubicBezTo>
                  <a:pt x="256821" y="970908"/>
                  <a:pt x="271701" y="985789"/>
                  <a:pt x="290058" y="985789"/>
                </a:cubicBezTo>
                <a:cubicBezTo>
                  <a:pt x="308415" y="985789"/>
                  <a:pt x="323296" y="970908"/>
                  <a:pt x="323296" y="952552"/>
                </a:cubicBezTo>
                <a:cubicBezTo>
                  <a:pt x="323296" y="934195"/>
                  <a:pt x="308415" y="919314"/>
                  <a:pt x="290058" y="919314"/>
                </a:cubicBezTo>
                <a:cubicBezTo>
                  <a:pt x="271701" y="919314"/>
                  <a:pt x="256821" y="934195"/>
                  <a:pt x="256821" y="952552"/>
                </a:cubicBezTo>
                <a:moveTo>
                  <a:pt x="364594" y="877213"/>
                </a:moveTo>
                <a:cubicBezTo>
                  <a:pt x="364594" y="895569"/>
                  <a:pt x="379475" y="910450"/>
                  <a:pt x="397832" y="910450"/>
                </a:cubicBezTo>
                <a:cubicBezTo>
                  <a:pt x="416188" y="910450"/>
                  <a:pt x="431070" y="895569"/>
                  <a:pt x="431070" y="877213"/>
                </a:cubicBezTo>
                <a:cubicBezTo>
                  <a:pt x="431070" y="858856"/>
                  <a:pt x="416188" y="843975"/>
                  <a:pt x="397832" y="843975"/>
                </a:cubicBezTo>
                <a:cubicBezTo>
                  <a:pt x="379475" y="843975"/>
                  <a:pt x="364594" y="858856"/>
                  <a:pt x="364594" y="877213"/>
                </a:cubicBezTo>
                <a:moveTo>
                  <a:pt x="504257" y="782100"/>
                </a:moveTo>
                <a:cubicBezTo>
                  <a:pt x="504257" y="800457"/>
                  <a:pt x="519138" y="815338"/>
                  <a:pt x="537495" y="815338"/>
                </a:cubicBezTo>
                <a:cubicBezTo>
                  <a:pt x="555851" y="815338"/>
                  <a:pt x="570732" y="800457"/>
                  <a:pt x="570732" y="782100"/>
                </a:cubicBezTo>
                <a:cubicBezTo>
                  <a:pt x="570732" y="763744"/>
                  <a:pt x="555851" y="748862"/>
                  <a:pt x="537495" y="748862"/>
                </a:cubicBezTo>
                <a:cubicBezTo>
                  <a:pt x="519138" y="748862"/>
                  <a:pt x="504257" y="763744"/>
                  <a:pt x="504257" y="782100"/>
                </a:cubicBezTo>
                <a:moveTo>
                  <a:pt x="614446" y="720773"/>
                </a:moveTo>
                <a:cubicBezTo>
                  <a:pt x="614446" y="739130"/>
                  <a:pt x="629327" y="754011"/>
                  <a:pt x="647684" y="754011"/>
                </a:cubicBezTo>
                <a:cubicBezTo>
                  <a:pt x="666041" y="754011"/>
                  <a:pt x="680922" y="739130"/>
                  <a:pt x="680922" y="720773"/>
                </a:cubicBezTo>
                <a:cubicBezTo>
                  <a:pt x="680922" y="702417"/>
                  <a:pt x="666041" y="687536"/>
                  <a:pt x="647684" y="687536"/>
                </a:cubicBezTo>
                <a:cubicBezTo>
                  <a:pt x="629327" y="687536"/>
                  <a:pt x="614446" y="702417"/>
                  <a:pt x="614446" y="720773"/>
                </a:cubicBezTo>
                <a:moveTo>
                  <a:pt x="769626" y="605111"/>
                </a:moveTo>
                <a:cubicBezTo>
                  <a:pt x="769626" y="623468"/>
                  <a:pt x="784507" y="638349"/>
                  <a:pt x="802863" y="638349"/>
                </a:cubicBezTo>
                <a:cubicBezTo>
                  <a:pt x="821220" y="638349"/>
                  <a:pt x="836101" y="623468"/>
                  <a:pt x="836101" y="605111"/>
                </a:cubicBezTo>
                <a:cubicBezTo>
                  <a:pt x="836101" y="586755"/>
                  <a:pt x="821220" y="571874"/>
                  <a:pt x="802863" y="571874"/>
                </a:cubicBezTo>
                <a:cubicBezTo>
                  <a:pt x="784507" y="571874"/>
                  <a:pt x="769626" y="586755"/>
                  <a:pt x="769626" y="605111"/>
                </a:cubicBezTo>
                <a:moveTo>
                  <a:pt x="890079" y="535452"/>
                </a:moveTo>
                <a:cubicBezTo>
                  <a:pt x="890079" y="553808"/>
                  <a:pt x="904960" y="568690"/>
                  <a:pt x="923317" y="568690"/>
                </a:cubicBezTo>
                <a:cubicBezTo>
                  <a:pt x="941673" y="568690"/>
                  <a:pt x="956554" y="553808"/>
                  <a:pt x="956554" y="535452"/>
                </a:cubicBezTo>
                <a:cubicBezTo>
                  <a:pt x="956554" y="517095"/>
                  <a:pt x="941673" y="502214"/>
                  <a:pt x="923317" y="502214"/>
                </a:cubicBezTo>
                <a:cubicBezTo>
                  <a:pt x="904960" y="502214"/>
                  <a:pt x="890079" y="517095"/>
                  <a:pt x="890079" y="535452"/>
                </a:cubicBezTo>
                <a:moveTo>
                  <a:pt x="1002990" y="481479"/>
                </a:moveTo>
                <a:cubicBezTo>
                  <a:pt x="1002990" y="499835"/>
                  <a:pt x="1017871" y="514716"/>
                  <a:pt x="1036227" y="514716"/>
                </a:cubicBezTo>
                <a:cubicBezTo>
                  <a:pt x="1054584" y="514716"/>
                  <a:pt x="1069465" y="499835"/>
                  <a:pt x="1069465" y="481479"/>
                </a:cubicBezTo>
                <a:cubicBezTo>
                  <a:pt x="1069465" y="463122"/>
                  <a:pt x="1054584" y="448241"/>
                  <a:pt x="1036227" y="448241"/>
                </a:cubicBezTo>
                <a:cubicBezTo>
                  <a:pt x="1017871" y="448241"/>
                  <a:pt x="1002990" y="463122"/>
                  <a:pt x="1002990" y="481479"/>
                </a:cubicBezTo>
                <a:moveTo>
                  <a:pt x="1132309" y="418374"/>
                </a:moveTo>
                <a:cubicBezTo>
                  <a:pt x="1132309" y="436731"/>
                  <a:pt x="1147190" y="451612"/>
                  <a:pt x="1165547" y="451612"/>
                </a:cubicBezTo>
                <a:cubicBezTo>
                  <a:pt x="1183904" y="451612"/>
                  <a:pt x="1198784" y="436731"/>
                  <a:pt x="1198784" y="418374"/>
                </a:cubicBezTo>
                <a:cubicBezTo>
                  <a:pt x="1198784" y="400017"/>
                  <a:pt x="1183904" y="385136"/>
                  <a:pt x="1165547" y="385136"/>
                </a:cubicBezTo>
                <a:cubicBezTo>
                  <a:pt x="1147190" y="385136"/>
                  <a:pt x="1132309" y="400017"/>
                  <a:pt x="1132309" y="418374"/>
                </a:cubicBezTo>
                <a:moveTo>
                  <a:pt x="1277565" y="348360"/>
                </a:moveTo>
                <a:cubicBezTo>
                  <a:pt x="1277565" y="366717"/>
                  <a:pt x="1292446" y="381598"/>
                  <a:pt x="1310802" y="381598"/>
                </a:cubicBezTo>
                <a:cubicBezTo>
                  <a:pt x="1329159" y="381598"/>
                  <a:pt x="1344040" y="366717"/>
                  <a:pt x="1344040" y="348360"/>
                </a:cubicBezTo>
                <a:cubicBezTo>
                  <a:pt x="1344040" y="330003"/>
                  <a:pt x="1329159" y="315123"/>
                  <a:pt x="1310802" y="315123"/>
                </a:cubicBezTo>
                <a:cubicBezTo>
                  <a:pt x="1292446" y="315123"/>
                  <a:pt x="1277565" y="330003"/>
                  <a:pt x="1277565" y="348360"/>
                </a:cubicBezTo>
                <a:moveTo>
                  <a:pt x="1392633" y="293697"/>
                </a:moveTo>
                <a:cubicBezTo>
                  <a:pt x="1392633" y="312054"/>
                  <a:pt x="1407514" y="326935"/>
                  <a:pt x="1425871" y="326935"/>
                </a:cubicBezTo>
                <a:cubicBezTo>
                  <a:pt x="1444227" y="326935"/>
                  <a:pt x="1459108" y="312054"/>
                  <a:pt x="1459108" y="293697"/>
                </a:cubicBezTo>
                <a:cubicBezTo>
                  <a:pt x="1459108" y="275341"/>
                  <a:pt x="1444227" y="260460"/>
                  <a:pt x="1425871" y="260460"/>
                </a:cubicBezTo>
                <a:cubicBezTo>
                  <a:pt x="1407514" y="260460"/>
                  <a:pt x="1392633" y="275341"/>
                  <a:pt x="1392633" y="293697"/>
                </a:cubicBezTo>
                <a:moveTo>
                  <a:pt x="1532658" y="235744"/>
                </a:moveTo>
                <a:cubicBezTo>
                  <a:pt x="1532658" y="254100"/>
                  <a:pt x="1547539" y="268981"/>
                  <a:pt x="1565895" y="268981"/>
                </a:cubicBezTo>
                <a:cubicBezTo>
                  <a:pt x="1584252" y="268981"/>
                  <a:pt x="1599133" y="254100"/>
                  <a:pt x="1599133" y="235744"/>
                </a:cubicBezTo>
                <a:cubicBezTo>
                  <a:pt x="1599133" y="217387"/>
                  <a:pt x="1584252" y="202506"/>
                  <a:pt x="1565895" y="202506"/>
                </a:cubicBezTo>
                <a:cubicBezTo>
                  <a:pt x="1547539" y="202506"/>
                  <a:pt x="1532658" y="217387"/>
                  <a:pt x="1532658" y="235744"/>
                </a:cubicBezTo>
                <a:moveTo>
                  <a:pt x="1648158" y="215016"/>
                </a:moveTo>
                <a:cubicBezTo>
                  <a:pt x="1648158" y="233373"/>
                  <a:pt x="1663039" y="248254"/>
                  <a:pt x="1681396" y="248254"/>
                </a:cubicBezTo>
                <a:cubicBezTo>
                  <a:pt x="1699752" y="248254"/>
                  <a:pt x="1714634" y="233373"/>
                  <a:pt x="1714634" y="215016"/>
                </a:cubicBezTo>
                <a:cubicBezTo>
                  <a:pt x="1714634" y="196660"/>
                  <a:pt x="1699752" y="181779"/>
                  <a:pt x="1681396" y="181779"/>
                </a:cubicBezTo>
                <a:cubicBezTo>
                  <a:pt x="1663039" y="181779"/>
                  <a:pt x="1648158" y="196660"/>
                  <a:pt x="1648158" y="215016"/>
                </a:cubicBezTo>
                <a:moveTo>
                  <a:pt x="1790589" y="189460"/>
                </a:moveTo>
                <a:cubicBezTo>
                  <a:pt x="1790589" y="207817"/>
                  <a:pt x="1805470" y="222698"/>
                  <a:pt x="1823827" y="222698"/>
                </a:cubicBezTo>
                <a:cubicBezTo>
                  <a:pt x="1842184" y="222698"/>
                  <a:pt x="1857064" y="207817"/>
                  <a:pt x="1857064" y="189460"/>
                </a:cubicBezTo>
                <a:cubicBezTo>
                  <a:pt x="1857064" y="171104"/>
                  <a:pt x="1842184" y="156223"/>
                  <a:pt x="1823827" y="156223"/>
                </a:cubicBezTo>
                <a:cubicBezTo>
                  <a:pt x="1805470" y="156223"/>
                  <a:pt x="1790589" y="171104"/>
                  <a:pt x="1790589" y="189460"/>
                </a:cubicBezTo>
                <a:moveTo>
                  <a:pt x="1908514" y="157859"/>
                </a:moveTo>
                <a:cubicBezTo>
                  <a:pt x="1908514" y="176216"/>
                  <a:pt x="1923394" y="191097"/>
                  <a:pt x="1941751" y="191097"/>
                </a:cubicBezTo>
                <a:cubicBezTo>
                  <a:pt x="1960107" y="191097"/>
                  <a:pt x="1974989" y="176216"/>
                  <a:pt x="1974989" y="157859"/>
                </a:cubicBezTo>
                <a:cubicBezTo>
                  <a:pt x="1974989" y="139503"/>
                  <a:pt x="1960107" y="124621"/>
                  <a:pt x="1941751" y="124621"/>
                </a:cubicBezTo>
                <a:cubicBezTo>
                  <a:pt x="1923394" y="124621"/>
                  <a:pt x="1908514" y="139503"/>
                  <a:pt x="1908514" y="157859"/>
                </a:cubicBezTo>
                <a:moveTo>
                  <a:pt x="2051090" y="124193"/>
                </a:moveTo>
                <a:cubicBezTo>
                  <a:pt x="2051090" y="142550"/>
                  <a:pt x="2065971" y="157431"/>
                  <a:pt x="2084327" y="157431"/>
                </a:cubicBezTo>
                <a:cubicBezTo>
                  <a:pt x="2102684" y="157431"/>
                  <a:pt x="2117565" y="142550"/>
                  <a:pt x="2117565" y="124193"/>
                </a:cubicBezTo>
                <a:cubicBezTo>
                  <a:pt x="2117565" y="105837"/>
                  <a:pt x="2102684" y="90956"/>
                  <a:pt x="2084327" y="90956"/>
                </a:cubicBezTo>
                <a:cubicBezTo>
                  <a:pt x="2065971" y="90956"/>
                  <a:pt x="2051090" y="105837"/>
                  <a:pt x="2051090" y="124193"/>
                </a:cubicBezTo>
                <a:moveTo>
                  <a:pt x="2169031" y="105456"/>
                </a:moveTo>
                <a:cubicBezTo>
                  <a:pt x="2169031" y="123813"/>
                  <a:pt x="2183912" y="138694"/>
                  <a:pt x="2202268" y="138694"/>
                </a:cubicBezTo>
                <a:cubicBezTo>
                  <a:pt x="2220625" y="138694"/>
                  <a:pt x="2235506" y="123813"/>
                  <a:pt x="2235506" y="105456"/>
                </a:cubicBezTo>
                <a:cubicBezTo>
                  <a:pt x="2235506" y="87099"/>
                  <a:pt x="2220625" y="72219"/>
                  <a:pt x="2202268" y="72219"/>
                </a:cubicBezTo>
                <a:cubicBezTo>
                  <a:pt x="2183912" y="72219"/>
                  <a:pt x="2169031" y="87099"/>
                  <a:pt x="2169031" y="105456"/>
                </a:cubicBezTo>
                <a:moveTo>
                  <a:pt x="2304134" y="81489"/>
                </a:moveTo>
                <a:cubicBezTo>
                  <a:pt x="2304134" y="99845"/>
                  <a:pt x="2319015" y="114726"/>
                  <a:pt x="2337372" y="114726"/>
                </a:cubicBezTo>
                <a:cubicBezTo>
                  <a:pt x="2355729" y="114726"/>
                  <a:pt x="2370610" y="99845"/>
                  <a:pt x="2370610" y="81489"/>
                </a:cubicBezTo>
                <a:cubicBezTo>
                  <a:pt x="2370610" y="63132"/>
                  <a:pt x="2355729" y="48251"/>
                  <a:pt x="2337372" y="48251"/>
                </a:cubicBezTo>
                <a:cubicBezTo>
                  <a:pt x="2319015" y="48251"/>
                  <a:pt x="2304134" y="63132"/>
                  <a:pt x="2304134" y="81489"/>
                </a:cubicBezTo>
                <a:moveTo>
                  <a:pt x="2417126" y="77159"/>
                </a:moveTo>
                <a:cubicBezTo>
                  <a:pt x="2417126" y="95516"/>
                  <a:pt x="2432007" y="110397"/>
                  <a:pt x="2450363" y="110397"/>
                </a:cubicBezTo>
                <a:cubicBezTo>
                  <a:pt x="2468720" y="110397"/>
                  <a:pt x="2483601" y="95516"/>
                  <a:pt x="2483601" y="77159"/>
                </a:cubicBezTo>
                <a:cubicBezTo>
                  <a:pt x="2483601" y="58803"/>
                  <a:pt x="2468720" y="43922"/>
                  <a:pt x="2450363" y="43922"/>
                </a:cubicBezTo>
                <a:cubicBezTo>
                  <a:pt x="2432007" y="43922"/>
                  <a:pt x="2417126" y="58803"/>
                  <a:pt x="2417126" y="77159"/>
                </a:cubicBezTo>
                <a:moveTo>
                  <a:pt x="2559647" y="68468"/>
                </a:moveTo>
                <a:cubicBezTo>
                  <a:pt x="2559647" y="86825"/>
                  <a:pt x="2574528" y="101706"/>
                  <a:pt x="2592885" y="101706"/>
                </a:cubicBezTo>
                <a:cubicBezTo>
                  <a:pt x="2611241" y="101706"/>
                  <a:pt x="2626122" y="86825"/>
                  <a:pt x="2626122" y="68468"/>
                </a:cubicBezTo>
                <a:cubicBezTo>
                  <a:pt x="2626122" y="50111"/>
                  <a:pt x="2611241" y="35231"/>
                  <a:pt x="2592885" y="35231"/>
                </a:cubicBezTo>
                <a:cubicBezTo>
                  <a:pt x="2574528" y="35231"/>
                  <a:pt x="2559647" y="50111"/>
                  <a:pt x="2559647" y="68468"/>
                </a:cubicBezTo>
                <a:moveTo>
                  <a:pt x="2672727" y="79704"/>
                </a:moveTo>
                <a:cubicBezTo>
                  <a:pt x="2672727" y="98061"/>
                  <a:pt x="2687609" y="112942"/>
                  <a:pt x="2705965" y="112942"/>
                </a:cubicBezTo>
                <a:cubicBezTo>
                  <a:pt x="2724322" y="112942"/>
                  <a:pt x="2739203" y="98061"/>
                  <a:pt x="2739203" y="79704"/>
                </a:cubicBezTo>
                <a:cubicBezTo>
                  <a:pt x="2739203" y="61347"/>
                  <a:pt x="2724322" y="46467"/>
                  <a:pt x="2705965" y="46467"/>
                </a:cubicBezTo>
                <a:cubicBezTo>
                  <a:pt x="2687609" y="46467"/>
                  <a:pt x="2672727" y="61347"/>
                  <a:pt x="2672727" y="79704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1C1C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2FF2F9-B580-4F88-81D3-FE57940A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278420"/>
            <a:ext cx="2807795" cy="866926"/>
          </a:xfrm>
          <a:custGeom xmlns:a="http://schemas.openxmlformats.org/drawingml/2006/main">
            <a:pathLst>
              <a:path w="2807795" h="866926" fill="none">
                <a:moveTo>
                  <a:pt x="0" y="866926"/>
                </a:moveTo>
                <a:lnTo>
                  <a:pt x="125972" y="790015"/>
                </a:lnTo>
                <a:lnTo>
                  <a:pt x="256820" y="776081"/>
                </a:lnTo>
                <a:lnTo>
                  <a:pt x="364594" y="689872"/>
                </a:lnTo>
                <a:lnTo>
                  <a:pt x="504257" y="653958"/>
                </a:lnTo>
                <a:lnTo>
                  <a:pt x="614446" y="622390"/>
                </a:lnTo>
                <a:lnTo>
                  <a:pt x="769626" y="532044"/>
                </a:lnTo>
                <a:lnTo>
                  <a:pt x="890079" y="487749"/>
                </a:lnTo>
                <a:lnTo>
                  <a:pt x="1002990" y="430913"/>
                </a:lnTo>
                <a:lnTo>
                  <a:pt x="1132309" y="403603"/>
                </a:lnTo>
                <a:lnTo>
                  <a:pt x="1277565" y="362611"/>
                </a:lnTo>
                <a:lnTo>
                  <a:pt x="1392633" y="284047"/>
                </a:lnTo>
                <a:lnTo>
                  <a:pt x="1532657" y="219825"/>
                </a:lnTo>
                <a:lnTo>
                  <a:pt x="1648158" y="193785"/>
                </a:lnTo>
                <a:lnTo>
                  <a:pt x="1790589" y="163280"/>
                </a:lnTo>
                <a:lnTo>
                  <a:pt x="1908513" y="136909"/>
                </a:lnTo>
                <a:lnTo>
                  <a:pt x="2051090" y="125644"/>
                </a:lnTo>
                <a:lnTo>
                  <a:pt x="2169031" y="100077"/>
                </a:lnTo>
                <a:lnTo>
                  <a:pt x="2304134" y="70990"/>
                </a:lnTo>
                <a:lnTo>
                  <a:pt x="2417126" y="77064"/>
                </a:lnTo>
                <a:lnTo>
                  <a:pt x="2559647" y="40843"/>
                </a:lnTo>
                <a:lnTo>
                  <a:pt x="2672727" y="26389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1C1C1C"/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A313F7-EC8F-4AE0-83B7-2B3352B9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245182"/>
            <a:ext cx="2874271" cy="933402"/>
          </a:xfrm>
          <a:custGeom xmlns:a="http://schemas.openxmlformats.org/drawingml/2006/main">
            <a:pathLst>
              <a:path w="2874271" h="933402">
                <a:moveTo>
                  <a:pt x="0" y="900164"/>
                </a:moveTo>
                <a:cubicBezTo>
                  <a:pt x="0" y="918521"/>
                  <a:pt x="14881" y="933402"/>
                  <a:pt x="33238" y="933402"/>
                </a:cubicBezTo>
                <a:cubicBezTo>
                  <a:pt x="51594" y="933402"/>
                  <a:pt x="66475" y="918521"/>
                  <a:pt x="66475" y="900164"/>
                </a:cubicBezTo>
                <a:cubicBezTo>
                  <a:pt x="66475" y="881808"/>
                  <a:pt x="51594" y="866926"/>
                  <a:pt x="33238" y="866926"/>
                </a:cubicBezTo>
                <a:cubicBezTo>
                  <a:pt x="14881" y="866926"/>
                  <a:pt x="0" y="881808"/>
                  <a:pt x="0" y="900164"/>
                </a:cubicBezTo>
                <a:moveTo>
                  <a:pt x="125972" y="823253"/>
                </a:moveTo>
                <a:cubicBezTo>
                  <a:pt x="125972" y="841609"/>
                  <a:pt x="140853" y="856491"/>
                  <a:pt x="159210" y="856491"/>
                </a:cubicBezTo>
                <a:cubicBezTo>
                  <a:pt x="177567" y="856491"/>
                  <a:pt x="192448" y="841609"/>
                  <a:pt x="192448" y="823253"/>
                </a:cubicBezTo>
                <a:cubicBezTo>
                  <a:pt x="192448" y="804896"/>
                  <a:pt x="177567" y="790015"/>
                  <a:pt x="159210" y="790015"/>
                </a:cubicBezTo>
                <a:cubicBezTo>
                  <a:pt x="140853" y="790015"/>
                  <a:pt x="125972" y="804896"/>
                  <a:pt x="125972" y="823253"/>
                </a:cubicBezTo>
                <a:moveTo>
                  <a:pt x="256820" y="809318"/>
                </a:moveTo>
                <a:cubicBezTo>
                  <a:pt x="256820" y="827675"/>
                  <a:pt x="271701" y="842556"/>
                  <a:pt x="290058" y="842556"/>
                </a:cubicBezTo>
                <a:cubicBezTo>
                  <a:pt x="308415" y="842556"/>
                  <a:pt x="323295" y="827675"/>
                  <a:pt x="323295" y="809318"/>
                </a:cubicBezTo>
                <a:cubicBezTo>
                  <a:pt x="323295" y="790962"/>
                  <a:pt x="308415" y="776081"/>
                  <a:pt x="290058" y="776081"/>
                </a:cubicBezTo>
                <a:cubicBezTo>
                  <a:pt x="271701" y="776081"/>
                  <a:pt x="256820" y="790962"/>
                  <a:pt x="256820" y="809318"/>
                </a:cubicBezTo>
                <a:moveTo>
                  <a:pt x="364594" y="723110"/>
                </a:moveTo>
                <a:cubicBezTo>
                  <a:pt x="364594" y="741467"/>
                  <a:pt x="379475" y="756348"/>
                  <a:pt x="397832" y="756348"/>
                </a:cubicBezTo>
                <a:cubicBezTo>
                  <a:pt x="416188" y="756348"/>
                  <a:pt x="431069" y="741467"/>
                  <a:pt x="431069" y="723110"/>
                </a:cubicBezTo>
                <a:cubicBezTo>
                  <a:pt x="431069" y="704754"/>
                  <a:pt x="416188" y="689873"/>
                  <a:pt x="397832" y="689873"/>
                </a:cubicBezTo>
                <a:cubicBezTo>
                  <a:pt x="379475" y="689873"/>
                  <a:pt x="364594" y="704754"/>
                  <a:pt x="364594" y="723110"/>
                </a:cubicBezTo>
                <a:moveTo>
                  <a:pt x="504257" y="687195"/>
                </a:moveTo>
                <a:cubicBezTo>
                  <a:pt x="504257" y="705552"/>
                  <a:pt x="519138" y="720433"/>
                  <a:pt x="537495" y="720433"/>
                </a:cubicBezTo>
                <a:cubicBezTo>
                  <a:pt x="555851" y="720433"/>
                  <a:pt x="570732" y="705552"/>
                  <a:pt x="570732" y="687195"/>
                </a:cubicBezTo>
                <a:cubicBezTo>
                  <a:pt x="570732" y="668839"/>
                  <a:pt x="555851" y="653958"/>
                  <a:pt x="537495" y="653958"/>
                </a:cubicBezTo>
                <a:cubicBezTo>
                  <a:pt x="519138" y="653958"/>
                  <a:pt x="504257" y="668839"/>
                  <a:pt x="504257" y="687195"/>
                </a:cubicBezTo>
                <a:moveTo>
                  <a:pt x="614446" y="655628"/>
                </a:moveTo>
                <a:cubicBezTo>
                  <a:pt x="614446" y="673985"/>
                  <a:pt x="629327" y="688865"/>
                  <a:pt x="647684" y="688865"/>
                </a:cubicBezTo>
                <a:cubicBezTo>
                  <a:pt x="666040" y="688865"/>
                  <a:pt x="680921" y="673985"/>
                  <a:pt x="680921" y="655628"/>
                </a:cubicBezTo>
                <a:cubicBezTo>
                  <a:pt x="680921" y="637271"/>
                  <a:pt x="666040" y="622390"/>
                  <a:pt x="647684" y="622390"/>
                </a:cubicBezTo>
                <a:cubicBezTo>
                  <a:pt x="629327" y="622390"/>
                  <a:pt x="614446" y="637271"/>
                  <a:pt x="614446" y="655628"/>
                </a:cubicBezTo>
                <a:moveTo>
                  <a:pt x="769626" y="565282"/>
                </a:moveTo>
                <a:cubicBezTo>
                  <a:pt x="769626" y="583639"/>
                  <a:pt x="784506" y="598520"/>
                  <a:pt x="802863" y="598520"/>
                </a:cubicBezTo>
                <a:cubicBezTo>
                  <a:pt x="821220" y="598520"/>
                  <a:pt x="836101" y="583639"/>
                  <a:pt x="836101" y="565282"/>
                </a:cubicBezTo>
                <a:cubicBezTo>
                  <a:pt x="836101" y="546926"/>
                  <a:pt x="821220" y="532045"/>
                  <a:pt x="802863" y="532045"/>
                </a:cubicBezTo>
                <a:cubicBezTo>
                  <a:pt x="784506" y="532045"/>
                  <a:pt x="769626" y="546926"/>
                  <a:pt x="769626" y="565282"/>
                </a:cubicBezTo>
                <a:moveTo>
                  <a:pt x="890079" y="520986"/>
                </a:moveTo>
                <a:cubicBezTo>
                  <a:pt x="890079" y="539343"/>
                  <a:pt x="904960" y="554224"/>
                  <a:pt x="923317" y="554224"/>
                </a:cubicBezTo>
                <a:cubicBezTo>
                  <a:pt x="941673" y="554224"/>
                  <a:pt x="956554" y="539343"/>
                  <a:pt x="956554" y="520986"/>
                </a:cubicBezTo>
                <a:cubicBezTo>
                  <a:pt x="956554" y="502630"/>
                  <a:pt x="941673" y="487749"/>
                  <a:pt x="923317" y="487749"/>
                </a:cubicBezTo>
                <a:cubicBezTo>
                  <a:pt x="904960" y="487749"/>
                  <a:pt x="890079" y="502630"/>
                  <a:pt x="890079" y="520986"/>
                </a:cubicBezTo>
                <a:moveTo>
                  <a:pt x="1002990" y="464150"/>
                </a:moveTo>
                <a:cubicBezTo>
                  <a:pt x="1002990" y="482507"/>
                  <a:pt x="1017871" y="497388"/>
                  <a:pt x="1036227" y="497388"/>
                </a:cubicBezTo>
                <a:cubicBezTo>
                  <a:pt x="1054584" y="497388"/>
                  <a:pt x="1069465" y="482507"/>
                  <a:pt x="1069465" y="464150"/>
                </a:cubicBezTo>
                <a:cubicBezTo>
                  <a:pt x="1069465" y="445794"/>
                  <a:pt x="1054584" y="430913"/>
                  <a:pt x="1036227" y="430913"/>
                </a:cubicBezTo>
                <a:cubicBezTo>
                  <a:pt x="1017871" y="430913"/>
                  <a:pt x="1002990" y="445794"/>
                  <a:pt x="1002990" y="464150"/>
                </a:cubicBezTo>
                <a:moveTo>
                  <a:pt x="1132309" y="436841"/>
                </a:moveTo>
                <a:cubicBezTo>
                  <a:pt x="1132309" y="455198"/>
                  <a:pt x="1147190" y="470079"/>
                  <a:pt x="1165547" y="470079"/>
                </a:cubicBezTo>
                <a:cubicBezTo>
                  <a:pt x="1183903" y="470079"/>
                  <a:pt x="1198784" y="455198"/>
                  <a:pt x="1198784" y="436841"/>
                </a:cubicBezTo>
                <a:cubicBezTo>
                  <a:pt x="1198784" y="418484"/>
                  <a:pt x="1183903" y="403603"/>
                  <a:pt x="1165547" y="403603"/>
                </a:cubicBezTo>
                <a:cubicBezTo>
                  <a:pt x="1147190" y="403603"/>
                  <a:pt x="1132309" y="418484"/>
                  <a:pt x="1132309" y="436841"/>
                </a:cubicBezTo>
                <a:moveTo>
                  <a:pt x="1277565" y="395849"/>
                </a:moveTo>
                <a:cubicBezTo>
                  <a:pt x="1277565" y="414206"/>
                  <a:pt x="1292446" y="429087"/>
                  <a:pt x="1310802" y="429087"/>
                </a:cubicBezTo>
                <a:cubicBezTo>
                  <a:pt x="1329159" y="429087"/>
                  <a:pt x="1344040" y="414206"/>
                  <a:pt x="1344040" y="395849"/>
                </a:cubicBezTo>
                <a:cubicBezTo>
                  <a:pt x="1344040" y="377493"/>
                  <a:pt x="1329159" y="362611"/>
                  <a:pt x="1310802" y="362611"/>
                </a:cubicBezTo>
                <a:cubicBezTo>
                  <a:pt x="1292446" y="362611"/>
                  <a:pt x="1277565" y="377493"/>
                  <a:pt x="1277565" y="395849"/>
                </a:cubicBezTo>
                <a:moveTo>
                  <a:pt x="1392633" y="317285"/>
                </a:moveTo>
                <a:cubicBezTo>
                  <a:pt x="1392633" y="335642"/>
                  <a:pt x="1407514" y="350523"/>
                  <a:pt x="1425870" y="350523"/>
                </a:cubicBezTo>
                <a:cubicBezTo>
                  <a:pt x="1444227" y="350523"/>
                  <a:pt x="1459108" y="335642"/>
                  <a:pt x="1459108" y="317285"/>
                </a:cubicBezTo>
                <a:cubicBezTo>
                  <a:pt x="1459108" y="298928"/>
                  <a:pt x="1444227" y="284047"/>
                  <a:pt x="1425870" y="284047"/>
                </a:cubicBezTo>
                <a:cubicBezTo>
                  <a:pt x="1407514" y="284047"/>
                  <a:pt x="1392633" y="298928"/>
                  <a:pt x="1392633" y="317285"/>
                </a:cubicBezTo>
                <a:moveTo>
                  <a:pt x="1532657" y="253062"/>
                </a:moveTo>
                <a:cubicBezTo>
                  <a:pt x="1532657" y="271419"/>
                  <a:pt x="1547538" y="286300"/>
                  <a:pt x="1565895" y="286300"/>
                </a:cubicBezTo>
                <a:cubicBezTo>
                  <a:pt x="1584252" y="286300"/>
                  <a:pt x="1599132" y="271419"/>
                  <a:pt x="1599132" y="253062"/>
                </a:cubicBezTo>
                <a:cubicBezTo>
                  <a:pt x="1599132" y="234706"/>
                  <a:pt x="1584252" y="219825"/>
                  <a:pt x="1565895" y="219825"/>
                </a:cubicBezTo>
                <a:cubicBezTo>
                  <a:pt x="1547538" y="219825"/>
                  <a:pt x="1532657" y="234706"/>
                  <a:pt x="1532657" y="253062"/>
                </a:cubicBezTo>
                <a:moveTo>
                  <a:pt x="1648158" y="227023"/>
                </a:moveTo>
                <a:cubicBezTo>
                  <a:pt x="1648158" y="245380"/>
                  <a:pt x="1663039" y="260260"/>
                  <a:pt x="1681396" y="260260"/>
                </a:cubicBezTo>
                <a:cubicBezTo>
                  <a:pt x="1699752" y="260260"/>
                  <a:pt x="1714633" y="245380"/>
                  <a:pt x="1714633" y="227023"/>
                </a:cubicBezTo>
                <a:cubicBezTo>
                  <a:pt x="1714633" y="208666"/>
                  <a:pt x="1699752" y="193785"/>
                  <a:pt x="1681396" y="193785"/>
                </a:cubicBezTo>
                <a:cubicBezTo>
                  <a:pt x="1663039" y="193785"/>
                  <a:pt x="1648158" y="208666"/>
                  <a:pt x="1648158" y="227023"/>
                </a:cubicBezTo>
                <a:moveTo>
                  <a:pt x="1790589" y="196518"/>
                </a:moveTo>
                <a:cubicBezTo>
                  <a:pt x="1790589" y="214874"/>
                  <a:pt x="1805470" y="229755"/>
                  <a:pt x="1823827" y="229755"/>
                </a:cubicBezTo>
                <a:cubicBezTo>
                  <a:pt x="1842183" y="229755"/>
                  <a:pt x="1857064" y="214874"/>
                  <a:pt x="1857064" y="196518"/>
                </a:cubicBezTo>
                <a:cubicBezTo>
                  <a:pt x="1857064" y="178161"/>
                  <a:pt x="1842183" y="163280"/>
                  <a:pt x="1823827" y="163280"/>
                </a:cubicBezTo>
                <a:cubicBezTo>
                  <a:pt x="1805470" y="163280"/>
                  <a:pt x="1790589" y="178161"/>
                  <a:pt x="1790589" y="196518"/>
                </a:cubicBezTo>
                <a:moveTo>
                  <a:pt x="1908513" y="170147"/>
                </a:moveTo>
                <a:cubicBezTo>
                  <a:pt x="1908513" y="188504"/>
                  <a:pt x="1923394" y="203385"/>
                  <a:pt x="1941751" y="203385"/>
                </a:cubicBezTo>
                <a:cubicBezTo>
                  <a:pt x="1960107" y="203385"/>
                  <a:pt x="1974988" y="188504"/>
                  <a:pt x="1974988" y="170147"/>
                </a:cubicBezTo>
                <a:cubicBezTo>
                  <a:pt x="1974988" y="151791"/>
                  <a:pt x="1960107" y="136909"/>
                  <a:pt x="1941751" y="136909"/>
                </a:cubicBezTo>
                <a:cubicBezTo>
                  <a:pt x="1923394" y="136909"/>
                  <a:pt x="1908513" y="151791"/>
                  <a:pt x="1908513" y="170147"/>
                </a:cubicBezTo>
                <a:moveTo>
                  <a:pt x="2051090" y="158882"/>
                </a:moveTo>
                <a:cubicBezTo>
                  <a:pt x="2051090" y="177239"/>
                  <a:pt x="2065971" y="192119"/>
                  <a:pt x="2084327" y="192119"/>
                </a:cubicBezTo>
                <a:cubicBezTo>
                  <a:pt x="2102684" y="192119"/>
                  <a:pt x="2117565" y="177239"/>
                  <a:pt x="2117565" y="158882"/>
                </a:cubicBezTo>
                <a:cubicBezTo>
                  <a:pt x="2117565" y="140525"/>
                  <a:pt x="2102684" y="125644"/>
                  <a:pt x="2084327" y="125644"/>
                </a:cubicBezTo>
                <a:cubicBezTo>
                  <a:pt x="2065971" y="125644"/>
                  <a:pt x="2051090" y="140525"/>
                  <a:pt x="2051090" y="158882"/>
                </a:cubicBezTo>
                <a:moveTo>
                  <a:pt x="2169031" y="133315"/>
                </a:moveTo>
                <a:cubicBezTo>
                  <a:pt x="2169031" y="151671"/>
                  <a:pt x="2183912" y="166552"/>
                  <a:pt x="2202268" y="166552"/>
                </a:cubicBezTo>
                <a:cubicBezTo>
                  <a:pt x="2220625" y="166552"/>
                  <a:pt x="2235506" y="151671"/>
                  <a:pt x="2235506" y="133315"/>
                </a:cubicBezTo>
                <a:cubicBezTo>
                  <a:pt x="2235506" y="114958"/>
                  <a:pt x="2220625" y="100077"/>
                  <a:pt x="2202268" y="100077"/>
                </a:cubicBezTo>
                <a:cubicBezTo>
                  <a:pt x="2183912" y="100077"/>
                  <a:pt x="2169031" y="114958"/>
                  <a:pt x="2169031" y="133315"/>
                </a:cubicBezTo>
                <a:moveTo>
                  <a:pt x="2304134" y="104228"/>
                </a:moveTo>
                <a:cubicBezTo>
                  <a:pt x="2304134" y="122584"/>
                  <a:pt x="2319015" y="137465"/>
                  <a:pt x="2337372" y="137465"/>
                </a:cubicBezTo>
                <a:cubicBezTo>
                  <a:pt x="2355728" y="137465"/>
                  <a:pt x="2370609" y="122584"/>
                  <a:pt x="2370609" y="104228"/>
                </a:cubicBezTo>
                <a:cubicBezTo>
                  <a:pt x="2370609" y="85871"/>
                  <a:pt x="2355728" y="70990"/>
                  <a:pt x="2337372" y="70990"/>
                </a:cubicBezTo>
                <a:cubicBezTo>
                  <a:pt x="2319015" y="70990"/>
                  <a:pt x="2304134" y="85871"/>
                  <a:pt x="2304134" y="104228"/>
                </a:cubicBezTo>
                <a:moveTo>
                  <a:pt x="2417126" y="110302"/>
                </a:moveTo>
                <a:cubicBezTo>
                  <a:pt x="2417126" y="128659"/>
                  <a:pt x="2432007" y="143540"/>
                  <a:pt x="2450363" y="143540"/>
                </a:cubicBezTo>
                <a:cubicBezTo>
                  <a:pt x="2468720" y="143540"/>
                  <a:pt x="2483601" y="128659"/>
                  <a:pt x="2483601" y="110302"/>
                </a:cubicBezTo>
                <a:cubicBezTo>
                  <a:pt x="2483601" y="91945"/>
                  <a:pt x="2468720" y="77064"/>
                  <a:pt x="2450363" y="77064"/>
                </a:cubicBezTo>
                <a:cubicBezTo>
                  <a:pt x="2432007" y="77064"/>
                  <a:pt x="2417126" y="91945"/>
                  <a:pt x="2417126" y="110302"/>
                </a:cubicBezTo>
                <a:moveTo>
                  <a:pt x="2559647" y="74081"/>
                </a:moveTo>
                <a:cubicBezTo>
                  <a:pt x="2559647" y="92438"/>
                  <a:pt x="2574528" y="107318"/>
                  <a:pt x="2592885" y="107318"/>
                </a:cubicBezTo>
                <a:cubicBezTo>
                  <a:pt x="2611241" y="107318"/>
                  <a:pt x="2626122" y="92438"/>
                  <a:pt x="2626122" y="74081"/>
                </a:cubicBezTo>
                <a:cubicBezTo>
                  <a:pt x="2626122" y="55724"/>
                  <a:pt x="2611241" y="40843"/>
                  <a:pt x="2592885" y="40843"/>
                </a:cubicBezTo>
                <a:cubicBezTo>
                  <a:pt x="2574528" y="40843"/>
                  <a:pt x="2559647" y="55724"/>
                  <a:pt x="2559647" y="74081"/>
                </a:cubicBezTo>
                <a:moveTo>
                  <a:pt x="2672727" y="59627"/>
                </a:moveTo>
                <a:cubicBezTo>
                  <a:pt x="2672727" y="77984"/>
                  <a:pt x="2687608" y="92865"/>
                  <a:pt x="2705965" y="92865"/>
                </a:cubicBezTo>
                <a:cubicBezTo>
                  <a:pt x="2724322" y="92865"/>
                  <a:pt x="2739203" y="77984"/>
                  <a:pt x="2739203" y="59627"/>
                </a:cubicBezTo>
                <a:cubicBezTo>
                  <a:pt x="2739203" y="41270"/>
                  <a:pt x="2724322" y="26389"/>
                  <a:pt x="2705965" y="26389"/>
                </a:cubicBezTo>
                <a:cubicBezTo>
                  <a:pt x="2687608" y="26389"/>
                  <a:pt x="2672727" y="41270"/>
                  <a:pt x="2672727" y="59627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1C1C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2CC7FC-8B31-4375-B725-F4C2F04F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3274960"/>
            <a:ext cx="2807795" cy="960354"/>
          </a:xfrm>
          <a:custGeom xmlns:a="http://schemas.openxmlformats.org/drawingml/2006/main">
            <a:pathLst>
              <a:path w="2807795" h="960354" fill="none">
                <a:moveTo>
                  <a:pt x="0" y="960354"/>
                </a:moveTo>
                <a:lnTo>
                  <a:pt x="125972" y="863150"/>
                </a:lnTo>
                <a:lnTo>
                  <a:pt x="256820" y="775212"/>
                </a:lnTo>
                <a:lnTo>
                  <a:pt x="364594" y="730582"/>
                </a:lnTo>
                <a:lnTo>
                  <a:pt x="504257" y="664230"/>
                </a:lnTo>
                <a:lnTo>
                  <a:pt x="614446" y="617935"/>
                </a:lnTo>
                <a:lnTo>
                  <a:pt x="769625" y="539148"/>
                </a:lnTo>
                <a:lnTo>
                  <a:pt x="890079" y="462758"/>
                </a:lnTo>
                <a:lnTo>
                  <a:pt x="1002990" y="311162"/>
                </a:lnTo>
                <a:lnTo>
                  <a:pt x="1132309" y="261691"/>
                </a:lnTo>
                <a:lnTo>
                  <a:pt x="1277565" y="201650"/>
                </a:lnTo>
                <a:lnTo>
                  <a:pt x="1392633" y="169699"/>
                </a:lnTo>
                <a:lnTo>
                  <a:pt x="1532658" y="138502"/>
                </a:lnTo>
                <a:lnTo>
                  <a:pt x="1648158" y="116025"/>
                </a:lnTo>
                <a:lnTo>
                  <a:pt x="1790589" y="98927"/>
                </a:lnTo>
                <a:lnTo>
                  <a:pt x="1908513" y="78189"/>
                </a:lnTo>
                <a:lnTo>
                  <a:pt x="2051090" y="61133"/>
                </a:lnTo>
                <a:lnTo>
                  <a:pt x="2169030" y="50141"/>
                </a:lnTo>
                <a:lnTo>
                  <a:pt x="2304134" y="50692"/>
                </a:lnTo>
                <a:lnTo>
                  <a:pt x="2417126" y="45067"/>
                </a:lnTo>
                <a:lnTo>
                  <a:pt x="2559647" y="10075"/>
                </a:lnTo>
                <a:lnTo>
                  <a:pt x="2672727" y="18595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1C1C1C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EB10BC-3F45-48A7-A135-E011D561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3241723"/>
            <a:ext cx="2874271" cy="1026830"/>
          </a:xfrm>
          <a:custGeom xmlns:a="http://schemas.openxmlformats.org/drawingml/2006/main">
            <a:pathLst>
              <a:path w="2874271" h="1026830">
                <a:moveTo>
                  <a:pt x="0" y="993592"/>
                </a:moveTo>
                <a:cubicBezTo>
                  <a:pt x="0" y="1011949"/>
                  <a:pt x="14881" y="1026830"/>
                  <a:pt x="33238" y="1026830"/>
                </a:cubicBezTo>
                <a:cubicBezTo>
                  <a:pt x="51594" y="1026830"/>
                  <a:pt x="66475" y="1011949"/>
                  <a:pt x="66475" y="993592"/>
                </a:cubicBezTo>
                <a:cubicBezTo>
                  <a:pt x="66475" y="975235"/>
                  <a:pt x="51594" y="960354"/>
                  <a:pt x="33238" y="960354"/>
                </a:cubicBezTo>
                <a:cubicBezTo>
                  <a:pt x="14881" y="960354"/>
                  <a:pt x="0" y="975235"/>
                  <a:pt x="0" y="993592"/>
                </a:cubicBezTo>
                <a:moveTo>
                  <a:pt x="125972" y="896388"/>
                </a:moveTo>
                <a:cubicBezTo>
                  <a:pt x="125972" y="914745"/>
                  <a:pt x="140853" y="929626"/>
                  <a:pt x="159210" y="929626"/>
                </a:cubicBezTo>
                <a:cubicBezTo>
                  <a:pt x="177567" y="929626"/>
                  <a:pt x="192448" y="914745"/>
                  <a:pt x="192448" y="896388"/>
                </a:cubicBezTo>
                <a:cubicBezTo>
                  <a:pt x="192448" y="878032"/>
                  <a:pt x="177567" y="863150"/>
                  <a:pt x="159210" y="863150"/>
                </a:cubicBezTo>
                <a:cubicBezTo>
                  <a:pt x="140853" y="863150"/>
                  <a:pt x="125972" y="878032"/>
                  <a:pt x="125972" y="896388"/>
                </a:cubicBezTo>
                <a:moveTo>
                  <a:pt x="256821" y="808450"/>
                </a:moveTo>
                <a:cubicBezTo>
                  <a:pt x="256821" y="826806"/>
                  <a:pt x="271701" y="841688"/>
                  <a:pt x="290058" y="841688"/>
                </a:cubicBezTo>
                <a:cubicBezTo>
                  <a:pt x="308415" y="841688"/>
                  <a:pt x="323296" y="826806"/>
                  <a:pt x="323296" y="808450"/>
                </a:cubicBezTo>
                <a:cubicBezTo>
                  <a:pt x="323296" y="790093"/>
                  <a:pt x="308415" y="775212"/>
                  <a:pt x="290058" y="775212"/>
                </a:cubicBezTo>
                <a:cubicBezTo>
                  <a:pt x="271701" y="775212"/>
                  <a:pt x="256821" y="790093"/>
                  <a:pt x="256821" y="808450"/>
                </a:cubicBezTo>
                <a:moveTo>
                  <a:pt x="364594" y="763819"/>
                </a:moveTo>
                <a:cubicBezTo>
                  <a:pt x="364594" y="782176"/>
                  <a:pt x="379475" y="797057"/>
                  <a:pt x="397832" y="797057"/>
                </a:cubicBezTo>
                <a:cubicBezTo>
                  <a:pt x="416188" y="797057"/>
                  <a:pt x="431070" y="782176"/>
                  <a:pt x="431070" y="763819"/>
                </a:cubicBezTo>
                <a:cubicBezTo>
                  <a:pt x="431070" y="745463"/>
                  <a:pt x="416188" y="730582"/>
                  <a:pt x="397832" y="730582"/>
                </a:cubicBezTo>
                <a:cubicBezTo>
                  <a:pt x="379475" y="730582"/>
                  <a:pt x="364594" y="745463"/>
                  <a:pt x="364594" y="763819"/>
                </a:cubicBezTo>
                <a:moveTo>
                  <a:pt x="504257" y="697468"/>
                </a:moveTo>
                <a:cubicBezTo>
                  <a:pt x="504257" y="715825"/>
                  <a:pt x="519138" y="730706"/>
                  <a:pt x="537495" y="730706"/>
                </a:cubicBezTo>
                <a:cubicBezTo>
                  <a:pt x="555851" y="730706"/>
                  <a:pt x="570732" y="715825"/>
                  <a:pt x="570732" y="697468"/>
                </a:cubicBezTo>
                <a:cubicBezTo>
                  <a:pt x="570732" y="679112"/>
                  <a:pt x="555851" y="664231"/>
                  <a:pt x="537495" y="664231"/>
                </a:cubicBezTo>
                <a:cubicBezTo>
                  <a:pt x="519138" y="664231"/>
                  <a:pt x="504257" y="679112"/>
                  <a:pt x="504257" y="697468"/>
                </a:cubicBezTo>
                <a:moveTo>
                  <a:pt x="614446" y="651173"/>
                </a:moveTo>
                <a:cubicBezTo>
                  <a:pt x="614446" y="669529"/>
                  <a:pt x="629327" y="684410"/>
                  <a:pt x="647684" y="684410"/>
                </a:cubicBezTo>
                <a:cubicBezTo>
                  <a:pt x="666041" y="684410"/>
                  <a:pt x="680922" y="669529"/>
                  <a:pt x="680922" y="651173"/>
                </a:cubicBezTo>
                <a:cubicBezTo>
                  <a:pt x="680922" y="632816"/>
                  <a:pt x="666041" y="617935"/>
                  <a:pt x="647684" y="617935"/>
                </a:cubicBezTo>
                <a:cubicBezTo>
                  <a:pt x="629327" y="617935"/>
                  <a:pt x="614446" y="632816"/>
                  <a:pt x="614446" y="651173"/>
                </a:cubicBezTo>
                <a:moveTo>
                  <a:pt x="769626" y="572385"/>
                </a:moveTo>
                <a:cubicBezTo>
                  <a:pt x="769626" y="590742"/>
                  <a:pt x="784507" y="605623"/>
                  <a:pt x="802863" y="605623"/>
                </a:cubicBezTo>
                <a:cubicBezTo>
                  <a:pt x="821220" y="605623"/>
                  <a:pt x="836101" y="590742"/>
                  <a:pt x="836101" y="572385"/>
                </a:cubicBezTo>
                <a:cubicBezTo>
                  <a:pt x="836101" y="554029"/>
                  <a:pt x="821220" y="539148"/>
                  <a:pt x="802863" y="539148"/>
                </a:cubicBezTo>
                <a:cubicBezTo>
                  <a:pt x="784507" y="539148"/>
                  <a:pt x="769626" y="554029"/>
                  <a:pt x="769626" y="572385"/>
                </a:cubicBezTo>
                <a:moveTo>
                  <a:pt x="890079" y="495996"/>
                </a:moveTo>
                <a:cubicBezTo>
                  <a:pt x="890079" y="514353"/>
                  <a:pt x="904960" y="529234"/>
                  <a:pt x="923317" y="529234"/>
                </a:cubicBezTo>
                <a:cubicBezTo>
                  <a:pt x="941673" y="529234"/>
                  <a:pt x="956554" y="514353"/>
                  <a:pt x="956554" y="495996"/>
                </a:cubicBezTo>
                <a:cubicBezTo>
                  <a:pt x="956554" y="477640"/>
                  <a:pt x="941673" y="462759"/>
                  <a:pt x="923317" y="462759"/>
                </a:cubicBezTo>
                <a:cubicBezTo>
                  <a:pt x="904960" y="462759"/>
                  <a:pt x="890079" y="477640"/>
                  <a:pt x="890079" y="495996"/>
                </a:cubicBezTo>
                <a:moveTo>
                  <a:pt x="1002990" y="344400"/>
                </a:moveTo>
                <a:cubicBezTo>
                  <a:pt x="1002990" y="362756"/>
                  <a:pt x="1017871" y="377637"/>
                  <a:pt x="1036227" y="377637"/>
                </a:cubicBezTo>
                <a:cubicBezTo>
                  <a:pt x="1054584" y="377637"/>
                  <a:pt x="1069465" y="362756"/>
                  <a:pt x="1069465" y="344400"/>
                </a:cubicBezTo>
                <a:cubicBezTo>
                  <a:pt x="1069465" y="326043"/>
                  <a:pt x="1054584" y="311162"/>
                  <a:pt x="1036227" y="311162"/>
                </a:cubicBezTo>
                <a:cubicBezTo>
                  <a:pt x="1017871" y="311162"/>
                  <a:pt x="1002990" y="326043"/>
                  <a:pt x="1002990" y="344400"/>
                </a:cubicBezTo>
                <a:moveTo>
                  <a:pt x="1132309" y="294929"/>
                </a:moveTo>
                <a:cubicBezTo>
                  <a:pt x="1132309" y="313286"/>
                  <a:pt x="1147190" y="328167"/>
                  <a:pt x="1165547" y="328167"/>
                </a:cubicBezTo>
                <a:cubicBezTo>
                  <a:pt x="1183904" y="328167"/>
                  <a:pt x="1198784" y="313286"/>
                  <a:pt x="1198784" y="294929"/>
                </a:cubicBezTo>
                <a:cubicBezTo>
                  <a:pt x="1198784" y="276572"/>
                  <a:pt x="1183904" y="261691"/>
                  <a:pt x="1165547" y="261691"/>
                </a:cubicBezTo>
                <a:cubicBezTo>
                  <a:pt x="1147190" y="261691"/>
                  <a:pt x="1132309" y="276572"/>
                  <a:pt x="1132309" y="294929"/>
                </a:cubicBezTo>
                <a:moveTo>
                  <a:pt x="1277565" y="234888"/>
                </a:moveTo>
                <a:cubicBezTo>
                  <a:pt x="1277565" y="253245"/>
                  <a:pt x="1292446" y="268126"/>
                  <a:pt x="1310802" y="268126"/>
                </a:cubicBezTo>
                <a:cubicBezTo>
                  <a:pt x="1329159" y="268126"/>
                  <a:pt x="1344040" y="253245"/>
                  <a:pt x="1344040" y="234888"/>
                </a:cubicBezTo>
                <a:cubicBezTo>
                  <a:pt x="1344040" y="216532"/>
                  <a:pt x="1329159" y="201650"/>
                  <a:pt x="1310802" y="201650"/>
                </a:cubicBezTo>
                <a:cubicBezTo>
                  <a:pt x="1292446" y="201650"/>
                  <a:pt x="1277565" y="216532"/>
                  <a:pt x="1277565" y="234888"/>
                </a:cubicBezTo>
                <a:moveTo>
                  <a:pt x="1392633" y="202937"/>
                </a:moveTo>
                <a:cubicBezTo>
                  <a:pt x="1392633" y="221293"/>
                  <a:pt x="1407514" y="236174"/>
                  <a:pt x="1425871" y="236174"/>
                </a:cubicBezTo>
                <a:cubicBezTo>
                  <a:pt x="1444227" y="236174"/>
                  <a:pt x="1459108" y="221293"/>
                  <a:pt x="1459108" y="202937"/>
                </a:cubicBezTo>
                <a:cubicBezTo>
                  <a:pt x="1459108" y="184580"/>
                  <a:pt x="1444227" y="169699"/>
                  <a:pt x="1425871" y="169699"/>
                </a:cubicBezTo>
                <a:cubicBezTo>
                  <a:pt x="1407514" y="169699"/>
                  <a:pt x="1392633" y="184580"/>
                  <a:pt x="1392633" y="202937"/>
                </a:cubicBezTo>
                <a:moveTo>
                  <a:pt x="1532658" y="171740"/>
                </a:moveTo>
                <a:cubicBezTo>
                  <a:pt x="1532658" y="190096"/>
                  <a:pt x="1547539" y="204977"/>
                  <a:pt x="1565895" y="204977"/>
                </a:cubicBezTo>
                <a:cubicBezTo>
                  <a:pt x="1584252" y="204977"/>
                  <a:pt x="1599133" y="190096"/>
                  <a:pt x="1599133" y="171740"/>
                </a:cubicBezTo>
                <a:cubicBezTo>
                  <a:pt x="1599133" y="153383"/>
                  <a:pt x="1584252" y="138502"/>
                  <a:pt x="1565895" y="138502"/>
                </a:cubicBezTo>
                <a:cubicBezTo>
                  <a:pt x="1547539" y="138502"/>
                  <a:pt x="1532658" y="153383"/>
                  <a:pt x="1532658" y="171740"/>
                </a:cubicBezTo>
                <a:moveTo>
                  <a:pt x="1648158" y="149263"/>
                </a:moveTo>
                <a:cubicBezTo>
                  <a:pt x="1648158" y="167620"/>
                  <a:pt x="1663039" y="182501"/>
                  <a:pt x="1681396" y="182501"/>
                </a:cubicBezTo>
                <a:cubicBezTo>
                  <a:pt x="1699752" y="182501"/>
                  <a:pt x="1714634" y="167620"/>
                  <a:pt x="1714634" y="149263"/>
                </a:cubicBezTo>
                <a:cubicBezTo>
                  <a:pt x="1714634" y="130907"/>
                  <a:pt x="1699752" y="116025"/>
                  <a:pt x="1681396" y="116025"/>
                </a:cubicBezTo>
                <a:cubicBezTo>
                  <a:pt x="1663039" y="116025"/>
                  <a:pt x="1648158" y="130907"/>
                  <a:pt x="1648158" y="149263"/>
                </a:cubicBezTo>
                <a:moveTo>
                  <a:pt x="1790589" y="132165"/>
                </a:moveTo>
                <a:cubicBezTo>
                  <a:pt x="1790589" y="150521"/>
                  <a:pt x="1805470" y="165402"/>
                  <a:pt x="1823827" y="165402"/>
                </a:cubicBezTo>
                <a:cubicBezTo>
                  <a:pt x="1842184" y="165402"/>
                  <a:pt x="1857064" y="150521"/>
                  <a:pt x="1857064" y="132165"/>
                </a:cubicBezTo>
                <a:cubicBezTo>
                  <a:pt x="1857064" y="113808"/>
                  <a:pt x="1842184" y="98927"/>
                  <a:pt x="1823827" y="98927"/>
                </a:cubicBezTo>
                <a:cubicBezTo>
                  <a:pt x="1805470" y="98927"/>
                  <a:pt x="1790589" y="113808"/>
                  <a:pt x="1790589" y="132165"/>
                </a:cubicBezTo>
                <a:moveTo>
                  <a:pt x="1908514" y="111427"/>
                </a:moveTo>
                <a:cubicBezTo>
                  <a:pt x="1908514" y="129783"/>
                  <a:pt x="1923394" y="144664"/>
                  <a:pt x="1941751" y="144664"/>
                </a:cubicBezTo>
                <a:cubicBezTo>
                  <a:pt x="1960107" y="144664"/>
                  <a:pt x="1974989" y="129783"/>
                  <a:pt x="1974989" y="111427"/>
                </a:cubicBezTo>
                <a:cubicBezTo>
                  <a:pt x="1974989" y="93070"/>
                  <a:pt x="1960107" y="78189"/>
                  <a:pt x="1941751" y="78189"/>
                </a:cubicBezTo>
                <a:cubicBezTo>
                  <a:pt x="1923394" y="78189"/>
                  <a:pt x="1908514" y="93070"/>
                  <a:pt x="1908514" y="111427"/>
                </a:cubicBezTo>
                <a:moveTo>
                  <a:pt x="2051090" y="94371"/>
                </a:moveTo>
                <a:cubicBezTo>
                  <a:pt x="2051090" y="112727"/>
                  <a:pt x="2065971" y="127609"/>
                  <a:pt x="2084327" y="127609"/>
                </a:cubicBezTo>
                <a:cubicBezTo>
                  <a:pt x="2102684" y="127609"/>
                  <a:pt x="2117565" y="112727"/>
                  <a:pt x="2117565" y="94371"/>
                </a:cubicBezTo>
                <a:cubicBezTo>
                  <a:pt x="2117565" y="76014"/>
                  <a:pt x="2102684" y="61133"/>
                  <a:pt x="2084327" y="61133"/>
                </a:cubicBezTo>
                <a:cubicBezTo>
                  <a:pt x="2065971" y="61133"/>
                  <a:pt x="2051090" y="76014"/>
                  <a:pt x="2051090" y="94371"/>
                </a:cubicBezTo>
                <a:moveTo>
                  <a:pt x="2169031" y="83379"/>
                </a:moveTo>
                <a:cubicBezTo>
                  <a:pt x="2169031" y="101735"/>
                  <a:pt x="2183912" y="116616"/>
                  <a:pt x="2202268" y="116616"/>
                </a:cubicBezTo>
                <a:cubicBezTo>
                  <a:pt x="2220625" y="116616"/>
                  <a:pt x="2235506" y="101735"/>
                  <a:pt x="2235506" y="83379"/>
                </a:cubicBezTo>
                <a:cubicBezTo>
                  <a:pt x="2235506" y="65022"/>
                  <a:pt x="2220625" y="50141"/>
                  <a:pt x="2202268" y="50141"/>
                </a:cubicBezTo>
                <a:cubicBezTo>
                  <a:pt x="2183912" y="50141"/>
                  <a:pt x="2169031" y="65022"/>
                  <a:pt x="2169031" y="83379"/>
                </a:cubicBezTo>
                <a:moveTo>
                  <a:pt x="2304134" y="83930"/>
                </a:moveTo>
                <a:cubicBezTo>
                  <a:pt x="2304134" y="102287"/>
                  <a:pt x="2319015" y="117168"/>
                  <a:pt x="2337372" y="117168"/>
                </a:cubicBezTo>
                <a:cubicBezTo>
                  <a:pt x="2355729" y="117168"/>
                  <a:pt x="2370610" y="102287"/>
                  <a:pt x="2370610" y="83930"/>
                </a:cubicBezTo>
                <a:cubicBezTo>
                  <a:pt x="2370610" y="65574"/>
                  <a:pt x="2355729" y="50693"/>
                  <a:pt x="2337372" y="50693"/>
                </a:cubicBezTo>
                <a:cubicBezTo>
                  <a:pt x="2319015" y="50693"/>
                  <a:pt x="2304134" y="65574"/>
                  <a:pt x="2304134" y="83930"/>
                </a:cubicBezTo>
                <a:moveTo>
                  <a:pt x="2417126" y="78305"/>
                </a:moveTo>
                <a:cubicBezTo>
                  <a:pt x="2417126" y="96661"/>
                  <a:pt x="2432007" y="111542"/>
                  <a:pt x="2450363" y="111542"/>
                </a:cubicBezTo>
                <a:cubicBezTo>
                  <a:pt x="2468720" y="111542"/>
                  <a:pt x="2483601" y="96661"/>
                  <a:pt x="2483601" y="78305"/>
                </a:cubicBezTo>
                <a:cubicBezTo>
                  <a:pt x="2483601" y="59948"/>
                  <a:pt x="2468720" y="45067"/>
                  <a:pt x="2450363" y="45067"/>
                </a:cubicBezTo>
                <a:cubicBezTo>
                  <a:pt x="2432007" y="45067"/>
                  <a:pt x="2417126" y="59948"/>
                  <a:pt x="2417126" y="78305"/>
                </a:cubicBezTo>
                <a:moveTo>
                  <a:pt x="2559647" y="43313"/>
                </a:moveTo>
                <a:cubicBezTo>
                  <a:pt x="2559647" y="61670"/>
                  <a:pt x="2574528" y="76550"/>
                  <a:pt x="2592885" y="76550"/>
                </a:cubicBezTo>
                <a:cubicBezTo>
                  <a:pt x="2611241" y="76550"/>
                  <a:pt x="2626122" y="61670"/>
                  <a:pt x="2626122" y="43313"/>
                </a:cubicBezTo>
                <a:cubicBezTo>
                  <a:pt x="2626122" y="24956"/>
                  <a:pt x="2611241" y="10075"/>
                  <a:pt x="2592885" y="10075"/>
                </a:cubicBezTo>
                <a:cubicBezTo>
                  <a:pt x="2574528" y="10075"/>
                  <a:pt x="2559647" y="24956"/>
                  <a:pt x="2559647" y="43313"/>
                </a:cubicBezTo>
                <a:moveTo>
                  <a:pt x="2672727" y="51833"/>
                </a:moveTo>
                <a:cubicBezTo>
                  <a:pt x="2672727" y="70190"/>
                  <a:pt x="2687609" y="85070"/>
                  <a:pt x="2705965" y="85070"/>
                </a:cubicBezTo>
                <a:cubicBezTo>
                  <a:pt x="2724322" y="85070"/>
                  <a:pt x="2739203" y="70190"/>
                  <a:pt x="2739203" y="51833"/>
                </a:cubicBezTo>
                <a:cubicBezTo>
                  <a:pt x="2739203" y="33476"/>
                  <a:pt x="2724322" y="18595"/>
                  <a:pt x="2705965" y="18595"/>
                </a:cubicBezTo>
                <a:cubicBezTo>
                  <a:pt x="2687609" y="18595"/>
                  <a:pt x="2672727" y="33476"/>
                  <a:pt x="2672727" y="51833"/>
                </a:cubicBezTo>
                <a:moveTo>
                  <a:pt x="2807795" y="33238"/>
                </a:moveTo>
                <a:cubicBezTo>
                  <a:pt x="2807795" y="51594"/>
                  <a:pt x="2822677" y="66476"/>
                  <a:pt x="2841033" y="66476"/>
                </a:cubicBezTo>
                <a:cubicBezTo>
                  <a:pt x="2859390" y="66476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1C1C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EDE19-41C8-4336-B73E-A485DCE6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1443405"/>
            <a:ext cx="2807795" cy="599897"/>
          </a:xfrm>
          <a:custGeom xmlns:a="http://schemas.openxmlformats.org/drawingml/2006/main">
            <a:pathLst>
              <a:path w="2807795" h="599897" fill="none">
                <a:moveTo>
                  <a:pt x="0" y="599897"/>
                </a:moveTo>
                <a:lnTo>
                  <a:pt x="125972" y="561627"/>
                </a:lnTo>
                <a:lnTo>
                  <a:pt x="256820" y="511848"/>
                </a:lnTo>
                <a:lnTo>
                  <a:pt x="364594" y="476925"/>
                </a:lnTo>
                <a:lnTo>
                  <a:pt x="504257" y="406149"/>
                </a:lnTo>
                <a:lnTo>
                  <a:pt x="614446" y="354602"/>
                </a:lnTo>
                <a:lnTo>
                  <a:pt x="769626" y="289886"/>
                </a:lnTo>
                <a:lnTo>
                  <a:pt x="890079" y="239604"/>
                </a:lnTo>
                <a:lnTo>
                  <a:pt x="1002990" y="223661"/>
                </a:lnTo>
                <a:lnTo>
                  <a:pt x="1132309" y="217424"/>
                </a:lnTo>
                <a:lnTo>
                  <a:pt x="1277565" y="191384"/>
                </a:lnTo>
                <a:lnTo>
                  <a:pt x="1392633" y="175505"/>
                </a:lnTo>
                <a:lnTo>
                  <a:pt x="1532657" y="149712"/>
                </a:lnTo>
                <a:lnTo>
                  <a:pt x="1648158" y="140454"/>
                </a:lnTo>
                <a:lnTo>
                  <a:pt x="1790589" y="130947"/>
                </a:lnTo>
                <a:lnTo>
                  <a:pt x="1908513" y="117757"/>
                </a:lnTo>
                <a:lnTo>
                  <a:pt x="2051090" y="95305"/>
                </a:lnTo>
                <a:lnTo>
                  <a:pt x="2169031" y="63287"/>
                </a:lnTo>
                <a:lnTo>
                  <a:pt x="2304134" y="60098"/>
                </a:lnTo>
                <a:lnTo>
                  <a:pt x="2417126" y="54855"/>
                </a:lnTo>
                <a:lnTo>
                  <a:pt x="2559647" y="36927"/>
                </a:lnTo>
                <a:lnTo>
                  <a:pt x="2672727" y="23742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383838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73D58D-EDA5-4627-915A-9A521D4E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1410168"/>
            <a:ext cx="2874271" cy="666372"/>
          </a:xfrm>
          <a:custGeom xmlns:a="http://schemas.openxmlformats.org/drawingml/2006/main">
            <a:pathLst>
              <a:path w="2874271" h="666372">
                <a:moveTo>
                  <a:pt x="0" y="633134"/>
                </a:moveTo>
                <a:cubicBezTo>
                  <a:pt x="0" y="651491"/>
                  <a:pt x="14881" y="666372"/>
                  <a:pt x="33238" y="666372"/>
                </a:cubicBezTo>
                <a:cubicBezTo>
                  <a:pt x="51594" y="666372"/>
                  <a:pt x="66475" y="651491"/>
                  <a:pt x="66475" y="633134"/>
                </a:cubicBezTo>
                <a:cubicBezTo>
                  <a:pt x="66475" y="614777"/>
                  <a:pt x="51594" y="599896"/>
                  <a:pt x="33238" y="599896"/>
                </a:cubicBezTo>
                <a:cubicBezTo>
                  <a:pt x="14881" y="599896"/>
                  <a:pt x="0" y="614777"/>
                  <a:pt x="0" y="633134"/>
                </a:cubicBezTo>
                <a:moveTo>
                  <a:pt x="125972" y="594864"/>
                </a:moveTo>
                <a:cubicBezTo>
                  <a:pt x="125972" y="613221"/>
                  <a:pt x="140853" y="628102"/>
                  <a:pt x="159210" y="628102"/>
                </a:cubicBezTo>
                <a:cubicBezTo>
                  <a:pt x="177567" y="628102"/>
                  <a:pt x="192448" y="613221"/>
                  <a:pt x="192448" y="594864"/>
                </a:cubicBezTo>
                <a:cubicBezTo>
                  <a:pt x="192448" y="576507"/>
                  <a:pt x="177567" y="561626"/>
                  <a:pt x="159210" y="561626"/>
                </a:cubicBezTo>
                <a:cubicBezTo>
                  <a:pt x="140853" y="561626"/>
                  <a:pt x="125972" y="576507"/>
                  <a:pt x="125972" y="594864"/>
                </a:cubicBezTo>
                <a:moveTo>
                  <a:pt x="256820" y="545085"/>
                </a:moveTo>
                <a:cubicBezTo>
                  <a:pt x="256820" y="563442"/>
                  <a:pt x="271701" y="578323"/>
                  <a:pt x="290058" y="578323"/>
                </a:cubicBezTo>
                <a:cubicBezTo>
                  <a:pt x="308415" y="578323"/>
                  <a:pt x="323295" y="563442"/>
                  <a:pt x="323295" y="545085"/>
                </a:cubicBezTo>
                <a:cubicBezTo>
                  <a:pt x="323295" y="526729"/>
                  <a:pt x="308415" y="511848"/>
                  <a:pt x="290058" y="511848"/>
                </a:cubicBezTo>
                <a:cubicBezTo>
                  <a:pt x="271701" y="511848"/>
                  <a:pt x="256820" y="526729"/>
                  <a:pt x="256820" y="545085"/>
                </a:cubicBezTo>
                <a:moveTo>
                  <a:pt x="364594" y="510162"/>
                </a:moveTo>
                <a:cubicBezTo>
                  <a:pt x="364594" y="528519"/>
                  <a:pt x="379475" y="543400"/>
                  <a:pt x="397832" y="543400"/>
                </a:cubicBezTo>
                <a:cubicBezTo>
                  <a:pt x="416188" y="543400"/>
                  <a:pt x="431069" y="528519"/>
                  <a:pt x="431069" y="510162"/>
                </a:cubicBezTo>
                <a:cubicBezTo>
                  <a:pt x="431069" y="491805"/>
                  <a:pt x="416188" y="476924"/>
                  <a:pt x="397832" y="476924"/>
                </a:cubicBezTo>
                <a:cubicBezTo>
                  <a:pt x="379475" y="476924"/>
                  <a:pt x="364594" y="491805"/>
                  <a:pt x="364594" y="510162"/>
                </a:cubicBezTo>
                <a:moveTo>
                  <a:pt x="504257" y="439387"/>
                </a:moveTo>
                <a:cubicBezTo>
                  <a:pt x="504257" y="457744"/>
                  <a:pt x="519138" y="472625"/>
                  <a:pt x="537495" y="472625"/>
                </a:cubicBezTo>
                <a:cubicBezTo>
                  <a:pt x="555851" y="472625"/>
                  <a:pt x="570732" y="457744"/>
                  <a:pt x="570732" y="439387"/>
                </a:cubicBezTo>
                <a:cubicBezTo>
                  <a:pt x="570732" y="421030"/>
                  <a:pt x="555851" y="406149"/>
                  <a:pt x="537495" y="406149"/>
                </a:cubicBezTo>
                <a:cubicBezTo>
                  <a:pt x="519138" y="406149"/>
                  <a:pt x="504257" y="421030"/>
                  <a:pt x="504257" y="439387"/>
                </a:cubicBezTo>
                <a:moveTo>
                  <a:pt x="614446" y="387839"/>
                </a:moveTo>
                <a:cubicBezTo>
                  <a:pt x="614446" y="406196"/>
                  <a:pt x="629327" y="421077"/>
                  <a:pt x="647684" y="421077"/>
                </a:cubicBezTo>
                <a:cubicBezTo>
                  <a:pt x="666040" y="421077"/>
                  <a:pt x="680921" y="406196"/>
                  <a:pt x="680921" y="387839"/>
                </a:cubicBezTo>
                <a:cubicBezTo>
                  <a:pt x="680921" y="369483"/>
                  <a:pt x="666040" y="354601"/>
                  <a:pt x="647684" y="354601"/>
                </a:cubicBezTo>
                <a:cubicBezTo>
                  <a:pt x="629327" y="354601"/>
                  <a:pt x="614446" y="369483"/>
                  <a:pt x="614446" y="387839"/>
                </a:cubicBezTo>
                <a:moveTo>
                  <a:pt x="769626" y="323123"/>
                </a:moveTo>
                <a:cubicBezTo>
                  <a:pt x="769626" y="341480"/>
                  <a:pt x="784506" y="356361"/>
                  <a:pt x="802863" y="356361"/>
                </a:cubicBezTo>
                <a:cubicBezTo>
                  <a:pt x="821220" y="356361"/>
                  <a:pt x="836101" y="341480"/>
                  <a:pt x="836101" y="323123"/>
                </a:cubicBezTo>
                <a:cubicBezTo>
                  <a:pt x="836101" y="304767"/>
                  <a:pt x="821220" y="289886"/>
                  <a:pt x="802863" y="289886"/>
                </a:cubicBezTo>
                <a:cubicBezTo>
                  <a:pt x="784506" y="289886"/>
                  <a:pt x="769626" y="304767"/>
                  <a:pt x="769626" y="323123"/>
                </a:cubicBezTo>
                <a:moveTo>
                  <a:pt x="890079" y="272841"/>
                </a:moveTo>
                <a:cubicBezTo>
                  <a:pt x="890079" y="291198"/>
                  <a:pt x="904960" y="306079"/>
                  <a:pt x="923317" y="306079"/>
                </a:cubicBezTo>
                <a:cubicBezTo>
                  <a:pt x="941673" y="306079"/>
                  <a:pt x="956554" y="291198"/>
                  <a:pt x="956554" y="272841"/>
                </a:cubicBezTo>
                <a:cubicBezTo>
                  <a:pt x="956554" y="254484"/>
                  <a:pt x="941673" y="239604"/>
                  <a:pt x="923317" y="239604"/>
                </a:cubicBezTo>
                <a:cubicBezTo>
                  <a:pt x="904960" y="239604"/>
                  <a:pt x="890079" y="254484"/>
                  <a:pt x="890079" y="272841"/>
                </a:cubicBezTo>
                <a:moveTo>
                  <a:pt x="1002990" y="256898"/>
                </a:moveTo>
                <a:cubicBezTo>
                  <a:pt x="1002990" y="275255"/>
                  <a:pt x="1017871" y="290136"/>
                  <a:pt x="1036227" y="290136"/>
                </a:cubicBezTo>
                <a:cubicBezTo>
                  <a:pt x="1054584" y="290136"/>
                  <a:pt x="1069465" y="275255"/>
                  <a:pt x="1069465" y="256898"/>
                </a:cubicBezTo>
                <a:cubicBezTo>
                  <a:pt x="1069465" y="238542"/>
                  <a:pt x="1054584" y="223661"/>
                  <a:pt x="1036227" y="223661"/>
                </a:cubicBezTo>
                <a:cubicBezTo>
                  <a:pt x="1017871" y="223661"/>
                  <a:pt x="1002990" y="238542"/>
                  <a:pt x="1002990" y="256898"/>
                </a:cubicBezTo>
                <a:moveTo>
                  <a:pt x="1132309" y="250662"/>
                </a:moveTo>
                <a:cubicBezTo>
                  <a:pt x="1132309" y="269019"/>
                  <a:pt x="1147190" y="283899"/>
                  <a:pt x="1165547" y="283899"/>
                </a:cubicBezTo>
                <a:cubicBezTo>
                  <a:pt x="1183903" y="283899"/>
                  <a:pt x="1198784" y="269019"/>
                  <a:pt x="1198784" y="250662"/>
                </a:cubicBezTo>
                <a:cubicBezTo>
                  <a:pt x="1198784" y="232305"/>
                  <a:pt x="1183903" y="217424"/>
                  <a:pt x="1165547" y="217424"/>
                </a:cubicBezTo>
                <a:cubicBezTo>
                  <a:pt x="1147190" y="217424"/>
                  <a:pt x="1132309" y="232305"/>
                  <a:pt x="1132309" y="250662"/>
                </a:cubicBezTo>
                <a:moveTo>
                  <a:pt x="1277565" y="224622"/>
                </a:moveTo>
                <a:cubicBezTo>
                  <a:pt x="1277565" y="242978"/>
                  <a:pt x="1292446" y="257859"/>
                  <a:pt x="1310802" y="257859"/>
                </a:cubicBezTo>
                <a:cubicBezTo>
                  <a:pt x="1329159" y="257859"/>
                  <a:pt x="1344040" y="242978"/>
                  <a:pt x="1344040" y="224622"/>
                </a:cubicBezTo>
                <a:cubicBezTo>
                  <a:pt x="1344040" y="206265"/>
                  <a:pt x="1329159" y="191384"/>
                  <a:pt x="1310802" y="191384"/>
                </a:cubicBezTo>
                <a:cubicBezTo>
                  <a:pt x="1292446" y="191384"/>
                  <a:pt x="1277565" y="206265"/>
                  <a:pt x="1277565" y="224622"/>
                </a:cubicBezTo>
                <a:moveTo>
                  <a:pt x="1392633" y="208742"/>
                </a:moveTo>
                <a:cubicBezTo>
                  <a:pt x="1392633" y="227099"/>
                  <a:pt x="1407514" y="241980"/>
                  <a:pt x="1425870" y="241980"/>
                </a:cubicBezTo>
                <a:cubicBezTo>
                  <a:pt x="1444227" y="241980"/>
                  <a:pt x="1459108" y="227099"/>
                  <a:pt x="1459108" y="208742"/>
                </a:cubicBezTo>
                <a:cubicBezTo>
                  <a:pt x="1459108" y="190386"/>
                  <a:pt x="1444227" y="175505"/>
                  <a:pt x="1425870" y="175505"/>
                </a:cubicBezTo>
                <a:cubicBezTo>
                  <a:pt x="1407514" y="175505"/>
                  <a:pt x="1392633" y="190386"/>
                  <a:pt x="1392633" y="208742"/>
                </a:cubicBezTo>
                <a:moveTo>
                  <a:pt x="1532657" y="182950"/>
                </a:moveTo>
                <a:cubicBezTo>
                  <a:pt x="1532657" y="201306"/>
                  <a:pt x="1547538" y="216187"/>
                  <a:pt x="1565895" y="216187"/>
                </a:cubicBezTo>
                <a:cubicBezTo>
                  <a:pt x="1584252" y="216187"/>
                  <a:pt x="1599132" y="201306"/>
                  <a:pt x="1599132" y="182950"/>
                </a:cubicBezTo>
                <a:cubicBezTo>
                  <a:pt x="1599132" y="164593"/>
                  <a:pt x="1584252" y="149712"/>
                  <a:pt x="1565895" y="149712"/>
                </a:cubicBezTo>
                <a:cubicBezTo>
                  <a:pt x="1547538" y="149712"/>
                  <a:pt x="1532657" y="164593"/>
                  <a:pt x="1532657" y="182950"/>
                </a:cubicBezTo>
                <a:moveTo>
                  <a:pt x="1648158" y="173691"/>
                </a:moveTo>
                <a:cubicBezTo>
                  <a:pt x="1648158" y="192048"/>
                  <a:pt x="1663039" y="206929"/>
                  <a:pt x="1681396" y="206929"/>
                </a:cubicBezTo>
                <a:cubicBezTo>
                  <a:pt x="1699752" y="206929"/>
                  <a:pt x="1714633" y="192048"/>
                  <a:pt x="1714633" y="173691"/>
                </a:cubicBezTo>
                <a:cubicBezTo>
                  <a:pt x="1714633" y="155334"/>
                  <a:pt x="1699752" y="140453"/>
                  <a:pt x="1681396" y="140453"/>
                </a:cubicBezTo>
                <a:cubicBezTo>
                  <a:pt x="1663039" y="140453"/>
                  <a:pt x="1648158" y="155334"/>
                  <a:pt x="1648158" y="173691"/>
                </a:cubicBezTo>
                <a:moveTo>
                  <a:pt x="1790589" y="164184"/>
                </a:moveTo>
                <a:cubicBezTo>
                  <a:pt x="1790589" y="182541"/>
                  <a:pt x="1805470" y="197422"/>
                  <a:pt x="1823827" y="197422"/>
                </a:cubicBezTo>
                <a:cubicBezTo>
                  <a:pt x="1842183" y="197422"/>
                  <a:pt x="1857064" y="182541"/>
                  <a:pt x="1857064" y="164184"/>
                </a:cubicBezTo>
                <a:cubicBezTo>
                  <a:pt x="1857064" y="145828"/>
                  <a:pt x="1842183" y="130946"/>
                  <a:pt x="1823827" y="130946"/>
                </a:cubicBezTo>
                <a:cubicBezTo>
                  <a:pt x="1805470" y="130946"/>
                  <a:pt x="1790589" y="145828"/>
                  <a:pt x="1790589" y="164184"/>
                </a:cubicBezTo>
                <a:moveTo>
                  <a:pt x="1908513" y="150995"/>
                </a:moveTo>
                <a:cubicBezTo>
                  <a:pt x="1908513" y="169352"/>
                  <a:pt x="1923394" y="184233"/>
                  <a:pt x="1941751" y="184233"/>
                </a:cubicBezTo>
                <a:cubicBezTo>
                  <a:pt x="1960107" y="184233"/>
                  <a:pt x="1974988" y="169352"/>
                  <a:pt x="1974988" y="150995"/>
                </a:cubicBezTo>
                <a:cubicBezTo>
                  <a:pt x="1974988" y="132638"/>
                  <a:pt x="1960107" y="117757"/>
                  <a:pt x="1941751" y="117757"/>
                </a:cubicBezTo>
                <a:cubicBezTo>
                  <a:pt x="1923394" y="117757"/>
                  <a:pt x="1908513" y="132638"/>
                  <a:pt x="1908513" y="150995"/>
                </a:cubicBezTo>
                <a:moveTo>
                  <a:pt x="2051090" y="128542"/>
                </a:moveTo>
                <a:cubicBezTo>
                  <a:pt x="2051090" y="146899"/>
                  <a:pt x="2065971" y="161779"/>
                  <a:pt x="2084327" y="161779"/>
                </a:cubicBezTo>
                <a:cubicBezTo>
                  <a:pt x="2102684" y="161779"/>
                  <a:pt x="2117565" y="146899"/>
                  <a:pt x="2117565" y="128542"/>
                </a:cubicBezTo>
                <a:cubicBezTo>
                  <a:pt x="2117565" y="110185"/>
                  <a:pt x="2102684" y="95305"/>
                  <a:pt x="2084327" y="95305"/>
                </a:cubicBezTo>
                <a:cubicBezTo>
                  <a:pt x="2065971" y="95305"/>
                  <a:pt x="2051090" y="110185"/>
                  <a:pt x="2051090" y="128542"/>
                </a:cubicBezTo>
                <a:moveTo>
                  <a:pt x="2169031" y="96524"/>
                </a:moveTo>
                <a:cubicBezTo>
                  <a:pt x="2169031" y="114881"/>
                  <a:pt x="2183912" y="129762"/>
                  <a:pt x="2202268" y="129762"/>
                </a:cubicBezTo>
                <a:cubicBezTo>
                  <a:pt x="2220625" y="129762"/>
                  <a:pt x="2235506" y="114881"/>
                  <a:pt x="2235506" y="96524"/>
                </a:cubicBezTo>
                <a:cubicBezTo>
                  <a:pt x="2235506" y="78168"/>
                  <a:pt x="2220625" y="63287"/>
                  <a:pt x="2202268" y="63287"/>
                </a:cubicBezTo>
                <a:cubicBezTo>
                  <a:pt x="2183912" y="63287"/>
                  <a:pt x="2169031" y="78168"/>
                  <a:pt x="2169031" y="96524"/>
                </a:cubicBezTo>
                <a:moveTo>
                  <a:pt x="2304134" y="93336"/>
                </a:moveTo>
                <a:cubicBezTo>
                  <a:pt x="2304134" y="111692"/>
                  <a:pt x="2319015" y="126573"/>
                  <a:pt x="2337372" y="126573"/>
                </a:cubicBezTo>
                <a:cubicBezTo>
                  <a:pt x="2355728" y="126573"/>
                  <a:pt x="2370609" y="111692"/>
                  <a:pt x="2370609" y="93336"/>
                </a:cubicBezTo>
                <a:cubicBezTo>
                  <a:pt x="2370609" y="74979"/>
                  <a:pt x="2355728" y="60098"/>
                  <a:pt x="2337372" y="60098"/>
                </a:cubicBezTo>
                <a:cubicBezTo>
                  <a:pt x="2319015" y="60098"/>
                  <a:pt x="2304134" y="74979"/>
                  <a:pt x="2304134" y="93336"/>
                </a:cubicBezTo>
                <a:moveTo>
                  <a:pt x="2417126" y="88093"/>
                </a:moveTo>
                <a:cubicBezTo>
                  <a:pt x="2417126" y="106449"/>
                  <a:pt x="2432007" y="121330"/>
                  <a:pt x="2450363" y="121330"/>
                </a:cubicBezTo>
                <a:cubicBezTo>
                  <a:pt x="2468720" y="121330"/>
                  <a:pt x="2483601" y="106449"/>
                  <a:pt x="2483601" y="88093"/>
                </a:cubicBezTo>
                <a:cubicBezTo>
                  <a:pt x="2483601" y="69736"/>
                  <a:pt x="2468720" y="54855"/>
                  <a:pt x="2450363" y="54855"/>
                </a:cubicBezTo>
                <a:cubicBezTo>
                  <a:pt x="2432007" y="54855"/>
                  <a:pt x="2417126" y="69736"/>
                  <a:pt x="2417126" y="88093"/>
                </a:cubicBezTo>
                <a:moveTo>
                  <a:pt x="2559647" y="70164"/>
                </a:moveTo>
                <a:cubicBezTo>
                  <a:pt x="2559647" y="88521"/>
                  <a:pt x="2574528" y="103402"/>
                  <a:pt x="2592885" y="103402"/>
                </a:cubicBezTo>
                <a:cubicBezTo>
                  <a:pt x="2611241" y="103402"/>
                  <a:pt x="2626122" y="88521"/>
                  <a:pt x="2626122" y="70164"/>
                </a:cubicBezTo>
                <a:cubicBezTo>
                  <a:pt x="2626122" y="51808"/>
                  <a:pt x="2611241" y="36927"/>
                  <a:pt x="2592885" y="36927"/>
                </a:cubicBezTo>
                <a:cubicBezTo>
                  <a:pt x="2574528" y="36927"/>
                  <a:pt x="2559647" y="51808"/>
                  <a:pt x="2559647" y="70164"/>
                </a:cubicBezTo>
                <a:moveTo>
                  <a:pt x="2672727" y="56979"/>
                </a:moveTo>
                <a:cubicBezTo>
                  <a:pt x="2672727" y="75336"/>
                  <a:pt x="2687608" y="90217"/>
                  <a:pt x="2705965" y="90217"/>
                </a:cubicBezTo>
                <a:cubicBezTo>
                  <a:pt x="2724322" y="90217"/>
                  <a:pt x="2739203" y="75336"/>
                  <a:pt x="2739203" y="56979"/>
                </a:cubicBezTo>
                <a:cubicBezTo>
                  <a:pt x="2739203" y="38622"/>
                  <a:pt x="2724322" y="23742"/>
                  <a:pt x="2705965" y="23742"/>
                </a:cubicBezTo>
                <a:cubicBezTo>
                  <a:pt x="2687608" y="23742"/>
                  <a:pt x="2672727" y="38622"/>
                  <a:pt x="2672727" y="56979"/>
                </a:cubicBezTo>
                <a:moveTo>
                  <a:pt x="2807795" y="33237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38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35253B-3914-44B3-A25D-BE475583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779773"/>
            <a:ext cx="2807795" cy="461784"/>
          </a:xfrm>
          <a:custGeom xmlns:a="http://schemas.openxmlformats.org/drawingml/2006/main">
            <a:pathLst>
              <a:path w="2807795" h="461784" fill="none">
                <a:moveTo>
                  <a:pt x="0" y="461784"/>
                </a:moveTo>
                <a:lnTo>
                  <a:pt x="125972" y="438631"/>
                </a:lnTo>
                <a:lnTo>
                  <a:pt x="256820" y="407858"/>
                </a:lnTo>
                <a:lnTo>
                  <a:pt x="364594" y="404178"/>
                </a:lnTo>
                <a:lnTo>
                  <a:pt x="504257" y="373937"/>
                </a:lnTo>
                <a:lnTo>
                  <a:pt x="614446" y="346379"/>
                </a:lnTo>
                <a:lnTo>
                  <a:pt x="769625" y="316385"/>
                </a:lnTo>
                <a:lnTo>
                  <a:pt x="890079" y="297418"/>
                </a:lnTo>
                <a:lnTo>
                  <a:pt x="1002990" y="236877"/>
                </a:lnTo>
                <a:lnTo>
                  <a:pt x="1132309" y="222141"/>
                </a:lnTo>
                <a:lnTo>
                  <a:pt x="1277565" y="187892"/>
                </a:lnTo>
                <a:lnTo>
                  <a:pt x="1392633" y="181648"/>
                </a:lnTo>
                <a:lnTo>
                  <a:pt x="1532658" y="162375"/>
                </a:lnTo>
                <a:lnTo>
                  <a:pt x="1648158" y="143029"/>
                </a:lnTo>
                <a:lnTo>
                  <a:pt x="1790589" y="123605"/>
                </a:lnTo>
                <a:lnTo>
                  <a:pt x="1908513" y="110908"/>
                </a:lnTo>
                <a:lnTo>
                  <a:pt x="2051090" y="94309"/>
                </a:lnTo>
                <a:lnTo>
                  <a:pt x="2169030" y="79031"/>
                </a:lnTo>
                <a:lnTo>
                  <a:pt x="2304134" y="43229"/>
                </a:lnTo>
                <a:lnTo>
                  <a:pt x="2417126" y="31321"/>
                </a:lnTo>
                <a:lnTo>
                  <a:pt x="2559647" y="24560"/>
                </a:lnTo>
                <a:lnTo>
                  <a:pt x="2672727" y="16656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383838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D4D4AE-93D5-454F-A0BD-759D7288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746536"/>
            <a:ext cx="2874271" cy="528259"/>
          </a:xfrm>
          <a:custGeom xmlns:a="http://schemas.openxmlformats.org/drawingml/2006/main">
            <a:pathLst>
              <a:path w="2874271" h="528259">
                <a:moveTo>
                  <a:pt x="0" y="495022"/>
                </a:moveTo>
                <a:cubicBezTo>
                  <a:pt x="0" y="513378"/>
                  <a:pt x="14881" y="528259"/>
                  <a:pt x="33238" y="528259"/>
                </a:cubicBezTo>
                <a:cubicBezTo>
                  <a:pt x="51594" y="528259"/>
                  <a:pt x="66475" y="513378"/>
                  <a:pt x="66475" y="495022"/>
                </a:cubicBezTo>
                <a:cubicBezTo>
                  <a:pt x="66475" y="476665"/>
                  <a:pt x="51594" y="461784"/>
                  <a:pt x="33238" y="461784"/>
                </a:cubicBezTo>
                <a:cubicBezTo>
                  <a:pt x="14881" y="461784"/>
                  <a:pt x="0" y="476665"/>
                  <a:pt x="0" y="495022"/>
                </a:cubicBezTo>
                <a:moveTo>
                  <a:pt x="125972" y="471869"/>
                </a:moveTo>
                <a:cubicBezTo>
                  <a:pt x="125972" y="490225"/>
                  <a:pt x="140853" y="505107"/>
                  <a:pt x="159210" y="505107"/>
                </a:cubicBezTo>
                <a:cubicBezTo>
                  <a:pt x="177567" y="505107"/>
                  <a:pt x="192448" y="490225"/>
                  <a:pt x="192448" y="471869"/>
                </a:cubicBezTo>
                <a:cubicBezTo>
                  <a:pt x="192448" y="453512"/>
                  <a:pt x="177567" y="438631"/>
                  <a:pt x="159210" y="438631"/>
                </a:cubicBezTo>
                <a:cubicBezTo>
                  <a:pt x="140853" y="438631"/>
                  <a:pt x="125972" y="453512"/>
                  <a:pt x="125972" y="471869"/>
                </a:cubicBezTo>
                <a:moveTo>
                  <a:pt x="256821" y="441095"/>
                </a:moveTo>
                <a:cubicBezTo>
                  <a:pt x="256821" y="459452"/>
                  <a:pt x="271701" y="474333"/>
                  <a:pt x="290058" y="474333"/>
                </a:cubicBezTo>
                <a:cubicBezTo>
                  <a:pt x="308415" y="474333"/>
                  <a:pt x="323296" y="459452"/>
                  <a:pt x="323296" y="441095"/>
                </a:cubicBezTo>
                <a:cubicBezTo>
                  <a:pt x="323296" y="422739"/>
                  <a:pt x="308415" y="407857"/>
                  <a:pt x="290058" y="407857"/>
                </a:cubicBezTo>
                <a:cubicBezTo>
                  <a:pt x="271701" y="407857"/>
                  <a:pt x="256821" y="422739"/>
                  <a:pt x="256821" y="441095"/>
                </a:cubicBezTo>
                <a:moveTo>
                  <a:pt x="364594" y="437416"/>
                </a:moveTo>
                <a:cubicBezTo>
                  <a:pt x="364594" y="455773"/>
                  <a:pt x="379475" y="470654"/>
                  <a:pt x="397832" y="470654"/>
                </a:cubicBezTo>
                <a:cubicBezTo>
                  <a:pt x="416188" y="470654"/>
                  <a:pt x="431070" y="455773"/>
                  <a:pt x="431070" y="437416"/>
                </a:cubicBezTo>
                <a:cubicBezTo>
                  <a:pt x="431070" y="419060"/>
                  <a:pt x="416188" y="404179"/>
                  <a:pt x="397832" y="404179"/>
                </a:cubicBezTo>
                <a:cubicBezTo>
                  <a:pt x="379475" y="404179"/>
                  <a:pt x="364594" y="419060"/>
                  <a:pt x="364594" y="437416"/>
                </a:cubicBezTo>
                <a:moveTo>
                  <a:pt x="504257" y="407175"/>
                </a:moveTo>
                <a:cubicBezTo>
                  <a:pt x="504257" y="425531"/>
                  <a:pt x="519138" y="440412"/>
                  <a:pt x="537495" y="440412"/>
                </a:cubicBezTo>
                <a:cubicBezTo>
                  <a:pt x="555851" y="440412"/>
                  <a:pt x="570732" y="425531"/>
                  <a:pt x="570732" y="407175"/>
                </a:cubicBezTo>
                <a:cubicBezTo>
                  <a:pt x="570732" y="388818"/>
                  <a:pt x="555851" y="373937"/>
                  <a:pt x="537495" y="373937"/>
                </a:cubicBezTo>
                <a:cubicBezTo>
                  <a:pt x="519138" y="373937"/>
                  <a:pt x="504257" y="388818"/>
                  <a:pt x="504257" y="407175"/>
                </a:cubicBezTo>
                <a:moveTo>
                  <a:pt x="614446" y="379616"/>
                </a:moveTo>
                <a:cubicBezTo>
                  <a:pt x="614446" y="397973"/>
                  <a:pt x="629327" y="412854"/>
                  <a:pt x="647684" y="412854"/>
                </a:cubicBezTo>
                <a:cubicBezTo>
                  <a:pt x="666041" y="412854"/>
                  <a:pt x="680922" y="397973"/>
                  <a:pt x="680922" y="379616"/>
                </a:cubicBezTo>
                <a:cubicBezTo>
                  <a:pt x="680922" y="361260"/>
                  <a:pt x="666041" y="346379"/>
                  <a:pt x="647684" y="346379"/>
                </a:cubicBezTo>
                <a:cubicBezTo>
                  <a:pt x="629327" y="346379"/>
                  <a:pt x="614446" y="361260"/>
                  <a:pt x="614446" y="379616"/>
                </a:cubicBezTo>
                <a:moveTo>
                  <a:pt x="769626" y="349622"/>
                </a:moveTo>
                <a:cubicBezTo>
                  <a:pt x="769626" y="367979"/>
                  <a:pt x="784507" y="382860"/>
                  <a:pt x="802863" y="382860"/>
                </a:cubicBezTo>
                <a:cubicBezTo>
                  <a:pt x="821220" y="382860"/>
                  <a:pt x="836101" y="367979"/>
                  <a:pt x="836101" y="349622"/>
                </a:cubicBezTo>
                <a:cubicBezTo>
                  <a:pt x="836101" y="331266"/>
                  <a:pt x="821220" y="316384"/>
                  <a:pt x="802863" y="316384"/>
                </a:cubicBezTo>
                <a:cubicBezTo>
                  <a:pt x="784507" y="316384"/>
                  <a:pt x="769626" y="331266"/>
                  <a:pt x="769626" y="349622"/>
                </a:cubicBezTo>
                <a:moveTo>
                  <a:pt x="890079" y="330656"/>
                </a:moveTo>
                <a:cubicBezTo>
                  <a:pt x="890079" y="349013"/>
                  <a:pt x="904960" y="363894"/>
                  <a:pt x="923317" y="363894"/>
                </a:cubicBezTo>
                <a:cubicBezTo>
                  <a:pt x="941673" y="363894"/>
                  <a:pt x="956554" y="349013"/>
                  <a:pt x="956554" y="330656"/>
                </a:cubicBezTo>
                <a:cubicBezTo>
                  <a:pt x="956554" y="312299"/>
                  <a:pt x="941673" y="297419"/>
                  <a:pt x="923317" y="297419"/>
                </a:cubicBezTo>
                <a:cubicBezTo>
                  <a:pt x="904960" y="297419"/>
                  <a:pt x="890079" y="312299"/>
                  <a:pt x="890079" y="330656"/>
                </a:cubicBezTo>
                <a:moveTo>
                  <a:pt x="1002990" y="270114"/>
                </a:moveTo>
                <a:cubicBezTo>
                  <a:pt x="1002990" y="288471"/>
                  <a:pt x="1017871" y="303352"/>
                  <a:pt x="1036227" y="303352"/>
                </a:cubicBezTo>
                <a:cubicBezTo>
                  <a:pt x="1054584" y="303352"/>
                  <a:pt x="1069465" y="288471"/>
                  <a:pt x="1069465" y="270114"/>
                </a:cubicBezTo>
                <a:cubicBezTo>
                  <a:pt x="1069465" y="251758"/>
                  <a:pt x="1054584" y="236877"/>
                  <a:pt x="1036227" y="236877"/>
                </a:cubicBezTo>
                <a:cubicBezTo>
                  <a:pt x="1017871" y="236877"/>
                  <a:pt x="1002990" y="251758"/>
                  <a:pt x="1002990" y="270114"/>
                </a:cubicBezTo>
                <a:moveTo>
                  <a:pt x="1132309" y="255378"/>
                </a:moveTo>
                <a:cubicBezTo>
                  <a:pt x="1132309" y="273735"/>
                  <a:pt x="1147190" y="288616"/>
                  <a:pt x="1165547" y="288616"/>
                </a:cubicBezTo>
                <a:cubicBezTo>
                  <a:pt x="1183904" y="288616"/>
                  <a:pt x="1198784" y="273735"/>
                  <a:pt x="1198784" y="255378"/>
                </a:cubicBezTo>
                <a:cubicBezTo>
                  <a:pt x="1198784" y="237022"/>
                  <a:pt x="1183904" y="222141"/>
                  <a:pt x="1165547" y="222141"/>
                </a:cubicBezTo>
                <a:cubicBezTo>
                  <a:pt x="1147190" y="222141"/>
                  <a:pt x="1132309" y="237022"/>
                  <a:pt x="1132309" y="255378"/>
                </a:cubicBezTo>
                <a:moveTo>
                  <a:pt x="1277565" y="221130"/>
                </a:moveTo>
                <a:cubicBezTo>
                  <a:pt x="1277565" y="239487"/>
                  <a:pt x="1292446" y="254368"/>
                  <a:pt x="1310802" y="254368"/>
                </a:cubicBezTo>
                <a:cubicBezTo>
                  <a:pt x="1329159" y="254368"/>
                  <a:pt x="1344040" y="239487"/>
                  <a:pt x="1344040" y="221130"/>
                </a:cubicBezTo>
                <a:cubicBezTo>
                  <a:pt x="1344040" y="202773"/>
                  <a:pt x="1329159" y="187892"/>
                  <a:pt x="1310802" y="187892"/>
                </a:cubicBezTo>
                <a:cubicBezTo>
                  <a:pt x="1292446" y="187892"/>
                  <a:pt x="1277565" y="202773"/>
                  <a:pt x="1277565" y="221130"/>
                </a:cubicBezTo>
                <a:moveTo>
                  <a:pt x="1392633" y="214886"/>
                </a:moveTo>
                <a:cubicBezTo>
                  <a:pt x="1392633" y="233243"/>
                  <a:pt x="1407514" y="248124"/>
                  <a:pt x="1425871" y="248124"/>
                </a:cubicBezTo>
                <a:cubicBezTo>
                  <a:pt x="1444227" y="248124"/>
                  <a:pt x="1459108" y="233243"/>
                  <a:pt x="1459108" y="214886"/>
                </a:cubicBezTo>
                <a:cubicBezTo>
                  <a:pt x="1459108" y="196529"/>
                  <a:pt x="1444227" y="181648"/>
                  <a:pt x="1425871" y="181648"/>
                </a:cubicBezTo>
                <a:cubicBezTo>
                  <a:pt x="1407514" y="181648"/>
                  <a:pt x="1392633" y="196529"/>
                  <a:pt x="1392633" y="214886"/>
                </a:cubicBezTo>
                <a:moveTo>
                  <a:pt x="1532658" y="195613"/>
                </a:moveTo>
                <a:cubicBezTo>
                  <a:pt x="1532658" y="213970"/>
                  <a:pt x="1547539" y="228850"/>
                  <a:pt x="1565895" y="228850"/>
                </a:cubicBezTo>
                <a:cubicBezTo>
                  <a:pt x="1584252" y="228850"/>
                  <a:pt x="1599133" y="213970"/>
                  <a:pt x="1599133" y="195613"/>
                </a:cubicBezTo>
                <a:cubicBezTo>
                  <a:pt x="1599133" y="177256"/>
                  <a:pt x="1584252" y="162375"/>
                  <a:pt x="1565895" y="162375"/>
                </a:cubicBezTo>
                <a:cubicBezTo>
                  <a:pt x="1547539" y="162375"/>
                  <a:pt x="1532658" y="177256"/>
                  <a:pt x="1532658" y="195613"/>
                </a:cubicBezTo>
                <a:moveTo>
                  <a:pt x="1648158" y="176266"/>
                </a:moveTo>
                <a:cubicBezTo>
                  <a:pt x="1648158" y="194623"/>
                  <a:pt x="1663039" y="209504"/>
                  <a:pt x="1681396" y="209504"/>
                </a:cubicBezTo>
                <a:cubicBezTo>
                  <a:pt x="1699752" y="209504"/>
                  <a:pt x="1714634" y="194623"/>
                  <a:pt x="1714634" y="176266"/>
                </a:cubicBezTo>
                <a:cubicBezTo>
                  <a:pt x="1714634" y="157910"/>
                  <a:pt x="1699752" y="143029"/>
                  <a:pt x="1681396" y="143029"/>
                </a:cubicBezTo>
                <a:cubicBezTo>
                  <a:pt x="1663039" y="143029"/>
                  <a:pt x="1648158" y="157910"/>
                  <a:pt x="1648158" y="176266"/>
                </a:cubicBezTo>
                <a:moveTo>
                  <a:pt x="1790589" y="156843"/>
                </a:moveTo>
                <a:cubicBezTo>
                  <a:pt x="1790589" y="175199"/>
                  <a:pt x="1805470" y="190080"/>
                  <a:pt x="1823827" y="190080"/>
                </a:cubicBezTo>
                <a:cubicBezTo>
                  <a:pt x="1842184" y="190080"/>
                  <a:pt x="1857064" y="175199"/>
                  <a:pt x="1857064" y="156843"/>
                </a:cubicBezTo>
                <a:cubicBezTo>
                  <a:pt x="1857064" y="138486"/>
                  <a:pt x="1842184" y="123605"/>
                  <a:pt x="1823827" y="123605"/>
                </a:cubicBezTo>
                <a:cubicBezTo>
                  <a:pt x="1805470" y="123605"/>
                  <a:pt x="1790589" y="138486"/>
                  <a:pt x="1790589" y="156843"/>
                </a:cubicBezTo>
                <a:moveTo>
                  <a:pt x="1908514" y="144145"/>
                </a:moveTo>
                <a:cubicBezTo>
                  <a:pt x="1908514" y="162502"/>
                  <a:pt x="1923394" y="177383"/>
                  <a:pt x="1941751" y="177383"/>
                </a:cubicBezTo>
                <a:cubicBezTo>
                  <a:pt x="1960107" y="177383"/>
                  <a:pt x="1974989" y="162502"/>
                  <a:pt x="1974989" y="144145"/>
                </a:cubicBezTo>
                <a:cubicBezTo>
                  <a:pt x="1974989" y="125789"/>
                  <a:pt x="1960107" y="110908"/>
                  <a:pt x="1941751" y="110908"/>
                </a:cubicBezTo>
                <a:cubicBezTo>
                  <a:pt x="1923394" y="110908"/>
                  <a:pt x="1908514" y="125789"/>
                  <a:pt x="1908514" y="144145"/>
                </a:cubicBezTo>
                <a:moveTo>
                  <a:pt x="2051090" y="127546"/>
                </a:moveTo>
                <a:cubicBezTo>
                  <a:pt x="2051090" y="145903"/>
                  <a:pt x="2065971" y="160784"/>
                  <a:pt x="2084327" y="160784"/>
                </a:cubicBezTo>
                <a:cubicBezTo>
                  <a:pt x="2102684" y="160784"/>
                  <a:pt x="2117565" y="145903"/>
                  <a:pt x="2117565" y="127546"/>
                </a:cubicBezTo>
                <a:cubicBezTo>
                  <a:pt x="2117565" y="109190"/>
                  <a:pt x="2102684" y="94309"/>
                  <a:pt x="2084327" y="94309"/>
                </a:cubicBezTo>
                <a:cubicBezTo>
                  <a:pt x="2065971" y="94309"/>
                  <a:pt x="2051090" y="109190"/>
                  <a:pt x="2051090" y="127546"/>
                </a:cubicBezTo>
                <a:moveTo>
                  <a:pt x="2169031" y="112269"/>
                </a:moveTo>
                <a:cubicBezTo>
                  <a:pt x="2169031" y="130625"/>
                  <a:pt x="2183912" y="145506"/>
                  <a:pt x="2202268" y="145506"/>
                </a:cubicBezTo>
                <a:cubicBezTo>
                  <a:pt x="2220625" y="145506"/>
                  <a:pt x="2235506" y="130625"/>
                  <a:pt x="2235506" y="112269"/>
                </a:cubicBezTo>
                <a:cubicBezTo>
                  <a:pt x="2235506" y="93912"/>
                  <a:pt x="2220625" y="79031"/>
                  <a:pt x="2202268" y="79031"/>
                </a:cubicBezTo>
                <a:cubicBezTo>
                  <a:pt x="2183912" y="79031"/>
                  <a:pt x="2169031" y="93912"/>
                  <a:pt x="2169031" y="112269"/>
                </a:cubicBezTo>
                <a:moveTo>
                  <a:pt x="2304134" y="76466"/>
                </a:moveTo>
                <a:cubicBezTo>
                  <a:pt x="2304134" y="94823"/>
                  <a:pt x="2319015" y="109704"/>
                  <a:pt x="2337372" y="109704"/>
                </a:cubicBezTo>
                <a:cubicBezTo>
                  <a:pt x="2355729" y="109704"/>
                  <a:pt x="2370610" y="94823"/>
                  <a:pt x="2370610" y="76466"/>
                </a:cubicBezTo>
                <a:cubicBezTo>
                  <a:pt x="2370610" y="58109"/>
                  <a:pt x="2355729" y="43229"/>
                  <a:pt x="2337372" y="43229"/>
                </a:cubicBezTo>
                <a:cubicBezTo>
                  <a:pt x="2319015" y="43229"/>
                  <a:pt x="2304134" y="58109"/>
                  <a:pt x="2304134" y="76466"/>
                </a:cubicBezTo>
                <a:moveTo>
                  <a:pt x="2417126" y="64558"/>
                </a:moveTo>
                <a:cubicBezTo>
                  <a:pt x="2417126" y="82915"/>
                  <a:pt x="2432007" y="97796"/>
                  <a:pt x="2450363" y="97796"/>
                </a:cubicBezTo>
                <a:cubicBezTo>
                  <a:pt x="2468720" y="97796"/>
                  <a:pt x="2483601" y="82915"/>
                  <a:pt x="2483601" y="64558"/>
                </a:cubicBezTo>
                <a:cubicBezTo>
                  <a:pt x="2483601" y="46202"/>
                  <a:pt x="2468720" y="31321"/>
                  <a:pt x="2450363" y="31321"/>
                </a:cubicBezTo>
                <a:cubicBezTo>
                  <a:pt x="2432007" y="31321"/>
                  <a:pt x="2417126" y="46202"/>
                  <a:pt x="2417126" y="64558"/>
                </a:cubicBezTo>
                <a:moveTo>
                  <a:pt x="2559647" y="57797"/>
                </a:moveTo>
                <a:cubicBezTo>
                  <a:pt x="2559647" y="76154"/>
                  <a:pt x="2574528" y="91035"/>
                  <a:pt x="2592885" y="91035"/>
                </a:cubicBezTo>
                <a:cubicBezTo>
                  <a:pt x="2611241" y="91035"/>
                  <a:pt x="2626122" y="76154"/>
                  <a:pt x="2626122" y="57797"/>
                </a:cubicBezTo>
                <a:cubicBezTo>
                  <a:pt x="2626122" y="39441"/>
                  <a:pt x="2611241" y="24560"/>
                  <a:pt x="2592885" y="24560"/>
                </a:cubicBezTo>
                <a:cubicBezTo>
                  <a:pt x="2574528" y="24560"/>
                  <a:pt x="2559647" y="39441"/>
                  <a:pt x="2559647" y="57797"/>
                </a:cubicBezTo>
                <a:moveTo>
                  <a:pt x="2672727" y="49893"/>
                </a:moveTo>
                <a:cubicBezTo>
                  <a:pt x="2672727" y="68250"/>
                  <a:pt x="2687609" y="83131"/>
                  <a:pt x="2705965" y="83131"/>
                </a:cubicBezTo>
                <a:cubicBezTo>
                  <a:pt x="2724322" y="83131"/>
                  <a:pt x="2739203" y="68250"/>
                  <a:pt x="2739203" y="49893"/>
                </a:cubicBezTo>
                <a:cubicBezTo>
                  <a:pt x="2739203" y="31537"/>
                  <a:pt x="2724322" y="16656"/>
                  <a:pt x="2705965" y="16656"/>
                </a:cubicBezTo>
                <a:cubicBezTo>
                  <a:pt x="2687609" y="16656"/>
                  <a:pt x="2672727" y="31537"/>
                  <a:pt x="2672727" y="49893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38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75C4A3-EEE6-427B-A8C3-A5B693BF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743409"/>
            <a:ext cx="2807795" cy="573951"/>
          </a:xfrm>
          <a:custGeom xmlns:a="http://schemas.openxmlformats.org/drawingml/2006/main">
            <a:pathLst>
              <a:path w="2807795" h="573951" fill="none">
                <a:moveTo>
                  <a:pt x="0" y="573951"/>
                </a:moveTo>
                <a:lnTo>
                  <a:pt x="125972" y="534297"/>
                </a:lnTo>
                <a:lnTo>
                  <a:pt x="256820" y="493709"/>
                </a:lnTo>
                <a:lnTo>
                  <a:pt x="364594" y="463441"/>
                </a:lnTo>
                <a:lnTo>
                  <a:pt x="504257" y="416971"/>
                </a:lnTo>
                <a:lnTo>
                  <a:pt x="614446" y="368878"/>
                </a:lnTo>
                <a:lnTo>
                  <a:pt x="769626" y="329443"/>
                </a:lnTo>
                <a:lnTo>
                  <a:pt x="890079" y="300755"/>
                </a:lnTo>
                <a:lnTo>
                  <a:pt x="1002990" y="270925"/>
                </a:lnTo>
                <a:lnTo>
                  <a:pt x="1132309" y="250336"/>
                </a:lnTo>
                <a:lnTo>
                  <a:pt x="1277565" y="230354"/>
                </a:lnTo>
                <a:lnTo>
                  <a:pt x="1392633" y="204507"/>
                </a:lnTo>
                <a:lnTo>
                  <a:pt x="1532657" y="185064"/>
                </a:lnTo>
                <a:lnTo>
                  <a:pt x="1648158" y="178211"/>
                </a:lnTo>
                <a:lnTo>
                  <a:pt x="1790589" y="163749"/>
                </a:lnTo>
                <a:lnTo>
                  <a:pt x="1908513" y="144145"/>
                </a:lnTo>
                <a:lnTo>
                  <a:pt x="2051090" y="107435"/>
                </a:lnTo>
                <a:lnTo>
                  <a:pt x="2169031" y="86434"/>
                </a:lnTo>
                <a:lnTo>
                  <a:pt x="2304134" y="78744"/>
                </a:lnTo>
                <a:lnTo>
                  <a:pt x="2417126" y="64823"/>
                </a:lnTo>
                <a:lnTo>
                  <a:pt x="2559647" y="45464"/>
                </a:lnTo>
                <a:lnTo>
                  <a:pt x="2672727" y="32562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383838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A158FD-08ED-47B6-8ACC-B7D37A27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710171"/>
            <a:ext cx="2874271" cy="640425"/>
          </a:xfrm>
          <a:custGeom xmlns:a="http://schemas.openxmlformats.org/drawingml/2006/main">
            <a:pathLst>
              <a:path w="2874271" h="640425">
                <a:moveTo>
                  <a:pt x="0" y="607188"/>
                </a:moveTo>
                <a:cubicBezTo>
                  <a:pt x="0" y="625545"/>
                  <a:pt x="14881" y="640425"/>
                  <a:pt x="33238" y="640425"/>
                </a:cubicBezTo>
                <a:cubicBezTo>
                  <a:pt x="51594" y="640425"/>
                  <a:pt x="66475" y="625545"/>
                  <a:pt x="66475" y="607188"/>
                </a:cubicBezTo>
                <a:cubicBezTo>
                  <a:pt x="66475" y="588832"/>
                  <a:pt x="51594" y="573950"/>
                  <a:pt x="33238" y="573950"/>
                </a:cubicBezTo>
                <a:cubicBezTo>
                  <a:pt x="14881" y="573950"/>
                  <a:pt x="0" y="588832"/>
                  <a:pt x="0" y="607188"/>
                </a:cubicBezTo>
                <a:moveTo>
                  <a:pt x="125972" y="567535"/>
                </a:moveTo>
                <a:cubicBezTo>
                  <a:pt x="125972" y="585891"/>
                  <a:pt x="140853" y="600773"/>
                  <a:pt x="159210" y="600773"/>
                </a:cubicBezTo>
                <a:cubicBezTo>
                  <a:pt x="177567" y="600773"/>
                  <a:pt x="192448" y="585891"/>
                  <a:pt x="192448" y="567535"/>
                </a:cubicBezTo>
                <a:cubicBezTo>
                  <a:pt x="192448" y="549178"/>
                  <a:pt x="177567" y="534297"/>
                  <a:pt x="159210" y="534297"/>
                </a:cubicBezTo>
                <a:cubicBezTo>
                  <a:pt x="140853" y="534297"/>
                  <a:pt x="125972" y="549178"/>
                  <a:pt x="125972" y="567535"/>
                </a:cubicBezTo>
                <a:moveTo>
                  <a:pt x="256820" y="526946"/>
                </a:moveTo>
                <a:cubicBezTo>
                  <a:pt x="256820" y="545303"/>
                  <a:pt x="271701" y="560184"/>
                  <a:pt x="290058" y="560184"/>
                </a:cubicBezTo>
                <a:cubicBezTo>
                  <a:pt x="308415" y="560184"/>
                  <a:pt x="323295" y="545303"/>
                  <a:pt x="323295" y="526946"/>
                </a:cubicBezTo>
                <a:cubicBezTo>
                  <a:pt x="323295" y="508590"/>
                  <a:pt x="308415" y="493709"/>
                  <a:pt x="290058" y="493709"/>
                </a:cubicBezTo>
                <a:cubicBezTo>
                  <a:pt x="271701" y="493709"/>
                  <a:pt x="256820" y="508590"/>
                  <a:pt x="256820" y="526946"/>
                </a:cubicBezTo>
                <a:moveTo>
                  <a:pt x="364594" y="496678"/>
                </a:moveTo>
                <a:cubicBezTo>
                  <a:pt x="364594" y="515034"/>
                  <a:pt x="379475" y="529915"/>
                  <a:pt x="397832" y="529915"/>
                </a:cubicBezTo>
                <a:cubicBezTo>
                  <a:pt x="416188" y="529915"/>
                  <a:pt x="431069" y="515034"/>
                  <a:pt x="431069" y="496678"/>
                </a:cubicBezTo>
                <a:cubicBezTo>
                  <a:pt x="431069" y="478321"/>
                  <a:pt x="416188" y="463440"/>
                  <a:pt x="397832" y="463440"/>
                </a:cubicBezTo>
                <a:cubicBezTo>
                  <a:pt x="379475" y="463440"/>
                  <a:pt x="364594" y="478321"/>
                  <a:pt x="364594" y="496678"/>
                </a:cubicBezTo>
                <a:moveTo>
                  <a:pt x="504257" y="450208"/>
                </a:moveTo>
                <a:cubicBezTo>
                  <a:pt x="504257" y="468565"/>
                  <a:pt x="519138" y="483446"/>
                  <a:pt x="537495" y="483446"/>
                </a:cubicBezTo>
                <a:cubicBezTo>
                  <a:pt x="555851" y="483446"/>
                  <a:pt x="570732" y="468565"/>
                  <a:pt x="570732" y="450208"/>
                </a:cubicBezTo>
                <a:cubicBezTo>
                  <a:pt x="570732" y="431852"/>
                  <a:pt x="555851" y="416970"/>
                  <a:pt x="537495" y="416970"/>
                </a:cubicBezTo>
                <a:cubicBezTo>
                  <a:pt x="519138" y="416970"/>
                  <a:pt x="504257" y="431852"/>
                  <a:pt x="504257" y="450208"/>
                </a:cubicBezTo>
                <a:moveTo>
                  <a:pt x="614446" y="402116"/>
                </a:moveTo>
                <a:cubicBezTo>
                  <a:pt x="614446" y="420472"/>
                  <a:pt x="629327" y="435353"/>
                  <a:pt x="647684" y="435353"/>
                </a:cubicBezTo>
                <a:cubicBezTo>
                  <a:pt x="666040" y="435353"/>
                  <a:pt x="680921" y="420472"/>
                  <a:pt x="680921" y="402116"/>
                </a:cubicBezTo>
                <a:cubicBezTo>
                  <a:pt x="680921" y="383759"/>
                  <a:pt x="666040" y="368878"/>
                  <a:pt x="647684" y="368878"/>
                </a:cubicBezTo>
                <a:cubicBezTo>
                  <a:pt x="629327" y="368878"/>
                  <a:pt x="614446" y="383759"/>
                  <a:pt x="614446" y="402116"/>
                </a:cubicBezTo>
                <a:moveTo>
                  <a:pt x="769626" y="362680"/>
                </a:moveTo>
                <a:cubicBezTo>
                  <a:pt x="769626" y="381037"/>
                  <a:pt x="784506" y="395918"/>
                  <a:pt x="802863" y="395918"/>
                </a:cubicBezTo>
                <a:cubicBezTo>
                  <a:pt x="821220" y="395918"/>
                  <a:pt x="836101" y="381037"/>
                  <a:pt x="836101" y="362680"/>
                </a:cubicBezTo>
                <a:cubicBezTo>
                  <a:pt x="836101" y="344324"/>
                  <a:pt x="821220" y="329443"/>
                  <a:pt x="802863" y="329443"/>
                </a:cubicBezTo>
                <a:cubicBezTo>
                  <a:pt x="784506" y="329443"/>
                  <a:pt x="769626" y="344324"/>
                  <a:pt x="769626" y="362680"/>
                </a:cubicBezTo>
                <a:moveTo>
                  <a:pt x="890079" y="333992"/>
                </a:moveTo>
                <a:cubicBezTo>
                  <a:pt x="890079" y="352349"/>
                  <a:pt x="904960" y="367230"/>
                  <a:pt x="923317" y="367230"/>
                </a:cubicBezTo>
                <a:cubicBezTo>
                  <a:pt x="941673" y="367230"/>
                  <a:pt x="956554" y="352349"/>
                  <a:pt x="956554" y="333992"/>
                </a:cubicBezTo>
                <a:cubicBezTo>
                  <a:pt x="956554" y="315636"/>
                  <a:pt x="941673" y="300755"/>
                  <a:pt x="923317" y="300755"/>
                </a:cubicBezTo>
                <a:cubicBezTo>
                  <a:pt x="904960" y="300755"/>
                  <a:pt x="890079" y="315636"/>
                  <a:pt x="890079" y="333992"/>
                </a:cubicBezTo>
                <a:moveTo>
                  <a:pt x="1002990" y="304163"/>
                </a:moveTo>
                <a:cubicBezTo>
                  <a:pt x="1002990" y="322520"/>
                  <a:pt x="1017871" y="337400"/>
                  <a:pt x="1036227" y="337400"/>
                </a:cubicBezTo>
                <a:cubicBezTo>
                  <a:pt x="1054584" y="337400"/>
                  <a:pt x="1069465" y="322520"/>
                  <a:pt x="1069465" y="304163"/>
                </a:cubicBezTo>
                <a:cubicBezTo>
                  <a:pt x="1069465" y="285806"/>
                  <a:pt x="1054584" y="270925"/>
                  <a:pt x="1036227" y="270925"/>
                </a:cubicBezTo>
                <a:cubicBezTo>
                  <a:pt x="1017871" y="270925"/>
                  <a:pt x="1002990" y="285806"/>
                  <a:pt x="1002990" y="304163"/>
                </a:cubicBezTo>
                <a:moveTo>
                  <a:pt x="1132309" y="283573"/>
                </a:moveTo>
                <a:cubicBezTo>
                  <a:pt x="1132309" y="301930"/>
                  <a:pt x="1147190" y="316810"/>
                  <a:pt x="1165547" y="316810"/>
                </a:cubicBezTo>
                <a:cubicBezTo>
                  <a:pt x="1183903" y="316810"/>
                  <a:pt x="1198784" y="301930"/>
                  <a:pt x="1198784" y="283573"/>
                </a:cubicBezTo>
                <a:cubicBezTo>
                  <a:pt x="1198784" y="265217"/>
                  <a:pt x="1183903" y="250335"/>
                  <a:pt x="1165547" y="250335"/>
                </a:cubicBezTo>
                <a:cubicBezTo>
                  <a:pt x="1147190" y="250335"/>
                  <a:pt x="1132309" y="265217"/>
                  <a:pt x="1132309" y="283573"/>
                </a:cubicBezTo>
                <a:moveTo>
                  <a:pt x="1277565" y="263591"/>
                </a:moveTo>
                <a:cubicBezTo>
                  <a:pt x="1277565" y="281948"/>
                  <a:pt x="1292446" y="296829"/>
                  <a:pt x="1310802" y="296829"/>
                </a:cubicBezTo>
                <a:cubicBezTo>
                  <a:pt x="1329159" y="296829"/>
                  <a:pt x="1344040" y="281948"/>
                  <a:pt x="1344040" y="263591"/>
                </a:cubicBezTo>
                <a:cubicBezTo>
                  <a:pt x="1344040" y="245235"/>
                  <a:pt x="1329159" y="230354"/>
                  <a:pt x="1310802" y="230354"/>
                </a:cubicBezTo>
                <a:cubicBezTo>
                  <a:pt x="1292446" y="230354"/>
                  <a:pt x="1277565" y="245235"/>
                  <a:pt x="1277565" y="263591"/>
                </a:cubicBezTo>
                <a:moveTo>
                  <a:pt x="1392633" y="237744"/>
                </a:moveTo>
                <a:cubicBezTo>
                  <a:pt x="1392633" y="256101"/>
                  <a:pt x="1407514" y="270981"/>
                  <a:pt x="1425870" y="270981"/>
                </a:cubicBezTo>
                <a:cubicBezTo>
                  <a:pt x="1444227" y="270981"/>
                  <a:pt x="1459108" y="256101"/>
                  <a:pt x="1459108" y="237744"/>
                </a:cubicBezTo>
                <a:cubicBezTo>
                  <a:pt x="1459108" y="219387"/>
                  <a:pt x="1444227" y="204506"/>
                  <a:pt x="1425870" y="204506"/>
                </a:cubicBezTo>
                <a:cubicBezTo>
                  <a:pt x="1407514" y="204506"/>
                  <a:pt x="1392633" y="219387"/>
                  <a:pt x="1392633" y="237744"/>
                </a:cubicBezTo>
                <a:moveTo>
                  <a:pt x="1532657" y="218301"/>
                </a:moveTo>
                <a:cubicBezTo>
                  <a:pt x="1532657" y="236658"/>
                  <a:pt x="1547538" y="251539"/>
                  <a:pt x="1565895" y="251539"/>
                </a:cubicBezTo>
                <a:cubicBezTo>
                  <a:pt x="1584252" y="251539"/>
                  <a:pt x="1599132" y="236658"/>
                  <a:pt x="1599132" y="218301"/>
                </a:cubicBezTo>
                <a:cubicBezTo>
                  <a:pt x="1599132" y="199945"/>
                  <a:pt x="1584252" y="185064"/>
                  <a:pt x="1565895" y="185064"/>
                </a:cubicBezTo>
                <a:cubicBezTo>
                  <a:pt x="1547538" y="185064"/>
                  <a:pt x="1532657" y="199945"/>
                  <a:pt x="1532657" y="218301"/>
                </a:cubicBezTo>
                <a:moveTo>
                  <a:pt x="1648158" y="211449"/>
                </a:moveTo>
                <a:cubicBezTo>
                  <a:pt x="1648158" y="229805"/>
                  <a:pt x="1663039" y="244686"/>
                  <a:pt x="1681396" y="244686"/>
                </a:cubicBezTo>
                <a:cubicBezTo>
                  <a:pt x="1699752" y="244686"/>
                  <a:pt x="1714633" y="229805"/>
                  <a:pt x="1714633" y="211449"/>
                </a:cubicBezTo>
                <a:cubicBezTo>
                  <a:pt x="1714633" y="193092"/>
                  <a:pt x="1699752" y="178211"/>
                  <a:pt x="1681396" y="178211"/>
                </a:cubicBezTo>
                <a:cubicBezTo>
                  <a:pt x="1663039" y="178211"/>
                  <a:pt x="1648158" y="193092"/>
                  <a:pt x="1648158" y="211449"/>
                </a:cubicBezTo>
                <a:moveTo>
                  <a:pt x="1790589" y="196987"/>
                </a:moveTo>
                <a:cubicBezTo>
                  <a:pt x="1790589" y="215344"/>
                  <a:pt x="1805470" y="230224"/>
                  <a:pt x="1823827" y="230224"/>
                </a:cubicBezTo>
                <a:cubicBezTo>
                  <a:pt x="1842183" y="230224"/>
                  <a:pt x="1857064" y="215344"/>
                  <a:pt x="1857064" y="196987"/>
                </a:cubicBezTo>
                <a:cubicBezTo>
                  <a:pt x="1857064" y="178630"/>
                  <a:pt x="1842183" y="163749"/>
                  <a:pt x="1823827" y="163749"/>
                </a:cubicBezTo>
                <a:cubicBezTo>
                  <a:pt x="1805470" y="163749"/>
                  <a:pt x="1790589" y="178630"/>
                  <a:pt x="1790589" y="196987"/>
                </a:cubicBezTo>
                <a:moveTo>
                  <a:pt x="1908513" y="177382"/>
                </a:moveTo>
                <a:cubicBezTo>
                  <a:pt x="1908513" y="195739"/>
                  <a:pt x="1923394" y="210620"/>
                  <a:pt x="1941751" y="210620"/>
                </a:cubicBezTo>
                <a:cubicBezTo>
                  <a:pt x="1960107" y="210620"/>
                  <a:pt x="1974988" y="195739"/>
                  <a:pt x="1974988" y="177382"/>
                </a:cubicBezTo>
                <a:cubicBezTo>
                  <a:pt x="1974988" y="159025"/>
                  <a:pt x="1960107" y="144145"/>
                  <a:pt x="1941751" y="144145"/>
                </a:cubicBezTo>
                <a:cubicBezTo>
                  <a:pt x="1923394" y="144145"/>
                  <a:pt x="1908513" y="159025"/>
                  <a:pt x="1908513" y="177382"/>
                </a:cubicBezTo>
                <a:moveTo>
                  <a:pt x="2051090" y="140672"/>
                </a:moveTo>
                <a:cubicBezTo>
                  <a:pt x="2051090" y="159029"/>
                  <a:pt x="2065971" y="173909"/>
                  <a:pt x="2084327" y="173909"/>
                </a:cubicBezTo>
                <a:cubicBezTo>
                  <a:pt x="2102684" y="173909"/>
                  <a:pt x="2117565" y="159029"/>
                  <a:pt x="2117565" y="140672"/>
                </a:cubicBezTo>
                <a:cubicBezTo>
                  <a:pt x="2117565" y="122315"/>
                  <a:pt x="2102684" y="107434"/>
                  <a:pt x="2084327" y="107434"/>
                </a:cubicBezTo>
                <a:cubicBezTo>
                  <a:pt x="2065971" y="107434"/>
                  <a:pt x="2051090" y="122315"/>
                  <a:pt x="2051090" y="140672"/>
                </a:cubicBezTo>
                <a:moveTo>
                  <a:pt x="2169031" y="119672"/>
                </a:moveTo>
                <a:cubicBezTo>
                  <a:pt x="2169031" y="138028"/>
                  <a:pt x="2183912" y="152909"/>
                  <a:pt x="2202268" y="152909"/>
                </a:cubicBezTo>
                <a:cubicBezTo>
                  <a:pt x="2220625" y="152909"/>
                  <a:pt x="2235506" y="138028"/>
                  <a:pt x="2235506" y="119672"/>
                </a:cubicBezTo>
                <a:cubicBezTo>
                  <a:pt x="2235506" y="101315"/>
                  <a:pt x="2220625" y="86434"/>
                  <a:pt x="2202268" y="86434"/>
                </a:cubicBezTo>
                <a:cubicBezTo>
                  <a:pt x="2183912" y="86434"/>
                  <a:pt x="2169031" y="101315"/>
                  <a:pt x="2169031" y="119672"/>
                </a:cubicBezTo>
                <a:moveTo>
                  <a:pt x="2304134" y="111981"/>
                </a:moveTo>
                <a:cubicBezTo>
                  <a:pt x="2304134" y="130337"/>
                  <a:pt x="2319015" y="145219"/>
                  <a:pt x="2337372" y="145219"/>
                </a:cubicBezTo>
                <a:cubicBezTo>
                  <a:pt x="2355728" y="145219"/>
                  <a:pt x="2370609" y="130337"/>
                  <a:pt x="2370609" y="111981"/>
                </a:cubicBezTo>
                <a:cubicBezTo>
                  <a:pt x="2370609" y="93624"/>
                  <a:pt x="2355728" y="78743"/>
                  <a:pt x="2337372" y="78743"/>
                </a:cubicBezTo>
                <a:cubicBezTo>
                  <a:pt x="2319015" y="78743"/>
                  <a:pt x="2304134" y="93624"/>
                  <a:pt x="2304134" y="111981"/>
                </a:cubicBezTo>
                <a:moveTo>
                  <a:pt x="2417126" y="98061"/>
                </a:moveTo>
                <a:cubicBezTo>
                  <a:pt x="2417126" y="116418"/>
                  <a:pt x="2432007" y="131298"/>
                  <a:pt x="2450363" y="131298"/>
                </a:cubicBezTo>
                <a:cubicBezTo>
                  <a:pt x="2468720" y="131298"/>
                  <a:pt x="2483601" y="116418"/>
                  <a:pt x="2483601" y="98061"/>
                </a:cubicBezTo>
                <a:cubicBezTo>
                  <a:pt x="2483601" y="79704"/>
                  <a:pt x="2468720" y="64823"/>
                  <a:pt x="2450363" y="64823"/>
                </a:cubicBezTo>
                <a:cubicBezTo>
                  <a:pt x="2432007" y="64823"/>
                  <a:pt x="2417126" y="79704"/>
                  <a:pt x="2417126" y="98061"/>
                </a:cubicBezTo>
                <a:moveTo>
                  <a:pt x="2559647" y="78701"/>
                </a:moveTo>
                <a:cubicBezTo>
                  <a:pt x="2559647" y="97058"/>
                  <a:pt x="2574528" y="111939"/>
                  <a:pt x="2592885" y="111939"/>
                </a:cubicBezTo>
                <a:cubicBezTo>
                  <a:pt x="2611241" y="111939"/>
                  <a:pt x="2626122" y="97058"/>
                  <a:pt x="2626122" y="78701"/>
                </a:cubicBezTo>
                <a:cubicBezTo>
                  <a:pt x="2626122" y="60345"/>
                  <a:pt x="2611241" y="45464"/>
                  <a:pt x="2592885" y="45464"/>
                </a:cubicBezTo>
                <a:cubicBezTo>
                  <a:pt x="2574528" y="45464"/>
                  <a:pt x="2559647" y="60345"/>
                  <a:pt x="2559647" y="78701"/>
                </a:cubicBezTo>
                <a:moveTo>
                  <a:pt x="2672727" y="65799"/>
                </a:moveTo>
                <a:cubicBezTo>
                  <a:pt x="2672727" y="84155"/>
                  <a:pt x="2687608" y="99036"/>
                  <a:pt x="2705965" y="99036"/>
                </a:cubicBezTo>
                <a:cubicBezTo>
                  <a:pt x="2724322" y="99036"/>
                  <a:pt x="2739203" y="84155"/>
                  <a:pt x="2739203" y="65799"/>
                </a:cubicBezTo>
                <a:cubicBezTo>
                  <a:pt x="2739203" y="47442"/>
                  <a:pt x="2724322" y="32561"/>
                  <a:pt x="2705965" y="32561"/>
                </a:cubicBezTo>
                <a:cubicBezTo>
                  <a:pt x="2687608" y="32561"/>
                  <a:pt x="2672727" y="47442"/>
                  <a:pt x="2672727" y="65799"/>
                </a:cubicBezTo>
                <a:moveTo>
                  <a:pt x="2807795" y="33237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38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64B05-C5A3-41E3-B320-8D39ED0B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3954484"/>
            <a:ext cx="2807795" cy="526772"/>
          </a:xfrm>
          <a:custGeom xmlns:a="http://schemas.openxmlformats.org/drawingml/2006/main">
            <a:pathLst>
              <a:path w="2807795" h="526772" fill="none">
                <a:moveTo>
                  <a:pt x="0" y="526772"/>
                </a:moveTo>
                <a:lnTo>
                  <a:pt x="125972" y="496672"/>
                </a:lnTo>
                <a:lnTo>
                  <a:pt x="256820" y="458172"/>
                </a:lnTo>
                <a:lnTo>
                  <a:pt x="364594" y="431568"/>
                </a:lnTo>
                <a:lnTo>
                  <a:pt x="504257" y="395841"/>
                </a:lnTo>
                <a:lnTo>
                  <a:pt x="614446" y="369197"/>
                </a:lnTo>
                <a:lnTo>
                  <a:pt x="769625" y="329393"/>
                </a:lnTo>
                <a:lnTo>
                  <a:pt x="890079" y="310039"/>
                </a:lnTo>
                <a:lnTo>
                  <a:pt x="1002990" y="221226"/>
                </a:lnTo>
                <a:lnTo>
                  <a:pt x="1132309" y="203185"/>
                </a:lnTo>
                <a:lnTo>
                  <a:pt x="1277565" y="181589"/>
                </a:lnTo>
                <a:lnTo>
                  <a:pt x="1392633" y="166677"/>
                </a:lnTo>
                <a:lnTo>
                  <a:pt x="1532658" y="145437"/>
                </a:lnTo>
                <a:lnTo>
                  <a:pt x="1648158" y="118507"/>
                </a:lnTo>
                <a:lnTo>
                  <a:pt x="1790589" y="95146"/>
                </a:lnTo>
                <a:lnTo>
                  <a:pt x="1908513" y="78656"/>
                </a:lnTo>
                <a:lnTo>
                  <a:pt x="2051090" y="65059"/>
                </a:lnTo>
                <a:lnTo>
                  <a:pt x="2169030" y="45984"/>
                </a:lnTo>
                <a:lnTo>
                  <a:pt x="2304134" y="33575"/>
                </a:lnTo>
                <a:lnTo>
                  <a:pt x="2417126" y="27863"/>
                </a:lnTo>
                <a:lnTo>
                  <a:pt x="2559647" y="12224"/>
                </a:lnTo>
                <a:lnTo>
                  <a:pt x="2672727" y="3660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383838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11837-84F6-44C8-96AC-0EDE6CBF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3921246"/>
            <a:ext cx="2874271" cy="593248"/>
          </a:xfrm>
          <a:custGeom xmlns:a="http://schemas.openxmlformats.org/drawingml/2006/main">
            <a:pathLst>
              <a:path w="2874271" h="593248">
                <a:moveTo>
                  <a:pt x="0" y="560010"/>
                </a:moveTo>
                <a:cubicBezTo>
                  <a:pt x="0" y="578367"/>
                  <a:pt x="14881" y="593248"/>
                  <a:pt x="33238" y="593248"/>
                </a:cubicBezTo>
                <a:cubicBezTo>
                  <a:pt x="51594" y="593248"/>
                  <a:pt x="66475" y="578367"/>
                  <a:pt x="66475" y="560010"/>
                </a:cubicBezTo>
                <a:cubicBezTo>
                  <a:pt x="66475" y="541653"/>
                  <a:pt x="51594" y="526772"/>
                  <a:pt x="33238" y="526772"/>
                </a:cubicBezTo>
                <a:cubicBezTo>
                  <a:pt x="14881" y="526772"/>
                  <a:pt x="0" y="541653"/>
                  <a:pt x="0" y="560010"/>
                </a:cubicBezTo>
                <a:moveTo>
                  <a:pt x="125972" y="529910"/>
                </a:moveTo>
                <a:cubicBezTo>
                  <a:pt x="125972" y="548266"/>
                  <a:pt x="140853" y="563147"/>
                  <a:pt x="159210" y="563147"/>
                </a:cubicBezTo>
                <a:cubicBezTo>
                  <a:pt x="177567" y="563147"/>
                  <a:pt x="192448" y="548266"/>
                  <a:pt x="192448" y="529910"/>
                </a:cubicBezTo>
                <a:cubicBezTo>
                  <a:pt x="192448" y="511553"/>
                  <a:pt x="177567" y="496672"/>
                  <a:pt x="159210" y="496672"/>
                </a:cubicBezTo>
                <a:cubicBezTo>
                  <a:pt x="140853" y="496672"/>
                  <a:pt x="125972" y="511553"/>
                  <a:pt x="125972" y="529910"/>
                </a:cubicBezTo>
                <a:moveTo>
                  <a:pt x="256821" y="491409"/>
                </a:moveTo>
                <a:cubicBezTo>
                  <a:pt x="256821" y="509766"/>
                  <a:pt x="271701" y="524647"/>
                  <a:pt x="290058" y="524647"/>
                </a:cubicBezTo>
                <a:cubicBezTo>
                  <a:pt x="308415" y="524647"/>
                  <a:pt x="323296" y="509766"/>
                  <a:pt x="323296" y="491409"/>
                </a:cubicBezTo>
                <a:cubicBezTo>
                  <a:pt x="323296" y="473053"/>
                  <a:pt x="308415" y="458172"/>
                  <a:pt x="290058" y="458172"/>
                </a:cubicBezTo>
                <a:cubicBezTo>
                  <a:pt x="271701" y="458172"/>
                  <a:pt x="256821" y="473053"/>
                  <a:pt x="256821" y="491409"/>
                </a:cubicBezTo>
                <a:moveTo>
                  <a:pt x="364594" y="464805"/>
                </a:moveTo>
                <a:cubicBezTo>
                  <a:pt x="364594" y="483162"/>
                  <a:pt x="379475" y="498043"/>
                  <a:pt x="397832" y="498043"/>
                </a:cubicBezTo>
                <a:cubicBezTo>
                  <a:pt x="416188" y="498043"/>
                  <a:pt x="431070" y="483162"/>
                  <a:pt x="431070" y="464805"/>
                </a:cubicBezTo>
                <a:cubicBezTo>
                  <a:pt x="431070" y="446448"/>
                  <a:pt x="416188" y="431568"/>
                  <a:pt x="397832" y="431568"/>
                </a:cubicBezTo>
                <a:cubicBezTo>
                  <a:pt x="379475" y="431568"/>
                  <a:pt x="364594" y="446448"/>
                  <a:pt x="364594" y="464805"/>
                </a:cubicBezTo>
                <a:moveTo>
                  <a:pt x="504257" y="429079"/>
                </a:moveTo>
                <a:cubicBezTo>
                  <a:pt x="504257" y="447436"/>
                  <a:pt x="519138" y="462317"/>
                  <a:pt x="537495" y="462317"/>
                </a:cubicBezTo>
                <a:cubicBezTo>
                  <a:pt x="555851" y="462317"/>
                  <a:pt x="570732" y="447436"/>
                  <a:pt x="570732" y="429079"/>
                </a:cubicBezTo>
                <a:cubicBezTo>
                  <a:pt x="570732" y="410723"/>
                  <a:pt x="555851" y="395842"/>
                  <a:pt x="537495" y="395842"/>
                </a:cubicBezTo>
                <a:cubicBezTo>
                  <a:pt x="519138" y="395842"/>
                  <a:pt x="504257" y="410723"/>
                  <a:pt x="504257" y="429079"/>
                </a:cubicBezTo>
                <a:moveTo>
                  <a:pt x="614446" y="402435"/>
                </a:moveTo>
                <a:cubicBezTo>
                  <a:pt x="614446" y="420791"/>
                  <a:pt x="629327" y="435673"/>
                  <a:pt x="647684" y="435673"/>
                </a:cubicBezTo>
                <a:cubicBezTo>
                  <a:pt x="666041" y="435673"/>
                  <a:pt x="680922" y="420791"/>
                  <a:pt x="680922" y="402435"/>
                </a:cubicBezTo>
                <a:cubicBezTo>
                  <a:pt x="680922" y="384078"/>
                  <a:pt x="666041" y="369197"/>
                  <a:pt x="647684" y="369197"/>
                </a:cubicBezTo>
                <a:cubicBezTo>
                  <a:pt x="629327" y="369197"/>
                  <a:pt x="614446" y="384078"/>
                  <a:pt x="614446" y="402435"/>
                </a:cubicBezTo>
                <a:moveTo>
                  <a:pt x="769626" y="362631"/>
                </a:moveTo>
                <a:cubicBezTo>
                  <a:pt x="769626" y="380988"/>
                  <a:pt x="784507" y="395868"/>
                  <a:pt x="802863" y="395868"/>
                </a:cubicBezTo>
                <a:cubicBezTo>
                  <a:pt x="821220" y="395868"/>
                  <a:pt x="836101" y="380988"/>
                  <a:pt x="836101" y="362631"/>
                </a:cubicBezTo>
                <a:cubicBezTo>
                  <a:pt x="836101" y="344274"/>
                  <a:pt x="821220" y="329393"/>
                  <a:pt x="802863" y="329393"/>
                </a:cubicBezTo>
                <a:cubicBezTo>
                  <a:pt x="784507" y="329393"/>
                  <a:pt x="769626" y="344274"/>
                  <a:pt x="769626" y="362631"/>
                </a:cubicBezTo>
                <a:moveTo>
                  <a:pt x="890079" y="343276"/>
                </a:moveTo>
                <a:cubicBezTo>
                  <a:pt x="890079" y="361633"/>
                  <a:pt x="904960" y="376514"/>
                  <a:pt x="923317" y="376514"/>
                </a:cubicBezTo>
                <a:cubicBezTo>
                  <a:pt x="941673" y="376514"/>
                  <a:pt x="956554" y="361633"/>
                  <a:pt x="956554" y="343276"/>
                </a:cubicBezTo>
                <a:cubicBezTo>
                  <a:pt x="956554" y="324920"/>
                  <a:pt x="941673" y="310039"/>
                  <a:pt x="923317" y="310039"/>
                </a:cubicBezTo>
                <a:cubicBezTo>
                  <a:pt x="904960" y="310039"/>
                  <a:pt x="890079" y="324920"/>
                  <a:pt x="890079" y="343276"/>
                </a:cubicBezTo>
                <a:moveTo>
                  <a:pt x="1002990" y="254464"/>
                </a:moveTo>
                <a:cubicBezTo>
                  <a:pt x="1002990" y="272820"/>
                  <a:pt x="1017871" y="287701"/>
                  <a:pt x="1036227" y="287701"/>
                </a:cubicBezTo>
                <a:cubicBezTo>
                  <a:pt x="1054584" y="287701"/>
                  <a:pt x="1069465" y="272820"/>
                  <a:pt x="1069465" y="254464"/>
                </a:cubicBezTo>
                <a:cubicBezTo>
                  <a:pt x="1069465" y="236107"/>
                  <a:pt x="1054584" y="221226"/>
                  <a:pt x="1036227" y="221226"/>
                </a:cubicBezTo>
                <a:cubicBezTo>
                  <a:pt x="1017871" y="221226"/>
                  <a:pt x="1002990" y="236107"/>
                  <a:pt x="1002990" y="254464"/>
                </a:cubicBezTo>
                <a:moveTo>
                  <a:pt x="1132309" y="236423"/>
                </a:moveTo>
                <a:cubicBezTo>
                  <a:pt x="1132309" y="254780"/>
                  <a:pt x="1147190" y="269661"/>
                  <a:pt x="1165547" y="269661"/>
                </a:cubicBezTo>
                <a:cubicBezTo>
                  <a:pt x="1183904" y="269661"/>
                  <a:pt x="1198784" y="254780"/>
                  <a:pt x="1198784" y="236423"/>
                </a:cubicBezTo>
                <a:cubicBezTo>
                  <a:pt x="1198784" y="218067"/>
                  <a:pt x="1183904" y="203185"/>
                  <a:pt x="1165547" y="203185"/>
                </a:cubicBezTo>
                <a:cubicBezTo>
                  <a:pt x="1147190" y="203185"/>
                  <a:pt x="1132309" y="218067"/>
                  <a:pt x="1132309" y="236423"/>
                </a:cubicBezTo>
                <a:moveTo>
                  <a:pt x="1277565" y="214827"/>
                </a:moveTo>
                <a:cubicBezTo>
                  <a:pt x="1277565" y="233183"/>
                  <a:pt x="1292446" y="248064"/>
                  <a:pt x="1310802" y="248064"/>
                </a:cubicBezTo>
                <a:cubicBezTo>
                  <a:pt x="1329159" y="248064"/>
                  <a:pt x="1344040" y="233183"/>
                  <a:pt x="1344040" y="214827"/>
                </a:cubicBezTo>
                <a:cubicBezTo>
                  <a:pt x="1344040" y="196470"/>
                  <a:pt x="1329159" y="181589"/>
                  <a:pt x="1310802" y="181589"/>
                </a:cubicBezTo>
                <a:cubicBezTo>
                  <a:pt x="1292446" y="181589"/>
                  <a:pt x="1277565" y="196470"/>
                  <a:pt x="1277565" y="214827"/>
                </a:cubicBezTo>
                <a:moveTo>
                  <a:pt x="1392633" y="199915"/>
                </a:moveTo>
                <a:cubicBezTo>
                  <a:pt x="1392633" y="218271"/>
                  <a:pt x="1407514" y="233152"/>
                  <a:pt x="1425871" y="233152"/>
                </a:cubicBezTo>
                <a:cubicBezTo>
                  <a:pt x="1444227" y="233152"/>
                  <a:pt x="1459108" y="218271"/>
                  <a:pt x="1459108" y="199915"/>
                </a:cubicBezTo>
                <a:cubicBezTo>
                  <a:pt x="1459108" y="181558"/>
                  <a:pt x="1444227" y="166677"/>
                  <a:pt x="1425871" y="166677"/>
                </a:cubicBezTo>
                <a:cubicBezTo>
                  <a:pt x="1407514" y="166677"/>
                  <a:pt x="1392633" y="181558"/>
                  <a:pt x="1392633" y="199915"/>
                </a:cubicBezTo>
                <a:moveTo>
                  <a:pt x="1532658" y="178675"/>
                </a:moveTo>
                <a:cubicBezTo>
                  <a:pt x="1532658" y="197031"/>
                  <a:pt x="1547539" y="211912"/>
                  <a:pt x="1565895" y="211912"/>
                </a:cubicBezTo>
                <a:cubicBezTo>
                  <a:pt x="1584252" y="211912"/>
                  <a:pt x="1599133" y="197031"/>
                  <a:pt x="1599133" y="178675"/>
                </a:cubicBezTo>
                <a:cubicBezTo>
                  <a:pt x="1599133" y="160318"/>
                  <a:pt x="1584252" y="145437"/>
                  <a:pt x="1565895" y="145437"/>
                </a:cubicBezTo>
                <a:cubicBezTo>
                  <a:pt x="1547539" y="145437"/>
                  <a:pt x="1532658" y="160318"/>
                  <a:pt x="1532658" y="178675"/>
                </a:cubicBezTo>
                <a:moveTo>
                  <a:pt x="1648158" y="151745"/>
                </a:moveTo>
                <a:cubicBezTo>
                  <a:pt x="1648158" y="170101"/>
                  <a:pt x="1663039" y="184982"/>
                  <a:pt x="1681396" y="184982"/>
                </a:cubicBezTo>
                <a:cubicBezTo>
                  <a:pt x="1699752" y="184982"/>
                  <a:pt x="1714634" y="170101"/>
                  <a:pt x="1714634" y="151745"/>
                </a:cubicBezTo>
                <a:cubicBezTo>
                  <a:pt x="1714634" y="133388"/>
                  <a:pt x="1699752" y="118507"/>
                  <a:pt x="1681396" y="118507"/>
                </a:cubicBezTo>
                <a:cubicBezTo>
                  <a:pt x="1663039" y="118507"/>
                  <a:pt x="1648158" y="133388"/>
                  <a:pt x="1648158" y="151745"/>
                </a:cubicBezTo>
                <a:moveTo>
                  <a:pt x="1790589" y="128384"/>
                </a:moveTo>
                <a:cubicBezTo>
                  <a:pt x="1790589" y="146740"/>
                  <a:pt x="1805470" y="161621"/>
                  <a:pt x="1823827" y="161621"/>
                </a:cubicBezTo>
                <a:cubicBezTo>
                  <a:pt x="1842184" y="161621"/>
                  <a:pt x="1857064" y="146740"/>
                  <a:pt x="1857064" y="128384"/>
                </a:cubicBezTo>
                <a:cubicBezTo>
                  <a:pt x="1857064" y="110027"/>
                  <a:pt x="1842184" y="95146"/>
                  <a:pt x="1823827" y="95146"/>
                </a:cubicBezTo>
                <a:cubicBezTo>
                  <a:pt x="1805470" y="95146"/>
                  <a:pt x="1790589" y="110027"/>
                  <a:pt x="1790589" y="128384"/>
                </a:cubicBezTo>
                <a:moveTo>
                  <a:pt x="1908514" y="111894"/>
                </a:moveTo>
                <a:cubicBezTo>
                  <a:pt x="1908514" y="130251"/>
                  <a:pt x="1923394" y="145132"/>
                  <a:pt x="1941751" y="145132"/>
                </a:cubicBezTo>
                <a:cubicBezTo>
                  <a:pt x="1960107" y="145132"/>
                  <a:pt x="1974989" y="130251"/>
                  <a:pt x="1974989" y="111894"/>
                </a:cubicBezTo>
                <a:cubicBezTo>
                  <a:pt x="1974989" y="93537"/>
                  <a:pt x="1960107" y="78657"/>
                  <a:pt x="1941751" y="78657"/>
                </a:cubicBezTo>
                <a:cubicBezTo>
                  <a:pt x="1923394" y="78657"/>
                  <a:pt x="1908514" y="93537"/>
                  <a:pt x="1908514" y="111894"/>
                </a:cubicBezTo>
                <a:moveTo>
                  <a:pt x="2051090" y="98297"/>
                </a:moveTo>
                <a:cubicBezTo>
                  <a:pt x="2051090" y="116654"/>
                  <a:pt x="2065971" y="131534"/>
                  <a:pt x="2084327" y="131534"/>
                </a:cubicBezTo>
                <a:cubicBezTo>
                  <a:pt x="2102684" y="131534"/>
                  <a:pt x="2117565" y="116654"/>
                  <a:pt x="2117565" y="98297"/>
                </a:cubicBezTo>
                <a:cubicBezTo>
                  <a:pt x="2117565" y="79940"/>
                  <a:pt x="2102684" y="65059"/>
                  <a:pt x="2084327" y="65059"/>
                </a:cubicBezTo>
                <a:cubicBezTo>
                  <a:pt x="2065971" y="65059"/>
                  <a:pt x="2051090" y="79940"/>
                  <a:pt x="2051090" y="98297"/>
                </a:cubicBezTo>
                <a:moveTo>
                  <a:pt x="2169031" y="79222"/>
                </a:moveTo>
                <a:cubicBezTo>
                  <a:pt x="2169031" y="97579"/>
                  <a:pt x="2183912" y="112459"/>
                  <a:pt x="2202268" y="112459"/>
                </a:cubicBezTo>
                <a:cubicBezTo>
                  <a:pt x="2220625" y="112459"/>
                  <a:pt x="2235506" y="97579"/>
                  <a:pt x="2235506" y="79222"/>
                </a:cubicBezTo>
                <a:cubicBezTo>
                  <a:pt x="2235506" y="60865"/>
                  <a:pt x="2220625" y="45984"/>
                  <a:pt x="2202268" y="45984"/>
                </a:cubicBezTo>
                <a:cubicBezTo>
                  <a:pt x="2183912" y="45984"/>
                  <a:pt x="2169031" y="60865"/>
                  <a:pt x="2169031" y="79222"/>
                </a:cubicBezTo>
                <a:moveTo>
                  <a:pt x="2304134" y="66813"/>
                </a:moveTo>
                <a:cubicBezTo>
                  <a:pt x="2304134" y="85170"/>
                  <a:pt x="2319015" y="100051"/>
                  <a:pt x="2337372" y="100051"/>
                </a:cubicBezTo>
                <a:cubicBezTo>
                  <a:pt x="2355729" y="100051"/>
                  <a:pt x="2370610" y="85170"/>
                  <a:pt x="2370610" y="66813"/>
                </a:cubicBezTo>
                <a:cubicBezTo>
                  <a:pt x="2370610" y="48457"/>
                  <a:pt x="2355729" y="33575"/>
                  <a:pt x="2337372" y="33575"/>
                </a:cubicBezTo>
                <a:cubicBezTo>
                  <a:pt x="2319015" y="33575"/>
                  <a:pt x="2304134" y="48457"/>
                  <a:pt x="2304134" y="66813"/>
                </a:cubicBezTo>
                <a:moveTo>
                  <a:pt x="2417126" y="61100"/>
                </a:moveTo>
                <a:cubicBezTo>
                  <a:pt x="2417126" y="79457"/>
                  <a:pt x="2432007" y="94338"/>
                  <a:pt x="2450363" y="94338"/>
                </a:cubicBezTo>
                <a:cubicBezTo>
                  <a:pt x="2468720" y="94338"/>
                  <a:pt x="2483601" y="79457"/>
                  <a:pt x="2483601" y="61100"/>
                </a:cubicBezTo>
                <a:cubicBezTo>
                  <a:pt x="2483601" y="42744"/>
                  <a:pt x="2468720" y="27863"/>
                  <a:pt x="2450363" y="27863"/>
                </a:cubicBezTo>
                <a:cubicBezTo>
                  <a:pt x="2432007" y="27863"/>
                  <a:pt x="2417126" y="42744"/>
                  <a:pt x="2417126" y="61100"/>
                </a:cubicBezTo>
                <a:moveTo>
                  <a:pt x="2559647" y="45461"/>
                </a:moveTo>
                <a:cubicBezTo>
                  <a:pt x="2559647" y="63818"/>
                  <a:pt x="2574528" y="78699"/>
                  <a:pt x="2592885" y="78699"/>
                </a:cubicBezTo>
                <a:cubicBezTo>
                  <a:pt x="2611241" y="78699"/>
                  <a:pt x="2626122" y="63818"/>
                  <a:pt x="2626122" y="45461"/>
                </a:cubicBezTo>
                <a:cubicBezTo>
                  <a:pt x="2626122" y="27105"/>
                  <a:pt x="2611241" y="12224"/>
                  <a:pt x="2592885" y="12224"/>
                </a:cubicBezTo>
                <a:cubicBezTo>
                  <a:pt x="2574528" y="12224"/>
                  <a:pt x="2559647" y="27105"/>
                  <a:pt x="2559647" y="45461"/>
                </a:cubicBezTo>
                <a:moveTo>
                  <a:pt x="2672727" y="36898"/>
                </a:moveTo>
                <a:cubicBezTo>
                  <a:pt x="2672727" y="55254"/>
                  <a:pt x="2687609" y="70135"/>
                  <a:pt x="2705965" y="70135"/>
                </a:cubicBezTo>
                <a:cubicBezTo>
                  <a:pt x="2724322" y="70135"/>
                  <a:pt x="2739203" y="55254"/>
                  <a:pt x="2739203" y="36898"/>
                </a:cubicBezTo>
                <a:cubicBezTo>
                  <a:pt x="2739203" y="18541"/>
                  <a:pt x="2724322" y="3660"/>
                  <a:pt x="2705965" y="3660"/>
                </a:cubicBezTo>
                <a:cubicBezTo>
                  <a:pt x="2687609" y="3660"/>
                  <a:pt x="2672727" y="18541"/>
                  <a:pt x="2672727" y="36898"/>
                </a:cubicBezTo>
                <a:moveTo>
                  <a:pt x="2807795" y="33238"/>
                </a:moveTo>
                <a:cubicBezTo>
                  <a:pt x="2807795" y="51594"/>
                  <a:pt x="2822677" y="66476"/>
                  <a:pt x="2841033" y="66476"/>
                </a:cubicBezTo>
                <a:cubicBezTo>
                  <a:pt x="2859390" y="66476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38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D78EB5-144A-4EAC-BA7F-71DB5BD8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754052"/>
            <a:ext cx="2807795" cy="1093861"/>
          </a:xfrm>
          <a:custGeom xmlns:a="http://schemas.openxmlformats.org/drawingml/2006/main">
            <a:pathLst>
              <a:path w="2807795" h="1093861" fill="none">
                <a:moveTo>
                  <a:pt x="0" y="1093861"/>
                </a:moveTo>
                <a:lnTo>
                  <a:pt x="125972" y="1013068"/>
                </a:lnTo>
                <a:lnTo>
                  <a:pt x="256820" y="903498"/>
                </a:lnTo>
                <a:lnTo>
                  <a:pt x="364594" y="854511"/>
                </a:lnTo>
                <a:lnTo>
                  <a:pt x="504257" y="774201"/>
                </a:lnTo>
                <a:lnTo>
                  <a:pt x="614446" y="722082"/>
                </a:lnTo>
                <a:lnTo>
                  <a:pt x="769626" y="639442"/>
                </a:lnTo>
                <a:lnTo>
                  <a:pt x="890079" y="571839"/>
                </a:lnTo>
                <a:lnTo>
                  <a:pt x="1002990" y="510821"/>
                </a:lnTo>
                <a:lnTo>
                  <a:pt x="1132309" y="476398"/>
                </a:lnTo>
                <a:lnTo>
                  <a:pt x="1277565" y="434297"/>
                </a:lnTo>
                <a:lnTo>
                  <a:pt x="1392633" y="390422"/>
                </a:lnTo>
                <a:lnTo>
                  <a:pt x="1532657" y="340827"/>
                </a:lnTo>
                <a:lnTo>
                  <a:pt x="1648158" y="302911"/>
                </a:lnTo>
                <a:lnTo>
                  <a:pt x="1790589" y="247861"/>
                </a:lnTo>
                <a:lnTo>
                  <a:pt x="1908513" y="211837"/>
                </a:lnTo>
                <a:lnTo>
                  <a:pt x="2051090" y="176716"/>
                </a:lnTo>
                <a:lnTo>
                  <a:pt x="2169031" y="136976"/>
                </a:lnTo>
                <a:lnTo>
                  <a:pt x="2304134" y="96652"/>
                </a:lnTo>
                <a:lnTo>
                  <a:pt x="2417126" y="73790"/>
                </a:lnTo>
                <a:lnTo>
                  <a:pt x="2559647" y="35432"/>
                </a:lnTo>
                <a:lnTo>
                  <a:pt x="2672727" y="15549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555555"/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F64BED-B0FC-4972-8EA0-E824A307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720815"/>
            <a:ext cx="2874271" cy="1160336"/>
          </a:xfrm>
          <a:custGeom xmlns:a="http://schemas.openxmlformats.org/drawingml/2006/main">
            <a:pathLst>
              <a:path w="2874271" h="1160336">
                <a:moveTo>
                  <a:pt x="0" y="1127098"/>
                </a:moveTo>
                <a:cubicBezTo>
                  <a:pt x="0" y="1145455"/>
                  <a:pt x="14881" y="1160336"/>
                  <a:pt x="33238" y="1160336"/>
                </a:cubicBezTo>
                <a:cubicBezTo>
                  <a:pt x="51594" y="1160336"/>
                  <a:pt x="66475" y="1145455"/>
                  <a:pt x="66475" y="1127098"/>
                </a:cubicBezTo>
                <a:cubicBezTo>
                  <a:pt x="66475" y="1108741"/>
                  <a:pt x="51594" y="1093861"/>
                  <a:pt x="33238" y="1093861"/>
                </a:cubicBezTo>
                <a:cubicBezTo>
                  <a:pt x="14881" y="1093861"/>
                  <a:pt x="0" y="1108741"/>
                  <a:pt x="0" y="1127098"/>
                </a:cubicBezTo>
                <a:moveTo>
                  <a:pt x="125972" y="1046306"/>
                </a:moveTo>
                <a:cubicBezTo>
                  <a:pt x="125972" y="1064663"/>
                  <a:pt x="140853" y="1079544"/>
                  <a:pt x="159210" y="1079544"/>
                </a:cubicBezTo>
                <a:cubicBezTo>
                  <a:pt x="177567" y="1079544"/>
                  <a:pt x="192448" y="1064663"/>
                  <a:pt x="192448" y="1046306"/>
                </a:cubicBezTo>
                <a:cubicBezTo>
                  <a:pt x="192448" y="1027949"/>
                  <a:pt x="177567" y="1013068"/>
                  <a:pt x="159210" y="1013068"/>
                </a:cubicBezTo>
                <a:cubicBezTo>
                  <a:pt x="140853" y="1013068"/>
                  <a:pt x="125972" y="1027949"/>
                  <a:pt x="125972" y="1046306"/>
                </a:cubicBezTo>
                <a:moveTo>
                  <a:pt x="256820" y="936736"/>
                </a:moveTo>
                <a:cubicBezTo>
                  <a:pt x="256820" y="955093"/>
                  <a:pt x="271701" y="969974"/>
                  <a:pt x="290058" y="969974"/>
                </a:cubicBezTo>
                <a:cubicBezTo>
                  <a:pt x="308415" y="969974"/>
                  <a:pt x="323295" y="955093"/>
                  <a:pt x="323295" y="936736"/>
                </a:cubicBezTo>
                <a:cubicBezTo>
                  <a:pt x="323295" y="918379"/>
                  <a:pt x="308415" y="903498"/>
                  <a:pt x="290058" y="903498"/>
                </a:cubicBezTo>
                <a:cubicBezTo>
                  <a:pt x="271701" y="903498"/>
                  <a:pt x="256820" y="918379"/>
                  <a:pt x="256820" y="936736"/>
                </a:cubicBezTo>
                <a:moveTo>
                  <a:pt x="364594" y="887749"/>
                </a:moveTo>
                <a:cubicBezTo>
                  <a:pt x="364594" y="906106"/>
                  <a:pt x="379475" y="920986"/>
                  <a:pt x="397832" y="920986"/>
                </a:cubicBezTo>
                <a:cubicBezTo>
                  <a:pt x="416188" y="920986"/>
                  <a:pt x="431069" y="906106"/>
                  <a:pt x="431069" y="887749"/>
                </a:cubicBezTo>
                <a:cubicBezTo>
                  <a:pt x="431069" y="869392"/>
                  <a:pt x="416188" y="854511"/>
                  <a:pt x="397832" y="854511"/>
                </a:cubicBezTo>
                <a:cubicBezTo>
                  <a:pt x="379475" y="854511"/>
                  <a:pt x="364594" y="869392"/>
                  <a:pt x="364594" y="887749"/>
                </a:cubicBezTo>
                <a:moveTo>
                  <a:pt x="504257" y="807439"/>
                </a:moveTo>
                <a:cubicBezTo>
                  <a:pt x="504257" y="825795"/>
                  <a:pt x="519138" y="840676"/>
                  <a:pt x="537495" y="840676"/>
                </a:cubicBezTo>
                <a:cubicBezTo>
                  <a:pt x="555851" y="840676"/>
                  <a:pt x="570732" y="825795"/>
                  <a:pt x="570732" y="807439"/>
                </a:cubicBezTo>
                <a:cubicBezTo>
                  <a:pt x="570732" y="789082"/>
                  <a:pt x="555851" y="774201"/>
                  <a:pt x="537495" y="774201"/>
                </a:cubicBezTo>
                <a:cubicBezTo>
                  <a:pt x="519138" y="774201"/>
                  <a:pt x="504257" y="789082"/>
                  <a:pt x="504257" y="807439"/>
                </a:cubicBezTo>
                <a:moveTo>
                  <a:pt x="614446" y="755320"/>
                </a:moveTo>
                <a:cubicBezTo>
                  <a:pt x="614446" y="773676"/>
                  <a:pt x="629327" y="788557"/>
                  <a:pt x="647684" y="788557"/>
                </a:cubicBezTo>
                <a:cubicBezTo>
                  <a:pt x="666040" y="788557"/>
                  <a:pt x="680921" y="773676"/>
                  <a:pt x="680921" y="755320"/>
                </a:cubicBezTo>
                <a:cubicBezTo>
                  <a:pt x="680921" y="736963"/>
                  <a:pt x="666040" y="722082"/>
                  <a:pt x="647684" y="722082"/>
                </a:cubicBezTo>
                <a:cubicBezTo>
                  <a:pt x="629327" y="722082"/>
                  <a:pt x="614446" y="736963"/>
                  <a:pt x="614446" y="755320"/>
                </a:cubicBezTo>
                <a:moveTo>
                  <a:pt x="769626" y="672680"/>
                </a:moveTo>
                <a:cubicBezTo>
                  <a:pt x="769626" y="691037"/>
                  <a:pt x="784506" y="705918"/>
                  <a:pt x="802863" y="705918"/>
                </a:cubicBezTo>
                <a:cubicBezTo>
                  <a:pt x="821220" y="705918"/>
                  <a:pt x="836101" y="691037"/>
                  <a:pt x="836101" y="672680"/>
                </a:cubicBezTo>
                <a:cubicBezTo>
                  <a:pt x="836101" y="654323"/>
                  <a:pt x="821220" y="639442"/>
                  <a:pt x="802863" y="639442"/>
                </a:cubicBezTo>
                <a:cubicBezTo>
                  <a:pt x="784506" y="639442"/>
                  <a:pt x="769626" y="654323"/>
                  <a:pt x="769626" y="672680"/>
                </a:cubicBezTo>
                <a:moveTo>
                  <a:pt x="890079" y="605077"/>
                </a:moveTo>
                <a:cubicBezTo>
                  <a:pt x="890079" y="623434"/>
                  <a:pt x="904960" y="638315"/>
                  <a:pt x="923317" y="638315"/>
                </a:cubicBezTo>
                <a:cubicBezTo>
                  <a:pt x="941673" y="638315"/>
                  <a:pt x="956554" y="623434"/>
                  <a:pt x="956554" y="605077"/>
                </a:cubicBezTo>
                <a:cubicBezTo>
                  <a:pt x="956554" y="586721"/>
                  <a:pt x="941673" y="571840"/>
                  <a:pt x="923317" y="571840"/>
                </a:cubicBezTo>
                <a:cubicBezTo>
                  <a:pt x="904960" y="571840"/>
                  <a:pt x="890079" y="586721"/>
                  <a:pt x="890079" y="605077"/>
                </a:cubicBezTo>
                <a:moveTo>
                  <a:pt x="1002990" y="544059"/>
                </a:moveTo>
                <a:cubicBezTo>
                  <a:pt x="1002990" y="562416"/>
                  <a:pt x="1017871" y="577296"/>
                  <a:pt x="1036227" y="577296"/>
                </a:cubicBezTo>
                <a:cubicBezTo>
                  <a:pt x="1054584" y="577296"/>
                  <a:pt x="1069465" y="562416"/>
                  <a:pt x="1069465" y="544059"/>
                </a:cubicBezTo>
                <a:cubicBezTo>
                  <a:pt x="1069465" y="525702"/>
                  <a:pt x="1054584" y="510822"/>
                  <a:pt x="1036227" y="510822"/>
                </a:cubicBezTo>
                <a:cubicBezTo>
                  <a:pt x="1017871" y="510822"/>
                  <a:pt x="1002990" y="525702"/>
                  <a:pt x="1002990" y="544059"/>
                </a:cubicBezTo>
                <a:moveTo>
                  <a:pt x="1132309" y="509635"/>
                </a:moveTo>
                <a:cubicBezTo>
                  <a:pt x="1132309" y="527992"/>
                  <a:pt x="1147190" y="542873"/>
                  <a:pt x="1165547" y="542873"/>
                </a:cubicBezTo>
                <a:cubicBezTo>
                  <a:pt x="1183903" y="542873"/>
                  <a:pt x="1198784" y="527992"/>
                  <a:pt x="1198784" y="509635"/>
                </a:cubicBezTo>
                <a:cubicBezTo>
                  <a:pt x="1198784" y="491278"/>
                  <a:pt x="1183903" y="476398"/>
                  <a:pt x="1165547" y="476398"/>
                </a:cubicBezTo>
                <a:cubicBezTo>
                  <a:pt x="1147190" y="476398"/>
                  <a:pt x="1132309" y="491278"/>
                  <a:pt x="1132309" y="509635"/>
                </a:cubicBezTo>
                <a:moveTo>
                  <a:pt x="1277565" y="467535"/>
                </a:moveTo>
                <a:cubicBezTo>
                  <a:pt x="1277565" y="485892"/>
                  <a:pt x="1292446" y="500773"/>
                  <a:pt x="1310802" y="500773"/>
                </a:cubicBezTo>
                <a:cubicBezTo>
                  <a:pt x="1329159" y="500773"/>
                  <a:pt x="1344040" y="485892"/>
                  <a:pt x="1344040" y="467535"/>
                </a:cubicBezTo>
                <a:cubicBezTo>
                  <a:pt x="1344040" y="449178"/>
                  <a:pt x="1329159" y="434298"/>
                  <a:pt x="1310802" y="434298"/>
                </a:cubicBezTo>
                <a:cubicBezTo>
                  <a:pt x="1292446" y="434298"/>
                  <a:pt x="1277565" y="449178"/>
                  <a:pt x="1277565" y="467535"/>
                </a:cubicBezTo>
                <a:moveTo>
                  <a:pt x="1392633" y="423660"/>
                </a:moveTo>
                <a:cubicBezTo>
                  <a:pt x="1392633" y="442016"/>
                  <a:pt x="1407514" y="456897"/>
                  <a:pt x="1425870" y="456897"/>
                </a:cubicBezTo>
                <a:cubicBezTo>
                  <a:pt x="1444227" y="456897"/>
                  <a:pt x="1459108" y="442016"/>
                  <a:pt x="1459108" y="423660"/>
                </a:cubicBezTo>
                <a:cubicBezTo>
                  <a:pt x="1459108" y="405303"/>
                  <a:pt x="1444227" y="390422"/>
                  <a:pt x="1425870" y="390422"/>
                </a:cubicBezTo>
                <a:cubicBezTo>
                  <a:pt x="1407514" y="390422"/>
                  <a:pt x="1392633" y="405303"/>
                  <a:pt x="1392633" y="423660"/>
                </a:cubicBezTo>
                <a:moveTo>
                  <a:pt x="1532657" y="374065"/>
                </a:moveTo>
                <a:cubicBezTo>
                  <a:pt x="1532657" y="392421"/>
                  <a:pt x="1547538" y="407302"/>
                  <a:pt x="1565895" y="407302"/>
                </a:cubicBezTo>
                <a:cubicBezTo>
                  <a:pt x="1584252" y="407302"/>
                  <a:pt x="1599132" y="392421"/>
                  <a:pt x="1599132" y="374065"/>
                </a:cubicBezTo>
                <a:cubicBezTo>
                  <a:pt x="1599132" y="355708"/>
                  <a:pt x="1584252" y="340827"/>
                  <a:pt x="1565895" y="340827"/>
                </a:cubicBezTo>
                <a:cubicBezTo>
                  <a:pt x="1547538" y="340827"/>
                  <a:pt x="1532657" y="355708"/>
                  <a:pt x="1532657" y="374065"/>
                </a:cubicBezTo>
                <a:moveTo>
                  <a:pt x="1648158" y="336149"/>
                </a:moveTo>
                <a:cubicBezTo>
                  <a:pt x="1648158" y="354506"/>
                  <a:pt x="1663039" y="369387"/>
                  <a:pt x="1681396" y="369387"/>
                </a:cubicBezTo>
                <a:cubicBezTo>
                  <a:pt x="1699752" y="369387"/>
                  <a:pt x="1714633" y="354506"/>
                  <a:pt x="1714633" y="336149"/>
                </a:cubicBezTo>
                <a:cubicBezTo>
                  <a:pt x="1714633" y="317793"/>
                  <a:pt x="1699752" y="302912"/>
                  <a:pt x="1681396" y="302912"/>
                </a:cubicBezTo>
                <a:cubicBezTo>
                  <a:pt x="1663039" y="302912"/>
                  <a:pt x="1648158" y="317793"/>
                  <a:pt x="1648158" y="336149"/>
                </a:cubicBezTo>
                <a:moveTo>
                  <a:pt x="1790589" y="281098"/>
                </a:moveTo>
                <a:cubicBezTo>
                  <a:pt x="1790589" y="299455"/>
                  <a:pt x="1805470" y="314336"/>
                  <a:pt x="1823827" y="314336"/>
                </a:cubicBezTo>
                <a:cubicBezTo>
                  <a:pt x="1842183" y="314336"/>
                  <a:pt x="1857064" y="299455"/>
                  <a:pt x="1857064" y="281098"/>
                </a:cubicBezTo>
                <a:cubicBezTo>
                  <a:pt x="1857064" y="262742"/>
                  <a:pt x="1842183" y="247861"/>
                  <a:pt x="1823827" y="247861"/>
                </a:cubicBezTo>
                <a:cubicBezTo>
                  <a:pt x="1805470" y="247861"/>
                  <a:pt x="1790589" y="262742"/>
                  <a:pt x="1790589" y="281098"/>
                </a:cubicBezTo>
                <a:moveTo>
                  <a:pt x="1908513" y="245075"/>
                </a:moveTo>
                <a:cubicBezTo>
                  <a:pt x="1908513" y="263431"/>
                  <a:pt x="1923394" y="278312"/>
                  <a:pt x="1941751" y="278312"/>
                </a:cubicBezTo>
                <a:cubicBezTo>
                  <a:pt x="1960107" y="278312"/>
                  <a:pt x="1974988" y="263431"/>
                  <a:pt x="1974988" y="245075"/>
                </a:cubicBezTo>
                <a:cubicBezTo>
                  <a:pt x="1974988" y="226718"/>
                  <a:pt x="1960107" y="211837"/>
                  <a:pt x="1941751" y="211837"/>
                </a:cubicBezTo>
                <a:cubicBezTo>
                  <a:pt x="1923394" y="211837"/>
                  <a:pt x="1908513" y="226718"/>
                  <a:pt x="1908513" y="245075"/>
                </a:cubicBezTo>
                <a:moveTo>
                  <a:pt x="2051090" y="209954"/>
                </a:moveTo>
                <a:cubicBezTo>
                  <a:pt x="2051090" y="228310"/>
                  <a:pt x="2065971" y="243191"/>
                  <a:pt x="2084327" y="243191"/>
                </a:cubicBezTo>
                <a:cubicBezTo>
                  <a:pt x="2102684" y="243191"/>
                  <a:pt x="2117565" y="228310"/>
                  <a:pt x="2117565" y="209954"/>
                </a:cubicBezTo>
                <a:cubicBezTo>
                  <a:pt x="2117565" y="191597"/>
                  <a:pt x="2102684" y="176716"/>
                  <a:pt x="2084327" y="176716"/>
                </a:cubicBezTo>
                <a:cubicBezTo>
                  <a:pt x="2065971" y="176716"/>
                  <a:pt x="2051090" y="191597"/>
                  <a:pt x="2051090" y="209954"/>
                </a:cubicBezTo>
                <a:moveTo>
                  <a:pt x="2169031" y="170214"/>
                </a:moveTo>
                <a:cubicBezTo>
                  <a:pt x="2169031" y="188571"/>
                  <a:pt x="2183912" y="203452"/>
                  <a:pt x="2202268" y="203452"/>
                </a:cubicBezTo>
                <a:cubicBezTo>
                  <a:pt x="2220625" y="203452"/>
                  <a:pt x="2235506" y="188571"/>
                  <a:pt x="2235506" y="170214"/>
                </a:cubicBezTo>
                <a:cubicBezTo>
                  <a:pt x="2235506" y="151857"/>
                  <a:pt x="2220625" y="136976"/>
                  <a:pt x="2202268" y="136976"/>
                </a:cubicBezTo>
                <a:cubicBezTo>
                  <a:pt x="2183912" y="136976"/>
                  <a:pt x="2169031" y="151857"/>
                  <a:pt x="2169031" y="170214"/>
                </a:cubicBezTo>
                <a:moveTo>
                  <a:pt x="2304134" y="129889"/>
                </a:moveTo>
                <a:cubicBezTo>
                  <a:pt x="2304134" y="148246"/>
                  <a:pt x="2319015" y="163127"/>
                  <a:pt x="2337372" y="163127"/>
                </a:cubicBezTo>
                <a:cubicBezTo>
                  <a:pt x="2355728" y="163127"/>
                  <a:pt x="2370609" y="148246"/>
                  <a:pt x="2370609" y="129889"/>
                </a:cubicBezTo>
                <a:cubicBezTo>
                  <a:pt x="2370609" y="111533"/>
                  <a:pt x="2355728" y="96652"/>
                  <a:pt x="2337372" y="96652"/>
                </a:cubicBezTo>
                <a:cubicBezTo>
                  <a:pt x="2319015" y="96652"/>
                  <a:pt x="2304134" y="111533"/>
                  <a:pt x="2304134" y="129889"/>
                </a:cubicBezTo>
                <a:moveTo>
                  <a:pt x="2417126" y="107028"/>
                </a:moveTo>
                <a:cubicBezTo>
                  <a:pt x="2417126" y="125385"/>
                  <a:pt x="2432007" y="140266"/>
                  <a:pt x="2450363" y="140266"/>
                </a:cubicBezTo>
                <a:cubicBezTo>
                  <a:pt x="2468720" y="140266"/>
                  <a:pt x="2483601" y="125385"/>
                  <a:pt x="2483601" y="107028"/>
                </a:cubicBezTo>
                <a:cubicBezTo>
                  <a:pt x="2483601" y="88671"/>
                  <a:pt x="2468720" y="73790"/>
                  <a:pt x="2450363" y="73790"/>
                </a:cubicBezTo>
                <a:cubicBezTo>
                  <a:pt x="2432007" y="73790"/>
                  <a:pt x="2417126" y="88671"/>
                  <a:pt x="2417126" y="107028"/>
                </a:cubicBezTo>
                <a:moveTo>
                  <a:pt x="2559647" y="68670"/>
                </a:moveTo>
                <a:cubicBezTo>
                  <a:pt x="2559647" y="87026"/>
                  <a:pt x="2574528" y="101907"/>
                  <a:pt x="2592885" y="101907"/>
                </a:cubicBezTo>
                <a:cubicBezTo>
                  <a:pt x="2611241" y="101907"/>
                  <a:pt x="2626122" y="87026"/>
                  <a:pt x="2626122" y="68670"/>
                </a:cubicBezTo>
                <a:cubicBezTo>
                  <a:pt x="2626122" y="50313"/>
                  <a:pt x="2611241" y="35432"/>
                  <a:pt x="2592885" y="35432"/>
                </a:cubicBezTo>
                <a:cubicBezTo>
                  <a:pt x="2574528" y="35432"/>
                  <a:pt x="2559647" y="50313"/>
                  <a:pt x="2559647" y="68670"/>
                </a:cubicBezTo>
                <a:moveTo>
                  <a:pt x="2672727" y="48787"/>
                </a:moveTo>
                <a:cubicBezTo>
                  <a:pt x="2672727" y="67144"/>
                  <a:pt x="2687608" y="82025"/>
                  <a:pt x="2705965" y="82025"/>
                </a:cubicBezTo>
                <a:cubicBezTo>
                  <a:pt x="2724322" y="82025"/>
                  <a:pt x="2739203" y="67144"/>
                  <a:pt x="2739203" y="48787"/>
                </a:cubicBezTo>
                <a:cubicBezTo>
                  <a:pt x="2739203" y="30430"/>
                  <a:pt x="2724322" y="15550"/>
                  <a:pt x="2705965" y="15550"/>
                </a:cubicBezTo>
                <a:cubicBezTo>
                  <a:pt x="2687608" y="15550"/>
                  <a:pt x="2672727" y="30430"/>
                  <a:pt x="2672727" y="48787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D9D2C0-D46B-4706-9E54-1566CB4A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459540"/>
            <a:ext cx="2807795" cy="647635"/>
          </a:xfrm>
          <a:custGeom xmlns:a="http://schemas.openxmlformats.org/drawingml/2006/main">
            <a:pathLst>
              <a:path w="2807795" h="647635" fill="none">
                <a:moveTo>
                  <a:pt x="0" y="647635"/>
                </a:moveTo>
                <a:lnTo>
                  <a:pt x="125972" y="625436"/>
                </a:lnTo>
                <a:lnTo>
                  <a:pt x="256820" y="573013"/>
                </a:lnTo>
                <a:lnTo>
                  <a:pt x="364594" y="556583"/>
                </a:lnTo>
                <a:lnTo>
                  <a:pt x="504257" y="509136"/>
                </a:lnTo>
                <a:lnTo>
                  <a:pt x="614446" y="476321"/>
                </a:lnTo>
                <a:lnTo>
                  <a:pt x="769625" y="421099"/>
                </a:lnTo>
                <a:lnTo>
                  <a:pt x="890079" y="393399"/>
                </a:lnTo>
                <a:lnTo>
                  <a:pt x="1002990" y="297020"/>
                </a:lnTo>
                <a:lnTo>
                  <a:pt x="1132309" y="289247"/>
                </a:lnTo>
                <a:lnTo>
                  <a:pt x="1277565" y="247398"/>
                </a:lnTo>
                <a:lnTo>
                  <a:pt x="1392633" y="219023"/>
                </a:lnTo>
                <a:lnTo>
                  <a:pt x="1532658" y="192365"/>
                </a:lnTo>
                <a:lnTo>
                  <a:pt x="1648158" y="173057"/>
                </a:lnTo>
                <a:lnTo>
                  <a:pt x="1790589" y="153086"/>
                </a:lnTo>
                <a:lnTo>
                  <a:pt x="1908513" y="125389"/>
                </a:lnTo>
                <a:lnTo>
                  <a:pt x="2051090" y="101754"/>
                </a:lnTo>
                <a:lnTo>
                  <a:pt x="2169030" y="88030"/>
                </a:lnTo>
                <a:lnTo>
                  <a:pt x="2304134" y="68920"/>
                </a:lnTo>
                <a:lnTo>
                  <a:pt x="2417126" y="48748"/>
                </a:lnTo>
                <a:lnTo>
                  <a:pt x="2559647" y="27990"/>
                </a:lnTo>
                <a:lnTo>
                  <a:pt x="2672727" y="14836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555555"/>
            </a:solidFill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9A0579-594D-4E80-A940-34C5F844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426302"/>
            <a:ext cx="2874271" cy="714110"/>
          </a:xfrm>
          <a:custGeom xmlns:a="http://schemas.openxmlformats.org/drawingml/2006/main">
            <a:pathLst>
              <a:path w="2874271" h="714110">
                <a:moveTo>
                  <a:pt x="0" y="680872"/>
                </a:moveTo>
                <a:cubicBezTo>
                  <a:pt x="0" y="699229"/>
                  <a:pt x="14881" y="714110"/>
                  <a:pt x="33238" y="714110"/>
                </a:cubicBezTo>
                <a:cubicBezTo>
                  <a:pt x="51594" y="714110"/>
                  <a:pt x="66475" y="699229"/>
                  <a:pt x="66475" y="680872"/>
                </a:cubicBezTo>
                <a:cubicBezTo>
                  <a:pt x="66475" y="662515"/>
                  <a:pt x="51594" y="647634"/>
                  <a:pt x="33238" y="647634"/>
                </a:cubicBezTo>
                <a:cubicBezTo>
                  <a:pt x="14881" y="647634"/>
                  <a:pt x="0" y="662515"/>
                  <a:pt x="0" y="680872"/>
                </a:cubicBezTo>
                <a:moveTo>
                  <a:pt x="125972" y="658673"/>
                </a:moveTo>
                <a:cubicBezTo>
                  <a:pt x="125972" y="677030"/>
                  <a:pt x="140853" y="691911"/>
                  <a:pt x="159210" y="691911"/>
                </a:cubicBezTo>
                <a:cubicBezTo>
                  <a:pt x="177567" y="691911"/>
                  <a:pt x="192448" y="677030"/>
                  <a:pt x="192448" y="658673"/>
                </a:cubicBezTo>
                <a:cubicBezTo>
                  <a:pt x="192448" y="640316"/>
                  <a:pt x="177567" y="625436"/>
                  <a:pt x="159210" y="625436"/>
                </a:cubicBezTo>
                <a:cubicBezTo>
                  <a:pt x="140853" y="625436"/>
                  <a:pt x="125972" y="640316"/>
                  <a:pt x="125972" y="658673"/>
                </a:cubicBezTo>
                <a:moveTo>
                  <a:pt x="256821" y="606250"/>
                </a:moveTo>
                <a:cubicBezTo>
                  <a:pt x="256821" y="624607"/>
                  <a:pt x="271701" y="639488"/>
                  <a:pt x="290058" y="639488"/>
                </a:cubicBezTo>
                <a:cubicBezTo>
                  <a:pt x="308415" y="639488"/>
                  <a:pt x="323296" y="624607"/>
                  <a:pt x="323296" y="606250"/>
                </a:cubicBezTo>
                <a:cubicBezTo>
                  <a:pt x="323296" y="587893"/>
                  <a:pt x="308415" y="573012"/>
                  <a:pt x="290058" y="573012"/>
                </a:cubicBezTo>
                <a:cubicBezTo>
                  <a:pt x="271701" y="573012"/>
                  <a:pt x="256821" y="587893"/>
                  <a:pt x="256821" y="606250"/>
                </a:cubicBezTo>
                <a:moveTo>
                  <a:pt x="364594" y="589820"/>
                </a:moveTo>
                <a:cubicBezTo>
                  <a:pt x="364594" y="608177"/>
                  <a:pt x="379475" y="623058"/>
                  <a:pt x="397832" y="623058"/>
                </a:cubicBezTo>
                <a:cubicBezTo>
                  <a:pt x="416188" y="623058"/>
                  <a:pt x="431070" y="608177"/>
                  <a:pt x="431070" y="589820"/>
                </a:cubicBezTo>
                <a:cubicBezTo>
                  <a:pt x="431070" y="571464"/>
                  <a:pt x="416188" y="556583"/>
                  <a:pt x="397832" y="556583"/>
                </a:cubicBezTo>
                <a:cubicBezTo>
                  <a:pt x="379475" y="556583"/>
                  <a:pt x="364594" y="571464"/>
                  <a:pt x="364594" y="589820"/>
                </a:cubicBezTo>
                <a:moveTo>
                  <a:pt x="504257" y="542374"/>
                </a:moveTo>
                <a:cubicBezTo>
                  <a:pt x="504257" y="560730"/>
                  <a:pt x="519138" y="575611"/>
                  <a:pt x="537495" y="575611"/>
                </a:cubicBezTo>
                <a:cubicBezTo>
                  <a:pt x="555851" y="575611"/>
                  <a:pt x="570732" y="560730"/>
                  <a:pt x="570732" y="542374"/>
                </a:cubicBezTo>
                <a:cubicBezTo>
                  <a:pt x="570732" y="524017"/>
                  <a:pt x="555851" y="509136"/>
                  <a:pt x="537495" y="509136"/>
                </a:cubicBezTo>
                <a:cubicBezTo>
                  <a:pt x="519138" y="509136"/>
                  <a:pt x="504257" y="524017"/>
                  <a:pt x="504257" y="542374"/>
                </a:cubicBezTo>
                <a:moveTo>
                  <a:pt x="614446" y="509559"/>
                </a:moveTo>
                <a:cubicBezTo>
                  <a:pt x="614446" y="527915"/>
                  <a:pt x="629327" y="542796"/>
                  <a:pt x="647684" y="542796"/>
                </a:cubicBezTo>
                <a:cubicBezTo>
                  <a:pt x="666041" y="542796"/>
                  <a:pt x="680922" y="527915"/>
                  <a:pt x="680922" y="509559"/>
                </a:cubicBezTo>
                <a:cubicBezTo>
                  <a:pt x="680922" y="491202"/>
                  <a:pt x="666041" y="476321"/>
                  <a:pt x="647684" y="476321"/>
                </a:cubicBezTo>
                <a:cubicBezTo>
                  <a:pt x="629327" y="476321"/>
                  <a:pt x="614446" y="491202"/>
                  <a:pt x="614446" y="509559"/>
                </a:cubicBezTo>
                <a:moveTo>
                  <a:pt x="769626" y="454336"/>
                </a:moveTo>
                <a:cubicBezTo>
                  <a:pt x="769626" y="472693"/>
                  <a:pt x="784507" y="487573"/>
                  <a:pt x="802863" y="487573"/>
                </a:cubicBezTo>
                <a:cubicBezTo>
                  <a:pt x="821220" y="487573"/>
                  <a:pt x="836101" y="472693"/>
                  <a:pt x="836101" y="454336"/>
                </a:cubicBezTo>
                <a:cubicBezTo>
                  <a:pt x="836101" y="435980"/>
                  <a:pt x="821220" y="421099"/>
                  <a:pt x="802863" y="421099"/>
                </a:cubicBezTo>
                <a:cubicBezTo>
                  <a:pt x="784507" y="421099"/>
                  <a:pt x="769626" y="435980"/>
                  <a:pt x="769626" y="454336"/>
                </a:cubicBezTo>
                <a:moveTo>
                  <a:pt x="890079" y="426636"/>
                </a:moveTo>
                <a:cubicBezTo>
                  <a:pt x="890079" y="444993"/>
                  <a:pt x="904960" y="459873"/>
                  <a:pt x="923317" y="459873"/>
                </a:cubicBezTo>
                <a:cubicBezTo>
                  <a:pt x="941673" y="459873"/>
                  <a:pt x="956554" y="444993"/>
                  <a:pt x="956554" y="426636"/>
                </a:cubicBezTo>
                <a:cubicBezTo>
                  <a:pt x="956554" y="408279"/>
                  <a:pt x="941673" y="393398"/>
                  <a:pt x="923317" y="393398"/>
                </a:cubicBezTo>
                <a:cubicBezTo>
                  <a:pt x="904960" y="393398"/>
                  <a:pt x="890079" y="408279"/>
                  <a:pt x="890079" y="426636"/>
                </a:cubicBezTo>
                <a:moveTo>
                  <a:pt x="1002990" y="330258"/>
                </a:moveTo>
                <a:cubicBezTo>
                  <a:pt x="1002990" y="348614"/>
                  <a:pt x="1017871" y="363495"/>
                  <a:pt x="1036227" y="363495"/>
                </a:cubicBezTo>
                <a:cubicBezTo>
                  <a:pt x="1054584" y="363495"/>
                  <a:pt x="1069465" y="348614"/>
                  <a:pt x="1069465" y="330258"/>
                </a:cubicBezTo>
                <a:cubicBezTo>
                  <a:pt x="1069465" y="311901"/>
                  <a:pt x="1054584" y="297020"/>
                  <a:pt x="1036227" y="297020"/>
                </a:cubicBezTo>
                <a:cubicBezTo>
                  <a:pt x="1017871" y="297020"/>
                  <a:pt x="1002990" y="311901"/>
                  <a:pt x="1002990" y="330258"/>
                </a:cubicBezTo>
                <a:moveTo>
                  <a:pt x="1132309" y="322485"/>
                </a:moveTo>
                <a:cubicBezTo>
                  <a:pt x="1132309" y="340841"/>
                  <a:pt x="1147190" y="355722"/>
                  <a:pt x="1165547" y="355722"/>
                </a:cubicBezTo>
                <a:cubicBezTo>
                  <a:pt x="1183904" y="355722"/>
                  <a:pt x="1198784" y="340841"/>
                  <a:pt x="1198784" y="322485"/>
                </a:cubicBezTo>
                <a:cubicBezTo>
                  <a:pt x="1198784" y="304128"/>
                  <a:pt x="1183904" y="289247"/>
                  <a:pt x="1165547" y="289247"/>
                </a:cubicBezTo>
                <a:cubicBezTo>
                  <a:pt x="1147190" y="289247"/>
                  <a:pt x="1132309" y="304128"/>
                  <a:pt x="1132309" y="322485"/>
                </a:cubicBezTo>
                <a:moveTo>
                  <a:pt x="1277565" y="280635"/>
                </a:moveTo>
                <a:cubicBezTo>
                  <a:pt x="1277565" y="298992"/>
                  <a:pt x="1292446" y="313873"/>
                  <a:pt x="1310802" y="313873"/>
                </a:cubicBezTo>
                <a:cubicBezTo>
                  <a:pt x="1329159" y="313873"/>
                  <a:pt x="1344040" y="298992"/>
                  <a:pt x="1344040" y="280635"/>
                </a:cubicBezTo>
                <a:cubicBezTo>
                  <a:pt x="1344040" y="262279"/>
                  <a:pt x="1329159" y="247398"/>
                  <a:pt x="1310802" y="247398"/>
                </a:cubicBezTo>
                <a:cubicBezTo>
                  <a:pt x="1292446" y="247398"/>
                  <a:pt x="1277565" y="262279"/>
                  <a:pt x="1277565" y="280635"/>
                </a:cubicBezTo>
                <a:moveTo>
                  <a:pt x="1392633" y="252260"/>
                </a:moveTo>
                <a:cubicBezTo>
                  <a:pt x="1392633" y="270617"/>
                  <a:pt x="1407514" y="285498"/>
                  <a:pt x="1425871" y="285498"/>
                </a:cubicBezTo>
                <a:cubicBezTo>
                  <a:pt x="1444227" y="285498"/>
                  <a:pt x="1459108" y="270617"/>
                  <a:pt x="1459108" y="252260"/>
                </a:cubicBezTo>
                <a:cubicBezTo>
                  <a:pt x="1459108" y="233903"/>
                  <a:pt x="1444227" y="219022"/>
                  <a:pt x="1425871" y="219022"/>
                </a:cubicBezTo>
                <a:cubicBezTo>
                  <a:pt x="1407514" y="219022"/>
                  <a:pt x="1392633" y="233903"/>
                  <a:pt x="1392633" y="252260"/>
                </a:cubicBezTo>
                <a:moveTo>
                  <a:pt x="1532658" y="225603"/>
                </a:moveTo>
                <a:cubicBezTo>
                  <a:pt x="1532658" y="243959"/>
                  <a:pt x="1547539" y="258840"/>
                  <a:pt x="1565895" y="258840"/>
                </a:cubicBezTo>
                <a:cubicBezTo>
                  <a:pt x="1584252" y="258840"/>
                  <a:pt x="1599133" y="243959"/>
                  <a:pt x="1599133" y="225603"/>
                </a:cubicBezTo>
                <a:cubicBezTo>
                  <a:pt x="1599133" y="207246"/>
                  <a:pt x="1584252" y="192365"/>
                  <a:pt x="1565895" y="192365"/>
                </a:cubicBezTo>
                <a:cubicBezTo>
                  <a:pt x="1547539" y="192365"/>
                  <a:pt x="1532658" y="207246"/>
                  <a:pt x="1532658" y="225603"/>
                </a:cubicBezTo>
                <a:moveTo>
                  <a:pt x="1648158" y="206294"/>
                </a:moveTo>
                <a:cubicBezTo>
                  <a:pt x="1648158" y="224651"/>
                  <a:pt x="1663039" y="239532"/>
                  <a:pt x="1681396" y="239532"/>
                </a:cubicBezTo>
                <a:cubicBezTo>
                  <a:pt x="1699752" y="239532"/>
                  <a:pt x="1714634" y="224651"/>
                  <a:pt x="1714634" y="206294"/>
                </a:cubicBezTo>
                <a:cubicBezTo>
                  <a:pt x="1714634" y="187937"/>
                  <a:pt x="1699752" y="173057"/>
                  <a:pt x="1681396" y="173057"/>
                </a:cubicBezTo>
                <a:cubicBezTo>
                  <a:pt x="1663039" y="173057"/>
                  <a:pt x="1648158" y="187937"/>
                  <a:pt x="1648158" y="206294"/>
                </a:cubicBezTo>
                <a:moveTo>
                  <a:pt x="1790589" y="186323"/>
                </a:moveTo>
                <a:cubicBezTo>
                  <a:pt x="1790589" y="204680"/>
                  <a:pt x="1805470" y="219561"/>
                  <a:pt x="1823827" y="219561"/>
                </a:cubicBezTo>
                <a:cubicBezTo>
                  <a:pt x="1842184" y="219561"/>
                  <a:pt x="1857064" y="204680"/>
                  <a:pt x="1857064" y="186323"/>
                </a:cubicBezTo>
                <a:cubicBezTo>
                  <a:pt x="1857064" y="167966"/>
                  <a:pt x="1842184" y="153086"/>
                  <a:pt x="1823827" y="153086"/>
                </a:cubicBezTo>
                <a:cubicBezTo>
                  <a:pt x="1805470" y="153086"/>
                  <a:pt x="1790589" y="167966"/>
                  <a:pt x="1790589" y="186323"/>
                </a:cubicBezTo>
                <a:moveTo>
                  <a:pt x="1908514" y="158626"/>
                </a:moveTo>
                <a:cubicBezTo>
                  <a:pt x="1908514" y="176983"/>
                  <a:pt x="1923394" y="191864"/>
                  <a:pt x="1941751" y="191864"/>
                </a:cubicBezTo>
                <a:cubicBezTo>
                  <a:pt x="1960107" y="191864"/>
                  <a:pt x="1974989" y="176983"/>
                  <a:pt x="1974989" y="158626"/>
                </a:cubicBezTo>
                <a:cubicBezTo>
                  <a:pt x="1974989" y="140270"/>
                  <a:pt x="1960107" y="125388"/>
                  <a:pt x="1941751" y="125388"/>
                </a:cubicBezTo>
                <a:cubicBezTo>
                  <a:pt x="1923394" y="125388"/>
                  <a:pt x="1908514" y="140270"/>
                  <a:pt x="1908514" y="158626"/>
                </a:cubicBezTo>
                <a:moveTo>
                  <a:pt x="2051090" y="134991"/>
                </a:moveTo>
                <a:cubicBezTo>
                  <a:pt x="2051090" y="153348"/>
                  <a:pt x="2065971" y="168229"/>
                  <a:pt x="2084327" y="168229"/>
                </a:cubicBezTo>
                <a:cubicBezTo>
                  <a:pt x="2102684" y="168229"/>
                  <a:pt x="2117565" y="153348"/>
                  <a:pt x="2117565" y="134991"/>
                </a:cubicBezTo>
                <a:cubicBezTo>
                  <a:pt x="2117565" y="116635"/>
                  <a:pt x="2102684" y="101754"/>
                  <a:pt x="2084327" y="101754"/>
                </a:cubicBezTo>
                <a:cubicBezTo>
                  <a:pt x="2065971" y="101754"/>
                  <a:pt x="2051090" y="116635"/>
                  <a:pt x="2051090" y="134991"/>
                </a:cubicBezTo>
                <a:moveTo>
                  <a:pt x="2169031" y="121268"/>
                </a:moveTo>
                <a:cubicBezTo>
                  <a:pt x="2169031" y="139624"/>
                  <a:pt x="2183912" y="154505"/>
                  <a:pt x="2202268" y="154505"/>
                </a:cubicBezTo>
                <a:cubicBezTo>
                  <a:pt x="2220625" y="154505"/>
                  <a:pt x="2235506" y="139624"/>
                  <a:pt x="2235506" y="121268"/>
                </a:cubicBezTo>
                <a:cubicBezTo>
                  <a:pt x="2235506" y="102911"/>
                  <a:pt x="2220625" y="88030"/>
                  <a:pt x="2202268" y="88030"/>
                </a:cubicBezTo>
                <a:cubicBezTo>
                  <a:pt x="2183912" y="88030"/>
                  <a:pt x="2169031" y="102911"/>
                  <a:pt x="2169031" y="121268"/>
                </a:cubicBezTo>
                <a:moveTo>
                  <a:pt x="2304134" y="102157"/>
                </a:moveTo>
                <a:cubicBezTo>
                  <a:pt x="2304134" y="120514"/>
                  <a:pt x="2319015" y="135395"/>
                  <a:pt x="2337372" y="135395"/>
                </a:cubicBezTo>
                <a:cubicBezTo>
                  <a:pt x="2355729" y="135395"/>
                  <a:pt x="2370610" y="120514"/>
                  <a:pt x="2370610" y="102157"/>
                </a:cubicBezTo>
                <a:cubicBezTo>
                  <a:pt x="2370610" y="83801"/>
                  <a:pt x="2355729" y="68920"/>
                  <a:pt x="2337372" y="68920"/>
                </a:cubicBezTo>
                <a:cubicBezTo>
                  <a:pt x="2319015" y="68920"/>
                  <a:pt x="2304134" y="83801"/>
                  <a:pt x="2304134" y="102157"/>
                </a:cubicBezTo>
                <a:moveTo>
                  <a:pt x="2417126" y="81986"/>
                </a:moveTo>
                <a:cubicBezTo>
                  <a:pt x="2417126" y="100342"/>
                  <a:pt x="2432007" y="115223"/>
                  <a:pt x="2450363" y="115223"/>
                </a:cubicBezTo>
                <a:cubicBezTo>
                  <a:pt x="2468720" y="115223"/>
                  <a:pt x="2483601" y="100342"/>
                  <a:pt x="2483601" y="81986"/>
                </a:cubicBezTo>
                <a:cubicBezTo>
                  <a:pt x="2483601" y="63629"/>
                  <a:pt x="2468720" y="48748"/>
                  <a:pt x="2450363" y="48748"/>
                </a:cubicBezTo>
                <a:cubicBezTo>
                  <a:pt x="2432007" y="48748"/>
                  <a:pt x="2417126" y="63629"/>
                  <a:pt x="2417126" y="81986"/>
                </a:cubicBezTo>
                <a:moveTo>
                  <a:pt x="2559647" y="61227"/>
                </a:moveTo>
                <a:cubicBezTo>
                  <a:pt x="2559647" y="79583"/>
                  <a:pt x="2574528" y="94464"/>
                  <a:pt x="2592885" y="94464"/>
                </a:cubicBezTo>
                <a:cubicBezTo>
                  <a:pt x="2611241" y="94464"/>
                  <a:pt x="2626122" y="79583"/>
                  <a:pt x="2626122" y="61227"/>
                </a:cubicBezTo>
                <a:cubicBezTo>
                  <a:pt x="2626122" y="42870"/>
                  <a:pt x="2611241" y="27989"/>
                  <a:pt x="2592885" y="27989"/>
                </a:cubicBezTo>
                <a:cubicBezTo>
                  <a:pt x="2574528" y="27989"/>
                  <a:pt x="2559647" y="42870"/>
                  <a:pt x="2559647" y="61227"/>
                </a:cubicBezTo>
                <a:moveTo>
                  <a:pt x="2672727" y="48073"/>
                </a:moveTo>
                <a:cubicBezTo>
                  <a:pt x="2672727" y="66430"/>
                  <a:pt x="2687609" y="81311"/>
                  <a:pt x="2705965" y="81311"/>
                </a:cubicBezTo>
                <a:cubicBezTo>
                  <a:pt x="2724322" y="81311"/>
                  <a:pt x="2739203" y="66430"/>
                  <a:pt x="2739203" y="48073"/>
                </a:cubicBezTo>
                <a:cubicBezTo>
                  <a:pt x="2739203" y="29716"/>
                  <a:pt x="2724322" y="14835"/>
                  <a:pt x="2705965" y="14835"/>
                </a:cubicBezTo>
                <a:cubicBezTo>
                  <a:pt x="2687609" y="14835"/>
                  <a:pt x="2672727" y="29716"/>
                  <a:pt x="2672727" y="48073"/>
                </a:cubicBezTo>
                <a:moveTo>
                  <a:pt x="2807795" y="33237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AA6A50-9086-4782-9CCB-DD87397D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145868"/>
            <a:ext cx="2807795" cy="860941"/>
          </a:xfrm>
          <a:custGeom xmlns:a="http://schemas.openxmlformats.org/drawingml/2006/main">
            <a:pathLst>
              <a:path w="2807795" h="860941" fill="none">
                <a:moveTo>
                  <a:pt x="0" y="860941"/>
                </a:moveTo>
                <a:lnTo>
                  <a:pt x="125972" y="789898"/>
                </a:lnTo>
                <a:lnTo>
                  <a:pt x="256820" y="745436"/>
                </a:lnTo>
                <a:lnTo>
                  <a:pt x="364594" y="701708"/>
                </a:lnTo>
                <a:lnTo>
                  <a:pt x="504257" y="610736"/>
                </a:lnTo>
                <a:lnTo>
                  <a:pt x="614446" y="577380"/>
                </a:lnTo>
                <a:lnTo>
                  <a:pt x="769626" y="519411"/>
                </a:lnTo>
                <a:lnTo>
                  <a:pt x="890079" y="469171"/>
                </a:lnTo>
                <a:lnTo>
                  <a:pt x="1002990" y="411770"/>
                </a:lnTo>
                <a:lnTo>
                  <a:pt x="1132309" y="385501"/>
                </a:lnTo>
                <a:lnTo>
                  <a:pt x="1277565" y="349412"/>
                </a:lnTo>
                <a:lnTo>
                  <a:pt x="1392633" y="324470"/>
                </a:lnTo>
                <a:lnTo>
                  <a:pt x="1532657" y="279611"/>
                </a:lnTo>
                <a:lnTo>
                  <a:pt x="1648158" y="238329"/>
                </a:lnTo>
                <a:lnTo>
                  <a:pt x="1790589" y="193915"/>
                </a:lnTo>
                <a:lnTo>
                  <a:pt x="1908513" y="164652"/>
                </a:lnTo>
                <a:lnTo>
                  <a:pt x="2051090" y="135677"/>
                </a:lnTo>
                <a:lnTo>
                  <a:pt x="2169031" y="123903"/>
                </a:lnTo>
                <a:lnTo>
                  <a:pt x="2304134" y="93327"/>
                </a:lnTo>
                <a:lnTo>
                  <a:pt x="2417126" y="71130"/>
                </a:lnTo>
                <a:lnTo>
                  <a:pt x="2559647" y="39948"/>
                </a:lnTo>
                <a:lnTo>
                  <a:pt x="2672727" y="22357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555555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C77B2-B0DC-48C7-90FA-797AC444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112630"/>
            <a:ext cx="2874271" cy="927417"/>
          </a:xfrm>
          <a:custGeom xmlns:a="http://schemas.openxmlformats.org/drawingml/2006/main">
            <a:pathLst>
              <a:path w="2874271" h="927417">
                <a:moveTo>
                  <a:pt x="0" y="894179"/>
                </a:moveTo>
                <a:cubicBezTo>
                  <a:pt x="0" y="912536"/>
                  <a:pt x="14881" y="927417"/>
                  <a:pt x="33238" y="927417"/>
                </a:cubicBezTo>
                <a:cubicBezTo>
                  <a:pt x="51594" y="927417"/>
                  <a:pt x="66475" y="912536"/>
                  <a:pt x="66475" y="894179"/>
                </a:cubicBezTo>
                <a:cubicBezTo>
                  <a:pt x="66475" y="875823"/>
                  <a:pt x="51594" y="860942"/>
                  <a:pt x="33238" y="860942"/>
                </a:cubicBezTo>
                <a:cubicBezTo>
                  <a:pt x="14881" y="860942"/>
                  <a:pt x="0" y="875823"/>
                  <a:pt x="0" y="894179"/>
                </a:cubicBezTo>
                <a:moveTo>
                  <a:pt x="125972" y="823136"/>
                </a:moveTo>
                <a:cubicBezTo>
                  <a:pt x="125972" y="841493"/>
                  <a:pt x="140853" y="856374"/>
                  <a:pt x="159210" y="856374"/>
                </a:cubicBezTo>
                <a:cubicBezTo>
                  <a:pt x="177567" y="856374"/>
                  <a:pt x="192448" y="841493"/>
                  <a:pt x="192448" y="823136"/>
                </a:cubicBezTo>
                <a:cubicBezTo>
                  <a:pt x="192448" y="804780"/>
                  <a:pt x="177567" y="789898"/>
                  <a:pt x="159210" y="789898"/>
                </a:cubicBezTo>
                <a:cubicBezTo>
                  <a:pt x="140853" y="789898"/>
                  <a:pt x="125972" y="804780"/>
                  <a:pt x="125972" y="823136"/>
                </a:cubicBezTo>
                <a:moveTo>
                  <a:pt x="256820" y="778674"/>
                </a:moveTo>
                <a:cubicBezTo>
                  <a:pt x="256820" y="797030"/>
                  <a:pt x="271701" y="811911"/>
                  <a:pt x="290058" y="811911"/>
                </a:cubicBezTo>
                <a:cubicBezTo>
                  <a:pt x="308415" y="811911"/>
                  <a:pt x="323295" y="797030"/>
                  <a:pt x="323295" y="778674"/>
                </a:cubicBezTo>
                <a:cubicBezTo>
                  <a:pt x="323295" y="760317"/>
                  <a:pt x="308415" y="745436"/>
                  <a:pt x="290058" y="745436"/>
                </a:cubicBezTo>
                <a:cubicBezTo>
                  <a:pt x="271701" y="745436"/>
                  <a:pt x="256820" y="760317"/>
                  <a:pt x="256820" y="778674"/>
                </a:cubicBezTo>
                <a:moveTo>
                  <a:pt x="364594" y="734946"/>
                </a:moveTo>
                <a:cubicBezTo>
                  <a:pt x="364594" y="753302"/>
                  <a:pt x="379475" y="768183"/>
                  <a:pt x="397832" y="768183"/>
                </a:cubicBezTo>
                <a:cubicBezTo>
                  <a:pt x="416188" y="768183"/>
                  <a:pt x="431069" y="753302"/>
                  <a:pt x="431069" y="734946"/>
                </a:cubicBezTo>
                <a:cubicBezTo>
                  <a:pt x="431069" y="716589"/>
                  <a:pt x="416188" y="701708"/>
                  <a:pt x="397832" y="701708"/>
                </a:cubicBezTo>
                <a:cubicBezTo>
                  <a:pt x="379475" y="701708"/>
                  <a:pt x="364594" y="716589"/>
                  <a:pt x="364594" y="734946"/>
                </a:cubicBezTo>
                <a:moveTo>
                  <a:pt x="504257" y="643974"/>
                </a:moveTo>
                <a:cubicBezTo>
                  <a:pt x="504257" y="662330"/>
                  <a:pt x="519138" y="677211"/>
                  <a:pt x="537495" y="677211"/>
                </a:cubicBezTo>
                <a:cubicBezTo>
                  <a:pt x="555851" y="677211"/>
                  <a:pt x="570732" y="662330"/>
                  <a:pt x="570732" y="643974"/>
                </a:cubicBezTo>
                <a:cubicBezTo>
                  <a:pt x="570732" y="625617"/>
                  <a:pt x="555851" y="610736"/>
                  <a:pt x="537495" y="610736"/>
                </a:cubicBezTo>
                <a:cubicBezTo>
                  <a:pt x="519138" y="610736"/>
                  <a:pt x="504257" y="625617"/>
                  <a:pt x="504257" y="643974"/>
                </a:cubicBezTo>
                <a:moveTo>
                  <a:pt x="614446" y="610618"/>
                </a:moveTo>
                <a:cubicBezTo>
                  <a:pt x="614446" y="628975"/>
                  <a:pt x="629327" y="643856"/>
                  <a:pt x="647684" y="643856"/>
                </a:cubicBezTo>
                <a:cubicBezTo>
                  <a:pt x="666040" y="643856"/>
                  <a:pt x="680921" y="628975"/>
                  <a:pt x="680921" y="610618"/>
                </a:cubicBezTo>
                <a:cubicBezTo>
                  <a:pt x="680921" y="592262"/>
                  <a:pt x="666040" y="577380"/>
                  <a:pt x="647684" y="577380"/>
                </a:cubicBezTo>
                <a:cubicBezTo>
                  <a:pt x="629327" y="577380"/>
                  <a:pt x="614446" y="592262"/>
                  <a:pt x="614446" y="610618"/>
                </a:cubicBezTo>
                <a:moveTo>
                  <a:pt x="769626" y="552649"/>
                </a:moveTo>
                <a:cubicBezTo>
                  <a:pt x="769626" y="571005"/>
                  <a:pt x="784506" y="585886"/>
                  <a:pt x="802863" y="585886"/>
                </a:cubicBezTo>
                <a:cubicBezTo>
                  <a:pt x="821220" y="585886"/>
                  <a:pt x="836101" y="571005"/>
                  <a:pt x="836101" y="552649"/>
                </a:cubicBezTo>
                <a:cubicBezTo>
                  <a:pt x="836101" y="534292"/>
                  <a:pt x="821220" y="519411"/>
                  <a:pt x="802863" y="519411"/>
                </a:cubicBezTo>
                <a:cubicBezTo>
                  <a:pt x="784506" y="519411"/>
                  <a:pt x="769626" y="534292"/>
                  <a:pt x="769626" y="552649"/>
                </a:cubicBezTo>
                <a:moveTo>
                  <a:pt x="890079" y="502409"/>
                </a:moveTo>
                <a:cubicBezTo>
                  <a:pt x="890079" y="520766"/>
                  <a:pt x="904960" y="535647"/>
                  <a:pt x="923317" y="535647"/>
                </a:cubicBezTo>
                <a:cubicBezTo>
                  <a:pt x="941673" y="535647"/>
                  <a:pt x="956554" y="520766"/>
                  <a:pt x="956554" y="502409"/>
                </a:cubicBezTo>
                <a:cubicBezTo>
                  <a:pt x="956554" y="484053"/>
                  <a:pt x="941673" y="469171"/>
                  <a:pt x="923317" y="469171"/>
                </a:cubicBezTo>
                <a:cubicBezTo>
                  <a:pt x="904960" y="469171"/>
                  <a:pt x="890079" y="484053"/>
                  <a:pt x="890079" y="502409"/>
                </a:cubicBezTo>
                <a:moveTo>
                  <a:pt x="1002990" y="445008"/>
                </a:moveTo>
                <a:cubicBezTo>
                  <a:pt x="1002990" y="463365"/>
                  <a:pt x="1017871" y="478246"/>
                  <a:pt x="1036227" y="478246"/>
                </a:cubicBezTo>
                <a:cubicBezTo>
                  <a:pt x="1054584" y="478246"/>
                  <a:pt x="1069465" y="463365"/>
                  <a:pt x="1069465" y="445008"/>
                </a:cubicBezTo>
                <a:cubicBezTo>
                  <a:pt x="1069465" y="426651"/>
                  <a:pt x="1054584" y="411770"/>
                  <a:pt x="1036227" y="411770"/>
                </a:cubicBezTo>
                <a:cubicBezTo>
                  <a:pt x="1017871" y="411770"/>
                  <a:pt x="1002990" y="426651"/>
                  <a:pt x="1002990" y="445008"/>
                </a:cubicBezTo>
                <a:moveTo>
                  <a:pt x="1132309" y="418739"/>
                </a:moveTo>
                <a:cubicBezTo>
                  <a:pt x="1132309" y="437096"/>
                  <a:pt x="1147190" y="451977"/>
                  <a:pt x="1165547" y="451977"/>
                </a:cubicBezTo>
                <a:cubicBezTo>
                  <a:pt x="1183903" y="451977"/>
                  <a:pt x="1198784" y="437096"/>
                  <a:pt x="1198784" y="418739"/>
                </a:cubicBezTo>
                <a:cubicBezTo>
                  <a:pt x="1198784" y="400382"/>
                  <a:pt x="1183903" y="385502"/>
                  <a:pt x="1165547" y="385502"/>
                </a:cubicBezTo>
                <a:cubicBezTo>
                  <a:pt x="1147190" y="385502"/>
                  <a:pt x="1132309" y="400382"/>
                  <a:pt x="1132309" y="418739"/>
                </a:cubicBezTo>
                <a:moveTo>
                  <a:pt x="1277565" y="382650"/>
                </a:moveTo>
                <a:cubicBezTo>
                  <a:pt x="1277565" y="401007"/>
                  <a:pt x="1292446" y="415888"/>
                  <a:pt x="1310802" y="415888"/>
                </a:cubicBezTo>
                <a:cubicBezTo>
                  <a:pt x="1329159" y="415888"/>
                  <a:pt x="1344040" y="401007"/>
                  <a:pt x="1344040" y="382650"/>
                </a:cubicBezTo>
                <a:cubicBezTo>
                  <a:pt x="1344040" y="364294"/>
                  <a:pt x="1329159" y="349412"/>
                  <a:pt x="1310802" y="349412"/>
                </a:cubicBezTo>
                <a:cubicBezTo>
                  <a:pt x="1292446" y="349412"/>
                  <a:pt x="1277565" y="364294"/>
                  <a:pt x="1277565" y="382650"/>
                </a:cubicBezTo>
                <a:moveTo>
                  <a:pt x="1392633" y="357707"/>
                </a:moveTo>
                <a:cubicBezTo>
                  <a:pt x="1392633" y="376064"/>
                  <a:pt x="1407514" y="390945"/>
                  <a:pt x="1425870" y="390945"/>
                </a:cubicBezTo>
                <a:cubicBezTo>
                  <a:pt x="1444227" y="390945"/>
                  <a:pt x="1459108" y="376064"/>
                  <a:pt x="1459108" y="357707"/>
                </a:cubicBezTo>
                <a:cubicBezTo>
                  <a:pt x="1459108" y="339351"/>
                  <a:pt x="1444227" y="324470"/>
                  <a:pt x="1425870" y="324470"/>
                </a:cubicBezTo>
                <a:cubicBezTo>
                  <a:pt x="1407514" y="324470"/>
                  <a:pt x="1392633" y="339351"/>
                  <a:pt x="1392633" y="357707"/>
                </a:cubicBezTo>
                <a:moveTo>
                  <a:pt x="1532657" y="312849"/>
                </a:moveTo>
                <a:cubicBezTo>
                  <a:pt x="1532657" y="331206"/>
                  <a:pt x="1547538" y="346087"/>
                  <a:pt x="1565895" y="346087"/>
                </a:cubicBezTo>
                <a:cubicBezTo>
                  <a:pt x="1584252" y="346087"/>
                  <a:pt x="1599132" y="331206"/>
                  <a:pt x="1599132" y="312849"/>
                </a:cubicBezTo>
                <a:cubicBezTo>
                  <a:pt x="1599132" y="294493"/>
                  <a:pt x="1584252" y="279611"/>
                  <a:pt x="1565895" y="279611"/>
                </a:cubicBezTo>
                <a:cubicBezTo>
                  <a:pt x="1547538" y="279611"/>
                  <a:pt x="1532657" y="294493"/>
                  <a:pt x="1532657" y="312849"/>
                </a:cubicBezTo>
                <a:moveTo>
                  <a:pt x="1648158" y="271567"/>
                </a:moveTo>
                <a:cubicBezTo>
                  <a:pt x="1648158" y="289924"/>
                  <a:pt x="1663039" y="304805"/>
                  <a:pt x="1681396" y="304805"/>
                </a:cubicBezTo>
                <a:cubicBezTo>
                  <a:pt x="1699752" y="304805"/>
                  <a:pt x="1714633" y="289924"/>
                  <a:pt x="1714633" y="271567"/>
                </a:cubicBezTo>
                <a:cubicBezTo>
                  <a:pt x="1714633" y="253210"/>
                  <a:pt x="1699752" y="238329"/>
                  <a:pt x="1681396" y="238329"/>
                </a:cubicBezTo>
                <a:cubicBezTo>
                  <a:pt x="1663039" y="238329"/>
                  <a:pt x="1648158" y="253210"/>
                  <a:pt x="1648158" y="271567"/>
                </a:cubicBezTo>
                <a:moveTo>
                  <a:pt x="1790589" y="227152"/>
                </a:moveTo>
                <a:cubicBezTo>
                  <a:pt x="1790589" y="245509"/>
                  <a:pt x="1805470" y="260390"/>
                  <a:pt x="1823827" y="260390"/>
                </a:cubicBezTo>
                <a:cubicBezTo>
                  <a:pt x="1842183" y="260390"/>
                  <a:pt x="1857064" y="245509"/>
                  <a:pt x="1857064" y="227152"/>
                </a:cubicBezTo>
                <a:cubicBezTo>
                  <a:pt x="1857064" y="208796"/>
                  <a:pt x="1842183" y="193915"/>
                  <a:pt x="1823827" y="193915"/>
                </a:cubicBezTo>
                <a:cubicBezTo>
                  <a:pt x="1805470" y="193915"/>
                  <a:pt x="1790589" y="208796"/>
                  <a:pt x="1790589" y="227152"/>
                </a:cubicBezTo>
                <a:moveTo>
                  <a:pt x="1908513" y="197890"/>
                </a:moveTo>
                <a:cubicBezTo>
                  <a:pt x="1908513" y="216247"/>
                  <a:pt x="1923394" y="231128"/>
                  <a:pt x="1941751" y="231128"/>
                </a:cubicBezTo>
                <a:cubicBezTo>
                  <a:pt x="1960107" y="231128"/>
                  <a:pt x="1974988" y="216247"/>
                  <a:pt x="1974988" y="197890"/>
                </a:cubicBezTo>
                <a:cubicBezTo>
                  <a:pt x="1974988" y="179533"/>
                  <a:pt x="1960107" y="164652"/>
                  <a:pt x="1941751" y="164652"/>
                </a:cubicBezTo>
                <a:cubicBezTo>
                  <a:pt x="1923394" y="164652"/>
                  <a:pt x="1908513" y="179533"/>
                  <a:pt x="1908513" y="197890"/>
                </a:cubicBezTo>
                <a:moveTo>
                  <a:pt x="2051090" y="168915"/>
                </a:moveTo>
                <a:cubicBezTo>
                  <a:pt x="2051090" y="187271"/>
                  <a:pt x="2065971" y="202153"/>
                  <a:pt x="2084327" y="202153"/>
                </a:cubicBezTo>
                <a:cubicBezTo>
                  <a:pt x="2102684" y="202153"/>
                  <a:pt x="2117565" y="187271"/>
                  <a:pt x="2117565" y="168915"/>
                </a:cubicBezTo>
                <a:cubicBezTo>
                  <a:pt x="2117565" y="150558"/>
                  <a:pt x="2102684" y="135677"/>
                  <a:pt x="2084327" y="135677"/>
                </a:cubicBezTo>
                <a:cubicBezTo>
                  <a:pt x="2065971" y="135677"/>
                  <a:pt x="2051090" y="150558"/>
                  <a:pt x="2051090" y="168915"/>
                </a:cubicBezTo>
                <a:moveTo>
                  <a:pt x="2169031" y="157141"/>
                </a:moveTo>
                <a:cubicBezTo>
                  <a:pt x="2169031" y="175497"/>
                  <a:pt x="2183912" y="190378"/>
                  <a:pt x="2202268" y="190378"/>
                </a:cubicBezTo>
                <a:cubicBezTo>
                  <a:pt x="2220625" y="190378"/>
                  <a:pt x="2235506" y="175497"/>
                  <a:pt x="2235506" y="157141"/>
                </a:cubicBezTo>
                <a:cubicBezTo>
                  <a:pt x="2235506" y="138784"/>
                  <a:pt x="2220625" y="123903"/>
                  <a:pt x="2202268" y="123903"/>
                </a:cubicBezTo>
                <a:cubicBezTo>
                  <a:pt x="2183912" y="123903"/>
                  <a:pt x="2169031" y="138784"/>
                  <a:pt x="2169031" y="157141"/>
                </a:cubicBezTo>
                <a:moveTo>
                  <a:pt x="2304134" y="126564"/>
                </a:moveTo>
                <a:cubicBezTo>
                  <a:pt x="2304134" y="144921"/>
                  <a:pt x="2319015" y="159802"/>
                  <a:pt x="2337372" y="159802"/>
                </a:cubicBezTo>
                <a:cubicBezTo>
                  <a:pt x="2355728" y="159802"/>
                  <a:pt x="2370609" y="144921"/>
                  <a:pt x="2370609" y="126564"/>
                </a:cubicBezTo>
                <a:cubicBezTo>
                  <a:pt x="2370609" y="108208"/>
                  <a:pt x="2355728" y="93327"/>
                  <a:pt x="2337372" y="93327"/>
                </a:cubicBezTo>
                <a:cubicBezTo>
                  <a:pt x="2319015" y="93327"/>
                  <a:pt x="2304134" y="108208"/>
                  <a:pt x="2304134" y="126564"/>
                </a:cubicBezTo>
                <a:moveTo>
                  <a:pt x="2417126" y="104367"/>
                </a:moveTo>
                <a:cubicBezTo>
                  <a:pt x="2417126" y="122724"/>
                  <a:pt x="2432007" y="137605"/>
                  <a:pt x="2450363" y="137605"/>
                </a:cubicBezTo>
                <a:cubicBezTo>
                  <a:pt x="2468720" y="137605"/>
                  <a:pt x="2483601" y="122724"/>
                  <a:pt x="2483601" y="104367"/>
                </a:cubicBezTo>
                <a:cubicBezTo>
                  <a:pt x="2483601" y="86011"/>
                  <a:pt x="2468720" y="71130"/>
                  <a:pt x="2450363" y="71130"/>
                </a:cubicBezTo>
                <a:cubicBezTo>
                  <a:pt x="2432007" y="71130"/>
                  <a:pt x="2417126" y="86011"/>
                  <a:pt x="2417126" y="104367"/>
                </a:cubicBezTo>
                <a:moveTo>
                  <a:pt x="2559647" y="73186"/>
                </a:moveTo>
                <a:cubicBezTo>
                  <a:pt x="2559647" y="91543"/>
                  <a:pt x="2574528" y="106424"/>
                  <a:pt x="2592885" y="106424"/>
                </a:cubicBezTo>
                <a:cubicBezTo>
                  <a:pt x="2611241" y="106424"/>
                  <a:pt x="2626122" y="91543"/>
                  <a:pt x="2626122" y="73186"/>
                </a:cubicBezTo>
                <a:cubicBezTo>
                  <a:pt x="2626122" y="54829"/>
                  <a:pt x="2611241" y="39948"/>
                  <a:pt x="2592885" y="39948"/>
                </a:cubicBezTo>
                <a:cubicBezTo>
                  <a:pt x="2574528" y="39948"/>
                  <a:pt x="2559647" y="54829"/>
                  <a:pt x="2559647" y="73186"/>
                </a:cubicBezTo>
                <a:moveTo>
                  <a:pt x="2672727" y="55595"/>
                </a:moveTo>
                <a:cubicBezTo>
                  <a:pt x="2672727" y="73952"/>
                  <a:pt x="2687608" y="88833"/>
                  <a:pt x="2705965" y="88833"/>
                </a:cubicBezTo>
                <a:cubicBezTo>
                  <a:pt x="2724322" y="88833"/>
                  <a:pt x="2739203" y="73952"/>
                  <a:pt x="2739203" y="55595"/>
                </a:cubicBezTo>
                <a:cubicBezTo>
                  <a:pt x="2739203" y="37239"/>
                  <a:pt x="2724322" y="22358"/>
                  <a:pt x="2705965" y="22358"/>
                </a:cubicBezTo>
                <a:cubicBezTo>
                  <a:pt x="2687608" y="22358"/>
                  <a:pt x="2672727" y="37239"/>
                  <a:pt x="2672727" y="55595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CBDE42-3180-4E7A-B6A5-4C5AB945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3656742"/>
            <a:ext cx="2807795" cy="680355"/>
          </a:xfrm>
          <a:custGeom xmlns:a="http://schemas.openxmlformats.org/drawingml/2006/main">
            <a:pathLst>
              <a:path w="2807795" h="680355" fill="none">
                <a:moveTo>
                  <a:pt x="0" y="680355"/>
                </a:moveTo>
                <a:lnTo>
                  <a:pt x="125972" y="640078"/>
                </a:lnTo>
                <a:lnTo>
                  <a:pt x="256820" y="591229"/>
                </a:lnTo>
                <a:lnTo>
                  <a:pt x="364594" y="555653"/>
                </a:lnTo>
                <a:lnTo>
                  <a:pt x="504257" y="514101"/>
                </a:lnTo>
                <a:lnTo>
                  <a:pt x="614446" y="491164"/>
                </a:lnTo>
                <a:lnTo>
                  <a:pt x="769625" y="441276"/>
                </a:lnTo>
                <a:lnTo>
                  <a:pt x="890079" y="416044"/>
                </a:lnTo>
                <a:lnTo>
                  <a:pt x="1002990" y="288244"/>
                </a:lnTo>
                <a:lnTo>
                  <a:pt x="1132309" y="266099"/>
                </a:lnTo>
                <a:lnTo>
                  <a:pt x="1277565" y="242067"/>
                </a:lnTo>
                <a:lnTo>
                  <a:pt x="1392633" y="235805"/>
                </a:lnTo>
                <a:lnTo>
                  <a:pt x="1532658" y="202840"/>
                </a:lnTo>
                <a:lnTo>
                  <a:pt x="1648158" y="181855"/>
                </a:lnTo>
                <a:lnTo>
                  <a:pt x="1790589" y="161112"/>
                </a:lnTo>
                <a:lnTo>
                  <a:pt x="1908513" y="128042"/>
                </a:lnTo>
                <a:lnTo>
                  <a:pt x="2051090" y="105384"/>
                </a:lnTo>
                <a:lnTo>
                  <a:pt x="2169030" y="87421"/>
                </a:lnTo>
                <a:lnTo>
                  <a:pt x="2304134" y="67072"/>
                </a:lnTo>
                <a:lnTo>
                  <a:pt x="2417126" y="62908"/>
                </a:lnTo>
                <a:lnTo>
                  <a:pt x="2559647" y="35091"/>
                </a:lnTo>
                <a:lnTo>
                  <a:pt x="2672727" y="22893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555555"/>
            </a:solidFill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81EDEB-6267-403D-9FFF-0D335FE9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3623504"/>
            <a:ext cx="2874271" cy="746831"/>
          </a:xfrm>
          <a:custGeom xmlns:a="http://schemas.openxmlformats.org/drawingml/2006/main">
            <a:pathLst>
              <a:path w="2874271" h="746831">
                <a:moveTo>
                  <a:pt x="0" y="713593"/>
                </a:moveTo>
                <a:cubicBezTo>
                  <a:pt x="0" y="731949"/>
                  <a:pt x="14881" y="746831"/>
                  <a:pt x="33238" y="746831"/>
                </a:cubicBezTo>
                <a:cubicBezTo>
                  <a:pt x="51594" y="746831"/>
                  <a:pt x="66475" y="731949"/>
                  <a:pt x="66475" y="713593"/>
                </a:cubicBezTo>
                <a:cubicBezTo>
                  <a:pt x="66475" y="695236"/>
                  <a:pt x="51594" y="680355"/>
                  <a:pt x="33238" y="680355"/>
                </a:cubicBezTo>
                <a:cubicBezTo>
                  <a:pt x="14881" y="680355"/>
                  <a:pt x="0" y="695236"/>
                  <a:pt x="0" y="713593"/>
                </a:cubicBezTo>
                <a:moveTo>
                  <a:pt x="125972" y="673316"/>
                </a:moveTo>
                <a:cubicBezTo>
                  <a:pt x="125972" y="691673"/>
                  <a:pt x="140853" y="706553"/>
                  <a:pt x="159210" y="706553"/>
                </a:cubicBezTo>
                <a:cubicBezTo>
                  <a:pt x="177567" y="706553"/>
                  <a:pt x="192448" y="691673"/>
                  <a:pt x="192448" y="673316"/>
                </a:cubicBezTo>
                <a:cubicBezTo>
                  <a:pt x="192448" y="654959"/>
                  <a:pt x="177567" y="640078"/>
                  <a:pt x="159210" y="640078"/>
                </a:cubicBezTo>
                <a:cubicBezTo>
                  <a:pt x="140853" y="640078"/>
                  <a:pt x="125972" y="654959"/>
                  <a:pt x="125972" y="673316"/>
                </a:cubicBezTo>
                <a:moveTo>
                  <a:pt x="256821" y="624466"/>
                </a:moveTo>
                <a:cubicBezTo>
                  <a:pt x="256821" y="642823"/>
                  <a:pt x="271701" y="657704"/>
                  <a:pt x="290058" y="657704"/>
                </a:cubicBezTo>
                <a:cubicBezTo>
                  <a:pt x="308415" y="657704"/>
                  <a:pt x="323296" y="642823"/>
                  <a:pt x="323296" y="624466"/>
                </a:cubicBezTo>
                <a:cubicBezTo>
                  <a:pt x="323296" y="606110"/>
                  <a:pt x="308415" y="591229"/>
                  <a:pt x="290058" y="591229"/>
                </a:cubicBezTo>
                <a:cubicBezTo>
                  <a:pt x="271701" y="591229"/>
                  <a:pt x="256821" y="606110"/>
                  <a:pt x="256821" y="624466"/>
                </a:cubicBezTo>
                <a:moveTo>
                  <a:pt x="364594" y="588890"/>
                </a:moveTo>
                <a:cubicBezTo>
                  <a:pt x="364594" y="607247"/>
                  <a:pt x="379475" y="622128"/>
                  <a:pt x="397832" y="622128"/>
                </a:cubicBezTo>
                <a:cubicBezTo>
                  <a:pt x="416188" y="622128"/>
                  <a:pt x="431070" y="607247"/>
                  <a:pt x="431070" y="588890"/>
                </a:cubicBezTo>
                <a:cubicBezTo>
                  <a:pt x="431070" y="570534"/>
                  <a:pt x="416188" y="555653"/>
                  <a:pt x="397832" y="555653"/>
                </a:cubicBezTo>
                <a:cubicBezTo>
                  <a:pt x="379475" y="555653"/>
                  <a:pt x="364594" y="570534"/>
                  <a:pt x="364594" y="588890"/>
                </a:cubicBezTo>
                <a:moveTo>
                  <a:pt x="504257" y="547339"/>
                </a:moveTo>
                <a:cubicBezTo>
                  <a:pt x="504257" y="565696"/>
                  <a:pt x="519138" y="580577"/>
                  <a:pt x="537495" y="580577"/>
                </a:cubicBezTo>
                <a:cubicBezTo>
                  <a:pt x="555851" y="580577"/>
                  <a:pt x="570732" y="565696"/>
                  <a:pt x="570732" y="547339"/>
                </a:cubicBezTo>
                <a:cubicBezTo>
                  <a:pt x="570732" y="528983"/>
                  <a:pt x="555851" y="514101"/>
                  <a:pt x="537495" y="514101"/>
                </a:cubicBezTo>
                <a:cubicBezTo>
                  <a:pt x="519138" y="514101"/>
                  <a:pt x="504257" y="528983"/>
                  <a:pt x="504257" y="547339"/>
                </a:cubicBezTo>
                <a:moveTo>
                  <a:pt x="614446" y="524402"/>
                </a:moveTo>
                <a:cubicBezTo>
                  <a:pt x="614446" y="542759"/>
                  <a:pt x="629327" y="557640"/>
                  <a:pt x="647684" y="557640"/>
                </a:cubicBezTo>
                <a:cubicBezTo>
                  <a:pt x="666041" y="557640"/>
                  <a:pt x="680922" y="542759"/>
                  <a:pt x="680922" y="524402"/>
                </a:cubicBezTo>
                <a:cubicBezTo>
                  <a:pt x="680922" y="506045"/>
                  <a:pt x="666041" y="491164"/>
                  <a:pt x="647684" y="491164"/>
                </a:cubicBezTo>
                <a:cubicBezTo>
                  <a:pt x="629327" y="491164"/>
                  <a:pt x="614446" y="506045"/>
                  <a:pt x="614446" y="524402"/>
                </a:cubicBezTo>
                <a:moveTo>
                  <a:pt x="769626" y="474514"/>
                </a:moveTo>
                <a:cubicBezTo>
                  <a:pt x="769626" y="492870"/>
                  <a:pt x="784507" y="507751"/>
                  <a:pt x="802863" y="507751"/>
                </a:cubicBezTo>
                <a:cubicBezTo>
                  <a:pt x="821220" y="507751"/>
                  <a:pt x="836101" y="492870"/>
                  <a:pt x="836101" y="474514"/>
                </a:cubicBezTo>
                <a:cubicBezTo>
                  <a:pt x="836101" y="456157"/>
                  <a:pt x="821220" y="441276"/>
                  <a:pt x="802863" y="441276"/>
                </a:cubicBezTo>
                <a:cubicBezTo>
                  <a:pt x="784507" y="441276"/>
                  <a:pt x="769626" y="456157"/>
                  <a:pt x="769626" y="474514"/>
                </a:cubicBezTo>
                <a:moveTo>
                  <a:pt x="890079" y="449281"/>
                </a:moveTo>
                <a:cubicBezTo>
                  <a:pt x="890079" y="467638"/>
                  <a:pt x="904960" y="482519"/>
                  <a:pt x="923317" y="482519"/>
                </a:cubicBezTo>
                <a:cubicBezTo>
                  <a:pt x="941673" y="482519"/>
                  <a:pt x="956554" y="467638"/>
                  <a:pt x="956554" y="449281"/>
                </a:cubicBezTo>
                <a:cubicBezTo>
                  <a:pt x="956554" y="430925"/>
                  <a:pt x="941673" y="416044"/>
                  <a:pt x="923317" y="416044"/>
                </a:cubicBezTo>
                <a:cubicBezTo>
                  <a:pt x="904960" y="416044"/>
                  <a:pt x="890079" y="430925"/>
                  <a:pt x="890079" y="449281"/>
                </a:cubicBezTo>
                <a:moveTo>
                  <a:pt x="1002990" y="321482"/>
                </a:moveTo>
                <a:cubicBezTo>
                  <a:pt x="1002990" y="339838"/>
                  <a:pt x="1017871" y="354720"/>
                  <a:pt x="1036227" y="354720"/>
                </a:cubicBezTo>
                <a:cubicBezTo>
                  <a:pt x="1054584" y="354720"/>
                  <a:pt x="1069465" y="339838"/>
                  <a:pt x="1069465" y="321482"/>
                </a:cubicBezTo>
                <a:cubicBezTo>
                  <a:pt x="1069465" y="303125"/>
                  <a:pt x="1054584" y="288245"/>
                  <a:pt x="1036227" y="288245"/>
                </a:cubicBezTo>
                <a:cubicBezTo>
                  <a:pt x="1017871" y="288245"/>
                  <a:pt x="1002990" y="303125"/>
                  <a:pt x="1002990" y="321482"/>
                </a:cubicBezTo>
                <a:moveTo>
                  <a:pt x="1132309" y="299337"/>
                </a:moveTo>
                <a:cubicBezTo>
                  <a:pt x="1132309" y="317694"/>
                  <a:pt x="1147190" y="332574"/>
                  <a:pt x="1165547" y="332574"/>
                </a:cubicBezTo>
                <a:cubicBezTo>
                  <a:pt x="1183904" y="332574"/>
                  <a:pt x="1198784" y="317694"/>
                  <a:pt x="1198784" y="299337"/>
                </a:cubicBezTo>
                <a:cubicBezTo>
                  <a:pt x="1198784" y="280980"/>
                  <a:pt x="1183904" y="266099"/>
                  <a:pt x="1165547" y="266099"/>
                </a:cubicBezTo>
                <a:cubicBezTo>
                  <a:pt x="1147190" y="266099"/>
                  <a:pt x="1132309" y="280980"/>
                  <a:pt x="1132309" y="299337"/>
                </a:cubicBezTo>
                <a:moveTo>
                  <a:pt x="1277565" y="275305"/>
                </a:moveTo>
                <a:cubicBezTo>
                  <a:pt x="1277565" y="293662"/>
                  <a:pt x="1292446" y="308543"/>
                  <a:pt x="1310802" y="308543"/>
                </a:cubicBezTo>
                <a:cubicBezTo>
                  <a:pt x="1329159" y="308543"/>
                  <a:pt x="1344040" y="293662"/>
                  <a:pt x="1344040" y="275305"/>
                </a:cubicBezTo>
                <a:cubicBezTo>
                  <a:pt x="1344040" y="256948"/>
                  <a:pt x="1329159" y="242068"/>
                  <a:pt x="1310802" y="242068"/>
                </a:cubicBezTo>
                <a:cubicBezTo>
                  <a:pt x="1292446" y="242068"/>
                  <a:pt x="1277565" y="256948"/>
                  <a:pt x="1277565" y="275305"/>
                </a:cubicBezTo>
                <a:moveTo>
                  <a:pt x="1392633" y="269043"/>
                </a:moveTo>
                <a:cubicBezTo>
                  <a:pt x="1392633" y="287399"/>
                  <a:pt x="1407514" y="302280"/>
                  <a:pt x="1425871" y="302280"/>
                </a:cubicBezTo>
                <a:cubicBezTo>
                  <a:pt x="1444227" y="302280"/>
                  <a:pt x="1459108" y="287399"/>
                  <a:pt x="1459108" y="269043"/>
                </a:cubicBezTo>
                <a:cubicBezTo>
                  <a:pt x="1459108" y="250686"/>
                  <a:pt x="1444227" y="235805"/>
                  <a:pt x="1425871" y="235805"/>
                </a:cubicBezTo>
                <a:cubicBezTo>
                  <a:pt x="1407514" y="235805"/>
                  <a:pt x="1392633" y="250686"/>
                  <a:pt x="1392633" y="269043"/>
                </a:cubicBezTo>
                <a:moveTo>
                  <a:pt x="1532658" y="236078"/>
                </a:moveTo>
                <a:cubicBezTo>
                  <a:pt x="1532658" y="254434"/>
                  <a:pt x="1547539" y="269315"/>
                  <a:pt x="1565895" y="269315"/>
                </a:cubicBezTo>
                <a:cubicBezTo>
                  <a:pt x="1584252" y="269315"/>
                  <a:pt x="1599133" y="254434"/>
                  <a:pt x="1599133" y="236078"/>
                </a:cubicBezTo>
                <a:cubicBezTo>
                  <a:pt x="1599133" y="217721"/>
                  <a:pt x="1584252" y="202840"/>
                  <a:pt x="1565895" y="202840"/>
                </a:cubicBezTo>
                <a:cubicBezTo>
                  <a:pt x="1547539" y="202840"/>
                  <a:pt x="1532658" y="217721"/>
                  <a:pt x="1532658" y="236078"/>
                </a:cubicBezTo>
                <a:moveTo>
                  <a:pt x="1648158" y="215093"/>
                </a:moveTo>
                <a:cubicBezTo>
                  <a:pt x="1648158" y="233449"/>
                  <a:pt x="1663039" y="248330"/>
                  <a:pt x="1681396" y="248330"/>
                </a:cubicBezTo>
                <a:cubicBezTo>
                  <a:pt x="1699752" y="248330"/>
                  <a:pt x="1714634" y="233449"/>
                  <a:pt x="1714634" y="215093"/>
                </a:cubicBezTo>
                <a:cubicBezTo>
                  <a:pt x="1714634" y="196736"/>
                  <a:pt x="1699752" y="181855"/>
                  <a:pt x="1681396" y="181855"/>
                </a:cubicBezTo>
                <a:cubicBezTo>
                  <a:pt x="1663039" y="181855"/>
                  <a:pt x="1648158" y="196736"/>
                  <a:pt x="1648158" y="215093"/>
                </a:cubicBezTo>
                <a:moveTo>
                  <a:pt x="1790589" y="194349"/>
                </a:moveTo>
                <a:cubicBezTo>
                  <a:pt x="1790589" y="212706"/>
                  <a:pt x="1805470" y="227587"/>
                  <a:pt x="1823827" y="227587"/>
                </a:cubicBezTo>
                <a:cubicBezTo>
                  <a:pt x="1842184" y="227587"/>
                  <a:pt x="1857064" y="212706"/>
                  <a:pt x="1857064" y="194349"/>
                </a:cubicBezTo>
                <a:cubicBezTo>
                  <a:pt x="1857064" y="175993"/>
                  <a:pt x="1842184" y="161112"/>
                  <a:pt x="1823827" y="161112"/>
                </a:cubicBezTo>
                <a:cubicBezTo>
                  <a:pt x="1805470" y="161112"/>
                  <a:pt x="1790589" y="175993"/>
                  <a:pt x="1790589" y="194349"/>
                </a:cubicBezTo>
                <a:moveTo>
                  <a:pt x="1908514" y="161280"/>
                </a:moveTo>
                <a:cubicBezTo>
                  <a:pt x="1908514" y="179637"/>
                  <a:pt x="1923394" y="194518"/>
                  <a:pt x="1941751" y="194518"/>
                </a:cubicBezTo>
                <a:cubicBezTo>
                  <a:pt x="1960107" y="194518"/>
                  <a:pt x="1974989" y="179637"/>
                  <a:pt x="1974989" y="161280"/>
                </a:cubicBezTo>
                <a:cubicBezTo>
                  <a:pt x="1974989" y="142923"/>
                  <a:pt x="1960107" y="128043"/>
                  <a:pt x="1941751" y="128043"/>
                </a:cubicBezTo>
                <a:cubicBezTo>
                  <a:pt x="1923394" y="128043"/>
                  <a:pt x="1908514" y="142923"/>
                  <a:pt x="1908514" y="161280"/>
                </a:cubicBezTo>
                <a:moveTo>
                  <a:pt x="2051090" y="138622"/>
                </a:moveTo>
                <a:cubicBezTo>
                  <a:pt x="2051090" y="156979"/>
                  <a:pt x="2065971" y="171860"/>
                  <a:pt x="2084327" y="171860"/>
                </a:cubicBezTo>
                <a:cubicBezTo>
                  <a:pt x="2102684" y="171860"/>
                  <a:pt x="2117565" y="156979"/>
                  <a:pt x="2117565" y="138622"/>
                </a:cubicBezTo>
                <a:cubicBezTo>
                  <a:pt x="2117565" y="120265"/>
                  <a:pt x="2102684" y="105385"/>
                  <a:pt x="2084327" y="105385"/>
                </a:cubicBezTo>
                <a:cubicBezTo>
                  <a:pt x="2065971" y="105385"/>
                  <a:pt x="2051090" y="120265"/>
                  <a:pt x="2051090" y="138622"/>
                </a:cubicBezTo>
                <a:moveTo>
                  <a:pt x="2169031" y="120659"/>
                </a:moveTo>
                <a:cubicBezTo>
                  <a:pt x="2169031" y="139016"/>
                  <a:pt x="2183912" y="153897"/>
                  <a:pt x="2202268" y="153897"/>
                </a:cubicBezTo>
                <a:cubicBezTo>
                  <a:pt x="2220625" y="153897"/>
                  <a:pt x="2235506" y="139016"/>
                  <a:pt x="2235506" y="120659"/>
                </a:cubicBezTo>
                <a:cubicBezTo>
                  <a:pt x="2235506" y="102302"/>
                  <a:pt x="2220625" y="87422"/>
                  <a:pt x="2202268" y="87422"/>
                </a:cubicBezTo>
                <a:cubicBezTo>
                  <a:pt x="2183912" y="87422"/>
                  <a:pt x="2169031" y="102302"/>
                  <a:pt x="2169031" y="120659"/>
                </a:cubicBezTo>
                <a:moveTo>
                  <a:pt x="2304134" y="100310"/>
                </a:moveTo>
                <a:cubicBezTo>
                  <a:pt x="2304134" y="118667"/>
                  <a:pt x="2319015" y="133548"/>
                  <a:pt x="2337372" y="133548"/>
                </a:cubicBezTo>
                <a:cubicBezTo>
                  <a:pt x="2355729" y="133548"/>
                  <a:pt x="2370610" y="118667"/>
                  <a:pt x="2370610" y="100310"/>
                </a:cubicBezTo>
                <a:cubicBezTo>
                  <a:pt x="2370610" y="81954"/>
                  <a:pt x="2355729" y="67072"/>
                  <a:pt x="2337372" y="67072"/>
                </a:cubicBezTo>
                <a:cubicBezTo>
                  <a:pt x="2319015" y="67072"/>
                  <a:pt x="2304134" y="81954"/>
                  <a:pt x="2304134" y="100310"/>
                </a:cubicBezTo>
                <a:moveTo>
                  <a:pt x="2417126" y="96146"/>
                </a:moveTo>
                <a:cubicBezTo>
                  <a:pt x="2417126" y="114503"/>
                  <a:pt x="2432007" y="129384"/>
                  <a:pt x="2450363" y="129384"/>
                </a:cubicBezTo>
                <a:cubicBezTo>
                  <a:pt x="2468720" y="129384"/>
                  <a:pt x="2483601" y="114503"/>
                  <a:pt x="2483601" y="96146"/>
                </a:cubicBezTo>
                <a:cubicBezTo>
                  <a:pt x="2483601" y="77789"/>
                  <a:pt x="2468720" y="62909"/>
                  <a:pt x="2450363" y="62909"/>
                </a:cubicBezTo>
                <a:cubicBezTo>
                  <a:pt x="2432007" y="62909"/>
                  <a:pt x="2417126" y="77789"/>
                  <a:pt x="2417126" y="96146"/>
                </a:cubicBezTo>
                <a:moveTo>
                  <a:pt x="2559647" y="68329"/>
                </a:moveTo>
                <a:cubicBezTo>
                  <a:pt x="2559647" y="86685"/>
                  <a:pt x="2574528" y="101566"/>
                  <a:pt x="2592885" y="101566"/>
                </a:cubicBezTo>
                <a:cubicBezTo>
                  <a:pt x="2611241" y="101566"/>
                  <a:pt x="2626122" y="86685"/>
                  <a:pt x="2626122" y="68329"/>
                </a:cubicBezTo>
                <a:cubicBezTo>
                  <a:pt x="2626122" y="49972"/>
                  <a:pt x="2611241" y="35091"/>
                  <a:pt x="2592885" y="35091"/>
                </a:cubicBezTo>
                <a:cubicBezTo>
                  <a:pt x="2574528" y="35091"/>
                  <a:pt x="2559647" y="49972"/>
                  <a:pt x="2559647" y="68329"/>
                </a:cubicBezTo>
                <a:moveTo>
                  <a:pt x="2672727" y="56131"/>
                </a:moveTo>
                <a:cubicBezTo>
                  <a:pt x="2672727" y="74488"/>
                  <a:pt x="2687609" y="89369"/>
                  <a:pt x="2705965" y="89369"/>
                </a:cubicBezTo>
                <a:cubicBezTo>
                  <a:pt x="2724322" y="89369"/>
                  <a:pt x="2739203" y="74488"/>
                  <a:pt x="2739203" y="56131"/>
                </a:cubicBezTo>
                <a:cubicBezTo>
                  <a:pt x="2739203" y="37775"/>
                  <a:pt x="2724322" y="22893"/>
                  <a:pt x="2705965" y="22893"/>
                </a:cubicBezTo>
                <a:cubicBezTo>
                  <a:pt x="2687609" y="22893"/>
                  <a:pt x="2672727" y="37775"/>
                  <a:pt x="2672727" y="56131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B9D373-F043-4B29-8152-D5ED6215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913600"/>
            <a:ext cx="2807795" cy="968525"/>
          </a:xfrm>
          <a:custGeom xmlns:a="http://schemas.openxmlformats.org/drawingml/2006/main">
            <a:pathLst>
              <a:path w="2807795" h="968525" fill="none">
                <a:moveTo>
                  <a:pt x="0" y="968525"/>
                </a:moveTo>
                <a:lnTo>
                  <a:pt x="125972" y="902483"/>
                </a:lnTo>
                <a:lnTo>
                  <a:pt x="256820" y="784033"/>
                </a:lnTo>
                <a:lnTo>
                  <a:pt x="364594" y="730492"/>
                </a:lnTo>
                <a:lnTo>
                  <a:pt x="504257" y="644494"/>
                </a:lnTo>
                <a:lnTo>
                  <a:pt x="614446" y="594440"/>
                </a:lnTo>
                <a:lnTo>
                  <a:pt x="769626" y="507067"/>
                </a:lnTo>
                <a:lnTo>
                  <a:pt x="890079" y="438404"/>
                </a:lnTo>
                <a:lnTo>
                  <a:pt x="1002990" y="399487"/>
                </a:lnTo>
                <a:lnTo>
                  <a:pt x="1132309" y="364729"/>
                </a:lnTo>
                <a:lnTo>
                  <a:pt x="1277565" y="316436"/>
                </a:lnTo>
                <a:lnTo>
                  <a:pt x="1392633" y="287977"/>
                </a:lnTo>
                <a:lnTo>
                  <a:pt x="1532657" y="244576"/>
                </a:lnTo>
                <a:lnTo>
                  <a:pt x="1648158" y="206174"/>
                </a:lnTo>
                <a:lnTo>
                  <a:pt x="1790589" y="179320"/>
                </a:lnTo>
                <a:lnTo>
                  <a:pt x="1908513" y="164534"/>
                </a:lnTo>
                <a:lnTo>
                  <a:pt x="2051090" y="147413"/>
                </a:lnTo>
                <a:lnTo>
                  <a:pt x="2169031" y="113319"/>
                </a:lnTo>
                <a:lnTo>
                  <a:pt x="2304134" y="79372"/>
                </a:lnTo>
                <a:lnTo>
                  <a:pt x="2417126" y="59594"/>
                </a:lnTo>
                <a:lnTo>
                  <a:pt x="2559647" y="22805"/>
                </a:lnTo>
                <a:lnTo>
                  <a:pt x="2672727" y="13798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717171"/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1FF4DF-D653-4A51-B191-CCCC561E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880362"/>
            <a:ext cx="2874271" cy="1035000"/>
          </a:xfrm>
          <a:custGeom xmlns:a="http://schemas.openxmlformats.org/drawingml/2006/main">
            <a:pathLst>
              <a:path w="2874271" h="1035000">
                <a:moveTo>
                  <a:pt x="0" y="1001762"/>
                </a:moveTo>
                <a:cubicBezTo>
                  <a:pt x="0" y="1020119"/>
                  <a:pt x="14881" y="1035000"/>
                  <a:pt x="33238" y="1035000"/>
                </a:cubicBezTo>
                <a:cubicBezTo>
                  <a:pt x="51594" y="1035000"/>
                  <a:pt x="66475" y="1020119"/>
                  <a:pt x="66475" y="1001762"/>
                </a:cubicBezTo>
                <a:cubicBezTo>
                  <a:pt x="66475" y="983406"/>
                  <a:pt x="51594" y="968525"/>
                  <a:pt x="33238" y="968525"/>
                </a:cubicBezTo>
                <a:cubicBezTo>
                  <a:pt x="14881" y="968525"/>
                  <a:pt x="0" y="983406"/>
                  <a:pt x="0" y="1001762"/>
                </a:cubicBezTo>
                <a:moveTo>
                  <a:pt x="125972" y="935721"/>
                </a:moveTo>
                <a:cubicBezTo>
                  <a:pt x="125972" y="954078"/>
                  <a:pt x="140853" y="968959"/>
                  <a:pt x="159210" y="968959"/>
                </a:cubicBezTo>
                <a:cubicBezTo>
                  <a:pt x="177567" y="968959"/>
                  <a:pt x="192448" y="954078"/>
                  <a:pt x="192448" y="935721"/>
                </a:cubicBezTo>
                <a:cubicBezTo>
                  <a:pt x="192448" y="917365"/>
                  <a:pt x="177567" y="902484"/>
                  <a:pt x="159210" y="902484"/>
                </a:cubicBezTo>
                <a:cubicBezTo>
                  <a:pt x="140853" y="902484"/>
                  <a:pt x="125972" y="917365"/>
                  <a:pt x="125972" y="935721"/>
                </a:cubicBezTo>
                <a:moveTo>
                  <a:pt x="256820" y="817270"/>
                </a:moveTo>
                <a:cubicBezTo>
                  <a:pt x="256820" y="835627"/>
                  <a:pt x="271701" y="850508"/>
                  <a:pt x="290058" y="850508"/>
                </a:cubicBezTo>
                <a:cubicBezTo>
                  <a:pt x="308415" y="850508"/>
                  <a:pt x="323295" y="835627"/>
                  <a:pt x="323295" y="817270"/>
                </a:cubicBezTo>
                <a:cubicBezTo>
                  <a:pt x="323295" y="798914"/>
                  <a:pt x="308415" y="784033"/>
                  <a:pt x="290058" y="784033"/>
                </a:cubicBezTo>
                <a:cubicBezTo>
                  <a:pt x="271701" y="784033"/>
                  <a:pt x="256820" y="798914"/>
                  <a:pt x="256820" y="817270"/>
                </a:cubicBezTo>
                <a:moveTo>
                  <a:pt x="364594" y="763730"/>
                </a:moveTo>
                <a:cubicBezTo>
                  <a:pt x="364594" y="782087"/>
                  <a:pt x="379475" y="796968"/>
                  <a:pt x="397832" y="796968"/>
                </a:cubicBezTo>
                <a:cubicBezTo>
                  <a:pt x="416188" y="796968"/>
                  <a:pt x="431069" y="782087"/>
                  <a:pt x="431069" y="763730"/>
                </a:cubicBezTo>
                <a:cubicBezTo>
                  <a:pt x="431069" y="745374"/>
                  <a:pt x="416188" y="730492"/>
                  <a:pt x="397832" y="730492"/>
                </a:cubicBezTo>
                <a:cubicBezTo>
                  <a:pt x="379475" y="730492"/>
                  <a:pt x="364594" y="745374"/>
                  <a:pt x="364594" y="763730"/>
                </a:cubicBezTo>
                <a:moveTo>
                  <a:pt x="504257" y="677731"/>
                </a:moveTo>
                <a:cubicBezTo>
                  <a:pt x="504257" y="696088"/>
                  <a:pt x="519138" y="710969"/>
                  <a:pt x="537495" y="710969"/>
                </a:cubicBezTo>
                <a:cubicBezTo>
                  <a:pt x="555851" y="710969"/>
                  <a:pt x="570732" y="696088"/>
                  <a:pt x="570732" y="677731"/>
                </a:cubicBezTo>
                <a:cubicBezTo>
                  <a:pt x="570732" y="659375"/>
                  <a:pt x="555851" y="644494"/>
                  <a:pt x="537495" y="644494"/>
                </a:cubicBezTo>
                <a:cubicBezTo>
                  <a:pt x="519138" y="644494"/>
                  <a:pt x="504257" y="659375"/>
                  <a:pt x="504257" y="677731"/>
                </a:cubicBezTo>
                <a:moveTo>
                  <a:pt x="614446" y="627678"/>
                </a:moveTo>
                <a:cubicBezTo>
                  <a:pt x="614446" y="646035"/>
                  <a:pt x="629327" y="660915"/>
                  <a:pt x="647684" y="660915"/>
                </a:cubicBezTo>
                <a:cubicBezTo>
                  <a:pt x="666040" y="660915"/>
                  <a:pt x="680921" y="646035"/>
                  <a:pt x="680921" y="627678"/>
                </a:cubicBezTo>
                <a:cubicBezTo>
                  <a:pt x="680921" y="609322"/>
                  <a:pt x="666040" y="594440"/>
                  <a:pt x="647684" y="594440"/>
                </a:cubicBezTo>
                <a:cubicBezTo>
                  <a:pt x="629327" y="594440"/>
                  <a:pt x="614446" y="609322"/>
                  <a:pt x="614446" y="627678"/>
                </a:cubicBezTo>
                <a:moveTo>
                  <a:pt x="769626" y="540305"/>
                </a:moveTo>
                <a:cubicBezTo>
                  <a:pt x="769626" y="558662"/>
                  <a:pt x="784506" y="573543"/>
                  <a:pt x="802863" y="573543"/>
                </a:cubicBezTo>
                <a:cubicBezTo>
                  <a:pt x="821220" y="573543"/>
                  <a:pt x="836101" y="558662"/>
                  <a:pt x="836101" y="540305"/>
                </a:cubicBezTo>
                <a:cubicBezTo>
                  <a:pt x="836101" y="521949"/>
                  <a:pt x="821220" y="507068"/>
                  <a:pt x="802863" y="507068"/>
                </a:cubicBezTo>
                <a:cubicBezTo>
                  <a:pt x="784506" y="507068"/>
                  <a:pt x="769626" y="521949"/>
                  <a:pt x="769626" y="540305"/>
                </a:cubicBezTo>
                <a:moveTo>
                  <a:pt x="890079" y="471641"/>
                </a:moveTo>
                <a:cubicBezTo>
                  <a:pt x="890079" y="489998"/>
                  <a:pt x="904960" y="504879"/>
                  <a:pt x="923317" y="504879"/>
                </a:cubicBezTo>
                <a:cubicBezTo>
                  <a:pt x="941673" y="504879"/>
                  <a:pt x="956554" y="489998"/>
                  <a:pt x="956554" y="471641"/>
                </a:cubicBezTo>
                <a:cubicBezTo>
                  <a:pt x="956554" y="453285"/>
                  <a:pt x="941673" y="438404"/>
                  <a:pt x="923317" y="438404"/>
                </a:cubicBezTo>
                <a:cubicBezTo>
                  <a:pt x="904960" y="438404"/>
                  <a:pt x="890079" y="453285"/>
                  <a:pt x="890079" y="471641"/>
                </a:cubicBezTo>
                <a:moveTo>
                  <a:pt x="1002990" y="432725"/>
                </a:moveTo>
                <a:cubicBezTo>
                  <a:pt x="1002990" y="451081"/>
                  <a:pt x="1017871" y="465962"/>
                  <a:pt x="1036227" y="465962"/>
                </a:cubicBezTo>
                <a:cubicBezTo>
                  <a:pt x="1054584" y="465962"/>
                  <a:pt x="1069465" y="451081"/>
                  <a:pt x="1069465" y="432725"/>
                </a:cubicBezTo>
                <a:cubicBezTo>
                  <a:pt x="1069465" y="414368"/>
                  <a:pt x="1054584" y="399487"/>
                  <a:pt x="1036227" y="399487"/>
                </a:cubicBezTo>
                <a:cubicBezTo>
                  <a:pt x="1017871" y="399487"/>
                  <a:pt x="1002990" y="414368"/>
                  <a:pt x="1002990" y="432725"/>
                </a:cubicBezTo>
                <a:moveTo>
                  <a:pt x="1132309" y="397966"/>
                </a:moveTo>
                <a:cubicBezTo>
                  <a:pt x="1132309" y="416323"/>
                  <a:pt x="1147190" y="431204"/>
                  <a:pt x="1165547" y="431204"/>
                </a:cubicBezTo>
                <a:cubicBezTo>
                  <a:pt x="1183903" y="431204"/>
                  <a:pt x="1198784" y="416323"/>
                  <a:pt x="1198784" y="397966"/>
                </a:cubicBezTo>
                <a:cubicBezTo>
                  <a:pt x="1198784" y="379610"/>
                  <a:pt x="1183903" y="364729"/>
                  <a:pt x="1165547" y="364729"/>
                </a:cubicBezTo>
                <a:cubicBezTo>
                  <a:pt x="1147190" y="364729"/>
                  <a:pt x="1132309" y="379610"/>
                  <a:pt x="1132309" y="397966"/>
                </a:cubicBezTo>
                <a:moveTo>
                  <a:pt x="1277565" y="349674"/>
                </a:moveTo>
                <a:cubicBezTo>
                  <a:pt x="1277565" y="368030"/>
                  <a:pt x="1292446" y="382911"/>
                  <a:pt x="1310802" y="382911"/>
                </a:cubicBezTo>
                <a:cubicBezTo>
                  <a:pt x="1329159" y="382911"/>
                  <a:pt x="1344040" y="368030"/>
                  <a:pt x="1344040" y="349674"/>
                </a:cubicBezTo>
                <a:cubicBezTo>
                  <a:pt x="1344040" y="331317"/>
                  <a:pt x="1329159" y="316436"/>
                  <a:pt x="1310802" y="316436"/>
                </a:cubicBezTo>
                <a:cubicBezTo>
                  <a:pt x="1292446" y="316436"/>
                  <a:pt x="1277565" y="331317"/>
                  <a:pt x="1277565" y="349674"/>
                </a:cubicBezTo>
                <a:moveTo>
                  <a:pt x="1392633" y="321214"/>
                </a:moveTo>
                <a:cubicBezTo>
                  <a:pt x="1392633" y="339571"/>
                  <a:pt x="1407514" y="354452"/>
                  <a:pt x="1425870" y="354452"/>
                </a:cubicBezTo>
                <a:cubicBezTo>
                  <a:pt x="1444227" y="354452"/>
                  <a:pt x="1459108" y="339571"/>
                  <a:pt x="1459108" y="321214"/>
                </a:cubicBezTo>
                <a:cubicBezTo>
                  <a:pt x="1459108" y="302858"/>
                  <a:pt x="1444227" y="287977"/>
                  <a:pt x="1425870" y="287977"/>
                </a:cubicBezTo>
                <a:cubicBezTo>
                  <a:pt x="1407514" y="287977"/>
                  <a:pt x="1392633" y="302858"/>
                  <a:pt x="1392633" y="321214"/>
                </a:cubicBezTo>
                <a:moveTo>
                  <a:pt x="1532657" y="277814"/>
                </a:moveTo>
                <a:cubicBezTo>
                  <a:pt x="1532657" y="296170"/>
                  <a:pt x="1547538" y="311052"/>
                  <a:pt x="1565895" y="311052"/>
                </a:cubicBezTo>
                <a:cubicBezTo>
                  <a:pt x="1584252" y="311052"/>
                  <a:pt x="1599132" y="296170"/>
                  <a:pt x="1599132" y="277814"/>
                </a:cubicBezTo>
                <a:cubicBezTo>
                  <a:pt x="1599132" y="259457"/>
                  <a:pt x="1584252" y="244576"/>
                  <a:pt x="1565895" y="244576"/>
                </a:cubicBezTo>
                <a:cubicBezTo>
                  <a:pt x="1547538" y="244576"/>
                  <a:pt x="1532657" y="259457"/>
                  <a:pt x="1532657" y="277814"/>
                </a:cubicBezTo>
                <a:moveTo>
                  <a:pt x="1648158" y="239412"/>
                </a:moveTo>
                <a:cubicBezTo>
                  <a:pt x="1648158" y="257769"/>
                  <a:pt x="1663039" y="272650"/>
                  <a:pt x="1681396" y="272650"/>
                </a:cubicBezTo>
                <a:cubicBezTo>
                  <a:pt x="1699752" y="272650"/>
                  <a:pt x="1714633" y="257769"/>
                  <a:pt x="1714633" y="239412"/>
                </a:cubicBezTo>
                <a:cubicBezTo>
                  <a:pt x="1714633" y="221056"/>
                  <a:pt x="1699752" y="206175"/>
                  <a:pt x="1681396" y="206175"/>
                </a:cubicBezTo>
                <a:cubicBezTo>
                  <a:pt x="1663039" y="206175"/>
                  <a:pt x="1648158" y="221056"/>
                  <a:pt x="1648158" y="239412"/>
                </a:cubicBezTo>
                <a:moveTo>
                  <a:pt x="1790589" y="212557"/>
                </a:moveTo>
                <a:cubicBezTo>
                  <a:pt x="1790589" y="230914"/>
                  <a:pt x="1805470" y="245795"/>
                  <a:pt x="1823827" y="245795"/>
                </a:cubicBezTo>
                <a:cubicBezTo>
                  <a:pt x="1842183" y="245795"/>
                  <a:pt x="1857064" y="230914"/>
                  <a:pt x="1857064" y="212557"/>
                </a:cubicBezTo>
                <a:cubicBezTo>
                  <a:pt x="1857064" y="194201"/>
                  <a:pt x="1842183" y="179320"/>
                  <a:pt x="1823827" y="179320"/>
                </a:cubicBezTo>
                <a:cubicBezTo>
                  <a:pt x="1805470" y="179320"/>
                  <a:pt x="1790589" y="194201"/>
                  <a:pt x="1790589" y="212557"/>
                </a:cubicBezTo>
                <a:moveTo>
                  <a:pt x="1908513" y="197772"/>
                </a:moveTo>
                <a:cubicBezTo>
                  <a:pt x="1908513" y="216128"/>
                  <a:pt x="1923394" y="231009"/>
                  <a:pt x="1941751" y="231009"/>
                </a:cubicBezTo>
                <a:cubicBezTo>
                  <a:pt x="1960107" y="231009"/>
                  <a:pt x="1974988" y="216128"/>
                  <a:pt x="1974988" y="197772"/>
                </a:cubicBezTo>
                <a:cubicBezTo>
                  <a:pt x="1974988" y="179415"/>
                  <a:pt x="1960107" y="164534"/>
                  <a:pt x="1941751" y="164534"/>
                </a:cubicBezTo>
                <a:cubicBezTo>
                  <a:pt x="1923394" y="164534"/>
                  <a:pt x="1908513" y="179415"/>
                  <a:pt x="1908513" y="197772"/>
                </a:cubicBezTo>
                <a:moveTo>
                  <a:pt x="2051090" y="180651"/>
                </a:moveTo>
                <a:cubicBezTo>
                  <a:pt x="2051090" y="199008"/>
                  <a:pt x="2065971" y="213889"/>
                  <a:pt x="2084327" y="213889"/>
                </a:cubicBezTo>
                <a:cubicBezTo>
                  <a:pt x="2102684" y="213889"/>
                  <a:pt x="2117565" y="199008"/>
                  <a:pt x="2117565" y="180651"/>
                </a:cubicBezTo>
                <a:cubicBezTo>
                  <a:pt x="2117565" y="162295"/>
                  <a:pt x="2102684" y="147413"/>
                  <a:pt x="2084327" y="147413"/>
                </a:cubicBezTo>
                <a:cubicBezTo>
                  <a:pt x="2065971" y="147413"/>
                  <a:pt x="2051090" y="162295"/>
                  <a:pt x="2051090" y="180651"/>
                </a:cubicBezTo>
                <a:moveTo>
                  <a:pt x="2169031" y="146557"/>
                </a:moveTo>
                <a:cubicBezTo>
                  <a:pt x="2169031" y="164914"/>
                  <a:pt x="2183912" y="179795"/>
                  <a:pt x="2202268" y="179795"/>
                </a:cubicBezTo>
                <a:cubicBezTo>
                  <a:pt x="2220625" y="179795"/>
                  <a:pt x="2235506" y="164914"/>
                  <a:pt x="2235506" y="146557"/>
                </a:cubicBezTo>
                <a:cubicBezTo>
                  <a:pt x="2235506" y="128201"/>
                  <a:pt x="2220625" y="113319"/>
                  <a:pt x="2202268" y="113319"/>
                </a:cubicBezTo>
                <a:cubicBezTo>
                  <a:pt x="2183912" y="113319"/>
                  <a:pt x="2169031" y="128201"/>
                  <a:pt x="2169031" y="146557"/>
                </a:cubicBezTo>
                <a:moveTo>
                  <a:pt x="2304134" y="112610"/>
                </a:moveTo>
                <a:cubicBezTo>
                  <a:pt x="2304134" y="130967"/>
                  <a:pt x="2319015" y="145848"/>
                  <a:pt x="2337372" y="145848"/>
                </a:cubicBezTo>
                <a:cubicBezTo>
                  <a:pt x="2355728" y="145848"/>
                  <a:pt x="2370609" y="130967"/>
                  <a:pt x="2370609" y="112610"/>
                </a:cubicBezTo>
                <a:cubicBezTo>
                  <a:pt x="2370609" y="94254"/>
                  <a:pt x="2355728" y="79373"/>
                  <a:pt x="2337372" y="79373"/>
                </a:cubicBezTo>
                <a:cubicBezTo>
                  <a:pt x="2319015" y="79373"/>
                  <a:pt x="2304134" y="94254"/>
                  <a:pt x="2304134" y="112610"/>
                </a:cubicBezTo>
                <a:moveTo>
                  <a:pt x="2417126" y="92832"/>
                </a:moveTo>
                <a:cubicBezTo>
                  <a:pt x="2417126" y="111189"/>
                  <a:pt x="2432007" y="126070"/>
                  <a:pt x="2450363" y="126070"/>
                </a:cubicBezTo>
                <a:cubicBezTo>
                  <a:pt x="2468720" y="126070"/>
                  <a:pt x="2483601" y="111189"/>
                  <a:pt x="2483601" y="92832"/>
                </a:cubicBezTo>
                <a:cubicBezTo>
                  <a:pt x="2483601" y="74476"/>
                  <a:pt x="2468720" y="59594"/>
                  <a:pt x="2450363" y="59594"/>
                </a:cubicBezTo>
                <a:cubicBezTo>
                  <a:pt x="2432007" y="59594"/>
                  <a:pt x="2417126" y="74476"/>
                  <a:pt x="2417126" y="92832"/>
                </a:cubicBezTo>
                <a:moveTo>
                  <a:pt x="2559647" y="56043"/>
                </a:moveTo>
                <a:cubicBezTo>
                  <a:pt x="2559647" y="74399"/>
                  <a:pt x="2574528" y="89280"/>
                  <a:pt x="2592885" y="89280"/>
                </a:cubicBezTo>
                <a:cubicBezTo>
                  <a:pt x="2611241" y="89280"/>
                  <a:pt x="2626122" y="74399"/>
                  <a:pt x="2626122" y="56043"/>
                </a:cubicBezTo>
                <a:cubicBezTo>
                  <a:pt x="2626122" y="37686"/>
                  <a:pt x="2611241" y="22805"/>
                  <a:pt x="2592885" y="22805"/>
                </a:cubicBezTo>
                <a:cubicBezTo>
                  <a:pt x="2574528" y="22805"/>
                  <a:pt x="2559647" y="37686"/>
                  <a:pt x="2559647" y="56043"/>
                </a:cubicBezTo>
                <a:moveTo>
                  <a:pt x="2672727" y="47035"/>
                </a:moveTo>
                <a:cubicBezTo>
                  <a:pt x="2672727" y="65392"/>
                  <a:pt x="2687608" y="80273"/>
                  <a:pt x="2705965" y="80273"/>
                </a:cubicBezTo>
                <a:cubicBezTo>
                  <a:pt x="2724322" y="80273"/>
                  <a:pt x="2739203" y="65392"/>
                  <a:pt x="2739203" y="47035"/>
                </a:cubicBezTo>
                <a:cubicBezTo>
                  <a:pt x="2739203" y="28679"/>
                  <a:pt x="2724322" y="13798"/>
                  <a:pt x="2705965" y="13798"/>
                </a:cubicBezTo>
                <a:cubicBezTo>
                  <a:pt x="2687608" y="13798"/>
                  <a:pt x="2672727" y="28679"/>
                  <a:pt x="2672727" y="47035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71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65235E-7B7C-4CEA-BC4C-1B2CD403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603130"/>
            <a:ext cx="2807795" cy="637087"/>
          </a:xfrm>
          <a:custGeom xmlns:a="http://schemas.openxmlformats.org/drawingml/2006/main">
            <a:pathLst>
              <a:path w="2807795" h="637087" fill="none">
                <a:moveTo>
                  <a:pt x="0" y="637087"/>
                </a:moveTo>
                <a:lnTo>
                  <a:pt x="125972" y="609183"/>
                </a:lnTo>
                <a:lnTo>
                  <a:pt x="256820" y="554854"/>
                </a:lnTo>
                <a:lnTo>
                  <a:pt x="364594" y="536247"/>
                </a:lnTo>
                <a:lnTo>
                  <a:pt x="504257" y="483290"/>
                </a:lnTo>
                <a:lnTo>
                  <a:pt x="614446" y="449572"/>
                </a:lnTo>
                <a:lnTo>
                  <a:pt x="769625" y="401646"/>
                </a:lnTo>
                <a:lnTo>
                  <a:pt x="890079" y="371003"/>
                </a:lnTo>
                <a:lnTo>
                  <a:pt x="1002990" y="301660"/>
                </a:lnTo>
                <a:lnTo>
                  <a:pt x="1132309" y="295170"/>
                </a:lnTo>
                <a:lnTo>
                  <a:pt x="1277565" y="254977"/>
                </a:lnTo>
                <a:lnTo>
                  <a:pt x="1392633" y="233456"/>
                </a:lnTo>
                <a:lnTo>
                  <a:pt x="1532658" y="206749"/>
                </a:lnTo>
                <a:lnTo>
                  <a:pt x="1648158" y="173880"/>
                </a:lnTo>
                <a:lnTo>
                  <a:pt x="1790589" y="143915"/>
                </a:lnTo>
                <a:lnTo>
                  <a:pt x="1908513" y="111569"/>
                </a:lnTo>
                <a:lnTo>
                  <a:pt x="2051090" y="98144"/>
                </a:lnTo>
                <a:lnTo>
                  <a:pt x="2169030" y="80551"/>
                </a:lnTo>
                <a:lnTo>
                  <a:pt x="2304134" y="47551"/>
                </a:lnTo>
                <a:lnTo>
                  <a:pt x="2417126" y="27767"/>
                </a:lnTo>
                <a:lnTo>
                  <a:pt x="2559647" y="3622"/>
                </a:lnTo>
                <a:lnTo>
                  <a:pt x="2672727" y="16822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717171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B2FA8-4A69-4D40-B2B8-E373D342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569892"/>
            <a:ext cx="2874271" cy="703563"/>
          </a:xfrm>
          <a:custGeom xmlns:a="http://schemas.openxmlformats.org/drawingml/2006/main">
            <a:pathLst>
              <a:path w="2874271" h="703563">
                <a:moveTo>
                  <a:pt x="0" y="670325"/>
                </a:moveTo>
                <a:cubicBezTo>
                  <a:pt x="0" y="688682"/>
                  <a:pt x="14881" y="703563"/>
                  <a:pt x="33238" y="703563"/>
                </a:cubicBezTo>
                <a:cubicBezTo>
                  <a:pt x="51594" y="703563"/>
                  <a:pt x="66475" y="688682"/>
                  <a:pt x="66475" y="670325"/>
                </a:cubicBezTo>
                <a:cubicBezTo>
                  <a:pt x="66475" y="651969"/>
                  <a:pt x="51594" y="637088"/>
                  <a:pt x="33238" y="637088"/>
                </a:cubicBezTo>
                <a:cubicBezTo>
                  <a:pt x="14881" y="637088"/>
                  <a:pt x="0" y="651969"/>
                  <a:pt x="0" y="670325"/>
                </a:cubicBezTo>
                <a:moveTo>
                  <a:pt x="125972" y="642420"/>
                </a:moveTo>
                <a:cubicBezTo>
                  <a:pt x="125972" y="660777"/>
                  <a:pt x="140853" y="675658"/>
                  <a:pt x="159210" y="675658"/>
                </a:cubicBezTo>
                <a:cubicBezTo>
                  <a:pt x="177567" y="675658"/>
                  <a:pt x="192448" y="660777"/>
                  <a:pt x="192448" y="642420"/>
                </a:cubicBezTo>
                <a:cubicBezTo>
                  <a:pt x="192448" y="624064"/>
                  <a:pt x="177567" y="609183"/>
                  <a:pt x="159210" y="609183"/>
                </a:cubicBezTo>
                <a:cubicBezTo>
                  <a:pt x="140853" y="609183"/>
                  <a:pt x="125972" y="624064"/>
                  <a:pt x="125972" y="642420"/>
                </a:cubicBezTo>
                <a:moveTo>
                  <a:pt x="256821" y="588091"/>
                </a:moveTo>
                <a:cubicBezTo>
                  <a:pt x="256821" y="606448"/>
                  <a:pt x="271701" y="621329"/>
                  <a:pt x="290058" y="621329"/>
                </a:cubicBezTo>
                <a:cubicBezTo>
                  <a:pt x="308415" y="621329"/>
                  <a:pt x="323296" y="606448"/>
                  <a:pt x="323296" y="588091"/>
                </a:cubicBezTo>
                <a:cubicBezTo>
                  <a:pt x="323296" y="569735"/>
                  <a:pt x="308415" y="554854"/>
                  <a:pt x="290058" y="554854"/>
                </a:cubicBezTo>
                <a:cubicBezTo>
                  <a:pt x="271701" y="554854"/>
                  <a:pt x="256821" y="569735"/>
                  <a:pt x="256821" y="588091"/>
                </a:cubicBezTo>
                <a:moveTo>
                  <a:pt x="364594" y="569485"/>
                </a:moveTo>
                <a:cubicBezTo>
                  <a:pt x="364594" y="587842"/>
                  <a:pt x="379475" y="602723"/>
                  <a:pt x="397832" y="602723"/>
                </a:cubicBezTo>
                <a:cubicBezTo>
                  <a:pt x="416188" y="602723"/>
                  <a:pt x="431070" y="587842"/>
                  <a:pt x="431070" y="569485"/>
                </a:cubicBezTo>
                <a:cubicBezTo>
                  <a:pt x="431070" y="551128"/>
                  <a:pt x="416188" y="536247"/>
                  <a:pt x="397832" y="536247"/>
                </a:cubicBezTo>
                <a:cubicBezTo>
                  <a:pt x="379475" y="536247"/>
                  <a:pt x="364594" y="551128"/>
                  <a:pt x="364594" y="569485"/>
                </a:cubicBezTo>
                <a:moveTo>
                  <a:pt x="504257" y="516528"/>
                </a:moveTo>
                <a:cubicBezTo>
                  <a:pt x="504257" y="534884"/>
                  <a:pt x="519138" y="549765"/>
                  <a:pt x="537495" y="549765"/>
                </a:cubicBezTo>
                <a:cubicBezTo>
                  <a:pt x="555851" y="549765"/>
                  <a:pt x="570732" y="534884"/>
                  <a:pt x="570732" y="516528"/>
                </a:cubicBezTo>
                <a:cubicBezTo>
                  <a:pt x="570732" y="498171"/>
                  <a:pt x="555851" y="483290"/>
                  <a:pt x="537495" y="483290"/>
                </a:cubicBezTo>
                <a:cubicBezTo>
                  <a:pt x="519138" y="483290"/>
                  <a:pt x="504257" y="498171"/>
                  <a:pt x="504257" y="516528"/>
                </a:cubicBezTo>
                <a:moveTo>
                  <a:pt x="614446" y="482810"/>
                </a:moveTo>
                <a:cubicBezTo>
                  <a:pt x="614446" y="501166"/>
                  <a:pt x="629327" y="516047"/>
                  <a:pt x="647684" y="516047"/>
                </a:cubicBezTo>
                <a:cubicBezTo>
                  <a:pt x="666041" y="516047"/>
                  <a:pt x="680922" y="501166"/>
                  <a:pt x="680922" y="482810"/>
                </a:cubicBezTo>
                <a:cubicBezTo>
                  <a:pt x="680922" y="464453"/>
                  <a:pt x="666041" y="449572"/>
                  <a:pt x="647684" y="449572"/>
                </a:cubicBezTo>
                <a:cubicBezTo>
                  <a:pt x="629327" y="449572"/>
                  <a:pt x="614446" y="464453"/>
                  <a:pt x="614446" y="482810"/>
                </a:cubicBezTo>
                <a:moveTo>
                  <a:pt x="769626" y="434884"/>
                </a:moveTo>
                <a:cubicBezTo>
                  <a:pt x="769626" y="453240"/>
                  <a:pt x="784507" y="468121"/>
                  <a:pt x="802863" y="468121"/>
                </a:cubicBezTo>
                <a:cubicBezTo>
                  <a:pt x="821220" y="468121"/>
                  <a:pt x="836101" y="453240"/>
                  <a:pt x="836101" y="434884"/>
                </a:cubicBezTo>
                <a:cubicBezTo>
                  <a:pt x="836101" y="416527"/>
                  <a:pt x="821220" y="401646"/>
                  <a:pt x="802863" y="401646"/>
                </a:cubicBezTo>
                <a:cubicBezTo>
                  <a:pt x="784507" y="401646"/>
                  <a:pt x="769626" y="416527"/>
                  <a:pt x="769626" y="434884"/>
                </a:cubicBezTo>
                <a:moveTo>
                  <a:pt x="890079" y="404240"/>
                </a:moveTo>
                <a:cubicBezTo>
                  <a:pt x="890079" y="422597"/>
                  <a:pt x="904960" y="437478"/>
                  <a:pt x="923317" y="437478"/>
                </a:cubicBezTo>
                <a:cubicBezTo>
                  <a:pt x="941673" y="437478"/>
                  <a:pt x="956554" y="422597"/>
                  <a:pt x="956554" y="404240"/>
                </a:cubicBezTo>
                <a:cubicBezTo>
                  <a:pt x="956554" y="385884"/>
                  <a:pt x="941673" y="371003"/>
                  <a:pt x="923317" y="371003"/>
                </a:cubicBezTo>
                <a:cubicBezTo>
                  <a:pt x="904960" y="371003"/>
                  <a:pt x="890079" y="385884"/>
                  <a:pt x="890079" y="404240"/>
                </a:cubicBezTo>
                <a:moveTo>
                  <a:pt x="1002990" y="334898"/>
                </a:moveTo>
                <a:cubicBezTo>
                  <a:pt x="1002990" y="353254"/>
                  <a:pt x="1017871" y="368135"/>
                  <a:pt x="1036227" y="368135"/>
                </a:cubicBezTo>
                <a:cubicBezTo>
                  <a:pt x="1054584" y="368135"/>
                  <a:pt x="1069465" y="353254"/>
                  <a:pt x="1069465" y="334898"/>
                </a:cubicBezTo>
                <a:cubicBezTo>
                  <a:pt x="1069465" y="316541"/>
                  <a:pt x="1054584" y="301660"/>
                  <a:pt x="1036227" y="301660"/>
                </a:cubicBezTo>
                <a:cubicBezTo>
                  <a:pt x="1017871" y="301660"/>
                  <a:pt x="1002990" y="316541"/>
                  <a:pt x="1002990" y="334898"/>
                </a:cubicBezTo>
                <a:moveTo>
                  <a:pt x="1132309" y="328408"/>
                </a:moveTo>
                <a:cubicBezTo>
                  <a:pt x="1132309" y="346764"/>
                  <a:pt x="1147190" y="361646"/>
                  <a:pt x="1165547" y="361646"/>
                </a:cubicBezTo>
                <a:cubicBezTo>
                  <a:pt x="1183904" y="361646"/>
                  <a:pt x="1198784" y="346764"/>
                  <a:pt x="1198784" y="328408"/>
                </a:cubicBezTo>
                <a:cubicBezTo>
                  <a:pt x="1198784" y="310051"/>
                  <a:pt x="1183904" y="295170"/>
                  <a:pt x="1165547" y="295170"/>
                </a:cubicBezTo>
                <a:cubicBezTo>
                  <a:pt x="1147190" y="295170"/>
                  <a:pt x="1132309" y="310051"/>
                  <a:pt x="1132309" y="328408"/>
                </a:cubicBezTo>
                <a:moveTo>
                  <a:pt x="1277565" y="288215"/>
                </a:moveTo>
                <a:cubicBezTo>
                  <a:pt x="1277565" y="306571"/>
                  <a:pt x="1292446" y="321452"/>
                  <a:pt x="1310802" y="321452"/>
                </a:cubicBezTo>
                <a:cubicBezTo>
                  <a:pt x="1329159" y="321452"/>
                  <a:pt x="1344040" y="306571"/>
                  <a:pt x="1344040" y="288215"/>
                </a:cubicBezTo>
                <a:cubicBezTo>
                  <a:pt x="1344040" y="269858"/>
                  <a:pt x="1329159" y="254977"/>
                  <a:pt x="1310802" y="254977"/>
                </a:cubicBezTo>
                <a:cubicBezTo>
                  <a:pt x="1292446" y="254977"/>
                  <a:pt x="1277565" y="269858"/>
                  <a:pt x="1277565" y="288215"/>
                </a:cubicBezTo>
                <a:moveTo>
                  <a:pt x="1392633" y="266694"/>
                </a:moveTo>
                <a:cubicBezTo>
                  <a:pt x="1392633" y="285050"/>
                  <a:pt x="1407514" y="299931"/>
                  <a:pt x="1425871" y="299931"/>
                </a:cubicBezTo>
                <a:cubicBezTo>
                  <a:pt x="1444227" y="299931"/>
                  <a:pt x="1459108" y="285050"/>
                  <a:pt x="1459108" y="266694"/>
                </a:cubicBezTo>
                <a:cubicBezTo>
                  <a:pt x="1459108" y="248337"/>
                  <a:pt x="1444227" y="233456"/>
                  <a:pt x="1425871" y="233456"/>
                </a:cubicBezTo>
                <a:cubicBezTo>
                  <a:pt x="1407514" y="233456"/>
                  <a:pt x="1392633" y="248337"/>
                  <a:pt x="1392633" y="266694"/>
                </a:cubicBezTo>
                <a:moveTo>
                  <a:pt x="1532658" y="239987"/>
                </a:moveTo>
                <a:cubicBezTo>
                  <a:pt x="1532658" y="258344"/>
                  <a:pt x="1547539" y="273225"/>
                  <a:pt x="1565895" y="273225"/>
                </a:cubicBezTo>
                <a:cubicBezTo>
                  <a:pt x="1584252" y="273225"/>
                  <a:pt x="1599133" y="258344"/>
                  <a:pt x="1599133" y="239987"/>
                </a:cubicBezTo>
                <a:cubicBezTo>
                  <a:pt x="1599133" y="221630"/>
                  <a:pt x="1584252" y="206750"/>
                  <a:pt x="1565895" y="206750"/>
                </a:cubicBezTo>
                <a:cubicBezTo>
                  <a:pt x="1547539" y="206750"/>
                  <a:pt x="1532658" y="221630"/>
                  <a:pt x="1532658" y="239987"/>
                </a:cubicBezTo>
                <a:moveTo>
                  <a:pt x="1648158" y="207118"/>
                </a:moveTo>
                <a:cubicBezTo>
                  <a:pt x="1648158" y="225475"/>
                  <a:pt x="1663039" y="240356"/>
                  <a:pt x="1681396" y="240356"/>
                </a:cubicBezTo>
                <a:cubicBezTo>
                  <a:pt x="1699752" y="240356"/>
                  <a:pt x="1714634" y="225475"/>
                  <a:pt x="1714634" y="207118"/>
                </a:cubicBezTo>
                <a:cubicBezTo>
                  <a:pt x="1714634" y="188761"/>
                  <a:pt x="1699752" y="173880"/>
                  <a:pt x="1681396" y="173880"/>
                </a:cubicBezTo>
                <a:cubicBezTo>
                  <a:pt x="1663039" y="173880"/>
                  <a:pt x="1648158" y="188761"/>
                  <a:pt x="1648158" y="207118"/>
                </a:cubicBezTo>
                <a:moveTo>
                  <a:pt x="1790589" y="177153"/>
                </a:moveTo>
                <a:cubicBezTo>
                  <a:pt x="1790589" y="195510"/>
                  <a:pt x="1805470" y="210391"/>
                  <a:pt x="1823827" y="210391"/>
                </a:cubicBezTo>
                <a:cubicBezTo>
                  <a:pt x="1842184" y="210391"/>
                  <a:pt x="1857064" y="195510"/>
                  <a:pt x="1857064" y="177153"/>
                </a:cubicBezTo>
                <a:cubicBezTo>
                  <a:pt x="1857064" y="158797"/>
                  <a:pt x="1842184" y="143916"/>
                  <a:pt x="1823827" y="143916"/>
                </a:cubicBezTo>
                <a:cubicBezTo>
                  <a:pt x="1805470" y="143916"/>
                  <a:pt x="1790589" y="158797"/>
                  <a:pt x="1790589" y="177153"/>
                </a:cubicBezTo>
                <a:moveTo>
                  <a:pt x="1908514" y="144807"/>
                </a:moveTo>
                <a:cubicBezTo>
                  <a:pt x="1908514" y="163164"/>
                  <a:pt x="1923394" y="178045"/>
                  <a:pt x="1941751" y="178045"/>
                </a:cubicBezTo>
                <a:cubicBezTo>
                  <a:pt x="1960107" y="178045"/>
                  <a:pt x="1974989" y="163164"/>
                  <a:pt x="1974989" y="144807"/>
                </a:cubicBezTo>
                <a:cubicBezTo>
                  <a:pt x="1974989" y="126451"/>
                  <a:pt x="1960107" y="111570"/>
                  <a:pt x="1941751" y="111570"/>
                </a:cubicBezTo>
                <a:cubicBezTo>
                  <a:pt x="1923394" y="111570"/>
                  <a:pt x="1908514" y="126451"/>
                  <a:pt x="1908514" y="144807"/>
                </a:cubicBezTo>
                <a:moveTo>
                  <a:pt x="2051090" y="131382"/>
                </a:moveTo>
                <a:cubicBezTo>
                  <a:pt x="2051090" y="149738"/>
                  <a:pt x="2065971" y="164619"/>
                  <a:pt x="2084327" y="164619"/>
                </a:cubicBezTo>
                <a:cubicBezTo>
                  <a:pt x="2102684" y="164619"/>
                  <a:pt x="2117565" y="149738"/>
                  <a:pt x="2117565" y="131382"/>
                </a:cubicBezTo>
                <a:cubicBezTo>
                  <a:pt x="2117565" y="113025"/>
                  <a:pt x="2102684" y="98144"/>
                  <a:pt x="2084327" y="98144"/>
                </a:cubicBezTo>
                <a:cubicBezTo>
                  <a:pt x="2065971" y="98144"/>
                  <a:pt x="2051090" y="113025"/>
                  <a:pt x="2051090" y="131382"/>
                </a:cubicBezTo>
                <a:moveTo>
                  <a:pt x="2169031" y="113789"/>
                </a:moveTo>
                <a:cubicBezTo>
                  <a:pt x="2169031" y="132146"/>
                  <a:pt x="2183912" y="147026"/>
                  <a:pt x="2202268" y="147026"/>
                </a:cubicBezTo>
                <a:cubicBezTo>
                  <a:pt x="2220625" y="147026"/>
                  <a:pt x="2235506" y="132146"/>
                  <a:pt x="2235506" y="113789"/>
                </a:cubicBezTo>
                <a:cubicBezTo>
                  <a:pt x="2235506" y="95432"/>
                  <a:pt x="2220625" y="80551"/>
                  <a:pt x="2202268" y="80551"/>
                </a:cubicBezTo>
                <a:cubicBezTo>
                  <a:pt x="2183912" y="80551"/>
                  <a:pt x="2169031" y="95432"/>
                  <a:pt x="2169031" y="113789"/>
                </a:cubicBezTo>
                <a:moveTo>
                  <a:pt x="2304134" y="80789"/>
                </a:moveTo>
                <a:cubicBezTo>
                  <a:pt x="2304134" y="99146"/>
                  <a:pt x="2319015" y="114027"/>
                  <a:pt x="2337372" y="114027"/>
                </a:cubicBezTo>
                <a:cubicBezTo>
                  <a:pt x="2355729" y="114027"/>
                  <a:pt x="2370610" y="99146"/>
                  <a:pt x="2370610" y="80789"/>
                </a:cubicBezTo>
                <a:cubicBezTo>
                  <a:pt x="2370610" y="62432"/>
                  <a:pt x="2355729" y="47552"/>
                  <a:pt x="2337372" y="47552"/>
                </a:cubicBezTo>
                <a:cubicBezTo>
                  <a:pt x="2319015" y="47552"/>
                  <a:pt x="2304134" y="62432"/>
                  <a:pt x="2304134" y="80789"/>
                </a:cubicBezTo>
                <a:moveTo>
                  <a:pt x="2417126" y="61005"/>
                </a:moveTo>
                <a:cubicBezTo>
                  <a:pt x="2417126" y="79362"/>
                  <a:pt x="2432007" y="94243"/>
                  <a:pt x="2450363" y="94243"/>
                </a:cubicBezTo>
                <a:cubicBezTo>
                  <a:pt x="2468720" y="94243"/>
                  <a:pt x="2483601" y="79362"/>
                  <a:pt x="2483601" y="61005"/>
                </a:cubicBezTo>
                <a:cubicBezTo>
                  <a:pt x="2483601" y="42648"/>
                  <a:pt x="2468720" y="27767"/>
                  <a:pt x="2450363" y="27767"/>
                </a:cubicBezTo>
                <a:cubicBezTo>
                  <a:pt x="2432007" y="27767"/>
                  <a:pt x="2417126" y="42648"/>
                  <a:pt x="2417126" y="61005"/>
                </a:cubicBezTo>
                <a:moveTo>
                  <a:pt x="2559647" y="36860"/>
                </a:moveTo>
                <a:cubicBezTo>
                  <a:pt x="2559647" y="55217"/>
                  <a:pt x="2574528" y="70098"/>
                  <a:pt x="2592885" y="70098"/>
                </a:cubicBezTo>
                <a:cubicBezTo>
                  <a:pt x="2611241" y="70098"/>
                  <a:pt x="2626122" y="55217"/>
                  <a:pt x="2626122" y="36860"/>
                </a:cubicBezTo>
                <a:cubicBezTo>
                  <a:pt x="2626122" y="18503"/>
                  <a:pt x="2611241" y="3623"/>
                  <a:pt x="2592885" y="3623"/>
                </a:cubicBezTo>
                <a:cubicBezTo>
                  <a:pt x="2574528" y="3623"/>
                  <a:pt x="2559647" y="18503"/>
                  <a:pt x="2559647" y="36860"/>
                </a:cubicBezTo>
                <a:moveTo>
                  <a:pt x="2672727" y="50059"/>
                </a:moveTo>
                <a:cubicBezTo>
                  <a:pt x="2672727" y="68416"/>
                  <a:pt x="2687609" y="83297"/>
                  <a:pt x="2705965" y="83297"/>
                </a:cubicBezTo>
                <a:cubicBezTo>
                  <a:pt x="2724322" y="83297"/>
                  <a:pt x="2739203" y="68416"/>
                  <a:pt x="2739203" y="50059"/>
                </a:cubicBezTo>
                <a:cubicBezTo>
                  <a:pt x="2739203" y="31703"/>
                  <a:pt x="2724322" y="16822"/>
                  <a:pt x="2705965" y="16822"/>
                </a:cubicBezTo>
                <a:cubicBezTo>
                  <a:pt x="2687609" y="16822"/>
                  <a:pt x="2672727" y="31703"/>
                  <a:pt x="2672727" y="50059"/>
                </a:cubicBezTo>
                <a:moveTo>
                  <a:pt x="2807795" y="33238"/>
                </a:moveTo>
                <a:cubicBezTo>
                  <a:pt x="2807795" y="51594"/>
                  <a:pt x="2822677" y="66476"/>
                  <a:pt x="2841033" y="66476"/>
                </a:cubicBezTo>
                <a:cubicBezTo>
                  <a:pt x="2859390" y="66476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71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FA09D1-8210-4095-B026-0E721474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244990"/>
            <a:ext cx="2807795" cy="870395"/>
          </a:xfrm>
          <a:custGeom xmlns:a="http://schemas.openxmlformats.org/drawingml/2006/main">
            <a:pathLst>
              <a:path w="2807795" h="870395" fill="none">
                <a:moveTo>
                  <a:pt x="0" y="870395"/>
                </a:moveTo>
                <a:lnTo>
                  <a:pt x="125972" y="781495"/>
                </a:lnTo>
                <a:lnTo>
                  <a:pt x="256820" y="709631"/>
                </a:lnTo>
                <a:lnTo>
                  <a:pt x="364594" y="662293"/>
                </a:lnTo>
                <a:lnTo>
                  <a:pt x="504257" y="519081"/>
                </a:lnTo>
                <a:lnTo>
                  <a:pt x="614446" y="519334"/>
                </a:lnTo>
                <a:lnTo>
                  <a:pt x="769626" y="422528"/>
                </a:lnTo>
                <a:lnTo>
                  <a:pt x="890079" y="378278"/>
                </a:lnTo>
                <a:lnTo>
                  <a:pt x="1002990" y="323291"/>
                </a:lnTo>
                <a:lnTo>
                  <a:pt x="1132309" y="296149"/>
                </a:lnTo>
                <a:lnTo>
                  <a:pt x="1277565" y="271391"/>
                </a:lnTo>
                <a:lnTo>
                  <a:pt x="1392633" y="221338"/>
                </a:lnTo>
                <a:lnTo>
                  <a:pt x="1532657" y="192897"/>
                </a:lnTo>
                <a:lnTo>
                  <a:pt x="1648158" y="164819"/>
                </a:lnTo>
                <a:lnTo>
                  <a:pt x="1790589" y="118993"/>
                </a:lnTo>
                <a:lnTo>
                  <a:pt x="1908513" y="154959"/>
                </a:lnTo>
                <a:lnTo>
                  <a:pt x="2051090" y="139914"/>
                </a:lnTo>
                <a:lnTo>
                  <a:pt x="2169031" y="121046"/>
                </a:lnTo>
                <a:lnTo>
                  <a:pt x="2304134" y="87809"/>
                </a:lnTo>
                <a:lnTo>
                  <a:pt x="2417126" y="67729"/>
                </a:lnTo>
                <a:lnTo>
                  <a:pt x="2559647" y="39557"/>
                </a:lnTo>
                <a:lnTo>
                  <a:pt x="2672727" y="15095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717171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901680-E75A-4093-B35B-DE552BC8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211752"/>
            <a:ext cx="2874271" cy="936870"/>
          </a:xfrm>
          <a:custGeom xmlns:a="http://schemas.openxmlformats.org/drawingml/2006/main">
            <a:pathLst>
              <a:path w="2874271" h="936870">
                <a:moveTo>
                  <a:pt x="0" y="903633"/>
                </a:moveTo>
                <a:cubicBezTo>
                  <a:pt x="0" y="921990"/>
                  <a:pt x="14881" y="936870"/>
                  <a:pt x="33238" y="936870"/>
                </a:cubicBezTo>
                <a:cubicBezTo>
                  <a:pt x="51594" y="936870"/>
                  <a:pt x="66475" y="921990"/>
                  <a:pt x="66475" y="903633"/>
                </a:cubicBezTo>
                <a:cubicBezTo>
                  <a:pt x="66475" y="885276"/>
                  <a:pt x="51594" y="870395"/>
                  <a:pt x="33238" y="870395"/>
                </a:cubicBezTo>
                <a:cubicBezTo>
                  <a:pt x="14881" y="870395"/>
                  <a:pt x="0" y="885276"/>
                  <a:pt x="0" y="903633"/>
                </a:cubicBezTo>
                <a:moveTo>
                  <a:pt x="125972" y="814733"/>
                </a:moveTo>
                <a:cubicBezTo>
                  <a:pt x="125972" y="833090"/>
                  <a:pt x="140853" y="847971"/>
                  <a:pt x="159210" y="847971"/>
                </a:cubicBezTo>
                <a:cubicBezTo>
                  <a:pt x="177567" y="847971"/>
                  <a:pt x="192448" y="833090"/>
                  <a:pt x="192448" y="814733"/>
                </a:cubicBezTo>
                <a:cubicBezTo>
                  <a:pt x="192448" y="796377"/>
                  <a:pt x="177567" y="781496"/>
                  <a:pt x="159210" y="781496"/>
                </a:cubicBezTo>
                <a:cubicBezTo>
                  <a:pt x="140853" y="781496"/>
                  <a:pt x="125972" y="796377"/>
                  <a:pt x="125972" y="814733"/>
                </a:cubicBezTo>
                <a:moveTo>
                  <a:pt x="256820" y="742869"/>
                </a:moveTo>
                <a:cubicBezTo>
                  <a:pt x="256820" y="761226"/>
                  <a:pt x="271701" y="776107"/>
                  <a:pt x="290058" y="776107"/>
                </a:cubicBezTo>
                <a:cubicBezTo>
                  <a:pt x="308415" y="776107"/>
                  <a:pt x="323295" y="761226"/>
                  <a:pt x="323295" y="742869"/>
                </a:cubicBezTo>
                <a:cubicBezTo>
                  <a:pt x="323295" y="724513"/>
                  <a:pt x="308415" y="709631"/>
                  <a:pt x="290058" y="709631"/>
                </a:cubicBezTo>
                <a:cubicBezTo>
                  <a:pt x="271701" y="709631"/>
                  <a:pt x="256820" y="724513"/>
                  <a:pt x="256820" y="742869"/>
                </a:cubicBezTo>
                <a:moveTo>
                  <a:pt x="364594" y="695531"/>
                </a:moveTo>
                <a:cubicBezTo>
                  <a:pt x="364594" y="713888"/>
                  <a:pt x="379475" y="728768"/>
                  <a:pt x="397832" y="728768"/>
                </a:cubicBezTo>
                <a:cubicBezTo>
                  <a:pt x="416188" y="728768"/>
                  <a:pt x="431069" y="713888"/>
                  <a:pt x="431069" y="695531"/>
                </a:cubicBezTo>
                <a:cubicBezTo>
                  <a:pt x="431069" y="677175"/>
                  <a:pt x="416188" y="662293"/>
                  <a:pt x="397832" y="662293"/>
                </a:cubicBezTo>
                <a:cubicBezTo>
                  <a:pt x="379475" y="662293"/>
                  <a:pt x="364594" y="677175"/>
                  <a:pt x="364594" y="695531"/>
                </a:cubicBezTo>
                <a:moveTo>
                  <a:pt x="504257" y="552319"/>
                </a:moveTo>
                <a:cubicBezTo>
                  <a:pt x="504257" y="570675"/>
                  <a:pt x="519138" y="585556"/>
                  <a:pt x="537495" y="585556"/>
                </a:cubicBezTo>
                <a:cubicBezTo>
                  <a:pt x="555851" y="585556"/>
                  <a:pt x="570732" y="570675"/>
                  <a:pt x="570732" y="552319"/>
                </a:cubicBezTo>
                <a:cubicBezTo>
                  <a:pt x="570732" y="533962"/>
                  <a:pt x="555851" y="519081"/>
                  <a:pt x="537495" y="519081"/>
                </a:cubicBezTo>
                <a:cubicBezTo>
                  <a:pt x="519138" y="519081"/>
                  <a:pt x="504257" y="533962"/>
                  <a:pt x="504257" y="552319"/>
                </a:cubicBezTo>
                <a:moveTo>
                  <a:pt x="614446" y="552572"/>
                </a:moveTo>
                <a:cubicBezTo>
                  <a:pt x="614446" y="570929"/>
                  <a:pt x="629327" y="585810"/>
                  <a:pt x="647684" y="585810"/>
                </a:cubicBezTo>
                <a:cubicBezTo>
                  <a:pt x="666040" y="585810"/>
                  <a:pt x="680921" y="570929"/>
                  <a:pt x="680921" y="552572"/>
                </a:cubicBezTo>
                <a:cubicBezTo>
                  <a:pt x="680921" y="534216"/>
                  <a:pt x="666040" y="519334"/>
                  <a:pt x="647684" y="519334"/>
                </a:cubicBezTo>
                <a:cubicBezTo>
                  <a:pt x="629327" y="519334"/>
                  <a:pt x="614446" y="534216"/>
                  <a:pt x="614446" y="552572"/>
                </a:cubicBezTo>
                <a:moveTo>
                  <a:pt x="769626" y="455765"/>
                </a:moveTo>
                <a:cubicBezTo>
                  <a:pt x="769626" y="474122"/>
                  <a:pt x="784506" y="489003"/>
                  <a:pt x="802863" y="489003"/>
                </a:cubicBezTo>
                <a:cubicBezTo>
                  <a:pt x="821220" y="489003"/>
                  <a:pt x="836101" y="474122"/>
                  <a:pt x="836101" y="455765"/>
                </a:cubicBezTo>
                <a:cubicBezTo>
                  <a:pt x="836101" y="437409"/>
                  <a:pt x="821220" y="422528"/>
                  <a:pt x="802863" y="422528"/>
                </a:cubicBezTo>
                <a:cubicBezTo>
                  <a:pt x="784506" y="422528"/>
                  <a:pt x="769626" y="437409"/>
                  <a:pt x="769626" y="455765"/>
                </a:cubicBezTo>
                <a:moveTo>
                  <a:pt x="890079" y="411516"/>
                </a:moveTo>
                <a:cubicBezTo>
                  <a:pt x="890079" y="429872"/>
                  <a:pt x="904960" y="444753"/>
                  <a:pt x="923317" y="444753"/>
                </a:cubicBezTo>
                <a:cubicBezTo>
                  <a:pt x="941673" y="444753"/>
                  <a:pt x="956554" y="429872"/>
                  <a:pt x="956554" y="411516"/>
                </a:cubicBezTo>
                <a:cubicBezTo>
                  <a:pt x="956554" y="393159"/>
                  <a:pt x="941673" y="378278"/>
                  <a:pt x="923317" y="378278"/>
                </a:cubicBezTo>
                <a:cubicBezTo>
                  <a:pt x="904960" y="378278"/>
                  <a:pt x="890079" y="393159"/>
                  <a:pt x="890079" y="411516"/>
                </a:cubicBezTo>
                <a:moveTo>
                  <a:pt x="1002990" y="356529"/>
                </a:moveTo>
                <a:cubicBezTo>
                  <a:pt x="1002990" y="374885"/>
                  <a:pt x="1017871" y="389766"/>
                  <a:pt x="1036227" y="389766"/>
                </a:cubicBezTo>
                <a:cubicBezTo>
                  <a:pt x="1054584" y="389766"/>
                  <a:pt x="1069465" y="374885"/>
                  <a:pt x="1069465" y="356529"/>
                </a:cubicBezTo>
                <a:cubicBezTo>
                  <a:pt x="1069465" y="338172"/>
                  <a:pt x="1054584" y="323291"/>
                  <a:pt x="1036227" y="323291"/>
                </a:cubicBezTo>
                <a:cubicBezTo>
                  <a:pt x="1017871" y="323291"/>
                  <a:pt x="1002990" y="338172"/>
                  <a:pt x="1002990" y="356529"/>
                </a:cubicBezTo>
                <a:moveTo>
                  <a:pt x="1132309" y="329387"/>
                </a:moveTo>
                <a:cubicBezTo>
                  <a:pt x="1132309" y="347743"/>
                  <a:pt x="1147190" y="362624"/>
                  <a:pt x="1165547" y="362624"/>
                </a:cubicBezTo>
                <a:cubicBezTo>
                  <a:pt x="1183903" y="362624"/>
                  <a:pt x="1198784" y="347743"/>
                  <a:pt x="1198784" y="329387"/>
                </a:cubicBezTo>
                <a:cubicBezTo>
                  <a:pt x="1198784" y="311030"/>
                  <a:pt x="1183903" y="296149"/>
                  <a:pt x="1165547" y="296149"/>
                </a:cubicBezTo>
                <a:cubicBezTo>
                  <a:pt x="1147190" y="296149"/>
                  <a:pt x="1132309" y="311030"/>
                  <a:pt x="1132309" y="329387"/>
                </a:cubicBezTo>
                <a:moveTo>
                  <a:pt x="1277565" y="304629"/>
                </a:moveTo>
                <a:cubicBezTo>
                  <a:pt x="1277565" y="322985"/>
                  <a:pt x="1292446" y="337866"/>
                  <a:pt x="1310802" y="337866"/>
                </a:cubicBezTo>
                <a:cubicBezTo>
                  <a:pt x="1329159" y="337866"/>
                  <a:pt x="1344040" y="322985"/>
                  <a:pt x="1344040" y="304629"/>
                </a:cubicBezTo>
                <a:cubicBezTo>
                  <a:pt x="1344040" y="286272"/>
                  <a:pt x="1329159" y="271391"/>
                  <a:pt x="1310802" y="271391"/>
                </a:cubicBezTo>
                <a:cubicBezTo>
                  <a:pt x="1292446" y="271391"/>
                  <a:pt x="1277565" y="286272"/>
                  <a:pt x="1277565" y="304629"/>
                </a:cubicBezTo>
                <a:moveTo>
                  <a:pt x="1392633" y="254576"/>
                </a:moveTo>
                <a:cubicBezTo>
                  <a:pt x="1392633" y="272933"/>
                  <a:pt x="1407514" y="287814"/>
                  <a:pt x="1425870" y="287814"/>
                </a:cubicBezTo>
                <a:cubicBezTo>
                  <a:pt x="1444227" y="287814"/>
                  <a:pt x="1459108" y="272933"/>
                  <a:pt x="1459108" y="254576"/>
                </a:cubicBezTo>
                <a:cubicBezTo>
                  <a:pt x="1459108" y="236220"/>
                  <a:pt x="1444227" y="221338"/>
                  <a:pt x="1425870" y="221338"/>
                </a:cubicBezTo>
                <a:cubicBezTo>
                  <a:pt x="1407514" y="221338"/>
                  <a:pt x="1392633" y="236220"/>
                  <a:pt x="1392633" y="254576"/>
                </a:cubicBezTo>
                <a:moveTo>
                  <a:pt x="1532657" y="226134"/>
                </a:moveTo>
                <a:cubicBezTo>
                  <a:pt x="1532657" y="244491"/>
                  <a:pt x="1547538" y="259372"/>
                  <a:pt x="1565895" y="259372"/>
                </a:cubicBezTo>
                <a:cubicBezTo>
                  <a:pt x="1584252" y="259372"/>
                  <a:pt x="1599132" y="244491"/>
                  <a:pt x="1599132" y="226134"/>
                </a:cubicBezTo>
                <a:cubicBezTo>
                  <a:pt x="1599132" y="207778"/>
                  <a:pt x="1584252" y="192897"/>
                  <a:pt x="1565895" y="192897"/>
                </a:cubicBezTo>
                <a:cubicBezTo>
                  <a:pt x="1547538" y="192897"/>
                  <a:pt x="1532657" y="207778"/>
                  <a:pt x="1532657" y="226134"/>
                </a:cubicBezTo>
                <a:moveTo>
                  <a:pt x="1648158" y="198056"/>
                </a:moveTo>
                <a:cubicBezTo>
                  <a:pt x="1648158" y="216413"/>
                  <a:pt x="1663039" y="231294"/>
                  <a:pt x="1681396" y="231294"/>
                </a:cubicBezTo>
                <a:cubicBezTo>
                  <a:pt x="1699752" y="231294"/>
                  <a:pt x="1714633" y="216413"/>
                  <a:pt x="1714633" y="198056"/>
                </a:cubicBezTo>
                <a:cubicBezTo>
                  <a:pt x="1714633" y="179699"/>
                  <a:pt x="1699752" y="164819"/>
                  <a:pt x="1681396" y="164819"/>
                </a:cubicBezTo>
                <a:cubicBezTo>
                  <a:pt x="1663039" y="164819"/>
                  <a:pt x="1648158" y="179699"/>
                  <a:pt x="1648158" y="198056"/>
                </a:cubicBezTo>
                <a:moveTo>
                  <a:pt x="1790589" y="152231"/>
                </a:moveTo>
                <a:cubicBezTo>
                  <a:pt x="1790589" y="170588"/>
                  <a:pt x="1805470" y="185469"/>
                  <a:pt x="1823827" y="185469"/>
                </a:cubicBezTo>
                <a:cubicBezTo>
                  <a:pt x="1842183" y="185469"/>
                  <a:pt x="1857064" y="170588"/>
                  <a:pt x="1857064" y="152231"/>
                </a:cubicBezTo>
                <a:cubicBezTo>
                  <a:pt x="1857064" y="133875"/>
                  <a:pt x="1842183" y="118994"/>
                  <a:pt x="1823827" y="118994"/>
                </a:cubicBezTo>
                <a:cubicBezTo>
                  <a:pt x="1805470" y="118994"/>
                  <a:pt x="1790589" y="133875"/>
                  <a:pt x="1790589" y="152231"/>
                </a:cubicBezTo>
                <a:moveTo>
                  <a:pt x="1908513" y="188197"/>
                </a:moveTo>
                <a:cubicBezTo>
                  <a:pt x="1908513" y="206553"/>
                  <a:pt x="1923394" y="221434"/>
                  <a:pt x="1941751" y="221434"/>
                </a:cubicBezTo>
                <a:cubicBezTo>
                  <a:pt x="1960107" y="221434"/>
                  <a:pt x="1974988" y="206553"/>
                  <a:pt x="1974988" y="188197"/>
                </a:cubicBezTo>
                <a:cubicBezTo>
                  <a:pt x="1974988" y="169840"/>
                  <a:pt x="1960107" y="154959"/>
                  <a:pt x="1941751" y="154959"/>
                </a:cubicBezTo>
                <a:cubicBezTo>
                  <a:pt x="1923394" y="154959"/>
                  <a:pt x="1908513" y="169840"/>
                  <a:pt x="1908513" y="188197"/>
                </a:cubicBezTo>
                <a:moveTo>
                  <a:pt x="2051090" y="173152"/>
                </a:moveTo>
                <a:cubicBezTo>
                  <a:pt x="2051090" y="191509"/>
                  <a:pt x="2065971" y="206390"/>
                  <a:pt x="2084327" y="206390"/>
                </a:cubicBezTo>
                <a:cubicBezTo>
                  <a:pt x="2102684" y="206390"/>
                  <a:pt x="2117565" y="191509"/>
                  <a:pt x="2117565" y="173152"/>
                </a:cubicBezTo>
                <a:cubicBezTo>
                  <a:pt x="2117565" y="154795"/>
                  <a:pt x="2102684" y="139914"/>
                  <a:pt x="2084327" y="139914"/>
                </a:cubicBezTo>
                <a:cubicBezTo>
                  <a:pt x="2065971" y="139914"/>
                  <a:pt x="2051090" y="154795"/>
                  <a:pt x="2051090" y="173152"/>
                </a:cubicBezTo>
                <a:moveTo>
                  <a:pt x="2169031" y="154284"/>
                </a:moveTo>
                <a:cubicBezTo>
                  <a:pt x="2169031" y="172640"/>
                  <a:pt x="2183912" y="187521"/>
                  <a:pt x="2202268" y="187521"/>
                </a:cubicBezTo>
                <a:cubicBezTo>
                  <a:pt x="2220625" y="187521"/>
                  <a:pt x="2235506" y="172640"/>
                  <a:pt x="2235506" y="154284"/>
                </a:cubicBezTo>
                <a:cubicBezTo>
                  <a:pt x="2235506" y="135927"/>
                  <a:pt x="2220625" y="121046"/>
                  <a:pt x="2202268" y="121046"/>
                </a:cubicBezTo>
                <a:cubicBezTo>
                  <a:pt x="2183912" y="121046"/>
                  <a:pt x="2169031" y="135927"/>
                  <a:pt x="2169031" y="154284"/>
                </a:cubicBezTo>
                <a:moveTo>
                  <a:pt x="2304134" y="121046"/>
                </a:moveTo>
                <a:cubicBezTo>
                  <a:pt x="2304134" y="139403"/>
                  <a:pt x="2319015" y="154284"/>
                  <a:pt x="2337372" y="154284"/>
                </a:cubicBezTo>
                <a:cubicBezTo>
                  <a:pt x="2355728" y="154284"/>
                  <a:pt x="2370609" y="139403"/>
                  <a:pt x="2370609" y="121046"/>
                </a:cubicBezTo>
                <a:cubicBezTo>
                  <a:pt x="2370609" y="102690"/>
                  <a:pt x="2355728" y="87809"/>
                  <a:pt x="2337372" y="87809"/>
                </a:cubicBezTo>
                <a:cubicBezTo>
                  <a:pt x="2319015" y="87809"/>
                  <a:pt x="2304134" y="102690"/>
                  <a:pt x="2304134" y="121046"/>
                </a:cubicBezTo>
                <a:moveTo>
                  <a:pt x="2417126" y="100967"/>
                </a:moveTo>
                <a:cubicBezTo>
                  <a:pt x="2417126" y="119324"/>
                  <a:pt x="2432007" y="134205"/>
                  <a:pt x="2450363" y="134205"/>
                </a:cubicBezTo>
                <a:cubicBezTo>
                  <a:pt x="2468720" y="134205"/>
                  <a:pt x="2483601" y="119324"/>
                  <a:pt x="2483601" y="100967"/>
                </a:cubicBezTo>
                <a:cubicBezTo>
                  <a:pt x="2483601" y="82611"/>
                  <a:pt x="2468720" y="67729"/>
                  <a:pt x="2450363" y="67729"/>
                </a:cubicBezTo>
                <a:cubicBezTo>
                  <a:pt x="2432007" y="67729"/>
                  <a:pt x="2417126" y="82611"/>
                  <a:pt x="2417126" y="100967"/>
                </a:cubicBezTo>
                <a:moveTo>
                  <a:pt x="2559647" y="72795"/>
                </a:moveTo>
                <a:cubicBezTo>
                  <a:pt x="2559647" y="91151"/>
                  <a:pt x="2574528" y="106032"/>
                  <a:pt x="2592885" y="106032"/>
                </a:cubicBezTo>
                <a:cubicBezTo>
                  <a:pt x="2611241" y="106032"/>
                  <a:pt x="2626122" y="91151"/>
                  <a:pt x="2626122" y="72795"/>
                </a:cubicBezTo>
                <a:cubicBezTo>
                  <a:pt x="2626122" y="54438"/>
                  <a:pt x="2611241" y="39557"/>
                  <a:pt x="2592885" y="39557"/>
                </a:cubicBezTo>
                <a:cubicBezTo>
                  <a:pt x="2574528" y="39557"/>
                  <a:pt x="2559647" y="54438"/>
                  <a:pt x="2559647" y="72795"/>
                </a:cubicBezTo>
                <a:moveTo>
                  <a:pt x="2672727" y="48333"/>
                </a:moveTo>
                <a:cubicBezTo>
                  <a:pt x="2672727" y="66689"/>
                  <a:pt x="2687608" y="81570"/>
                  <a:pt x="2705965" y="81570"/>
                </a:cubicBezTo>
                <a:cubicBezTo>
                  <a:pt x="2724322" y="81570"/>
                  <a:pt x="2739203" y="66689"/>
                  <a:pt x="2739203" y="48333"/>
                </a:cubicBezTo>
                <a:cubicBezTo>
                  <a:pt x="2739203" y="29976"/>
                  <a:pt x="2724322" y="15095"/>
                  <a:pt x="2705965" y="15095"/>
                </a:cubicBezTo>
                <a:cubicBezTo>
                  <a:pt x="2687608" y="15095"/>
                  <a:pt x="2672727" y="29976"/>
                  <a:pt x="2672727" y="48333"/>
                </a:cubicBezTo>
                <a:moveTo>
                  <a:pt x="2807795" y="33238"/>
                </a:moveTo>
                <a:cubicBezTo>
                  <a:pt x="2807795" y="51594"/>
                  <a:pt x="2822676" y="66476"/>
                  <a:pt x="2841033" y="66476"/>
                </a:cubicBezTo>
                <a:cubicBezTo>
                  <a:pt x="2859390" y="66476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71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0E5EEB-2DBA-449F-9AE8-528E43DC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3756250"/>
            <a:ext cx="2807795" cy="706432"/>
          </a:xfrm>
          <a:custGeom xmlns:a="http://schemas.openxmlformats.org/drawingml/2006/main">
            <a:pathLst>
              <a:path w="2807795" h="706432" fill="none">
                <a:moveTo>
                  <a:pt x="0" y="706432"/>
                </a:moveTo>
                <a:lnTo>
                  <a:pt x="125972" y="668532"/>
                </a:lnTo>
                <a:lnTo>
                  <a:pt x="256820" y="623688"/>
                </a:lnTo>
                <a:lnTo>
                  <a:pt x="364594" y="579912"/>
                </a:lnTo>
                <a:lnTo>
                  <a:pt x="504257" y="514978"/>
                </a:lnTo>
                <a:lnTo>
                  <a:pt x="614446" y="486437"/>
                </a:lnTo>
                <a:lnTo>
                  <a:pt x="769625" y="436625"/>
                </a:lnTo>
                <a:lnTo>
                  <a:pt x="890079" y="390936"/>
                </a:lnTo>
                <a:lnTo>
                  <a:pt x="1002990" y="308554"/>
                </a:lnTo>
                <a:lnTo>
                  <a:pt x="1132309" y="287094"/>
                </a:lnTo>
                <a:lnTo>
                  <a:pt x="1277565" y="254488"/>
                </a:lnTo>
                <a:lnTo>
                  <a:pt x="1392633" y="244702"/>
                </a:lnTo>
                <a:lnTo>
                  <a:pt x="1532658" y="210837"/>
                </a:lnTo>
                <a:lnTo>
                  <a:pt x="1648158" y="193357"/>
                </a:lnTo>
                <a:lnTo>
                  <a:pt x="1790589" y="166205"/>
                </a:lnTo>
                <a:lnTo>
                  <a:pt x="1908513" y="134391"/>
                </a:lnTo>
                <a:lnTo>
                  <a:pt x="2051090" y="115430"/>
                </a:lnTo>
                <a:lnTo>
                  <a:pt x="2169030" y="100915"/>
                </a:lnTo>
                <a:lnTo>
                  <a:pt x="2304134" y="80026"/>
                </a:lnTo>
                <a:lnTo>
                  <a:pt x="2417126" y="66113"/>
                </a:lnTo>
                <a:lnTo>
                  <a:pt x="2559647" y="47249"/>
                </a:lnTo>
                <a:lnTo>
                  <a:pt x="2672727" y="30534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717171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336143-C33F-4313-9343-8BC06C2F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3723012"/>
            <a:ext cx="2874271" cy="772908"/>
          </a:xfrm>
          <a:custGeom xmlns:a="http://schemas.openxmlformats.org/drawingml/2006/main">
            <a:pathLst>
              <a:path w="2874271" h="772908">
                <a:moveTo>
                  <a:pt x="0" y="739670"/>
                </a:moveTo>
                <a:cubicBezTo>
                  <a:pt x="0" y="758026"/>
                  <a:pt x="14881" y="772908"/>
                  <a:pt x="33238" y="772908"/>
                </a:cubicBezTo>
                <a:cubicBezTo>
                  <a:pt x="51594" y="772908"/>
                  <a:pt x="66475" y="758026"/>
                  <a:pt x="66475" y="739670"/>
                </a:cubicBezTo>
                <a:cubicBezTo>
                  <a:pt x="66475" y="721313"/>
                  <a:pt x="51594" y="706432"/>
                  <a:pt x="33238" y="706432"/>
                </a:cubicBezTo>
                <a:cubicBezTo>
                  <a:pt x="14881" y="706432"/>
                  <a:pt x="0" y="721313"/>
                  <a:pt x="0" y="739670"/>
                </a:cubicBezTo>
                <a:moveTo>
                  <a:pt x="125972" y="701769"/>
                </a:moveTo>
                <a:cubicBezTo>
                  <a:pt x="125972" y="720126"/>
                  <a:pt x="140853" y="735007"/>
                  <a:pt x="159210" y="735007"/>
                </a:cubicBezTo>
                <a:cubicBezTo>
                  <a:pt x="177567" y="735007"/>
                  <a:pt x="192448" y="720126"/>
                  <a:pt x="192448" y="701769"/>
                </a:cubicBezTo>
                <a:cubicBezTo>
                  <a:pt x="192448" y="683412"/>
                  <a:pt x="177567" y="668531"/>
                  <a:pt x="159210" y="668531"/>
                </a:cubicBezTo>
                <a:cubicBezTo>
                  <a:pt x="140853" y="668531"/>
                  <a:pt x="125972" y="683412"/>
                  <a:pt x="125972" y="701769"/>
                </a:cubicBezTo>
                <a:moveTo>
                  <a:pt x="256821" y="656925"/>
                </a:moveTo>
                <a:cubicBezTo>
                  <a:pt x="256821" y="675282"/>
                  <a:pt x="271701" y="690163"/>
                  <a:pt x="290058" y="690163"/>
                </a:cubicBezTo>
                <a:cubicBezTo>
                  <a:pt x="308415" y="690163"/>
                  <a:pt x="323296" y="675282"/>
                  <a:pt x="323296" y="656925"/>
                </a:cubicBezTo>
                <a:cubicBezTo>
                  <a:pt x="323296" y="638569"/>
                  <a:pt x="308415" y="623687"/>
                  <a:pt x="290058" y="623687"/>
                </a:cubicBezTo>
                <a:cubicBezTo>
                  <a:pt x="271701" y="623687"/>
                  <a:pt x="256821" y="638569"/>
                  <a:pt x="256821" y="656925"/>
                </a:cubicBezTo>
                <a:moveTo>
                  <a:pt x="364594" y="613149"/>
                </a:moveTo>
                <a:cubicBezTo>
                  <a:pt x="364594" y="631506"/>
                  <a:pt x="379475" y="646387"/>
                  <a:pt x="397832" y="646387"/>
                </a:cubicBezTo>
                <a:cubicBezTo>
                  <a:pt x="416188" y="646387"/>
                  <a:pt x="431070" y="631506"/>
                  <a:pt x="431070" y="613149"/>
                </a:cubicBezTo>
                <a:cubicBezTo>
                  <a:pt x="431070" y="594792"/>
                  <a:pt x="416188" y="579911"/>
                  <a:pt x="397832" y="579911"/>
                </a:cubicBezTo>
                <a:cubicBezTo>
                  <a:pt x="379475" y="579911"/>
                  <a:pt x="364594" y="594792"/>
                  <a:pt x="364594" y="613149"/>
                </a:cubicBezTo>
                <a:moveTo>
                  <a:pt x="504257" y="548215"/>
                </a:moveTo>
                <a:cubicBezTo>
                  <a:pt x="504257" y="566572"/>
                  <a:pt x="519138" y="581453"/>
                  <a:pt x="537495" y="581453"/>
                </a:cubicBezTo>
                <a:cubicBezTo>
                  <a:pt x="555851" y="581453"/>
                  <a:pt x="570732" y="566572"/>
                  <a:pt x="570732" y="548215"/>
                </a:cubicBezTo>
                <a:cubicBezTo>
                  <a:pt x="570732" y="529858"/>
                  <a:pt x="555851" y="514977"/>
                  <a:pt x="537495" y="514977"/>
                </a:cubicBezTo>
                <a:cubicBezTo>
                  <a:pt x="519138" y="514977"/>
                  <a:pt x="504257" y="529858"/>
                  <a:pt x="504257" y="548215"/>
                </a:cubicBezTo>
                <a:moveTo>
                  <a:pt x="614446" y="519674"/>
                </a:moveTo>
                <a:cubicBezTo>
                  <a:pt x="614446" y="538031"/>
                  <a:pt x="629327" y="552912"/>
                  <a:pt x="647684" y="552912"/>
                </a:cubicBezTo>
                <a:cubicBezTo>
                  <a:pt x="666041" y="552912"/>
                  <a:pt x="680922" y="538031"/>
                  <a:pt x="680922" y="519674"/>
                </a:cubicBezTo>
                <a:cubicBezTo>
                  <a:pt x="680922" y="501318"/>
                  <a:pt x="666041" y="486437"/>
                  <a:pt x="647684" y="486437"/>
                </a:cubicBezTo>
                <a:cubicBezTo>
                  <a:pt x="629327" y="486437"/>
                  <a:pt x="614446" y="501318"/>
                  <a:pt x="614446" y="519674"/>
                </a:cubicBezTo>
                <a:moveTo>
                  <a:pt x="769626" y="469863"/>
                </a:moveTo>
                <a:cubicBezTo>
                  <a:pt x="769626" y="488219"/>
                  <a:pt x="784507" y="503100"/>
                  <a:pt x="802863" y="503100"/>
                </a:cubicBezTo>
                <a:cubicBezTo>
                  <a:pt x="821220" y="503100"/>
                  <a:pt x="836101" y="488219"/>
                  <a:pt x="836101" y="469863"/>
                </a:cubicBezTo>
                <a:cubicBezTo>
                  <a:pt x="836101" y="451506"/>
                  <a:pt x="821220" y="436625"/>
                  <a:pt x="802863" y="436625"/>
                </a:cubicBezTo>
                <a:cubicBezTo>
                  <a:pt x="784507" y="436625"/>
                  <a:pt x="769626" y="451506"/>
                  <a:pt x="769626" y="469863"/>
                </a:cubicBezTo>
                <a:moveTo>
                  <a:pt x="890079" y="424174"/>
                </a:moveTo>
                <a:cubicBezTo>
                  <a:pt x="890079" y="442530"/>
                  <a:pt x="904960" y="457411"/>
                  <a:pt x="923317" y="457411"/>
                </a:cubicBezTo>
                <a:cubicBezTo>
                  <a:pt x="941673" y="457411"/>
                  <a:pt x="956554" y="442530"/>
                  <a:pt x="956554" y="424174"/>
                </a:cubicBezTo>
                <a:cubicBezTo>
                  <a:pt x="956554" y="405817"/>
                  <a:pt x="941673" y="390936"/>
                  <a:pt x="923317" y="390936"/>
                </a:cubicBezTo>
                <a:cubicBezTo>
                  <a:pt x="904960" y="390936"/>
                  <a:pt x="890079" y="405817"/>
                  <a:pt x="890079" y="424174"/>
                </a:cubicBezTo>
                <a:moveTo>
                  <a:pt x="1002990" y="341792"/>
                </a:moveTo>
                <a:cubicBezTo>
                  <a:pt x="1002990" y="360148"/>
                  <a:pt x="1017871" y="375029"/>
                  <a:pt x="1036227" y="375029"/>
                </a:cubicBezTo>
                <a:cubicBezTo>
                  <a:pt x="1054584" y="375029"/>
                  <a:pt x="1069465" y="360148"/>
                  <a:pt x="1069465" y="341792"/>
                </a:cubicBezTo>
                <a:cubicBezTo>
                  <a:pt x="1069465" y="323435"/>
                  <a:pt x="1054584" y="308554"/>
                  <a:pt x="1036227" y="308554"/>
                </a:cubicBezTo>
                <a:cubicBezTo>
                  <a:pt x="1017871" y="308554"/>
                  <a:pt x="1002990" y="323435"/>
                  <a:pt x="1002990" y="341792"/>
                </a:cubicBezTo>
                <a:moveTo>
                  <a:pt x="1132309" y="320332"/>
                </a:moveTo>
                <a:cubicBezTo>
                  <a:pt x="1132309" y="338688"/>
                  <a:pt x="1147190" y="353569"/>
                  <a:pt x="1165547" y="353569"/>
                </a:cubicBezTo>
                <a:cubicBezTo>
                  <a:pt x="1183904" y="353569"/>
                  <a:pt x="1198784" y="338688"/>
                  <a:pt x="1198784" y="320332"/>
                </a:cubicBezTo>
                <a:cubicBezTo>
                  <a:pt x="1198784" y="301975"/>
                  <a:pt x="1183904" y="287094"/>
                  <a:pt x="1165547" y="287094"/>
                </a:cubicBezTo>
                <a:cubicBezTo>
                  <a:pt x="1147190" y="287094"/>
                  <a:pt x="1132309" y="301975"/>
                  <a:pt x="1132309" y="320332"/>
                </a:cubicBezTo>
                <a:moveTo>
                  <a:pt x="1277565" y="287726"/>
                </a:moveTo>
                <a:cubicBezTo>
                  <a:pt x="1277565" y="306082"/>
                  <a:pt x="1292446" y="320963"/>
                  <a:pt x="1310802" y="320963"/>
                </a:cubicBezTo>
                <a:cubicBezTo>
                  <a:pt x="1329159" y="320963"/>
                  <a:pt x="1344040" y="306082"/>
                  <a:pt x="1344040" y="287726"/>
                </a:cubicBezTo>
                <a:cubicBezTo>
                  <a:pt x="1344040" y="269369"/>
                  <a:pt x="1329159" y="254488"/>
                  <a:pt x="1310802" y="254488"/>
                </a:cubicBezTo>
                <a:cubicBezTo>
                  <a:pt x="1292446" y="254488"/>
                  <a:pt x="1277565" y="269369"/>
                  <a:pt x="1277565" y="287726"/>
                </a:cubicBezTo>
                <a:moveTo>
                  <a:pt x="1392633" y="277940"/>
                </a:moveTo>
                <a:cubicBezTo>
                  <a:pt x="1392633" y="296296"/>
                  <a:pt x="1407514" y="311177"/>
                  <a:pt x="1425871" y="311177"/>
                </a:cubicBezTo>
                <a:cubicBezTo>
                  <a:pt x="1444227" y="311177"/>
                  <a:pt x="1459108" y="296296"/>
                  <a:pt x="1459108" y="277940"/>
                </a:cubicBezTo>
                <a:cubicBezTo>
                  <a:pt x="1459108" y="259583"/>
                  <a:pt x="1444227" y="244702"/>
                  <a:pt x="1425871" y="244702"/>
                </a:cubicBezTo>
                <a:cubicBezTo>
                  <a:pt x="1407514" y="244702"/>
                  <a:pt x="1392633" y="259583"/>
                  <a:pt x="1392633" y="277940"/>
                </a:cubicBezTo>
                <a:moveTo>
                  <a:pt x="1532658" y="244075"/>
                </a:moveTo>
                <a:cubicBezTo>
                  <a:pt x="1532658" y="262431"/>
                  <a:pt x="1547539" y="277312"/>
                  <a:pt x="1565895" y="277312"/>
                </a:cubicBezTo>
                <a:cubicBezTo>
                  <a:pt x="1584252" y="277312"/>
                  <a:pt x="1599133" y="262431"/>
                  <a:pt x="1599133" y="244075"/>
                </a:cubicBezTo>
                <a:cubicBezTo>
                  <a:pt x="1599133" y="225718"/>
                  <a:pt x="1584252" y="210837"/>
                  <a:pt x="1565895" y="210837"/>
                </a:cubicBezTo>
                <a:cubicBezTo>
                  <a:pt x="1547539" y="210837"/>
                  <a:pt x="1532658" y="225718"/>
                  <a:pt x="1532658" y="244075"/>
                </a:cubicBezTo>
                <a:moveTo>
                  <a:pt x="1648158" y="226594"/>
                </a:moveTo>
                <a:cubicBezTo>
                  <a:pt x="1648158" y="244951"/>
                  <a:pt x="1663039" y="259832"/>
                  <a:pt x="1681396" y="259832"/>
                </a:cubicBezTo>
                <a:cubicBezTo>
                  <a:pt x="1699752" y="259832"/>
                  <a:pt x="1714634" y="244951"/>
                  <a:pt x="1714634" y="226594"/>
                </a:cubicBezTo>
                <a:cubicBezTo>
                  <a:pt x="1714634" y="208238"/>
                  <a:pt x="1699752" y="193357"/>
                  <a:pt x="1681396" y="193357"/>
                </a:cubicBezTo>
                <a:cubicBezTo>
                  <a:pt x="1663039" y="193357"/>
                  <a:pt x="1648158" y="208238"/>
                  <a:pt x="1648158" y="226594"/>
                </a:cubicBezTo>
                <a:moveTo>
                  <a:pt x="1790589" y="199443"/>
                </a:moveTo>
                <a:cubicBezTo>
                  <a:pt x="1790589" y="217799"/>
                  <a:pt x="1805470" y="232680"/>
                  <a:pt x="1823827" y="232680"/>
                </a:cubicBezTo>
                <a:cubicBezTo>
                  <a:pt x="1842184" y="232680"/>
                  <a:pt x="1857064" y="217799"/>
                  <a:pt x="1857064" y="199443"/>
                </a:cubicBezTo>
                <a:cubicBezTo>
                  <a:pt x="1857064" y="181086"/>
                  <a:pt x="1842184" y="166205"/>
                  <a:pt x="1823827" y="166205"/>
                </a:cubicBezTo>
                <a:cubicBezTo>
                  <a:pt x="1805470" y="166205"/>
                  <a:pt x="1790589" y="181086"/>
                  <a:pt x="1790589" y="199443"/>
                </a:cubicBezTo>
                <a:moveTo>
                  <a:pt x="1908514" y="167629"/>
                </a:moveTo>
                <a:cubicBezTo>
                  <a:pt x="1908514" y="185985"/>
                  <a:pt x="1923394" y="200867"/>
                  <a:pt x="1941751" y="200867"/>
                </a:cubicBezTo>
                <a:cubicBezTo>
                  <a:pt x="1960107" y="200867"/>
                  <a:pt x="1974989" y="185985"/>
                  <a:pt x="1974989" y="167629"/>
                </a:cubicBezTo>
                <a:cubicBezTo>
                  <a:pt x="1974989" y="149272"/>
                  <a:pt x="1960107" y="134391"/>
                  <a:pt x="1941751" y="134391"/>
                </a:cubicBezTo>
                <a:cubicBezTo>
                  <a:pt x="1923394" y="134391"/>
                  <a:pt x="1908514" y="149272"/>
                  <a:pt x="1908514" y="167629"/>
                </a:cubicBezTo>
                <a:moveTo>
                  <a:pt x="2051090" y="148668"/>
                </a:moveTo>
                <a:cubicBezTo>
                  <a:pt x="2051090" y="167025"/>
                  <a:pt x="2065971" y="181906"/>
                  <a:pt x="2084327" y="181906"/>
                </a:cubicBezTo>
                <a:cubicBezTo>
                  <a:pt x="2102684" y="181906"/>
                  <a:pt x="2117565" y="167025"/>
                  <a:pt x="2117565" y="148668"/>
                </a:cubicBezTo>
                <a:cubicBezTo>
                  <a:pt x="2117565" y="130311"/>
                  <a:pt x="2102684" y="115430"/>
                  <a:pt x="2084327" y="115430"/>
                </a:cubicBezTo>
                <a:cubicBezTo>
                  <a:pt x="2065971" y="115430"/>
                  <a:pt x="2051090" y="130311"/>
                  <a:pt x="2051090" y="148668"/>
                </a:cubicBezTo>
                <a:moveTo>
                  <a:pt x="2169031" y="134153"/>
                </a:moveTo>
                <a:cubicBezTo>
                  <a:pt x="2169031" y="152509"/>
                  <a:pt x="2183912" y="167391"/>
                  <a:pt x="2202268" y="167391"/>
                </a:cubicBezTo>
                <a:cubicBezTo>
                  <a:pt x="2220625" y="167391"/>
                  <a:pt x="2235506" y="152509"/>
                  <a:pt x="2235506" y="134153"/>
                </a:cubicBezTo>
                <a:cubicBezTo>
                  <a:pt x="2235506" y="115796"/>
                  <a:pt x="2220625" y="100915"/>
                  <a:pt x="2202268" y="100915"/>
                </a:cubicBezTo>
                <a:cubicBezTo>
                  <a:pt x="2183912" y="100915"/>
                  <a:pt x="2169031" y="115796"/>
                  <a:pt x="2169031" y="134153"/>
                </a:cubicBezTo>
                <a:moveTo>
                  <a:pt x="2304134" y="113263"/>
                </a:moveTo>
                <a:cubicBezTo>
                  <a:pt x="2304134" y="131620"/>
                  <a:pt x="2319015" y="146500"/>
                  <a:pt x="2337372" y="146500"/>
                </a:cubicBezTo>
                <a:cubicBezTo>
                  <a:pt x="2355729" y="146500"/>
                  <a:pt x="2370610" y="131620"/>
                  <a:pt x="2370610" y="113263"/>
                </a:cubicBezTo>
                <a:cubicBezTo>
                  <a:pt x="2370610" y="94906"/>
                  <a:pt x="2355729" y="80025"/>
                  <a:pt x="2337372" y="80025"/>
                </a:cubicBezTo>
                <a:cubicBezTo>
                  <a:pt x="2319015" y="80025"/>
                  <a:pt x="2304134" y="94906"/>
                  <a:pt x="2304134" y="113263"/>
                </a:cubicBezTo>
                <a:moveTo>
                  <a:pt x="2417126" y="99350"/>
                </a:moveTo>
                <a:cubicBezTo>
                  <a:pt x="2417126" y="117707"/>
                  <a:pt x="2432007" y="132588"/>
                  <a:pt x="2450363" y="132588"/>
                </a:cubicBezTo>
                <a:cubicBezTo>
                  <a:pt x="2468720" y="132588"/>
                  <a:pt x="2483601" y="117707"/>
                  <a:pt x="2483601" y="99350"/>
                </a:cubicBezTo>
                <a:cubicBezTo>
                  <a:pt x="2483601" y="80994"/>
                  <a:pt x="2468720" y="66113"/>
                  <a:pt x="2450363" y="66113"/>
                </a:cubicBezTo>
                <a:cubicBezTo>
                  <a:pt x="2432007" y="66113"/>
                  <a:pt x="2417126" y="80994"/>
                  <a:pt x="2417126" y="99350"/>
                </a:cubicBezTo>
                <a:moveTo>
                  <a:pt x="2559647" y="80487"/>
                </a:moveTo>
                <a:cubicBezTo>
                  <a:pt x="2559647" y="98843"/>
                  <a:pt x="2574528" y="113724"/>
                  <a:pt x="2592885" y="113724"/>
                </a:cubicBezTo>
                <a:cubicBezTo>
                  <a:pt x="2611241" y="113724"/>
                  <a:pt x="2626122" y="98843"/>
                  <a:pt x="2626122" y="80487"/>
                </a:cubicBezTo>
                <a:cubicBezTo>
                  <a:pt x="2626122" y="62130"/>
                  <a:pt x="2611241" y="47249"/>
                  <a:pt x="2592885" y="47249"/>
                </a:cubicBezTo>
                <a:cubicBezTo>
                  <a:pt x="2574528" y="47249"/>
                  <a:pt x="2559647" y="62130"/>
                  <a:pt x="2559647" y="80487"/>
                </a:cubicBezTo>
                <a:moveTo>
                  <a:pt x="2672727" y="63771"/>
                </a:moveTo>
                <a:cubicBezTo>
                  <a:pt x="2672727" y="82128"/>
                  <a:pt x="2687609" y="97009"/>
                  <a:pt x="2705965" y="97009"/>
                </a:cubicBezTo>
                <a:cubicBezTo>
                  <a:pt x="2724322" y="97009"/>
                  <a:pt x="2739203" y="82128"/>
                  <a:pt x="2739203" y="63771"/>
                </a:cubicBezTo>
                <a:cubicBezTo>
                  <a:pt x="2739203" y="45415"/>
                  <a:pt x="2724322" y="30534"/>
                  <a:pt x="2705965" y="30534"/>
                </a:cubicBezTo>
                <a:cubicBezTo>
                  <a:pt x="2687609" y="30534"/>
                  <a:pt x="2672727" y="45415"/>
                  <a:pt x="2672727" y="63771"/>
                </a:cubicBezTo>
                <a:moveTo>
                  <a:pt x="2807795" y="33237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71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BED2FA-60C5-4FAA-9DEB-CA6DF75F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751750"/>
            <a:ext cx="2807795" cy="1074829"/>
          </a:xfrm>
          <a:custGeom xmlns:a="http://schemas.openxmlformats.org/drawingml/2006/main">
            <a:pathLst>
              <a:path w="2807795" h="1074829" fill="none">
                <a:moveTo>
                  <a:pt x="0" y="1074829"/>
                </a:moveTo>
                <a:lnTo>
                  <a:pt x="125972" y="996542"/>
                </a:lnTo>
                <a:lnTo>
                  <a:pt x="256820" y="894535"/>
                </a:lnTo>
                <a:lnTo>
                  <a:pt x="364594" y="845795"/>
                </a:lnTo>
                <a:lnTo>
                  <a:pt x="504257" y="767025"/>
                </a:lnTo>
                <a:lnTo>
                  <a:pt x="614446" y="716730"/>
                </a:lnTo>
                <a:lnTo>
                  <a:pt x="769626" y="633498"/>
                </a:lnTo>
                <a:lnTo>
                  <a:pt x="890079" y="563678"/>
                </a:lnTo>
                <a:lnTo>
                  <a:pt x="1002990" y="505934"/>
                </a:lnTo>
                <a:lnTo>
                  <a:pt x="1132309" y="472230"/>
                </a:lnTo>
                <a:lnTo>
                  <a:pt x="1277565" y="429668"/>
                </a:lnTo>
                <a:lnTo>
                  <a:pt x="1392633" y="386964"/>
                </a:lnTo>
                <a:lnTo>
                  <a:pt x="1532657" y="338702"/>
                </a:lnTo>
                <a:lnTo>
                  <a:pt x="1648158" y="300769"/>
                </a:lnTo>
                <a:lnTo>
                  <a:pt x="1790589" y="246754"/>
                </a:lnTo>
                <a:lnTo>
                  <a:pt x="1908513" y="210085"/>
                </a:lnTo>
                <a:lnTo>
                  <a:pt x="2051090" y="175981"/>
                </a:lnTo>
                <a:lnTo>
                  <a:pt x="2169031" y="136125"/>
                </a:lnTo>
                <a:lnTo>
                  <a:pt x="2304134" y="96744"/>
                </a:lnTo>
                <a:lnTo>
                  <a:pt x="2417126" y="72999"/>
                </a:lnTo>
                <a:lnTo>
                  <a:pt x="2559647" y="35106"/>
                </a:lnTo>
                <a:lnTo>
                  <a:pt x="2672727" y="15237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8D8D8D"/>
            </a:solidFill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5E66E7-B6B8-43CE-9F18-0D38AE53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718513"/>
            <a:ext cx="2874271" cy="1141304"/>
          </a:xfrm>
          <a:custGeom xmlns:a="http://schemas.openxmlformats.org/drawingml/2006/main">
            <a:pathLst>
              <a:path w="2874271" h="1141304">
                <a:moveTo>
                  <a:pt x="0" y="1108067"/>
                </a:moveTo>
                <a:cubicBezTo>
                  <a:pt x="0" y="1126424"/>
                  <a:pt x="14881" y="1141304"/>
                  <a:pt x="33238" y="1141304"/>
                </a:cubicBezTo>
                <a:cubicBezTo>
                  <a:pt x="51594" y="1141304"/>
                  <a:pt x="66475" y="1126424"/>
                  <a:pt x="66475" y="1108067"/>
                </a:cubicBezTo>
                <a:cubicBezTo>
                  <a:pt x="66475" y="1089710"/>
                  <a:pt x="51594" y="1074829"/>
                  <a:pt x="33238" y="1074829"/>
                </a:cubicBezTo>
                <a:cubicBezTo>
                  <a:pt x="14881" y="1074829"/>
                  <a:pt x="0" y="1089710"/>
                  <a:pt x="0" y="1108067"/>
                </a:cubicBezTo>
                <a:moveTo>
                  <a:pt x="125972" y="1029780"/>
                </a:moveTo>
                <a:cubicBezTo>
                  <a:pt x="125972" y="1048136"/>
                  <a:pt x="140853" y="1063017"/>
                  <a:pt x="159210" y="1063017"/>
                </a:cubicBezTo>
                <a:cubicBezTo>
                  <a:pt x="177567" y="1063017"/>
                  <a:pt x="192448" y="1048136"/>
                  <a:pt x="192448" y="1029780"/>
                </a:cubicBezTo>
                <a:cubicBezTo>
                  <a:pt x="192448" y="1011423"/>
                  <a:pt x="177567" y="996542"/>
                  <a:pt x="159210" y="996542"/>
                </a:cubicBezTo>
                <a:cubicBezTo>
                  <a:pt x="140853" y="996542"/>
                  <a:pt x="125972" y="1011423"/>
                  <a:pt x="125972" y="1029780"/>
                </a:cubicBezTo>
                <a:moveTo>
                  <a:pt x="256820" y="927772"/>
                </a:moveTo>
                <a:cubicBezTo>
                  <a:pt x="256820" y="946129"/>
                  <a:pt x="271701" y="961010"/>
                  <a:pt x="290058" y="961010"/>
                </a:cubicBezTo>
                <a:cubicBezTo>
                  <a:pt x="308415" y="961010"/>
                  <a:pt x="323295" y="946129"/>
                  <a:pt x="323295" y="927772"/>
                </a:cubicBezTo>
                <a:cubicBezTo>
                  <a:pt x="323295" y="909416"/>
                  <a:pt x="308415" y="894535"/>
                  <a:pt x="290058" y="894535"/>
                </a:cubicBezTo>
                <a:cubicBezTo>
                  <a:pt x="271701" y="894535"/>
                  <a:pt x="256820" y="909416"/>
                  <a:pt x="256820" y="927772"/>
                </a:cubicBezTo>
                <a:moveTo>
                  <a:pt x="364594" y="879032"/>
                </a:moveTo>
                <a:cubicBezTo>
                  <a:pt x="364594" y="897389"/>
                  <a:pt x="379475" y="912270"/>
                  <a:pt x="397832" y="912270"/>
                </a:cubicBezTo>
                <a:cubicBezTo>
                  <a:pt x="416188" y="912270"/>
                  <a:pt x="431069" y="897389"/>
                  <a:pt x="431069" y="879032"/>
                </a:cubicBezTo>
                <a:cubicBezTo>
                  <a:pt x="431069" y="860675"/>
                  <a:pt x="416188" y="845795"/>
                  <a:pt x="397832" y="845795"/>
                </a:cubicBezTo>
                <a:cubicBezTo>
                  <a:pt x="379475" y="845795"/>
                  <a:pt x="364594" y="860675"/>
                  <a:pt x="364594" y="879032"/>
                </a:cubicBezTo>
                <a:moveTo>
                  <a:pt x="504257" y="800263"/>
                </a:moveTo>
                <a:cubicBezTo>
                  <a:pt x="504257" y="818619"/>
                  <a:pt x="519138" y="833500"/>
                  <a:pt x="537495" y="833500"/>
                </a:cubicBezTo>
                <a:cubicBezTo>
                  <a:pt x="555851" y="833500"/>
                  <a:pt x="570732" y="818619"/>
                  <a:pt x="570732" y="800263"/>
                </a:cubicBezTo>
                <a:cubicBezTo>
                  <a:pt x="570732" y="781906"/>
                  <a:pt x="555851" y="767025"/>
                  <a:pt x="537495" y="767025"/>
                </a:cubicBezTo>
                <a:cubicBezTo>
                  <a:pt x="519138" y="767025"/>
                  <a:pt x="504257" y="781906"/>
                  <a:pt x="504257" y="800263"/>
                </a:cubicBezTo>
                <a:moveTo>
                  <a:pt x="614446" y="749968"/>
                </a:moveTo>
                <a:cubicBezTo>
                  <a:pt x="614446" y="768325"/>
                  <a:pt x="629327" y="783206"/>
                  <a:pt x="647684" y="783206"/>
                </a:cubicBezTo>
                <a:cubicBezTo>
                  <a:pt x="666040" y="783206"/>
                  <a:pt x="680921" y="768325"/>
                  <a:pt x="680921" y="749968"/>
                </a:cubicBezTo>
                <a:cubicBezTo>
                  <a:pt x="680921" y="731612"/>
                  <a:pt x="666040" y="716730"/>
                  <a:pt x="647684" y="716730"/>
                </a:cubicBezTo>
                <a:cubicBezTo>
                  <a:pt x="629327" y="716730"/>
                  <a:pt x="614446" y="731612"/>
                  <a:pt x="614446" y="749968"/>
                </a:cubicBezTo>
                <a:moveTo>
                  <a:pt x="769626" y="666736"/>
                </a:moveTo>
                <a:cubicBezTo>
                  <a:pt x="769626" y="685093"/>
                  <a:pt x="784506" y="699974"/>
                  <a:pt x="802863" y="699974"/>
                </a:cubicBezTo>
                <a:cubicBezTo>
                  <a:pt x="821220" y="699974"/>
                  <a:pt x="836101" y="685093"/>
                  <a:pt x="836101" y="666736"/>
                </a:cubicBezTo>
                <a:cubicBezTo>
                  <a:pt x="836101" y="648380"/>
                  <a:pt x="821220" y="633499"/>
                  <a:pt x="802863" y="633499"/>
                </a:cubicBezTo>
                <a:cubicBezTo>
                  <a:pt x="784506" y="633499"/>
                  <a:pt x="769626" y="648380"/>
                  <a:pt x="769626" y="666736"/>
                </a:cubicBezTo>
                <a:moveTo>
                  <a:pt x="890079" y="596916"/>
                </a:moveTo>
                <a:cubicBezTo>
                  <a:pt x="890079" y="615272"/>
                  <a:pt x="904960" y="630154"/>
                  <a:pt x="923317" y="630154"/>
                </a:cubicBezTo>
                <a:cubicBezTo>
                  <a:pt x="941673" y="630154"/>
                  <a:pt x="956554" y="615272"/>
                  <a:pt x="956554" y="596916"/>
                </a:cubicBezTo>
                <a:cubicBezTo>
                  <a:pt x="956554" y="578559"/>
                  <a:pt x="941673" y="563678"/>
                  <a:pt x="923317" y="563678"/>
                </a:cubicBezTo>
                <a:cubicBezTo>
                  <a:pt x="904960" y="563678"/>
                  <a:pt x="890079" y="578559"/>
                  <a:pt x="890079" y="596916"/>
                </a:cubicBezTo>
                <a:moveTo>
                  <a:pt x="1002990" y="539172"/>
                </a:moveTo>
                <a:cubicBezTo>
                  <a:pt x="1002990" y="557529"/>
                  <a:pt x="1017871" y="572409"/>
                  <a:pt x="1036227" y="572409"/>
                </a:cubicBezTo>
                <a:cubicBezTo>
                  <a:pt x="1054584" y="572409"/>
                  <a:pt x="1069465" y="557529"/>
                  <a:pt x="1069465" y="539172"/>
                </a:cubicBezTo>
                <a:cubicBezTo>
                  <a:pt x="1069465" y="520815"/>
                  <a:pt x="1054584" y="505934"/>
                  <a:pt x="1036227" y="505934"/>
                </a:cubicBezTo>
                <a:cubicBezTo>
                  <a:pt x="1017871" y="505934"/>
                  <a:pt x="1002990" y="520815"/>
                  <a:pt x="1002990" y="539172"/>
                </a:cubicBezTo>
                <a:moveTo>
                  <a:pt x="1132309" y="505467"/>
                </a:moveTo>
                <a:cubicBezTo>
                  <a:pt x="1132309" y="523824"/>
                  <a:pt x="1147190" y="538705"/>
                  <a:pt x="1165547" y="538705"/>
                </a:cubicBezTo>
                <a:cubicBezTo>
                  <a:pt x="1183903" y="538705"/>
                  <a:pt x="1198784" y="523824"/>
                  <a:pt x="1198784" y="505467"/>
                </a:cubicBezTo>
                <a:cubicBezTo>
                  <a:pt x="1198784" y="487110"/>
                  <a:pt x="1183903" y="472230"/>
                  <a:pt x="1165547" y="472230"/>
                </a:cubicBezTo>
                <a:cubicBezTo>
                  <a:pt x="1147190" y="472230"/>
                  <a:pt x="1132309" y="487110"/>
                  <a:pt x="1132309" y="505467"/>
                </a:cubicBezTo>
                <a:moveTo>
                  <a:pt x="1277565" y="462906"/>
                </a:moveTo>
                <a:cubicBezTo>
                  <a:pt x="1277565" y="481263"/>
                  <a:pt x="1292446" y="496143"/>
                  <a:pt x="1310802" y="496143"/>
                </a:cubicBezTo>
                <a:cubicBezTo>
                  <a:pt x="1329159" y="496143"/>
                  <a:pt x="1344040" y="481263"/>
                  <a:pt x="1344040" y="462906"/>
                </a:cubicBezTo>
                <a:cubicBezTo>
                  <a:pt x="1344040" y="444549"/>
                  <a:pt x="1329159" y="429668"/>
                  <a:pt x="1310802" y="429668"/>
                </a:cubicBezTo>
                <a:cubicBezTo>
                  <a:pt x="1292446" y="429668"/>
                  <a:pt x="1277565" y="444549"/>
                  <a:pt x="1277565" y="462906"/>
                </a:cubicBezTo>
                <a:moveTo>
                  <a:pt x="1392633" y="420202"/>
                </a:moveTo>
                <a:cubicBezTo>
                  <a:pt x="1392633" y="438559"/>
                  <a:pt x="1407514" y="453440"/>
                  <a:pt x="1425870" y="453440"/>
                </a:cubicBezTo>
                <a:cubicBezTo>
                  <a:pt x="1444227" y="453440"/>
                  <a:pt x="1459108" y="438559"/>
                  <a:pt x="1459108" y="420202"/>
                </a:cubicBezTo>
                <a:cubicBezTo>
                  <a:pt x="1459108" y="401845"/>
                  <a:pt x="1444227" y="386965"/>
                  <a:pt x="1425870" y="386965"/>
                </a:cubicBezTo>
                <a:cubicBezTo>
                  <a:pt x="1407514" y="386965"/>
                  <a:pt x="1392633" y="401845"/>
                  <a:pt x="1392633" y="420202"/>
                </a:cubicBezTo>
                <a:moveTo>
                  <a:pt x="1532657" y="371940"/>
                </a:moveTo>
                <a:cubicBezTo>
                  <a:pt x="1532657" y="390296"/>
                  <a:pt x="1547538" y="405177"/>
                  <a:pt x="1565895" y="405177"/>
                </a:cubicBezTo>
                <a:cubicBezTo>
                  <a:pt x="1584252" y="405177"/>
                  <a:pt x="1599132" y="390296"/>
                  <a:pt x="1599132" y="371940"/>
                </a:cubicBezTo>
                <a:cubicBezTo>
                  <a:pt x="1599132" y="353583"/>
                  <a:pt x="1584252" y="338702"/>
                  <a:pt x="1565895" y="338702"/>
                </a:cubicBezTo>
                <a:cubicBezTo>
                  <a:pt x="1547538" y="338702"/>
                  <a:pt x="1532657" y="353583"/>
                  <a:pt x="1532657" y="371940"/>
                </a:cubicBezTo>
                <a:moveTo>
                  <a:pt x="1648158" y="334007"/>
                </a:moveTo>
                <a:cubicBezTo>
                  <a:pt x="1648158" y="352363"/>
                  <a:pt x="1663039" y="367244"/>
                  <a:pt x="1681396" y="367244"/>
                </a:cubicBezTo>
                <a:cubicBezTo>
                  <a:pt x="1699752" y="367244"/>
                  <a:pt x="1714633" y="352363"/>
                  <a:pt x="1714633" y="334007"/>
                </a:cubicBezTo>
                <a:cubicBezTo>
                  <a:pt x="1714633" y="315650"/>
                  <a:pt x="1699752" y="300769"/>
                  <a:pt x="1681396" y="300769"/>
                </a:cubicBezTo>
                <a:cubicBezTo>
                  <a:pt x="1663039" y="300769"/>
                  <a:pt x="1648158" y="315650"/>
                  <a:pt x="1648158" y="334007"/>
                </a:cubicBezTo>
                <a:moveTo>
                  <a:pt x="1790589" y="279992"/>
                </a:moveTo>
                <a:cubicBezTo>
                  <a:pt x="1790589" y="298349"/>
                  <a:pt x="1805470" y="313230"/>
                  <a:pt x="1823827" y="313230"/>
                </a:cubicBezTo>
                <a:cubicBezTo>
                  <a:pt x="1842183" y="313230"/>
                  <a:pt x="1857064" y="298349"/>
                  <a:pt x="1857064" y="279992"/>
                </a:cubicBezTo>
                <a:cubicBezTo>
                  <a:pt x="1857064" y="261635"/>
                  <a:pt x="1842183" y="246754"/>
                  <a:pt x="1823827" y="246754"/>
                </a:cubicBezTo>
                <a:cubicBezTo>
                  <a:pt x="1805470" y="246754"/>
                  <a:pt x="1790589" y="261635"/>
                  <a:pt x="1790589" y="279992"/>
                </a:cubicBezTo>
                <a:moveTo>
                  <a:pt x="1908513" y="243323"/>
                </a:moveTo>
                <a:cubicBezTo>
                  <a:pt x="1908513" y="261679"/>
                  <a:pt x="1923394" y="276560"/>
                  <a:pt x="1941751" y="276560"/>
                </a:cubicBezTo>
                <a:cubicBezTo>
                  <a:pt x="1960107" y="276560"/>
                  <a:pt x="1974988" y="261679"/>
                  <a:pt x="1974988" y="243323"/>
                </a:cubicBezTo>
                <a:cubicBezTo>
                  <a:pt x="1974988" y="224966"/>
                  <a:pt x="1960107" y="210085"/>
                  <a:pt x="1941751" y="210085"/>
                </a:cubicBezTo>
                <a:cubicBezTo>
                  <a:pt x="1923394" y="210085"/>
                  <a:pt x="1908513" y="224966"/>
                  <a:pt x="1908513" y="243323"/>
                </a:cubicBezTo>
                <a:moveTo>
                  <a:pt x="2051090" y="209219"/>
                </a:moveTo>
                <a:cubicBezTo>
                  <a:pt x="2051090" y="227576"/>
                  <a:pt x="2065971" y="242457"/>
                  <a:pt x="2084327" y="242457"/>
                </a:cubicBezTo>
                <a:cubicBezTo>
                  <a:pt x="2102684" y="242457"/>
                  <a:pt x="2117565" y="227576"/>
                  <a:pt x="2117565" y="209219"/>
                </a:cubicBezTo>
                <a:cubicBezTo>
                  <a:pt x="2117565" y="190863"/>
                  <a:pt x="2102684" y="175981"/>
                  <a:pt x="2084327" y="175981"/>
                </a:cubicBezTo>
                <a:cubicBezTo>
                  <a:pt x="2065971" y="175981"/>
                  <a:pt x="2051090" y="190863"/>
                  <a:pt x="2051090" y="209219"/>
                </a:cubicBezTo>
                <a:moveTo>
                  <a:pt x="2169031" y="169363"/>
                </a:moveTo>
                <a:cubicBezTo>
                  <a:pt x="2169031" y="187720"/>
                  <a:pt x="2183912" y="202601"/>
                  <a:pt x="2202268" y="202601"/>
                </a:cubicBezTo>
                <a:cubicBezTo>
                  <a:pt x="2220625" y="202601"/>
                  <a:pt x="2235506" y="187720"/>
                  <a:pt x="2235506" y="169363"/>
                </a:cubicBezTo>
                <a:cubicBezTo>
                  <a:pt x="2235506" y="151006"/>
                  <a:pt x="2220625" y="136125"/>
                  <a:pt x="2202268" y="136125"/>
                </a:cubicBezTo>
                <a:cubicBezTo>
                  <a:pt x="2183912" y="136125"/>
                  <a:pt x="2169031" y="151006"/>
                  <a:pt x="2169031" y="169363"/>
                </a:cubicBezTo>
                <a:moveTo>
                  <a:pt x="2304134" y="129982"/>
                </a:moveTo>
                <a:cubicBezTo>
                  <a:pt x="2304134" y="148338"/>
                  <a:pt x="2319015" y="163219"/>
                  <a:pt x="2337372" y="163219"/>
                </a:cubicBezTo>
                <a:cubicBezTo>
                  <a:pt x="2355728" y="163219"/>
                  <a:pt x="2370609" y="148338"/>
                  <a:pt x="2370609" y="129982"/>
                </a:cubicBezTo>
                <a:cubicBezTo>
                  <a:pt x="2370609" y="111625"/>
                  <a:pt x="2355728" y="96744"/>
                  <a:pt x="2337372" y="96744"/>
                </a:cubicBezTo>
                <a:cubicBezTo>
                  <a:pt x="2319015" y="96744"/>
                  <a:pt x="2304134" y="111625"/>
                  <a:pt x="2304134" y="129982"/>
                </a:cubicBezTo>
                <a:moveTo>
                  <a:pt x="2417126" y="106237"/>
                </a:moveTo>
                <a:cubicBezTo>
                  <a:pt x="2417126" y="124593"/>
                  <a:pt x="2432007" y="139474"/>
                  <a:pt x="2450363" y="139474"/>
                </a:cubicBezTo>
                <a:cubicBezTo>
                  <a:pt x="2468720" y="139474"/>
                  <a:pt x="2483601" y="124593"/>
                  <a:pt x="2483601" y="106237"/>
                </a:cubicBezTo>
                <a:cubicBezTo>
                  <a:pt x="2483601" y="87880"/>
                  <a:pt x="2468720" y="72999"/>
                  <a:pt x="2450363" y="72999"/>
                </a:cubicBezTo>
                <a:cubicBezTo>
                  <a:pt x="2432007" y="72999"/>
                  <a:pt x="2417126" y="87880"/>
                  <a:pt x="2417126" y="106237"/>
                </a:cubicBezTo>
                <a:moveTo>
                  <a:pt x="2559647" y="68344"/>
                </a:moveTo>
                <a:cubicBezTo>
                  <a:pt x="2559647" y="86700"/>
                  <a:pt x="2574528" y="101581"/>
                  <a:pt x="2592885" y="101581"/>
                </a:cubicBezTo>
                <a:cubicBezTo>
                  <a:pt x="2611241" y="101581"/>
                  <a:pt x="2626122" y="86700"/>
                  <a:pt x="2626122" y="68344"/>
                </a:cubicBezTo>
                <a:cubicBezTo>
                  <a:pt x="2626122" y="49987"/>
                  <a:pt x="2611241" y="35106"/>
                  <a:pt x="2592885" y="35106"/>
                </a:cubicBezTo>
                <a:cubicBezTo>
                  <a:pt x="2574528" y="35106"/>
                  <a:pt x="2559647" y="49987"/>
                  <a:pt x="2559647" y="68344"/>
                </a:cubicBezTo>
                <a:moveTo>
                  <a:pt x="2672727" y="48475"/>
                </a:moveTo>
                <a:cubicBezTo>
                  <a:pt x="2672727" y="66832"/>
                  <a:pt x="2687608" y="81713"/>
                  <a:pt x="2705965" y="81713"/>
                </a:cubicBezTo>
                <a:cubicBezTo>
                  <a:pt x="2724322" y="81713"/>
                  <a:pt x="2739203" y="66832"/>
                  <a:pt x="2739203" y="48475"/>
                </a:cubicBezTo>
                <a:cubicBezTo>
                  <a:pt x="2739203" y="30119"/>
                  <a:pt x="2724322" y="15238"/>
                  <a:pt x="2705965" y="15238"/>
                </a:cubicBezTo>
                <a:cubicBezTo>
                  <a:pt x="2687608" y="15238"/>
                  <a:pt x="2672727" y="30119"/>
                  <a:pt x="2672727" y="48475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8D8D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47EF31-B071-4C40-9047-FD424BBD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454497"/>
            <a:ext cx="2807795" cy="635184"/>
          </a:xfrm>
          <a:custGeom xmlns:a="http://schemas.openxmlformats.org/drawingml/2006/main">
            <a:pathLst>
              <a:path w="2807795" h="635184" fill="none">
                <a:moveTo>
                  <a:pt x="0" y="635184"/>
                </a:moveTo>
                <a:lnTo>
                  <a:pt x="125972" y="612475"/>
                </a:lnTo>
                <a:lnTo>
                  <a:pt x="256820" y="562383"/>
                </a:lnTo>
                <a:lnTo>
                  <a:pt x="364594" y="547100"/>
                </a:lnTo>
                <a:lnTo>
                  <a:pt x="504257" y="503624"/>
                </a:lnTo>
                <a:lnTo>
                  <a:pt x="614446" y="474555"/>
                </a:lnTo>
                <a:lnTo>
                  <a:pt x="769625" y="419830"/>
                </a:lnTo>
                <a:lnTo>
                  <a:pt x="890079" y="388357"/>
                </a:lnTo>
                <a:lnTo>
                  <a:pt x="1002990" y="299589"/>
                </a:lnTo>
                <a:lnTo>
                  <a:pt x="1132309" y="288280"/>
                </a:lnTo>
                <a:lnTo>
                  <a:pt x="1277565" y="245302"/>
                </a:lnTo>
                <a:lnTo>
                  <a:pt x="1392633" y="220335"/>
                </a:lnTo>
                <a:lnTo>
                  <a:pt x="1532658" y="194612"/>
                </a:lnTo>
                <a:lnTo>
                  <a:pt x="1648158" y="172845"/>
                </a:lnTo>
                <a:lnTo>
                  <a:pt x="1790589" y="151332"/>
                </a:lnTo>
                <a:lnTo>
                  <a:pt x="1908513" y="124334"/>
                </a:lnTo>
                <a:lnTo>
                  <a:pt x="2051090" y="103433"/>
                </a:lnTo>
                <a:lnTo>
                  <a:pt x="2169030" y="87199"/>
                </a:lnTo>
                <a:lnTo>
                  <a:pt x="2304134" y="67871"/>
                </a:lnTo>
                <a:lnTo>
                  <a:pt x="2417126" y="47932"/>
                </a:lnTo>
                <a:lnTo>
                  <a:pt x="2559647" y="27095"/>
                </a:lnTo>
                <a:lnTo>
                  <a:pt x="2672727" y="13215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8D8D8D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F964B8-E3C3-41FD-BF99-7B505787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421260"/>
            <a:ext cx="2874271" cy="701659"/>
          </a:xfrm>
          <a:custGeom xmlns:a="http://schemas.openxmlformats.org/drawingml/2006/main">
            <a:pathLst>
              <a:path w="2874271" h="701659">
                <a:moveTo>
                  <a:pt x="0" y="668422"/>
                </a:moveTo>
                <a:cubicBezTo>
                  <a:pt x="0" y="686778"/>
                  <a:pt x="14881" y="701659"/>
                  <a:pt x="33238" y="701659"/>
                </a:cubicBezTo>
                <a:cubicBezTo>
                  <a:pt x="51594" y="701659"/>
                  <a:pt x="66475" y="686778"/>
                  <a:pt x="66475" y="668422"/>
                </a:cubicBezTo>
                <a:cubicBezTo>
                  <a:pt x="66475" y="650065"/>
                  <a:pt x="51594" y="635184"/>
                  <a:pt x="33238" y="635184"/>
                </a:cubicBezTo>
                <a:cubicBezTo>
                  <a:pt x="14881" y="635184"/>
                  <a:pt x="0" y="650065"/>
                  <a:pt x="0" y="668422"/>
                </a:cubicBezTo>
                <a:moveTo>
                  <a:pt x="125972" y="645713"/>
                </a:moveTo>
                <a:cubicBezTo>
                  <a:pt x="125972" y="664069"/>
                  <a:pt x="140853" y="678951"/>
                  <a:pt x="159210" y="678951"/>
                </a:cubicBezTo>
                <a:cubicBezTo>
                  <a:pt x="177567" y="678951"/>
                  <a:pt x="192448" y="664069"/>
                  <a:pt x="192448" y="645713"/>
                </a:cubicBezTo>
                <a:cubicBezTo>
                  <a:pt x="192448" y="627356"/>
                  <a:pt x="177567" y="612475"/>
                  <a:pt x="159210" y="612475"/>
                </a:cubicBezTo>
                <a:cubicBezTo>
                  <a:pt x="140853" y="612475"/>
                  <a:pt x="125972" y="627356"/>
                  <a:pt x="125972" y="645713"/>
                </a:cubicBezTo>
                <a:moveTo>
                  <a:pt x="256821" y="595620"/>
                </a:moveTo>
                <a:cubicBezTo>
                  <a:pt x="256821" y="613977"/>
                  <a:pt x="271701" y="628858"/>
                  <a:pt x="290058" y="628858"/>
                </a:cubicBezTo>
                <a:cubicBezTo>
                  <a:pt x="308415" y="628858"/>
                  <a:pt x="323296" y="613977"/>
                  <a:pt x="323296" y="595620"/>
                </a:cubicBezTo>
                <a:cubicBezTo>
                  <a:pt x="323296" y="577264"/>
                  <a:pt x="308415" y="562383"/>
                  <a:pt x="290058" y="562383"/>
                </a:cubicBezTo>
                <a:cubicBezTo>
                  <a:pt x="271701" y="562383"/>
                  <a:pt x="256821" y="577264"/>
                  <a:pt x="256821" y="595620"/>
                </a:cubicBezTo>
                <a:moveTo>
                  <a:pt x="364594" y="580338"/>
                </a:moveTo>
                <a:cubicBezTo>
                  <a:pt x="364594" y="598695"/>
                  <a:pt x="379475" y="613575"/>
                  <a:pt x="397832" y="613575"/>
                </a:cubicBezTo>
                <a:cubicBezTo>
                  <a:pt x="416188" y="613575"/>
                  <a:pt x="431070" y="598695"/>
                  <a:pt x="431070" y="580338"/>
                </a:cubicBezTo>
                <a:cubicBezTo>
                  <a:pt x="431070" y="561981"/>
                  <a:pt x="416188" y="547100"/>
                  <a:pt x="397832" y="547100"/>
                </a:cubicBezTo>
                <a:cubicBezTo>
                  <a:pt x="379475" y="547100"/>
                  <a:pt x="364594" y="561981"/>
                  <a:pt x="364594" y="580338"/>
                </a:cubicBezTo>
                <a:moveTo>
                  <a:pt x="504257" y="536861"/>
                </a:moveTo>
                <a:cubicBezTo>
                  <a:pt x="504257" y="555218"/>
                  <a:pt x="519138" y="570099"/>
                  <a:pt x="537495" y="570099"/>
                </a:cubicBezTo>
                <a:cubicBezTo>
                  <a:pt x="555851" y="570099"/>
                  <a:pt x="570732" y="555218"/>
                  <a:pt x="570732" y="536861"/>
                </a:cubicBezTo>
                <a:cubicBezTo>
                  <a:pt x="570732" y="518505"/>
                  <a:pt x="555851" y="503624"/>
                  <a:pt x="537495" y="503624"/>
                </a:cubicBezTo>
                <a:cubicBezTo>
                  <a:pt x="519138" y="503624"/>
                  <a:pt x="504257" y="518505"/>
                  <a:pt x="504257" y="536861"/>
                </a:cubicBezTo>
                <a:moveTo>
                  <a:pt x="614446" y="507792"/>
                </a:moveTo>
                <a:cubicBezTo>
                  <a:pt x="614446" y="526149"/>
                  <a:pt x="629327" y="541030"/>
                  <a:pt x="647684" y="541030"/>
                </a:cubicBezTo>
                <a:cubicBezTo>
                  <a:pt x="666041" y="541030"/>
                  <a:pt x="680922" y="526149"/>
                  <a:pt x="680922" y="507792"/>
                </a:cubicBezTo>
                <a:cubicBezTo>
                  <a:pt x="680922" y="489436"/>
                  <a:pt x="666041" y="474555"/>
                  <a:pt x="647684" y="474555"/>
                </a:cubicBezTo>
                <a:cubicBezTo>
                  <a:pt x="629327" y="474555"/>
                  <a:pt x="614446" y="489436"/>
                  <a:pt x="614446" y="507792"/>
                </a:cubicBezTo>
                <a:moveTo>
                  <a:pt x="769626" y="453068"/>
                </a:moveTo>
                <a:cubicBezTo>
                  <a:pt x="769626" y="471424"/>
                  <a:pt x="784507" y="486305"/>
                  <a:pt x="802863" y="486305"/>
                </a:cubicBezTo>
                <a:cubicBezTo>
                  <a:pt x="821220" y="486305"/>
                  <a:pt x="836101" y="471424"/>
                  <a:pt x="836101" y="453068"/>
                </a:cubicBezTo>
                <a:cubicBezTo>
                  <a:pt x="836101" y="434711"/>
                  <a:pt x="821220" y="419830"/>
                  <a:pt x="802863" y="419830"/>
                </a:cubicBezTo>
                <a:cubicBezTo>
                  <a:pt x="784507" y="419830"/>
                  <a:pt x="769626" y="434711"/>
                  <a:pt x="769626" y="453068"/>
                </a:cubicBezTo>
                <a:moveTo>
                  <a:pt x="890079" y="421594"/>
                </a:moveTo>
                <a:cubicBezTo>
                  <a:pt x="890079" y="439951"/>
                  <a:pt x="904960" y="454832"/>
                  <a:pt x="923317" y="454832"/>
                </a:cubicBezTo>
                <a:cubicBezTo>
                  <a:pt x="941673" y="454832"/>
                  <a:pt x="956554" y="439951"/>
                  <a:pt x="956554" y="421594"/>
                </a:cubicBezTo>
                <a:cubicBezTo>
                  <a:pt x="956554" y="403238"/>
                  <a:pt x="941673" y="388357"/>
                  <a:pt x="923317" y="388357"/>
                </a:cubicBezTo>
                <a:cubicBezTo>
                  <a:pt x="904960" y="388357"/>
                  <a:pt x="890079" y="403238"/>
                  <a:pt x="890079" y="421594"/>
                </a:cubicBezTo>
                <a:moveTo>
                  <a:pt x="1002990" y="332827"/>
                </a:moveTo>
                <a:cubicBezTo>
                  <a:pt x="1002990" y="351183"/>
                  <a:pt x="1017871" y="366064"/>
                  <a:pt x="1036227" y="366064"/>
                </a:cubicBezTo>
                <a:cubicBezTo>
                  <a:pt x="1054584" y="366064"/>
                  <a:pt x="1069465" y="351183"/>
                  <a:pt x="1069465" y="332827"/>
                </a:cubicBezTo>
                <a:cubicBezTo>
                  <a:pt x="1069465" y="314470"/>
                  <a:pt x="1054584" y="299589"/>
                  <a:pt x="1036227" y="299589"/>
                </a:cubicBezTo>
                <a:cubicBezTo>
                  <a:pt x="1017871" y="299589"/>
                  <a:pt x="1002990" y="314470"/>
                  <a:pt x="1002990" y="332827"/>
                </a:cubicBezTo>
                <a:moveTo>
                  <a:pt x="1132309" y="321517"/>
                </a:moveTo>
                <a:cubicBezTo>
                  <a:pt x="1132309" y="339874"/>
                  <a:pt x="1147190" y="354755"/>
                  <a:pt x="1165547" y="354755"/>
                </a:cubicBezTo>
                <a:cubicBezTo>
                  <a:pt x="1183904" y="354755"/>
                  <a:pt x="1198784" y="339874"/>
                  <a:pt x="1198784" y="321517"/>
                </a:cubicBezTo>
                <a:cubicBezTo>
                  <a:pt x="1198784" y="303161"/>
                  <a:pt x="1183904" y="288280"/>
                  <a:pt x="1165547" y="288280"/>
                </a:cubicBezTo>
                <a:cubicBezTo>
                  <a:pt x="1147190" y="288280"/>
                  <a:pt x="1132309" y="303161"/>
                  <a:pt x="1132309" y="321517"/>
                </a:cubicBezTo>
                <a:moveTo>
                  <a:pt x="1277565" y="278539"/>
                </a:moveTo>
                <a:cubicBezTo>
                  <a:pt x="1277565" y="296896"/>
                  <a:pt x="1292446" y="311777"/>
                  <a:pt x="1310802" y="311777"/>
                </a:cubicBezTo>
                <a:cubicBezTo>
                  <a:pt x="1329159" y="311777"/>
                  <a:pt x="1344040" y="296896"/>
                  <a:pt x="1344040" y="278539"/>
                </a:cubicBezTo>
                <a:cubicBezTo>
                  <a:pt x="1344040" y="260182"/>
                  <a:pt x="1329159" y="245301"/>
                  <a:pt x="1310802" y="245301"/>
                </a:cubicBezTo>
                <a:cubicBezTo>
                  <a:pt x="1292446" y="245301"/>
                  <a:pt x="1277565" y="260182"/>
                  <a:pt x="1277565" y="278539"/>
                </a:cubicBezTo>
                <a:moveTo>
                  <a:pt x="1392633" y="253573"/>
                </a:moveTo>
                <a:cubicBezTo>
                  <a:pt x="1392633" y="271929"/>
                  <a:pt x="1407514" y="286810"/>
                  <a:pt x="1425871" y="286810"/>
                </a:cubicBezTo>
                <a:cubicBezTo>
                  <a:pt x="1444227" y="286810"/>
                  <a:pt x="1459108" y="271929"/>
                  <a:pt x="1459108" y="253573"/>
                </a:cubicBezTo>
                <a:cubicBezTo>
                  <a:pt x="1459108" y="235216"/>
                  <a:pt x="1444227" y="220335"/>
                  <a:pt x="1425871" y="220335"/>
                </a:cubicBezTo>
                <a:cubicBezTo>
                  <a:pt x="1407514" y="220335"/>
                  <a:pt x="1392633" y="235216"/>
                  <a:pt x="1392633" y="253573"/>
                </a:cubicBezTo>
                <a:moveTo>
                  <a:pt x="1532658" y="227849"/>
                </a:moveTo>
                <a:cubicBezTo>
                  <a:pt x="1532658" y="246206"/>
                  <a:pt x="1547539" y="261087"/>
                  <a:pt x="1565895" y="261087"/>
                </a:cubicBezTo>
                <a:cubicBezTo>
                  <a:pt x="1584252" y="261087"/>
                  <a:pt x="1599133" y="246206"/>
                  <a:pt x="1599133" y="227849"/>
                </a:cubicBezTo>
                <a:cubicBezTo>
                  <a:pt x="1599133" y="209493"/>
                  <a:pt x="1584252" y="194612"/>
                  <a:pt x="1565895" y="194612"/>
                </a:cubicBezTo>
                <a:cubicBezTo>
                  <a:pt x="1547539" y="194612"/>
                  <a:pt x="1532658" y="209493"/>
                  <a:pt x="1532658" y="227849"/>
                </a:cubicBezTo>
                <a:moveTo>
                  <a:pt x="1648158" y="206083"/>
                </a:moveTo>
                <a:cubicBezTo>
                  <a:pt x="1648158" y="224439"/>
                  <a:pt x="1663039" y="239321"/>
                  <a:pt x="1681396" y="239321"/>
                </a:cubicBezTo>
                <a:cubicBezTo>
                  <a:pt x="1699752" y="239321"/>
                  <a:pt x="1714634" y="224439"/>
                  <a:pt x="1714634" y="206083"/>
                </a:cubicBezTo>
                <a:cubicBezTo>
                  <a:pt x="1714634" y="187726"/>
                  <a:pt x="1699752" y="172845"/>
                  <a:pt x="1681396" y="172845"/>
                </a:cubicBezTo>
                <a:cubicBezTo>
                  <a:pt x="1663039" y="172845"/>
                  <a:pt x="1648158" y="187726"/>
                  <a:pt x="1648158" y="206083"/>
                </a:cubicBezTo>
                <a:moveTo>
                  <a:pt x="1790589" y="184569"/>
                </a:moveTo>
                <a:cubicBezTo>
                  <a:pt x="1790589" y="202926"/>
                  <a:pt x="1805470" y="217807"/>
                  <a:pt x="1823827" y="217807"/>
                </a:cubicBezTo>
                <a:cubicBezTo>
                  <a:pt x="1842184" y="217807"/>
                  <a:pt x="1857064" y="202926"/>
                  <a:pt x="1857064" y="184569"/>
                </a:cubicBezTo>
                <a:cubicBezTo>
                  <a:pt x="1857064" y="166213"/>
                  <a:pt x="1842184" y="151332"/>
                  <a:pt x="1823827" y="151332"/>
                </a:cubicBezTo>
                <a:cubicBezTo>
                  <a:pt x="1805470" y="151332"/>
                  <a:pt x="1790589" y="166213"/>
                  <a:pt x="1790589" y="184569"/>
                </a:cubicBezTo>
                <a:moveTo>
                  <a:pt x="1908514" y="157572"/>
                </a:moveTo>
                <a:cubicBezTo>
                  <a:pt x="1908514" y="175928"/>
                  <a:pt x="1923394" y="190809"/>
                  <a:pt x="1941751" y="190809"/>
                </a:cubicBezTo>
                <a:cubicBezTo>
                  <a:pt x="1960107" y="190809"/>
                  <a:pt x="1974989" y="175928"/>
                  <a:pt x="1974989" y="157572"/>
                </a:cubicBezTo>
                <a:cubicBezTo>
                  <a:pt x="1974989" y="139215"/>
                  <a:pt x="1960107" y="124334"/>
                  <a:pt x="1941751" y="124334"/>
                </a:cubicBezTo>
                <a:cubicBezTo>
                  <a:pt x="1923394" y="124334"/>
                  <a:pt x="1908514" y="139215"/>
                  <a:pt x="1908514" y="157572"/>
                </a:cubicBezTo>
                <a:moveTo>
                  <a:pt x="2051090" y="136671"/>
                </a:moveTo>
                <a:cubicBezTo>
                  <a:pt x="2051090" y="155027"/>
                  <a:pt x="2065971" y="169909"/>
                  <a:pt x="2084327" y="169909"/>
                </a:cubicBezTo>
                <a:cubicBezTo>
                  <a:pt x="2102684" y="169909"/>
                  <a:pt x="2117565" y="155027"/>
                  <a:pt x="2117565" y="136671"/>
                </a:cubicBezTo>
                <a:cubicBezTo>
                  <a:pt x="2117565" y="118314"/>
                  <a:pt x="2102684" y="103433"/>
                  <a:pt x="2084327" y="103433"/>
                </a:cubicBezTo>
                <a:cubicBezTo>
                  <a:pt x="2065971" y="103433"/>
                  <a:pt x="2051090" y="118314"/>
                  <a:pt x="2051090" y="136671"/>
                </a:cubicBezTo>
                <a:moveTo>
                  <a:pt x="2169031" y="120437"/>
                </a:moveTo>
                <a:cubicBezTo>
                  <a:pt x="2169031" y="138793"/>
                  <a:pt x="2183912" y="153674"/>
                  <a:pt x="2202268" y="153674"/>
                </a:cubicBezTo>
                <a:cubicBezTo>
                  <a:pt x="2220625" y="153674"/>
                  <a:pt x="2235506" y="138793"/>
                  <a:pt x="2235506" y="120437"/>
                </a:cubicBezTo>
                <a:cubicBezTo>
                  <a:pt x="2235506" y="102080"/>
                  <a:pt x="2220625" y="87199"/>
                  <a:pt x="2202268" y="87199"/>
                </a:cubicBezTo>
                <a:cubicBezTo>
                  <a:pt x="2183912" y="87199"/>
                  <a:pt x="2169031" y="102080"/>
                  <a:pt x="2169031" y="120437"/>
                </a:cubicBezTo>
                <a:moveTo>
                  <a:pt x="2304134" y="101108"/>
                </a:moveTo>
                <a:cubicBezTo>
                  <a:pt x="2304134" y="119465"/>
                  <a:pt x="2319015" y="134346"/>
                  <a:pt x="2337372" y="134346"/>
                </a:cubicBezTo>
                <a:cubicBezTo>
                  <a:pt x="2355729" y="134346"/>
                  <a:pt x="2370610" y="119465"/>
                  <a:pt x="2370610" y="101108"/>
                </a:cubicBezTo>
                <a:cubicBezTo>
                  <a:pt x="2370610" y="82752"/>
                  <a:pt x="2355729" y="67871"/>
                  <a:pt x="2337372" y="67871"/>
                </a:cubicBezTo>
                <a:cubicBezTo>
                  <a:pt x="2319015" y="67871"/>
                  <a:pt x="2304134" y="82752"/>
                  <a:pt x="2304134" y="101108"/>
                </a:cubicBezTo>
                <a:moveTo>
                  <a:pt x="2417126" y="81170"/>
                </a:moveTo>
                <a:cubicBezTo>
                  <a:pt x="2417126" y="99526"/>
                  <a:pt x="2432007" y="114407"/>
                  <a:pt x="2450363" y="114407"/>
                </a:cubicBezTo>
                <a:cubicBezTo>
                  <a:pt x="2468720" y="114407"/>
                  <a:pt x="2483601" y="99526"/>
                  <a:pt x="2483601" y="81170"/>
                </a:cubicBezTo>
                <a:cubicBezTo>
                  <a:pt x="2483601" y="62813"/>
                  <a:pt x="2468720" y="47932"/>
                  <a:pt x="2450363" y="47932"/>
                </a:cubicBezTo>
                <a:cubicBezTo>
                  <a:pt x="2432007" y="47932"/>
                  <a:pt x="2417126" y="62813"/>
                  <a:pt x="2417126" y="81170"/>
                </a:cubicBezTo>
                <a:moveTo>
                  <a:pt x="2559647" y="60333"/>
                </a:moveTo>
                <a:cubicBezTo>
                  <a:pt x="2559647" y="78689"/>
                  <a:pt x="2574528" y="93570"/>
                  <a:pt x="2592885" y="93570"/>
                </a:cubicBezTo>
                <a:cubicBezTo>
                  <a:pt x="2611241" y="93570"/>
                  <a:pt x="2626122" y="78689"/>
                  <a:pt x="2626122" y="60333"/>
                </a:cubicBezTo>
                <a:cubicBezTo>
                  <a:pt x="2626122" y="41976"/>
                  <a:pt x="2611241" y="27095"/>
                  <a:pt x="2592885" y="27095"/>
                </a:cubicBezTo>
                <a:cubicBezTo>
                  <a:pt x="2574528" y="27095"/>
                  <a:pt x="2559647" y="41976"/>
                  <a:pt x="2559647" y="60333"/>
                </a:cubicBezTo>
                <a:moveTo>
                  <a:pt x="2672727" y="46453"/>
                </a:moveTo>
                <a:cubicBezTo>
                  <a:pt x="2672727" y="64809"/>
                  <a:pt x="2687609" y="79691"/>
                  <a:pt x="2705965" y="79691"/>
                </a:cubicBezTo>
                <a:cubicBezTo>
                  <a:pt x="2724322" y="79691"/>
                  <a:pt x="2739203" y="64809"/>
                  <a:pt x="2739203" y="46453"/>
                </a:cubicBezTo>
                <a:cubicBezTo>
                  <a:pt x="2739203" y="28096"/>
                  <a:pt x="2724322" y="13215"/>
                  <a:pt x="2705965" y="13215"/>
                </a:cubicBezTo>
                <a:cubicBezTo>
                  <a:pt x="2687609" y="13215"/>
                  <a:pt x="2672727" y="28096"/>
                  <a:pt x="2672727" y="46453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8D8D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37135E-7AB2-406B-87FB-934E27BC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143909"/>
            <a:ext cx="2807795" cy="857859"/>
          </a:xfrm>
          <a:custGeom xmlns:a="http://schemas.openxmlformats.org/drawingml/2006/main">
            <a:pathLst>
              <a:path w="2807795" h="857859" fill="none">
                <a:moveTo>
                  <a:pt x="0" y="857859"/>
                </a:moveTo>
                <a:lnTo>
                  <a:pt x="125972" y="789602"/>
                </a:lnTo>
                <a:lnTo>
                  <a:pt x="256820" y="741288"/>
                </a:lnTo>
                <a:lnTo>
                  <a:pt x="364594" y="699176"/>
                </a:lnTo>
                <a:lnTo>
                  <a:pt x="504257" y="604231"/>
                </a:lnTo>
                <a:lnTo>
                  <a:pt x="614446" y="570766"/>
                </a:lnTo>
                <a:lnTo>
                  <a:pt x="769626" y="514396"/>
                </a:lnTo>
                <a:lnTo>
                  <a:pt x="890079" y="467237"/>
                </a:lnTo>
                <a:lnTo>
                  <a:pt x="1002990" y="410723"/>
                </a:lnTo>
                <a:lnTo>
                  <a:pt x="1132309" y="381773"/>
                </a:lnTo>
                <a:lnTo>
                  <a:pt x="1277565" y="347107"/>
                </a:lnTo>
                <a:lnTo>
                  <a:pt x="1392633" y="321940"/>
                </a:lnTo>
                <a:lnTo>
                  <a:pt x="1532657" y="276220"/>
                </a:lnTo>
                <a:lnTo>
                  <a:pt x="1648158" y="237861"/>
                </a:lnTo>
                <a:lnTo>
                  <a:pt x="1790589" y="193961"/>
                </a:lnTo>
                <a:lnTo>
                  <a:pt x="1908513" y="162689"/>
                </a:lnTo>
                <a:lnTo>
                  <a:pt x="2051090" y="134295"/>
                </a:lnTo>
                <a:lnTo>
                  <a:pt x="2169031" y="123348"/>
                </a:lnTo>
                <a:lnTo>
                  <a:pt x="2304134" y="92186"/>
                </a:lnTo>
                <a:lnTo>
                  <a:pt x="2417126" y="69811"/>
                </a:lnTo>
                <a:lnTo>
                  <a:pt x="2559647" y="39672"/>
                </a:lnTo>
                <a:lnTo>
                  <a:pt x="2672727" y="21390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8D8D8D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3B017C-2875-4FB7-A0F1-2821585D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110671"/>
            <a:ext cx="2874271" cy="924334"/>
          </a:xfrm>
          <a:custGeom xmlns:a="http://schemas.openxmlformats.org/drawingml/2006/main">
            <a:pathLst>
              <a:path w="2874271" h="924334">
                <a:moveTo>
                  <a:pt x="0" y="891096"/>
                </a:moveTo>
                <a:cubicBezTo>
                  <a:pt x="0" y="909453"/>
                  <a:pt x="14881" y="924334"/>
                  <a:pt x="33238" y="924334"/>
                </a:cubicBezTo>
                <a:cubicBezTo>
                  <a:pt x="51594" y="924334"/>
                  <a:pt x="66475" y="909453"/>
                  <a:pt x="66475" y="891096"/>
                </a:cubicBezTo>
                <a:cubicBezTo>
                  <a:pt x="66475" y="872739"/>
                  <a:pt x="51594" y="857859"/>
                  <a:pt x="33238" y="857859"/>
                </a:cubicBezTo>
                <a:cubicBezTo>
                  <a:pt x="14881" y="857859"/>
                  <a:pt x="0" y="872739"/>
                  <a:pt x="0" y="891096"/>
                </a:cubicBezTo>
                <a:moveTo>
                  <a:pt x="125972" y="822839"/>
                </a:moveTo>
                <a:cubicBezTo>
                  <a:pt x="125972" y="841196"/>
                  <a:pt x="140853" y="856077"/>
                  <a:pt x="159210" y="856077"/>
                </a:cubicBezTo>
                <a:cubicBezTo>
                  <a:pt x="177567" y="856077"/>
                  <a:pt x="192448" y="841196"/>
                  <a:pt x="192448" y="822839"/>
                </a:cubicBezTo>
                <a:cubicBezTo>
                  <a:pt x="192448" y="804483"/>
                  <a:pt x="177567" y="789601"/>
                  <a:pt x="159210" y="789601"/>
                </a:cubicBezTo>
                <a:cubicBezTo>
                  <a:pt x="140853" y="789601"/>
                  <a:pt x="125972" y="804483"/>
                  <a:pt x="125972" y="822839"/>
                </a:cubicBezTo>
                <a:moveTo>
                  <a:pt x="256820" y="774525"/>
                </a:moveTo>
                <a:cubicBezTo>
                  <a:pt x="256820" y="792882"/>
                  <a:pt x="271701" y="807763"/>
                  <a:pt x="290058" y="807763"/>
                </a:cubicBezTo>
                <a:cubicBezTo>
                  <a:pt x="308415" y="807763"/>
                  <a:pt x="323295" y="792882"/>
                  <a:pt x="323295" y="774525"/>
                </a:cubicBezTo>
                <a:cubicBezTo>
                  <a:pt x="323295" y="756168"/>
                  <a:pt x="308415" y="741287"/>
                  <a:pt x="290058" y="741287"/>
                </a:cubicBezTo>
                <a:cubicBezTo>
                  <a:pt x="271701" y="741287"/>
                  <a:pt x="256820" y="756168"/>
                  <a:pt x="256820" y="774525"/>
                </a:cubicBezTo>
                <a:moveTo>
                  <a:pt x="364594" y="732413"/>
                </a:moveTo>
                <a:cubicBezTo>
                  <a:pt x="364594" y="750770"/>
                  <a:pt x="379475" y="765651"/>
                  <a:pt x="397832" y="765651"/>
                </a:cubicBezTo>
                <a:cubicBezTo>
                  <a:pt x="416188" y="765651"/>
                  <a:pt x="431069" y="750770"/>
                  <a:pt x="431069" y="732413"/>
                </a:cubicBezTo>
                <a:cubicBezTo>
                  <a:pt x="431069" y="714057"/>
                  <a:pt x="416188" y="699176"/>
                  <a:pt x="397832" y="699176"/>
                </a:cubicBezTo>
                <a:cubicBezTo>
                  <a:pt x="379475" y="699176"/>
                  <a:pt x="364594" y="714057"/>
                  <a:pt x="364594" y="732413"/>
                </a:cubicBezTo>
                <a:moveTo>
                  <a:pt x="504257" y="637468"/>
                </a:moveTo>
                <a:cubicBezTo>
                  <a:pt x="504257" y="655825"/>
                  <a:pt x="519138" y="670706"/>
                  <a:pt x="537495" y="670706"/>
                </a:cubicBezTo>
                <a:cubicBezTo>
                  <a:pt x="555851" y="670706"/>
                  <a:pt x="570732" y="655825"/>
                  <a:pt x="570732" y="637468"/>
                </a:cubicBezTo>
                <a:cubicBezTo>
                  <a:pt x="570732" y="619112"/>
                  <a:pt x="555851" y="604230"/>
                  <a:pt x="537495" y="604230"/>
                </a:cubicBezTo>
                <a:cubicBezTo>
                  <a:pt x="519138" y="604230"/>
                  <a:pt x="504257" y="619112"/>
                  <a:pt x="504257" y="637468"/>
                </a:cubicBezTo>
                <a:moveTo>
                  <a:pt x="614446" y="604004"/>
                </a:moveTo>
                <a:cubicBezTo>
                  <a:pt x="614446" y="622360"/>
                  <a:pt x="629327" y="637241"/>
                  <a:pt x="647684" y="637241"/>
                </a:cubicBezTo>
                <a:cubicBezTo>
                  <a:pt x="666040" y="637241"/>
                  <a:pt x="680921" y="622360"/>
                  <a:pt x="680921" y="604004"/>
                </a:cubicBezTo>
                <a:cubicBezTo>
                  <a:pt x="680921" y="585647"/>
                  <a:pt x="666040" y="570766"/>
                  <a:pt x="647684" y="570766"/>
                </a:cubicBezTo>
                <a:cubicBezTo>
                  <a:pt x="629327" y="570766"/>
                  <a:pt x="614446" y="585647"/>
                  <a:pt x="614446" y="604004"/>
                </a:cubicBezTo>
                <a:moveTo>
                  <a:pt x="769626" y="547633"/>
                </a:moveTo>
                <a:cubicBezTo>
                  <a:pt x="769626" y="565990"/>
                  <a:pt x="784506" y="580871"/>
                  <a:pt x="802863" y="580871"/>
                </a:cubicBezTo>
                <a:cubicBezTo>
                  <a:pt x="821220" y="580871"/>
                  <a:pt x="836101" y="565990"/>
                  <a:pt x="836101" y="547633"/>
                </a:cubicBezTo>
                <a:cubicBezTo>
                  <a:pt x="836101" y="529277"/>
                  <a:pt x="821220" y="514396"/>
                  <a:pt x="802863" y="514396"/>
                </a:cubicBezTo>
                <a:cubicBezTo>
                  <a:pt x="784506" y="514396"/>
                  <a:pt x="769626" y="529277"/>
                  <a:pt x="769626" y="547633"/>
                </a:cubicBezTo>
                <a:moveTo>
                  <a:pt x="890079" y="500474"/>
                </a:moveTo>
                <a:cubicBezTo>
                  <a:pt x="890079" y="518831"/>
                  <a:pt x="904960" y="533712"/>
                  <a:pt x="923317" y="533712"/>
                </a:cubicBezTo>
                <a:cubicBezTo>
                  <a:pt x="941673" y="533712"/>
                  <a:pt x="956554" y="518831"/>
                  <a:pt x="956554" y="500474"/>
                </a:cubicBezTo>
                <a:cubicBezTo>
                  <a:pt x="956554" y="482118"/>
                  <a:pt x="941673" y="467237"/>
                  <a:pt x="923317" y="467237"/>
                </a:cubicBezTo>
                <a:cubicBezTo>
                  <a:pt x="904960" y="467237"/>
                  <a:pt x="890079" y="482118"/>
                  <a:pt x="890079" y="500474"/>
                </a:cubicBezTo>
                <a:moveTo>
                  <a:pt x="1002990" y="443961"/>
                </a:moveTo>
                <a:cubicBezTo>
                  <a:pt x="1002990" y="462317"/>
                  <a:pt x="1017871" y="477198"/>
                  <a:pt x="1036227" y="477198"/>
                </a:cubicBezTo>
                <a:cubicBezTo>
                  <a:pt x="1054584" y="477198"/>
                  <a:pt x="1069465" y="462317"/>
                  <a:pt x="1069465" y="443961"/>
                </a:cubicBezTo>
                <a:cubicBezTo>
                  <a:pt x="1069465" y="425604"/>
                  <a:pt x="1054584" y="410723"/>
                  <a:pt x="1036227" y="410723"/>
                </a:cubicBezTo>
                <a:cubicBezTo>
                  <a:pt x="1017871" y="410723"/>
                  <a:pt x="1002990" y="425604"/>
                  <a:pt x="1002990" y="443961"/>
                </a:cubicBezTo>
                <a:moveTo>
                  <a:pt x="1132309" y="415010"/>
                </a:moveTo>
                <a:cubicBezTo>
                  <a:pt x="1132309" y="433367"/>
                  <a:pt x="1147190" y="448248"/>
                  <a:pt x="1165547" y="448248"/>
                </a:cubicBezTo>
                <a:cubicBezTo>
                  <a:pt x="1183903" y="448248"/>
                  <a:pt x="1198784" y="433367"/>
                  <a:pt x="1198784" y="415010"/>
                </a:cubicBezTo>
                <a:cubicBezTo>
                  <a:pt x="1198784" y="396653"/>
                  <a:pt x="1183903" y="381773"/>
                  <a:pt x="1165547" y="381773"/>
                </a:cubicBezTo>
                <a:cubicBezTo>
                  <a:pt x="1147190" y="381773"/>
                  <a:pt x="1132309" y="396653"/>
                  <a:pt x="1132309" y="415010"/>
                </a:cubicBezTo>
                <a:moveTo>
                  <a:pt x="1277565" y="380344"/>
                </a:moveTo>
                <a:cubicBezTo>
                  <a:pt x="1277565" y="398701"/>
                  <a:pt x="1292446" y="413582"/>
                  <a:pt x="1310802" y="413582"/>
                </a:cubicBezTo>
                <a:cubicBezTo>
                  <a:pt x="1329159" y="413582"/>
                  <a:pt x="1344040" y="398701"/>
                  <a:pt x="1344040" y="380344"/>
                </a:cubicBezTo>
                <a:cubicBezTo>
                  <a:pt x="1344040" y="361987"/>
                  <a:pt x="1329159" y="347107"/>
                  <a:pt x="1310802" y="347107"/>
                </a:cubicBezTo>
                <a:cubicBezTo>
                  <a:pt x="1292446" y="347107"/>
                  <a:pt x="1277565" y="361987"/>
                  <a:pt x="1277565" y="380344"/>
                </a:cubicBezTo>
                <a:moveTo>
                  <a:pt x="1392633" y="355178"/>
                </a:moveTo>
                <a:cubicBezTo>
                  <a:pt x="1392633" y="373534"/>
                  <a:pt x="1407514" y="388415"/>
                  <a:pt x="1425870" y="388415"/>
                </a:cubicBezTo>
                <a:cubicBezTo>
                  <a:pt x="1444227" y="388415"/>
                  <a:pt x="1459108" y="373534"/>
                  <a:pt x="1459108" y="355178"/>
                </a:cubicBezTo>
                <a:cubicBezTo>
                  <a:pt x="1459108" y="336821"/>
                  <a:pt x="1444227" y="321940"/>
                  <a:pt x="1425870" y="321940"/>
                </a:cubicBezTo>
                <a:cubicBezTo>
                  <a:pt x="1407514" y="321940"/>
                  <a:pt x="1392633" y="336821"/>
                  <a:pt x="1392633" y="355178"/>
                </a:cubicBezTo>
                <a:moveTo>
                  <a:pt x="1532657" y="309458"/>
                </a:moveTo>
                <a:cubicBezTo>
                  <a:pt x="1532657" y="327814"/>
                  <a:pt x="1547538" y="342696"/>
                  <a:pt x="1565895" y="342696"/>
                </a:cubicBezTo>
                <a:cubicBezTo>
                  <a:pt x="1584252" y="342696"/>
                  <a:pt x="1599132" y="327814"/>
                  <a:pt x="1599132" y="309458"/>
                </a:cubicBezTo>
                <a:cubicBezTo>
                  <a:pt x="1599132" y="291101"/>
                  <a:pt x="1584252" y="276220"/>
                  <a:pt x="1565895" y="276220"/>
                </a:cubicBezTo>
                <a:cubicBezTo>
                  <a:pt x="1547538" y="276220"/>
                  <a:pt x="1532657" y="291101"/>
                  <a:pt x="1532657" y="309458"/>
                </a:cubicBezTo>
                <a:moveTo>
                  <a:pt x="1648158" y="271098"/>
                </a:moveTo>
                <a:cubicBezTo>
                  <a:pt x="1648158" y="289455"/>
                  <a:pt x="1663039" y="304336"/>
                  <a:pt x="1681396" y="304336"/>
                </a:cubicBezTo>
                <a:cubicBezTo>
                  <a:pt x="1699752" y="304336"/>
                  <a:pt x="1714633" y="289455"/>
                  <a:pt x="1714633" y="271098"/>
                </a:cubicBezTo>
                <a:cubicBezTo>
                  <a:pt x="1714633" y="252742"/>
                  <a:pt x="1699752" y="237861"/>
                  <a:pt x="1681396" y="237861"/>
                </a:cubicBezTo>
                <a:cubicBezTo>
                  <a:pt x="1663039" y="237861"/>
                  <a:pt x="1648158" y="252742"/>
                  <a:pt x="1648158" y="271098"/>
                </a:cubicBezTo>
                <a:moveTo>
                  <a:pt x="1790589" y="227199"/>
                </a:moveTo>
                <a:cubicBezTo>
                  <a:pt x="1790589" y="245555"/>
                  <a:pt x="1805470" y="260436"/>
                  <a:pt x="1823827" y="260436"/>
                </a:cubicBezTo>
                <a:cubicBezTo>
                  <a:pt x="1842183" y="260436"/>
                  <a:pt x="1857064" y="245555"/>
                  <a:pt x="1857064" y="227199"/>
                </a:cubicBezTo>
                <a:cubicBezTo>
                  <a:pt x="1857064" y="208842"/>
                  <a:pt x="1842183" y="193961"/>
                  <a:pt x="1823827" y="193961"/>
                </a:cubicBezTo>
                <a:cubicBezTo>
                  <a:pt x="1805470" y="193961"/>
                  <a:pt x="1790589" y="208842"/>
                  <a:pt x="1790589" y="227199"/>
                </a:cubicBezTo>
                <a:moveTo>
                  <a:pt x="1908513" y="195927"/>
                </a:moveTo>
                <a:cubicBezTo>
                  <a:pt x="1908513" y="214284"/>
                  <a:pt x="1923394" y="229165"/>
                  <a:pt x="1941751" y="229165"/>
                </a:cubicBezTo>
                <a:cubicBezTo>
                  <a:pt x="1960107" y="229165"/>
                  <a:pt x="1974988" y="214284"/>
                  <a:pt x="1974988" y="195927"/>
                </a:cubicBezTo>
                <a:cubicBezTo>
                  <a:pt x="1974988" y="177571"/>
                  <a:pt x="1960107" y="162689"/>
                  <a:pt x="1941751" y="162689"/>
                </a:cubicBezTo>
                <a:cubicBezTo>
                  <a:pt x="1923394" y="162689"/>
                  <a:pt x="1908513" y="177571"/>
                  <a:pt x="1908513" y="195927"/>
                </a:cubicBezTo>
                <a:moveTo>
                  <a:pt x="2051090" y="167533"/>
                </a:moveTo>
                <a:cubicBezTo>
                  <a:pt x="2051090" y="185890"/>
                  <a:pt x="2065971" y="200771"/>
                  <a:pt x="2084327" y="200771"/>
                </a:cubicBezTo>
                <a:cubicBezTo>
                  <a:pt x="2102684" y="200771"/>
                  <a:pt x="2117565" y="185890"/>
                  <a:pt x="2117565" y="167533"/>
                </a:cubicBezTo>
                <a:cubicBezTo>
                  <a:pt x="2117565" y="149176"/>
                  <a:pt x="2102684" y="134295"/>
                  <a:pt x="2084327" y="134295"/>
                </a:cubicBezTo>
                <a:cubicBezTo>
                  <a:pt x="2065971" y="134295"/>
                  <a:pt x="2051090" y="149176"/>
                  <a:pt x="2051090" y="167533"/>
                </a:cubicBezTo>
                <a:moveTo>
                  <a:pt x="2169031" y="156585"/>
                </a:moveTo>
                <a:cubicBezTo>
                  <a:pt x="2169031" y="174942"/>
                  <a:pt x="2183912" y="189823"/>
                  <a:pt x="2202268" y="189823"/>
                </a:cubicBezTo>
                <a:cubicBezTo>
                  <a:pt x="2220625" y="189823"/>
                  <a:pt x="2235506" y="174942"/>
                  <a:pt x="2235506" y="156585"/>
                </a:cubicBezTo>
                <a:cubicBezTo>
                  <a:pt x="2235506" y="138229"/>
                  <a:pt x="2220625" y="123347"/>
                  <a:pt x="2202268" y="123347"/>
                </a:cubicBezTo>
                <a:cubicBezTo>
                  <a:pt x="2183912" y="123347"/>
                  <a:pt x="2169031" y="138229"/>
                  <a:pt x="2169031" y="156585"/>
                </a:cubicBezTo>
                <a:moveTo>
                  <a:pt x="2304134" y="125424"/>
                </a:moveTo>
                <a:cubicBezTo>
                  <a:pt x="2304134" y="143781"/>
                  <a:pt x="2319015" y="158662"/>
                  <a:pt x="2337372" y="158662"/>
                </a:cubicBezTo>
                <a:cubicBezTo>
                  <a:pt x="2355728" y="158662"/>
                  <a:pt x="2370609" y="143781"/>
                  <a:pt x="2370609" y="125424"/>
                </a:cubicBezTo>
                <a:cubicBezTo>
                  <a:pt x="2370609" y="107067"/>
                  <a:pt x="2355728" y="92186"/>
                  <a:pt x="2337372" y="92186"/>
                </a:cubicBezTo>
                <a:cubicBezTo>
                  <a:pt x="2319015" y="92186"/>
                  <a:pt x="2304134" y="107067"/>
                  <a:pt x="2304134" y="125424"/>
                </a:cubicBezTo>
                <a:moveTo>
                  <a:pt x="2417126" y="103049"/>
                </a:moveTo>
                <a:cubicBezTo>
                  <a:pt x="2417126" y="121406"/>
                  <a:pt x="2432007" y="136286"/>
                  <a:pt x="2450363" y="136286"/>
                </a:cubicBezTo>
                <a:cubicBezTo>
                  <a:pt x="2468720" y="136286"/>
                  <a:pt x="2483601" y="121406"/>
                  <a:pt x="2483601" y="103049"/>
                </a:cubicBezTo>
                <a:cubicBezTo>
                  <a:pt x="2483601" y="84692"/>
                  <a:pt x="2468720" y="69811"/>
                  <a:pt x="2450363" y="69811"/>
                </a:cubicBezTo>
                <a:cubicBezTo>
                  <a:pt x="2432007" y="69811"/>
                  <a:pt x="2417126" y="84692"/>
                  <a:pt x="2417126" y="103049"/>
                </a:cubicBezTo>
                <a:moveTo>
                  <a:pt x="2559647" y="72909"/>
                </a:moveTo>
                <a:cubicBezTo>
                  <a:pt x="2559647" y="91266"/>
                  <a:pt x="2574528" y="106147"/>
                  <a:pt x="2592885" y="106147"/>
                </a:cubicBezTo>
                <a:cubicBezTo>
                  <a:pt x="2611241" y="106147"/>
                  <a:pt x="2626122" y="91266"/>
                  <a:pt x="2626122" y="72909"/>
                </a:cubicBezTo>
                <a:cubicBezTo>
                  <a:pt x="2626122" y="54553"/>
                  <a:pt x="2611241" y="39672"/>
                  <a:pt x="2592885" y="39672"/>
                </a:cubicBezTo>
                <a:cubicBezTo>
                  <a:pt x="2574528" y="39672"/>
                  <a:pt x="2559647" y="54553"/>
                  <a:pt x="2559647" y="72909"/>
                </a:cubicBezTo>
                <a:moveTo>
                  <a:pt x="2672727" y="54627"/>
                </a:moveTo>
                <a:cubicBezTo>
                  <a:pt x="2672727" y="72984"/>
                  <a:pt x="2687608" y="87865"/>
                  <a:pt x="2705965" y="87865"/>
                </a:cubicBezTo>
                <a:cubicBezTo>
                  <a:pt x="2724322" y="87865"/>
                  <a:pt x="2739203" y="72984"/>
                  <a:pt x="2739203" y="54627"/>
                </a:cubicBezTo>
                <a:cubicBezTo>
                  <a:pt x="2739203" y="36270"/>
                  <a:pt x="2724322" y="21390"/>
                  <a:pt x="2705965" y="21390"/>
                </a:cubicBezTo>
                <a:cubicBezTo>
                  <a:pt x="2687608" y="21390"/>
                  <a:pt x="2672727" y="36270"/>
                  <a:pt x="2672727" y="54627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8D8D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B21D12-F658-4B21-A705-1414BF1F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3654073"/>
            <a:ext cx="2807795" cy="680283"/>
          </a:xfrm>
          <a:custGeom xmlns:a="http://schemas.openxmlformats.org/drawingml/2006/main">
            <a:pathLst>
              <a:path w="2807795" h="680283" fill="none">
                <a:moveTo>
                  <a:pt x="0" y="680283"/>
                </a:moveTo>
                <a:lnTo>
                  <a:pt x="125972" y="641270"/>
                </a:lnTo>
                <a:lnTo>
                  <a:pt x="256820" y="592354"/>
                </a:lnTo>
                <a:lnTo>
                  <a:pt x="364594" y="551721"/>
                </a:lnTo>
                <a:lnTo>
                  <a:pt x="504257" y="509720"/>
                </a:lnTo>
                <a:lnTo>
                  <a:pt x="614446" y="487779"/>
                </a:lnTo>
                <a:lnTo>
                  <a:pt x="769625" y="441240"/>
                </a:lnTo>
                <a:lnTo>
                  <a:pt x="890079" y="413901"/>
                </a:lnTo>
                <a:lnTo>
                  <a:pt x="1002990" y="292408"/>
                </a:lnTo>
                <a:lnTo>
                  <a:pt x="1132309" y="257643"/>
                </a:lnTo>
                <a:lnTo>
                  <a:pt x="1277565" y="229890"/>
                </a:lnTo>
                <a:lnTo>
                  <a:pt x="1392633" y="235787"/>
                </a:lnTo>
                <a:lnTo>
                  <a:pt x="1532658" y="208085"/>
                </a:lnTo>
                <a:lnTo>
                  <a:pt x="1648158" y="180483"/>
                </a:lnTo>
                <a:lnTo>
                  <a:pt x="1790589" y="144293"/>
                </a:lnTo>
                <a:lnTo>
                  <a:pt x="1908513" y="129990"/>
                </a:lnTo>
                <a:lnTo>
                  <a:pt x="2051090" y="105626"/>
                </a:lnTo>
                <a:lnTo>
                  <a:pt x="2169030" y="82537"/>
                </a:lnTo>
                <a:lnTo>
                  <a:pt x="2304134" y="59879"/>
                </a:lnTo>
                <a:lnTo>
                  <a:pt x="2417126" y="54767"/>
                </a:lnTo>
                <a:lnTo>
                  <a:pt x="2559647" y="34920"/>
                </a:lnTo>
                <a:lnTo>
                  <a:pt x="2672727" y="21548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8D8D8D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52697F-0CFE-4DCC-A393-A676B13B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3620835"/>
            <a:ext cx="2874271" cy="746758"/>
          </a:xfrm>
          <a:custGeom xmlns:a="http://schemas.openxmlformats.org/drawingml/2006/main">
            <a:pathLst>
              <a:path w="2874271" h="746758">
                <a:moveTo>
                  <a:pt x="0" y="713521"/>
                </a:moveTo>
                <a:cubicBezTo>
                  <a:pt x="0" y="731877"/>
                  <a:pt x="14881" y="746758"/>
                  <a:pt x="33238" y="746758"/>
                </a:cubicBezTo>
                <a:cubicBezTo>
                  <a:pt x="51594" y="746758"/>
                  <a:pt x="66475" y="731877"/>
                  <a:pt x="66475" y="713521"/>
                </a:cubicBezTo>
                <a:cubicBezTo>
                  <a:pt x="66475" y="695164"/>
                  <a:pt x="51594" y="680283"/>
                  <a:pt x="33238" y="680283"/>
                </a:cubicBezTo>
                <a:cubicBezTo>
                  <a:pt x="14881" y="680283"/>
                  <a:pt x="0" y="695164"/>
                  <a:pt x="0" y="713521"/>
                </a:cubicBezTo>
                <a:moveTo>
                  <a:pt x="125972" y="674508"/>
                </a:moveTo>
                <a:cubicBezTo>
                  <a:pt x="125972" y="692864"/>
                  <a:pt x="140853" y="707745"/>
                  <a:pt x="159210" y="707745"/>
                </a:cubicBezTo>
                <a:cubicBezTo>
                  <a:pt x="177567" y="707745"/>
                  <a:pt x="192448" y="692864"/>
                  <a:pt x="192448" y="674508"/>
                </a:cubicBezTo>
                <a:cubicBezTo>
                  <a:pt x="192448" y="656151"/>
                  <a:pt x="177567" y="641270"/>
                  <a:pt x="159210" y="641270"/>
                </a:cubicBezTo>
                <a:cubicBezTo>
                  <a:pt x="140853" y="641270"/>
                  <a:pt x="125972" y="656151"/>
                  <a:pt x="125972" y="674508"/>
                </a:cubicBezTo>
                <a:moveTo>
                  <a:pt x="256821" y="625592"/>
                </a:moveTo>
                <a:cubicBezTo>
                  <a:pt x="256821" y="643949"/>
                  <a:pt x="271701" y="658829"/>
                  <a:pt x="290058" y="658829"/>
                </a:cubicBezTo>
                <a:cubicBezTo>
                  <a:pt x="308415" y="658829"/>
                  <a:pt x="323296" y="643949"/>
                  <a:pt x="323296" y="625592"/>
                </a:cubicBezTo>
                <a:cubicBezTo>
                  <a:pt x="323296" y="607235"/>
                  <a:pt x="308415" y="592354"/>
                  <a:pt x="290058" y="592354"/>
                </a:cubicBezTo>
                <a:cubicBezTo>
                  <a:pt x="271701" y="592354"/>
                  <a:pt x="256821" y="607235"/>
                  <a:pt x="256821" y="625592"/>
                </a:cubicBezTo>
                <a:moveTo>
                  <a:pt x="364594" y="584959"/>
                </a:moveTo>
                <a:cubicBezTo>
                  <a:pt x="364594" y="603316"/>
                  <a:pt x="379475" y="618197"/>
                  <a:pt x="397832" y="618197"/>
                </a:cubicBezTo>
                <a:cubicBezTo>
                  <a:pt x="416188" y="618197"/>
                  <a:pt x="431070" y="603316"/>
                  <a:pt x="431070" y="584959"/>
                </a:cubicBezTo>
                <a:cubicBezTo>
                  <a:pt x="431070" y="566602"/>
                  <a:pt x="416188" y="551722"/>
                  <a:pt x="397832" y="551722"/>
                </a:cubicBezTo>
                <a:cubicBezTo>
                  <a:pt x="379475" y="551722"/>
                  <a:pt x="364594" y="566602"/>
                  <a:pt x="364594" y="584959"/>
                </a:cubicBezTo>
                <a:moveTo>
                  <a:pt x="504257" y="542957"/>
                </a:moveTo>
                <a:cubicBezTo>
                  <a:pt x="504257" y="561314"/>
                  <a:pt x="519138" y="576195"/>
                  <a:pt x="537495" y="576195"/>
                </a:cubicBezTo>
                <a:cubicBezTo>
                  <a:pt x="555851" y="576195"/>
                  <a:pt x="570732" y="561314"/>
                  <a:pt x="570732" y="542957"/>
                </a:cubicBezTo>
                <a:cubicBezTo>
                  <a:pt x="570732" y="524601"/>
                  <a:pt x="555851" y="509720"/>
                  <a:pt x="537495" y="509720"/>
                </a:cubicBezTo>
                <a:cubicBezTo>
                  <a:pt x="519138" y="509720"/>
                  <a:pt x="504257" y="524601"/>
                  <a:pt x="504257" y="542957"/>
                </a:cubicBezTo>
                <a:moveTo>
                  <a:pt x="614446" y="521017"/>
                </a:moveTo>
                <a:cubicBezTo>
                  <a:pt x="614446" y="539374"/>
                  <a:pt x="629327" y="554255"/>
                  <a:pt x="647684" y="554255"/>
                </a:cubicBezTo>
                <a:cubicBezTo>
                  <a:pt x="666041" y="554255"/>
                  <a:pt x="680922" y="539374"/>
                  <a:pt x="680922" y="521017"/>
                </a:cubicBezTo>
                <a:cubicBezTo>
                  <a:pt x="680922" y="502660"/>
                  <a:pt x="666041" y="487779"/>
                  <a:pt x="647684" y="487779"/>
                </a:cubicBezTo>
                <a:cubicBezTo>
                  <a:pt x="629327" y="487779"/>
                  <a:pt x="614446" y="502660"/>
                  <a:pt x="614446" y="521017"/>
                </a:cubicBezTo>
                <a:moveTo>
                  <a:pt x="769626" y="474478"/>
                </a:moveTo>
                <a:cubicBezTo>
                  <a:pt x="769626" y="492834"/>
                  <a:pt x="784507" y="507715"/>
                  <a:pt x="802863" y="507715"/>
                </a:cubicBezTo>
                <a:cubicBezTo>
                  <a:pt x="821220" y="507715"/>
                  <a:pt x="836101" y="492834"/>
                  <a:pt x="836101" y="474478"/>
                </a:cubicBezTo>
                <a:cubicBezTo>
                  <a:pt x="836101" y="456121"/>
                  <a:pt x="821220" y="441240"/>
                  <a:pt x="802863" y="441240"/>
                </a:cubicBezTo>
                <a:cubicBezTo>
                  <a:pt x="784507" y="441240"/>
                  <a:pt x="769626" y="456121"/>
                  <a:pt x="769626" y="474478"/>
                </a:cubicBezTo>
                <a:moveTo>
                  <a:pt x="890079" y="447139"/>
                </a:moveTo>
                <a:cubicBezTo>
                  <a:pt x="890079" y="465496"/>
                  <a:pt x="904960" y="480376"/>
                  <a:pt x="923317" y="480376"/>
                </a:cubicBezTo>
                <a:cubicBezTo>
                  <a:pt x="941673" y="480376"/>
                  <a:pt x="956554" y="465496"/>
                  <a:pt x="956554" y="447139"/>
                </a:cubicBezTo>
                <a:cubicBezTo>
                  <a:pt x="956554" y="428782"/>
                  <a:pt x="941673" y="413901"/>
                  <a:pt x="923317" y="413901"/>
                </a:cubicBezTo>
                <a:cubicBezTo>
                  <a:pt x="904960" y="413901"/>
                  <a:pt x="890079" y="428782"/>
                  <a:pt x="890079" y="447139"/>
                </a:cubicBezTo>
                <a:moveTo>
                  <a:pt x="1002990" y="325646"/>
                </a:moveTo>
                <a:cubicBezTo>
                  <a:pt x="1002990" y="344002"/>
                  <a:pt x="1017871" y="358883"/>
                  <a:pt x="1036227" y="358883"/>
                </a:cubicBezTo>
                <a:cubicBezTo>
                  <a:pt x="1054584" y="358883"/>
                  <a:pt x="1069465" y="344002"/>
                  <a:pt x="1069465" y="325646"/>
                </a:cubicBezTo>
                <a:cubicBezTo>
                  <a:pt x="1069465" y="307289"/>
                  <a:pt x="1054584" y="292408"/>
                  <a:pt x="1036227" y="292408"/>
                </a:cubicBezTo>
                <a:cubicBezTo>
                  <a:pt x="1017871" y="292408"/>
                  <a:pt x="1002990" y="307289"/>
                  <a:pt x="1002990" y="325646"/>
                </a:cubicBezTo>
                <a:moveTo>
                  <a:pt x="1132309" y="290881"/>
                </a:moveTo>
                <a:cubicBezTo>
                  <a:pt x="1132309" y="309238"/>
                  <a:pt x="1147190" y="324119"/>
                  <a:pt x="1165547" y="324119"/>
                </a:cubicBezTo>
                <a:cubicBezTo>
                  <a:pt x="1183904" y="324119"/>
                  <a:pt x="1198784" y="309238"/>
                  <a:pt x="1198784" y="290881"/>
                </a:cubicBezTo>
                <a:cubicBezTo>
                  <a:pt x="1198784" y="272524"/>
                  <a:pt x="1183904" y="257644"/>
                  <a:pt x="1165547" y="257644"/>
                </a:cubicBezTo>
                <a:cubicBezTo>
                  <a:pt x="1147190" y="257644"/>
                  <a:pt x="1132309" y="272524"/>
                  <a:pt x="1132309" y="290881"/>
                </a:cubicBezTo>
                <a:moveTo>
                  <a:pt x="1277565" y="263128"/>
                </a:moveTo>
                <a:cubicBezTo>
                  <a:pt x="1277565" y="281485"/>
                  <a:pt x="1292446" y="296366"/>
                  <a:pt x="1310802" y="296366"/>
                </a:cubicBezTo>
                <a:cubicBezTo>
                  <a:pt x="1329159" y="296366"/>
                  <a:pt x="1344040" y="281485"/>
                  <a:pt x="1344040" y="263128"/>
                </a:cubicBezTo>
                <a:cubicBezTo>
                  <a:pt x="1344040" y="244771"/>
                  <a:pt x="1329159" y="229890"/>
                  <a:pt x="1310802" y="229890"/>
                </a:cubicBezTo>
                <a:cubicBezTo>
                  <a:pt x="1292446" y="229890"/>
                  <a:pt x="1277565" y="244771"/>
                  <a:pt x="1277565" y="263128"/>
                </a:cubicBezTo>
                <a:moveTo>
                  <a:pt x="1392633" y="269024"/>
                </a:moveTo>
                <a:cubicBezTo>
                  <a:pt x="1392633" y="287381"/>
                  <a:pt x="1407514" y="302262"/>
                  <a:pt x="1425871" y="302262"/>
                </a:cubicBezTo>
                <a:cubicBezTo>
                  <a:pt x="1444227" y="302262"/>
                  <a:pt x="1459108" y="287381"/>
                  <a:pt x="1459108" y="269024"/>
                </a:cubicBezTo>
                <a:cubicBezTo>
                  <a:pt x="1459108" y="250668"/>
                  <a:pt x="1444227" y="235787"/>
                  <a:pt x="1425871" y="235787"/>
                </a:cubicBezTo>
                <a:cubicBezTo>
                  <a:pt x="1407514" y="235787"/>
                  <a:pt x="1392633" y="250668"/>
                  <a:pt x="1392633" y="269024"/>
                </a:cubicBezTo>
                <a:moveTo>
                  <a:pt x="1532658" y="241323"/>
                </a:moveTo>
                <a:cubicBezTo>
                  <a:pt x="1532658" y="259680"/>
                  <a:pt x="1547539" y="274561"/>
                  <a:pt x="1565895" y="274561"/>
                </a:cubicBezTo>
                <a:cubicBezTo>
                  <a:pt x="1584252" y="274561"/>
                  <a:pt x="1599133" y="259680"/>
                  <a:pt x="1599133" y="241323"/>
                </a:cubicBezTo>
                <a:cubicBezTo>
                  <a:pt x="1599133" y="222967"/>
                  <a:pt x="1584252" y="208086"/>
                  <a:pt x="1565895" y="208086"/>
                </a:cubicBezTo>
                <a:cubicBezTo>
                  <a:pt x="1547539" y="208086"/>
                  <a:pt x="1532658" y="222967"/>
                  <a:pt x="1532658" y="241323"/>
                </a:cubicBezTo>
                <a:moveTo>
                  <a:pt x="1648158" y="213721"/>
                </a:moveTo>
                <a:cubicBezTo>
                  <a:pt x="1648158" y="232078"/>
                  <a:pt x="1663039" y="246958"/>
                  <a:pt x="1681396" y="246958"/>
                </a:cubicBezTo>
                <a:cubicBezTo>
                  <a:pt x="1699752" y="246958"/>
                  <a:pt x="1714634" y="232078"/>
                  <a:pt x="1714634" y="213721"/>
                </a:cubicBezTo>
                <a:cubicBezTo>
                  <a:pt x="1714634" y="195364"/>
                  <a:pt x="1699752" y="180483"/>
                  <a:pt x="1681396" y="180483"/>
                </a:cubicBezTo>
                <a:cubicBezTo>
                  <a:pt x="1663039" y="180483"/>
                  <a:pt x="1648158" y="195364"/>
                  <a:pt x="1648158" y="213721"/>
                </a:cubicBezTo>
                <a:moveTo>
                  <a:pt x="1790589" y="177531"/>
                </a:moveTo>
                <a:cubicBezTo>
                  <a:pt x="1790589" y="195887"/>
                  <a:pt x="1805470" y="210768"/>
                  <a:pt x="1823827" y="210768"/>
                </a:cubicBezTo>
                <a:cubicBezTo>
                  <a:pt x="1842184" y="210768"/>
                  <a:pt x="1857064" y="195887"/>
                  <a:pt x="1857064" y="177531"/>
                </a:cubicBezTo>
                <a:cubicBezTo>
                  <a:pt x="1857064" y="159174"/>
                  <a:pt x="1842184" y="144293"/>
                  <a:pt x="1823827" y="144293"/>
                </a:cubicBezTo>
                <a:cubicBezTo>
                  <a:pt x="1805470" y="144293"/>
                  <a:pt x="1790589" y="159174"/>
                  <a:pt x="1790589" y="177531"/>
                </a:cubicBezTo>
                <a:moveTo>
                  <a:pt x="1908514" y="163228"/>
                </a:moveTo>
                <a:cubicBezTo>
                  <a:pt x="1908514" y="181584"/>
                  <a:pt x="1923394" y="196465"/>
                  <a:pt x="1941751" y="196465"/>
                </a:cubicBezTo>
                <a:cubicBezTo>
                  <a:pt x="1960107" y="196465"/>
                  <a:pt x="1974989" y="181584"/>
                  <a:pt x="1974989" y="163228"/>
                </a:cubicBezTo>
                <a:cubicBezTo>
                  <a:pt x="1974989" y="144871"/>
                  <a:pt x="1960107" y="129990"/>
                  <a:pt x="1941751" y="129990"/>
                </a:cubicBezTo>
                <a:cubicBezTo>
                  <a:pt x="1923394" y="129990"/>
                  <a:pt x="1908514" y="144871"/>
                  <a:pt x="1908514" y="163228"/>
                </a:cubicBezTo>
                <a:moveTo>
                  <a:pt x="2051090" y="138864"/>
                </a:moveTo>
                <a:cubicBezTo>
                  <a:pt x="2051090" y="157221"/>
                  <a:pt x="2065971" y="172102"/>
                  <a:pt x="2084327" y="172102"/>
                </a:cubicBezTo>
                <a:cubicBezTo>
                  <a:pt x="2102684" y="172102"/>
                  <a:pt x="2117565" y="157221"/>
                  <a:pt x="2117565" y="138864"/>
                </a:cubicBezTo>
                <a:cubicBezTo>
                  <a:pt x="2117565" y="120508"/>
                  <a:pt x="2102684" y="105627"/>
                  <a:pt x="2084327" y="105627"/>
                </a:cubicBezTo>
                <a:cubicBezTo>
                  <a:pt x="2065971" y="105627"/>
                  <a:pt x="2051090" y="120508"/>
                  <a:pt x="2051090" y="138864"/>
                </a:cubicBezTo>
                <a:moveTo>
                  <a:pt x="2169031" y="115775"/>
                </a:moveTo>
                <a:cubicBezTo>
                  <a:pt x="2169031" y="134131"/>
                  <a:pt x="2183912" y="149012"/>
                  <a:pt x="2202268" y="149012"/>
                </a:cubicBezTo>
                <a:cubicBezTo>
                  <a:pt x="2220625" y="149012"/>
                  <a:pt x="2235506" y="134131"/>
                  <a:pt x="2235506" y="115775"/>
                </a:cubicBezTo>
                <a:cubicBezTo>
                  <a:pt x="2235506" y="97418"/>
                  <a:pt x="2220625" y="82537"/>
                  <a:pt x="2202268" y="82537"/>
                </a:cubicBezTo>
                <a:cubicBezTo>
                  <a:pt x="2183912" y="82537"/>
                  <a:pt x="2169031" y="97418"/>
                  <a:pt x="2169031" y="115775"/>
                </a:cubicBezTo>
                <a:moveTo>
                  <a:pt x="2304134" y="93117"/>
                </a:moveTo>
                <a:cubicBezTo>
                  <a:pt x="2304134" y="111474"/>
                  <a:pt x="2319015" y="126354"/>
                  <a:pt x="2337372" y="126354"/>
                </a:cubicBezTo>
                <a:cubicBezTo>
                  <a:pt x="2355729" y="126354"/>
                  <a:pt x="2370610" y="111474"/>
                  <a:pt x="2370610" y="93117"/>
                </a:cubicBezTo>
                <a:cubicBezTo>
                  <a:pt x="2370610" y="74760"/>
                  <a:pt x="2355729" y="59879"/>
                  <a:pt x="2337372" y="59879"/>
                </a:cubicBezTo>
                <a:cubicBezTo>
                  <a:pt x="2319015" y="59879"/>
                  <a:pt x="2304134" y="74760"/>
                  <a:pt x="2304134" y="93117"/>
                </a:cubicBezTo>
                <a:moveTo>
                  <a:pt x="2417126" y="88004"/>
                </a:moveTo>
                <a:cubicBezTo>
                  <a:pt x="2417126" y="106361"/>
                  <a:pt x="2432007" y="121242"/>
                  <a:pt x="2450363" y="121242"/>
                </a:cubicBezTo>
                <a:cubicBezTo>
                  <a:pt x="2468720" y="121242"/>
                  <a:pt x="2483601" y="106361"/>
                  <a:pt x="2483601" y="88004"/>
                </a:cubicBezTo>
                <a:cubicBezTo>
                  <a:pt x="2483601" y="69648"/>
                  <a:pt x="2468720" y="54767"/>
                  <a:pt x="2450363" y="54767"/>
                </a:cubicBezTo>
                <a:cubicBezTo>
                  <a:pt x="2432007" y="54767"/>
                  <a:pt x="2417126" y="69648"/>
                  <a:pt x="2417126" y="88004"/>
                </a:cubicBezTo>
                <a:moveTo>
                  <a:pt x="2559647" y="68158"/>
                </a:moveTo>
                <a:cubicBezTo>
                  <a:pt x="2559647" y="86514"/>
                  <a:pt x="2574528" y="101395"/>
                  <a:pt x="2592885" y="101395"/>
                </a:cubicBezTo>
                <a:cubicBezTo>
                  <a:pt x="2611241" y="101395"/>
                  <a:pt x="2626122" y="86514"/>
                  <a:pt x="2626122" y="68158"/>
                </a:cubicBezTo>
                <a:cubicBezTo>
                  <a:pt x="2626122" y="49801"/>
                  <a:pt x="2611241" y="34920"/>
                  <a:pt x="2592885" y="34920"/>
                </a:cubicBezTo>
                <a:cubicBezTo>
                  <a:pt x="2574528" y="34920"/>
                  <a:pt x="2559647" y="49801"/>
                  <a:pt x="2559647" y="68158"/>
                </a:cubicBezTo>
                <a:moveTo>
                  <a:pt x="2672727" y="54786"/>
                </a:moveTo>
                <a:cubicBezTo>
                  <a:pt x="2672727" y="73143"/>
                  <a:pt x="2687609" y="88023"/>
                  <a:pt x="2705965" y="88023"/>
                </a:cubicBezTo>
                <a:cubicBezTo>
                  <a:pt x="2724322" y="88023"/>
                  <a:pt x="2739203" y="73143"/>
                  <a:pt x="2739203" y="54786"/>
                </a:cubicBezTo>
                <a:cubicBezTo>
                  <a:pt x="2739203" y="36429"/>
                  <a:pt x="2724322" y="21548"/>
                  <a:pt x="2705965" y="21548"/>
                </a:cubicBezTo>
                <a:cubicBezTo>
                  <a:pt x="2687609" y="21548"/>
                  <a:pt x="2672727" y="36429"/>
                  <a:pt x="2672727" y="54786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8D8D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14696-D89E-4B03-BE80-3F5950C5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943238"/>
            <a:ext cx="2807795" cy="944366"/>
          </a:xfrm>
          <a:custGeom xmlns:a="http://schemas.openxmlformats.org/drawingml/2006/main">
            <a:pathLst>
              <a:path w="2807795" h="944366" fill="none">
                <a:moveTo>
                  <a:pt x="0" y="944366"/>
                </a:moveTo>
                <a:lnTo>
                  <a:pt x="125972" y="878123"/>
                </a:lnTo>
                <a:lnTo>
                  <a:pt x="256820" y="797699"/>
                </a:lnTo>
                <a:lnTo>
                  <a:pt x="364594" y="747662"/>
                </a:lnTo>
                <a:lnTo>
                  <a:pt x="504257" y="692711"/>
                </a:lnTo>
                <a:lnTo>
                  <a:pt x="614446" y="651823"/>
                </a:lnTo>
                <a:lnTo>
                  <a:pt x="769626" y="580659"/>
                </a:lnTo>
                <a:lnTo>
                  <a:pt x="890079" y="528231"/>
                </a:lnTo>
                <a:lnTo>
                  <a:pt x="1002990" y="474642"/>
                </a:lnTo>
                <a:lnTo>
                  <a:pt x="1132309" y="426869"/>
                </a:lnTo>
                <a:lnTo>
                  <a:pt x="1277565" y="383814"/>
                </a:lnTo>
                <a:lnTo>
                  <a:pt x="1392633" y="348997"/>
                </a:lnTo>
                <a:lnTo>
                  <a:pt x="1532657" y="303172"/>
                </a:lnTo>
                <a:lnTo>
                  <a:pt x="1648158" y="268690"/>
                </a:lnTo>
                <a:lnTo>
                  <a:pt x="1790589" y="227582"/>
                </a:lnTo>
                <a:lnTo>
                  <a:pt x="1908513" y="198679"/>
                </a:lnTo>
                <a:lnTo>
                  <a:pt x="2051090" y="170840"/>
                </a:lnTo>
                <a:lnTo>
                  <a:pt x="2169031" y="132234"/>
                </a:lnTo>
                <a:lnTo>
                  <a:pt x="2304134" y="92738"/>
                </a:lnTo>
                <a:lnTo>
                  <a:pt x="2417126" y="70650"/>
                </a:lnTo>
                <a:lnTo>
                  <a:pt x="2559647" y="33295"/>
                </a:lnTo>
                <a:lnTo>
                  <a:pt x="2672727" y="13378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AAAAAA"/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128350-6B3F-449F-A5E9-017D1D7C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910000"/>
            <a:ext cx="2874271" cy="1010841"/>
          </a:xfrm>
          <a:custGeom xmlns:a="http://schemas.openxmlformats.org/drawingml/2006/main">
            <a:pathLst>
              <a:path w="2874271" h="1010841">
                <a:moveTo>
                  <a:pt x="0" y="977603"/>
                </a:moveTo>
                <a:cubicBezTo>
                  <a:pt x="0" y="995960"/>
                  <a:pt x="14881" y="1010841"/>
                  <a:pt x="33238" y="1010841"/>
                </a:cubicBezTo>
                <a:cubicBezTo>
                  <a:pt x="51594" y="1010841"/>
                  <a:pt x="66475" y="995960"/>
                  <a:pt x="66475" y="977603"/>
                </a:cubicBezTo>
                <a:cubicBezTo>
                  <a:pt x="66475" y="959247"/>
                  <a:pt x="51594" y="944366"/>
                  <a:pt x="33238" y="944366"/>
                </a:cubicBezTo>
                <a:cubicBezTo>
                  <a:pt x="14881" y="944366"/>
                  <a:pt x="0" y="959247"/>
                  <a:pt x="0" y="977603"/>
                </a:cubicBezTo>
                <a:moveTo>
                  <a:pt x="125972" y="911361"/>
                </a:moveTo>
                <a:cubicBezTo>
                  <a:pt x="125972" y="929717"/>
                  <a:pt x="140853" y="944598"/>
                  <a:pt x="159210" y="944598"/>
                </a:cubicBezTo>
                <a:cubicBezTo>
                  <a:pt x="177567" y="944598"/>
                  <a:pt x="192448" y="929717"/>
                  <a:pt x="192448" y="911361"/>
                </a:cubicBezTo>
                <a:cubicBezTo>
                  <a:pt x="192448" y="893004"/>
                  <a:pt x="177567" y="878123"/>
                  <a:pt x="159210" y="878123"/>
                </a:cubicBezTo>
                <a:cubicBezTo>
                  <a:pt x="140853" y="878123"/>
                  <a:pt x="125972" y="893004"/>
                  <a:pt x="125972" y="911361"/>
                </a:cubicBezTo>
                <a:moveTo>
                  <a:pt x="256820" y="830937"/>
                </a:moveTo>
                <a:cubicBezTo>
                  <a:pt x="256820" y="849294"/>
                  <a:pt x="271701" y="864175"/>
                  <a:pt x="290058" y="864175"/>
                </a:cubicBezTo>
                <a:cubicBezTo>
                  <a:pt x="308415" y="864175"/>
                  <a:pt x="323295" y="849294"/>
                  <a:pt x="323295" y="830937"/>
                </a:cubicBezTo>
                <a:cubicBezTo>
                  <a:pt x="323295" y="812581"/>
                  <a:pt x="308415" y="797699"/>
                  <a:pt x="290058" y="797699"/>
                </a:cubicBezTo>
                <a:cubicBezTo>
                  <a:pt x="271701" y="797699"/>
                  <a:pt x="256820" y="812581"/>
                  <a:pt x="256820" y="830937"/>
                </a:cubicBezTo>
                <a:moveTo>
                  <a:pt x="364594" y="780900"/>
                </a:moveTo>
                <a:cubicBezTo>
                  <a:pt x="364594" y="799256"/>
                  <a:pt x="379475" y="814138"/>
                  <a:pt x="397832" y="814138"/>
                </a:cubicBezTo>
                <a:cubicBezTo>
                  <a:pt x="416188" y="814138"/>
                  <a:pt x="431069" y="799256"/>
                  <a:pt x="431069" y="780900"/>
                </a:cubicBezTo>
                <a:cubicBezTo>
                  <a:pt x="431069" y="762543"/>
                  <a:pt x="416188" y="747663"/>
                  <a:pt x="397832" y="747663"/>
                </a:cubicBezTo>
                <a:cubicBezTo>
                  <a:pt x="379475" y="747663"/>
                  <a:pt x="364594" y="762543"/>
                  <a:pt x="364594" y="780900"/>
                </a:cubicBezTo>
                <a:moveTo>
                  <a:pt x="504257" y="725949"/>
                </a:moveTo>
                <a:cubicBezTo>
                  <a:pt x="504257" y="744306"/>
                  <a:pt x="519138" y="759187"/>
                  <a:pt x="537495" y="759187"/>
                </a:cubicBezTo>
                <a:cubicBezTo>
                  <a:pt x="555851" y="759187"/>
                  <a:pt x="570732" y="744306"/>
                  <a:pt x="570732" y="725949"/>
                </a:cubicBezTo>
                <a:cubicBezTo>
                  <a:pt x="570732" y="707593"/>
                  <a:pt x="555851" y="692711"/>
                  <a:pt x="537495" y="692711"/>
                </a:cubicBezTo>
                <a:cubicBezTo>
                  <a:pt x="519138" y="692711"/>
                  <a:pt x="504257" y="707593"/>
                  <a:pt x="504257" y="725949"/>
                </a:cubicBezTo>
                <a:moveTo>
                  <a:pt x="614446" y="685061"/>
                </a:moveTo>
                <a:cubicBezTo>
                  <a:pt x="614446" y="703417"/>
                  <a:pt x="629327" y="718298"/>
                  <a:pt x="647684" y="718298"/>
                </a:cubicBezTo>
                <a:cubicBezTo>
                  <a:pt x="666040" y="718298"/>
                  <a:pt x="680921" y="703417"/>
                  <a:pt x="680921" y="685061"/>
                </a:cubicBezTo>
                <a:cubicBezTo>
                  <a:pt x="680921" y="666704"/>
                  <a:pt x="666040" y="651823"/>
                  <a:pt x="647684" y="651823"/>
                </a:cubicBezTo>
                <a:cubicBezTo>
                  <a:pt x="629327" y="651823"/>
                  <a:pt x="614446" y="666704"/>
                  <a:pt x="614446" y="685061"/>
                </a:cubicBezTo>
                <a:moveTo>
                  <a:pt x="769626" y="613896"/>
                </a:moveTo>
                <a:cubicBezTo>
                  <a:pt x="769626" y="632253"/>
                  <a:pt x="784506" y="647134"/>
                  <a:pt x="802863" y="647134"/>
                </a:cubicBezTo>
                <a:cubicBezTo>
                  <a:pt x="821220" y="647134"/>
                  <a:pt x="836101" y="632253"/>
                  <a:pt x="836101" y="613896"/>
                </a:cubicBezTo>
                <a:cubicBezTo>
                  <a:pt x="836101" y="595539"/>
                  <a:pt x="821220" y="580659"/>
                  <a:pt x="802863" y="580659"/>
                </a:cubicBezTo>
                <a:cubicBezTo>
                  <a:pt x="784506" y="580659"/>
                  <a:pt x="769626" y="595539"/>
                  <a:pt x="769626" y="613896"/>
                </a:cubicBezTo>
                <a:moveTo>
                  <a:pt x="890079" y="561469"/>
                </a:moveTo>
                <a:cubicBezTo>
                  <a:pt x="890079" y="579825"/>
                  <a:pt x="904960" y="594706"/>
                  <a:pt x="923317" y="594706"/>
                </a:cubicBezTo>
                <a:cubicBezTo>
                  <a:pt x="941673" y="594706"/>
                  <a:pt x="956554" y="579825"/>
                  <a:pt x="956554" y="561469"/>
                </a:cubicBezTo>
                <a:cubicBezTo>
                  <a:pt x="956554" y="543112"/>
                  <a:pt x="941673" y="528231"/>
                  <a:pt x="923317" y="528231"/>
                </a:cubicBezTo>
                <a:cubicBezTo>
                  <a:pt x="904960" y="528231"/>
                  <a:pt x="890079" y="543112"/>
                  <a:pt x="890079" y="561469"/>
                </a:cubicBezTo>
                <a:moveTo>
                  <a:pt x="1002990" y="507879"/>
                </a:moveTo>
                <a:cubicBezTo>
                  <a:pt x="1002990" y="526236"/>
                  <a:pt x="1017871" y="541117"/>
                  <a:pt x="1036227" y="541117"/>
                </a:cubicBezTo>
                <a:cubicBezTo>
                  <a:pt x="1054584" y="541117"/>
                  <a:pt x="1069465" y="526236"/>
                  <a:pt x="1069465" y="507879"/>
                </a:cubicBezTo>
                <a:cubicBezTo>
                  <a:pt x="1069465" y="489523"/>
                  <a:pt x="1054584" y="474642"/>
                  <a:pt x="1036227" y="474642"/>
                </a:cubicBezTo>
                <a:cubicBezTo>
                  <a:pt x="1017871" y="474642"/>
                  <a:pt x="1002990" y="489523"/>
                  <a:pt x="1002990" y="507879"/>
                </a:cubicBezTo>
                <a:moveTo>
                  <a:pt x="1132309" y="460107"/>
                </a:moveTo>
                <a:cubicBezTo>
                  <a:pt x="1132309" y="478464"/>
                  <a:pt x="1147190" y="493345"/>
                  <a:pt x="1165547" y="493345"/>
                </a:cubicBezTo>
                <a:cubicBezTo>
                  <a:pt x="1183903" y="493345"/>
                  <a:pt x="1198784" y="478464"/>
                  <a:pt x="1198784" y="460107"/>
                </a:cubicBezTo>
                <a:cubicBezTo>
                  <a:pt x="1198784" y="441750"/>
                  <a:pt x="1183903" y="426869"/>
                  <a:pt x="1165547" y="426869"/>
                </a:cubicBezTo>
                <a:cubicBezTo>
                  <a:pt x="1147190" y="426869"/>
                  <a:pt x="1132309" y="441750"/>
                  <a:pt x="1132309" y="460107"/>
                </a:cubicBezTo>
                <a:moveTo>
                  <a:pt x="1277565" y="417052"/>
                </a:moveTo>
                <a:cubicBezTo>
                  <a:pt x="1277565" y="435409"/>
                  <a:pt x="1292446" y="450290"/>
                  <a:pt x="1310802" y="450290"/>
                </a:cubicBezTo>
                <a:cubicBezTo>
                  <a:pt x="1329159" y="450290"/>
                  <a:pt x="1344040" y="435409"/>
                  <a:pt x="1344040" y="417052"/>
                </a:cubicBezTo>
                <a:cubicBezTo>
                  <a:pt x="1344040" y="398696"/>
                  <a:pt x="1329159" y="383815"/>
                  <a:pt x="1310802" y="383815"/>
                </a:cubicBezTo>
                <a:cubicBezTo>
                  <a:pt x="1292446" y="383815"/>
                  <a:pt x="1277565" y="398696"/>
                  <a:pt x="1277565" y="417052"/>
                </a:cubicBezTo>
                <a:moveTo>
                  <a:pt x="1392633" y="382234"/>
                </a:moveTo>
                <a:cubicBezTo>
                  <a:pt x="1392633" y="400591"/>
                  <a:pt x="1407514" y="415472"/>
                  <a:pt x="1425870" y="415472"/>
                </a:cubicBezTo>
                <a:cubicBezTo>
                  <a:pt x="1444227" y="415472"/>
                  <a:pt x="1459108" y="400591"/>
                  <a:pt x="1459108" y="382234"/>
                </a:cubicBezTo>
                <a:cubicBezTo>
                  <a:pt x="1459108" y="363878"/>
                  <a:pt x="1444227" y="348997"/>
                  <a:pt x="1425870" y="348997"/>
                </a:cubicBezTo>
                <a:cubicBezTo>
                  <a:pt x="1407514" y="348997"/>
                  <a:pt x="1392633" y="363878"/>
                  <a:pt x="1392633" y="382234"/>
                </a:cubicBezTo>
                <a:moveTo>
                  <a:pt x="1532657" y="336410"/>
                </a:moveTo>
                <a:cubicBezTo>
                  <a:pt x="1532657" y="354766"/>
                  <a:pt x="1547538" y="369647"/>
                  <a:pt x="1565895" y="369647"/>
                </a:cubicBezTo>
                <a:cubicBezTo>
                  <a:pt x="1584252" y="369647"/>
                  <a:pt x="1599132" y="354766"/>
                  <a:pt x="1599132" y="336410"/>
                </a:cubicBezTo>
                <a:cubicBezTo>
                  <a:pt x="1599132" y="318053"/>
                  <a:pt x="1584252" y="303172"/>
                  <a:pt x="1565895" y="303172"/>
                </a:cubicBezTo>
                <a:cubicBezTo>
                  <a:pt x="1547538" y="303172"/>
                  <a:pt x="1532657" y="318053"/>
                  <a:pt x="1532657" y="336410"/>
                </a:cubicBezTo>
                <a:moveTo>
                  <a:pt x="1648158" y="301928"/>
                </a:moveTo>
                <a:cubicBezTo>
                  <a:pt x="1648158" y="320285"/>
                  <a:pt x="1663039" y="335166"/>
                  <a:pt x="1681396" y="335166"/>
                </a:cubicBezTo>
                <a:cubicBezTo>
                  <a:pt x="1699752" y="335166"/>
                  <a:pt x="1714633" y="320285"/>
                  <a:pt x="1714633" y="301928"/>
                </a:cubicBezTo>
                <a:cubicBezTo>
                  <a:pt x="1714633" y="283571"/>
                  <a:pt x="1699752" y="268690"/>
                  <a:pt x="1681396" y="268690"/>
                </a:cubicBezTo>
                <a:cubicBezTo>
                  <a:pt x="1663039" y="268690"/>
                  <a:pt x="1648158" y="283571"/>
                  <a:pt x="1648158" y="301928"/>
                </a:cubicBezTo>
                <a:moveTo>
                  <a:pt x="1790589" y="260820"/>
                </a:moveTo>
                <a:cubicBezTo>
                  <a:pt x="1790589" y="279177"/>
                  <a:pt x="1805470" y="294057"/>
                  <a:pt x="1823827" y="294057"/>
                </a:cubicBezTo>
                <a:cubicBezTo>
                  <a:pt x="1842183" y="294057"/>
                  <a:pt x="1857064" y="279177"/>
                  <a:pt x="1857064" y="260820"/>
                </a:cubicBezTo>
                <a:cubicBezTo>
                  <a:pt x="1857064" y="242463"/>
                  <a:pt x="1842183" y="227582"/>
                  <a:pt x="1823827" y="227582"/>
                </a:cubicBezTo>
                <a:cubicBezTo>
                  <a:pt x="1805470" y="227582"/>
                  <a:pt x="1790589" y="242463"/>
                  <a:pt x="1790589" y="260820"/>
                </a:cubicBezTo>
                <a:moveTo>
                  <a:pt x="1908513" y="231917"/>
                </a:moveTo>
                <a:cubicBezTo>
                  <a:pt x="1908513" y="250274"/>
                  <a:pt x="1923394" y="265155"/>
                  <a:pt x="1941751" y="265155"/>
                </a:cubicBezTo>
                <a:cubicBezTo>
                  <a:pt x="1960107" y="265155"/>
                  <a:pt x="1974988" y="250274"/>
                  <a:pt x="1974988" y="231917"/>
                </a:cubicBezTo>
                <a:cubicBezTo>
                  <a:pt x="1974988" y="213560"/>
                  <a:pt x="1960107" y="198680"/>
                  <a:pt x="1941751" y="198680"/>
                </a:cubicBezTo>
                <a:cubicBezTo>
                  <a:pt x="1923394" y="198680"/>
                  <a:pt x="1908513" y="213560"/>
                  <a:pt x="1908513" y="231917"/>
                </a:cubicBezTo>
                <a:moveTo>
                  <a:pt x="2051090" y="204078"/>
                </a:moveTo>
                <a:cubicBezTo>
                  <a:pt x="2051090" y="222435"/>
                  <a:pt x="2065971" y="237316"/>
                  <a:pt x="2084327" y="237316"/>
                </a:cubicBezTo>
                <a:cubicBezTo>
                  <a:pt x="2102684" y="237316"/>
                  <a:pt x="2117565" y="222435"/>
                  <a:pt x="2117565" y="204078"/>
                </a:cubicBezTo>
                <a:cubicBezTo>
                  <a:pt x="2117565" y="185722"/>
                  <a:pt x="2102684" y="170840"/>
                  <a:pt x="2084327" y="170840"/>
                </a:cubicBezTo>
                <a:cubicBezTo>
                  <a:pt x="2065971" y="170840"/>
                  <a:pt x="2051090" y="185722"/>
                  <a:pt x="2051090" y="204078"/>
                </a:cubicBezTo>
                <a:moveTo>
                  <a:pt x="2169031" y="165472"/>
                </a:moveTo>
                <a:cubicBezTo>
                  <a:pt x="2169031" y="183828"/>
                  <a:pt x="2183912" y="198709"/>
                  <a:pt x="2202268" y="198709"/>
                </a:cubicBezTo>
                <a:cubicBezTo>
                  <a:pt x="2220625" y="198709"/>
                  <a:pt x="2235506" y="183828"/>
                  <a:pt x="2235506" y="165472"/>
                </a:cubicBezTo>
                <a:cubicBezTo>
                  <a:pt x="2235506" y="147115"/>
                  <a:pt x="2220625" y="132234"/>
                  <a:pt x="2202268" y="132234"/>
                </a:cubicBezTo>
                <a:cubicBezTo>
                  <a:pt x="2183912" y="132234"/>
                  <a:pt x="2169031" y="147115"/>
                  <a:pt x="2169031" y="165472"/>
                </a:cubicBezTo>
                <a:moveTo>
                  <a:pt x="2304134" y="125975"/>
                </a:moveTo>
                <a:cubicBezTo>
                  <a:pt x="2304134" y="144332"/>
                  <a:pt x="2319015" y="159213"/>
                  <a:pt x="2337372" y="159213"/>
                </a:cubicBezTo>
                <a:cubicBezTo>
                  <a:pt x="2355728" y="159213"/>
                  <a:pt x="2370609" y="144332"/>
                  <a:pt x="2370609" y="125975"/>
                </a:cubicBezTo>
                <a:cubicBezTo>
                  <a:pt x="2370609" y="107619"/>
                  <a:pt x="2355728" y="92738"/>
                  <a:pt x="2337372" y="92738"/>
                </a:cubicBezTo>
                <a:cubicBezTo>
                  <a:pt x="2319015" y="92738"/>
                  <a:pt x="2304134" y="107619"/>
                  <a:pt x="2304134" y="125975"/>
                </a:cubicBezTo>
                <a:moveTo>
                  <a:pt x="2417126" y="103888"/>
                </a:moveTo>
                <a:cubicBezTo>
                  <a:pt x="2417126" y="122244"/>
                  <a:pt x="2432007" y="137125"/>
                  <a:pt x="2450363" y="137125"/>
                </a:cubicBezTo>
                <a:cubicBezTo>
                  <a:pt x="2468720" y="137125"/>
                  <a:pt x="2483601" y="122244"/>
                  <a:pt x="2483601" y="103888"/>
                </a:cubicBezTo>
                <a:cubicBezTo>
                  <a:pt x="2483601" y="85531"/>
                  <a:pt x="2468720" y="70650"/>
                  <a:pt x="2450363" y="70650"/>
                </a:cubicBezTo>
                <a:cubicBezTo>
                  <a:pt x="2432007" y="70650"/>
                  <a:pt x="2417126" y="85531"/>
                  <a:pt x="2417126" y="103888"/>
                </a:cubicBezTo>
                <a:moveTo>
                  <a:pt x="2559647" y="66533"/>
                </a:moveTo>
                <a:cubicBezTo>
                  <a:pt x="2559647" y="84890"/>
                  <a:pt x="2574528" y="99771"/>
                  <a:pt x="2592885" y="99771"/>
                </a:cubicBezTo>
                <a:cubicBezTo>
                  <a:pt x="2611241" y="99771"/>
                  <a:pt x="2626122" y="84890"/>
                  <a:pt x="2626122" y="66533"/>
                </a:cubicBezTo>
                <a:cubicBezTo>
                  <a:pt x="2626122" y="48176"/>
                  <a:pt x="2611241" y="33295"/>
                  <a:pt x="2592885" y="33295"/>
                </a:cubicBezTo>
                <a:cubicBezTo>
                  <a:pt x="2574528" y="33295"/>
                  <a:pt x="2559647" y="48176"/>
                  <a:pt x="2559647" y="66533"/>
                </a:cubicBezTo>
                <a:moveTo>
                  <a:pt x="2672727" y="46616"/>
                </a:moveTo>
                <a:cubicBezTo>
                  <a:pt x="2672727" y="64972"/>
                  <a:pt x="2687608" y="79853"/>
                  <a:pt x="2705965" y="79853"/>
                </a:cubicBezTo>
                <a:cubicBezTo>
                  <a:pt x="2724322" y="79853"/>
                  <a:pt x="2739203" y="64972"/>
                  <a:pt x="2739203" y="46616"/>
                </a:cubicBezTo>
                <a:cubicBezTo>
                  <a:pt x="2739203" y="28259"/>
                  <a:pt x="2724322" y="13378"/>
                  <a:pt x="2705965" y="13378"/>
                </a:cubicBezTo>
                <a:cubicBezTo>
                  <a:pt x="2687608" y="13378"/>
                  <a:pt x="2672727" y="28259"/>
                  <a:pt x="2672727" y="46616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AA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3B3C8-9D56-47DD-ACDB-F76DE7FC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643984"/>
            <a:ext cx="2807795" cy="611715"/>
          </a:xfrm>
          <a:custGeom xmlns:a="http://schemas.openxmlformats.org/drawingml/2006/main">
            <a:pathLst>
              <a:path w="2807795" h="611715" fill="none">
                <a:moveTo>
                  <a:pt x="0" y="611715"/>
                </a:moveTo>
                <a:lnTo>
                  <a:pt x="125972" y="583299"/>
                </a:lnTo>
                <a:lnTo>
                  <a:pt x="256820" y="530492"/>
                </a:lnTo>
                <a:lnTo>
                  <a:pt x="364594" y="505982"/>
                </a:lnTo>
                <a:lnTo>
                  <a:pt x="504257" y="464599"/>
                </a:lnTo>
                <a:lnTo>
                  <a:pt x="614446" y="427607"/>
                </a:lnTo>
                <a:lnTo>
                  <a:pt x="769625" y="386341"/>
                </a:lnTo>
                <a:lnTo>
                  <a:pt x="890079" y="354208"/>
                </a:lnTo>
                <a:lnTo>
                  <a:pt x="1002990" y="288022"/>
                </a:lnTo>
                <a:lnTo>
                  <a:pt x="1132309" y="276020"/>
                </a:lnTo>
                <a:lnTo>
                  <a:pt x="1277565" y="236753"/>
                </a:lnTo>
                <a:lnTo>
                  <a:pt x="1392633" y="212094"/>
                </a:lnTo>
                <a:lnTo>
                  <a:pt x="1532658" y="186806"/>
                </a:lnTo>
                <a:lnTo>
                  <a:pt x="1648158" y="156196"/>
                </a:lnTo>
                <a:lnTo>
                  <a:pt x="1790589" y="125936"/>
                </a:lnTo>
                <a:lnTo>
                  <a:pt x="1908513" y="93083"/>
                </a:lnTo>
                <a:lnTo>
                  <a:pt x="2051090" y="83370"/>
                </a:lnTo>
                <a:lnTo>
                  <a:pt x="2169030" y="64770"/>
                </a:lnTo>
                <a:lnTo>
                  <a:pt x="2304134" y="50050"/>
                </a:lnTo>
                <a:lnTo>
                  <a:pt x="2417126" y="32269"/>
                </a:lnTo>
                <a:lnTo>
                  <a:pt x="2559647" y="13684"/>
                </a:lnTo>
                <a:lnTo>
                  <a:pt x="2672727" y="2688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AAAAAA"/>
            </a:solidFill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CBD2C7-F3BD-46AD-BBC1-AEB50308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610746"/>
            <a:ext cx="2874271" cy="678190"/>
          </a:xfrm>
          <a:custGeom xmlns:a="http://schemas.openxmlformats.org/drawingml/2006/main">
            <a:pathLst>
              <a:path w="2874271" h="678190">
                <a:moveTo>
                  <a:pt x="0" y="644952"/>
                </a:moveTo>
                <a:cubicBezTo>
                  <a:pt x="0" y="663309"/>
                  <a:pt x="14881" y="678190"/>
                  <a:pt x="33238" y="678190"/>
                </a:cubicBezTo>
                <a:cubicBezTo>
                  <a:pt x="51594" y="678190"/>
                  <a:pt x="66475" y="663309"/>
                  <a:pt x="66475" y="644952"/>
                </a:cubicBezTo>
                <a:cubicBezTo>
                  <a:pt x="66475" y="626595"/>
                  <a:pt x="51594" y="611715"/>
                  <a:pt x="33238" y="611715"/>
                </a:cubicBezTo>
                <a:cubicBezTo>
                  <a:pt x="14881" y="611715"/>
                  <a:pt x="0" y="626595"/>
                  <a:pt x="0" y="644952"/>
                </a:cubicBezTo>
                <a:moveTo>
                  <a:pt x="125972" y="616536"/>
                </a:moveTo>
                <a:cubicBezTo>
                  <a:pt x="125972" y="634893"/>
                  <a:pt x="140853" y="649773"/>
                  <a:pt x="159210" y="649773"/>
                </a:cubicBezTo>
                <a:cubicBezTo>
                  <a:pt x="177567" y="649773"/>
                  <a:pt x="192448" y="634893"/>
                  <a:pt x="192448" y="616536"/>
                </a:cubicBezTo>
                <a:cubicBezTo>
                  <a:pt x="192448" y="598179"/>
                  <a:pt x="177567" y="583299"/>
                  <a:pt x="159210" y="583299"/>
                </a:cubicBezTo>
                <a:cubicBezTo>
                  <a:pt x="140853" y="583299"/>
                  <a:pt x="125972" y="598179"/>
                  <a:pt x="125972" y="616536"/>
                </a:cubicBezTo>
                <a:moveTo>
                  <a:pt x="256821" y="563729"/>
                </a:moveTo>
                <a:cubicBezTo>
                  <a:pt x="256821" y="582086"/>
                  <a:pt x="271701" y="596967"/>
                  <a:pt x="290058" y="596967"/>
                </a:cubicBezTo>
                <a:cubicBezTo>
                  <a:pt x="308415" y="596967"/>
                  <a:pt x="323296" y="582086"/>
                  <a:pt x="323296" y="563729"/>
                </a:cubicBezTo>
                <a:cubicBezTo>
                  <a:pt x="323296" y="545372"/>
                  <a:pt x="308415" y="530492"/>
                  <a:pt x="290058" y="530492"/>
                </a:cubicBezTo>
                <a:cubicBezTo>
                  <a:pt x="271701" y="530492"/>
                  <a:pt x="256821" y="545372"/>
                  <a:pt x="256821" y="563729"/>
                </a:cubicBezTo>
                <a:moveTo>
                  <a:pt x="364594" y="539219"/>
                </a:moveTo>
                <a:cubicBezTo>
                  <a:pt x="364594" y="557575"/>
                  <a:pt x="379475" y="572457"/>
                  <a:pt x="397832" y="572457"/>
                </a:cubicBezTo>
                <a:cubicBezTo>
                  <a:pt x="416188" y="572457"/>
                  <a:pt x="431070" y="557575"/>
                  <a:pt x="431070" y="539219"/>
                </a:cubicBezTo>
                <a:cubicBezTo>
                  <a:pt x="431070" y="520862"/>
                  <a:pt x="416188" y="505981"/>
                  <a:pt x="397832" y="505981"/>
                </a:cubicBezTo>
                <a:cubicBezTo>
                  <a:pt x="379475" y="505981"/>
                  <a:pt x="364594" y="520862"/>
                  <a:pt x="364594" y="539219"/>
                </a:cubicBezTo>
                <a:moveTo>
                  <a:pt x="504257" y="497836"/>
                </a:moveTo>
                <a:cubicBezTo>
                  <a:pt x="504257" y="516193"/>
                  <a:pt x="519138" y="531074"/>
                  <a:pt x="537495" y="531074"/>
                </a:cubicBezTo>
                <a:cubicBezTo>
                  <a:pt x="555851" y="531074"/>
                  <a:pt x="570732" y="516193"/>
                  <a:pt x="570732" y="497836"/>
                </a:cubicBezTo>
                <a:cubicBezTo>
                  <a:pt x="570732" y="479479"/>
                  <a:pt x="555851" y="464598"/>
                  <a:pt x="537495" y="464598"/>
                </a:cubicBezTo>
                <a:cubicBezTo>
                  <a:pt x="519138" y="464598"/>
                  <a:pt x="504257" y="479479"/>
                  <a:pt x="504257" y="497836"/>
                </a:cubicBezTo>
                <a:moveTo>
                  <a:pt x="614446" y="460844"/>
                </a:moveTo>
                <a:cubicBezTo>
                  <a:pt x="614446" y="479200"/>
                  <a:pt x="629327" y="494082"/>
                  <a:pt x="647684" y="494082"/>
                </a:cubicBezTo>
                <a:cubicBezTo>
                  <a:pt x="666041" y="494082"/>
                  <a:pt x="680922" y="479200"/>
                  <a:pt x="680922" y="460844"/>
                </a:cubicBezTo>
                <a:cubicBezTo>
                  <a:pt x="680922" y="442487"/>
                  <a:pt x="666041" y="427606"/>
                  <a:pt x="647684" y="427606"/>
                </a:cubicBezTo>
                <a:cubicBezTo>
                  <a:pt x="629327" y="427606"/>
                  <a:pt x="614446" y="442487"/>
                  <a:pt x="614446" y="460844"/>
                </a:cubicBezTo>
                <a:moveTo>
                  <a:pt x="769626" y="419579"/>
                </a:moveTo>
                <a:cubicBezTo>
                  <a:pt x="769626" y="437935"/>
                  <a:pt x="784507" y="452816"/>
                  <a:pt x="802863" y="452816"/>
                </a:cubicBezTo>
                <a:cubicBezTo>
                  <a:pt x="821220" y="452816"/>
                  <a:pt x="836101" y="437935"/>
                  <a:pt x="836101" y="419579"/>
                </a:cubicBezTo>
                <a:cubicBezTo>
                  <a:pt x="836101" y="401222"/>
                  <a:pt x="821220" y="386341"/>
                  <a:pt x="802863" y="386341"/>
                </a:cubicBezTo>
                <a:cubicBezTo>
                  <a:pt x="784507" y="386341"/>
                  <a:pt x="769626" y="401222"/>
                  <a:pt x="769626" y="419579"/>
                </a:cubicBezTo>
                <a:moveTo>
                  <a:pt x="890079" y="387445"/>
                </a:moveTo>
                <a:cubicBezTo>
                  <a:pt x="890079" y="405801"/>
                  <a:pt x="904960" y="420682"/>
                  <a:pt x="923317" y="420682"/>
                </a:cubicBezTo>
                <a:cubicBezTo>
                  <a:pt x="941673" y="420682"/>
                  <a:pt x="956554" y="405801"/>
                  <a:pt x="956554" y="387445"/>
                </a:cubicBezTo>
                <a:cubicBezTo>
                  <a:pt x="956554" y="369088"/>
                  <a:pt x="941673" y="354207"/>
                  <a:pt x="923317" y="354207"/>
                </a:cubicBezTo>
                <a:cubicBezTo>
                  <a:pt x="904960" y="354207"/>
                  <a:pt x="890079" y="369088"/>
                  <a:pt x="890079" y="387445"/>
                </a:cubicBezTo>
                <a:moveTo>
                  <a:pt x="1002990" y="321260"/>
                </a:moveTo>
                <a:cubicBezTo>
                  <a:pt x="1002990" y="339616"/>
                  <a:pt x="1017871" y="354497"/>
                  <a:pt x="1036227" y="354497"/>
                </a:cubicBezTo>
                <a:cubicBezTo>
                  <a:pt x="1054584" y="354497"/>
                  <a:pt x="1069465" y="339616"/>
                  <a:pt x="1069465" y="321260"/>
                </a:cubicBezTo>
                <a:cubicBezTo>
                  <a:pt x="1069465" y="302903"/>
                  <a:pt x="1054584" y="288022"/>
                  <a:pt x="1036227" y="288022"/>
                </a:cubicBezTo>
                <a:cubicBezTo>
                  <a:pt x="1017871" y="288022"/>
                  <a:pt x="1002990" y="302903"/>
                  <a:pt x="1002990" y="321260"/>
                </a:cubicBezTo>
                <a:moveTo>
                  <a:pt x="1132309" y="309258"/>
                </a:moveTo>
                <a:cubicBezTo>
                  <a:pt x="1132309" y="327614"/>
                  <a:pt x="1147190" y="342495"/>
                  <a:pt x="1165547" y="342495"/>
                </a:cubicBezTo>
                <a:cubicBezTo>
                  <a:pt x="1183904" y="342495"/>
                  <a:pt x="1198784" y="327614"/>
                  <a:pt x="1198784" y="309258"/>
                </a:cubicBezTo>
                <a:cubicBezTo>
                  <a:pt x="1198784" y="290901"/>
                  <a:pt x="1183904" y="276020"/>
                  <a:pt x="1165547" y="276020"/>
                </a:cubicBezTo>
                <a:cubicBezTo>
                  <a:pt x="1147190" y="276020"/>
                  <a:pt x="1132309" y="290901"/>
                  <a:pt x="1132309" y="309258"/>
                </a:cubicBezTo>
                <a:moveTo>
                  <a:pt x="1277565" y="269990"/>
                </a:moveTo>
                <a:cubicBezTo>
                  <a:pt x="1277565" y="288347"/>
                  <a:pt x="1292446" y="303228"/>
                  <a:pt x="1310802" y="303228"/>
                </a:cubicBezTo>
                <a:cubicBezTo>
                  <a:pt x="1329159" y="303228"/>
                  <a:pt x="1344040" y="288347"/>
                  <a:pt x="1344040" y="269990"/>
                </a:cubicBezTo>
                <a:cubicBezTo>
                  <a:pt x="1344040" y="251634"/>
                  <a:pt x="1329159" y="236753"/>
                  <a:pt x="1310802" y="236753"/>
                </a:cubicBezTo>
                <a:cubicBezTo>
                  <a:pt x="1292446" y="236753"/>
                  <a:pt x="1277565" y="251634"/>
                  <a:pt x="1277565" y="269990"/>
                </a:cubicBezTo>
                <a:moveTo>
                  <a:pt x="1392633" y="245331"/>
                </a:moveTo>
                <a:cubicBezTo>
                  <a:pt x="1392633" y="263688"/>
                  <a:pt x="1407514" y="278569"/>
                  <a:pt x="1425871" y="278569"/>
                </a:cubicBezTo>
                <a:cubicBezTo>
                  <a:pt x="1444227" y="278569"/>
                  <a:pt x="1459108" y="263688"/>
                  <a:pt x="1459108" y="245331"/>
                </a:cubicBezTo>
                <a:cubicBezTo>
                  <a:pt x="1459108" y="226975"/>
                  <a:pt x="1444227" y="212094"/>
                  <a:pt x="1425871" y="212094"/>
                </a:cubicBezTo>
                <a:cubicBezTo>
                  <a:pt x="1407514" y="212094"/>
                  <a:pt x="1392633" y="226975"/>
                  <a:pt x="1392633" y="245331"/>
                </a:cubicBezTo>
                <a:moveTo>
                  <a:pt x="1532658" y="220044"/>
                </a:moveTo>
                <a:cubicBezTo>
                  <a:pt x="1532658" y="238401"/>
                  <a:pt x="1547539" y="253282"/>
                  <a:pt x="1565895" y="253282"/>
                </a:cubicBezTo>
                <a:cubicBezTo>
                  <a:pt x="1584252" y="253282"/>
                  <a:pt x="1599133" y="238401"/>
                  <a:pt x="1599133" y="220044"/>
                </a:cubicBezTo>
                <a:cubicBezTo>
                  <a:pt x="1599133" y="201687"/>
                  <a:pt x="1584252" y="186806"/>
                  <a:pt x="1565895" y="186806"/>
                </a:cubicBezTo>
                <a:cubicBezTo>
                  <a:pt x="1547539" y="186806"/>
                  <a:pt x="1532658" y="201687"/>
                  <a:pt x="1532658" y="220044"/>
                </a:cubicBezTo>
                <a:moveTo>
                  <a:pt x="1648158" y="189433"/>
                </a:moveTo>
                <a:cubicBezTo>
                  <a:pt x="1648158" y="207790"/>
                  <a:pt x="1663039" y="222671"/>
                  <a:pt x="1681396" y="222671"/>
                </a:cubicBezTo>
                <a:cubicBezTo>
                  <a:pt x="1699752" y="222671"/>
                  <a:pt x="1714634" y="207790"/>
                  <a:pt x="1714634" y="189433"/>
                </a:cubicBezTo>
                <a:cubicBezTo>
                  <a:pt x="1714634" y="171077"/>
                  <a:pt x="1699752" y="156196"/>
                  <a:pt x="1681396" y="156196"/>
                </a:cubicBezTo>
                <a:cubicBezTo>
                  <a:pt x="1663039" y="156196"/>
                  <a:pt x="1648158" y="171077"/>
                  <a:pt x="1648158" y="189433"/>
                </a:cubicBezTo>
                <a:moveTo>
                  <a:pt x="1790589" y="159173"/>
                </a:moveTo>
                <a:cubicBezTo>
                  <a:pt x="1790589" y="177530"/>
                  <a:pt x="1805470" y="192411"/>
                  <a:pt x="1823827" y="192411"/>
                </a:cubicBezTo>
                <a:cubicBezTo>
                  <a:pt x="1842184" y="192411"/>
                  <a:pt x="1857064" y="177530"/>
                  <a:pt x="1857064" y="159173"/>
                </a:cubicBezTo>
                <a:cubicBezTo>
                  <a:pt x="1857064" y="140817"/>
                  <a:pt x="1842184" y="125935"/>
                  <a:pt x="1823827" y="125935"/>
                </a:cubicBezTo>
                <a:cubicBezTo>
                  <a:pt x="1805470" y="125935"/>
                  <a:pt x="1790589" y="140817"/>
                  <a:pt x="1790589" y="159173"/>
                </a:cubicBezTo>
                <a:moveTo>
                  <a:pt x="1908514" y="126320"/>
                </a:moveTo>
                <a:cubicBezTo>
                  <a:pt x="1908514" y="144677"/>
                  <a:pt x="1923394" y="159558"/>
                  <a:pt x="1941751" y="159558"/>
                </a:cubicBezTo>
                <a:cubicBezTo>
                  <a:pt x="1960107" y="159558"/>
                  <a:pt x="1974989" y="144677"/>
                  <a:pt x="1974989" y="126320"/>
                </a:cubicBezTo>
                <a:cubicBezTo>
                  <a:pt x="1974989" y="107964"/>
                  <a:pt x="1960107" y="93083"/>
                  <a:pt x="1941751" y="93083"/>
                </a:cubicBezTo>
                <a:cubicBezTo>
                  <a:pt x="1923394" y="93083"/>
                  <a:pt x="1908514" y="107964"/>
                  <a:pt x="1908514" y="126320"/>
                </a:cubicBezTo>
                <a:moveTo>
                  <a:pt x="2051090" y="116607"/>
                </a:moveTo>
                <a:cubicBezTo>
                  <a:pt x="2051090" y="134964"/>
                  <a:pt x="2065971" y="149844"/>
                  <a:pt x="2084327" y="149844"/>
                </a:cubicBezTo>
                <a:cubicBezTo>
                  <a:pt x="2102684" y="149844"/>
                  <a:pt x="2117565" y="134964"/>
                  <a:pt x="2117565" y="116607"/>
                </a:cubicBezTo>
                <a:cubicBezTo>
                  <a:pt x="2117565" y="98250"/>
                  <a:pt x="2102684" y="83369"/>
                  <a:pt x="2084327" y="83369"/>
                </a:cubicBezTo>
                <a:cubicBezTo>
                  <a:pt x="2065971" y="83369"/>
                  <a:pt x="2051090" y="98250"/>
                  <a:pt x="2051090" y="116607"/>
                </a:cubicBezTo>
                <a:moveTo>
                  <a:pt x="2169031" y="98007"/>
                </a:moveTo>
                <a:cubicBezTo>
                  <a:pt x="2169031" y="116364"/>
                  <a:pt x="2183912" y="131245"/>
                  <a:pt x="2202268" y="131245"/>
                </a:cubicBezTo>
                <a:cubicBezTo>
                  <a:pt x="2220625" y="131245"/>
                  <a:pt x="2235506" y="116364"/>
                  <a:pt x="2235506" y="98007"/>
                </a:cubicBezTo>
                <a:cubicBezTo>
                  <a:pt x="2235506" y="79651"/>
                  <a:pt x="2220625" y="64770"/>
                  <a:pt x="2202268" y="64770"/>
                </a:cubicBezTo>
                <a:cubicBezTo>
                  <a:pt x="2183912" y="64770"/>
                  <a:pt x="2169031" y="79651"/>
                  <a:pt x="2169031" y="98007"/>
                </a:cubicBezTo>
                <a:moveTo>
                  <a:pt x="2304134" y="83287"/>
                </a:moveTo>
                <a:cubicBezTo>
                  <a:pt x="2304134" y="101644"/>
                  <a:pt x="2319015" y="116525"/>
                  <a:pt x="2337372" y="116525"/>
                </a:cubicBezTo>
                <a:cubicBezTo>
                  <a:pt x="2355729" y="116525"/>
                  <a:pt x="2370610" y="101644"/>
                  <a:pt x="2370610" y="83287"/>
                </a:cubicBezTo>
                <a:cubicBezTo>
                  <a:pt x="2370610" y="64931"/>
                  <a:pt x="2355729" y="50050"/>
                  <a:pt x="2337372" y="50050"/>
                </a:cubicBezTo>
                <a:cubicBezTo>
                  <a:pt x="2319015" y="50050"/>
                  <a:pt x="2304134" y="64931"/>
                  <a:pt x="2304134" y="83287"/>
                </a:cubicBezTo>
                <a:moveTo>
                  <a:pt x="2417126" y="65506"/>
                </a:moveTo>
                <a:cubicBezTo>
                  <a:pt x="2417126" y="83863"/>
                  <a:pt x="2432007" y="98744"/>
                  <a:pt x="2450363" y="98744"/>
                </a:cubicBezTo>
                <a:cubicBezTo>
                  <a:pt x="2468720" y="98744"/>
                  <a:pt x="2483601" y="83863"/>
                  <a:pt x="2483601" y="65506"/>
                </a:cubicBezTo>
                <a:cubicBezTo>
                  <a:pt x="2483601" y="47149"/>
                  <a:pt x="2468720" y="32268"/>
                  <a:pt x="2450363" y="32268"/>
                </a:cubicBezTo>
                <a:cubicBezTo>
                  <a:pt x="2432007" y="32268"/>
                  <a:pt x="2417126" y="47149"/>
                  <a:pt x="2417126" y="65506"/>
                </a:cubicBezTo>
                <a:moveTo>
                  <a:pt x="2559647" y="46921"/>
                </a:moveTo>
                <a:cubicBezTo>
                  <a:pt x="2559647" y="65278"/>
                  <a:pt x="2574528" y="80159"/>
                  <a:pt x="2592885" y="80159"/>
                </a:cubicBezTo>
                <a:cubicBezTo>
                  <a:pt x="2611241" y="80159"/>
                  <a:pt x="2626122" y="65278"/>
                  <a:pt x="2626122" y="46921"/>
                </a:cubicBezTo>
                <a:cubicBezTo>
                  <a:pt x="2626122" y="28565"/>
                  <a:pt x="2611241" y="13684"/>
                  <a:pt x="2592885" y="13684"/>
                </a:cubicBezTo>
                <a:cubicBezTo>
                  <a:pt x="2574528" y="13684"/>
                  <a:pt x="2559647" y="28565"/>
                  <a:pt x="2559647" y="46921"/>
                </a:cubicBezTo>
                <a:moveTo>
                  <a:pt x="2672727" y="35926"/>
                </a:moveTo>
                <a:cubicBezTo>
                  <a:pt x="2672727" y="54282"/>
                  <a:pt x="2687609" y="69163"/>
                  <a:pt x="2705965" y="69163"/>
                </a:cubicBezTo>
                <a:cubicBezTo>
                  <a:pt x="2724322" y="69163"/>
                  <a:pt x="2739203" y="54282"/>
                  <a:pt x="2739203" y="35926"/>
                </a:cubicBezTo>
                <a:cubicBezTo>
                  <a:pt x="2739203" y="17569"/>
                  <a:pt x="2724322" y="2688"/>
                  <a:pt x="2705965" y="2688"/>
                </a:cubicBezTo>
                <a:cubicBezTo>
                  <a:pt x="2687609" y="2688"/>
                  <a:pt x="2672727" y="17569"/>
                  <a:pt x="2672727" y="35926"/>
                </a:cubicBezTo>
                <a:moveTo>
                  <a:pt x="2807795" y="33237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AA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1B159B-5E93-4808-AAC5-317EE66E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182341"/>
            <a:ext cx="2807795" cy="913097"/>
          </a:xfrm>
          <a:custGeom xmlns:a="http://schemas.openxmlformats.org/drawingml/2006/main">
            <a:pathLst>
              <a:path w="2807795" h="913097" fill="none">
                <a:moveTo>
                  <a:pt x="0" y="913097"/>
                </a:moveTo>
                <a:lnTo>
                  <a:pt x="125972" y="831825"/>
                </a:lnTo>
                <a:lnTo>
                  <a:pt x="256820" y="774028"/>
                </a:lnTo>
                <a:lnTo>
                  <a:pt x="364594" y="727304"/>
                </a:lnTo>
                <a:lnTo>
                  <a:pt x="504257" y="630624"/>
                </a:lnTo>
                <a:lnTo>
                  <a:pt x="614446" y="583087"/>
                </a:lnTo>
                <a:lnTo>
                  <a:pt x="769626" y="518035"/>
                </a:lnTo>
                <a:lnTo>
                  <a:pt x="890079" y="465568"/>
                </a:lnTo>
                <a:lnTo>
                  <a:pt x="1002990" y="408978"/>
                </a:lnTo>
                <a:lnTo>
                  <a:pt x="1132309" y="383442"/>
                </a:lnTo>
                <a:lnTo>
                  <a:pt x="1277565" y="350107"/>
                </a:lnTo>
                <a:lnTo>
                  <a:pt x="1392633" y="322969"/>
                </a:lnTo>
                <a:lnTo>
                  <a:pt x="1532657" y="275876"/>
                </a:lnTo>
                <a:lnTo>
                  <a:pt x="1648158" y="241173"/>
                </a:lnTo>
                <a:lnTo>
                  <a:pt x="1790589" y="198592"/>
                </a:lnTo>
                <a:lnTo>
                  <a:pt x="1908513" y="169479"/>
                </a:lnTo>
                <a:lnTo>
                  <a:pt x="2051090" y="141965"/>
                </a:lnTo>
                <a:lnTo>
                  <a:pt x="2169031" y="123973"/>
                </a:lnTo>
                <a:lnTo>
                  <a:pt x="2304134" y="89301"/>
                </a:lnTo>
                <a:lnTo>
                  <a:pt x="2417126" y="70126"/>
                </a:lnTo>
                <a:lnTo>
                  <a:pt x="2559647" y="40081"/>
                </a:lnTo>
                <a:lnTo>
                  <a:pt x="2672727" y="16156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AAAAAA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7CFD4E-A250-4E05-A629-BDE5802F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149104"/>
            <a:ext cx="2874271" cy="979572"/>
          </a:xfrm>
          <a:custGeom xmlns:a="http://schemas.openxmlformats.org/drawingml/2006/main">
            <a:pathLst>
              <a:path w="2874271" h="979572">
                <a:moveTo>
                  <a:pt x="0" y="946334"/>
                </a:moveTo>
                <a:cubicBezTo>
                  <a:pt x="0" y="964690"/>
                  <a:pt x="14881" y="979572"/>
                  <a:pt x="33238" y="979572"/>
                </a:cubicBezTo>
                <a:cubicBezTo>
                  <a:pt x="51594" y="979572"/>
                  <a:pt x="66475" y="964690"/>
                  <a:pt x="66475" y="946334"/>
                </a:cubicBezTo>
                <a:cubicBezTo>
                  <a:pt x="66475" y="927977"/>
                  <a:pt x="51594" y="913096"/>
                  <a:pt x="33238" y="913096"/>
                </a:cubicBezTo>
                <a:cubicBezTo>
                  <a:pt x="14881" y="913096"/>
                  <a:pt x="0" y="927977"/>
                  <a:pt x="0" y="946334"/>
                </a:cubicBezTo>
                <a:moveTo>
                  <a:pt x="125972" y="865062"/>
                </a:moveTo>
                <a:cubicBezTo>
                  <a:pt x="125972" y="883419"/>
                  <a:pt x="140853" y="898300"/>
                  <a:pt x="159210" y="898300"/>
                </a:cubicBezTo>
                <a:cubicBezTo>
                  <a:pt x="177567" y="898300"/>
                  <a:pt x="192448" y="883419"/>
                  <a:pt x="192448" y="865062"/>
                </a:cubicBezTo>
                <a:cubicBezTo>
                  <a:pt x="192448" y="846706"/>
                  <a:pt x="177567" y="831825"/>
                  <a:pt x="159210" y="831825"/>
                </a:cubicBezTo>
                <a:cubicBezTo>
                  <a:pt x="140853" y="831825"/>
                  <a:pt x="125972" y="846706"/>
                  <a:pt x="125972" y="865062"/>
                </a:cubicBezTo>
                <a:moveTo>
                  <a:pt x="256820" y="807265"/>
                </a:moveTo>
                <a:cubicBezTo>
                  <a:pt x="256820" y="825622"/>
                  <a:pt x="271701" y="840503"/>
                  <a:pt x="290058" y="840503"/>
                </a:cubicBezTo>
                <a:cubicBezTo>
                  <a:pt x="308415" y="840503"/>
                  <a:pt x="323295" y="825622"/>
                  <a:pt x="323295" y="807265"/>
                </a:cubicBezTo>
                <a:cubicBezTo>
                  <a:pt x="323295" y="788909"/>
                  <a:pt x="308415" y="774028"/>
                  <a:pt x="290058" y="774028"/>
                </a:cubicBezTo>
                <a:cubicBezTo>
                  <a:pt x="271701" y="774028"/>
                  <a:pt x="256820" y="788909"/>
                  <a:pt x="256820" y="807265"/>
                </a:cubicBezTo>
                <a:moveTo>
                  <a:pt x="364594" y="760541"/>
                </a:moveTo>
                <a:cubicBezTo>
                  <a:pt x="364594" y="778898"/>
                  <a:pt x="379475" y="793779"/>
                  <a:pt x="397832" y="793779"/>
                </a:cubicBezTo>
                <a:cubicBezTo>
                  <a:pt x="416188" y="793779"/>
                  <a:pt x="431069" y="778898"/>
                  <a:pt x="431069" y="760541"/>
                </a:cubicBezTo>
                <a:cubicBezTo>
                  <a:pt x="431069" y="742185"/>
                  <a:pt x="416188" y="727304"/>
                  <a:pt x="397832" y="727304"/>
                </a:cubicBezTo>
                <a:cubicBezTo>
                  <a:pt x="379475" y="727304"/>
                  <a:pt x="364594" y="742185"/>
                  <a:pt x="364594" y="760541"/>
                </a:cubicBezTo>
                <a:moveTo>
                  <a:pt x="504257" y="663862"/>
                </a:moveTo>
                <a:cubicBezTo>
                  <a:pt x="504257" y="682218"/>
                  <a:pt x="519138" y="697099"/>
                  <a:pt x="537495" y="697099"/>
                </a:cubicBezTo>
                <a:cubicBezTo>
                  <a:pt x="555851" y="697099"/>
                  <a:pt x="570732" y="682218"/>
                  <a:pt x="570732" y="663862"/>
                </a:cubicBezTo>
                <a:cubicBezTo>
                  <a:pt x="570732" y="645505"/>
                  <a:pt x="555851" y="630624"/>
                  <a:pt x="537495" y="630624"/>
                </a:cubicBezTo>
                <a:cubicBezTo>
                  <a:pt x="519138" y="630624"/>
                  <a:pt x="504257" y="645505"/>
                  <a:pt x="504257" y="663862"/>
                </a:cubicBezTo>
                <a:moveTo>
                  <a:pt x="614446" y="616325"/>
                </a:moveTo>
                <a:cubicBezTo>
                  <a:pt x="614446" y="634681"/>
                  <a:pt x="629327" y="649562"/>
                  <a:pt x="647684" y="649562"/>
                </a:cubicBezTo>
                <a:cubicBezTo>
                  <a:pt x="666040" y="649562"/>
                  <a:pt x="680921" y="634681"/>
                  <a:pt x="680921" y="616325"/>
                </a:cubicBezTo>
                <a:cubicBezTo>
                  <a:pt x="680921" y="597968"/>
                  <a:pt x="666040" y="583087"/>
                  <a:pt x="647684" y="583087"/>
                </a:cubicBezTo>
                <a:cubicBezTo>
                  <a:pt x="629327" y="583087"/>
                  <a:pt x="614446" y="597968"/>
                  <a:pt x="614446" y="616325"/>
                </a:cubicBezTo>
                <a:moveTo>
                  <a:pt x="769626" y="551272"/>
                </a:moveTo>
                <a:cubicBezTo>
                  <a:pt x="769626" y="569629"/>
                  <a:pt x="784506" y="584510"/>
                  <a:pt x="802863" y="584510"/>
                </a:cubicBezTo>
                <a:cubicBezTo>
                  <a:pt x="821220" y="584510"/>
                  <a:pt x="836101" y="569629"/>
                  <a:pt x="836101" y="551272"/>
                </a:cubicBezTo>
                <a:cubicBezTo>
                  <a:pt x="836101" y="532916"/>
                  <a:pt x="821220" y="518035"/>
                  <a:pt x="802863" y="518035"/>
                </a:cubicBezTo>
                <a:cubicBezTo>
                  <a:pt x="784506" y="518035"/>
                  <a:pt x="769626" y="532916"/>
                  <a:pt x="769626" y="551272"/>
                </a:cubicBezTo>
                <a:moveTo>
                  <a:pt x="890079" y="498806"/>
                </a:moveTo>
                <a:cubicBezTo>
                  <a:pt x="890079" y="517163"/>
                  <a:pt x="904960" y="532043"/>
                  <a:pt x="923317" y="532043"/>
                </a:cubicBezTo>
                <a:cubicBezTo>
                  <a:pt x="941673" y="532043"/>
                  <a:pt x="956554" y="517163"/>
                  <a:pt x="956554" y="498806"/>
                </a:cubicBezTo>
                <a:cubicBezTo>
                  <a:pt x="956554" y="480449"/>
                  <a:pt x="941673" y="465568"/>
                  <a:pt x="923317" y="465568"/>
                </a:cubicBezTo>
                <a:cubicBezTo>
                  <a:pt x="904960" y="465568"/>
                  <a:pt x="890079" y="480449"/>
                  <a:pt x="890079" y="498806"/>
                </a:cubicBezTo>
                <a:moveTo>
                  <a:pt x="1002990" y="442216"/>
                </a:moveTo>
                <a:cubicBezTo>
                  <a:pt x="1002990" y="460572"/>
                  <a:pt x="1017871" y="475454"/>
                  <a:pt x="1036227" y="475454"/>
                </a:cubicBezTo>
                <a:cubicBezTo>
                  <a:pt x="1054584" y="475454"/>
                  <a:pt x="1069465" y="460572"/>
                  <a:pt x="1069465" y="442216"/>
                </a:cubicBezTo>
                <a:cubicBezTo>
                  <a:pt x="1069465" y="423859"/>
                  <a:pt x="1054584" y="408978"/>
                  <a:pt x="1036227" y="408978"/>
                </a:cubicBezTo>
                <a:cubicBezTo>
                  <a:pt x="1017871" y="408978"/>
                  <a:pt x="1002990" y="423859"/>
                  <a:pt x="1002990" y="442216"/>
                </a:cubicBezTo>
                <a:moveTo>
                  <a:pt x="1132309" y="416680"/>
                </a:moveTo>
                <a:cubicBezTo>
                  <a:pt x="1132309" y="435036"/>
                  <a:pt x="1147190" y="449917"/>
                  <a:pt x="1165547" y="449917"/>
                </a:cubicBezTo>
                <a:cubicBezTo>
                  <a:pt x="1183903" y="449917"/>
                  <a:pt x="1198784" y="435036"/>
                  <a:pt x="1198784" y="416680"/>
                </a:cubicBezTo>
                <a:cubicBezTo>
                  <a:pt x="1198784" y="398323"/>
                  <a:pt x="1183903" y="383442"/>
                  <a:pt x="1165547" y="383442"/>
                </a:cubicBezTo>
                <a:cubicBezTo>
                  <a:pt x="1147190" y="383442"/>
                  <a:pt x="1132309" y="398323"/>
                  <a:pt x="1132309" y="416680"/>
                </a:cubicBezTo>
                <a:moveTo>
                  <a:pt x="1277565" y="383345"/>
                </a:moveTo>
                <a:cubicBezTo>
                  <a:pt x="1277565" y="401701"/>
                  <a:pt x="1292446" y="416582"/>
                  <a:pt x="1310802" y="416582"/>
                </a:cubicBezTo>
                <a:cubicBezTo>
                  <a:pt x="1329159" y="416582"/>
                  <a:pt x="1344040" y="401701"/>
                  <a:pt x="1344040" y="383345"/>
                </a:cubicBezTo>
                <a:cubicBezTo>
                  <a:pt x="1344040" y="364988"/>
                  <a:pt x="1329159" y="350107"/>
                  <a:pt x="1310802" y="350107"/>
                </a:cubicBezTo>
                <a:cubicBezTo>
                  <a:pt x="1292446" y="350107"/>
                  <a:pt x="1277565" y="364988"/>
                  <a:pt x="1277565" y="383345"/>
                </a:cubicBezTo>
                <a:moveTo>
                  <a:pt x="1392633" y="356206"/>
                </a:moveTo>
                <a:cubicBezTo>
                  <a:pt x="1392633" y="374563"/>
                  <a:pt x="1407514" y="389444"/>
                  <a:pt x="1425870" y="389444"/>
                </a:cubicBezTo>
                <a:cubicBezTo>
                  <a:pt x="1444227" y="389444"/>
                  <a:pt x="1459108" y="374563"/>
                  <a:pt x="1459108" y="356206"/>
                </a:cubicBezTo>
                <a:cubicBezTo>
                  <a:pt x="1459108" y="337850"/>
                  <a:pt x="1444227" y="322969"/>
                  <a:pt x="1425870" y="322969"/>
                </a:cubicBezTo>
                <a:cubicBezTo>
                  <a:pt x="1407514" y="322969"/>
                  <a:pt x="1392633" y="337850"/>
                  <a:pt x="1392633" y="356206"/>
                </a:cubicBezTo>
                <a:moveTo>
                  <a:pt x="1532657" y="309113"/>
                </a:moveTo>
                <a:cubicBezTo>
                  <a:pt x="1532657" y="327469"/>
                  <a:pt x="1547538" y="342351"/>
                  <a:pt x="1565895" y="342351"/>
                </a:cubicBezTo>
                <a:cubicBezTo>
                  <a:pt x="1584252" y="342351"/>
                  <a:pt x="1599132" y="327469"/>
                  <a:pt x="1599132" y="309113"/>
                </a:cubicBezTo>
                <a:cubicBezTo>
                  <a:pt x="1599132" y="290756"/>
                  <a:pt x="1584252" y="275875"/>
                  <a:pt x="1565895" y="275875"/>
                </a:cubicBezTo>
                <a:cubicBezTo>
                  <a:pt x="1547538" y="275875"/>
                  <a:pt x="1532657" y="290756"/>
                  <a:pt x="1532657" y="309113"/>
                </a:cubicBezTo>
                <a:moveTo>
                  <a:pt x="1648158" y="274411"/>
                </a:moveTo>
                <a:cubicBezTo>
                  <a:pt x="1648158" y="292767"/>
                  <a:pt x="1663039" y="307648"/>
                  <a:pt x="1681396" y="307648"/>
                </a:cubicBezTo>
                <a:cubicBezTo>
                  <a:pt x="1699752" y="307648"/>
                  <a:pt x="1714633" y="292767"/>
                  <a:pt x="1714633" y="274411"/>
                </a:cubicBezTo>
                <a:cubicBezTo>
                  <a:pt x="1714633" y="256054"/>
                  <a:pt x="1699752" y="241173"/>
                  <a:pt x="1681396" y="241173"/>
                </a:cubicBezTo>
                <a:cubicBezTo>
                  <a:pt x="1663039" y="241173"/>
                  <a:pt x="1648158" y="256054"/>
                  <a:pt x="1648158" y="274411"/>
                </a:cubicBezTo>
                <a:moveTo>
                  <a:pt x="1790589" y="231830"/>
                </a:moveTo>
                <a:cubicBezTo>
                  <a:pt x="1790589" y="250186"/>
                  <a:pt x="1805470" y="265067"/>
                  <a:pt x="1823827" y="265067"/>
                </a:cubicBezTo>
                <a:cubicBezTo>
                  <a:pt x="1842183" y="265067"/>
                  <a:pt x="1857064" y="250186"/>
                  <a:pt x="1857064" y="231830"/>
                </a:cubicBezTo>
                <a:cubicBezTo>
                  <a:pt x="1857064" y="213473"/>
                  <a:pt x="1842183" y="198592"/>
                  <a:pt x="1823827" y="198592"/>
                </a:cubicBezTo>
                <a:cubicBezTo>
                  <a:pt x="1805470" y="198592"/>
                  <a:pt x="1790589" y="213473"/>
                  <a:pt x="1790589" y="231830"/>
                </a:cubicBezTo>
                <a:moveTo>
                  <a:pt x="1908513" y="202717"/>
                </a:moveTo>
                <a:cubicBezTo>
                  <a:pt x="1908513" y="221073"/>
                  <a:pt x="1923394" y="235954"/>
                  <a:pt x="1941751" y="235954"/>
                </a:cubicBezTo>
                <a:cubicBezTo>
                  <a:pt x="1960107" y="235954"/>
                  <a:pt x="1974988" y="221073"/>
                  <a:pt x="1974988" y="202717"/>
                </a:cubicBezTo>
                <a:cubicBezTo>
                  <a:pt x="1974988" y="184360"/>
                  <a:pt x="1960107" y="169479"/>
                  <a:pt x="1941751" y="169479"/>
                </a:cubicBezTo>
                <a:cubicBezTo>
                  <a:pt x="1923394" y="169479"/>
                  <a:pt x="1908513" y="184360"/>
                  <a:pt x="1908513" y="202717"/>
                </a:cubicBezTo>
                <a:moveTo>
                  <a:pt x="2051090" y="175202"/>
                </a:moveTo>
                <a:cubicBezTo>
                  <a:pt x="2051090" y="193559"/>
                  <a:pt x="2065971" y="208440"/>
                  <a:pt x="2084327" y="208440"/>
                </a:cubicBezTo>
                <a:cubicBezTo>
                  <a:pt x="2102684" y="208440"/>
                  <a:pt x="2117565" y="193559"/>
                  <a:pt x="2117565" y="175202"/>
                </a:cubicBezTo>
                <a:cubicBezTo>
                  <a:pt x="2117565" y="156846"/>
                  <a:pt x="2102684" y="141964"/>
                  <a:pt x="2084327" y="141964"/>
                </a:cubicBezTo>
                <a:cubicBezTo>
                  <a:pt x="2065971" y="141964"/>
                  <a:pt x="2051090" y="156846"/>
                  <a:pt x="2051090" y="175202"/>
                </a:cubicBezTo>
                <a:moveTo>
                  <a:pt x="2169031" y="157211"/>
                </a:moveTo>
                <a:cubicBezTo>
                  <a:pt x="2169031" y="175567"/>
                  <a:pt x="2183912" y="190448"/>
                  <a:pt x="2202268" y="190448"/>
                </a:cubicBezTo>
                <a:cubicBezTo>
                  <a:pt x="2220625" y="190448"/>
                  <a:pt x="2235506" y="175567"/>
                  <a:pt x="2235506" y="157211"/>
                </a:cubicBezTo>
                <a:cubicBezTo>
                  <a:pt x="2235506" y="138854"/>
                  <a:pt x="2220625" y="123973"/>
                  <a:pt x="2202268" y="123973"/>
                </a:cubicBezTo>
                <a:cubicBezTo>
                  <a:pt x="2183912" y="123973"/>
                  <a:pt x="2169031" y="138854"/>
                  <a:pt x="2169031" y="157211"/>
                </a:cubicBezTo>
                <a:moveTo>
                  <a:pt x="2304134" y="122539"/>
                </a:moveTo>
                <a:cubicBezTo>
                  <a:pt x="2304134" y="140895"/>
                  <a:pt x="2319015" y="155776"/>
                  <a:pt x="2337372" y="155776"/>
                </a:cubicBezTo>
                <a:cubicBezTo>
                  <a:pt x="2355728" y="155776"/>
                  <a:pt x="2370609" y="140895"/>
                  <a:pt x="2370609" y="122539"/>
                </a:cubicBezTo>
                <a:cubicBezTo>
                  <a:pt x="2370609" y="104182"/>
                  <a:pt x="2355728" y="89301"/>
                  <a:pt x="2337372" y="89301"/>
                </a:cubicBezTo>
                <a:cubicBezTo>
                  <a:pt x="2319015" y="89301"/>
                  <a:pt x="2304134" y="104182"/>
                  <a:pt x="2304134" y="122539"/>
                </a:cubicBezTo>
                <a:moveTo>
                  <a:pt x="2417126" y="103363"/>
                </a:moveTo>
                <a:cubicBezTo>
                  <a:pt x="2417126" y="121720"/>
                  <a:pt x="2432007" y="136601"/>
                  <a:pt x="2450363" y="136601"/>
                </a:cubicBezTo>
                <a:cubicBezTo>
                  <a:pt x="2468720" y="136601"/>
                  <a:pt x="2483601" y="121720"/>
                  <a:pt x="2483601" y="103363"/>
                </a:cubicBezTo>
                <a:cubicBezTo>
                  <a:pt x="2483601" y="85007"/>
                  <a:pt x="2468720" y="70126"/>
                  <a:pt x="2450363" y="70126"/>
                </a:cubicBezTo>
                <a:cubicBezTo>
                  <a:pt x="2432007" y="70126"/>
                  <a:pt x="2417126" y="85007"/>
                  <a:pt x="2417126" y="103363"/>
                </a:cubicBezTo>
                <a:moveTo>
                  <a:pt x="2559647" y="73319"/>
                </a:moveTo>
                <a:cubicBezTo>
                  <a:pt x="2559647" y="91675"/>
                  <a:pt x="2574528" y="106556"/>
                  <a:pt x="2592885" y="106556"/>
                </a:cubicBezTo>
                <a:cubicBezTo>
                  <a:pt x="2611241" y="106556"/>
                  <a:pt x="2626122" y="91675"/>
                  <a:pt x="2626122" y="73319"/>
                </a:cubicBezTo>
                <a:cubicBezTo>
                  <a:pt x="2626122" y="54962"/>
                  <a:pt x="2611241" y="40081"/>
                  <a:pt x="2592885" y="40081"/>
                </a:cubicBezTo>
                <a:cubicBezTo>
                  <a:pt x="2574528" y="40081"/>
                  <a:pt x="2559647" y="54962"/>
                  <a:pt x="2559647" y="73319"/>
                </a:cubicBezTo>
                <a:moveTo>
                  <a:pt x="2672727" y="49394"/>
                </a:moveTo>
                <a:cubicBezTo>
                  <a:pt x="2672727" y="67750"/>
                  <a:pt x="2687608" y="82631"/>
                  <a:pt x="2705965" y="82631"/>
                </a:cubicBezTo>
                <a:cubicBezTo>
                  <a:pt x="2724322" y="82631"/>
                  <a:pt x="2739203" y="67750"/>
                  <a:pt x="2739203" y="49394"/>
                </a:cubicBezTo>
                <a:cubicBezTo>
                  <a:pt x="2739203" y="31037"/>
                  <a:pt x="2724322" y="16156"/>
                  <a:pt x="2705965" y="16156"/>
                </a:cubicBezTo>
                <a:cubicBezTo>
                  <a:pt x="2687608" y="16156"/>
                  <a:pt x="2672727" y="31037"/>
                  <a:pt x="2672727" y="49394"/>
                </a:cubicBezTo>
                <a:moveTo>
                  <a:pt x="2807795" y="33237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AA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C7C3FB-2553-4270-AD7C-F14F7CE9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3710713"/>
            <a:ext cx="2807795" cy="765759"/>
          </a:xfrm>
          <a:custGeom xmlns:a="http://schemas.openxmlformats.org/drawingml/2006/main">
            <a:pathLst>
              <a:path w="2807795" h="765759" fill="none">
                <a:moveTo>
                  <a:pt x="0" y="765759"/>
                </a:moveTo>
                <a:lnTo>
                  <a:pt x="125972" y="724025"/>
                </a:lnTo>
                <a:lnTo>
                  <a:pt x="256820" y="671397"/>
                </a:lnTo>
                <a:lnTo>
                  <a:pt x="364594" y="638751"/>
                </a:lnTo>
                <a:lnTo>
                  <a:pt x="504257" y="575509"/>
                </a:lnTo>
                <a:lnTo>
                  <a:pt x="614446" y="539474"/>
                </a:lnTo>
                <a:lnTo>
                  <a:pt x="769625" y="493657"/>
                </a:lnTo>
                <a:lnTo>
                  <a:pt x="890079" y="455144"/>
                </a:lnTo>
                <a:lnTo>
                  <a:pt x="1002990" y="330368"/>
                </a:lnTo>
                <a:lnTo>
                  <a:pt x="1132309" y="307017"/>
                </a:lnTo>
                <a:lnTo>
                  <a:pt x="1277565" y="267974"/>
                </a:lnTo>
                <a:lnTo>
                  <a:pt x="1392633" y="261457"/>
                </a:lnTo>
                <a:lnTo>
                  <a:pt x="1532658" y="222935"/>
                </a:lnTo>
                <a:lnTo>
                  <a:pt x="1648158" y="209690"/>
                </a:lnTo>
                <a:lnTo>
                  <a:pt x="1790589" y="185763"/>
                </a:lnTo>
                <a:lnTo>
                  <a:pt x="1908513" y="148756"/>
                </a:lnTo>
                <a:lnTo>
                  <a:pt x="2051090" y="125559"/>
                </a:lnTo>
                <a:lnTo>
                  <a:pt x="2169030" y="104729"/>
                </a:lnTo>
                <a:lnTo>
                  <a:pt x="2304134" y="84669"/>
                </a:lnTo>
                <a:lnTo>
                  <a:pt x="2417126" y="62714"/>
                </a:lnTo>
                <a:lnTo>
                  <a:pt x="2559647" y="46916"/>
                </a:lnTo>
                <a:lnTo>
                  <a:pt x="2672727" y="33721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AAAAAA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CF211E-C3E7-4452-B342-8953B59A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3677475"/>
            <a:ext cx="2874271" cy="832234"/>
          </a:xfrm>
          <a:custGeom xmlns:a="http://schemas.openxmlformats.org/drawingml/2006/main">
            <a:pathLst>
              <a:path w="2874271" h="832234">
                <a:moveTo>
                  <a:pt x="0" y="798996"/>
                </a:moveTo>
                <a:cubicBezTo>
                  <a:pt x="0" y="817353"/>
                  <a:pt x="14881" y="832234"/>
                  <a:pt x="33238" y="832234"/>
                </a:cubicBezTo>
                <a:cubicBezTo>
                  <a:pt x="51594" y="832234"/>
                  <a:pt x="66475" y="817353"/>
                  <a:pt x="66475" y="798996"/>
                </a:cubicBezTo>
                <a:cubicBezTo>
                  <a:pt x="66475" y="780640"/>
                  <a:pt x="51594" y="765759"/>
                  <a:pt x="33238" y="765759"/>
                </a:cubicBezTo>
                <a:cubicBezTo>
                  <a:pt x="14881" y="765759"/>
                  <a:pt x="0" y="780640"/>
                  <a:pt x="0" y="798996"/>
                </a:cubicBezTo>
                <a:moveTo>
                  <a:pt x="125972" y="757263"/>
                </a:moveTo>
                <a:cubicBezTo>
                  <a:pt x="125972" y="775619"/>
                  <a:pt x="140853" y="790500"/>
                  <a:pt x="159210" y="790500"/>
                </a:cubicBezTo>
                <a:cubicBezTo>
                  <a:pt x="177567" y="790500"/>
                  <a:pt x="192448" y="775619"/>
                  <a:pt x="192448" y="757263"/>
                </a:cubicBezTo>
                <a:cubicBezTo>
                  <a:pt x="192448" y="738906"/>
                  <a:pt x="177567" y="724025"/>
                  <a:pt x="159210" y="724025"/>
                </a:cubicBezTo>
                <a:cubicBezTo>
                  <a:pt x="140853" y="724025"/>
                  <a:pt x="125972" y="738906"/>
                  <a:pt x="125972" y="757263"/>
                </a:cubicBezTo>
                <a:moveTo>
                  <a:pt x="256821" y="704634"/>
                </a:moveTo>
                <a:cubicBezTo>
                  <a:pt x="256821" y="722991"/>
                  <a:pt x="271701" y="737871"/>
                  <a:pt x="290058" y="737871"/>
                </a:cubicBezTo>
                <a:cubicBezTo>
                  <a:pt x="308415" y="737871"/>
                  <a:pt x="323296" y="722991"/>
                  <a:pt x="323296" y="704634"/>
                </a:cubicBezTo>
                <a:cubicBezTo>
                  <a:pt x="323296" y="686277"/>
                  <a:pt x="308415" y="671396"/>
                  <a:pt x="290058" y="671396"/>
                </a:cubicBezTo>
                <a:cubicBezTo>
                  <a:pt x="271701" y="671396"/>
                  <a:pt x="256821" y="686277"/>
                  <a:pt x="256821" y="704634"/>
                </a:cubicBezTo>
                <a:moveTo>
                  <a:pt x="364594" y="671988"/>
                </a:moveTo>
                <a:cubicBezTo>
                  <a:pt x="364594" y="690345"/>
                  <a:pt x="379475" y="705226"/>
                  <a:pt x="397832" y="705226"/>
                </a:cubicBezTo>
                <a:cubicBezTo>
                  <a:pt x="416188" y="705226"/>
                  <a:pt x="431070" y="690345"/>
                  <a:pt x="431070" y="671988"/>
                </a:cubicBezTo>
                <a:cubicBezTo>
                  <a:pt x="431070" y="653632"/>
                  <a:pt x="416188" y="638751"/>
                  <a:pt x="397832" y="638751"/>
                </a:cubicBezTo>
                <a:cubicBezTo>
                  <a:pt x="379475" y="638751"/>
                  <a:pt x="364594" y="653632"/>
                  <a:pt x="364594" y="671988"/>
                </a:cubicBezTo>
                <a:moveTo>
                  <a:pt x="504257" y="608746"/>
                </a:moveTo>
                <a:cubicBezTo>
                  <a:pt x="504257" y="627103"/>
                  <a:pt x="519138" y="641984"/>
                  <a:pt x="537495" y="641984"/>
                </a:cubicBezTo>
                <a:cubicBezTo>
                  <a:pt x="555851" y="641984"/>
                  <a:pt x="570732" y="627103"/>
                  <a:pt x="570732" y="608746"/>
                </a:cubicBezTo>
                <a:cubicBezTo>
                  <a:pt x="570732" y="590390"/>
                  <a:pt x="555851" y="575509"/>
                  <a:pt x="537495" y="575509"/>
                </a:cubicBezTo>
                <a:cubicBezTo>
                  <a:pt x="519138" y="575509"/>
                  <a:pt x="504257" y="590390"/>
                  <a:pt x="504257" y="608746"/>
                </a:cubicBezTo>
                <a:moveTo>
                  <a:pt x="614446" y="572711"/>
                </a:moveTo>
                <a:cubicBezTo>
                  <a:pt x="614446" y="591068"/>
                  <a:pt x="629327" y="605949"/>
                  <a:pt x="647684" y="605949"/>
                </a:cubicBezTo>
                <a:cubicBezTo>
                  <a:pt x="666041" y="605949"/>
                  <a:pt x="680922" y="591068"/>
                  <a:pt x="680922" y="572711"/>
                </a:cubicBezTo>
                <a:cubicBezTo>
                  <a:pt x="680922" y="554355"/>
                  <a:pt x="666041" y="539474"/>
                  <a:pt x="647684" y="539474"/>
                </a:cubicBezTo>
                <a:cubicBezTo>
                  <a:pt x="629327" y="539474"/>
                  <a:pt x="614446" y="554355"/>
                  <a:pt x="614446" y="572711"/>
                </a:cubicBezTo>
                <a:moveTo>
                  <a:pt x="769626" y="526894"/>
                </a:moveTo>
                <a:cubicBezTo>
                  <a:pt x="769626" y="545251"/>
                  <a:pt x="784507" y="560132"/>
                  <a:pt x="802863" y="560132"/>
                </a:cubicBezTo>
                <a:cubicBezTo>
                  <a:pt x="821220" y="560132"/>
                  <a:pt x="836101" y="545251"/>
                  <a:pt x="836101" y="526894"/>
                </a:cubicBezTo>
                <a:cubicBezTo>
                  <a:pt x="836101" y="508538"/>
                  <a:pt x="821220" y="493656"/>
                  <a:pt x="802863" y="493656"/>
                </a:cubicBezTo>
                <a:cubicBezTo>
                  <a:pt x="784507" y="493656"/>
                  <a:pt x="769626" y="508538"/>
                  <a:pt x="769626" y="526894"/>
                </a:cubicBezTo>
                <a:moveTo>
                  <a:pt x="890079" y="488382"/>
                </a:moveTo>
                <a:cubicBezTo>
                  <a:pt x="890079" y="506738"/>
                  <a:pt x="904960" y="521620"/>
                  <a:pt x="923317" y="521620"/>
                </a:cubicBezTo>
                <a:cubicBezTo>
                  <a:pt x="941673" y="521620"/>
                  <a:pt x="956554" y="506738"/>
                  <a:pt x="956554" y="488382"/>
                </a:cubicBezTo>
                <a:cubicBezTo>
                  <a:pt x="956554" y="470025"/>
                  <a:pt x="941673" y="455144"/>
                  <a:pt x="923317" y="455144"/>
                </a:cubicBezTo>
                <a:cubicBezTo>
                  <a:pt x="904960" y="455144"/>
                  <a:pt x="890079" y="470025"/>
                  <a:pt x="890079" y="488382"/>
                </a:cubicBezTo>
                <a:moveTo>
                  <a:pt x="1002990" y="363605"/>
                </a:moveTo>
                <a:cubicBezTo>
                  <a:pt x="1002990" y="381962"/>
                  <a:pt x="1017871" y="396843"/>
                  <a:pt x="1036227" y="396843"/>
                </a:cubicBezTo>
                <a:cubicBezTo>
                  <a:pt x="1054584" y="396843"/>
                  <a:pt x="1069465" y="381962"/>
                  <a:pt x="1069465" y="363605"/>
                </a:cubicBezTo>
                <a:cubicBezTo>
                  <a:pt x="1069465" y="345248"/>
                  <a:pt x="1054584" y="330367"/>
                  <a:pt x="1036227" y="330367"/>
                </a:cubicBezTo>
                <a:cubicBezTo>
                  <a:pt x="1017871" y="330367"/>
                  <a:pt x="1002990" y="345248"/>
                  <a:pt x="1002990" y="363605"/>
                </a:cubicBezTo>
                <a:moveTo>
                  <a:pt x="1132309" y="340254"/>
                </a:moveTo>
                <a:cubicBezTo>
                  <a:pt x="1132309" y="358611"/>
                  <a:pt x="1147190" y="373492"/>
                  <a:pt x="1165547" y="373492"/>
                </a:cubicBezTo>
                <a:cubicBezTo>
                  <a:pt x="1183904" y="373492"/>
                  <a:pt x="1198784" y="358611"/>
                  <a:pt x="1198784" y="340254"/>
                </a:cubicBezTo>
                <a:cubicBezTo>
                  <a:pt x="1198784" y="321898"/>
                  <a:pt x="1183904" y="307016"/>
                  <a:pt x="1165547" y="307016"/>
                </a:cubicBezTo>
                <a:cubicBezTo>
                  <a:pt x="1147190" y="307016"/>
                  <a:pt x="1132309" y="321898"/>
                  <a:pt x="1132309" y="340254"/>
                </a:cubicBezTo>
                <a:moveTo>
                  <a:pt x="1277565" y="301211"/>
                </a:moveTo>
                <a:cubicBezTo>
                  <a:pt x="1277565" y="319567"/>
                  <a:pt x="1292446" y="334448"/>
                  <a:pt x="1310802" y="334448"/>
                </a:cubicBezTo>
                <a:cubicBezTo>
                  <a:pt x="1329159" y="334448"/>
                  <a:pt x="1344040" y="319567"/>
                  <a:pt x="1344040" y="301211"/>
                </a:cubicBezTo>
                <a:cubicBezTo>
                  <a:pt x="1344040" y="282854"/>
                  <a:pt x="1329159" y="267973"/>
                  <a:pt x="1310802" y="267973"/>
                </a:cubicBezTo>
                <a:cubicBezTo>
                  <a:pt x="1292446" y="267973"/>
                  <a:pt x="1277565" y="282854"/>
                  <a:pt x="1277565" y="301211"/>
                </a:cubicBezTo>
                <a:moveTo>
                  <a:pt x="1392633" y="294694"/>
                </a:moveTo>
                <a:cubicBezTo>
                  <a:pt x="1392633" y="313051"/>
                  <a:pt x="1407514" y="327932"/>
                  <a:pt x="1425871" y="327932"/>
                </a:cubicBezTo>
                <a:cubicBezTo>
                  <a:pt x="1444227" y="327932"/>
                  <a:pt x="1459108" y="313051"/>
                  <a:pt x="1459108" y="294694"/>
                </a:cubicBezTo>
                <a:cubicBezTo>
                  <a:pt x="1459108" y="276337"/>
                  <a:pt x="1444227" y="261456"/>
                  <a:pt x="1425871" y="261456"/>
                </a:cubicBezTo>
                <a:cubicBezTo>
                  <a:pt x="1407514" y="261456"/>
                  <a:pt x="1392633" y="276337"/>
                  <a:pt x="1392633" y="294694"/>
                </a:cubicBezTo>
                <a:moveTo>
                  <a:pt x="1532658" y="256172"/>
                </a:moveTo>
                <a:cubicBezTo>
                  <a:pt x="1532658" y="274529"/>
                  <a:pt x="1547539" y="289410"/>
                  <a:pt x="1565895" y="289410"/>
                </a:cubicBezTo>
                <a:cubicBezTo>
                  <a:pt x="1584252" y="289410"/>
                  <a:pt x="1599133" y="274529"/>
                  <a:pt x="1599133" y="256172"/>
                </a:cubicBezTo>
                <a:cubicBezTo>
                  <a:pt x="1599133" y="237815"/>
                  <a:pt x="1584252" y="222935"/>
                  <a:pt x="1565895" y="222935"/>
                </a:cubicBezTo>
                <a:cubicBezTo>
                  <a:pt x="1547539" y="222935"/>
                  <a:pt x="1532658" y="237815"/>
                  <a:pt x="1532658" y="256172"/>
                </a:cubicBezTo>
                <a:moveTo>
                  <a:pt x="1648158" y="242927"/>
                </a:moveTo>
                <a:cubicBezTo>
                  <a:pt x="1648158" y="261283"/>
                  <a:pt x="1663039" y="276164"/>
                  <a:pt x="1681396" y="276164"/>
                </a:cubicBezTo>
                <a:cubicBezTo>
                  <a:pt x="1699752" y="276164"/>
                  <a:pt x="1714634" y="261283"/>
                  <a:pt x="1714634" y="242927"/>
                </a:cubicBezTo>
                <a:cubicBezTo>
                  <a:pt x="1714634" y="224570"/>
                  <a:pt x="1699752" y="209689"/>
                  <a:pt x="1681396" y="209689"/>
                </a:cubicBezTo>
                <a:cubicBezTo>
                  <a:pt x="1663039" y="209689"/>
                  <a:pt x="1648158" y="224570"/>
                  <a:pt x="1648158" y="242927"/>
                </a:cubicBezTo>
                <a:moveTo>
                  <a:pt x="1790589" y="219000"/>
                </a:moveTo>
                <a:cubicBezTo>
                  <a:pt x="1790589" y="237357"/>
                  <a:pt x="1805470" y="252238"/>
                  <a:pt x="1823827" y="252238"/>
                </a:cubicBezTo>
                <a:cubicBezTo>
                  <a:pt x="1842184" y="252238"/>
                  <a:pt x="1857064" y="237357"/>
                  <a:pt x="1857064" y="219000"/>
                </a:cubicBezTo>
                <a:cubicBezTo>
                  <a:pt x="1857064" y="200643"/>
                  <a:pt x="1842184" y="185763"/>
                  <a:pt x="1823827" y="185763"/>
                </a:cubicBezTo>
                <a:cubicBezTo>
                  <a:pt x="1805470" y="185763"/>
                  <a:pt x="1790589" y="200643"/>
                  <a:pt x="1790589" y="219000"/>
                </a:cubicBezTo>
                <a:moveTo>
                  <a:pt x="1908514" y="181993"/>
                </a:moveTo>
                <a:cubicBezTo>
                  <a:pt x="1908514" y="200350"/>
                  <a:pt x="1923394" y="215231"/>
                  <a:pt x="1941751" y="215231"/>
                </a:cubicBezTo>
                <a:cubicBezTo>
                  <a:pt x="1960107" y="215231"/>
                  <a:pt x="1974989" y="200350"/>
                  <a:pt x="1974989" y="181993"/>
                </a:cubicBezTo>
                <a:cubicBezTo>
                  <a:pt x="1974989" y="163637"/>
                  <a:pt x="1960107" y="148756"/>
                  <a:pt x="1941751" y="148756"/>
                </a:cubicBezTo>
                <a:cubicBezTo>
                  <a:pt x="1923394" y="148756"/>
                  <a:pt x="1908514" y="163637"/>
                  <a:pt x="1908514" y="181993"/>
                </a:cubicBezTo>
                <a:moveTo>
                  <a:pt x="2051090" y="158796"/>
                </a:moveTo>
                <a:cubicBezTo>
                  <a:pt x="2051090" y="177153"/>
                  <a:pt x="2065971" y="192034"/>
                  <a:pt x="2084327" y="192034"/>
                </a:cubicBezTo>
                <a:cubicBezTo>
                  <a:pt x="2102684" y="192034"/>
                  <a:pt x="2117565" y="177153"/>
                  <a:pt x="2117565" y="158796"/>
                </a:cubicBezTo>
                <a:cubicBezTo>
                  <a:pt x="2117565" y="140439"/>
                  <a:pt x="2102684" y="125558"/>
                  <a:pt x="2084327" y="125558"/>
                </a:cubicBezTo>
                <a:cubicBezTo>
                  <a:pt x="2065971" y="125558"/>
                  <a:pt x="2051090" y="140439"/>
                  <a:pt x="2051090" y="158796"/>
                </a:cubicBezTo>
                <a:moveTo>
                  <a:pt x="2169031" y="137967"/>
                </a:moveTo>
                <a:cubicBezTo>
                  <a:pt x="2169031" y="156323"/>
                  <a:pt x="2183912" y="171204"/>
                  <a:pt x="2202268" y="171204"/>
                </a:cubicBezTo>
                <a:cubicBezTo>
                  <a:pt x="2220625" y="171204"/>
                  <a:pt x="2235506" y="156323"/>
                  <a:pt x="2235506" y="137967"/>
                </a:cubicBezTo>
                <a:cubicBezTo>
                  <a:pt x="2235506" y="119610"/>
                  <a:pt x="2220625" y="104729"/>
                  <a:pt x="2202268" y="104729"/>
                </a:cubicBezTo>
                <a:cubicBezTo>
                  <a:pt x="2183912" y="104729"/>
                  <a:pt x="2169031" y="119610"/>
                  <a:pt x="2169031" y="137967"/>
                </a:cubicBezTo>
                <a:moveTo>
                  <a:pt x="2304134" y="117906"/>
                </a:moveTo>
                <a:cubicBezTo>
                  <a:pt x="2304134" y="136262"/>
                  <a:pt x="2319015" y="151143"/>
                  <a:pt x="2337372" y="151143"/>
                </a:cubicBezTo>
                <a:cubicBezTo>
                  <a:pt x="2355729" y="151143"/>
                  <a:pt x="2370610" y="136262"/>
                  <a:pt x="2370610" y="117906"/>
                </a:cubicBezTo>
                <a:cubicBezTo>
                  <a:pt x="2370610" y="99549"/>
                  <a:pt x="2355729" y="84668"/>
                  <a:pt x="2337372" y="84668"/>
                </a:cubicBezTo>
                <a:cubicBezTo>
                  <a:pt x="2319015" y="84668"/>
                  <a:pt x="2304134" y="99549"/>
                  <a:pt x="2304134" y="117906"/>
                </a:cubicBezTo>
                <a:moveTo>
                  <a:pt x="2417126" y="95952"/>
                </a:moveTo>
                <a:cubicBezTo>
                  <a:pt x="2417126" y="114309"/>
                  <a:pt x="2432007" y="129190"/>
                  <a:pt x="2450363" y="129190"/>
                </a:cubicBezTo>
                <a:cubicBezTo>
                  <a:pt x="2468720" y="129190"/>
                  <a:pt x="2483601" y="114309"/>
                  <a:pt x="2483601" y="95952"/>
                </a:cubicBezTo>
                <a:cubicBezTo>
                  <a:pt x="2483601" y="77595"/>
                  <a:pt x="2468720" y="62714"/>
                  <a:pt x="2450363" y="62714"/>
                </a:cubicBezTo>
                <a:cubicBezTo>
                  <a:pt x="2432007" y="62714"/>
                  <a:pt x="2417126" y="77595"/>
                  <a:pt x="2417126" y="95952"/>
                </a:cubicBezTo>
                <a:moveTo>
                  <a:pt x="2559647" y="80153"/>
                </a:moveTo>
                <a:cubicBezTo>
                  <a:pt x="2559647" y="98510"/>
                  <a:pt x="2574528" y="113391"/>
                  <a:pt x="2592885" y="113391"/>
                </a:cubicBezTo>
                <a:cubicBezTo>
                  <a:pt x="2611241" y="113391"/>
                  <a:pt x="2626122" y="98510"/>
                  <a:pt x="2626122" y="80153"/>
                </a:cubicBezTo>
                <a:cubicBezTo>
                  <a:pt x="2626122" y="61796"/>
                  <a:pt x="2611241" y="46916"/>
                  <a:pt x="2592885" y="46916"/>
                </a:cubicBezTo>
                <a:cubicBezTo>
                  <a:pt x="2574528" y="46916"/>
                  <a:pt x="2559647" y="61796"/>
                  <a:pt x="2559647" y="80153"/>
                </a:cubicBezTo>
                <a:moveTo>
                  <a:pt x="2672727" y="66958"/>
                </a:moveTo>
                <a:cubicBezTo>
                  <a:pt x="2672727" y="85315"/>
                  <a:pt x="2687609" y="100196"/>
                  <a:pt x="2705965" y="100196"/>
                </a:cubicBezTo>
                <a:cubicBezTo>
                  <a:pt x="2724322" y="100196"/>
                  <a:pt x="2739203" y="85315"/>
                  <a:pt x="2739203" y="66958"/>
                </a:cubicBezTo>
                <a:cubicBezTo>
                  <a:pt x="2739203" y="48602"/>
                  <a:pt x="2724322" y="33720"/>
                  <a:pt x="2705965" y="33720"/>
                </a:cubicBezTo>
                <a:cubicBezTo>
                  <a:pt x="2687609" y="33720"/>
                  <a:pt x="2672727" y="48602"/>
                  <a:pt x="2672727" y="66958"/>
                </a:cubicBezTo>
                <a:moveTo>
                  <a:pt x="2807795" y="33237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AA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06585-09D6-4D75-A064-33CF5519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530840"/>
            <a:ext cx="2807795" cy="1258242"/>
          </a:xfrm>
          <a:custGeom xmlns:a="http://schemas.openxmlformats.org/drawingml/2006/main">
            <a:pathLst>
              <a:path w="2807795" h="1258242" fill="none">
                <a:moveTo>
                  <a:pt x="0" y="1258242"/>
                </a:moveTo>
                <a:lnTo>
                  <a:pt x="125972" y="1198452"/>
                </a:lnTo>
                <a:lnTo>
                  <a:pt x="256820" y="1111886"/>
                </a:lnTo>
                <a:lnTo>
                  <a:pt x="364594" y="1056827"/>
                </a:lnTo>
                <a:lnTo>
                  <a:pt x="504257" y="951520"/>
                </a:lnTo>
                <a:lnTo>
                  <a:pt x="614446" y="849535"/>
                </a:lnTo>
                <a:lnTo>
                  <a:pt x="769626" y="793129"/>
                </a:lnTo>
                <a:lnTo>
                  <a:pt x="890079" y="702356"/>
                </a:lnTo>
                <a:lnTo>
                  <a:pt x="1002990" y="629183"/>
                </a:lnTo>
                <a:lnTo>
                  <a:pt x="1132309" y="565886"/>
                </a:lnTo>
                <a:lnTo>
                  <a:pt x="1277565" y="510232"/>
                </a:lnTo>
                <a:lnTo>
                  <a:pt x="1392633" y="443586"/>
                </a:lnTo>
                <a:lnTo>
                  <a:pt x="1532657" y="370913"/>
                </a:lnTo>
                <a:lnTo>
                  <a:pt x="1648158" y="324973"/>
                </a:lnTo>
                <a:lnTo>
                  <a:pt x="1790589" y="264401"/>
                </a:lnTo>
                <a:lnTo>
                  <a:pt x="1908513" y="217861"/>
                </a:lnTo>
                <a:lnTo>
                  <a:pt x="2051090" y="184671"/>
                </a:lnTo>
                <a:lnTo>
                  <a:pt x="2169031" y="161070"/>
                </a:lnTo>
                <a:lnTo>
                  <a:pt x="2304134" y="182656"/>
                </a:lnTo>
                <a:lnTo>
                  <a:pt x="2417126" y="121321"/>
                </a:lnTo>
                <a:lnTo>
                  <a:pt x="2559647" y="55350"/>
                </a:lnTo>
                <a:lnTo>
                  <a:pt x="2672727" y="12120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C6C6C6"/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31AD1-FB42-47C2-97BF-D9340853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497602"/>
            <a:ext cx="2874271" cy="1324718"/>
          </a:xfrm>
          <a:custGeom xmlns:a="http://schemas.openxmlformats.org/drawingml/2006/main">
            <a:pathLst>
              <a:path w="2874271" h="1324718">
                <a:moveTo>
                  <a:pt x="0" y="1291480"/>
                </a:moveTo>
                <a:cubicBezTo>
                  <a:pt x="0" y="1309837"/>
                  <a:pt x="14881" y="1324718"/>
                  <a:pt x="33238" y="1324718"/>
                </a:cubicBezTo>
                <a:cubicBezTo>
                  <a:pt x="51594" y="1324718"/>
                  <a:pt x="66475" y="1309837"/>
                  <a:pt x="66475" y="1291480"/>
                </a:cubicBezTo>
                <a:cubicBezTo>
                  <a:pt x="66475" y="1273123"/>
                  <a:pt x="51594" y="1258243"/>
                  <a:pt x="33238" y="1258243"/>
                </a:cubicBezTo>
                <a:cubicBezTo>
                  <a:pt x="14881" y="1258243"/>
                  <a:pt x="0" y="1273123"/>
                  <a:pt x="0" y="1291480"/>
                </a:cubicBezTo>
                <a:moveTo>
                  <a:pt x="125972" y="1231690"/>
                </a:moveTo>
                <a:cubicBezTo>
                  <a:pt x="125972" y="1250046"/>
                  <a:pt x="140853" y="1264927"/>
                  <a:pt x="159210" y="1264927"/>
                </a:cubicBezTo>
                <a:cubicBezTo>
                  <a:pt x="177567" y="1264927"/>
                  <a:pt x="192448" y="1250046"/>
                  <a:pt x="192448" y="1231690"/>
                </a:cubicBezTo>
                <a:cubicBezTo>
                  <a:pt x="192448" y="1213333"/>
                  <a:pt x="177567" y="1198452"/>
                  <a:pt x="159210" y="1198452"/>
                </a:cubicBezTo>
                <a:cubicBezTo>
                  <a:pt x="140853" y="1198452"/>
                  <a:pt x="125972" y="1213333"/>
                  <a:pt x="125972" y="1231690"/>
                </a:cubicBezTo>
                <a:moveTo>
                  <a:pt x="256820" y="1145124"/>
                </a:moveTo>
                <a:cubicBezTo>
                  <a:pt x="256820" y="1163480"/>
                  <a:pt x="271701" y="1178361"/>
                  <a:pt x="290058" y="1178361"/>
                </a:cubicBezTo>
                <a:cubicBezTo>
                  <a:pt x="308415" y="1178361"/>
                  <a:pt x="323295" y="1163480"/>
                  <a:pt x="323295" y="1145124"/>
                </a:cubicBezTo>
                <a:cubicBezTo>
                  <a:pt x="323295" y="1126767"/>
                  <a:pt x="308415" y="1111886"/>
                  <a:pt x="290058" y="1111886"/>
                </a:cubicBezTo>
                <a:cubicBezTo>
                  <a:pt x="271701" y="1111886"/>
                  <a:pt x="256820" y="1126767"/>
                  <a:pt x="256820" y="1145124"/>
                </a:cubicBezTo>
                <a:moveTo>
                  <a:pt x="364594" y="1090065"/>
                </a:moveTo>
                <a:cubicBezTo>
                  <a:pt x="364594" y="1108421"/>
                  <a:pt x="379475" y="1123303"/>
                  <a:pt x="397832" y="1123303"/>
                </a:cubicBezTo>
                <a:cubicBezTo>
                  <a:pt x="416188" y="1123303"/>
                  <a:pt x="431069" y="1108421"/>
                  <a:pt x="431069" y="1090065"/>
                </a:cubicBezTo>
                <a:cubicBezTo>
                  <a:pt x="431069" y="1071708"/>
                  <a:pt x="416188" y="1056827"/>
                  <a:pt x="397832" y="1056827"/>
                </a:cubicBezTo>
                <a:cubicBezTo>
                  <a:pt x="379475" y="1056827"/>
                  <a:pt x="364594" y="1071708"/>
                  <a:pt x="364594" y="1090065"/>
                </a:cubicBezTo>
                <a:moveTo>
                  <a:pt x="504257" y="984757"/>
                </a:moveTo>
                <a:cubicBezTo>
                  <a:pt x="504257" y="1003114"/>
                  <a:pt x="519138" y="1017995"/>
                  <a:pt x="537495" y="1017995"/>
                </a:cubicBezTo>
                <a:cubicBezTo>
                  <a:pt x="555851" y="1017995"/>
                  <a:pt x="570732" y="1003114"/>
                  <a:pt x="570732" y="984757"/>
                </a:cubicBezTo>
                <a:cubicBezTo>
                  <a:pt x="570732" y="966401"/>
                  <a:pt x="555851" y="951520"/>
                  <a:pt x="537495" y="951520"/>
                </a:cubicBezTo>
                <a:cubicBezTo>
                  <a:pt x="519138" y="951520"/>
                  <a:pt x="504257" y="966401"/>
                  <a:pt x="504257" y="984757"/>
                </a:cubicBezTo>
                <a:moveTo>
                  <a:pt x="614446" y="882773"/>
                </a:moveTo>
                <a:cubicBezTo>
                  <a:pt x="614446" y="901129"/>
                  <a:pt x="629327" y="916010"/>
                  <a:pt x="647684" y="916010"/>
                </a:cubicBezTo>
                <a:cubicBezTo>
                  <a:pt x="666040" y="916010"/>
                  <a:pt x="680921" y="901129"/>
                  <a:pt x="680921" y="882773"/>
                </a:cubicBezTo>
                <a:cubicBezTo>
                  <a:pt x="680921" y="864416"/>
                  <a:pt x="666040" y="849535"/>
                  <a:pt x="647684" y="849535"/>
                </a:cubicBezTo>
                <a:cubicBezTo>
                  <a:pt x="629327" y="849535"/>
                  <a:pt x="614446" y="864416"/>
                  <a:pt x="614446" y="882773"/>
                </a:cubicBezTo>
                <a:moveTo>
                  <a:pt x="769626" y="826367"/>
                </a:moveTo>
                <a:cubicBezTo>
                  <a:pt x="769626" y="844724"/>
                  <a:pt x="784506" y="859605"/>
                  <a:pt x="802863" y="859605"/>
                </a:cubicBezTo>
                <a:cubicBezTo>
                  <a:pt x="821220" y="859605"/>
                  <a:pt x="836101" y="844724"/>
                  <a:pt x="836101" y="826367"/>
                </a:cubicBezTo>
                <a:cubicBezTo>
                  <a:pt x="836101" y="808010"/>
                  <a:pt x="821220" y="793130"/>
                  <a:pt x="802863" y="793130"/>
                </a:cubicBezTo>
                <a:cubicBezTo>
                  <a:pt x="784506" y="793130"/>
                  <a:pt x="769626" y="808010"/>
                  <a:pt x="769626" y="826367"/>
                </a:cubicBezTo>
                <a:moveTo>
                  <a:pt x="890079" y="735594"/>
                </a:moveTo>
                <a:cubicBezTo>
                  <a:pt x="890079" y="753950"/>
                  <a:pt x="904960" y="768831"/>
                  <a:pt x="923317" y="768831"/>
                </a:cubicBezTo>
                <a:cubicBezTo>
                  <a:pt x="941673" y="768831"/>
                  <a:pt x="956554" y="753950"/>
                  <a:pt x="956554" y="735594"/>
                </a:cubicBezTo>
                <a:cubicBezTo>
                  <a:pt x="956554" y="717237"/>
                  <a:pt x="941673" y="702356"/>
                  <a:pt x="923317" y="702356"/>
                </a:cubicBezTo>
                <a:cubicBezTo>
                  <a:pt x="904960" y="702356"/>
                  <a:pt x="890079" y="717237"/>
                  <a:pt x="890079" y="735594"/>
                </a:cubicBezTo>
                <a:moveTo>
                  <a:pt x="1002990" y="662420"/>
                </a:moveTo>
                <a:cubicBezTo>
                  <a:pt x="1002990" y="680777"/>
                  <a:pt x="1017871" y="695658"/>
                  <a:pt x="1036227" y="695658"/>
                </a:cubicBezTo>
                <a:cubicBezTo>
                  <a:pt x="1054584" y="695658"/>
                  <a:pt x="1069465" y="680777"/>
                  <a:pt x="1069465" y="662420"/>
                </a:cubicBezTo>
                <a:cubicBezTo>
                  <a:pt x="1069465" y="644064"/>
                  <a:pt x="1054584" y="629183"/>
                  <a:pt x="1036227" y="629183"/>
                </a:cubicBezTo>
                <a:cubicBezTo>
                  <a:pt x="1017871" y="629183"/>
                  <a:pt x="1002990" y="644064"/>
                  <a:pt x="1002990" y="662420"/>
                </a:cubicBezTo>
                <a:moveTo>
                  <a:pt x="1132309" y="599123"/>
                </a:moveTo>
                <a:cubicBezTo>
                  <a:pt x="1132309" y="617480"/>
                  <a:pt x="1147190" y="632360"/>
                  <a:pt x="1165547" y="632360"/>
                </a:cubicBezTo>
                <a:cubicBezTo>
                  <a:pt x="1183903" y="632360"/>
                  <a:pt x="1198784" y="617480"/>
                  <a:pt x="1198784" y="599123"/>
                </a:cubicBezTo>
                <a:cubicBezTo>
                  <a:pt x="1198784" y="580766"/>
                  <a:pt x="1183903" y="565885"/>
                  <a:pt x="1165547" y="565885"/>
                </a:cubicBezTo>
                <a:cubicBezTo>
                  <a:pt x="1147190" y="565885"/>
                  <a:pt x="1132309" y="580766"/>
                  <a:pt x="1132309" y="599123"/>
                </a:cubicBezTo>
                <a:moveTo>
                  <a:pt x="1277565" y="543469"/>
                </a:moveTo>
                <a:cubicBezTo>
                  <a:pt x="1277565" y="561826"/>
                  <a:pt x="1292446" y="576707"/>
                  <a:pt x="1310802" y="576707"/>
                </a:cubicBezTo>
                <a:cubicBezTo>
                  <a:pt x="1329159" y="576707"/>
                  <a:pt x="1344040" y="561826"/>
                  <a:pt x="1344040" y="543469"/>
                </a:cubicBezTo>
                <a:cubicBezTo>
                  <a:pt x="1344040" y="525113"/>
                  <a:pt x="1329159" y="510232"/>
                  <a:pt x="1310802" y="510232"/>
                </a:cubicBezTo>
                <a:cubicBezTo>
                  <a:pt x="1292446" y="510232"/>
                  <a:pt x="1277565" y="525113"/>
                  <a:pt x="1277565" y="543469"/>
                </a:cubicBezTo>
                <a:moveTo>
                  <a:pt x="1392633" y="476824"/>
                </a:moveTo>
                <a:cubicBezTo>
                  <a:pt x="1392633" y="495181"/>
                  <a:pt x="1407514" y="510062"/>
                  <a:pt x="1425870" y="510062"/>
                </a:cubicBezTo>
                <a:cubicBezTo>
                  <a:pt x="1444227" y="510062"/>
                  <a:pt x="1459108" y="495181"/>
                  <a:pt x="1459108" y="476824"/>
                </a:cubicBezTo>
                <a:cubicBezTo>
                  <a:pt x="1459108" y="458467"/>
                  <a:pt x="1444227" y="443586"/>
                  <a:pt x="1425870" y="443586"/>
                </a:cubicBezTo>
                <a:cubicBezTo>
                  <a:pt x="1407514" y="443586"/>
                  <a:pt x="1392633" y="458467"/>
                  <a:pt x="1392633" y="476824"/>
                </a:cubicBezTo>
                <a:moveTo>
                  <a:pt x="1532657" y="404151"/>
                </a:moveTo>
                <a:cubicBezTo>
                  <a:pt x="1532657" y="422508"/>
                  <a:pt x="1547538" y="437389"/>
                  <a:pt x="1565895" y="437389"/>
                </a:cubicBezTo>
                <a:cubicBezTo>
                  <a:pt x="1584252" y="437389"/>
                  <a:pt x="1599132" y="422508"/>
                  <a:pt x="1599132" y="404151"/>
                </a:cubicBezTo>
                <a:cubicBezTo>
                  <a:pt x="1599132" y="385794"/>
                  <a:pt x="1584252" y="370913"/>
                  <a:pt x="1565895" y="370913"/>
                </a:cubicBezTo>
                <a:cubicBezTo>
                  <a:pt x="1547538" y="370913"/>
                  <a:pt x="1532657" y="385794"/>
                  <a:pt x="1532657" y="404151"/>
                </a:cubicBezTo>
                <a:moveTo>
                  <a:pt x="1648158" y="358210"/>
                </a:moveTo>
                <a:cubicBezTo>
                  <a:pt x="1648158" y="376567"/>
                  <a:pt x="1663039" y="391448"/>
                  <a:pt x="1681396" y="391448"/>
                </a:cubicBezTo>
                <a:cubicBezTo>
                  <a:pt x="1699752" y="391448"/>
                  <a:pt x="1714633" y="376567"/>
                  <a:pt x="1714633" y="358210"/>
                </a:cubicBezTo>
                <a:cubicBezTo>
                  <a:pt x="1714633" y="339854"/>
                  <a:pt x="1699752" y="324973"/>
                  <a:pt x="1681396" y="324973"/>
                </a:cubicBezTo>
                <a:cubicBezTo>
                  <a:pt x="1663039" y="324973"/>
                  <a:pt x="1648158" y="339854"/>
                  <a:pt x="1648158" y="358210"/>
                </a:cubicBezTo>
                <a:moveTo>
                  <a:pt x="1790589" y="297639"/>
                </a:moveTo>
                <a:cubicBezTo>
                  <a:pt x="1790589" y="315995"/>
                  <a:pt x="1805470" y="330877"/>
                  <a:pt x="1823827" y="330877"/>
                </a:cubicBezTo>
                <a:cubicBezTo>
                  <a:pt x="1842183" y="330877"/>
                  <a:pt x="1857064" y="315995"/>
                  <a:pt x="1857064" y="297639"/>
                </a:cubicBezTo>
                <a:cubicBezTo>
                  <a:pt x="1857064" y="279282"/>
                  <a:pt x="1842183" y="264402"/>
                  <a:pt x="1823827" y="264402"/>
                </a:cubicBezTo>
                <a:cubicBezTo>
                  <a:pt x="1805470" y="264402"/>
                  <a:pt x="1790589" y="279282"/>
                  <a:pt x="1790589" y="297639"/>
                </a:cubicBezTo>
                <a:moveTo>
                  <a:pt x="1908513" y="251099"/>
                </a:moveTo>
                <a:cubicBezTo>
                  <a:pt x="1908513" y="269456"/>
                  <a:pt x="1923394" y="284337"/>
                  <a:pt x="1941751" y="284337"/>
                </a:cubicBezTo>
                <a:cubicBezTo>
                  <a:pt x="1960107" y="284337"/>
                  <a:pt x="1974988" y="269456"/>
                  <a:pt x="1974988" y="251099"/>
                </a:cubicBezTo>
                <a:cubicBezTo>
                  <a:pt x="1974988" y="232743"/>
                  <a:pt x="1960107" y="217862"/>
                  <a:pt x="1941751" y="217862"/>
                </a:cubicBezTo>
                <a:cubicBezTo>
                  <a:pt x="1923394" y="217862"/>
                  <a:pt x="1908513" y="232743"/>
                  <a:pt x="1908513" y="251099"/>
                </a:cubicBezTo>
                <a:moveTo>
                  <a:pt x="2051090" y="217909"/>
                </a:moveTo>
                <a:cubicBezTo>
                  <a:pt x="2051090" y="236265"/>
                  <a:pt x="2065971" y="251146"/>
                  <a:pt x="2084327" y="251146"/>
                </a:cubicBezTo>
                <a:cubicBezTo>
                  <a:pt x="2102684" y="251146"/>
                  <a:pt x="2117565" y="236265"/>
                  <a:pt x="2117565" y="217909"/>
                </a:cubicBezTo>
                <a:cubicBezTo>
                  <a:pt x="2117565" y="199552"/>
                  <a:pt x="2102684" y="184671"/>
                  <a:pt x="2084327" y="184671"/>
                </a:cubicBezTo>
                <a:cubicBezTo>
                  <a:pt x="2065971" y="184671"/>
                  <a:pt x="2051090" y="199552"/>
                  <a:pt x="2051090" y="217909"/>
                </a:cubicBezTo>
                <a:moveTo>
                  <a:pt x="2169031" y="194308"/>
                </a:moveTo>
                <a:cubicBezTo>
                  <a:pt x="2169031" y="212664"/>
                  <a:pt x="2183912" y="227545"/>
                  <a:pt x="2202268" y="227545"/>
                </a:cubicBezTo>
                <a:cubicBezTo>
                  <a:pt x="2220625" y="227545"/>
                  <a:pt x="2235506" y="212664"/>
                  <a:pt x="2235506" y="194308"/>
                </a:cubicBezTo>
                <a:cubicBezTo>
                  <a:pt x="2235506" y="175951"/>
                  <a:pt x="2220625" y="161070"/>
                  <a:pt x="2202268" y="161070"/>
                </a:cubicBezTo>
                <a:cubicBezTo>
                  <a:pt x="2183912" y="161070"/>
                  <a:pt x="2169031" y="175951"/>
                  <a:pt x="2169031" y="194308"/>
                </a:cubicBezTo>
                <a:moveTo>
                  <a:pt x="2304134" y="215894"/>
                </a:moveTo>
                <a:cubicBezTo>
                  <a:pt x="2304134" y="234250"/>
                  <a:pt x="2319015" y="249131"/>
                  <a:pt x="2337372" y="249131"/>
                </a:cubicBezTo>
                <a:cubicBezTo>
                  <a:pt x="2355728" y="249131"/>
                  <a:pt x="2370609" y="234250"/>
                  <a:pt x="2370609" y="215894"/>
                </a:cubicBezTo>
                <a:cubicBezTo>
                  <a:pt x="2370609" y="197537"/>
                  <a:pt x="2355728" y="182656"/>
                  <a:pt x="2337372" y="182656"/>
                </a:cubicBezTo>
                <a:cubicBezTo>
                  <a:pt x="2319015" y="182656"/>
                  <a:pt x="2304134" y="197537"/>
                  <a:pt x="2304134" y="215894"/>
                </a:cubicBezTo>
                <a:moveTo>
                  <a:pt x="2417126" y="154558"/>
                </a:moveTo>
                <a:cubicBezTo>
                  <a:pt x="2417126" y="172915"/>
                  <a:pt x="2432007" y="187796"/>
                  <a:pt x="2450363" y="187796"/>
                </a:cubicBezTo>
                <a:cubicBezTo>
                  <a:pt x="2468720" y="187796"/>
                  <a:pt x="2483601" y="172915"/>
                  <a:pt x="2483601" y="154558"/>
                </a:cubicBezTo>
                <a:cubicBezTo>
                  <a:pt x="2483601" y="136202"/>
                  <a:pt x="2468720" y="121321"/>
                  <a:pt x="2450363" y="121321"/>
                </a:cubicBezTo>
                <a:cubicBezTo>
                  <a:pt x="2432007" y="121321"/>
                  <a:pt x="2417126" y="136202"/>
                  <a:pt x="2417126" y="154558"/>
                </a:cubicBezTo>
                <a:moveTo>
                  <a:pt x="2559647" y="88588"/>
                </a:moveTo>
                <a:cubicBezTo>
                  <a:pt x="2559647" y="106944"/>
                  <a:pt x="2574528" y="121826"/>
                  <a:pt x="2592885" y="121826"/>
                </a:cubicBezTo>
                <a:cubicBezTo>
                  <a:pt x="2611241" y="121826"/>
                  <a:pt x="2626122" y="106944"/>
                  <a:pt x="2626122" y="88588"/>
                </a:cubicBezTo>
                <a:cubicBezTo>
                  <a:pt x="2626122" y="70231"/>
                  <a:pt x="2611241" y="55350"/>
                  <a:pt x="2592885" y="55350"/>
                </a:cubicBezTo>
                <a:cubicBezTo>
                  <a:pt x="2574528" y="55350"/>
                  <a:pt x="2559647" y="70231"/>
                  <a:pt x="2559647" y="88588"/>
                </a:cubicBezTo>
                <a:moveTo>
                  <a:pt x="2672727" y="45358"/>
                </a:moveTo>
                <a:cubicBezTo>
                  <a:pt x="2672727" y="63714"/>
                  <a:pt x="2687608" y="78595"/>
                  <a:pt x="2705965" y="78595"/>
                </a:cubicBezTo>
                <a:cubicBezTo>
                  <a:pt x="2724322" y="78595"/>
                  <a:pt x="2739203" y="63714"/>
                  <a:pt x="2739203" y="45358"/>
                </a:cubicBezTo>
                <a:cubicBezTo>
                  <a:pt x="2739203" y="27001"/>
                  <a:pt x="2724322" y="12120"/>
                  <a:pt x="2705965" y="12120"/>
                </a:cubicBezTo>
                <a:cubicBezTo>
                  <a:pt x="2687608" y="12120"/>
                  <a:pt x="2672727" y="27001"/>
                  <a:pt x="2672727" y="45358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C6C6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6293F6-23CB-40B9-A0EE-27E5B432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421050"/>
            <a:ext cx="2807795" cy="748279"/>
          </a:xfrm>
          <a:custGeom xmlns:a="http://schemas.openxmlformats.org/drawingml/2006/main">
            <a:pathLst>
              <a:path w="2807795" h="748279" fill="none">
                <a:moveTo>
                  <a:pt x="0" y="748279"/>
                </a:moveTo>
                <a:lnTo>
                  <a:pt x="125972" y="710798"/>
                </a:lnTo>
                <a:lnTo>
                  <a:pt x="256820" y="641285"/>
                </a:lnTo>
                <a:lnTo>
                  <a:pt x="364594" y="594589"/>
                </a:lnTo>
                <a:lnTo>
                  <a:pt x="504257" y="536976"/>
                </a:lnTo>
                <a:lnTo>
                  <a:pt x="614446" y="499726"/>
                </a:lnTo>
                <a:lnTo>
                  <a:pt x="769625" y="441356"/>
                </a:lnTo>
                <a:lnTo>
                  <a:pt x="890079" y="414285"/>
                </a:lnTo>
                <a:lnTo>
                  <a:pt x="1002990" y="316367"/>
                </a:lnTo>
                <a:lnTo>
                  <a:pt x="1132309" y="332183"/>
                </a:lnTo>
                <a:lnTo>
                  <a:pt x="1277565" y="292451"/>
                </a:lnTo>
                <a:lnTo>
                  <a:pt x="1392633" y="272634"/>
                </a:lnTo>
                <a:lnTo>
                  <a:pt x="1532658" y="247348"/>
                </a:lnTo>
                <a:lnTo>
                  <a:pt x="1648158" y="221982"/>
                </a:lnTo>
                <a:lnTo>
                  <a:pt x="1790589" y="194658"/>
                </a:lnTo>
                <a:lnTo>
                  <a:pt x="1908513" y="168808"/>
                </a:lnTo>
                <a:lnTo>
                  <a:pt x="2051090" y="139943"/>
                </a:lnTo>
                <a:lnTo>
                  <a:pt x="2169030" y="109777"/>
                </a:lnTo>
                <a:lnTo>
                  <a:pt x="2304134" y="89747"/>
                </a:lnTo>
                <a:lnTo>
                  <a:pt x="2417126" y="68643"/>
                </a:lnTo>
                <a:lnTo>
                  <a:pt x="2559647" y="40762"/>
                </a:lnTo>
                <a:lnTo>
                  <a:pt x="2672727" y="19048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C6C6C6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915A09-84FC-4AF3-A0FC-0043A42E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387812"/>
            <a:ext cx="2874271" cy="814755"/>
          </a:xfrm>
          <a:custGeom xmlns:a="http://schemas.openxmlformats.org/drawingml/2006/main">
            <a:pathLst>
              <a:path w="2874271" h="814755">
                <a:moveTo>
                  <a:pt x="0" y="781517"/>
                </a:moveTo>
                <a:cubicBezTo>
                  <a:pt x="0" y="799874"/>
                  <a:pt x="14881" y="814755"/>
                  <a:pt x="33238" y="814755"/>
                </a:cubicBezTo>
                <a:cubicBezTo>
                  <a:pt x="51594" y="814755"/>
                  <a:pt x="66475" y="799874"/>
                  <a:pt x="66475" y="781517"/>
                </a:cubicBezTo>
                <a:cubicBezTo>
                  <a:pt x="66475" y="763161"/>
                  <a:pt x="51594" y="748280"/>
                  <a:pt x="33238" y="748280"/>
                </a:cubicBezTo>
                <a:cubicBezTo>
                  <a:pt x="14881" y="748280"/>
                  <a:pt x="0" y="763161"/>
                  <a:pt x="0" y="781517"/>
                </a:cubicBezTo>
                <a:moveTo>
                  <a:pt x="125972" y="744036"/>
                </a:moveTo>
                <a:cubicBezTo>
                  <a:pt x="125972" y="762393"/>
                  <a:pt x="140853" y="777274"/>
                  <a:pt x="159210" y="777274"/>
                </a:cubicBezTo>
                <a:cubicBezTo>
                  <a:pt x="177567" y="777274"/>
                  <a:pt x="192448" y="762393"/>
                  <a:pt x="192448" y="744036"/>
                </a:cubicBezTo>
                <a:cubicBezTo>
                  <a:pt x="192448" y="725680"/>
                  <a:pt x="177567" y="710798"/>
                  <a:pt x="159210" y="710798"/>
                </a:cubicBezTo>
                <a:cubicBezTo>
                  <a:pt x="140853" y="710798"/>
                  <a:pt x="125972" y="725680"/>
                  <a:pt x="125972" y="744036"/>
                </a:cubicBezTo>
                <a:moveTo>
                  <a:pt x="256821" y="674523"/>
                </a:moveTo>
                <a:cubicBezTo>
                  <a:pt x="256821" y="692880"/>
                  <a:pt x="271701" y="707761"/>
                  <a:pt x="290058" y="707761"/>
                </a:cubicBezTo>
                <a:cubicBezTo>
                  <a:pt x="308415" y="707761"/>
                  <a:pt x="323296" y="692880"/>
                  <a:pt x="323296" y="674523"/>
                </a:cubicBezTo>
                <a:cubicBezTo>
                  <a:pt x="323296" y="656167"/>
                  <a:pt x="308415" y="641285"/>
                  <a:pt x="290058" y="641285"/>
                </a:cubicBezTo>
                <a:cubicBezTo>
                  <a:pt x="271701" y="641285"/>
                  <a:pt x="256821" y="656167"/>
                  <a:pt x="256821" y="674523"/>
                </a:cubicBezTo>
                <a:moveTo>
                  <a:pt x="364594" y="627827"/>
                </a:moveTo>
                <a:cubicBezTo>
                  <a:pt x="364594" y="646183"/>
                  <a:pt x="379475" y="661064"/>
                  <a:pt x="397832" y="661064"/>
                </a:cubicBezTo>
                <a:cubicBezTo>
                  <a:pt x="416188" y="661064"/>
                  <a:pt x="431070" y="646183"/>
                  <a:pt x="431070" y="627827"/>
                </a:cubicBezTo>
                <a:cubicBezTo>
                  <a:pt x="431070" y="609470"/>
                  <a:pt x="416188" y="594589"/>
                  <a:pt x="397832" y="594589"/>
                </a:cubicBezTo>
                <a:cubicBezTo>
                  <a:pt x="379475" y="594589"/>
                  <a:pt x="364594" y="609470"/>
                  <a:pt x="364594" y="627827"/>
                </a:cubicBezTo>
                <a:moveTo>
                  <a:pt x="504257" y="570214"/>
                </a:moveTo>
                <a:cubicBezTo>
                  <a:pt x="504257" y="588571"/>
                  <a:pt x="519138" y="603451"/>
                  <a:pt x="537495" y="603451"/>
                </a:cubicBezTo>
                <a:cubicBezTo>
                  <a:pt x="555851" y="603451"/>
                  <a:pt x="570732" y="588571"/>
                  <a:pt x="570732" y="570214"/>
                </a:cubicBezTo>
                <a:cubicBezTo>
                  <a:pt x="570732" y="551857"/>
                  <a:pt x="555851" y="536976"/>
                  <a:pt x="537495" y="536976"/>
                </a:cubicBezTo>
                <a:cubicBezTo>
                  <a:pt x="519138" y="536976"/>
                  <a:pt x="504257" y="551857"/>
                  <a:pt x="504257" y="570214"/>
                </a:cubicBezTo>
                <a:moveTo>
                  <a:pt x="614446" y="532964"/>
                </a:moveTo>
                <a:cubicBezTo>
                  <a:pt x="614446" y="551321"/>
                  <a:pt x="629327" y="566202"/>
                  <a:pt x="647684" y="566202"/>
                </a:cubicBezTo>
                <a:cubicBezTo>
                  <a:pt x="666041" y="566202"/>
                  <a:pt x="680922" y="551321"/>
                  <a:pt x="680922" y="532964"/>
                </a:cubicBezTo>
                <a:cubicBezTo>
                  <a:pt x="680922" y="514607"/>
                  <a:pt x="666041" y="499727"/>
                  <a:pt x="647684" y="499727"/>
                </a:cubicBezTo>
                <a:cubicBezTo>
                  <a:pt x="629327" y="499727"/>
                  <a:pt x="614446" y="514607"/>
                  <a:pt x="614446" y="532964"/>
                </a:cubicBezTo>
                <a:moveTo>
                  <a:pt x="769626" y="474593"/>
                </a:moveTo>
                <a:cubicBezTo>
                  <a:pt x="769626" y="492950"/>
                  <a:pt x="784507" y="507831"/>
                  <a:pt x="802863" y="507831"/>
                </a:cubicBezTo>
                <a:cubicBezTo>
                  <a:pt x="821220" y="507831"/>
                  <a:pt x="836101" y="492950"/>
                  <a:pt x="836101" y="474593"/>
                </a:cubicBezTo>
                <a:cubicBezTo>
                  <a:pt x="836101" y="456237"/>
                  <a:pt x="821220" y="441356"/>
                  <a:pt x="802863" y="441356"/>
                </a:cubicBezTo>
                <a:cubicBezTo>
                  <a:pt x="784507" y="441356"/>
                  <a:pt x="769626" y="456237"/>
                  <a:pt x="769626" y="474593"/>
                </a:cubicBezTo>
                <a:moveTo>
                  <a:pt x="890079" y="447523"/>
                </a:moveTo>
                <a:cubicBezTo>
                  <a:pt x="890079" y="465880"/>
                  <a:pt x="904960" y="480761"/>
                  <a:pt x="923317" y="480761"/>
                </a:cubicBezTo>
                <a:cubicBezTo>
                  <a:pt x="941673" y="480761"/>
                  <a:pt x="956554" y="465880"/>
                  <a:pt x="956554" y="447523"/>
                </a:cubicBezTo>
                <a:cubicBezTo>
                  <a:pt x="956554" y="429167"/>
                  <a:pt x="941673" y="414286"/>
                  <a:pt x="923317" y="414286"/>
                </a:cubicBezTo>
                <a:cubicBezTo>
                  <a:pt x="904960" y="414286"/>
                  <a:pt x="890079" y="429167"/>
                  <a:pt x="890079" y="447523"/>
                </a:cubicBezTo>
                <a:moveTo>
                  <a:pt x="1002990" y="349605"/>
                </a:moveTo>
                <a:cubicBezTo>
                  <a:pt x="1002990" y="367961"/>
                  <a:pt x="1017871" y="382843"/>
                  <a:pt x="1036227" y="382843"/>
                </a:cubicBezTo>
                <a:cubicBezTo>
                  <a:pt x="1054584" y="382843"/>
                  <a:pt x="1069465" y="367961"/>
                  <a:pt x="1069465" y="349605"/>
                </a:cubicBezTo>
                <a:cubicBezTo>
                  <a:pt x="1069465" y="331248"/>
                  <a:pt x="1054584" y="316367"/>
                  <a:pt x="1036227" y="316367"/>
                </a:cubicBezTo>
                <a:cubicBezTo>
                  <a:pt x="1017871" y="316367"/>
                  <a:pt x="1002990" y="331248"/>
                  <a:pt x="1002990" y="349605"/>
                </a:cubicBezTo>
                <a:moveTo>
                  <a:pt x="1132309" y="365421"/>
                </a:moveTo>
                <a:cubicBezTo>
                  <a:pt x="1132309" y="383777"/>
                  <a:pt x="1147190" y="398658"/>
                  <a:pt x="1165547" y="398658"/>
                </a:cubicBezTo>
                <a:cubicBezTo>
                  <a:pt x="1183904" y="398658"/>
                  <a:pt x="1198784" y="383777"/>
                  <a:pt x="1198784" y="365421"/>
                </a:cubicBezTo>
                <a:cubicBezTo>
                  <a:pt x="1198784" y="347064"/>
                  <a:pt x="1183904" y="332183"/>
                  <a:pt x="1165547" y="332183"/>
                </a:cubicBezTo>
                <a:cubicBezTo>
                  <a:pt x="1147190" y="332183"/>
                  <a:pt x="1132309" y="347064"/>
                  <a:pt x="1132309" y="365421"/>
                </a:cubicBezTo>
                <a:moveTo>
                  <a:pt x="1277565" y="325688"/>
                </a:moveTo>
                <a:cubicBezTo>
                  <a:pt x="1277565" y="344045"/>
                  <a:pt x="1292446" y="358926"/>
                  <a:pt x="1310802" y="358926"/>
                </a:cubicBezTo>
                <a:cubicBezTo>
                  <a:pt x="1329159" y="358926"/>
                  <a:pt x="1344040" y="344045"/>
                  <a:pt x="1344040" y="325688"/>
                </a:cubicBezTo>
                <a:cubicBezTo>
                  <a:pt x="1344040" y="307332"/>
                  <a:pt x="1329159" y="292451"/>
                  <a:pt x="1310802" y="292451"/>
                </a:cubicBezTo>
                <a:cubicBezTo>
                  <a:pt x="1292446" y="292451"/>
                  <a:pt x="1277565" y="307332"/>
                  <a:pt x="1277565" y="325688"/>
                </a:cubicBezTo>
                <a:moveTo>
                  <a:pt x="1392633" y="305871"/>
                </a:moveTo>
                <a:cubicBezTo>
                  <a:pt x="1392633" y="324228"/>
                  <a:pt x="1407514" y="339109"/>
                  <a:pt x="1425871" y="339109"/>
                </a:cubicBezTo>
                <a:cubicBezTo>
                  <a:pt x="1444227" y="339109"/>
                  <a:pt x="1459108" y="324228"/>
                  <a:pt x="1459108" y="305871"/>
                </a:cubicBezTo>
                <a:cubicBezTo>
                  <a:pt x="1459108" y="287515"/>
                  <a:pt x="1444227" y="272634"/>
                  <a:pt x="1425871" y="272634"/>
                </a:cubicBezTo>
                <a:cubicBezTo>
                  <a:pt x="1407514" y="272634"/>
                  <a:pt x="1392633" y="287515"/>
                  <a:pt x="1392633" y="305871"/>
                </a:cubicBezTo>
                <a:moveTo>
                  <a:pt x="1532658" y="280586"/>
                </a:moveTo>
                <a:cubicBezTo>
                  <a:pt x="1532658" y="298942"/>
                  <a:pt x="1547539" y="313824"/>
                  <a:pt x="1565895" y="313824"/>
                </a:cubicBezTo>
                <a:cubicBezTo>
                  <a:pt x="1584252" y="313824"/>
                  <a:pt x="1599133" y="298942"/>
                  <a:pt x="1599133" y="280586"/>
                </a:cubicBezTo>
                <a:cubicBezTo>
                  <a:pt x="1599133" y="262229"/>
                  <a:pt x="1584252" y="247349"/>
                  <a:pt x="1565895" y="247349"/>
                </a:cubicBezTo>
                <a:cubicBezTo>
                  <a:pt x="1547539" y="247349"/>
                  <a:pt x="1532658" y="262229"/>
                  <a:pt x="1532658" y="280586"/>
                </a:cubicBezTo>
                <a:moveTo>
                  <a:pt x="1648158" y="255219"/>
                </a:moveTo>
                <a:cubicBezTo>
                  <a:pt x="1648158" y="273576"/>
                  <a:pt x="1663039" y="288457"/>
                  <a:pt x="1681396" y="288457"/>
                </a:cubicBezTo>
                <a:cubicBezTo>
                  <a:pt x="1699752" y="288457"/>
                  <a:pt x="1714634" y="273576"/>
                  <a:pt x="1714634" y="255219"/>
                </a:cubicBezTo>
                <a:cubicBezTo>
                  <a:pt x="1714634" y="236863"/>
                  <a:pt x="1699752" y="221982"/>
                  <a:pt x="1681396" y="221982"/>
                </a:cubicBezTo>
                <a:cubicBezTo>
                  <a:pt x="1663039" y="221982"/>
                  <a:pt x="1648158" y="236863"/>
                  <a:pt x="1648158" y="255219"/>
                </a:cubicBezTo>
                <a:moveTo>
                  <a:pt x="1790589" y="227896"/>
                </a:moveTo>
                <a:cubicBezTo>
                  <a:pt x="1790589" y="246253"/>
                  <a:pt x="1805470" y="261133"/>
                  <a:pt x="1823827" y="261133"/>
                </a:cubicBezTo>
                <a:cubicBezTo>
                  <a:pt x="1842184" y="261133"/>
                  <a:pt x="1857064" y="246253"/>
                  <a:pt x="1857064" y="227896"/>
                </a:cubicBezTo>
                <a:cubicBezTo>
                  <a:pt x="1857064" y="209539"/>
                  <a:pt x="1842184" y="194659"/>
                  <a:pt x="1823827" y="194659"/>
                </a:cubicBezTo>
                <a:cubicBezTo>
                  <a:pt x="1805470" y="194659"/>
                  <a:pt x="1790589" y="209539"/>
                  <a:pt x="1790589" y="227896"/>
                </a:cubicBezTo>
                <a:moveTo>
                  <a:pt x="1908514" y="202046"/>
                </a:moveTo>
                <a:cubicBezTo>
                  <a:pt x="1908514" y="220402"/>
                  <a:pt x="1923394" y="235283"/>
                  <a:pt x="1941751" y="235283"/>
                </a:cubicBezTo>
                <a:cubicBezTo>
                  <a:pt x="1960107" y="235283"/>
                  <a:pt x="1974989" y="220402"/>
                  <a:pt x="1974989" y="202046"/>
                </a:cubicBezTo>
                <a:cubicBezTo>
                  <a:pt x="1974989" y="183689"/>
                  <a:pt x="1960107" y="168808"/>
                  <a:pt x="1941751" y="168808"/>
                </a:cubicBezTo>
                <a:cubicBezTo>
                  <a:pt x="1923394" y="168808"/>
                  <a:pt x="1908514" y="183689"/>
                  <a:pt x="1908514" y="202046"/>
                </a:cubicBezTo>
                <a:moveTo>
                  <a:pt x="2051090" y="173181"/>
                </a:moveTo>
                <a:cubicBezTo>
                  <a:pt x="2051090" y="191538"/>
                  <a:pt x="2065971" y="206419"/>
                  <a:pt x="2084327" y="206419"/>
                </a:cubicBezTo>
                <a:cubicBezTo>
                  <a:pt x="2102684" y="206419"/>
                  <a:pt x="2117565" y="191538"/>
                  <a:pt x="2117565" y="173181"/>
                </a:cubicBezTo>
                <a:cubicBezTo>
                  <a:pt x="2117565" y="154824"/>
                  <a:pt x="2102684" y="139943"/>
                  <a:pt x="2084327" y="139943"/>
                </a:cubicBezTo>
                <a:cubicBezTo>
                  <a:pt x="2065971" y="139943"/>
                  <a:pt x="2051090" y="154824"/>
                  <a:pt x="2051090" y="173181"/>
                </a:cubicBezTo>
                <a:moveTo>
                  <a:pt x="2169031" y="143014"/>
                </a:moveTo>
                <a:cubicBezTo>
                  <a:pt x="2169031" y="161371"/>
                  <a:pt x="2183912" y="176252"/>
                  <a:pt x="2202268" y="176252"/>
                </a:cubicBezTo>
                <a:cubicBezTo>
                  <a:pt x="2220625" y="176252"/>
                  <a:pt x="2235506" y="161371"/>
                  <a:pt x="2235506" y="143014"/>
                </a:cubicBezTo>
                <a:cubicBezTo>
                  <a:pt x="2235506" y="124658"/>
                  <a:pt x="2220625" y="109777"/>
                  <a:pt x="2202268" y="109777"/>
                </a:cubicBezTo>
                <a:cubicBezTo>
                  <a:pt x="2183912" y="109777"/>
                  <a:pt x="2169031" y="124658"/>
                  <a:pt x="2169031" y="143014"/>
                </a:cubicBezTo>
                <a:moveTo>
                  <a:pt x="2304134" y="122985"/>
                </a:moveTo>
                <a:cubicBezTo>
                  <a:pt x="2304134" y="141341"/>
                  <a:pt x="2319015" y="156222"/>
                  <a:pt x="2337372" y="156222"/>
                </a:cubicBezTo>
                <a:cubicBezTo>
                  <a:pt x="2355729" y="156222"/>
                  <a:pt x="2370610" y="141341"/>
                  <a:pt x="2370610" y="122985"/>
                </a:cubicBezTo>
                <a:cubicBezTo>
                  <a:pt x="2370610" y="104628"/>
                  <a:pt x="2355729" y="89747"/>
                  <a:pt x="2337372" y="89747"/>
                </a:cubicBezTo>
                <a:cubicBezTo>
                  <a:pt x="2319015" y="89747"/>
                  <a:pt x="2304134" y="104628"/>
                  <a:pt x="2304134" y="122985"/>
                </a:cubicBezTo>
                <a:moveTo>
                  <a:pt x="2417126" y="101881"/>
                </a:moveTo>
                <a:cubicBezTo>
                  <a:pt x="2417126" y="120237"/>
                  <a:pt x="2432007" y="135119"/>
                  <a:pt x="2450363" y="135119"/>
                </a:cubicBezTo>
                <a:cubicBezTo>
                  <a:pt x="2468720" y="135119"/>
                  <a:pt x="2483601" y="120237"/>
                  <a:pt x="2483601" y="101881"/>
                </a:cubicBezTo>
                <a:cubicBezTo>
                  <a:pt x="2483601" y="83524"/>
                  <a:pt x="2468720" y="68643"/>
                  <a:pt x="2450363" y="68643"/>
                </a:cubicBezTo>
                <a:cubicBezTo>
                  <a:pt x="2432007" y="68643"/>
                  <a:pt x="2417126" y="83524"/>
                  <a:pt x="2417126" y="101881"/>
                </a:cubicBezTo>
                <a:moveTo>
                  <a:pt x="2559647" y="74000"/>
                </a:moveTo>
                <a:cubicBezTo>
                  <a:pt x="2559647" y="92357"/>
                  <a:pt x="2574528" y="107238"/>
                  <a:pt x="2592885" y="107238"/>
                </a:cubicBezTo>
                <a:cubicBezTo>
                  <a:pt x="2611241" y="107238"/>
                  <a:pt x="2626122" y="92357"/>
                  <a:pt x="2626122" y="74000"/>
                </a:cubicBezTo>
                <a:cubicBezTo>
                  <a:pt x="2626122" y="55643"/>
                  <a:pt x="2611241" y="40762"/>
                  <a:pt x="2592885" y="40762"/>
                </a:cubicBezTo>
                <a:cubicBezTo>
                  <a:pt x="2574528" y="40762"/>
                  <a:pt x="2559647" y="55643"/>
                  <a:pt x="2559647" y="74000"/>
                </a:cubicBezTo>
                <a:moveTo>
                  <a:pt x="2672727" y="52286"/>
                </a:moveTo>
                <a:cubicBezTo>
                  <a:pt x="2672727" y="70643"/>
                  <a:pt x="2687609" y="85523"/>
                  <a:pt x="2705965" y="85523"/>
                </a:cubicBezTo>
                <a:cubicBezTo>
                  <a:pt x="2724322" y="85523"/>
                  <a:pt x="2739203" y="70643"/>
                  <a:pt x="2739203" y="52286"/>
                </a:cubicBezTo>
                <a:cubicBezTo>
                  <a:pt x="2739203" y="33930"/>
                  <a:pt x="2724322" y="19048"/>
                  <a:pt x="2705965" y="19048"/>
                </a:cubicBezTo>
                <a:cubicBezTo>
                  <a:pt x="2687609" y="19048"/>
                  <a:pt x="2672727" y="33930"/>
                  <a:pt x="2672727" y="52286"/>
                </a:cubicBezTo>
                <a:moveTo>
                  <a:pt x="2807795" y="33238"/>
                </a:moveTo>
                <a:cubicBezTo>
                  <a:pt x="2807795" y="51594"/>
                  <a:pt x="2822677" y="66476"/>
                  <a:pt x="2841033" y="66476"/>
                </a:cubicBezTo>
                <a:cubicBezTo>
                  <a:pt x="2859390" y="66476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C6C6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8D23D-4BF0-4577-B0C9-83C07DD3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068466"/>
            <a:ext cx="2807795" cy="930316"/>
          </a:xfrm>
          <a:custGeom xmlns:a="http://schemas.openxmlformats.org/drawingml/2006/main">
            <a:pathLst>
              <a:path w="2807795" h="930316" fill="none">
                <a:moveTo>
                  <a:pt x="0" y="930316"/>
                </a:moveTo>
                <a:lnTo>
                  <a:pt x="125972" y="866823"/>
                </a:lnTo>
                <a:lnTo>
                  <a:pt x="256820" y="817698"/>
                </a:lnTo>
                <a:lnTo>
                  <a:pt x="364594" y="770666"/>
                </a:lnTo>
                <a:lnTo>
                  <a:pt x="504257" y="659551"/>
                </a:lnTo>
                <a:lnTo>
                  <a:pt x="614446" y="625268"/>
                </a:lnTo>
                <a:lnTo>
                  <a:pt x="769626" y="548605"/>
                </a:lnTo>
                <a:lnTo>
                  <a:pt x="890079" y="479810"/>
                </a:lnTo>
                <a:lnTo>
                  <a:pt x="1002990" y="431283"/>
                </a:lnTo>
                <a:lnTo>
                  <a:pt x="1132309" y="405496"/>
                </a:lnTo>
                <a:lnTo>
                  <a:pt x="1277565" y="363219"/>
                </a:lnTo>
                <a:lnTo>
                  <a:pt x="1392633" y="325730"/>
                </a:lnTo>
                <a:lnTo>
                  <a:pt x="1532657" y="267755"/>
                </a:lnTo>
                <a:lnTo>
                  <a:pt x="1648158" y="225518"/>
                </a:lnTo>
                <a:lnTo>
                  <a:pt x="1790589" y="176776"/>
                </a:lnTo>
                <a:lnTo>
                  <a:pt x="1908513" y="129557"/>
                </a:lnTo>
                <a:lnTo>
                  <a:pt x="2051090" y="91585"/>
                </a:lnTo>
                <a:lnTo>
                  <a:pt x="2169031" y="70122"/>
                </a:lnTo>
                <a:lnTo>
                  <a:pt x="2304134" y="19403"/>
                </a:lnTo>
                <a:lnTo>
                  <a:pt x="2417126" y="0"/>
                </a:lnTo>
                <a:lnTo>
                  <a:pt x="2559647" y="159860"/>
                </a:lnTo>
                <a:lnTo>
                  <a:pt x="2672727" y="145616"/>
                </a:lnTo>
                <a:lnTo>
                  <a:pt x="2807795" y="128125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C6C6C6"/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EF2C5-8C0F-4F84-8DAD-2D623CA6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035228"/>
            <a:ext cx="2874271" cy="996791"/>
          </a:xfrm>
          <a:custGeom xmlns:a="http://schemas.openxmlformats.org/drawingml/2006/main">
            <a:pathLst>
              <a:path w="2874271" h="996791">
                <a:moveTo>
                  <a:pt x="0" y="963553"/>
                </a:moveTo>
                <a:cubicBezTo>
                  <a:pt x="0" y="981910"/>
                  <a:pt x="14881" y="996791"/>
                  <a:pt x="33238" y="996791"/>
                </a:cubicBezTo>
                <a:cubicBezTo>
                  <a:pt x="51594" y="996791"/>
                  <a:pt x="66475" y="981910"/>
                  <a:pt x="66475" y="963553"/>
                </a:cubicBezTo>
                <a:cubicBezTo>
                  <a:pt x="66475" y="945197"/>
                  <a:pt x="51594" y="930315"/>
                  <a:pt x="33238" y="930315"/>
                </a:cubicBezTo>
                <a:cubicBezTo>
                  <a:pt x="14881" y="930315"/>
                  <a:pt x="0" y="945197"/>
                  <a:pt x="0" y="963553"/>
                </a:cubicBezTo>
                <a:moveTo>
                  <a:pt x="125972" y="900060"/>
                </a:moveTo>
                <a:cubicBezTo>
                  <a:pt x="125972" y="918417"/>
                  <a:pt x="140853" y="933298"/>
                  <a:pt x="159210" y="933298"/>
                </a:cubicBezTo>
                <a:cubicBezTo>
                  <a:pt x="177567" y="933298"/>
                  <a:pt x="192448" y="918417"/>
                  <a:pt x="192448" y="900060"/>
                </a:cubicBezTo>
                <a:cubicBezTo>
                  <a:pt x="192448" y="881704"/>
                  <a:pt x="177567" y="866823"/>
                  <a:pt x="159210" y="866823"/>
                </a:cubicBezTo>
                <a:cubicBezTo>
                  <a:pt x="140853" y="866823"/>
                  <a:pt x="125972" y="881704"/>
                  <a:pt x="125972" y="900060"/>
                </a:cubicBezTo>
                <a:moveTo>
                  <a:pt x="256820" y="850936"/>
                </a:moveTo>
                <a:cubicBezTo>
                  <a:pt x="256820" y="869293"/>
                  <a:pt x="271701" y="884174"/>
                  <a:pt x="290058" y="884174"/>
                </a:cubicBezTo>
                <a:cubicBezTo>
                  <a:pt x="308415" y="884174"/>
                  <a:pt x="323295" y="869293"/>
                  <a:pt x="323295" y="850936"/>
                </a:cubicBezTo>
                <a:cubicBezTo>
                  <a:pt x="323295" y="832579"/>
                  <a:pt x="308415" y="817698"/>
                  <a:pt x="290058" y="817698"/>
                </a:cubicBezTo>
                <a:cubicBezTo>
                  <a:pt x="271701" y="817698"/>
                  <a:pt x="256820" y="832579"/>
                  <a:pt x="256820" y="850936"/>
                </a:cubicBezTo>
                <a:moveTo>
                  <a:pt x="364594" y="803904"/>
                </a:moveTo>
                <a:cubicBezTo>
                  <a:pt x="364594" y="822260"/>
                  <a:pt x="379475" y="837142"/>
                  <a:pt x="397832" y="837142"/>
                </a:cubicBezTo>
                <a:cubicBezTo>
                  <a:pt x="416188" y="837142"/>
                  <a:pt x="431069" y="822260"/>
                  <a:pt x="431069" y="803904"/>
                </a:cubicBezTo>
                <a:cubicBezTo>
                  <a:pt x="431069" y="785547"/>
                  <a:pt x="416188" y="770667"/>
                  <a:pt x="397832" y="770667"/>
                </a:cubicBezTo>
                <a:cubicBezTo>
                  <a:pt x="379475" y="770667"/>
                  <a:pt x="364594" y="785547"/>
                  <a:pt x="364594" y="803904"/>
                </a:cubicBezTo>
                <a:moveTo>
                  <a:pt x="504257" y="692788"/>
                </a:moveTo>
                <a:cubicBezTo>
                  <a:pt x="504257" y="711145"/>
                  <a:pt x="519138" y="726026"/>
                  <a:pt x="537495" y="726026"/>
                </a:cubicBezTo>
                <a:cubicBezTo>
                  <a:pt x="555851" y="726026"/>
                  <a:pt x="570732" y="711145"/>
                  <a:pt x="570732" y="692788"/>
                </a:cubicBezTo>
                <a:cubicBezTo>
                  <a:pt x="570732" y="674432"/>
                  <a:pt x="555851" y="659551"/>
                  <a:pt x="537495" y="659551"/>
                </a:cubicBezTo>
                <a:cubicBezTo>
                  <a:pt x="519138" y="659551"/>
                  <a:pt x="504257" y="674432"/>
                  <a:pt x="504257" y="692788"/>
                </a:cubicBezTo>
                <a:moveTo>
                  <a:pt x="614446" y="658506"/>
                </a:moveTo>
                <a:cubicBezTo>
                  <a:pt x="614446" y="676862"/>
                  <a:pt x="629327" y="691743"/>
                  <a:pt x="647684" y="691743"/>
                </a:cubicBezTo>
                <a:cubicBezTo>
                  <a:pt x="666040" y="691743"/>
                  <a:pt x="680921" y="676862"/>
                  <a:pt x="680921" y="658506"/>
                </a:cubicBezTo>
                <a:cubicBezTo>
                  <a:pt x="680921" y="640149"/>
                  <a:pt x="666040" y="625268"/>
                  <a:pt x="647684" y="625268"/>
                </a:cubicBezTo>
                <a:cubicBezTo>
                  <a:pt x="629327" y="625268"/>
                  <a:pt x="614446" y="640149"/>
                  <a:pt x="614446" y="658506"/>
                </a:cubicBezTo>
                <a:moveTo>
                  <a:pt x="769626" y="581842"/>
                </a:moveTo>
                <a:cubicBezTo>
                  <a:pt x="769626" y="600199"/>
                  <a:pt x="784506" y="615080"/>
                  <a:pt x="802863" y="615080"/>
                </a:cubicBezTo>
                <a:cubicBezTo>
                  <a:pt x="821220" y="615080"/>
                  <a:pt x="836101" y="600199"/>
                  <a:pt x="836101" y="581842"/>
                </a:cubicBezTo>
                <a:cubicBezTo>
                  <a:pt x="836101" y="563486"/>
                  <a:pt x="821220" y="548605"/>
                  <a:pt x="802863" y="548605"/>
                </a:cubicBezTo>
                <a:cubicBezTo>
                  <a:pt x="784506" y="548605"/>
                  <a:pt x="769626" y="563486"/>
                  <a:pt x="769626" y="581842"/>
                </a:cubicBezTo>
                <a:moveTo>
                  <a:pt x="890079" y="513048"/>
                </a:moveTo>
                <a:cubicBezTo>
                  <a:pt x="890079" y="531404"/>
                  <a:pt x="904960" y="546285"/>
                  <a:pt x="923317" y="546285"/>
                </a:cubicBezTo>
                <a:cubicBezTo>
                  <a:pt x="941673" y="546285"/>
                  <a:pt x="956554" y="531404"/>
                  <a:pt x="956554" y="513048"/>
                </a:cubicBezTo>
                <a:cubicBezTo>
                  <a:pt x="956554" y="494691"/>
                  <a:pt x="941673" y="479810"/>
                  <a:pt x="923317" y="479810"/>
                </a:cubicBezTo>
                <a:cubicBezTo>
                  <a:pt x="904960" y="479810"/>
                  <a:pt x="890079" y="494691"/>
                  <a:pt x="890079" y="513048"/>
                </a:cubicBezTo>
                <a:moveTo>
                  <a:pt x="1002990" y="464521"/>
                </a:moveTo>
                <a:cubicBezTo>
                  <a:pt x="1002990" y="482878"/>
                  <a:pt x="1017871" y="497758"/>
                  <a:pt x="1036227" y="497758"/>
                </a:cubicBezTo>
                <a:cubicBezTo>
                  <a:pt x="1054584" y="497758"/>
                  <a:pt x="1069465" y="482878"/>
                  <a:pt x="1069465" y="464521"/>
                </a:cubicBezTo>
                <a:cubicBezTo>
                  <a:pt x="1069465" y="446165"/>
                  <a:pt x="1054584" y="431283"/>
                  <a:pt x="1036227" y="431283"/>
                </a:cubicBezTo>
                <a:cubicBezTo>
                  <a:pt x="1017871" y="431283"/>
                  <a:pt x="1002990" y="446165"/>
                  <a:pt x="1002990" y="464521"/>
                </a:cubicBezTo>
                <a:moveTo>
                  <a:pt x="1132309" y="438733"/>
                </a:moveTo>
                <a:cubicBezTo>
                  <a:pt x="1132309" y="457090"/>
                  <a:pt x="1147190" y="471971"/>
                  <a:pt x="1165547" y="471971"/>
                </a:cubicBezTo>
                <a:cubicBezTo>
                  <a:pt x="1183903" y="471971"/>
                  <a:pt x="1198784" y="457090"/>
                  <a:pt x="1198784" y="438733"/>
                </a:cubicBezTo>
                <a:cubicBezTo>
                  <a:pt x="1198784" y="420377"/>
                  <a:pt x="1183903" y="405496"/>
                  <a:pt x="1165547" y="405496"/>
                </a:cubicBezTo>
                <a:cubicBezTo>
                  <a:pt x="1147190" y="405496"/>
                  <a:pt x="1132309" y="420377"/>
                  <a:pt x="1132309" y="438733"/>
                </a:cubicBezTo>
                <a:moveTo>
                  <a:pt x="1277565" y="396456"/>
                </a:moveTo>
                <a:cubicBezTo>
                  <a:pt x="1277565" y="414813"/>
                  <a:pt x="1292446" y="429694"/>
                  <a:pt x="1310802" y="429694"/>
                </a:cubicBezTo>
                <a:cubicBezTo>
                  <a:pt x="1329159" y="429694"/>
                  <a:pt x="1344040" y="414813"/>
                  <a:pt x="1344040" y="396456"/>
                </a:cubicBezTo>
                <a:cubicBezTo>
                  <a:pt x="1344040" y="378100"/>
                  <a:pt x="1329159" y="363219"/>
                  <a:pt x="1310802" y="363219"/>
                </a:cubicBezTo>
                <a:cubicBezTo>
                  <a:pt x="1292446" y="363219"/>
                  <a:pt x="1277565" y="378100"/>
                  <a:pt x="1277565" y="396456"/>
                </a:cubicBezTo>
                <a:moveTo>
                  <a:pt x="1392633" y="358967"/>
                </a:moveTo>
                <a:cubicBezTo>
                  <a:pt x="1392633" y="377324"/>
                  <a:pt x="1407514" y="392205"/>
                  <a:pt x="1425870" y="392205"/>
                </a:cubicBezTo>
                <a:cubicBezTo>
                  <a:pt x="1444227" y="392205"/>
                  <a:pt x="1459108" y="377324"/>
                  <a:pt x="1459108" y="358967"/>
                </a:cubicBezTo>
                <a:cubicBezTo>
                  <a:pt x="1459108" y="340611"/>
                  <a:pt x="1444227" y="325730"/>
                  <a:pt x="1425870" y="325730"/>
                </a:cubicBezTo>
                <a:cubicBezTo>
                  <a:pt x="1407514" y="325730"/>
                  <a:pt x="1392633" y="340611"/>
                  <a:pt x="1392633" y="358967"/>
                </a:cubicBezTo>
                <a:moveTo>
                  <a:pt x="1532657" y="300993"/>
                </a:moveTo>
                <a:cubicBezTo>
                  <a:pt x="1532657" y="319349"/>
                  <a:pt x="1547538" y="334231"/>
                  <a:pt x="1565895" y="334231"/>
                </a:cubicBezTo>
                <a:cubicBezTo>
                  <a:pt x="1584252" y="334231"/>
                  <a:pt x="1599132" y="319349"/>
                  <a:pt x="1599132" y="300993"/>
                </a:cubicBezTo>
                <a:cubicBezTo>
                  <a:pt x="1599132" y="282636"/>
                  <a:pt x="1584252" y="267755"/>
                  <a:pt x="1565895" y="267755"/>
                </a:cubicBezTo>
                <a:cubicBezTo>
                  <a:pt x="1547538" y="267755"/>
                  <a:pt x="1532657" y="282636"/>
                  <a:pt x="1532657" y="300993"/>
                </a:cubicBezTo>
                <a:moveTo>
                  <a:pt x="1648158" y="258755"/>
                </a:moveTo>
                <a:cubicBezTo>
                  <a:pt x="1648158" y="277112"/>
                  <a:pt x="1663039" y="291993"/>
                  <a:pt x="1681396" y="291993"/>
                </a:cubicBezTo>
                <a:cubicBezTo>
                  <a:pt x="1699752" y="291993"/>
                  <a:pt x="1714633" y="277112"/>
                  <a:pt x="1714633" y="258755"/>
                </a:cubicBezTo>
                <a:cubicBezTo>
                  <a:pt x="1714633" y="240399"/>
                  <a:pt x="1699752" y="225518"/>
                  <a:pt x="1681396" y="225518"/>
                </a:cubicBezTo>
                <a:cubicBezTo>
                  <a:pt x="1663039" y="225518"/>
                  <a:pt x="1648158" y="240399"/>
                  <a:pt x="1648158" y="258755"/>
                </a:cubicBezTo>
                <a:moveTo>
                  <a:pt x="1790589" y="210014"/>
                </a:moveTo>
                <a:cubicBezTo>
                  <a:pt x="1790589" y="228370"/>
                  <a:pt x="1805470" y="243251"/>
                  <a:pt x="1823827" y="243251"/>
                </a:cubicBezTo>
                <a:cubicBezTo>
                  <a:pt x="1842183" y="243251"/>
                  <a:pt x="1857064" y="228370"/>
                  <a:pt x="1857064" y="210014"/>
                </a:cubicBezTo>
                <a:cubicBezTo>
                  <a:pt x="1857064" y="191657"/>
                  <a:pt x="1842183" y="176776"/>
                  <a:pt x="1823827" y="176776"/>
                </a:cubicBezTo>
                <a:cubicBezTo>
                  <a:pt x="1805470" y="176776"/>
                  <a:pt x="1790589" y="191657"/>
                  <a:pt x="1790589" y="210014"/>
                </a:cubicBezTo>
                <a:moveTo>
                  <a:pt x="1908513" y="162795"/>
                </a:moveTo>
                <a:cubicBezTo>
                  <a:pt x="1908513" y="181151"/>
                  <a:pt x="1923394" y="196032"/>
                  <a:pt x="1941751" y="196032"/>
                </a:cubicBezTo>
                <a:cubicBezTo>
                  <a:pt x="1960107" y="196032"/>
                  <a:pt x="1974988" y="181151"/>
                  <a:pt x="1974988" y="162795"/>
                </a:cubicBezTo>
                <a:cubicBezTo>
                  <a:pt x="1974988" y="144438"/>
                  <a:pt x="1960107" y="129557"/>
                  <a:pt x="1941751" y="129557"/>
                </a:cubicBezTo>
                <a:cubicBezTo>
                  <a:pt x="1923394" y="129557"/>
                  <a:pt x="1908513" y="144438"/>
                  <a:pt x="1908513" y="162795"/>
                </a:cubicBezTo>
                <a:moveTo>
                  <a:pt x="2051090" y="124823"/>
                </a:moveTo>
                <a:cubicBezTo>
                  <a:pt x="2051090" y="143180"/>
                  <a:pt x="2065971" y="158061"/>
                  <a:pt x="2084327" y="158061"/>
                </a:cubicBezTo>
                <a:cubicBezTo>
                  <a:pt x="2102684" y="158061"/>
                  <a:pt x="2117565" y="143180"/>
                  <a:pt x="2117565" y="124823"/>
                </a:cubicBezTo>
                <a:cubicBezTo>
                  <a:pt x="2117565" y="106467"/>
                  <a:pt x="2102684" y="91586"/>
                  <a:pt x="2084327" y="91586"/>
                </a:cubicBezTo>
                <a:cubicBezTo>
                  <a:pt x="2065971" y="91586"/>
                  <a:pt x="2051090" y="106467"/>
                  <a:pt x="2051090" y="124823"/>
                </a:cubicBezTo>
                <a:moveTo>
                  <a:pt x="2169031" y="103359"/>
                </a:moveTo>
                <a:cubicBezTo>
                  <a:pt x="2169031" y="121716"/>
                  <a:pt x="2183912" y="136597"/>
                  <a:pt x="2202268" y="136597"/>
                </a:cubicBezTo>
                <a:cubicBezTo>
                  <a:pt x="2220625" y="136597"/>
                  <a:pt x="2235506" y="121716"/>
                  <a:pt x="2235506" y="103359"/>
                </a:cubicBezTo>
                <a:cubicBezTo>
                  <a:pt x="2235506" y="85002"/>
                  <a:pt x="2220625" y="70121"/>
                  <a:pt x="2202268" y="70121"/>
                </a:cubicBezTo>
                <a:cubicBezTo>
                  <a:pt x="2183912" y="70121"/>
                  <a:pt x="2169031" y="85002"/>
                  <a:pt x="2169031" y="103359"/>
                </a:cubicBezTo>
                <a:moveTo>
                  <a:pt x="2304134" y="52641"/>
                </a:moveTo>
                <a:cubicBezTo>
                  <a:pt x="2304134" y="70997"/>
                  <a:pt x="2319015" y="85878"/>
                  <a:pt x="2337372" y="85878"/>
                </a:cubicBezTo>
                <a:cubicBezTo>
                  <a:pt x="2355728" y="85878"/>
                  <a:pt x="2370609" y="70997"/>
                  <a:pt x="2370609" y="52641"/>
                </a:cubicBezTo>
                <a:cubicBezTo>
                  <a:pt x="2370609" y="34284"/>
                  <a:pt x="2355728" y="19403"/>
                  <a:pt x="2337372" y="19403"/>
                </a:cubicBezTo>
                <a:cubicBezTo>
                  <a:pt x="2319015" y="19403"/>
                  <a:pt x="2304134" y="34284"/>
                  <a:pt x="2304134" y="52641"/>
                </a:cubicBezTo>
                <a:moveTo>
                  <a:pt x="2417126" y="33238"/>
                </a:moveTo>
                <a:cubicBezTo>
                  <a:pt x="2417126" y="51594"/>
                  <a:pt x="2432007" y="66475"/>
                  <a:pt x="2450363" y="66475"/>
                </a:cubicBezTo>
                <a:cubicBezTo>
                  <a:pt x="2468720" y="66475"/>
                  <a:pt x="2483601" y="51594"/>
                  <a:pt x="2483601" y="33238"/>
                </a:cubicBezTo>
                <a:cubicBezTo>
                  <a:pt x="2483601" y="14881"/>
                  <a:pt x="2468720" y="0"/>
                  <a:pt x="2450363" y="0"/>
                </a:cubicBezTo>
                <a:cubicBezTo>
                  <a:pt x="2432007" y="0"/>
                  <a:pt x="2417126" y="14881"/>
                  <a:pt x="2417126" y="33238"/>
                </a:cubicBezTo>
                <a:moveTo>
                  <a:pt x="2559647" y="193098"/>
                </a:moveTo>
                <a:cubicBezTo>
                  <a:pt x="2559647" y="211454"/>
                  <a:pt x="2574528" y="226335"/>
                  <a:pt x="2592885" y="226335"/>
                </a:cubicBezTo>
                <a:cubicBezTo>
                  <a:pt x="2611241" y="226335"/>
                  <a:pt x="2626122" y="211454"/>
                  <a:pt x="2626122" y="193098"/>
                </a:cubicBezTo>
                <a:cubicBezTo>
                  <a:pt x="2626122" y="174741"/>
                  <a:pt x="2611241" y="159860"/>
                  <a:pt x="2592885" y="159860"/>
                </a:cubicBezTo>
                <a:cubicBezTo>
                  <a:pt x="2574528" y="159860"/>
                  <a:pt x="2559647" y="174741"/>
                  <a:pt x="2559647" y="193098"/>
                </a:cubicBezTo>
                <a:moveTo>
                  <a:pt x="2672727" y="178854"/>
                </a:moveTo>
                <a:cubicBezTo>
                  <a:pt x="2672727" y="197210"/>
                  <a:pt x="2687608" y="212091"/>
                  <a:pt x="2705965" y="212091"/>
                </a:cubicBezTo>
                <a:cubicBezTo>
                  <a:pt x="2724322" y="212091"/>
                  <a:pt x="2739203" y="197210"/>
                  <a:pt x="2739203" y="178854"/>
                </a:cubicBezTo>
                <a:cubicBezTo>
                  <a:pt x="2739203" y="160497"/>
                  <a:pt x="2724322" y="145616"/>
                  <a:pt x="2705965" y="145616"/>
                </a:cubicBezTo>
                <a:cubicBezTo>
                  <a:pt x="2687608" y="145616"/>
                  <a:pt x="2672727" y="160497"/>
                  <a:pt x="2672727" y="178854"/>
                </a:cubicBezTo>
                <a:moveTo>
                  <a:pt x="2807795" y="161363"/>
                </a:moveTo>
                <a:cubicBezTo>
                  <a:pt x="2807795" y="179719"/>
                  <a:pt x="2822676" y="194600"/>
                  <a:pt x="2841033" y="194600"/>
                </a:cubicBezTo>
                <a:cubicBezTo>
                  <a:pt x="2859390" y="194600"/>
                  <a:pt x="2874271" y="179719"/>
                  <a:pt x="2874271" y="161363"/>
                </a:cubicBezTo>
                <a:cubicBezTo>
                  <a:pt x="2874271" y="143006"/>
                  <a:pt x="2859390" y="128125"/>
                  <a:pt x="2841033" y="128125"/>
                </a:cubicBezTo>
                <a:cubicBezTo>
                  <a:pt x="2822676" y="128125"/>
                  <a:pt x="2807795" y="143006"/>
                  <a:pt x="2807795" y="161363"/>
                </a:cubicBezTo>
                <a:close/>
              </a:path>
            </a:pathLst>
          </a:custGeom>
          <a:solidFill xmlns:a="http://schemas.openxmlformats.org/drawingml/2006/main">
            <a:srgbClr val="C6C6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0782FC-3C02-4076-A7A0-DE2D1B39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3645417"/>
            <a:ext cx="2807795" cy="703745"/>
          </a:xfrm>
          <a:custGeom xmlns:a="http://schemas.openxmlformats.org/drawingml/2006/main">
            <a:pathLst>
              <a:path w="2807795" h="703745" fill="none">
                <a:moveTo>
                  <a:pt x="0" y="703745"/>
                </a:moveTo>
                <a:lnTo>
                  <a:pt x="125972" y="649029"/>
                </a:lnTo>
                <a:lnTo>
                  <a:pt x="256820" y="584187"/>
                </a:lnTo>
                <a:lnTo>
                  <a:pt x="364594" y="551104"/>
                </a:lnTo>
                <a:lnTo>
                  <a:pt x="504257" y="487260"/>
                </a:lnTo>
                <a:lnTo>
                  <a:pt x="614446" y="462773"/>
                </a:lnTo>
                <a:lnTo>
                  <a:pt x="769625" y="386655"/>
                </a:lnTo>
                <a:lnTo>
                  <a:pt x="890079" y="354402"/>
                </a:lnTo>
                <a:lnTo>
                  <a:pt x="1002990" y="266845"/>
                </a:lnTo>
                <a:lnTo>
                  <a:pt x="1132309" y="250827"/>
                </a:lnTo>
                <a:lnTo>
                  <a:pt x="1277565" y="224296"/>
                </a:lnTo>
                <a:lnTo>
                  <a:pt x="1392633" y="213420"/>
                </a:lnTo>
                <a:lnTo>
                  <a:pt x="1532658" y="180763"/>
                </a:lnTo>
                <a:lnTo>
                  <a:pt x="1648158" y="156114"/>
                </a:lnTo>
                <a:lnTo>
                  <a:pt x="1790589" y="133705"/>
                </a:lnTo>
                <a:lnTo>
                  <a:pt x="1908513" y="110434"/>
                </a:lnTo>
                <a:lnTo>
                  <a:pt x="2051090" y="85261"/>
                </a:lnTo>
                <a:lnTo>
                  <a:pt x="2169030" y="67732"/>
                </a:lnTo>
                <a:lnTo>
                  <a:pt x="2304134" y="62425"/>
                </a:lnTo>
                <a:lnTo>
                  <a:pt x="2417126" y="40422"/>
                </a:lnTo>
                <a:lnTo>
                  <a:pt x="2559647" y="23285"/>
                </a:lnTo>
                <a:lnTo>
                  <a:pt x="2672727" y="15280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C6C6C6"/>
            </a:solidFill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B1E99D-187F-4F6A-BEE2-DC50E867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3612180"/>
            <a:ext cx="2874271" cy="770220"/>
          </a:xfrm>
          <a:custGeom xmlns:a="http://schemas.openxmlformats.org/drawingml/2006/main">
            <a:pathLst>
              <a:path w="2874271" h="770220">
                <a:moveTo>
                  <a:pt x="0" y="736983"/>
                </a:moveTo>
                <a:cubicBezTo>
                  <a:pt x="0" y="755339"/>
                  <a:pt x="14881" y="770220"/>
                  <a:pt x="33238" y="770220"/>
                </a:cubicBezTo>
                <a:cubicBezTo>
                  <a:pt x="51594" y="770220"/>
                  <a:pt x="66475" y="755339"/>
                  <a:pt x="66475" y="736983"/>
                </a:cubicBezTo>
                <a:cubicBezTo>
                  <a:pt x="66475" y="718626"/>
                  <a:pt x="51594" y="703745"/>
                  <a:pt x="33238" y="703745"/>
                </a:cubicBezTo>
                <a:cubicBezTo>
                  <a:pt x="14881" y="703745"/>
                  <a:pt x="0" y="718626"/>
                  <a:pt x="0" y="736983"/>
                </a:cubicBezTo>
                <a:moveTo>
                  <a:pt x="125972" y="682267"/>
                </a:moveTo>
                <a:cubicBezTo>
                  <a:pt x="125972" y="700624"/>
                  <a:pt x="140853" y="715505"/>
                  <a:pt x="159210" y="715505"/>
                </a:cubicBezTo>
                <a:cubicBezTo>
                  <a:pt x="177567" y="715505"/>
                  <a:pt x="192448" y="700624"/>
                  <a:pt x="192448" y="682267"/>
                </a:cubicBezTo>
                <a:cubicBezTo>
                  <a:pt x="192448" y="663911"/>
                  <a:pt x="177567" y="649030"/>
                  <a:pt x="159210" y="649030"/>
                </a:cubicBezTo>
                <a:cubicBezTo>
                  <a:pt x="140853" y="649030"/>
                  <a:pt x="125972" y="663911"/>
                  <a:pt x="125972" y="682267"/>
                </a:cubicBezTo>
                <a:moveTo>
                  <a:pt x="256821" y="617425"/>
                </a:moveTo>
                <a:cubicBezTo>
                  <a:pt x="256821" y="635781"/>
                  <a:pt x="271701" y="650662"/>
                  <a:pt x="290058" y="650662"/>
                </a:cubicBezTo>
                <a:cubicBezTo>
                  <a:pt x="308415" y="650662"/>
                  <a:pt x="323296" y="635781"/>
                  <a:pt x="323296" y="617425"/>
                </a:cubicBezTo>
                <a:cubicBezTo>
                  <a:pt x="323296" y="599068"/>
                  <a:pt x="308415" y="584187"/>
                  <a:pt x="290058" y="584187"/>
                </a:cubicBezTo>
                <a:cubicBezTo>
                  <a:pt x="271701" y="584187"/>
                  <a:pt x="256821" y="599068"/>
                  <a:pt x="256821" y="617425"/>
                </a:cubicBezTo>
                <a:moveTo>
                  <a:pt x="364594" y="584341"/>
                </a:moveTo>
                <a:cubicBezTo>
                  <a:pt x="364594" y="602698"/>
                  <a:pt x="379475" y="617579"/>
                  <a:pt x="397832" y="617579"/>
                </a:cubicBezTo>
                <a:cubicBezTo>
                  <a:pt x="416188" y="617579"/>
                  <a:pt x="431070" y="602698"/>
                  <a:pt x="431070" y="584341"/>
                </a:cubicBezTo>
                <a:cubicBezTo>
                  <a:pt x="431070" y="565985"/>
                  <a:pt x="416188" y="551104"/>
                  <a:pt x="397832" y="551104"/>
                </a:cubicBezTo>
                <a:cubicBezTo>
                  <a:pt x="379475" y="551104"/>
                  <a:pt x="364594" y="565985"/>
                  <a:pt x="364594" y="584341"/>
                </a:cubicBezTo>
                <a:moveTo>
                  <a:pt x="504257" y="520498"/>
                </a:moveTo>
                <a:cubicBezTo>
                  <a:pt x="504257" y="538854"/>
                  <a:pt x="519138" y="553736"/>
                  <a:pt x="537495" y="553736"/>
                </a:cubicBezTo>
                <a:cubicBezTo>
                  <a:pt x="555851" y="553736"/>
                  <a:pt x="570732" y="538854"/>
                  <a:pt x="570732" y="520498"/>
                </a:cubicBezTo>
                <a:cubicBezTo>
                  <a:pt x="570732" y="502141"/>
                  <a:pt x="555851" y="487260"/>
                  <a:pt x="537495" y="487260"/>
                </a:cubicBezTo>
                <a:cubicBezTo>
                  <a:pt x="519138" y="487260"/>
                  <a:pt x="504257" y="502141"/>
                  <a:pt x="504257" y="520498"/>
                </a:cubicBezTo>
                <a:moveTo>
                  <a:pt x="614446" y="496011"/>
                </a:moveTo>
                <a:cubicBezTo>
                  <a:pt x="614446" y="514367"/>
                  <a:pt x="629327" y="529248"/>
                  <a:pt x="647684" y="529248"/>
                </a:cubicBezTo>
                <a:cubicBezTo>
                  <a:pt x="666041" y="529248"/>
                  <a:pt x="680922" y="514367"/>
                  <a:pt x="680922" y="496011"/>
                </a:cubicBezTo>
                <a:cubicBezTo>
                  <a:pt x="680922" y="477654"/>
                  <a:pt x="666041" y="462773"/>
                  <a:pt x="647684" y="462773"/>
                </a:cubicBezTo>
                <a:cubicBezTo>
                  <a:pt x="629327" y="462773"/>
                  <a:pt x="614446" y="477654"/>
                  <a:pt x="614446" y="496011"/>
                </a:cubicBezTo>
                <a:moveTo>
                  <a:pt x="769626" y="419893"/>
                </a:moveTo>
                <a:cubicBezTo>
                  <a:pt x="769626" y="438249"/>
                  <a:pt x="784507" y="453130"/>
                  <a:pt x="802863" y="453130"/>
                </a:cubicBezTo>
                <a:cubicBezTo>
                  <a:pt x="821220" y="453130"/>
                  <a:pt x="836101" y="438249"/>
                  <a:pt x="836101" y="419893"/>
                </a:cubicBezTo>
                <a:cubicBezTo>
                  <a:pt x="836101" y="401536"/>
                  <a:pt x="821220" y="386655"/>
                  <a:pt x="802863" y="386655"/>
                </a:cubicBezTo>
                <a:cubicBezTo>
                  <a:pt x="784507" y="386655"/>
                  <a:pt x="769626" y="401536"/>
                  <a:pt x="769626" y="419893"/>
                </a:cubicBezTo>
                <a:moveTo>
                  <a:pt x="890079" y="387640"/>
                </a:moveTo>
                <a:cubicBezTo>
                  <a:pt x="890079" y="405997"/>
                  <a:pt x="904960" y="420877"/>
                  <a:pt x="923317" y="420877"/>
                </a:cubicBezTo>
                <a:cubicBezTo>
                  <a:pt x="941673" y="420877"/>
                  <a:pt x="956554" y="405997"/>
                  <a:pt x="956554" y="387640"/>
                </a:cubicBezTo>
                <a:cubicBezTo>
                  <a:pt x="956554" y="369283"/>
                  <a:pt x="941673" y="354402"/>
                  <a:pt x="923317" y="354402"/>
                </a:cubicBezTo>
                <a:cubicBezTo>
                  <a:pt x="904960" y="354402"/>
                  <a:pt x="890079" y="369283"/>
                  <a:pt x="890079" y="387640"/>
                </a:cubicBezTo>
                <a:moveTo>
                  <a:pt x="1002990" y="300083"/>
                </a:moveTo>
                <a:cubicBezTo>
                  <a:pt x="1002990" y="318439"/>
                  <a:pt x="1017871" y="333320"/>
                  <a:pt x="1036227" y="333320"/>
                </a:cubicBezTo>
                <a:cubicBezTo>
                  <a:pt x="1054584" y="333320"/>
                  <a:pt x="1069465" y="318439"/>
                  <a:pt x="1069465" y="300083"/>
                </a:cubicBezTo>
                <a:cubicBezTo>
                  <a:pt x="1069465" y="281726"/>
                  <a:pt x="1054584" y="266845"/>
                  <a:pt x="1036227" y="266845"/>
                </a:cubicBezTo>
                <a:cubicBezTo>
                  <a:pt x="1017871" y="266845"/>
                  <a:pt x="1002990" y="281726"/>
                  <a:pt x="1002990" y="300083"/>
                </a:cubicBezTo>
                <a:moveTo>
                  <a:pt x="1132309" y="284065"/>
                </a:moveTo>
                <a:cubicBezTo>
                  <a:pt x="1132309" y="302422"/>
                  <a:pt x="1147190" y="317303"/>
                  <a:pt x="1165547" y="317303"/>
                </a:cubicBezTo>
                <a:cubicBezTo>
                  <a:pt x="1183904" y="317303"/>
                  <a:pt x="1198784" y="302422"/>
                  <a:pt x="1198784" y="284065"/>
                </a:cubicBezTo>
                <a:cubicBezTo>
                  <a:pt x="1198784" y="265709"/>
                  <a:pt x="1183904" y="250828"/>
                  <a:pt x="1165547" y="250828"/>
                </a:cubicBezTo>
                <a:cubicBezTo>
                  <a:pt x="1147190" y="250828"/>
                  <a:pt x="1132309" y="265709"/>
                  <a:pt x="1132309" y="284065"/>
                </a:cubicBezTo>
                <a:moveTo>
                  <a:pt x="1277565" y="257534"/>
                </a:moveTo>
                <a:cubicBezTo>
                  <a:pt x="1277565" y="275890"/>
                  <a:pt x="1292446" y="290772"/>
                  <a:pt x="1310802" y="290772"/>
                </a:cubicBezTo>
                <a:cubicBezTo>
                  <a:pt x="1329159" y="290772"/>
                  <a:pt x="1344040" y="275890"/>
                  <a:pt x="1344040" y="257534"/>
                </a:cubicBezTo>
                <a:cubicBezTo>
                  <a:pt x="1344040" y="239177"/>
                  <a:pt x="1329159" y="224296"/>
                  <a:pt x="1310802" y="224296"/>
                </a:cubicBezTo>
                <a:cubicBezTo>
                  <a:pt x="1292446" y="224296"/>
                  <a:pt x="1277565" y="239177"/>
                  <a:pt x="1277565" y="257534"/>
                </a:cubicBezTo>
                <a:moveTo>
                  <a:pt x="1392633" y="246657"/>
                </a:moveTo>
                <a:cubicBezTo>
                  <a:pt x="1392633" y="265014"/>
                  <a:pt x="1407514" y="279895"/>
                  <a:pt x="1425871" y="279895"/>
                </a:cubicBezTo>
                <a:cubicBezTo>
                  <a:pt x="1444227" y="279895"/>
                  <a:pt x="1459108" y="265014"/>
                  <a:pt x="1459108" y="246657"/>
                </a:cubicBezTo>
                <a:cubicBezTo>
                  <a:pt x="1459108" y="228301"/>
                  <a:pt x="1444227" y="213420"/>
                  <a:pt x="1425871" y="213420"/>
                </a:cubicBezTo>
                <a:cubicBezTo>
                  <a:pt x="1407514" y="213420"/>
                  <a:pt x="1392633" y="228301"/>
                  <a:pt x="1392633" y="246657"/>
                </a:cubicBezTo>
                <a:moveTo>
                  <a:pt x="1532658" y="214000"/>
                </a:moveTo>
                <a:cubicBezTo>
                  <a:pt x="1532658" y="232357"/>
                  <a:pt x="1547539" y="247238"/>
                  <a:pt x="1565895" y="247238"/>
                </a:cubicBezTo>
                <a:cubicBezTo>
                  <a:pt x="1584252" y="247238"/>
                  <a:pt x="1599133" y="232357"/>
                  <a:pt x="1599133" y="214000"/>
                </a:cubicBezTo>
                <a:cubicBezTo>
                  <a:pt x="1599133" y="195644"/>
                  <a:pt x="1584252" y="180763"/>
                  <a:pt x="1565895" y="180763"/>
                </a:cubicBezTo>
                <a:cubicBezTo>
                  <a:pt x="1547539" y="180763"/>
                  <a:pt x="1532658" y="195644"/>
                  <a:pt x="1532658" y="214000"/>
                </a:cubicBezTo>
                <a:moveTo>
                  <a:pt x="1648158" y="189351"/>
                </a:moveTo>
                <a:cubicBezTo>
                  <a:pt x="1648158" y="207708"/>
                  <a:pt x="1663039" y="222589"/>
                  <a:pt x="1681396" y="222589"/>
                </a:cubicBezTo>
                <a:cubicBezTo>
                  <a:pt x="1699752" y="222589"/>
                  <a:pt x="1714634" y="207708"/>
                  <a:pt x="1714634" y="189351"/>
                </a:cubicBezTo>
                <a:cubicBezTo>
                  <a:pt x="1714634" y="170995"/>
                  <a:pt x="1699752" y="156114"/>
                  <a:pt x="1681396" y="156114"/>
                </a:cubicBezTo>
                <a:cubicBezTo>
                  <a:pt x="1663039" y="156114"/>
                  <a:pt x="1648158" y="170995"/>
                  <a:pt x="1648158" y="189351"/>
                </a:cubicBezTo>
                <a:moveTo>
                  <a:pt x="1790589" y="166942"/>
                </a:moveTo>
                <a:cubicBezTo>
                  <a:pt x="1790589" y="185299"/>
                  <a:pt x="1805470" y="200180"/>
                  <a:pt x="1823827" y="200180"/>
                </a:cubicBezTo>
                <a:cubicBezTo>
                  <a:pt x="1842184" y="200180"/>
                  <a:pt x="1857064" y="185299"/>
                  <a:pt x="1857064" y="166942"/>
                </a:cubicBezTo>
                <a:cubicBezTo>
                  <a:pt x="1857064" y="148586"/>
                  <a:pt x="1842184" y="133705"/>
                  <a:pt x="1823827" y="133705"/>
                </a:cubicBezTo>
                <a:cubicBezTo>
                  <a:pt x="1805470" y="133705"/>
                  <a:pt x="1790589" y="148586"/>
                  <a:pt x="1790589" y="166942"/>
                </a:cubicBezTo>
                <a:moveTo>
                  <a:pt x="1908514" y="143672"/>
                </a:moveTo>
                <a:cubicBezTo>
                  <a:pt x="1908514" y="162029"/>
                  <a:pt x="1923394" y="176909"/>
                  <a:pt x="1941751" y="176909"/>
                </a:cubicBezTo>
                <a:cubicBezTo>
                  <a:pt x="1960107" y="176909"/>
                  <a:pt x="1974989" y="162029"/>
                  <a:pt x="1974989" y="143672"/>
                </a:cubicBezTo>
                <a:cubicBezTo>
                  <a:pt x="1974989" y="125316"/>
                  <a:pt x="1960107" y="110434"/>
                  <a:pt x="1941751" y="110434"/>
                </a:cubicBezTo>
                <a:cubicBezTo>
                  <a:pt x="1923394" y="110434"/>
                  <a:pt x="1908514" y="125316"/>
                  <a:pt x="1908514" y="143672"/>
                </a:cubicBezTo>
                <a:moveTo>
                  <a:pt x="2051090" y="118499"/>
                </a:moveTo>
                <a:cubicBezTo>
                  <a:pt x="2051090" y="136856"/>
                  <a:pt x="2065971" y="151737"/>
                  <a:pt x="2084327" y="151737"/>
                </a:cubicBezTo>
                <a:cubicBezTo>
                  <a:pt x="2102684" y="151737"/>
                  <a:pt x="2117565" y="136856"/>
                  <a:pt x="2117565" y="118499"/>
                </a:cubicBezTo>
                <a:cubicBezTo>
                  <a:pt x="2117565" y="100143"/>
                  <a:pt x="2102684" y="85262"/>
                  <a:pt x="2084327" y="85262"/>
                </a:cubicBezTo>
                <a:cubicBezTo>
                  <a:pt x="2065971" y="85262"/>
                  <a:pt x="2051090" y="100143"/>
                  <a:pt x="2051090" y="118499"/>
                </a:cubicBezTo>
                <a:moveTo>
                  <a:pt x="2169031" y="100969"/>
                </a:moveTo>
                <a:cubicBezTo>
                  <a:pt x="2169031" y="119326"/>
                  <a:pt x="2183912" y="134207"/>
                  <a:pt x="2202268" y="134207"/>
                </a:cubicBezTo>
                <a:cubicBezTo>
                  <a:pt x="2220625" y="134207"/>
                  <a:pt x="2235506" y="119326"/>
                  <a:pt x="2235506" y="100969"/>
                </a:cubicBezTo>
                <a:cubicBezTo>
                  <a:pt x="2235506" y="82613"/>
                  <a:pt x="2220625" y="67732"/>
                  <a:pt x="2202268" y="67732"/>
                </a:cubicBezTo>
                <a:cubicBezTo>
                  <a:pt x="2183912" y="67732"/>
                  <a:pt x="2169031" y="82613"/>
                  <a:pt x="2169031" y="100969"/>
                </a:cubicBezTo>
                <a:moveTo>
                  <a:pt x="2304134" y="95663"/>
                </a:moveTo>
                <a:cubicBezTo>
                  <a:pt x="2304134" y="114020"/>
                  <a:pt x="2319015" y="128901"/>
                  <a:pt x="2337372" y="128901"/>
                </a:cubicBezTo>
                <a:cubicBezTo>
                  <a:pt x="2355729" y="128901"/>
                  <a:pt x="2370610" y="114020"/>
                  <a:pt x="2370610" y="95663"/>
                </a:cubicBezTo>
                <a:cubicBezTo>
                  <a:pt x="2370610" y="77307"/>
                  <a:pt x="2355729" y="62425"/>
                  <a:pt x="2337372" y="62425"/>
                </a:cubicBezTo>
                <a:cubicBezTo>
                  <a:pt x="2319015" y="62425"/>
                  <a:pt x="2304134" y="77307"/>
                  <a:pt x="2304134" y="95663"/>
                </a:cubicBezTo>
                <a:moveTo>
                  <a:pt x="2417126" y="73660"/>
                </a:moveTo>
                <a:cubicBezTo>
                  <a:pt x="2417126" y="92016"/>
                  <a:pt x="2432007" y="106897"/>
                  <a:pt x="2450363" y="106897"/>
                </a:cubicBezTo>
                <a:cubicBezTo>
                  <a:pt x="2468720" y="106897"/>
                  <a:pt x="2483601" y="92016"/>
                  <a:pt x="2483601" y="73660"/>
                </a:cubicBezTo>
                <a:cubicBezTo>
                  <a:pt x="2483601" y="55303"/>
                  <a:pt x="2468720" y="40422"/>
                  <a:pt x="2450363" y="40422"/>
                </a:cubicBezTo>
                <a:cubicBezTo>
                  <a:pt x="2432007" y="40422"/>
                  <a:pt x="2417126" y="55303"/>
                  <a:pt x="2417126" y="73660"/>
                </a:cubicBezTo>
                <a:moveTo>
                  <a:pt x="2559647" y="56523"/>
                </a:moveTo>
                <a:cubicBezTo>
                  <a:pt x="2559647" y="74880"/>
                  <a:pt x="2574528" y="89760"/>
                  <a:pt x="2592885" y="89760"/>
                </a:cubicBezTo>
                <a:cubicBezTo>
                  <a:pt x="2611241" y="89760"/>
                  <a:pt x="2626122" y="74880"/>
                  <a:pt x="2626122" y="56523"/>
                </a:cubicBezTo>
                <a:cubicBezTo>
                  <a:pt x="2626122" y="38166"/>
                  <a:pt x="2611241" y="23285"/>
                  <a:pt x="2592885" y="23285"/>
                </a:cubicBezTo>
                <a:cubicBezTo>
                  <a:pt x="2574528" y="23285"/>
                  <a:pt x="2559647" y="38166"/>
                  <a:pt x="2559647" y="56523"/>
                </a:cubicBezTo>
                <a:moveTo>
                  <a:pt x="2672727" y="48517"/>
                </a:moveTo>
                <a:cubicBezTo>
                  <a:pt x="2672727" y="66874"/>
                  <a:pt x="2687609" y="81755"/>
                  <a:pt x="2705965" y="81755"/>
                </a:cubicBezTo>
                <a:cubicBezTo>
                  <a:pt x="2724322" y="81755"/>
                  <a:pt x="2739203" y="66874"/>
                  <a:pt x="2739203" y="48517"/>
                </a:cubicBezTo>
                <a:cubicBezTo>
                  <a:pt x="2739203" y="30161"/>
                  <a:pt x="2724322" y="15280"/>
                  <a:pt x="2705965" y="15280"/>
                </a:cubicBezTo>
                <a:cubicBezTo>
                  <a:pt x="2687609" y="15280"/>
                  <a:pt x="2672727" y="30161"/>
                  <a:pt x="2672727" y="48517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C6C6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16B349-0378-4C8B-A348-A37C70CC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779646"/>
            <a:ext cx="2807795" cy="1054983"/>
          </a:xfrm>
          <a:custGeom xmlns:a="http://schemas.openxmlformats.org/drawingml/2006/main">
            <a:pathLst>
              <a:path w="2807795" h="1054983" fill="none">
                <a:moveTo>
                  <a:pt x="0" y="1054983"/>
                </a:moveTo>
                <a:lnTo>
                  <a:pt x="125972" y="992052"/>
                </a:lnTo>
                <a:lnTo>
                  <a:pt x="256820" y="900441"/>
                </a:lnTo>
                <a:lnTo>
                  <a:pt x="364594" y="854442"/>
                </a:lnTo>
                <a:lnTo>
                  <a:pt x="504257" y="785720"/>
                </a:lnTo>
                <a:lnTo>
                  <a:pt x="614446" y="746850"/>
                </a:lnTo>
                <a:lnTo>
                  <a:pt x="769626" y="663075"/>
                </a:lnTo>
                <a:lnTo>
                  <a:pt x="890079" y="577506"/>
                </a:lnTo>
                <a:lnTo>
                  <a:pt x="1002990" y="522092"/>
                </a:lnTo>
                <a:lnTo>
                  <a:pt x="1132309" y="480277"/>
                </a:lnTo>
                <a:lnTo>
                  <a:pt x="1277565" y="429763"/>
                </a:lnTo>
                <a:lnTo>
                  <a:pt x="1392633" y="383411"/>
                </a:lnTo>
                <a:lnTo>
                  <a:pt x="1532657" y="332330"/>
                </a:lnTo>
                <a:lnTo>
                  <a:pt x="1648158" y="291361"/>
                </a:lnTo>
                <a:lnTo>
                  <a:pt x="1790589" y="240602"/>
                </a:lnTo>
                <a:lnTo>
                  <a:pt x="1908513" y="207133"/>
                </a:lnTo>
                <a:lnTo>
                  <a:pt x="2051090" y="168780"/>
                </a:lnTo>
                <a:lnTo>
                  <a:pt x="2169031" y="130733"/>
                </a:lnTo>
                <a:lnTo>
                  <a:pt x="2304134" y="92669"/>
                </a:lnTo>
                <a:lnTo>
                  <a:pt x="2417126" y="68999"/>
                </a:lnTo>
                <a:lnTo>
                  <a:pt x="2559647" y="30328"/>
                </a:lnTo>
                <a:lnTo>
                  <a:pt x="2672727" y="12170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00FF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3F748-A51F-41FA-8915-D1877819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746409"/>
            <a:ext cx="2874271" cy="1121459"/>
          </a:xfrm>
          <a:custGeom xmlns:a="http://schemas.openxmlformats.org/drawingml/2006/main">
            <a:pathLst>
              <a:path w="2874271" h="1121459">
                <a:moveTo>
                  <a:pt x="0" y="1088221"/>
                </a:moveTo>
                <a:cubicBezTo>
                  <a:pt x="0" y="1106577"/>
                  <a:pt x="14881" y="1121459"/>
                  <a:pt x="33238" y="1121459"/>
                </a:cubicBezTo>
                <a:cubicBezTo>
                  <a:pt x="51594" y="1121459"/>
                  <a:pt x="66475" y="1106577"/>
                  <a:pt x="66475" y="1088221"/>
                </a:cubicBezTo>
                <a:cubicBezTo>
                  <a:pt x="66475" y="1069864"/>
                  <a:pt x="51594" y="1054983"/>
                  <a:pt x="33238" y="1054983"/>
                </a:cubicBezTo>
                <a:cubicBezTo>
                  <a:pt x="14881" y="1054983"/>
                  <a:pt x="0" y="1069864"/>
                  <a:pt x="0" y="1088221"/>
                </a:cubicBezTo>
                <a:moveTo>
                  <a:pt x="125972" y="1025289"/>
                </a:moveTo>
                <a:cubicBezTo>
                  <a:pt x="125972" y="1043646"/>
                  <a:pt x="140853" y="1058527"/>
                  <a:pt x="159210" y="1058527"/>
                </a:cubicBezTo>
                <a:cubicBezTo>
                  <a:pt x="177567" y="1058527"/>
                  <a:pt x="192448" y="1043646"/>
                  <a:pt x="192448" y="1025289"/>
                </a:cubicBezTo>
                <a:cubicBezTo>
                  <a:pt x="192448" y="1006932"/>
                  <a:pt x="177567" y="992052"/>
                  <a:pt x="159210" y="992052"/>
                </a:cubicBezTo>
                <a:cubicBezTo>
                  <a:pt x="140853" y="992052"/>
                  <a:pt x="125972" y="1006932"/>
                  <a:pt x="125972" y="1025289"/>
                </a:cubicBezTo>
                <a:moveTo>
                  <a:pt x="256820" y="933678"/>
                </a:moveTo>
                <a:cubicBezTo>
                  <a:pt x="256820" y="952035"/>
                  <a:pt x="271701" y="966916"/>
                  <a:pt x="290058" y="966916"/>
                </a:cubicBezTo>
                <a:cubicBezTo>
                  <a:pt x="308415" y="966916"/>
                  <a:pt x="323295" y="952035"/>
                  <a:pt x="323295" y="933678"/>
                </a:cubicBezTo>
                <a:cubicBezTo>
                  <a:pt x="323295" y="915322"/>
                  <a:pt x="308415" y="900441"/>
                  <a:pt x="290058" y="900441"/>
                </a:cubicBezTo>
                <a:cubicBezTo>
                  <a:pt x="271701" y="900441"/>
                  <a:pt x="256820" y="915322"/>
                  <a:pt x="256820" y="933678"/>
                </a:cubicBezTo>
                <a:moveTo>
                  <a:pt x="364594" y="887679"/>
                </a:moveTo>
                <a:cubicBezTo>
                  <a:pt x="364594" y="906036"/>
                  <a:pt x="379475" y="920917"/>
                  <a:pt x="397832" y="920917"/>
                </a:cubicBezTo>
                <a:cubicBezTo>
                  <a:pt x="416188" y="920917"/>
                  <a:pt x="431069" y="906036"/>
                  <a:pt x="431069" y="887679"/>
                </a:cubicBezTo>
                <a:cubicBezTo>
                  <a:pt x="431069" y="869323"/>
                  <a:pt x="416188" y="854441"/>
                  <a:pt x="397832" y="854441"/>
                </a:cubicBezTo>
                <a:cubicBezTo>
                  <a:pt x="379475" y="854441"/>
                  <a:pt x="364594" y="869323"/>
                  <a:pt x="364594" y="887679"/>
                </a:cubicBezTo>
                <a:moveTo>
                  <a:pt x="504257" y="818957"/>
                </a:moveTo>
                <a:cubicBezTo>
                  <a:pt x="504257" y="837314"/>
                  <a:pt x="519138" y="852195"/>
                  <a:pt x="537495" y="852195"/>
                </a:cubicBezTo>
                <a:cubicBezTo>
                  <a:pt x="555851" y="852195"/>
                  <a:pt x="570732" y="837314"/>
                  <a:pt x="570732" y="818957"/>
                </a:cubicBezTo>
                <a:cubicBezTo>
                  <a:pt x="570732" y="800601"/>
                  <a:pt x="555851" y="785720"/>
                  <a:pt x="537495" y="785720"/>
                </a:cubicBezTo>
                <a:cubicBezTo>
                  <a:pt x="519138" y="785720"/>
                  <a:pt x="504257" y="800601"/>
                  <a:pt x="504257" y="818957"/>
                </a:cubicBezTo>
                <a:moveTo>
                  <a:pt x="614446" y="780088"/>
                </a:moveTo>
                <a:cubicBezTo>
                  <a:pt x="614446" y="798445"/>
                  <a:pt x="629327" y="813325"/>
                  <a:pt x="647684" y="813325"/>
                </a:cubicBezTo>
                <a:cubicBezTo>
                  <a:pt x="666040" y="813325"/>
                  <a:pt x="680921" y="798445"/>
                  <a:pt x="680921" y="780088"/>
                </a:cubicBezTo>
                <a:cubicBezTo>
                  <a:pt x="680921" y="761731"/>
                  <a:pt x="666040" y="746850"/>
                  <a:pt x="647684" y="746850"/>
                </a:cubicBezTo>
                <a:cubicBezTo>
                  <a:pt x="629327" y="746850"/>
                  <a:pt x="614446" y="761731"/>
                  <a:pt x="614446" y="780088"/>
                </a:cubicBezTo>
                <a:moveTo>
                  <a:pt x="769626" y="696313"/>
                </a:moveTo>
                <a:cubicBezTo>
                  <a:pt x="769626" y="714669"/>
                  <a:pt x="784506" y="729551"/>
                  <a:pt x="802863" y="729551"/>
                </a:cubicBezTo>
                <a:cubicBezTo>
                  <a:pt x="821220" y="729551"/>
                  <a:pt x="836101" y="714669"/>
                  <a:pt x="836101" y="696313"/>
                </a:cubicBezTo>
                <a:cubicBezTo>
                  <a:pt x="836101" y="677956"/>
                  <a:pt x="821220" y="663075"/>
                  <a:pt x="802863" y="663075"/>
                </a:cubicBezTo>
                <a:cubicBezTo>
                  <a:pt x="784506" y="663075"/>
                  <a:pt x="769626" y="677956"/>
                  <a:pt x="769626" y="696313"/>
                </a:cubicBezTo>
                <a:moveTo>
                  <a:pt x="890079" y="610744"/>
                </a:moveTo>
                <a:cubicBezTo>
                  <a:pt x="890079" y="629100"/>
                  <a:pt x="904960" y="643981"/>
                  <a:pt x="923317" y="643981"/>
                </a:cubicBezTo>
                <a:cubicBezTo>
                  <a:pt x="941673" y="643981"/>
                  <a:pt x="956554" y="629100"/>
                  <a:pt x="956554" y="610744"/>
                </a:cubicBezTo>
                <a:cubicBezTo>
                  <a:pt x="956554" y="592387"/>
                  <a:pt x="941673" y="577506"/>
                  <a:pt x="923317" y="577506"/>
                </a:cubicBezTo>
                <a:cubicBezTo>
                  <a:pt x="904960" y="577506"/>
                  <a:pt x="890079" y="592387"/>
                  <a:pt x="890079" y="610744"/>
                </a:cubicBezTo>
                <a:moveTo>
                  <a:pt x="1002990" y="555329"/>
                </a:moveTo>
                <a:cubicBezTo>
                  <a:pt x="1002990" y="573686"/>
                  <a:pt x="1017871" y="588567"/>
                  <a:pt x="1036227" y="588567"/>
                </a:cubicBezTo>
                <a:cubicBezTo>
                  <a:pt x="1054584" y="588567"/>
                  <a:pt x="1069465" y="573686"/>
                  <a:pt x="1069465" y="555329"/>
                </a:cubicBezTo>
                <a:cubicBezTo>
                  <a:pt x="1069465" y="536973"/>
                  <a:pt x="1054584" y="522092"/>
                  <a:pt x="1036227" y="522092"/>
                </a:cubicBezTo>
                <a:cubicBezTo>
                  <a:pt x="1017871" y="522092"/>
                  <a:pt x="1002990" y="536973"/>
                  <a:pt x="1002990" y="555329"/>
                </a:cubicBezTo>
                <a:moveTo>
                  <a:pt x="1132309" y="513514"/>
                </a:moveTo>
                <a:cubicBezTo>
                  <a:pt x="1132309" y="531871"/>
                  <a:pt x="1147190" y="546752"/>
                  <a:pt x="1165547" y="546752"/>
                </a:cubicBezTo>
                <a:cubicBezTo>
                  <a:pt x="1183903" y="546752"/>
                  <a:pt x="1198784" y="531871"/>
                  <a:pt x="1198784" y="513514"/>
                </a:cubicBezTo>
                <a:cubicBezTo>
                  <a:pt x="1198784" y="495158"/>
                  <a:pt x="1183903" y="480277"/>
                  <a:pt x="1165547" y="480277"/>
                </a:cubicBezTo>
                <a:cubicBezTo>
                  <a:pt x="1147190" y="480277"/>
                  <a:pt x="1132309" y="495158"/>
                  <a:pt x="1132309" y="513514"/>
                </a:cubicBezTo>
                <a:moveTo>
                  <a:pt x="1277565" y="463001"/>
                </a:moveTo>
                <a:cubicBezTo>
                  <a:pt x="1277565" y="481358"/>
                  <a:pt x="1292446" y="496239"/>
                  <a:pt x="1310802" y="496239"/>
                </a:cubicBezTo>
                <a:cubicBezTo>
                  <a:pt x="1329159" y="496239"/>
                  <a:pt x="1344040" y="481358"/>
                  <a:pt x="1344040" y="463001"/>
                </a:cubicBezTo>
                <a:cubicBezTo>
                  <a:pt x="1344040" y="444644"/>
                  <a:pt x="1329159" y="429763"/>
                  <a:pt x="1310802" y="429763"/>
                </a:cubicBezTo>
                <a:cubicBezTo>
                  <a:pt x="1292446" y="429763"/>
                  <a:pt x="1277565" y="444644"/>
                  <a:pt x="1277565" y="463001"/>
                </a:cubicBezTo>
                <a:moveTo>
                  <a:pt x="1392633" y="416649"/>
                </a:moveTo>
                <a:cubicBezTo>
                  <a:pt x="1392633" y="435006"/>
                  <a:pt x="1407514" y="449886"/>
                  <a:pt x="1425870" y="449886"/>
                </a:cubicBezTo>
                <a:cubicBezTo>
                  <a:pt x="1444227" y="449886"/>
                  <a:pt x="1459108" y="435006"/>
                  <a:pt x="1459108" y="416649"/>
                </a:cubicBezTo>
                <a:cubicBezTo>
                  <a:pt x="1459108" y="398292"/>
                  <a:pt x="1444227" y="383411"/>
                  <a:pt x="1425870" y="383411"/>
                </a:cubicBezTo>
                <a:cubicBezTo>
                  <a:pt x="1407514" y="383411"/>
                  <a:pt x="1392633" y="398292"/>
                  <a:pt x="1392633" y="416649"/>
                </a:cubicBezTo>
                <a:moveTo>
                  <a:pt x="1532657" y="365568"/>
                </a:moveTo>
                <a:cubicBezTo>
                  <a:pt x="1532657" y="383924"/>
                  <a:pt x="1547538" y="398805"/>
                  <a:pt x="1565895" y="398805"/>
                </a:cubicBezTo>
                <a:cubicBezTo>
                  <a:pt x="1584252" y="398805"/>
                  <a:pt x="1599132" y="383924"/>
                  <a:pt x="1599132" y="365568"/>
                </a:cubicBezTo>
                <a:cubicBezTo>
                  <a:pt x="1599132" y="347211"/>
                  <a:pt x="1584252" y="332330"/>
                  <a:pt x="1565895" y="332330"/>
                </a:cubicBezTo>
                <a:cubicBezTo>
                  <a:pt x="1547538" y="332330"/>
                  <a:pt x="1532657" y="347211"/>
                  <a:pt x="1532657" y="365568"/>
                </a:cubicBezTo>
                <a:moveTo>
                  <a:pt x="1648158" y="324599"/>
                </a:moveTo>
                <a:cubicBezTo>
                  <a:pt x="1648158" y="342956"/>
                  <a:pt x="1663039" y="357836"/>
                  <a:pt x="1681396" y="357836"/>
                </a:cubicBezTo>
                <a:cubicBezTo>
                  <a:pt x="1699752" y="357836"/>
                  <a:pt x="1714633" y="342956"/>
                  <a:pt x="1714633" y="324599"/>
                </a:cubicBezTo>
                <a:cubicBezTo>
                  <a:pt x="1714633" y="306243"/>
                  <a:pt x="1699752" y="291361"/>
                  <a:pt x="1681396" y="291361"/>
                </a:cubicBezTo>
                <a:cubicBezTo>
                  <a:pt x="1663039" y="291361"/>
                  <a:pt x="1648158" y="306243"/>
                  <a:pt x="1648158" y="324599"/>
                </a:cubicBezTo>
                <a:moveTo>
                  <a:pt x="1790589" y="273839"/>
                </a:moveTo>
                <a:cubicBezTo>
                  <a:pt x="1790589" y="292195"/>
                  <a:pt x="1805470" y="307077"/>
                  <a:pt x="1823827" y="307077"/>
                </a:cubicBezTo>
                <a:cubicBezTo>
                  <a:pt x="1842183" y="307077"/>
                  <a:pt x="1857064" y="292195"/>
                  <a:pt x="1857064" y="273839"/>
                </a:cubicBezTo>
                <a:cubicBezTo>
                  <a:pt x="1857064" y="255482"/>
                  <a:pt x="1842183" y="240601"/>
                  <a:pt x="1823827" y="240601"/>
                </a:cubicBezTo>
                <a:cubicBezTo>
                  <a:pt x="1805470" y="240601"/>
                  <a:pt x="1790589" y="255482"/>
                  <a:pt x="1790589" y="273839"/>
                </a:cubicBezTo>
                <a:moveTo>
                  <a:pt x="1908513" y="240371"/>
                </a:moveTo>
                <a:cubicBezTo>
                  <a:pt x="1908513" y="258727"/>
                  <a:pt x="1923394" y="273608"/>
                  <a:pt x="1941751" y="273608"/>
                </a:cubicBezTo>
                <a:cubicBezTo>
                  <a:pt x="1960107" y="273608"/>
                  <a:pt x="1974988" y="258727"/>
                  <a:pt x="1974988" y="240371"/>
                </a:cubicBezTo>
                <a:cubicBezTo>
                  <a:pt x="1974988" y="222014"/>
                  <a:pt x="1960107" y="207133"/>
                  <a:pt x="1941751" y="207133"/>
                </a:cubicBezTo>
                <a:cubicBezTo>
                  <a:pt x="1923394" y="207133"/>
                  <a:pt x="1908513" y="222014"/>
                  <a:pt x="1908513" y="240371"/>
                </a:cubicBezTo>
                <a:moveTo>
                  <a:pt x="2051090" y="202018"/>
                </a:moveTo>
                <a:cubicBezTo>
                  <a:pt x="2051090" y="220374"/>
                  <a:pt x="2065971" y="235255"/>
                  <a:pt x="2084327" y="235255"/>
                </a:cubicBezTo>
                <a:cubicBezTo>
                  <a:pt x="2102684" y="235255"/>
                  <a:pt x="2117565" y="220374"/>
                  <a:pt x="2117565" y="202018"/>
                </a:cubicBezTo>
                <a:cubicBezTo>
                  <a:pt x="2117565" y="183661"/>
                  <a:pt x="2102684" y="168780"/>
                  <a:pt x="2084327" y="168780"/>
                </a:cubicBezTo>
                <a:cubicBezTo>
                  <a:pt x="2065971" y="168780"/>
                  <a:pt x="2051090" y="183661"/>
                  <a:pt x="2051090" y="202018"/>
                </a:cubicBezTo>
                <a:moveTo>
                  <a:pt x="2169031" y="163971"/>
                </a:moveTo>
                <a:cubicBezTo>
                  <a:pt x="2169031" y="182328"/>
                  <a:pt x="2183912" y="197208"/>
                  <a:pt x="2202268" y="197208"/>
                </a:cubicBezTo>
                <a:cubicBezTo>
                  <a:pt x="2220625" y="197208"/>
                  <a:pt x="2235506" y="182328"/>
                  <a:pt x="2235506" y="163971"/>
                </a:cubicBezTo>
                <a:cubicBezTo>
                  <a:pt x="2235506" y="145614"/>
                  <a:pt x="2220625" y="130733"/>
                  <a:pt x="2202268" y="130733"/>
                </a:cubicBezTo>
                <a:cubicBezTo>
                  <a:pt x="2183912" y="130733"/>
                  <a:pt x="2169031" y="145614"/>
                  <a:pt x="2169031" y="163971"/>
                </a:cubicBezTo>
                <a:moveTo>
                  <a:pt x="2304134" y="125906"/>
                </a:moveTo>
                <a:cubicBezTo>
                  <a:pt x="2304134" y="144263"/>
                  <a:pt x="2319015" y="159144"/>
                  <a:pt x="2337372" y="159144"/>
                </a:cubicBezTo>
                <a:cubicBezTo>
                  <a:pt x="2355728" y="159144"/>
                  <a:pt x="2370609" y="144263"/>
                  <a:pt x="2370609" y="125906"/>
                </a:cubicBezTo>
                <a:cubicBezTo>
                  <a:pt x="2370609" y="107550"/>
                  <a:pt x="2355728" y="92669"/>
                  <a:pt x="2337372" y="92669"/>
                </a:cubicBezTo>
                <a:cubicBezTo>
                  <a:pt x="2319015" y="92669"/>
                  <a:pt x="2304134" y="107550"/>
                  <a:pt x="2304134" y="125906"/>
                </a:cubicBezTo>
                <a:moveTo>
                  <a:pt x="2417126" y="102237"/>
                </a:moveTo>
                <a:cubicBezTo>
                  <a:pt x="2417126" y="120594"/>
                  <a:pt x="2432007" y="135475"/>
                  <a:pt x="2450363" y="135475"/>
                </a:cubicBezTo>
                <a:cubicBezTo>
                  <a:pt x="2468720" y="135475"/>
                  <a:pt x="2483601" y="120594"/>
                  <a:pt x="2483601" y="102237"/>
                </a:cubicBezTo>
                <a:cubicBezTo>
                  <a:pt x="2483601" y="83880"/>
                  <a:pt x="2468720" y="68999"/>
                  <a:pt x="2450363" y="68999"/>
                </a:cubicBezTo>
                <a:cubicBezTo>
                  <a:pt x="2432007" y="68999"/>
                  <a:pt x="2417126" y="83880"/>
                  <a:pt x="2417126" y="102237"/>
                </a:cubicBezTo>
                <a:moveTo>
                  <a:pt x="2559647" y="63565"/>
                </a:moveTo>
                <a:cubicBezTo>
                  <a:pt x="2559647" y="81922"/>
                  <a:pt x="2574528" y="96803"/>
                  <a:pt x="2592885" y="96803"/>
                </a:cubicBezTo>
                <a:cubicBezTo>
                  <a:pt x="2611241" y="96803"/>
                  <a:pt x="2626122" y="81922"/>
                  <a:pt x="2626122" y="63565"/>
                </a:cubicBezTo>
                <a:cubicBezTo>
                  <a:pt x="2626122" y="45209"/>
                  <a:pt x="2611241" y="30328"/>
                  <a:pt x="2592885" y="30328"/>
                </a:cubicBezTo>
                <a:cubicBezTo>
                  <a:pt x="2574528" y="30328"/>
                  <a:pt x="2559647" y="45209"/>
                  <a:pt x="2559647" y="63565"/>
                </a:cubicBezTo>
                <a:moveTo>
                  <a:pt x="2672727" y="45408"/>
                </a:moveTo>
                <a:cubicBezTo>
                  <a:pt x="2672727" y="63764"/>
                  <a:pt x="2687608" y="78645"/>
                  <a:pt x="2705965" y="78645"/>
                </a:cubicBezTo>
                <a:cubicBezTo>
                  <a:pt x="2724322" y="78645"/>
                  <a:pt x="2739203" y="63764"/>
                  <a:pt x="2739203" y="45408"/>
                </a:cubicBezTo>
                <a:cubicBezTo>
                  <a:pt x="2739203" y="27051"/>
                  <a:pt x="2724322" y="12170"/>
                  <a:pt x="2705965" y="12170"/>
                </a:cubicBezTo>
                <a:cubicBezTo>
                  <a:pt x="2687608" y="12170"/>
                  <a:pt x="2672727" y="27051"/>
                  <a:pt x="2672727" y="45408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CB7AB-509A-4E3D-A1B1-B7F88111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498343"/>
            <a:ext cx="2807795" cy="659058"/>
          </a:xfrm>
          <a:custGeom xmlns:a="http://schemas.openxmlformats.org/drawingml/2006/main">
            <a:pathLst>
              <a:path w="2807795" h="659058" fill="none">
                <a:moveTo>
                  <a:pt x="0" y="659058"/>
                </a:moveTo>
                <a:lnTo>
                  <a:pt x="125972" y="625017"/>
                </a:lnTo>
                <a:lnTo>
                  <a:pt x="256820" y="576594"/>
                </a:lnTo>
                <a:lnTo>
                  <a:pt x="364594" y="566303"/>
                </a:lnTo>
                <a:lnTo>
                  <a:pt x="504257" y="524123"/>
                </a:lnTo>
                <a:lnTo>
                  <a:pt x="614446" y="496119"/>
                </a:lnTo>
                <a:lnTo>
                  <a:pt x="769625" y="443891"/>
                </a:lnTo>
                <a:lnTo>
                  <a:pt x="890079" y="412679"/>
                </a:lnTo>
                <a:lnTo>
                  <a:pt x="1002990" y="340497"/>
                </a:lnTo>
                <a:lnTo>
                  <a:pt x="1132309" y="322127"/>
                </a:lnTo>
                <a:lnTo>
                  <a:pt x="1277565" y="268771"/>
                </a:lnTo>
                <a:lnTo>
                  <a:pt x="1392633" y="245454"/>
                </a:lnTo>
                <a:lnTo>
                  <a:pt x="1532658" y="210265"/>
                </a:lnTo>
                <a:lnTo>
                  <a:pt x="1648158" y="172786"/>
                </a:lnTo>
                <a:lnTo>
                  <a:pt x="1790589" y="147225"/>
                </a:lnTo>
                <a:lnTo>
                  <a:pt x="1908513" y="123498"/>
                </a:lnTo>
                <a:lnTo>
                  <a:pt x="2051090" y="101501"/>
                </a:lnTo>
                <a:lnTo>
                  <a:pt x="2169030" y="84194"/>
                </a:lnTo>
                <a:lnTo>
                  <a:pt x="2304134" y="65403"/>
                </a:lnTo>
                <a:lnTo>
                  <a:pt x="2417126" y="50040"/>
                </a:lnTo>
                <a:lnTo>
                  <a:pt x="2559647" y="30107"/>
                </a:lnTo>
                <a:lnTo>
                  <a:pt x="2672727" y="16018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00FF"/>
            </a:solidFill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8F1C87-7EC8-4205-8CAE-93E3A99D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465105"/>
            <a:ext cx="2874271" cy="725533"/>
          </a:xfrm>
          <a:custGeom xmlns:a="http://schemas.openxmlformats.org/drawingml/2006/main">
            <a:pathLst>
              <a:path w="2874271" h="725533">
                <a:moveTo>
                  <a:pt x="0" y="692295"/>
                </a:moveTo>
                <a:cubicBezTo>
                  <a:pt x="0" y="710652"/>
                  <a:pt x="14881" y="725533"/>
                  <a:pt x="33238" y="725533"/>
                </a:cubicBezTo>
                <a:cubicBezTo>
                  <a:pt x="51594" y="725533"/>
                  <a:pt x="66475" y="710652"/>
                  <a:pt x="66475" y="692295"/>
                </a:cubicBezTo>
                <a:cubicBezTo>
                  <a:pt x="66475" y="673938"/>
                  <a:pt x="51594" y="659058"/>
                  <a:pt x="33238" y="659058"/>
                </a:cubicBezTo>
                <a:cubicBezTo>
                  <a:pt x="14881" y="659058"/>
                  <a:pt x="0" y="673938"/>
                  <a:pt x="0" y="692295"/>
                </a:cubicBezTo>
                <a:moveTo>
                  <a:pt x="125972" y="658255"/>
                </a:moveTo>
                <a:cubicBezTo>
                  <a:pt x="125972" y="676612"/>
                  <a:pt x="140853" y="691493"/>
                  <a:pt x="159210" y="691493"/>
                </a:cubicBezTo>
                <a:cubicBezTo>
                  <a:pt x="177567" y="691493"/>
                  <a:pt x="192448" y="676612"/>
                  <a:pt x="192448" y="658255"/>
                </a:cubicBezTo>
                <a:cubicBezTo>
                  <a:pt x="192448" y="639899"/>
                  <a:pt x="177567" y="625018"/>
                  <a:pt x="159210" y="625018"/>
                </a:cubicBezTo>
                <a:cubicBezTo>
                  <a:pt x="140853" y="625018"/>
                  <a:pt x="125972" y="639899"/>
                  <a:pt x="125972" y="658255"/>
                </a:cubicBezTo>
                <a:moveTo>
                  <a:pt x="256821" y="609832"/>
                </a:moveTo>
                <a:cubicBezTo>
                  <a:pt x="256821" y="628189"/>
                  <a:pt x="271701" y="643070"/>
                  <a:pt x="290058" y="643070"/>
                </a:cubicBezTo>
                <a:cubicBezTo>
                  <a:pt x="308415" y="643070"/>
                  <a:pt x="323296" y="628189"/>
                  <a:pt x="323296" y="609832"/>
                </a:cubicBezTo>
                <a:cubicBezTo>
                  <a:pt x="323296" y="591476"/>
                  <a:pt x="308415" y="576594"/>
                  <a:pt x="290058" y="576594"/>
                </a:cubicBezTo>
                <a:cubicBezTo>
                  <a:pt x="271701" y="576594"/>
                  <a:pt x="256821" y="591476"/>
                  <a:pt x="256821" y="609832"/>
                </a:cubicBezTo>
                <a:moveTo>
                  <a:pt x="364594" y="599540"/>
                </a:moveTo>
                <a:cubicBezTo>
                  <a:pt x="364594" y="617897"/>
                  <a:pt x="379475" y="632778"/>
                  <a:pt x="397832" y="632778"/>
                </a:cubicBezTo>
                <a:cubicBezTo>
                  <a:pt x="416188" y="632778"/>
                  <a:pt x="431070" y="617897"/>
                  <a:pt x="431070" y="599540"/>
                </a:cubicBezTo>
                <a:cubicBezTo>
                  <a:pt x="431070" y="581184"/>
                  <a:pt x="416188" y="566303"/>
                  <a:pt x="397832" y="566303"/>
                </a:cubicBezTo>
                <a:cubicBezTo>
                  <a:pt x="379475" y="566303"/>
                  <a:pt x="364594" y="581184"/>
                  <a:pt x="364594" y="599540"/>
                </a:cubicBezTo>
                <a:moveTo>
                  <a:pt x="504257" y="557361"/>
                </a:moveTo>
                <a:cubicBezTo>
                  <a:pt x="504257" y="575717"/>
                  <a:pt x="519138" y="590598"/>
                  <a:pt x="537495" y="590598"/>
                </a:cubicBezTo>
                <a:cubicBezTo>
                  <a:pt x="555851" y="590598"/>
                  <a:pt x="570732" y="575717"/>
                  <a:pt x="570732" y="557361"/>
                </a:cubicBezTo>
                <a:cubicBezTo>
                  <a:pt x="570732" y="539004"/>
                  <a:pt x="555851" y="524123"/>
                  <a:pt x="537495" y="524123"/>
                </a:cubicBezTo>
                <a:cubicBezTo>
                  <a:pt x="519138" y="524123"/>
                  <a:pt x="504257" y="539004"/>
                  <a:pt x="504257" y="557361"/>
                </a:cubicBezTo>
                <a:moveTo>
                  <a:pt x="614446" y="529357"/>
                </a:moveTo>
                <a:cubicBezTo>
                  <a:pt x="614446" y="547714"/>
                  <a:pt x="629327" y="562594"/>
                  <a:pt x="647684" y="562594"/>
                </a:cubicBezTo>
                <a:cubicBezTo>
                  <a:pt x="666041" y="562594"/>
                  <a:pt x="680922" y="547714"/>
                  <a:pt x="680922" y="529357"/>
                </a:cubicBezTo>
                <a:cubicBezTo>
                  <a:pt x="680922" y="511000"/>
                  <a:pt x="666041" y="496119"/>
                  <a:pt x="647684" y="496119"/>
                </a:cubicBezTo>
                <a:cubicBezTo>
                  <a:pt x="629327" y="496119"/>
                  <a:pt x="614446" y="511000"/>
                  <a:pt x="614446" y="529357"/>
                </a:cubicBezTo>
                <a:moveTo>
                  <a:pt x="769626" y="477129"/>
                </a:moveTo>
                <a:cubicBezTo>
                  <a:pt x="769626" y="495486"/>
                  <a:pt x="784507" y="510366"/>
                  <a:pt x="802863" y="510366"/>
                </a:cubicBezTo>
                <a:cubicBezTo>
                  <a:pt x="821220" y="510366"/>
                  <a:pt x="836101" y="495486"/>
                  <a:pt x="836101" y="477129"/>
                </a:cubicBezTo>
                <a:cubicBezTo>
                  <a:pt x="836101" y="458772"/>
                  <a:pt x="821220" y="443891"/>
                  <a:pt x="802863" y="443891"/>
                </a:cubicBezTo>
                <a:cubicBezTo>
                  <a:pt x="784507" y="443891"/>
                  <a:pt x="769626" y="458772"/>
                  <a:pt x="769626" y="477129"/>
                </a:cubicBezTo>
                <a:moveTo>
                  <a:pt x="890079" y="445917"/>
                </a:moveTo>
                <a:cubicBezTo>
                  <a:pt x="890079" y="464273"/>
                  <a:pt x="904960" y="479155"/>
                  <a:pt x="923317" y="479155"/>
                </a:cubicBezTo>
                <a:cubicBezTo>
                  <a:pt x="941673" y="479155"/>
                  <a:pt x="956554" y="464273"/>
                  <a:pt x="956554" y="445917"/>
                </a:cubicBezTo>
                <a:cubicBezTo>
                  <a:pt x="956554" y="427560"/>
                  <a:pt x="941673" y="412679"/>
                  <a:pt x="923317" y="412679"/>
                </a:cubicBezTo>
                <a:cubicBezTo>
                  <a:pt x="904960" y="412679"/>
                  <a:pt x="890079" y="427560"/>
                  <a:pt x="890079" y="445917"/>
                </a:cubicBezTo>
                <a:moveTo>
                  <a:pt x="1002990" y="373735"/>
                </a:moveTo>
                <a:cubicBezTo>
                  <a:pt x="1002990" y="392091"/>
                  <a:pt x="1017871" y="406972"/>
                  <a:pt x="1036227" y="406972"/>
                </a:cubicBezTo>
                <a:cubicBezTo>
                  <a:pt x="1054584" y="406972"/>
                  <a:pt x="1069465" y="392091"/>
                  <a:pt x="1069465" y="373735"/>
                </a:cubicBezTo>
                <a:cubicBezTo>
                  <a:pt x="1069465" y="355378"/>
                  <a:pt x="1054584" y="340497"/>
                  <a:pt x="1036227" y="340497"/>
                </a:cubicBezTo>
                <a:cubicBezTo>
                  <a:pt x="1017871" y="340497"/>
                  <a:pt x="1002990" y="355378"/>
                  <a:pt x="1002990" y="373735"/>
                </a:cubicBezTo>
                <a:moveTo>
                  <a:pt x="1132309" y="355365"/>
                </a:moveTo>
                <a:cubicBezTo>
                  <a:pt x="1132309" y="373722"/>
                  <a:pt x="1147190" y="388603"/>
                  <a:pt x="1165547" y="388603"/>
                </a:cubicBezTo>
                <a:cubicBezTo>
                  <a:pt x="1183904" y="388603"/>
                  <a:pt x="1198784" y="373722"/>
                  <a:pt x="1198784" y="355365"/>
                </a:cubicBezTo>
                <a:cubicBezTo>
                  <a:pt x="1198784" y="337009"/>
                  <a:pt x="1183904" y="322128"/>
                  <a:pt x="1165547" y="322128"/>
                </a:cubicBezTo>
                <a:cubicBezTo>
                  <a:pt x="1147190" y="322128"/>
                  <a:pt x="1132309" y="337009"/>
                  <a:pt x="1132309" y="355365"/>
                </a:cubicBezTo>
                <a:moveTo>
                  <a:pt x="1277565" y="302009"/>
                </a:moveTo>
                <a:cubicBezTo>
                  <a:pt x="1277565" y="320366"/>
                  <a:pt x="1292446" y="335247"/>
                  <a:pt x="1310802" y="335247"/>
                </a:cubicBezTo>
                <a:cubicBezTo>
                  <a:pt x="1329159" y="335247"/>
                  <a:pt x="1344040" y="320366"/>
                  <a:pt x="1344040" y="302009"/>
                </a:cubicBezTo>
                <a:cubicBezTo>
                  <a:pt x="1344040" y="283653"/>
                  <a:pt x="1329159" y="268771"/>
                  <a:pt x="1310802" y="268771"/>
                </a:cubicBezTo>
                <a:cubicBezTo>
                  <a:pt x="1292446" y="268771"/>
                  <a:pt x="1277565" y="283653"/>
                  <a:pt x="1277565" y="302009"/>
                </a:cubicBezTo>
                <a:moveTo>
                  <a:pt x="1392633" y="278691"/>
                </a:moveTo>
                <a:cubicBezTo>
                  <a:pt x="1392633" y="297048"/>
                  <a:pt x="1407514" y="311929"/>
                  <a:pt x="1425871" y="311929"/>
                </a:cubicBezTo>
                <a:cubicBezTo>
                  <a:pt x="1444227" y="311929"/>
                  <a:pt x="1459108" y="297048"/>
                  <a:pt x="1459108" y="278691"/>
                </a:cubicBezTo>
                <a:cubicBezTo>
                  <a:pt x="1459108" y="260335"/>
                  <a:pt x="1444227" y="245454"/>
                  <a:pt x="1425871" y="245454"/>
                </a:cubicBezTo>
                <a:cubicBezTo>
                  <a:pt x="1407514" y="245454"/>
                  <a:pt x="1392633" y="260335"/>
                  <a:pt x="1392633" y="278691"/>
                </a:cubicBezTo>
                <a:moveTo>
                  <a:pt x="1532658" y="243503"/>
                </a:moveTo>
                <a:cubicBezTo>
                  <a:pt x="1532658" y="261859"/>
                  <a:pt x="1547539" y="276740"/>
                  <a:pt x="1565895" y="276740"/>
                </a:cubicBezTo>
                <a:cubicBezTo>
                  <a:pt x="1584252" y="276740"/>
                  <a:pt x="1599133" y="261859"/>
                  <a:pt x="1599133" y="243503"/>
                </a:cubicBezTo>
                <a:cubicBezTo>
                  <a:pt x="1599133" y="225146"/>
                  <a:pt x="1584252" y="210265"/>
                  <a:pt x="1565895" y="210265"/>
                </a:cubicBezTo>
                <a:cubicBezTo>
                  <a:pt x="1547539" y="210265"/>
                  <a:pt x="1532658" y="225146"/>
                  <a:pt x="1532658" y="243503"/>
                </a:cubicBezTo>
                <a:moveTo>
                  <a:pt x="1648158" y="206024"/>
                </a:moveTo>
                <a:cubicBezTo>
                  <a:pt x="1648158" y="224381"/>
                  <a:pt x="1663039" y="239262"/>
                  <a:pt x="1681396" y="239262"/>
                </a:cubicBezTo>
                <a:cubicBezTo>
                  <a:pt x="1699752" y="239262"/>
                  <a:pt x="1714634" y="224381"/>
                  <a:pt x="1714634" y="206024"/>
                </a:cubicBezTo>
                <a:cubicBezTo>
                  <a:pt x="1714634" y="187667"/>
                  <a:pt x="1699752" y="172786"/>
                  <a:pt x="1681396" y="172786"/>
                </a:cubicBezTo>
                <a:cubicBezTo>
                  <a:pt x="1663039" y="172786"/>
                  <a:pt x="1648158" y="187667"/>
                  <a:pt x="1648158" y="206024"/>
                </a:cubicBezTo>
                <a:moveTo>
                  <a:pt x="1790589" y="180463"/>
                </a:moveTo>
                <a:cubicBezTo>
                  <a:pt x="1790589" y="198819"/>
                  <a:pt x="1805470" y="213701"/>
                  <a:pt x="1823827" y="213701"/>
                </a:cubicBezTo>
                <a:cubicBezTo>
                  <a:pt x="1842184" y="213701"/>
                  <a:pt x="1857064" y="198819"/>
                  <a:pt x="1857064" y="180463"/>
                </a:cubicBezTo>
                <a:cubicBezTo>
                  <a:pt x="1857064" y="162106"/>
                  <a:pt x="1842184" y="147225"/>
                  <a:pt x="1823827" y="147225"/>
                </a:cubicBezTo>
                <a:cubicBezTo>
                  <a:pt x="1805470" y="147225"/>
                  <a:pt x="1790589" y="162106"/>
                  <a:pt x="1790589" y="180463"/>
                </a:cubicBezTo>
                <a:moveTo>
                  <a:pt x="1908514" y="156736"/>
                </a:moveTo>
                <a:cubicBezTo>
                  <a:pt x="1908514" y="175093"/>
                  <a:pt x="1923394" y="189973"/>
                  <a:pt x="1941751" y="189973"/>
                </a:cubicBezTo>
                <a:cubicBezTo>
                  <a:pt x="1960107" y="189973"/>
                  <a:pt x="1974989" y="175093"/>
                  <a:pt x="1974989" y="156736"/>
                </a:cubicBezTo>
                <a:cubicBezTo>
                  <a:pt x="1974989" y="138379"/>
                  <a:pt x="1960107" y="123499"/>
                  <a:pt x="1941751" y="123499"/>
                </a:cubicBezTo>
                <a:cubicBezTo>
                  <a:pt x="1923394" y="123499"/>
                  <a:pt x="1908514" y="138379"/>
                  <a:pt x="1908514" y="156736"/>
                </a:cubicBezTo>
                <a:moveTo>
                  <a:pt x="2051090" y="134739"/>
                </a:moveTo>
                <a:cubicBezTo>
                  <a:pt x="2051090" y="153095"/>
                  <a:pt x="2065971" y="167976"/>
                  <a:pt x="2084327" y="167976"/>
                </a:cubicBezTo>
                <a:cubicBezTo>
                  <a:pt x="2102684" y="167976"/>
                  <a:pt x="2117565" y="153095"/>
                  <a:pt x="2117565" y="134739"/>
                </a:cubicBezTo>
                <a:cubicBezTo>
                  <a:pt x="2117565" y="116382"/>
                  <a:pt x="2102684" y="101501"/>
                  <a:pt x="2084327" y="101501"/>
                </a:cubicBezTo>
                <a:cubicBezTo>
                  <a:pt x="2065971" y="101501"/>
                  <a:pt x="2051090" y="116382"/>
                  <a:pt x="2051090" y="134739"/>
                </a:cubicBezTo>
                <a:moveTo>
                  <a:pt x="2169031" y="117432"/>
                </a:moveTo>
                <a:cubicBezTo>
                  <a:pt x="2169031" y="135789"/>
                  <a:pt x="2183912" y="150669"/>
                  <a:pt x="2202268" y="150669"/>
                </a:cubicBezTo>
                <a:cubicBezTo>
                  <a:pt x="2220625" y="150669"/>
                  <a:pt x="2235506" y="135789"/>
                  <a:pt x="2235506" y="117432"/>
                </a:cubicBezTo>
                <a:cubicBezTo>
                  <a:pt x="2235506" y="99075"/>
                  <a:pt x="2220625" y="84195"/>
                  <a:pt x="2202268" y="84195"/>
                </a:cubicBezTo>
                <a:cubicBezTo>
                  <a:pt x="2183912" y="84195"/>
                  <a:pt x="2169031" y="99075"/>
                  <a:pt x="2169031" y="117432"/>
                </a:cubicBezTo>
                <a:moveTo>
                  <a:pt x="2304134" y="98641"/>
                </a:moveTo>
                <a:cubicBezTo>
                  <a:pt x="2304134" y="116997"/>
                  <a:pt x="2319015" y="131879"/>
                  <a:pt x="2337372" y="131879"/>
                </a:cubicBezTo>
                <a:cubicBezTo>
                  <a:pt x="2355729" y="131879"/>
                  <a:pt x="2370610" y="116997"/>
                  <a:pt x="2370610" y="98641"/>
                </a:cubicBezTo>
                <a:cubicBezTo>
                  <a:pt x="2370610" y="80284"/>
                  <a:pt x="2355729" y="65403"/>
                  <a:pt x="2337372" y="65403"/>
                </a:cubicBezTo>
                <a:cubicBezTo>
                  <a:pt x="2319015" y="65403"/>
                  <a:pt x="2304134" y="80284"/>
                  <a:pt x="2304134" y="98641"/>
                </a:cubicBezTo>
                <a:moveTo>
                  <a:pt x="2417126" y="83278"/>
                </a:moveTo>
                <a:cubicBezTo>
                  <a:pt x="2417126" y="101635"/>
                  <a:pt x="2432007" y="116516"/>
                  <a:pt x="2450363" y="116516"/>
                </a:cubicBezTo>
                <a:cubicBezTo>
                  <a:pt x="2468720" y="116516"/>
                  <a:pt x="2483601" y="101635"/>
                  <a:pt x="2483601" y="83278"/>
                </a:cubicBezTo>
                <a:cubicBezTo>
                  <a:pt x="2483601" y="64921"/>
                  <a:pt x="2468720" y="50041"/>
                  <a:pt x="2450363" y="50041"/>
                </a:cubicBezTo>
                <a:cubicBezTo>
                  <a:pt x="2432007" y="50041"/>
                  <a:pt x="2417126" y="64921"/>
                  <a:pt x="2417126" y="83278"/>
                </a:cubicBezTo>
                <a:moveTo>
                  <a:pt x="2559647" y="63345"/>
                </a:moveTo>
                <a:cubicBezTo>
                  <a:pt x="2559647" y="81702"/>
                  <a:pt x="2574528" y="96583"/>
                  <a:pt x="2592885" y="96583"/>
                </a:cubicBezTo>
                <a:cubicBezTo>
                  <a:pt x="2611241" y="96583"/>
                  <a:pt x="2626122" y="81702"/>
                  <a:pt x="2626122" y="63345"/>
                </a:cubicBezTo>
                <a:cubicBezTo>
                  <a:pt x="2626122" y="44989"/>
                  <a:pt x="2611241" y="30107"/>
                  <a:pt x="2592885" y="30107"/>
                </a:cubicBezTo>
                <a:cubicBezTo>
                  <a:pt x="2574528" y="30107"/>
                  <a:pt x="2559647" y="44989"/>
                  <a:pt x="2559647" y="63345"/>
                </a:cubicBezTo>
                <a:moveTo>
                  <a:pt x="2672727" y="49255"/>
                </a:moveTo>
                <a:cubicBezTo>
                  <a:pt x="2672727" y="67612"/>
                  <a:pt x="2687609" y="82493"/>
                  <a:pt x="2705965" y="82493"/>
                </a:cubicBezTo>
                <a:cubicBezTo>
                  <a:pt x="2724322" y="82493"/>
                  <a:pt x="2739203" y="67612"/>
                  <a:pt x="2739203" y="49255"/>
                </a:cubicBezTo>
                <a:cubicBezTo>
                  <a:pt x="2739203" y="30898"/>
                  <a:pt x="2724322" y="16018"/>
                  <a:pt x="2705965" y="16018"/>
                </a:cubicBezTo>
                <a:cubicBezTo>
                  <a:pt x="2687609" y="16018"/>
                  <a:pt x="2672727" y="30898"/>
                  <a:pt x="2672727" y="49255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F2AAA8-38C0-483F-A07A-403BB4CD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126624"/>
            <a:ext cx="2807795" cy="904793"/>
          </a:xfrm>
          <a:custGeom xmlns:a="http://schemas.openxmlformats.org/drawingml/2006/main">
            <a:pathLst>
              <a:path w="2807795" h="904793" fill="none">
                <a:moveTo>
                  <a:pt x="0" y="904793"/>
                </a:moveTo>
                <a:lnTo>
                  <a:pt x="125972" y="832181"/>
                </a:lnTo>
                <a:lnTo>
                  <a:pt x="256820" y="790232"/>
                </a:lnTo>
                <a:lnTo>
                  <a:pt x="364594" y="736108"/>
                </a:lnTo>
                <a:lnTo>
                  <a:pt x="504257" y="639712"/>
                </a:lnTo>
                <a:lnTo>
                  <a:pt x="614446" y="607905"/>
                </a:lnTo>
                <a:lnTo>
                  <a:pt x="769626" y="539355"/>
                </a:lnTo>
                <a:lnTo>
                  <a:pt x="890079" y="476471"/>
                </a:lnTo>
                <a:lnTo>
                  <a:pt x="1002990" y="424651"/>
                </a:lnTo>
                <a:lnTo>
                  <a:pt x="1132309" y="399008"/>
                </a:lnTo>
                <a:lnTo>
                  <a:pt x="1277565" y="363727"/>
                </a:lnTo>
                <a:lnTo>
                  <a:pt x="1392633" y="335326"/>
                </a:lnTo>
                <a:lnTo>
                  <a:pt x="1532657" y="284836"/>
                </a:lnTo>
                <a:lnTo>
                  <a:pt x="1648158" y="251894"/>
                </a:lnTo>
                <a:lnTo>
                  <a:pt x="1790589" y="211433"/>
                </a:lnTo>
                <a:lnTo>
                  <a:pt x="1908513" y="177516"/>
                </a:lnTo>
                <a:lnTo>
                  <a:pt x="2051090" y="147717"/>
                </a:lnTo>
                <a:lnTo>
                  <a:pt x="2169031" y="128057"/>
                </a:lnTo>
                <a:lnTo>
                  <a:pt x="2304134" y="89842"/>
                </a:lnTo>
                <a:lnTo>
                  <a:pt x="2417126" y="69921"/>
                </a:lnTo>
                <a:lnTo>
                  <a:pt x="2559647" y="40393"/>
                </a:lnTo>
                <a:lnTo>
                  <a:pt x="2672727" y="17192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00FF"/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31AC78-9C8B-4E8D-B6D3-FDE2ADE4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093386"/>
            <a:ext cx="2874271" cy="971268"/>
          </a:xfrm>
          <a:custGeom xmlns:a="http://schemas.openxmlformats.org/drawingml/2006/main">
            <a:pathLst>
              <a:path w="2874271" h="971268">
                <a:moveTo>
                  <a:pt x="0" y="938030"/>
                </a:moveTo>
                <a:cubicBezTo>
                  <a:pt x="0" y="956387"/>
                  <a:pt x="14881" y="971268"/>
                  <a:pt x="33238" y="971268"/>
                </a:cubicBezTo>
                <a:cubicBezTo>
                  <a:pt x="51594" y="971268"/>
                  <a:pt x="66475" y="956387"/>
                  <a:pt x="66475" y="938030"/>
                </a:cubicBezTo>
                <a:cubicBezTo>
                  <a:pt x="66475" y="919674"/>
                  <a:pt x="51594" y="904793"/>
                  <a:pt x="33238" y="904793"/>
                </a:cubicBezTo>
                <a:cubicBezTo>
                  <a:pt x="14881" y="904793"/>
                  <a:pt x="0" y="919674"/>
                  <a:pt x="0" y="938030"/>
                </a:cubicBezTo>
                <a:moveTo>
                  <a:pt x="125972" y="865419"/>
                </a:moveTo>
                <a:cubicBezTo>
                  <a:pt x="125972" y="883775"/>
                  <a:pt x="140853" y="898656"/>
                  <a:pt x="159210" y="898656"/>
                </a:cubicBezTo>
                <a:cubicBezTo>
                  <a:pt x="177567" y="898656"/>
                  <a:pt x="192448" y="883775"/>
                  <a:pt x="192448" y="865419"/>
                </a:cubicBezTo>
                <a:cubicBezTo>
                  <a:pt x="192448" y="847062"/>
                  <a:pt x="177567" y="832181"/>
                  <a:pt x="159210" y="832181"/>
                </a:cubicBezTo>
                <a:cubicBezTo>
                  <a:pt x="140853" y="832181"/>
                  <a:pt x="125972" y="847062"/>
                  <a:pt x="125972" y="865419"/>
                </a:cubicBezTo>
                <a:moveTo>
                  <a:pt x="256820" y="823470"/>
                </a:moveTo>
                <a:cubicBezTo>
                  <a:pt x="256820" y="841827"/>
                  <a:pt x="271701" y="856708"/>
                  <a:pt x="290058" y="856708"/>
                </a:cubicBezTo>
                <a:cubicBezTo>
                  <a:pt x="308415" y="856708"/>
                  <a:pt x="323295" y="841827"/>
                  <a:pt x="323295" y="823470"/>
                </a:cubicBezTo>
                <a:cubicBezTo>
                  <a:pt x="323295" y="805113"/>
                  <a:pt x="308415" y="790233"/>
                  <a:pt x="290058" y="790233"/>
                </a:cubicBezTo>
                <a:cubicBezTo>
                  <a:pt x="271701" y="790233"/>
                  <a:pt x="256820" y="805113"/>
                  <a:pt x="256820" y="823470"/>
                </a:cubicBezTo>
                <a:moveTo>
                  <a:pt x="364594" y="769345"/>
                </a:moveTo>
                <a:cubicBezTo>
                  <a:pt x="364594" y="787702"/>
                  <a:pt x="379475" y="802583"/>
                  <a:pt x="397832" y="802583"/>
                </a:cubicBezTo>
                <a:cubicBezTo>
                  <a:pt x="416188" y="802583"/>
                  <a:pt x="431069" y="787702"/>
                  <a:pt x="431069" y="769345"/>
                </a:cubicBezTo>
                <a:cubicBezTo>
                  <a:pt x="431069" y="750988"/>
                  <a:pt x="416188" y="736108"/>
                  <a:pt x="397832" y="736108"/>
                </a:cubicBezTo>
                <a:cubicBezTo>
                  <a:pt x="379475" y="736108"/>
                  <a:pt x="364594" y="750988"/>
                  <a:pt x="364594" y="769345"/>
                </a:cubicBezTo>
                <a:moveTo>
                  <a:pt x="504257" y="672950"/>
                </a:moveTo>
                <a:cubicBezTo>
                  <a:pt x="504257" y="691306"/>
                  <a:pt x="519138" y="706187"/>
                  <a:pt x="537495" y="706187"/>
                </a:cubicBezTo>
                <a:cubicBezTo>
                  <a:pt x="555851" y="706187"/>
                  <a:pt x="570732" y="691306"/>
                  <a:pt x="570732" y="672950"/>
                </a:cubicBezTo>
                <a:cubicBezTo>
                  <a:pt x="570732" y="654593"/>
                  <a:pt x="555851" y="639712"/>
                  <a:pt x="537495" y="639712"/>
                </a:cubicBezTo>
                <a:cubicBezTo>
                  <a:pt x="519138" y="639712"/>
                  <a:pt x="504257" y="654593"/>
                  <a:pt x="504257" y="672950"/>
                </a:cubicBezTo>
                <a:moveTo>
                  <a:pt x="614446" y="641143"/>
                </a:moveTo>
                <a:cubicBezTo>
                  <a:pt x="614446" y="659500"/>
                  <a:pt x="629327" y="674381"/>
                  <a:pt x="647684" y="674381"/>
                </a:cubicBezTo>
                <a:cubicBezTo>
                  <a:pt x="666040" y="674381"/>
                  <a:pt x="680921" y="659500"/>
                  <a:pt x="680921" y="641143"/>
                </a:cubicBezTo>
                <a:cubicBezTo>
                  <a:pt x="680921" y="622786"/>
                  <a:pt x="666040" y="607905"/>
                  <a:pt x="647684" y="607905"/>
                </a:cubicBezTo>
                <a:cubicBezTo>
                  <a:pt x="629327" y="607905"/>
                  <a:pt x="614446" y="622786"/>
                  <a:pt x="614446" y="641143"/>
                </a:cubicBezTo>
                <a:moveTo>
                  <a:pt x="769626" y="572593"/>
                </a:moveTo>
                <a:cubicBezTo>
                  <a:pt x="769626" y="590949"/>
                  <a:pt x="784506" y="605831"/>
                  <a:pt x="802863" y="605831"/>
                </a:cubicBezTo>
                <a:cubicBezTo>
                  <a:pt x="821220" y="605831"/>
                  <a:pt x="836101" y="590949"/>
                  <a:pt x="836101" y="572593"/>
                </a:cubicBezTo>
                <a:cubicBezTo>
                  <a:pt x="836101" y="554236"/>
                  <a:pt x="821220" y="539355"/>
                  <a:pt x="802863" y="539355"/>
                </a:cubicBezTo>
                <a:cubicBezTo>
                  <a:pt x="784506" y="539355"/>
                  <a:pt x="769626" y="554236"/>
                  <a:pt x="769626" y="572593"/>
                </a:cubicBezTo>
                <a:moveTo>
                  <a:pt x="890079" y="509708"/>
                </a:moveTo>
                <a:cubicBezTo>
                  <a:pt x="890079" y="528065"/>
                  <a:pt x="904960" y="542946"/>
                  <a:pt x="923317" y="542946"/>
                </a:cubicBezTo>
                <a:cubicBezTo>
                  <a:pt x="941673" y="542946"/>
                  <a:pt x="956554" y="528065"/>
                  <a:pt x="956554" y="509708"/>
                </a:cubicBezTo>
                <a:cubicBezTo>
                  <a:pt x="956554" y="491351"/>
                  <a:pt x="941673" y="476470"/>
                  <a:pt x="923317" y="476470"/>
                </a:cubicBezTo>
                <a:cubicBezTo>
                  <a:pt x="904960" y="476470"/>
                  <a:pt x="890079" y="491351"/>
                  <a:pt x="890079" y="509708"/>
                </a:cubicBezTo>
                <a:moveTo>
                  <a:pt x="1002990" y="457889"/>
                </a:moveTo>
                <a:cubicBezTo>
                  <a:pt x="1002990" y="476246"/>
                  <a:pt x="1017871" y="491126"/>
                  <a:pt x="1036227" y="491126"/>
                </a:cubicBezTo>
                <a:cubicBezTo>
                  <a:pt x="1054584" y="491126"/>
                  <a:pt x="1069465" y="476246"/>
                  <a:pt x="1069465" y="457889"/>
                </a:cubicBezTo>
                <a:cubicBezTo>
                  <a:pt x="1069465" y="439532"/>
                  <a:pt x="1054584" y="424651"/>
                  <a:pt x="1036227" y="424651"/>
                </a:cubicBezTo>
                <a:cubicBezTo>
                  <a:pt x="1017871" y="424651"/>
                  <a:pt x="1002990" y="439532"/>
                  <a:pt x="1002990" y="457889"/>
                </a:cubicBezTo>
                <a:moveTo>
                  <a:pt x="1132309" y="432245"/>
                </a:moveTo>
                <a:cubicBezTo>
                  <a:pt x="1132309" y="450602"/>
                  <a:pt x="1147190" y="465483"/>
                  <a:pt x="1165547" y="465483"/>
                </a:cubicBezTo>
                <a:cubicBezTo>
                  <a:pt x="1183903" y="465483"/>
                  <a:pt x="1198784" y="450602"/>
                  <a:pt x="1198784" y="432245"/>
                </a:cubicBezTo>
                <a:cubicBezTo>
                  <a:pt x="1198784" y="413888"/>
                  <a:pt x="1183903" y="399007"/>
                  <a:pt x="1165547" y="399007"/>
                </a:cubicBezTo>
                <a:cubicBezTo>
                  <a:pt x="1147190" y="399007"/>
                  <a:pt x="1132309" y="413888"/>
                  <a:pt x="1132309" y="432245"/>
                </a:cubicBezTo>
                <a:moveTo>
                  <a:pt x="1277565" y="396964"/>
                </a:moveTo>
                <a:cubicBezTo>
                  <a:pt x="1277565" y="415321"/>
                  <a:pt x="1292446" y="430202"/>
                  <a:pt x="1310802" y="430202"/>
                </a:cubicBezTo>
                <a:cubicBezTo>
                  <a:pt x="1329159" y="430202"/>
                  <a:pt x="1344040" y="415321"/>
                  <a:pt x="1344040" y="396964"/>
                </a:cubicBezTo>
                <a:cubicBezTo>
                  <a:pt x="1344040" y="378608"/>
                  <a:pt x="1329159" y="363727"/>
                  <a:pt x="1310802" y="363727"/>
                </a:cubicBezTo>
                <a:cubicBezTo>
                  <a:pt x="1292446" y="363727"/>
                  <a:pt x="1277565" y="378608"/>
                  <a:pt x="1277565" y="396964"/>
                </a:cubicBezTo>
                <a:moveTo>
                  <a:pt x="1392633" y="368563"/>
                </a:moveTo>
                <a:cubicBezTo>
                  <a:pt x="1392633" y="386920"/>
                  <a:pt x="1407514" y="401801"/>
                  <a:pt x="1425870" y="401801"/>
                </a:cubicBezTo>
                <a:cubicBezTo>
                  <a:pt x="1444227" y="401801"/>
                  <a:pt x="1459108" y="386920"/>
                  <a:pt x="1459108" y="368563"/>
                </a:cubicBezTo>
                <a:cubicBezTo>
                  <a:pt x="1459108" y="350207"/>
                  <a:pt x="1444227" y="335326"/>
                  <a:pt x="1425870" y="335326"/>
                </a:cubicBezTo>
                <a:cubicBezTo>
                  <a:pt x="1407514" y="335326"/>
                  <a:pt x="1392633" y="350207"/>
                  <a:pt x="1392633" y="368563"/>
                </a:cubicBezTo>
                <a:moveTo>
                  <a:pt x="1532657" y="318073"/>
                </a:moveTo>
                <a:cubicBezTo>
                  <a:pt x="1532657" y="336430"/>
                  <a:pt x="1547538" y="351310"/>
                  <a:pt x="1565895" y="351310"/>
                </a:cubicBezTo>
                <a:cubicBezTo>
                  <a:pt x="1584252" y="351310"/>
                  <a:pt x="1599132" y="336430"/>
                  <a:pt x="1599132" y="318073"/>
                </a:cubicBezTo>
                <a:cubicBezTo>
                  <a:pt x="1599132" y="299717"/>
                  <a:pt x="1584252" y="284835"/>
                  <a:pt x="1565895" y="284835"/>
                </a:cubicBezTo>
                <a:cubicBezTo>
                  <a:pt x="1547538" y="284835"/>
                  <a:pt x="1532657" y="299717"/>
                  <a:pt x="1532657" y="318073"/>
                </a:cubicBezTo>
                <a:moveTo>
                  <a:pt x="1648158" y="285131"/>
                </a:moveTo>
                <a:cubicBezTo>
                  <a:pt x="1648158" y="303488"/>
                  <a:pt x="1663039" y="318369"/>
                  <a:pt x="1681396" y="318369"/>
                </a:cubicBezTo>
                <a:cubicBezTo>
                  <a:pt x="1699752" y="318369"/>
                  <a:pt x="1714633" y="303488"/>
                  <a:pt x="1714633" y="285131"/>
                </a:cubicBezTo>
                <a:cubicBezTo>
                  <a:pt x="1714633" y="266775"/>
                  <a:pt x="1699752" y="251894"/>
                  <a:pt x="1681396" y="251894"/>
                </a:cubicBezTo>
                <a:cubicBezTo>
                  <a:pt x="1663039" y="251894"/>
                  <a:pt x="1648158" y="266775"/>
                  <a:pt x="1648158" y="285131"/>
                </a:cubicBezTo>
                <a:moveTo>
                  <a:pt x="1790589" y="244670"/>
                </a:moveTo>
                <a:cubicBezTo>
                  <a:pt x="1790589" y="263027"/>
                  <a:pt x="1805470" y="277908"/>
                  <a:pt x="1823827" y="277908"/>
                </a:cubicBezTo>
                <a:cubicBezTo>
                  <a:pt x="1842183" y="277908"/>
                  <a:pt x="1857064" y="263027"/>
                  <a:pt x="1857064" y="244670"/>
                </a:cubicBezTo>
                <a:cubicBezTo>
                  <a:pt x="1857064" y="226314"/>
                  <a:pt x="1842183" y="211432"/>
                  <a:pt x="1823827" y="211432"/>
                </a:cubicBezTo>
                <a:cubicBezTo>
                  <a:pt x="1805470" y="211432"/>
                  <a:pt x="1790589" y="226314"/>
                  <a:pt x="1790589" y="244670"/>
                </a:cubicBezTo>
                <a:moveTo>
                  <a:pt x="1908513" y="210753"/>
                </a:moveTo>
                <a:cubicBezTo>
                  <a:pt x="1908513" y="229110"/>
                  <a:pt x="1923394" y="243991"/>
                  <a:pt x="1941751" y="243991"/>
                </a:cubicBezTo>
                <a:cubicBezTo>
                  <a:pt x="1960107" y="243991"/>
                  <a:pt x="1974988" y="229110"/>
                  <a:pt x="1974988" y="210753"/>
                </a:cubicBezTo>
                <a:cubicBezTo>
                  <a:pt x="1974988" y="192397"/>
                  <a:pt x="1960107" y="177516"/>
                  <a:pt x="1941751" y="177516"/>
                </a:cubicBezTo>
                <a:cubicBezTo>
                  <a:pt x="1923394" y="177516"/>
                  <a:pt x="1908513" y="192397"/>
                  <a:pt x="1908513" y="210753"/>
                </a:cubicBezTo>
                <a:moveTo>
                  <a:pt x="2051090" y="180955"/>
                </a:moveTo>
                <a:cubicBezTo>
                  <a:pt x="2051090" y="199311"/>
                  <a:pt x="2065971" y="214192"/>
                  <a:pt x="2084327" y="214192"/>
                </a:cubicBezTo>
                <a:cubicBezTo>
                  <a:pt x="2102684" y="214192"/>
                  <a:pt x="2117565" y="199311"/>
                  <a:pt x="2117565" y="180955"/>
                </a:cubicBezTo>
                <a:cubicBezTo>
                  <a:pt x="2117565" y="162598"/>
                  <a:pt x="2102684" y="147717"/>
                  <a:pt x="2084327" y="147717"/>
                </a:cubicBezTo>
                <a:cubicBezTo>
                  <a:pt x="2065971" y="147717"/>
                  <a:pt x="2051090" y="162598"/>
                  <a:pt x="2051090" y="180955"/>
                </a:cubicBezTo>
                <a:moveTo>
                  <a:pt x="2169031" y="161294"/>
                </a:moveTo>
                <a:cubicBezTo>
                  <a:pt x="2169031" y="179651"/>
                  <a:pt x="2183912" y="194532"/>
                  <a:pt x="2202268" y="194532"/>
                </a:cubicBezTo>
                <a:cubicBezTo>
                  <a:pt x="2220625" y="194532"/>
                  <a:pt x="2235506" y="179651"/>
                  <a:pt x="2235506" y="161294"/>
                </a:cubicBezTo>
                <a:cubicBezTo>
                  <a:pt x="2235506" y="142938"/>
                  <a:pt x="2220625" y="128057"/>
                  <a:pt x="2202268" y="128057"/>
                </a:cubicBezTo>
                <a:cubicBezTo>
                  <a:pt x="2183912" y="128057"/>
                  <a:pt x="2169031" y="142938"/>
                  <a:pt x="2169031" y="161294"/>
                </a:cubicBezTo>
                <a:moveTo>
                  <a:pt x="2304134" y="123080"/>
                </a:moveTo>
                <a:cubicBezTo>
                  <a:pt x="2304134" y="141436"/>
                  <a:pt x="2319015" y="156317"/>
                  <a:pt x="2337372" y="156317"/>
                </a:cubicBezTo>
                <a:cubicBezTo>
                  <a:pt x="2355728" y="156317"/>
                  <a:pt x="2370609" y="141436"/>
                  <a:pt x="2370609" y="123080"/>
                </a:cubicBezTo>
                <a:cubicBezTo>
                  <a:pt x="2370609" y="104723"/>
                  <a:pt x="2355728" y="89842"/>
                  <a:pt x="2337372" y="89842"/>
                </a:cubicBezTo>
                <a:cubicBezTo>
                  <a:pt x="2319015" y="89842"/>
                  <a:pt x="2304134" y="104723"/>
                  <a:pt x="2304134" y="123080"/>
                </a:cubicBezTo>
                <a:moveTo>
                  <a:pt x="2417126" y="103159"/>
                </a:moveTo>
                <a:cubicBezTo>
                  <a:pt x="2417126" y="121515"/>
                  <a:pt x="2432007" y="136397"/>
                  <a:pt x="2450363" y="136397"/>
                </a:cubicBezTo>
                <a:cubicBezTo>
                  <a:pt x="2468720" y="136397"/>
                  <a:pt x="2483601" y="121515"/>
                  <a:pt x="2483601" y="103159"/>
                </a:cubicBezTo>
                <a:cubicBezTo>
                  <a:pt x="2483601" y="84802"/>
                  <a:pt x="2468720" y="69921"/>
                  <a:pt x="2450363" y="69921"/>
                </a:cubicBezTo>
                <a:cubicBezTo>
                  <a:pt x="2432007" y="69921"/>
                  <a:pt x="2417126" y="84802"/>
                  <a:pt x="2417126" y="103159"/>
                </a:cubicBezTo>
                <a:moveTo>
                  <a:pt x="2559647" y="73630"/>
                </a:moveTo>
                <a:cubicBezTo>
                  <a:pt x="2559647" y="91987"/>
                  <a:pt x="2574528" y="106868"/>
                  <a:pt x="2592885" y="106868"/>
                </a:cubicBezTo>
                <a:cubicBezTo>
                  <a:pt x="2611241" y="106868"/>
                  <a:pt x="2626122" y="91987"/>
                  <a:pt x="2626122" y="73630"/>
                </a:cubicBezTo>
                <a:cubicBezTo>
                  <a:pt x="2626122" y="55273"/>
                  <a:pt x="2611241" y="40392"/>
                  <a:pt x="2592885" y="40392"/>
                </a:cubicBezTo>
                <a:cubicBezTo>
                  <a:pt x="2574528" y="40392"/>
                  <a:pt x="2559647" y="55273"/>
                  <a:pt x="2559647" y="73630"/>
                </a:cubicBezTo>
                <a:moveTo>
                  <a:pt x="2672727" y="50430"/>
                </a:moveTo>
                <a:cubicBezTo>
                  <a:pt x="2672727" y="68786"/>
                  <a:pt x="2687608" y="83667"/>
                  <a:pt x="2705965" y="83667"/>
                </a:cubicBezTo>
                <a:cubicBezTo>
                  <a:pt x="2724322" y="83667"/>
                  <a:pt x="2739203" y="68786"/>
                  <a:pt x="2739203" y="50430"/>
                </a:cubicBezTo>
                <a:cubicBezTo>
                  <a:pt x="2739203" y="32073"/>
                  <a:pt x="2724322" y="17192"/>
                  <a:pt x="2705965" y="17192"/>
                </a:cubicBezTo>
                <a:cubicBezTo>
                  <a:pt x="2687608" y="17192"/>
                  <a:pt x="2672727" y="32073"/>
                  <a:pt x="2672727" y="50430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C8FF1C-16FF-4F8E-868E-008D1999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3649731"/>
            <a:ext cx="2807795" cy="725911"/>
          </a:xfrm>
          <a:custGeom xmlns:a="http://schemas.openxmlformats.org/drawingml/2006/main">
            <a:pathLst>
              <a:path w="2807795" h="725911" fill="none">
                <a:moveTo>
                  <a:pt x="0" y="725911"/>
                </a:moveTo>
                <a:lnTo>
                  <a:pt x="125972" y="683583"/>
                </a:lnTo>
                <a:lnTo>
                  <a:pt x="256820" y="642011"/>
                </a:lnTo>
                <a:lnTo>
                  <a:pt x="364594" y="611483"/>
                </a:lnTo>
                <a:lnTo>
                  <a:pt x="504257" y="553480"/>
                </a:lnTo>
                <a:lnTo>
                  <a:pt x="614446" y="528330"/>
                </a:lnTo>
                <a:lnTo>
                  <a:pt x="769625" y="460744"/>
                </a:lnTo>
                <a:lnTo>
                  <a:pt x="890079" y="433841"/>
                </a:lnTo>
                <a:lnTo>
                  <a:pt x="1002990" y="330918"/>
                </a:lnTo>
                <a:lnTo>
                  <a:pt x="1132309" y="308315"/>
                </a:lnTo>
                <a:lnTo>
                  <a:pt x="1277565" y="268600"/>
                </a:lnTo>
                <a:lnTo>
                  <a:pt x="1392633" y="261159"/>
                </a:lnTo>
                <a:lnTo>
                  <a:pt x="1532658" y="227076"/>
                </a:lnTo>
                <a:lnTo>
                  <a:pt x="1648158" y="211208"/>
                </a:lnTo>
                <a:lnTo>
                  <a:pt x="1790589" y="175765"/>
                </a:lnTo>
                <a:lnTo>
                  <a:pt x="1908513" y="148597"/>
                </a:lnTo>
                <a:lnTo>
                  <a:pt x="2051090" y="119550"/>
                </a:lnTo>
                <a:lnTo>
                  <a:pt x="2169030" y="99774"/>
                </a:lnTo>
                <a:lnTo>
                  <a:pt x="2304134" y="80897"/>
                </a:lnTo>
                <a:lnTo>
                  <a:pt x="2417126" y="62688"/>
                </a:lnTo>
                <a:lnTo>
                  <a:pt x="2559647" y="35852"/>
                </a:lnTo>
                <a:lnTo>
                  <a:pt x="2672727" y="23068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00FF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912B6C-51A9-4381-B2A6-10A1CB53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3616494"/>
            <a:ext cx="2874271" cy="792386"/>
          </a:xfrm>
          <a:custGeom xmlns:a="http://schemas.openxmlformats.org/drawingml/2006/main">
            <a:pathLst>
              <a:path w="2874271" h="792386">
                <a:moveTo>
                  <a:pt x="0" y="759148"/>
                </a:moveTo>
                <a:cubicBezTo>
                  <a:pt x="0" y="777505"/>
                  <a:pt x="14881" y="792386"/>
                  <a:pt x="33238" y="792386"/>
                </a:cubicBezTo>
                <a:cubicBezTo>
                  <a:pt x="51594" y="792386"/>
                  <a:pt x="66475" y="777505"/>
                  <a:pt x="66475" y="759148"/>
                </a:cubicBezTo>
                <a:cubicBezTo>
                  <a:pt x="66475" y="740792"/>
                  <a:pt x="51594" y="725911"/>
                  <a:pt x="33238" y="725911"/>
                </a:cubicBezTo>
                <a:cubicBezTo>
                  <a:pt x="14881" y="725911"/>
                  <a:pt x="0" y="740792"/>
                  <a:pt x="0" y="759148"/>
                </a:cubicBezTo>
                <a:moveTo>
                  <a:pt x="125972" y="716820"/>
                </a:moveTo>
                <a:cubicBezTo>
                  <a:pt x="125972" y="735177"/>
                  <a:pt x="140853" y="750058"/>
                  <a:pt x="159210" y="750058"/>
                </a:cubicBezTo>
                <a:cubicBezTo>
                  <a:pt x="177567" y="750058"/>
                  <a:pt x="192448" y="735177"/>
                  <a:pt x="192448" y="716820"/>
                </a:cubicBezTo>
                <a:cubicBezTo>
                  <a:pt x="192448" y="698464"/>
                  <a:pt x="177567" y="683583"/>
                  <a:pt x="159210" y="683583"/>
                </a:cubicBezTo>
                <a:cubicBezTo>
                  <a:pt x="140853" y="683583"/>
                  <a:pt x="125972" y="698464"/>
                  <a:pt x="125972" y="716820"/>
                </a:cubicBezTo>
                <a:moveTo>
                  <a:pt x="256821" y="675249"/>
                </a:moveTo>
                <a:cubicBezTo>
                  <a:pt x="256821" y="693606"/>
                  <a:pt x="271701" y="708486"/>
                  <a:pt x="290058" y="708486"/>
                </a:cubicBezTo>
                <a:cubicBezTo>
                  <a:pt x="308415" y="708486"/>
                  <a:pt x="323296" y="693606"/>
                  <a:pt x="323296" y="675249"/>
                </a:cubicBezTo>
                <a:cubicBezTo>
                  <a:pt x="323296" y="656892"/>
                  <a:pt x="308415" y="642011"/>
                  <a:pt x="290058" y="642011"/>
                </a:cubicBezTo>
                <a:cubicBezTo>
                  <a:pt x="271701" y="642011"/>
                  <a:pt x="256821" y="656892"/>
                  <a:pt x="256821" y="675249"/>
                </a:cubicBezTo>
                <a:moveTo>
                  <a:pt x="364594" y="644721"/>
                </a:moveTo>
                <a:cubicBezTo>
                  <a:pt x="364594" y="663077"/>
                  <a:pt x="379475" y="677958"/>
                  <a:pt x="397832" y="677958"/>
                </a:cubicBezTo>
                <a:cubicBezTo>
                  <a:pt x="416188" y="677958"/>
                  <a:pt x="431070" y="663077"/>
                  <a:pt x="431070" y="644721"/>
                </a:cubicBezTo>
                <a:cubicBezTo>
                  <a:pt x="431070" y="626364"/>
                  <a:pt x="416188" y="611483"/>
                  <a:pt x="397832" y="611483"/>
                </a:cubicBezTo>
                <a:cubicBezTo>
                  <a:pt x="379475" y="611483"/>
                  <a:pt x="364594" y="626364"/>
                  <a:pt x="364594" y="644721"/>
                </a:cubicBezTo>
                <a:moveTo>
                  <a:pt x="504257" y="586718"/>
                </a:moveTo>
                <a:cubicBezTo>
                  <a:pt x="504257" y="605074"/>
                  <a:pt x="519138" y="619955"/>
                  <a:pt x="537495" y="619955"/>
                </a:cubicBezTo>
                <a:cubicBezTo>
                  <a:pt x="555851" y="619955"/>
                  <a:pt x="570732" y="605074"/>
                  <a:pt x="570732" y="586718"/>
                </a:cubicBezTo>
                <a:cubicBezTo>
                  <a:pt x="570732" y="568361"/>
                  <a:pt x="555851" y="553480"/>
                  <a:pt x="537495" y="553480"/>
                </a:cubicBezTo>
                <a:cubicBezTo>
                  <a:pt x="519138" y="553480"/>
                  <a:pt x="504257" y="568361"/>
                  <a:pt x="504257" y="586718"/>
                </a:cubicBezTo>
                <a:moveTo>
                  <a:pt x="614446" y="561567"/>
                </a:moveTo>
                <a:cubicBezTo>
                  <a:pt x="614446" y="579924"/>
                  <a:pt x="629327" y="594805"/>
                  <a:pt x="647684" y="594805"/>
                </a:cubicBezTo>
                <a:cubicBezTo>
                  <a:pt x="666041" y="594805"/>
                  <a:pt x="680922" y="579924"/>
                  <a:pt x="680922" y="561567"/>
                </a:cubicBezTo>
                <a:cubicBezTo>
                  <a:pt x="680922" y="543211"/>
                  <a:pt x="666041" y="528330"/>
                  <a:pt x="647684" y="528330"/>
                </a:cubicBezTo>
                <a:cubicBezTo>
                  <a:pt x="629327" y="528330"/>
                  <a:pt x="614446" y="543211"/>
                  <a:pt x="614446" y="561567"/>
                </a:cubicBezTo>
                <a:moveTo>
                  <a:pt x="769626" y="493982"/>
                </a:moveTo>
                <a:cubicBezTo>
                  <a:pt x="769626" y="512339"/>
                  <a:pt x="784507" y="527220"/>
                  <a:pt x="802863" y="527220"/>
                </a:cubicBezTo>
                <a:cubicBezTo>
                  <a:pt x="821220" y="527220"/>
                  <a:pt x="836101" y="512339"/>
                  <a:pt x="836101" y="493982"/>
                </a:cubicBezTo>
                <a:cubicBezTo>
                  <a:pt x="836101" y="475625"/>
                  <a:pt x="821220" y="460745"/>
                  <a:pt x="802863" y="460745"/>
                </a:cubicBezTo>
                <a:cubicBezTo>
                  <a:pt x="784507" y="460745"/>
                  <a:pt x="769626" y="475625"/>
                  <a:pt x="769626" y="493982"/>
                </a:cubicBezTo>
                <a:moveTo>
                  <a:pt x="890079" y="467078"/>
                </a:moveTo>
                <a:cubicBezTo>
                  <a:pt x="890079" y="485435"/>
                  <a:pt x="904960" y="500316"/>
                  <a:pt x="923317" y="500316"/>
                </a:cubicBezTo>
                <a:cubicBezTo>
                  <a:pt x="941673" y="500316"/>
                  <a:pt x="956554" y="485435"/>
                  <a:pt x="956554" y="467078"/>
                </a:cubicBezTo>
                <a:cubicBezTo>
                  <a:pt x="956554" y="448722"/>
                  <a:pt x="941673" y="433841"/>
                  <a:pt x="923317" y="433841"/>
                </a:cubicBezTo>
                <a:cubicBezTo>
                  <a:pt x="904960" y="433841"/>
                  <a:pt x="890079" y="448722"/>
                  <a:pt x="890079" y="467078"/>
                </a:cubicBezTo>
                <a:moveTo>
                  <a:pt x="1002990" y="364155"/>
                </a:moveTo>
                <a:cubicBezTo>
                  <a:pt x="1002990" y="382512"/>
                  <a:pt x="1017871" y="397393"/>
                  <a:pt x="1036227" y="397393"/>
                </a:cubicBezTo>
                <a:cubicBezTo>
                  <a:pt x="1054584" y="397393"/>
                  <a:pt x="1069465" y="382512"/>
                  <a:pt x="1069465" y="364155"/>
                </a:cubicBezTo>
                <a:cubicBezTo>
                  <a:pt x="1069465" y="345799"/>
                  <a:pt x="1054584" y="330918"/>
                  <a:pt x="1036227" y="330918"/>
                </a:cubicBezTo>
                <a:cubicBezTo>
                  <a:pt x="1017871" y="330918"/>
                  <a:pt x="1002990" y="345799"/>
                  <a:pt x="1002990" y="364155"/>
                </a:cubicBezTo>
                <a:moveTo>
                  <a:pt x="1132309" y="341552"/>
                </a:moveTo>
                <a:cubicBezTo>
                  <a:pt x="1132309" y="359909"/>
                  <a:pt x="1147190" y="374790"/>
                  <a:pt x="1165547" y="374790"/>
                </a:cubicBezTo>
                <a:cubicBezTo>
                  <a:pt x="1183904" y="374790"/>
                  <a:pt x="1198784" y="359909"/>
                  <a:pt x="1198784" y="341552"/>
                </a:cubicBezTo>
                <a:cubicBezTo>
                  <a:pt x="1198784" y="323196"/>
                  <a:pt x="1183904" y="308315"/>
                  <a:pt x="1165547" y="308315"/>
                </a:cubicBezTo>
                <a:cubicBezTo>
                  <a:pt x="1147190" y="308315"/>
                  <a:pt x="1132309" y="323196"/>
                  <a:pt x="1132309" y="341552"/>
                </a:cubicBezTo>
                <a:moveTo>
                  <a:pt x="1277565" y="301837"/>
                </a:moveTo>
                <a:cubicBezTo>
                  <a:pt x="1277565" y="320194"/>
                  <a:pt x="1292446" y="335075"/>
                  <a:pt x="1310802" y="335075"/>
                </a:cubicBezTo>
                <a:cubicBezTo>
                  <a:pt x="1329159" y="335075"/>
                  <a:pt x="1344040" y="320194"/>
                  <a:pt x="1344040" y="301837"/>
                </a:cubicBezTo>
                <a:cubicBezTo>
                  <a:pt x="1344040" y="283481"/>
                  <a:pt x="1329159" y="268600"/>
                  <a:pt x="1310802" y="268600"/>
                </a:cubicBezTo>
                <a:cubicBezTo>
                  <a:pt x="1292446" y="268600"/>
                  <a:pt x="1277565" y="283481"/>
                  <a:pt x="1277565" y="301837"/>
                </a:cubicBezTo>
                <a:moveTo>
                  <a:pt x="1392633" y="294397"/>
                </a:moveTo>
                <a:cubicBezTo>
                  <a:pt x="1392633" y="312754"/>
                  <a:pt x="1407514" y="327634"/>
                  <a:pt x="1425871" y="327634"/>
                </a:cubicBezTo>
                <a:cubicBezTo>
                  <a:pt x="1444227" y="327634"/>
                  <a:pt x="1459108" y="312754"/>
                  <a:pt x="1459108" y="294397"/>
                </a:cubicBezTo>
                <a:cubicBezTo>
                  <a:pt x="1459108" y="276040"/>
                  <a:pt x="1444227" y="261159"/>
                  <a:pt x="1425871" y="261159"/>
                </a:cubicBezTo>
                <a:cubicBezTo>
                  <a:pt x="1407514" y="261159"/>
                  <a:pt x="1392633" y="276040"/>
                  <a:pt x="1392633" y="294397"/>
                </a:cubicBezTo>
                <a:moveTo>
                  <a:pt x="1532658" y="260313"/>
                </a:moveTo>
                <a:cubicBezTo>
                  <a:pt x="1532658" y="278670"/>
                  <a:pt x="1547539" y="293551"/>
                  <a:pt x="1565895" y="293551"/>
                </a:cubicBezTo>
                <a:cubicBezTo>
                  <a:pt x="1584252" y="293551"/>
                  <a:pt x="1599133" y="278670"/>
                  <a:pt x="1599133" y="260313"/>
                </a:cubicBezTo>
                <a:cubicBezTo>
                  <a:pt x="1599133" y="241957"/>
                  <a:pt x="1584252" y="227076"/>
                  <a:pt x="1565895" y="227076"/>
                </a:cubicBezTo>
                <a:cubicBezTo>
                  <a:pt x="1547539" y="227076"/>
                  <a:pt x="1532658" y="241957"/>
                  <a:pt x="1532658" y="260313"/>
                </a:cubicBezTo>
                <a:moveTo>
                  <a:pt x="1648158" y="244446"/>
                </a:moveTo>
                <a:cubicBezTo>
                  <a:pt x="1648158" y="262803"/>
                  <a:pt x="1663039" y="277684"/>
                  <a:pt x="1681396" y="277684"/>
                </a:cubicBezTo>
                <a:cubicBezTo>
                  <a:pt x="1699752" y="277684"/>
                  <a:pt x="1714634" y="262803"/>
                  <a:pt x="1714634" y="244446"/>
                </a:cubicBezTo>
                <a:cubicBezTo>
                  <a:pt x="1714634" y="226089"/>
                  <a:pt x="1699752" y="211209"/>
                  <a:pt x="1681396" y="211209"/>
                </a:cubicBezTo>
                <a:cubicBezTo>
                  <a:pt x="1663039" y="211209"/>
                  <a:pt x="1648158" y="226089"/>
                  <a:pt x="1648158" y="244446"/>
                </a:cubicBezTo>
                <a:moveTo>
                  <a:pt x="1790589" y="209003"/>
                </a:moveTo>
                <a:cubicBezTo>
                  <a:pt x="1790589" y="227360"/>
                  <a:pt x="1805470" y="242241"/>
                  <a:pt x="1823827" y="242241"/>
                </a:cubicBezTo>
                <a:cubicBezTo>
                  <a:pt x="1842184" y="242241"/>
                  <a:pt x="1857064" y="227360"/>
                  <a:pt x="1857064" y="209003"/>
                </a:cubicBezTo>
                <a:cubicBezTo>
                  <a:pt x="1857064" y="190646"/>
                  <a:pt x="1842184" y="175766"/>
                  <a:pt x="1823827" y="175766"/>
                </a:cubicBezTo>
                <a:cubicBezTo>
                  <a:pt x="1805470" y="175766"/>
                  <a:pt x="1790589" y="190646"/>
                  <a:pt x="1790589" y="209003"/>
                </a:cubicBezTo>
                <a:moveTo>
                  <a:pt x="1908514" y="181834"/>
                </a:moveTo>
                <a:cubicBezTo>
                  <a:pt x="1908514" y="200191"/>
                  <a:pt x="1923394" y="215072"/>
                  <a:pt x="1941751" y="215072"/>
                </a:cubicBezTo>
                <a:cubicBezTo>
                  <a:pt x="1960107" y="215072"/>
                  <a:pt x="1974989" y="200191"/>
                  <a:pt x="1974989" y="181834"/>
                </a:cubicBezTo>
                <a:cubicBezTo>
                  <a:pt x="1974989" y="163478"/>
                  <a:pt x="1960107" y="148596"/>
                  <a:pt x="1941751" y="148596"/>
                </a:cubicBezTo>
                <a:cubicBezTo>
                  <a:pt x="1923394" y="148596"/>
                  <a:pt x="1908514" y="163478"/>
                  <a:pt x="1908514" y="181834"/>
                </a:cubicBezTo>
                <a:moveTo>
                  <a:pt x="2051090" y="152787"/>
                </a:moveTo>
                <a:cubicBezTo>
                  <a:pt x="2051090" y="171144"/>
                  <a:pt x="2065971" y="186024"/>
                  <a:pt x="2084327" y="186024"/>
                </a:cubicBezTo>
                <a:cubicBezTo>
                  <a:pt x="2102684" y="186024"/>
                  <a:pt x="2117565" y="171144"/>
                  <a:pt x="2117565" y="152787"/>
                </a:cubicBezTo>
                <a:cubicBezTo>
                  <a:pt x="2117565" y="134430"/>
                  <a:pt x="2102684" y="119549"/>
                  <a:pt x="2084327" y="119549"/>
                </a:cubicBezTo>
                <a:cubicBezTo>
                  <a:pt x="2065971" y="119549"/>
                  <a:pt x="2051090" y="134430"/>
                  <a:pt x="2051090" y="152787"/>
                </a:cubicBezTo>
                <a:moveTo>
                  <a:pt x="2169031" y="133011"/>
                </a:moveTo>
                <a:cubicBezTo>
                  <a:pt x="2169031" y="151368"/>
                  <a:pt x="2183912" y="166249"/>
                  <a:pt x="2202268" y="166249"/>
                </a:cubicBezTo>
                <a:cubicBezTo>
                  <a:pt x="2220625" y="166249"/>
                  <a:pt x="2235506" y="151368"/>
                  <a:pt x="2235506" y="133011"/>
                </a:cubicBezTo>
                <a:cubicBezTo>
                  <a:pt x="2235506" y="114655"/>
                  <a:pt x="2220625" y="99774"/>
                  <a:pt x="2202268" y="99774"/>
                </a:cubicBezTo>
                <a:cubicBezTo>
                  <a:pt x="2183912" y="99774"/>
                  <a:pt x="2169031" y="114655"/>
                  <a:pt x="2169031" y="133011"/>
                </a:cubicBezTo>
                <a:moveTo>
                  <a:pt x="2304134" y="114135"/>
                </a:moveTo>
                <a:cubicBezTo>
                  <a:pt x="2304134" y="132491"/>
                  <a:pt x="2319015" y="147373"/>
                  <a:pt x="2337372" y="147373"/>
                </a:cubicBezTo>
                <a:cubicBezTo>
                  <a:pt x="2355729" y="147373"/>
                  <a:pt x="2370610" y="132491"/>
                  <a:pt x="2370610" y="114135"/>
                </a:cubicBezTo>
                <a:cubicBezTo>
                  <a:pt x="2370610" y="95778"/>
                  <a:pt x="2355729" y="80897"/>
                  <a:pt x="2337372" y="80897"/>
                </a:cubicBezTo>
                <a:cubicBezTo>
                  <a:pt x="2319015" y="80897"/>
                  <a:pt x="2304134" y="95778"/>
                  <a:pt x="2304134" y="114135"/>
                </a:cubicBezTo>
                <a:moveTo>
                  <a:pt x="2417126" y="95926"/>
                </a:moveTo>
                <a:cubicBezTo>
                  <a:pt x="2417126" y="114282"/>
                  <a:pt x="2432007" y="129163"/>
                  <a:pt x="2450363" y="129163"/>
                </a:cubicBezTo>
                <a:cubicBezTo>
                  <a:pt x="2468720" y="129163"/>
                  <a:pt x="2483601" y="114282"/>
                  <a:pt x="2483601" y="95926"/>
                </a:cubicBezTo>
                <a:cubicBezTo>
                  <a:pt x="2483601" y="77569"/>
                  <a:pt x="2468720" y="62688"/>
                  <a:pt x="2450363" y="62688"/>
                </a:cubicBezTo>
                <a:cubicBezTo>
                  <a:pt x="2432007" y="62688"/>
                  <a:pt x="2417126" y="77569"/>
                  <a:pt x="2417126" y="95926"/>
                </a:cubicBezTo>
                <a:moveTo>
                  <a:pt x="2559647" y="69089"/>
                </a:moveTo>
                <a:cubicBezTo>
                  <a:pt x="2559647" y="87446"/>
                  <a:pt x="2574528" y="102327"/>
                  <a:pt x="2592885" y="102327"/>
                </a:cubicBezTo>
                <a:cubicBezTo>
                  <a:pt x="2611241" y="102327"/>
                  <a:pt x="2626122" y="87446"/>
                  <a:pt x="2626122" y="69089"/>
                </a:cubicBezTo>
                <a:cubicBezTo>
                  <a:pt x="2626122" y="50733"/>
                  <a:pt x="2611241" y="35852"/>
                  <a:pt x="2592885" y="35852"/>
                </a:cubicBezTo>
                <a:cubicBezTo>
                  <a:pt x="2574528" y="35852"/>
                  <a:pt x="2559647" y="50733"/>
                  <a:pt x="2559647" y="69089"/>
                </a:cubicBezTo>
                <a:moveTo>
                  <a:pt x="2672727" y="56306"/>
                </a:moveTo>
                <a:cubicBezTo>
                  <a:pt x="2672727" y="74662"/>
                  <a:pt x="2687609" y="89544"/>
                  <a:pt x="2705965" y="89544"/>
                </a:cubicBezTo>
                <a:cubicBezTo>
                  <a:pt x="2724322" y="89544"/>
                  <a:pt x="2739203" y="74662"/>
                  <a:pt x="2739203" y="56306"/>
                </a:cubicBezTo>
                <a:cubicBezTo>
                  <a:pt x="2739203" y="37949"/>
                  <a:pt x="2724322" y="23068"/>
                  <a:pt x="2705965" y="23068"/>
                </a:cubicBezTo>
                <a:cubicBezTo>
                  <a:pt x="2687609" y="23068"/>
                  <a:pt x="2672727" y="37949"/>
                  <a:pt x="2672727" y="56306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2F8A8-CD0D-40E8-9B18-0E70C924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824159"/>
            <a:ext cx="2807795" cy="1042925"/>
          </a:xfrm>
          <a:custGeom xmlns:a="http://schemas.openxmlformats.org/drawingml/2006/main">
            <a:pathLst>
              <a:path w="2807795" h="1042925" fill="none">
                <a:moveTo>
                  <a:pt x="0" y="1042925"/>
                </a:moveTo>
                <a:lnTo>
                  <a:pt x="125972" y="976210"/>
                </a:lnTo>
                <a:lnTo>
                  <a:pt x="256820" y="865616"/>
                </a:lnTo>
                <a:lnTo>
                  <a:pt x="364594" y="820487"/>
                </a:lnTo>
                <a:lnTo>
                  <a:pt x="504257" y="743340"/>
                </a:lnTo>
                <a:lnTo>
                  <a:pt x="614446" y="693998"/>
                </a:lnTo>
                <a:lnTo>
                  <a:pt x="769626" y="617322"/>
                </a:lnTo>
                <a:lnTo>
                  <a:pt x="890079" y="551335"/>
                </a:lnTo>
                <a:lnTo>
                  <a:pt x="1002990" y="495651"/>
                </a:lnTo>
                <a:lnTo>
                  <a:pt x="1132309" y="462971"/>
                </a:lnTo>
                <a:lnTo>
                  <a:pt x="1277565" y="417997"/>
                </a:lnTo>
                <a:lnTo>
                  <a:pt x="1392633" y="376460"/>
                </a:lnTo>
                <a:lnTo>
                  <a:pt x="1532657" y="329310"/>
                </a:lnTo>
                <a:lnTo>
                  <a:pt x="1648158" y="293779"/>
                </a:lnTo>
                <a:lnTo>
                  <a:pt x="1790589" y="240506"/>
                </a:lnTo>
                <a:lnTo>
                  <a:pt x="1908513" y="204305"/>
                </a:lnTo>
                <a:lnTo>
                  <a:pt x="2051090" y="170771"/>
                </a:lnTo>
                <a:lnTo>
                  <a:pt x="2169031" y="133063"/>
                </a:lnTo>
                <a:lnTo>
                  <a:pt x="2304134" y="93884"/>
                </a:lnTo>
                <a:lnTo>
                  <a:pt x="2417126" y="71095"/>
                </a:lnTo>
                <a:lnTo>
                  <a:pt x="2559647" y="35759"/>
                </a:lnTo>
                <a:lnTo>
                  <a:pt x="2672727" y="16265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17FF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FE3818-9EAD-408D-84F7-62702476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790921"/>
            <a:ext cx="2874271" cy="1109401"/>
          </a:xfrm>
          <a:custGeom xmlns:a="http://schemas.openxmlformats.org/drawingml/2006/main">
            <a:pathLst>
              <a:path w="2874271" h="1109401">
                <a:moveTo>
                  <a:pt x="0" y="1076163"/>
                </a:moveTo>
                <a:cubicBezTo>
                  <a:pt x="0" y="1094519"/>
                  <a:pt x="14881" y="1109401"/>
                  <a:pt x="33238" y="1109401"/>
                </a:cubicBezTo>
                <a:cubicBezTo>
                  <a:pt x="51594" y="1109401"/>
                  <a:pt x="66475" y="1094519"/>
                  <a:pt x="66475" y="1076163"/>
                </a:cubicBezTo>
                <a:cubicBezTo>
                  <a:pt x="66475" y="1057806"/>
                  <a:pt x="51594" y="1042925"/>
                  <a:pt x="33238" y="1042925"/>
                </a:cubicBezTo>
                <a:cubicBezTo>
                  <a:pt x="14881" y="1042925"/>
                  <a:pt x="0" y="1057806"/>
                  <a:pt x="0" y="1076163"/>
                </a:cubicBezTo>
                <a:moveTo>
                  <a:pt x="125972" y="1009447"/>
                </a:moveTo>
                <a:cubicBezTo>
                  <a:pt x="125972" y="1027804"/>
                  <a:pt x="140853" y="1042685"/>
                  <a:pt x="159210" y="1042685"/>
                </a:cubicBezTo>
                <a:cubicBezTo>
                  <a:pt x="177567" y="1042685"/>
                  <a:pt x="192448" y="1027804"/>
                  <a:pt x="192448" y="1009447"/>
                </a:cubicBezTo>
                <a:cubicBezTo>
                  <a:pt x="192448" y="991090"/>
                  <a:pt x="177567" y="976209"/>
                  <a:pt x="159210" y="976209"/>
                </a:cubicBezTo>
                <a:cubicBezTo>
                  <a:pt x="140853" y="976209"/>
                  <a:pt x="125972" y="991090"/>
                  <a:pt x="125972" y="1009447"/>
                </a:cubicBezTo>
                <a:moveTo>
                  <a:pt x="256820" y="898853"/>
                </a:moveTo>
                <a:cubicBezTo>
                  <a:pt x="256820" y="917210"/>
                  <a:pt x="271701" y="932091"/>
                  <a:pt x="290058" y="932091"/>
                </a:cubicBezTo>
                <a:cubicBezTo>
                  <a:pt x="308415" y="932091"/>
                  <a:pt x="323295" y="917210"/>
                  <a:pt x="323295" y="898853"/>
                </a:cubicBezTo>
                <a:cubicBezTo>
                  <a:pt x="323295" y="880497"/>
                  <a:pt x="308415" y="865616"/>
                  <a:pt x="290058" y="865616"/>
                </a:cubicBezTo>
                <a:cubicBezTo>
                  <a:pt x="271701" y="865616"/>
                  <a:pt x="256820" y="880497"/>
                  <a:pt x="256820" y="898853"/>
                </a:cubicBezTo>
                <a:moveTo>
                  <a:pt x="364594" y="853724"/>
                </a:moveTo>
                <a:cubicBezTo>
                  <a:pt x="364594" y="872081"/>
                  <a:pt x="379475" y="886962"/>
                  <a:pt x="397832" y="886962"/>
                </a:cubicBezTo>
                <a:cubicBezTo>
                  <a:pt x="416188" y="886962"/>
                  <a:pt x="431069" y="872081"/>
                  <a:pt x="431069" y="853724"/>
                </a:cubicBezTo>
                <a:cubicBezTo>
                  <a:pt x="431069" y="835368"/>
                  <a:pt x="416188" y="820487"/>
                  <a:pt x="397832" y="820487"/>
                </a:cubicBezTo>
                <a:cubicBezTo>
                  <a:pt x="379475" y="820487"/>
                  <a:pt x="364594" y="835368"/>
                  <a:pt x="364594" y="853724"/>
                </a:cubicBezTo>
                <a:moveTo>
                  <a:pt x="504257" y="776578"/>
                </a:moveTo>
                <a:cubicBezTo>
                  <a:pt x="504257" y="794934"/>
                  <a:pt x="519138" y="809815"/>
                  <a:pt x="537495" y="809815"/>
                </a:cubicBezTo>
                <a:cubicBezTo>
                  <a:pt x="555851" y="809815"/>
                  <a:pt x="570732" y="794934"/>
                  <a:pt x="570732" y="776578"/>
                </a:cubicBezTo>
                <a:cubicBezTo>
                  <a:pt x="570732" y="758221"/>
                  <a:pt x="555851" y="743340"/>
                  <a:pt x="537495" y="743340"/>
                </a:cubicBezTo>
                <a:cubicBezTo>
                  <a:pt x="519138" y="743340"/>
                  <a:pt x="504257" y="758221"/>
                  <a:pt x="504257" y="776578"/>
                </a:cubicBezTo>
                <a:moveTo>
                  <a:pt x="614446" y="727236"/>
                </a:moveTo>
                <a:cubicBezTo>
                  <a:pt x="614446" y="745593"/>
                  <a:pt x="629327" y="760474"/>
                  <a:pt x="647684" y="760474"/>
                </a:cubicBezTo>
                <a:cubicBezTo>
                  <a:pt x="666040" y="760474"/>
                  <a:pt x="680921" y="745593"/>
                  <a:pt x="680921" y="727236"/>
                </a:cubicBezTo>
                <a:cubicBezTo>
                  <a:pt x="680921" y="708880"/>
                  <a:pt x="666040" y="693998"/>
                  <a:pt x="647684" y="693998"/>
                </a:cubicBezTo>
                <a:cubicBezTo>
                  <a:pt x="629327" y="693998"/>
                  <a:pt x="614446" y="708880"/>
                  <a:pt x="614446" y="727236"/>
                </a:cubicBezTo>
                <a:moveTo>
                  <a:pt x="769626" y="650559"/>
                </a:moveTo>
                <a:cubicBezTo>
                  <a:pt x="769626" y="668916"/>
                  <a:pt x="784506" y="683797"/>
                  <a:pt x="802863" y="683797"/>
                </a:cubicBezTo>
                <a:cubicBezTo>
                  <a:pt x="821220" y="683797"/>
                  <a:pt x="836101" y="668916"/>
                  <a:pt x="836101" y="650559"/>
                </a:cubicBezTo>
                <a:cubicBezTo>
                  <a:pt x="836101" y="632203"/>
                  <a:pt x="821220" y="617321"/>
                  <a:pt x="802863" y="617321"/>
                </a:cubicBezTo>
                <a:cubicBezTo>
                  <a:pt x="784506" y="617321"/>
                  <a:pt x="769626" y="632203"/>
                  <a:pt x="769626" y="650559"/>
                </a:cubicBezTo>
                <a:moveTo>
                  <a:pt x="890079" y="584573"/>
                </a:moveTo>
                <a:cubicBezTo>
                  <a:pt x="890079" y="602929"/>
                  <a:pt x="904960" y="617810"/>
                  <a:pt x="923317" y="617810"/>
                </a:cubicBezTo>
                <a:cubicBezTo>
                  <a:pt x="941673" y="617810"/>
                  <a:pt x="956554" y="602929"/>
                  <a:pt x="956554" y="584573"/>
                </a:cubicBezTo>
                <a:cubicBezTo>
                  <a:pt x="956554" y="566216"/>
                  <a:pt x="941673" y="551335"/>
                  <a:pt x="923317" y="551335"/>
                </a:cubicBezTo>
                <a:cubicBezTo>
                  <a:pt x="904960" y="551335"/>
                  <a:pt x="890079" y="566216"/>
                  <a:pt x="890079" y="584573"/>
                </a:cubicBezTo>
                <a:moveTo>
                  <a:pt x="1002990" y="528888"/>
                </a:moveTo>
                <a:cubicBezTo>
                  <a:pt x="1002990" y="547245"/>
                  <a:pt x="1017871" y="562126"/>
                  <a:pt x="1036227" y="562126"/>
                </a:cubicBezTo>
                <a:cubicBezTo>
                  <a:pt x="1054584" y="562126"/>
                  <a:pt x="1069465" y="547245"/>
                  <a:pt x="1069465" y="528888"/>
                </a:cubicBezTo>
                <a:cubicBezTo>
                  <a:pt x="1069465" y="510532"/>
                  <a:pt x="1054584" y="495651"/>
                  <a:pt x="1036227" y="495651"/>
                </a:cubicBezTo>
                <a:cubicBezTo>
                  <a:pt x="1017871" y="495651"/>
                  <a:pt x="1002990" y="510532"/>
                  <a:pt x="1002990" y="528888"/>
                </a:cubicBezTo>
                <a:moveTo>
                  <a:pt x="1132309" y="496209"/>
                </a:moveTo>
                <a:cubicBezTo>
                  <a:pt x="1132309" y="514566"/>
                  <a:pt x="1147190" y="529447"/>
                  <a:pt x="1165547" y="529447"/>
                </a:cubicBezTo>
                <a:cubicBezTo>
                  <a:pt x="1183903" y="529447"/>
                  <a:pt x="1198784" y="514566"/>
                  <a:pt x="1198784" y="496209"/>
                </a:cubicBezTo>
                <a:cubicBezTo>
                  <a:pt x="1198784" y="477853"/>
                  <a:pt x="1183903" y="462972"/>
                  <a:pt x="1165547" y="462972"/>
                </a:cubicBezTo>
                <a:cubicBezTo>
                  <a:pt x="1147190" y="462972"/>
                  <a:pt x="1132309" y="477853"/>
                  <a:pt x="1132309" y="496209"/>
                </a:cubicBezTo>
                <a:moveTo>
                  <a:pt x="1277565" y="451235"/>
                </a:moveTo>
                <a:cubicBezTo>
                  <a:pt x="1277565" y="469591"/>
                  <a:pt x="1292446" y="484473"/>
                  <a:pt x="1310802" y="484473"/>
                </a:cubicBezTo>
                <a:cubicBezTo>
                  <a:pt x="1329159" y="484473"/>
                  <a:pt x="1344040" y="469591"/>
                  <a:pt x="1344040" y="451235"/>
                </a:cubicBezTo>
                <a:cubicBezTo>
                  <a:pt x="1344040" y="432878"/>
                  <a:pt x="1329159" y="417997"/>
                  <a:pt x="1310802" y="417997"/>
                </a:cubicBezTo>
                <a:cubicBezTo>
                  <a:pt x="1292446" y="417997"/>
                  <a:pt x="1277565" y="432878"/>
                  <a:pt x="1277565" y="451235"/>
                </a:cubicBezTo>
                <a:moveTo>
                  <a:pt x="1392633" y="409698"/>
                </a:moveTo>
                <a:cubicBezTo>
                  <a:pt x="1392633" y="428054"/>
                  <a:pt x="1407514" y="442935"/>
                  <a:pt x="1425870" y="442935"/>
                </a:cubicBezTo>
                <a:cubicBezTo>
                  <a:pt x="1444227" y="442935"/>
                  <a:pt x="1459108" y="428054"/>
                  <a:pt x="1459108" y="409698"/>
                </a:cubicBezTo>
                <a:cubicBezTo>
                  <a:pt x="1459108" y="391341"/>
                  <a:pt x="1444227" y="376460"/>
                  <a:pt x="1425870" y="376460"/>
                </a:cubicBezTo>
                <a:cubicBezTo>
                  <a:pt x="1407514" y="376460"/>
                  <a:pt x="1392633" y="391341"/>
                  <a:pt x="1392633" y="409698"/>
                </a:cubicBezTo>
                <a:moveTo>
                  <a:pt x="1532657" y="362547"/>
                </a:moveTo>
                <a:cubicBezTo>
                  <a:pt x="1532657" y="380904"/>
                  <a:pt x="1547538" y="395784"/>
                  <a:pt x="1565895" y="395784"/>
                </a:cubicBezTo>
                <a:cubicBezTo>
                  <a:pt x="1584252" y="395784"/>
                  <a:pt x="1599132" y="380904"/>
                  <a:pt x="1599132" y="362547"/>
                </a:cubicBezTo>
                <a:cubicBezTo>
                  <a:pt x="1599132" y="344190"/>
                  <a:pt x="1584252" y="329309"/>
                  <a:pt x="1565895" y="329309"/>
                </a:cubicBezTo>
                <a:cubicBezTo>
                  <a:pt x="1547538" y="329309"/>
                  <a:pt x="1532657" y="344190"/>
                  <a:pt x="1532657" y="362547"/>
                </a:cubicBezTo>
                <a:moveTo>
                  <a:pt x="1648158" y="327017"/>
                </a:moveTo>
                <a:cubicBezTo>
                  <a:pt x="1648158" y="345373"/>
                  <a:pt x="1663039" y="360254"/>
                  <a:pt x="1681396" y="360254"/>
                </a:cubicBezTo>
                <a:cubicBezTo>
                  <a:pt x="1699752" y="360254"/>
                  <a:pt x="1714633" y="345373"/>
                  <a:pt x="1714633" y="327017"/>
                </a:cubicBezTo>
                <a:cubicBezTo>
                  <a:pt x="1714633" y="308660"/>
                  <a:pt x="1699752" y="293779"/>
                  <a:pt x="1681396" y="293779"/>
                </a:cubicBezTo>
                <a:cubicBezTo>
                  <a:pt x="1663039" y="293779"/>
                  <a:pt x="1648158" y="308660"/>
                  <a:pt x="1648158" y="327017"/>
                </a:cubicBezTo>
                <a:moveTo>
                  <a:pt x="1790589" y="273743"/>
                </a:moveTo>
                <a:cubicBezTo>
                  <a:pt x="1790589" y="292100"/>
                  <a:pt x="1805470" y="306981"/>
                  <a:pt x="1823827" y="306981"/>
                </a:cubicBezTo>
                <a:cubicBezTo>
                  <a:pt x="1842183" y="306981"/>
                  <a:pt x="1857064" y="292100"/>
                  <a:pt x="1857064" y="273743"/>
                </a:cubicBezTo>
                <a:cubicBezTo>
                  <a:pt x="1857064" y="255387"/>
                  <a:pt x="1842183" y="240506"/>
                  <a:pt x="1823827" y="240506"/>
                </a:cubicBezTo>
                <a:cubicBezTo>
                  <a:pt x="1805470" y="240506"/>
                  <a:pt x="1790589" y="255387"/>
                  <a:pt x="1790589" y="273743"/>
                </a:cubicBezTo>
                <a:moveTo>
                  <a:pt x="1908513" y="237542"/>
                </a:moveTo>
                <a:cubicBezTo>
                  <a:pt x="1908513" y="255899"/>
                  <a:pt x="1923394" y="270780"/>
                  <a:pt x="1941751" y="270780"/>
                </a:cubicBezTo>
                <a:cubicBezTo>
                  <a:pt x="1960107" y="270780"/>
                  <a:pt x="1974988" y="255899"/>
                  <a:pt x="1974988" y="237542"/>
                </a:cubicBezTo>
                <a:cubicBezTo>
                  <a:pt x="1974988" y="219186"/>
                  <a:pt x="1960107" y="204305"/>
                  <a:pt x="1941751" y="204305"/>
                </a:cubicBezTo>
                <a:cubicBezTo>
                  <a:pt x="1923394" y="204305"/>
                  <a:pt x="1908513" y="219186"/>
                  <a:pt x="1908513" y="237542"/>
                </a:cubicBezTo>
                <a:moveTo>
                  <a:pt x="2051090" y="204008"/>
                </a:moveTo>
                <a:cubicBezTo>
                  <a:pt x="2051090" y="222365"/>
                  <a:pt x="2065971" y="237246"/>
                  <a:pt x="2084327" y="237246"/>
                </a:cubicBezTo>
                <a:cubicBezTo>
                  <a:pt x="2102684" y="237246"/>
                  <a:pt x="2117565" y="222365"/>
                  <a:pt x="2117565" y="204008"/>
                </a:cubicBezTo>
                <a:cubicBezTo>
                  <a:pt x="2117565" y="185651"/>
                  <a:pt x="2102684" y="170771"/>
                  <a:pt x="2084327" y="170771"/>
                </a:cubicBezTo>
                <a:cubicBezTo>
                  <a:pt x="2065971" y="170771"/>
                  <a:pt x="2051090" y="185651"/>
                  <a:pt x="2051090" y="204008"/>
                </a:cubicBezTo>
                <a:moveTo>
                  <a:pt x="2169031" y="166301"/>
                </a:moveTo>
                <a:cubicBezTo>
                  <a:pt x="2169031" y="184657"/>
                  <a:pt x="2183912" y="199538"/>
                  <a:pt x="2202268" y="199538"/>
                </a:cubicBezTo>
                <a:cubicBezTo>
                  <a:pt x="2220625" y="199538"/>
                  <a:pt x="2235506" y="184657"/>
                  <a:pt x="2235506" y="166301"/>
                </a:cubicBezTo>
                <a:cubicBezTo>
                  <a:pt x="2235506" y="147944"/>
                  <a:pt x="2220625" y="133063"/>
                  <a:pt x="2202268" y="133063"/>
                </a:cubicBezTo>
                <a:cubicBezTo>
                  <a:pt x="2183912" y="133063"/>
                  <a:pt x="2169031" y="147944"/>
                  <a:pt x="2169031" y="166301"/>
                </a:cubicBezTo>
                <a:moveTo>
                  <a:pt x="2304134" y="127121"/>
                </a:moveTo>
                <a:cubicBezTo>
                  <a:pt x="2304134" y="145478"/>
                  <a:pt x="2319015" y="160359"/>
                  <a:pt x="2337372" y="160359"/>
                </a:cubicBezTo>
                <a:cubicBezTo>
                  <a:pt x="2355728" y="160359"/>
                  <a:pt x="2370609" y="145478"/>
                  <a:pt x="2370609" y="127121"/>
                </a:cubicBezTo>
                <a:cubicBezTo>
                  <a:pt x="2370609" y="108764"/>
                  <a:pt x="2355728" y="93884"/>
                  <a:pt x="2337372" y="93884"/>
                </a:cubicBezTo>
                <a:cubicBezTo>
                  <a:pt x="2319015" y="93884"/>
                  <a:pt x="2304134" y="108764"/>
                  <a:pt x="2304134" y="127121"/>
                </a:cubicBezTo>
                <a:moveTo>
                  <a:pt x="2417126" y="104333"/>
                </a:moveTo>
                <a:cubicBezTo>
                  <a:pt x="2417126" y="122689"/>
                  <a:pt x="2432007" y="137570"/>
                  <a:pt x="2450363" y="137570"/>
                </a:cubicBezTo>
                <a:cubicBezTo>
                  <a:pt x="2468720" y="137570"/>
                  <a:pt x="2483601" y="122689"/>
                  <a:pt x="2483601" y="104333"/>
                </a:cubicBezTo>
                <a:cubicBezTo>
                  <a:pt x="2483601" y="85976"/>
                  <a:pt x="2468720" y="71095"/>
                  <a:pt x="2450363" y="71095"/>
                </a:cubicBezTo>
                <a:cubicBezTo>
                  <a:pt x="2432007" y="71095"/>
                  <a:pt x="2417126" y="85976"/>
                  <a:pt x="2417126" y="104333"/>
                </a:cubicBezTo>
                <a:moveTo>
                  <a:pt x="2559647" y="68997"/>
                </a:moveTo>
                <a:cubicBezTo>
                  <a:pt x="2559647" y="87354"/>
                  <a:pt x="2574528" y="102234"/>
                  <a:pt x="2592885" y="102234"/>
                </a:cubicBezTo>
                <a:cubicBezTo>
                  <a:pt x="2611241" y="102234"/>
                  <a:pt x="2626122" y="87354"/>
                  <a:pt x="2626122" y="68997"/>
                </a:cubicBezTo>
                <a:cubicBezTo>
                  <a:pt x="2626122" y="50640"/>
                  <a:pt x="2611241" y="35759"/>
                  <a:pt x="2592885" y="35759"/>
                </a:cubicBezTo>
                <a:cubicBezTo>
                  <a:pt x="2574528" y="35759"/>
                  <a:pt x="2559647" y="50640"/>
                  <a:pt x="2559647" y="68997"/>
                </a:cubicBezTo>
                <a:moveTo>
                  <a:pt x="2672727" y="49503"/>
                </a:moveTo>
                <a:cubicBezTo>
                  <a:pt x="2672727" y="67860"/>
                  <a:pt x="2687608" y="82741"/>
                  <a:pt x="2705965" y="82741"/>
                </a:cubicBezTo>
                <a:cubicBezTo>
                  <a:pt x="2724322" y="82741"/>
                  <a:pt x="2739203" y="67860"/>
                  <a:pt x="2739203" y="49503"/>
                </a:cubicBezTo>
                <a:cubicBezTo>
                  <a:pt x="2739203" y="31146"/>
                  <a:pt x="2724322" y="16266"/>
                  <a:pt x="2705965" y="16266"/>
                </a:cubicBezTo>
                <a:cubicBezTo>
                  <a:pt x="2687608" y="16266"/>
                  <a:pt x="2672727" y="31146"/>
                  <a:pt x="2672727" y="49503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17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11B88A-849C-4593-AB56-098AFFD5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488211"/>
            <a:ext cx="2807795" cy="614051"/>
          </a:xfrm>
          <a:custGeom xmlns:a="http://schemas.openxmlformats.org/drawingml/2006/main">
            <a:pathLst>
              <a:path w="2807795" h="614051" fill="none">
                <a:moveTo>
                  <a:pt x="0" y="614051"/>
                </a:moveTo>
                <a:lnTo>
                  <a:pt x="125972" y="589813"/>
                </a:lnTo>
                <a:lnTo>
                  <a:pt x="256820" y="539285"/>
                </a:lnTo>
                <a:lnTo>
                  <a:pt x="364594" y="516493"/>
                </a:lnTo>
                <a:lnTo>
                  <a:pt x="504257" y="477646"/>
                </a:lnTo>
                <a:lnTo>
                  <a:pt x="614446" y="451063"/>
                </a:lnTo>
                <a:lnTo>
                  <a:pt x="769625" y="395224"/>
                </a:lnTo>
                <a:lnTo>
                  <a:pt x="890079" y="367782"/>
                </a:lnTo>
                <a:lnTo>
                  <a:pt x="1002990" y="280831"/>
                </a:lnTo>
                <a:lnTo>
                  <a:pt x="1132309" y="272248"/>
                </a:lnTo>
                <a:lnTo>
                  <a:pt x="1277565" y="235427"/>
                </a:lnTo>
                <a:lnTo>
                  <a:pt x="1392633" y="208668"/>
                </a:lnTo>
                <a:lnTo>
                  <a:pt x="1532658" y="183330"/>
                </a:lnTo>
                <a:lnTo>
                  <a:pt x="1648158" y="162599"/>
                </a:lnTo>
                <a:lnTo>
                  <a:pt x="1790589" y="141530"/>
                </a:lnTo>
                <a:lnTo>
                  <a:pt x="1908513" y="115980"/>
                </a:lnTo>
                <a:lnTo>
                  <a:pt x="2051090" y="96382"/>
                </a:lnTo>
                <a:lnTo>
                  <a:pt x="2169030" y="83886"/>
                </a:lnTo>
                <a:lnTo>
                  <a:pt x="2304134" y="61017"/>
                </a:lnTo>
                <a:lnTo>
                  <a:pt x="2417126" y="44910"/>
                </a:lnTo>
                <a:lnTo>
                  <a:pt x="2559647" y="23626"/>
                </a:lnTo>
                <a:lnTo>
                  <a:pt x="2672727" y="10615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17FF"/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E5C797-6DCB-4B97-B282-919E498F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454973"/>
            <a:ext cx="2874271" cy="680526"/>
          </a:xfrm>
          <a:custGeom xmlns:a="http://schemas.openxmlformats.org/drawingml/2006/main">
            <a:pathLst>
              <a:path w="2874271" h="680526">
                <a:moveTo>
                  <a:pt x="0" y="647289"/>
                </a:moveTo>
                <a:cubicBezTo>
                  <a:pt x="0" y="665645"/>
                  <a:pt x="14881" y="680526"/>
                  <a:pt x="33238" y="680526"/>
                </a:cubicBezTo>
                <a:cubicBezTo>
                  <a:pt x="51594" y="680526"/>
                  <a:pt x="66475" y="665645"/>
                  <a:pt x="66475" y="647289"/>
                </a:cubicBezTo>
                <a:cubicBezTo>
                  <a:pt x="66475" y="628932"/>
                  <a:pt x="51594" y="614051"/>
                  <a:pt x="33238" y="614051"/>
                </a:cubicBezTo>
                <a:cubicBezTo>
                  <a:pt x="14881" y="614051"/>
                  <a:pt x="0" y="628932"/>
                  <a:pt x="0" y="647289"/>
                </a:cubicBezTo>
                <a:moveTo>
                  <a:pt x="125972" y="623051"/>
                </a:moveTo>
                <a:cubicBezTo>
                  <a:pt x="125972" y="641408"/>
                  <a:pt x="140853" y="656289"/>
                  <a:pt x="159210" y="656289"/>
                </a:cubicBezTo>
                <a:cubicBezTo>
                  <a:pt x="177567" y="656289"/>
                  <a:pt x="192448" y="641408"/>
                  <a:pt x="192448" y="623051"/>
                </a:cubicBezTo>
                <a:cubicBezTo>
                  <a:pt x="192448" y="604694"/>
                  <a:pt x="177567" y="589814"/>
                  <a:pt x="159210" y="589814"/>
                </a:cubicBezTo>
                <a:cubicBezTo>
                  <a:pt x="140853" y="589814"/>
                  <a:pt x="125972" y="604694"/>
                  <a:pt x="125972" y="623051"/>
                </a:cubicBezTo>
                <a:moveTo>
                  <a:pt x="256821" y="572523"/>
                </a:moveTo>
                <a:cubicBezTo>
                  <a:pt x="256821" y="590880"/>
                  <a:pt x="271701" y="605761"/>
                  <a:pt x="290058" y="605761"/>
                </a:cubicBezTo>
                <a:cubicBezTo>
                  <a:pt x="308415" y="605761"/>
                  <a:pt x="323296" y="590880"/>
                  <a:pt x="323296" y="572523"/>
                </a:cubicBezTo>
                <a:cubicBezTo>
                  <a:pt x="323296" y="554167"/>
                  <a:pt x="308415" y="539285"/>
                  <a:pt x="290058" y="539285"/>
                </a:cubicBezTo>
                <a:cubicBezTo>
                  <a:pt x="271701" y="539285"/>
                  <a:pt x="256821" y="554167"/>
                  <a:pt x="256821" y="572523"/>
                </a:cubicBezTo>
                <a:moveTo>
                  <a:pt x="364594" y="549731"/>
                </a:moveTo>
                <a:cubicBezTo>
                  <a:pt x="364594" y="568087"/>
                  <a:pt x="379475" y="582969"/>
                  <a:pt x="397832" y="582969"/>
                </a:cubicBezTo>
                <a:cubicBezTo>
                  <a:pt x="416188" y="582969"/>
                  <a:pt x="431070" y="568087"/>
                  <a:pt x="431070" y="549731"/>
                </a:cubicBezTo>
                <a:cubicBezTo>
                  <a:pt x="431070" y="531374"/>
                  <a:pt x="416188" y="516493"/>
                  <a:pt x="397832" y="516493"/>
                </a:cubicBezTo>
                <a:cubicBezTo>
                  <a:pt x="379475" y="516493"/>
                  <a:pt x="364594" y="531374"/>
                  <a:pt x="364594" y="549731"/>
                </a:cubicBezTo>
                <a:moveTo>
                  <a:pt x="504257" y="510884"/>
                </a:moveTo>
                <a:cubicBezTo>
                  <a:pt x="504257" y="529240"/>
                  <a:pt x="519138" y="544121"/>
                  <a:pt x="537495" y="544121"/>
                </a:cubicBezTo>
                <a:cubicBezTo>
                  <a:pt x="555851" y="544121"/>
                  <a:pt x="570732" y="529240"/>
                  <a:pt x="570732" y="510884"/>
                </a:cubicBezTo>
                <a:cubicBezTo>
                  <a:pt x="570732" y="492527"/>
                  <a:pt x="555851" y="477646"/>
                  <a:pt x="537495" y="477646"/>
                </a:cubicBezTo>
                <a:cubicBezTo>
                  <a:pt x="519138" y="477646"/>
                  <a:pt x="504257" y="492527"/>
                  <a:pt x="504257" y="510884"/>
                </a:cubicBezTo>
                <a:moveTo>
                  <a:pt x="614446" y="484301"/>
                </a:moveTo>
                <a:cubicBezTo>
                  <a:pt x="614446" y="502657"/>
                  <a:pt x="629327" y="517538"/>
                  <a:pt x="647684" y="517538"/>
                </a:cubicBezTo>
                <a:cubicBezTo>
                  <a:pt x="666041" y="517538"/>
                  <a:pt x="680922" y="502657"/>
                  <a:pt x="680922" y="484301"/>
                </a:cubicBezTo>
                <a:cubicBezTo>
                  <a:pt x="680922" y="465944"/>
                  <a:pt x="666041" y="451063"/>
                  <a:pt x="647684" y="451063"/>
                </a:cubicBezTo>
                <a:cubicBezTo>
                  <a:pt x="629327" y="451063"/>
                  <a:pt x="614446" y="465944"/>
                  <a:pt x="614446" y="484301"/>
                </a:cubicBezTo>
                <a:moveTo>
                  <a:pt x="769626" y="428462"/>
                </a:moveTo>
                <a:cubicBezTo>
                  <a:pt x="769626" y="446818"/>
                  <a:pt x="784507" y="461699"/>
                  <a:pt x="802863" y="461699"/>
                </a:cubicBezTo>
                <a:cubicBezTo>
                  <a:pt x="821220" y="461699"/>
                  <a:pt x="836101" y="446818"/>
                  <a:pt x="836101" y="428462"/>
                </a:cubicBezTo>
                <a:cubicBezTo>
                  <a:pt x="836101" y="410105"/>
                  <a:pt x="821220" y="395224"/>
                  <a:pt x="802863" y="395224"/>
                </a:cubicBezTo>
                <a:cubicBezTo>
                  <a:pt x="784507" y="395224"/>
                  <a:pt x="769626" y="410105"/>
                  <a:pt x="769626" y="428462"/>
                </a:cubicBezTo>
                <a:moveTo>
                  <a:pt x="890079" y="401020"/>
                </a:moveTo>
                <a:cubicBezTo>
                  <a:pt x="890079" y="419377"/>
                  <a:pt x="904960" y="434258"/>
                  <a:pt x="923317" y="434258"/>
                </a:cubicBezTo>
                <a:cubicBezTo>
                  <a:pt x="941673" y="434258"/>
                  <a:pt x="956554" y="419377"/>
                  <a:pt x="956554" y="401020"/>
                </a:cubicBezTo>
                <a:cubicBezTo>
                  <a:pt x="956554" y="382664"/>
                  <a:pt x="941673" y="367783"/>
                  <a:pt x="923317" y="367783"/>
                </a:cubicBezTo>
                <a:cubicBezTo>
                  <a:pt x="904960" y="367783"/>
                  <a:pt x="890079" y="382664"/>
                  <a:pt x="890079" y="401020"/>
                </a:cubicBezTo>
                <a:moveTo>
                  <a:pt x="1002990" y="314069"/>
                </a:moveTo>
                <a:cubicBezTo>
                  <a:pt x="1002990" y="332425"/>
                  <a:pt x="1017871" y="347306"/>
                  <a:pt x="1036227" y="347306"/>
                </a:cubicBezTo>
                <a:cubicBezTo>
                  <a:pt x="1054584" y="347306"/>
                  <a:pt x="1069465" y="332425"/>
                  <a:pt x="1069465" y="314069"/>
                </a:cubicBezTo>
                <a:cubicBezTo>
                  <a:pt x="1069465" y="295712"/>
                  <a:pt x="1054584" y="280831"/>
                  <a:pt x="1036227" y="280831"/>
                </a:cubicBezTo>
                <a:cubicBezTo>
                  <a:pt x="1017871" y="280831"/>
                  <a:pt x="1002990" y="295712"/>
                  <a:pt x="1002990" y="314069"/>
                </a:cubicBezTo>
                <a:moveTo>
                  <a:pt x="1132309" y="305486"/>
                </a:moveTo>
                <a:cubicBezTo>
                  <a:pt x="1132309" y="323843"/>
                  <a:pt x="1147190" y="338724"/>
                  <a:pt x="1165547" y="338724"/>
                </a:cubicBezTo>
                <a:cubicBezTo>
                  <a:pt x="1183904" y="338724"/>
                  <a:pt x="1198784" y="323843"/>
                  <a:pt x="1198784" y="305486"/>
                </a:cubicBezTo>
                <a:cubicBezTo>
                  <a:pt x="1198784" y="287130"/>
                  <a:pt x="1183904" y="272249"/>
                  <a:pt x="1165547" y="272249"/>
                </a:cubicBezTo>
                <a:cubicBezTo>
                  <a:pt x="1147190" y="272249"/>
                  <a:pt x="1132309" y="287130"/>
                  <a:pt x="1132309" y="305486"/>
                </a:cubicBezTo>
                <a:moveTo>
                  <a:pt x="1277565" y="268665"/>
                </a:moveTo>
                <a:cubicBezTo>
                  <a:pt x="1277565" y="287021"/>
                  <a:pt x="1292446" y="301903"/>
                  <a:pt x="1310802" y="301903"/>
                </a:cubicBezTo>
                <a:cubicBezTo>
                  <a:pt x="1329159" y="301903"/>
                  <a:pt x="1344040" y="287021"/>
                  <a:pt x="1344040" y="268665"/>
                </a:cubicBezTo>
                <a:cubicBezTo>
                  <a:pt x="1344040" y="250308"/>
                  <a:pt x="1329159" y="235427"/>
                  <a:pt x="1310802" y="235427"/>
                </a:cubicBezTo>
                <a:cubicBezTo>
                  <a:pt x="1292446" y="235427"/>
                  <a:pt x="1277565" y="250308"/>
                  <a:pt x="1277565" y="268665"/>
                </a:cubicBezTo>
                <a:moveTo>
                  <a:pt x="1392633" y="241906"/>
                </a:moveTo>
                <a:cubicBezTo>
                  <a:pt x="1392633" y="260262"/>
                  <a:pt x="1407514" y="275143"/>
                  <a:pt x="1425871" y="275143"/>
                </a:cubicBezTo>
                <a:cubicBezTo>
                  <a:pt x="1444227" y="275143"/>
                  <a:pt x="1459108" y="260262"/>
                  <a:pt x="1459108" y="241906"/>
                </a:cubicBezTo>
                <a:cubicBezTo>
                  <a:pt x="1459108" y="223549"/>
                  <a:pt x="1444227" y="208668"/>
                  <a:pt x="1425871" y="208668"/>
                </a:cubicBezTo>
                <a:cubicBezTo>
                  <a:pt x="1407514" y="208668"/>
                  <a:pt x="1392633" y="223549"/>
                  <a:pt x="1392633" y="241906"/>
                </a:cubicBezTo>
                <a:moveTo>
                  <a:pt x="1532658" y="216568"/>
                </a:moveTo>
                <a:cubicBezTo>
                  <a:pt x="1532658" y="234925"/>
                  <a:pt x="1547539" y="249805"/>
                  <a:pt x="1565895" y="249805"/>
                </a:cubicBezTo>
                <a:cubicBezTo>
                  <a:pt x="1584252" y="249805"/>
                  <a:pt x="1599133" y="234925"/>
                  <a:pt x="1599133" y="216568"/>
                </a:cubicBezTo>
                <a:cubicBezTo>
                  <a:pt x="1599133" y="198211"/>
                  <a:pt x="1584252" y="183330"/>
                  <a:pt x="1565895" y="183330"/>
                </a:cubicBezTo>
                <a:cubicBezTo>
                  <a:pt x="1547539" y="183330"/>
                  <a:pt x="1532658" y="198211"/>
                  <a:pt x="1532658" y="216568"/>
                </a:cubicBezTo>
                <a:moveTo>
                  <a:pt x="1648158" y="195836"/>
                </a:moveTo>
                <a:cubicBezTo>
                  <a:pt x="1648158" y="214193"/>
                  <a:pt x="1663039" y="229074"/>
                  <a:pt x="1681396" y="229074"/>
                </a:cubicBezTo>
                <a:cubicBezTo>
                  <a:pt x="1699752" y="229074"/>
                  <a:pt x="1714634" y="214193"/>
                  <a:pt x="1714634" y="195836"/>
                </a:cubicBezTo>
                <a:cubicBezTo>
                  <a:pt x="1714634" y="177480"/>
                  <a:pt x="1699752" y="162599"/>
                  <a:pt x="1681396" y="162599"/>
                </a:cubicBezTo>
                <a:cubicBezTo>
                  <a:pt x="1663039" y="162599"/>
                  <a:pt x="1648158" y="177480"/>
                  <a:pt x="1648158" y="195836"/>
                </a:cubicBezTo>
                <a:moveTo>
                  <a:pt x="1790589" y="174768"/>
                </a:moveTo>
                <a:cubicBezTo>
                  <a:pt x="1790589" y="193124"/>
                  <a:pt x="1805470" y="208005"/>
                  <a:pt x="1823827" y="208005"/>
                </a:cubicBezTo>
                <a:cubicBezTo>
                  <a:pt x="1842184" y="208005"/>
                  <a:pt x="1857064" y="193124"/>
                  <a:pt x="1857064" y="174768"/>
                </a:cubicBezTo>
                <a:cubicBezTo>
                  <a:pt x="1857064" y="156411"/>
                  <a:pt x="1842184" y="141530"/>
                  <a:pt x="1823827" y="141530"/>
                </a:cubicBezTo>
                <a:cubicBezTo>
                  <a:pt x="1805470" y="141530"/>
                  <a:pt x="1790589" y="156411"/>
                  <a:pt x="1790589" y="174768"/>
                </a:cubicBezTo>
                <a:moveTo>
                  <a:pt x="1908514" y="149218"/>
                </a:moveTo>
                <a:cubicBezTo>
                  <a:pt x="1908514" y="167574"/>
                  <a:pt x="1923394" y="182455"/>
                  <a:pt x="1941751" y="182455"/>
                </a:cubicBezTo>
                <a:cubicBezTo>
                  <a:pt x="1960107" y="182455"/>
                  <a:pt x="1974989" y="167574"/>
                  <a:pt x="1974989" y="149218"/>
                </a:cubicBezTo>
                <a:cubicBezTo>
                  <a:pt x="1974989" y="130861"/>
                  <a:pt x="1960107" y="115980"/>
                  <a:pt x="1941751" y="115980"/>
                </a:cubicBezTo>
                <a:cubicBezTo>
                  <a:pt x="1923394" y="115980"/>
                  <a:pt x="1908514" y="130861"/>
                  <a:pt x="1908514" y="149218"/>
                </a:cubicBezTo>
                <a:moveTo>
                  <a:pt x="2051090" y="129619"/>
                </a:moveTo>
                <a:cubicBezTo>
                  <a:pt x="2051090" y="147976"/>
                  <a:pt x="2065971" y="162857"/>
                  <a:pt x="2084327" y="162857"/>
                </a:cubicBezTo>
                <a:cubicBezTo>
                  <a:pt x="2102684" y="162857"/>
                  <a:pt x="2117565" y="147976"/>
                  <a:pt x="2117565" y="129619"/>
                </a:cubicBezTo>
                <a:cubicBezTo>
                  <a:pt x="2117565" y="111262"/>
                  <a:pt x="2102684" y="96382"/>
                  <a:pt x="2084327" y="96382"/>
                </a:cubicBezTo>
                <a:cubicBezTo>
                  <a:pt x="2065971" y="96382"/>
                  <a:pt x="2051090" y="111262"/>
                  <a:pt x="2051090" y="129619"/>
                </a:cubicBezTo>
                <a:moveTo>
                  <a:pt x="2169031" y="117124"/>
                </a:moveTo>
                <a:cubicBezTo>
                  <a:pt x="2169031" y="135481"/>
                  <a:pt x="2183912" y="150362"/>
                  <a:pt x="2202268" y="150362"/>
                </a:cubicBezTo>
                <a:cubicBezTo>
                  <a:pt x="2220625" y="150362"/>
                  <a:pt x="2235506" y="135481"/>
                  <a:pt x="2235506" y="117124"/>
                </a:cubicBezTo>
                <a:cubicBezTo>
                  <a:pt x="2235506" y="98768"/>
                  <a:pt x="2220625" y="83887"/>
                  <a:pt x="2202268" y="83887"/>
                </a:cubicBezTo>
                <a:cubicBezTo>
                  <a:pt x="2183912" y="83887"/>
                  <a:pt x="2169031" y="98768"/>
                  <a:pt x="2169031" y="117124"/>
                </a:cubicBezTo>
                <a:moveTo>
                  <a:pt x="2304134" y="94255"/>
                </a:moveTo>
                <a:cubicBezTo>
                  <a:pt x="2304134" y="112611"/>
                  <a:pt x="2319015" y="127492"/>
                  <a:pt x="2337372" y="127492"/>
                </a:cubicBezTo>
                <a:cubicBezTo>
                  <a:pt x="2355729" y="127492"/>
                  <a:pt x="2370610" y="112611"/>
                  <a:pt x="2370610" y="94255"/>
                </a:cubicBezTo>
                <a:cubicBezTo>
                  <a:pt x="2370610" y="75898"/>
                  <a:pt x="2355729" y="61017"/>
                  <a:pt x="2337372" y="61017"/>
                </a:cubicBezTo>
                <a:cubicBezTo>
                  <a:pt x="2319015" y="61017"/>
                  <a:pt x="2304134" y="75898"/>
                  <a:pt x="2304134" y="94255"/>
                </a:cubicBezTo>
                <a:moveTo>
                  <a:pt x="2417126" y="78147"/>
                </a:moveTo>
                <a:cubicBezTo>
                  <a:pt x="2417126" y="96504"/>
                  <a:pt x="2432007" y="111385"/>
                  <a:pt x="2450363" y="111385"/>
                </a:cubicBezTo>
                <a:cubicBezTo>
                  <a:pt x="2468720" y="111385"/>
                  <a:pt x="2483601" y="96504"/>
                  <a:pt x="2483601" y="78147"/>
                </a:cubicBezTo>
                <a:cubicBezTo>
                  <a:pt x="2483601" y="59791"/>
                  <a:pt x="2468720" y="44910"/>
                  <a:pt x="2450363" y="44910"/>
                </a:cubicBezTo>
                <a:cubicBezTo>
                  <a:pt x="2432007" y="44910"/>
                  <a:pt x="2417126" y="59791"/>
                  <a:pt x="2417126" y="78147"/>
                </a:cubicBezTo>
                <a:moveTo>
                  <a:pt x="2559647" y="56864"/>
                </a:moveTo>
                <a:cubicBezTo>
                  <a:pt x="2559647" y="75221"/>
                  <a:pt x="2574528" y="90102"/>
                  <a:pt x="2592885" y="90102"/>
                </a:cubicBezTo>
                <a:cubicBezTo>
                  <a:pt x="2611241" y="90102"/>
                  <a:pt x="2626122" y="75221"/>
                  <a:pt x="2626122" y="56864"/>
                </a:cubicBezTo>
                <a:cubicBezTo>
                  <a:pt x="2626122" y="38507"/>
                  <a:pt x="2611241" y="23626"/>
                  <a:pt x="2592885" y="23626"/>
                </a:cubicBezTo>
                <a:cubicBezTo>
                  <a:pt x="2574528" y="23626"/>
                  <a:pt x="2559647" y="38507"/>
                  <a:pt x="2559647" y="56864"/>
                </a:cubicBezTo>
                <a:moveTo>
                  <a:pt x="2672727" y="43852"/>
                </a:moveTo>
                <a:cubicBezTo>
                  <a:pt x="2672727" y="62209"/>
                  <a:pt x="2687609" y="77090"/>
                  <a:pt x="2705965" y="77090"/>
                </a:cubicBezTo>
                <a:cubicBezTo>
                  <a:pt x="2724322" y="77090"/>
                  <a:pt x="2739203" y="62209"/>
                  <a:pt x="2739203" y="43852"/>
                </a:cubicBezTo>
                <a:cubicBezTo>
                  <a:pt x="2739203" y="25495"/>
                  <a:pt x="2724322" y="10615"/>
                  <a:pt x="2705965" y="10615"/>
                </a:cubicBezTo>
                <a:cubicBezTo>
                  <a:pt x="2687609" y="10615"/>
                  <a:pt x="2672727" y="25495"/>
                  <a:pt x="2672727" y="43852"/>
                </a:cubicBezTo>
                <a:moveTo>
                  <a:pt x="2807795" y="33238"/>
                </a:moveTo>
                <a:cubicBezTo>
                  <a:pt x="2807795" y="51594"/>
                  <a:pt x="2822677" y="66476"/>
                  <a:pt x="2841033" y="66476"/>
                </a:cubicBezTo>
                <a:cubicBezTo>
                  <a:pt x="2859390" y="66476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17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051616-C431-452F-936B-CB7D9EB4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213047"/>
            <a:ext cx="2807795" cy="848804"/>
          </a:xfrm>
          <a:custGeom xmlns:a="http://schemas.openxmlformats.org/drawingml/2006/main">
            <a:pathLst>
              <a:path w="2807795" h="848804" fill="none">
                <a:moveTo>
                  <a:pt x="0" y="848804"/>
                </a:moveTo>
                <a:lnTo>
                  <a:pt x="125972" y="780982"/>
                </a:lnTo>
                <a:lnTo>
                  <a:pt x="256820" y="722569"/>
                </a:lnTo>
                <a:lnTo>
                  <a:pt x="364594" y="678815"/>
                </a:lnTo>
                <a:lnTo>
                  <a:pt x="504257" y="598228"/>
                </a:lnTo>
                <a:lnTo>
                  <a:pt x="614446" y="567552"/>
                </a:lnTo>
                <a:lnTo>
                  <a:pt x="769626" y="508713"/>
                </a:lnTo>
                <a:lnTo>
                  <a:pt x="890079" y="453314"/>
                </a:lnTo>
                <a:lnTo>
                  <a:pt x="1002990" y="409122"/>
                </a:lnTo>
                <a:lnTo>
                  <a:pt x="1132309" y="377339"/>
                </a:lnTo>
                <a:lnTo>
                  <a:pt x="1277565" y="341961"/>
                </a:lnTo>
                <a:lnTo>
                  <a:pt x="1392633" y="317925"/>
                </a:lnTo>
                <a:lnTo>
                  <a:pt x="1532657" y="274011"/>
                </a:lnTo>
                <a:lnTo>
                  <a:pt x="1648158" y="236316"/>
                </a:lnTo>
                <a:lnTo>
                  <a:pt x="1790589" y="194395"/>
                </a:lnTo>
                <a:lnTo>
                  <a:pt x="1908513" y="164062"/>
                </a:lnTo>
                <a:lnTo>
                  <a:pt x="2051090" y="134142"/>
                </a:lnTo>
                <a:lnTo>
                  <a:pt x="2169031" y="121298"/>
                </a:lnTo>
                <a:lnTo>
                  <a:pt x="2304134" y="91015"/>
                </a:lnTo>
                <a:lnTo>
                  <a:pt x="2417126" y="69657"/>
                </a:lnTo>
                <a:lnTo>
                  <a:pt x="2559647" y="39530"/>
                </a:lnTo>
                <a:lnTo>
                  <a:pt x="2672727" y="23046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17FF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1CC8E-D076-4763-AAE8-DE3DEEB9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179810"/>
            <a:ext cx="2874271" cy="915280"/>
          </a:xfrm>
          <a:custGeom xmlns:a="http://schemas.openxmlformats.org/drawingml/2006/main">
            <a:pathLst>
              <a:path w="2874271" h="915280">
                <a:moveTo>
                  <a:pt x="0" y="882042"/>
                </a:moveTo>
                <a:cubicBezTo>
                  <a:pt x="0" y="900399"/>
                  <a:pt x="14881" y="915280"/>
                  <a:pt x="33238" y="915280"/>
                </a:cubicBezTo>
                <a:cubicBezTo>
                  <a:pt x="51594" y="915280"/>
                  <a:pt x="66475" y="900399"/>
                  <a:pt x="66475" y="882042"/>
                </a:cubicBezTo>
                <a:cubicBezTo>
                  <a:pt x="66475" y="863685"/>
                  <a:pt x="51594" y="848804"/>
                  <a:pt x="33238" y="848804"/>
                </a:cubicBezTo>
                <a:cubicBezTo>
                  <a:pt x="14881" y="848804"/>
                  <a:pt x="0" y="863685"/>
                  <a:pt x="0" y="882042"/>
                </a:cubicBezTo>
                <a:moveTo>
                  <a:pt x="125972" y="814220"/>
                </a:moveTo>
                <a:cubicBezTo>
                  <a:pt x="125972" y="832576"/>
                  <a:pt x="140853" y="847457"/>
                  <a:pt x="159210" y="847457"/>
                </a:cubicBezTo>
                <a:cubicBezTo>
                  <a:pt x="177567" y="847457"/>
                  <a:pt x="192448" y="832576"/>
                  <a:pt x="192448" y="814220"/>
                </a:cubicBezTo>
                <a:cubicBezTo>
                  <a:pt x="192448" y="795863"/>
                  <a:pt x="177567" y="780982"/>
                  <a:pt x="159210" y="780982"/>
                </a:cubicBezTo>
                <a:cubicBezTo>
                  <a:pt x="140853" y="780982"/>
                  <a:pt x="125972" y="795863"/>
                  <a:pt x="125972" y="814220"/>
                </a:cubicBezTo>
                <a:moveTo>
                  <a:pt x="256820" y="755807"/>
                </a:moveTo>
                <a:cubicBezTo>
                  <a:pt x="256820" y="774163"/>
                  <a:pt x="271701" y="789044"/>
                  <a:pt x="290058" y="789044"/>
                </a:cubicBezTo>
                <a:cubicBezTo>
                  <a:pt x="308415" y="789044"/>
                  <a:pt x="323295" y="774163"/>
                  <a:pt x="323295" y="755807"/>
                </a:cubicBezTo>
                <a:cubicBezTo>
                  <a:pt x="323295" y="737450"/>
                  <a:pt x="308415" y="722569"/>
                  <a:pt x="290058" y="722569"/>
                </a:cubicBezTo>
                <a:cubicBezTo>
                  <a:pt x="271701" y="722569"/>
                  <a:pt x="256820" y="737450"/>
                  <a:pt x="256820" y="755807"/>
                </a:cubicBezTo>
                <a:moveTo>
                  <a:pt x="364594" y="712053"/>
                </a:moveTo>
                <a:cubicBezTo>
                  <a:pt x="364594" y="730410"/>
                  <a:pt x="379475" y="745291"/>
                  <a:pt x="397832" y="745291"/>
                </a:cubicBezTo>
                <a:cubicBezTo>
                  <a:pt x="416188" y="745291"/>
                  <a:pt x="431069" y="730410"/>
                  <a:pt x="431069" y="712053"/>
                </a:cubicBezTo>
                <a:cubicBezTo>
                  <a:pt x="431069" y="693696"/>
                  <a:pt x="416188" y="678815"/>
                  <a:pt x="397832" y="678815"/>
                </a:cubicBezTo>
                <a:cubicBezTo>
                  <a:pt x="379475" y="678815"/>
                  <a:pt x="364594" y="693696"/>
                  <a:pt x="364594" y="712053"/>
                </a:cubicBezTo>
                <a:moveTo>
                  <a:pt x="504257" y="631466"/>
                </a:moveTo>
                <a:cubicBezTo>
                  <a:pt x="504257" y="649823"/>
                  <a:pt x="519138" y="664704"/>
                  <a:pt x="537495" y="664704"/>
                </a:cubicBezTo>
                <a:cubicBezTo>
                  <a:pt x="555851" y="664704"/>
                  <a:pt x="570732" y="649823"/>
                  <a:pt x="570732" y="631466"/>
                </a:cubicBezTo>
                <a:cubicBezTo>
                  <a:pt x="570732" y="613110"/>
                  <a:pt x="555851" y="598229"/>
                  <a:pt x="537495" y="598229"/>
                </a:cubicBezTo>
                <a:cubicBezTo>
                  <a:pt x="519138" y="598229"/>
                  <a:pt x="504257" y="613110"/>
                  <a:pt x="504257" y="631466"/>
                </a:cubicBezTo>
                <a:moveTo>
                  <a:pt x="614446" y="600790"/>
                </a:moveTo>
                <a:cubicBezTo>
                  <a:pt x="614446" y="619146"/>
                  <a:pt x="629327" y="634027"/>
                  <a:pt x="647684" y="634027"/>
                </a:cubicBezTo>
                <a:cubicBezTo>
                  <a:pt x="666040" y="634027"/>
                  <a:pt x="680921" y="619146"/>
                  <a:pt x="680921" y="600790"/>
                </a:cubicBezTo>
                <a:cubicBezTo>
                  <a:pt x="680921" y="582433"/>
                  <a:pt x="666040" y="567552"/>
                  <a:pt x="647684" y="567552"/>
                </a:cubicBezTo>
                <a:cubicBezTo>
                  <a:pt x="629327" y="567552"/>
                  <a:pt x="614446" y="582433"/>
                  <a:pt x="614446" y="600790"/>
                </a:cubicBezTo>
                <a:moveTo>
                  <a:pt x="769626" y="541951"/>
                </a:moveTo>
                <a:cubicBezTo>
                  <a:pt x="769626" y="560308"/>
                  <a:pt x="784506" y="575189"/>
                  <a:pt x="802863" y="575189"/>
                </a:cubicBezTo>
                <a:cubicBezTo>
                  <a:pt x="821220" y="575189"/>
                  <a:pt x="836101" y="560308"/>
                  <a:pt x="836101" y="541951"/>
                </a:cubicBezTo>
                <a:cubicBezTo>
                  <a:pt x="836101" y="523595"/>
                  <a:pt x="821220" y="508714"/>
                  <a:pt x="802863" y="508714"/>
                </a:cubicBezTo>
                <a:cubicBezTo>
                  <a:pt x="784506" y="508714"/>
                  <a:pt x="769626" y="523595"/>
                  <a:pt x="769626" y="541951"/>
                </a:cubicBezTo>
                <a:moveTo>
                  <a:pt x="890079" y="486552"/>
                </a:moveTo>
                <a:cubicBezTo>
                  <a:pt x="890079" y="504909"/>
                  <a:pt x="904960" y="519790"/>
                  <a:pt x="923317" y="519790"/>
                </a:cubicBezTo>
                <a:cubicBezTo>
                  <a:pt x="941673" y="519790"/>
                  <a:pt x="956554" y="504909"/>
                  <a:pt x="956554" y="486552"/>
                </a:cubicBezTo>
                <a:cubicBezTo>
                  <a:pt x="956554" y="468196"/>
                  <a:pt x="941673" y="453314"/>
                  <a:pt x="923317" y="453314"/>
                </a:cubicBezTo>
                <a:cubicBezTo>
                  <a:pt x="904960" y="453314"/>
                  <a:pt x="890079" y="468196"/>
                  <a:pt x="890079" y="486552"/>
                </a:cubicBezTo>
                <a:moveTo>
                  <a:pt x="1002990" y="442360"/>
                </a:moveTo>
                <a:cubicBezTo>
                  <a:pt x="1002990" y="460716"/>
                  <a:pt x="1017871" y="475597"/>
                  <a:pt x="1036227" y="475597"/>
                </a:cubicBezTo>
                <a:cubicBezTo>
                  <a:pt x="1054584" y="475597"/>
                  <a:pt x="1069465" y="460716"/>
                  <a:pt x="1069465" y="442360"/>
                </a:cubicBezTo>
                <a:cubicBezTo>
                  <a:pt x="1069465" y="424003"/>
                  <a:pt x="1054584" y="409122"/>
                  <a:pt x="1036227" y="409122"/>
                </a:cubicBezTo>
                <a:cubicBezTo>
                  <a:pt x="1017871" y="409122"/>
                  <a:pt x="1002990" y="424003"/>
                  <a:pt x="1002990" y="442360"/>
                </a:cubicBezTo>
                <a:moveTo>
                  <a:pt x="1132309" y="410577"/>
                </a:moveTo>
                <a:cubicBezTo>
                  <a:pt x="1132309" y="428934"/>
                  <a:pt x="1147190" y="443815"/>
                  <a:pt x="1165547" y="443815"/>
                </a:cubicBezTo>
                <a:cubicBezTo>
                  <a:pt x="1183903" y="443815"/>
                  <a:pt x="1198784" y="428934"/>
                  <a:pt x="1198784" y="410577"/>
                </a:cubicBezTo>
                <a:cubicBezTo>
                  <a:pt x="1198784" y="392220"/>
                  <a:pt x="1183903" y="377339"/>
                  <a:pt x="1165547" y="377339"/>
                </a:cubicBezTo>
                <a:cubicBezTo>
                  <a:pt x="1147190" y="377339"/>
                  <a:pt x="1132309" y="392220"/>
                  <a:pt x="1132309" y="410577"/>
                </a:cubicBezTo>
                <a:moveTo>
                  <a:pt x="1277565" y="375199"/>
                </a:moveTo>
                <a:cubicBezTo>
                  <a:pt x="1277565" y="393556"/>
                  <a:pt x="1292446" y="408437"/>
                  <a:pt x="1310802" y="408437"/>
                </a:cubicBezTo>
                <a:cubicBezTo>
                  <a:pt x="1329159" y="408437"/>
                  <a:pt x="1344040" y="393556"/>
                  <a:pt x="1344040" y="375199"/>
                </a:cubicBezTo>
                <a:cubicBezTo>
                  <a:pt x="1344040" y="356843"/>
                  <a:pt x="1329159" y="341961"/>
                  <a:pt x="1310802" y="341961"/>
                </a:cubicBezTo>
                <a:cubicBezTo>
                  <a:pt x="1292446" y="341961"/>
                  <a:pt x="1277565" y="356843"/>
                  <a:pt x="1277565" y="375199"/>
                </a:cubicBezTo>
                <a:moveTo>
                  <a:pt x="1392633" y="351162"/>
                </a:moveTo>
                <a:cubicBezTo>
                  <a:pt x="1392633" y="369519"/>
                  <a:pt x="1407514" y="384400"/>
                  <a:pt x="1425870" y="384400"/>
                </a:cubicBezTo>
                <a:cubicBezTo>
                  <a:pt x="1444227" y="384400"/>
                  <a:pt x="1459108" y="369519"/>
                  <a:pt x="1459108" y="351162"/>
                </a:cubicBezTo>
                <a:cubicBezTo>
                  <a:pt x="1459108" y="332806"/>
                  <a:pt x="1444227" y="317925"/>
                  <a:pt x="1425870" y="317925"/>
                </a:cubicBezTo>
                <a:cubicBezTo>
                  <a:pt x="1407514" y="317925"/>
                  <a:pt x="1392633" y="332806"/>
                  <a:pt x="1392633" y="351162"/>
                </a:cubicBezTo>
                <a:moveTo>
                  <a:pt x="1532657" y="307249"/>
                </a:moveTo>
                <a:cubicBezTo>
                  <a:pt x="1532657" y="325606"/>
                  <a:pt x="1547538" y="340487"/>
                  <a:pt x="1565895" y="340487"/>
                </a:cubicBezTo>
                <a:cubicBezTo>
                  <a:pt x="1584252" y="340487"/>
                  <a:pt x="1599132" y="325606"/>
                  <a:pt x="1599132" y="307249"/>
                </a:cubicBezTo>
                <a:cubicBezTo>
                  <a:pt x="1599132" y="288892"/>
                  <a:pt x="1584252" y="274012"/>
                  <a:pt x="1565895" y="274012"/>
                </a:cubicBezTo>
                <a:cubicBezTo>
                  <a:pt x="1547538" y="274012"/>
                  <a:pt x="1532657" y="288892"/>
                  <a:pt x="1532657" y="307249"/>
                </a:cubicBezTo>
                <a:moveTo>
                  <a:pt x="1648158" y="269554"/>
                </a:moveTo>
                <a:cubicBezTo>
                  <a:pt x="1648158" y="287911"/>
                  <a:pt x="1663039" y="302792"/>
                  <a:pt x="1681396" y="302792"/>
                </a:cubicBezTo>
                <a:cubicBezTo>
                  <a:pt x="1699752" y="302792"/>
                  <a:pt x="1714633" y="287911"/>
                  <a:pt x="1714633" y="269554"/>
                </a:cubicBezTo>
                <a:cubicBezTo>
                  <a:pt x="1714633" y="251197"/>
                  <a:pt x="1699752" y="236316"/>
                  <a:pt x="1681396" y="236316"/>
                </a:cubicBezTo>
                <a:cubicBezTo>
                  <a:pt x="1663039" y="236316"/>
                  <a:pt x="1648158" y="251197"/>
                  <a:pt x="1648158" y="269554"/>
                </a:cubicBezTo>
                <a:moveTo>
                  <a:pt x="1790589" y="227632"/>
                </a:moveTo>
                <a:cubicBezTo>
                  <a:pt x="1790589" y="245989"/>
                  <a:pt x="1805470" y="260870"/>
                  <a:pt x="1823827" y="260870"/>
                </a:cubicBezTo>
                <a:cubicBezTo>
                  <a:pt x="1842183" y="260870"/>
                  <a:pt x="1857064" y="245989"/>
                  <a:pt x="1857064" y="227632"/>
                </a:cubicBezTo>
                <a:cubicBezTo>
                  <a:pt x="1857064" y="209276"/>
                  <a:pt x="1842183" y="194395"/>
                  <a:pt x="1823827" y="194395"/>
                </a:cubicBezTo>
                <a:cubicBezTo>
                  <a:pt x="1805470" y="194395"/>
                  <a:pt x="1790589" y="209276"/>
                  <a:pt x="1790589" y="227632"/>
                </a:cubicBezTo>
                <a:moveTo>
                  <a:pt x="1908513" y="197299"/>
                </a:moveTo>
                <a:cubicBezTo>
                  <a:pt x="1908513" y="215656"/>
                  <a:pt x="1923394" y="230537"/>
                  <a:pt x="1941751" y="230537"/>
                </a:cubicBezTo>
                <a:cubicBezTo>
                  <a:pt x="1960107" y="230537"/>
                  <a:pt x="1974988" y="215656"/>
                  <a:pt x="1974988" y="197299"/>
                </a:cubicBezTo>
                <a:cubicBezTo>
                  <a:pt x="1974988" y="178943"/>
                  <a:pt x="1960107" y="164062"/>
                  <a:pt x="1941751" y="164062"/>
                </a:cubicBezTo>
                <a:cubicBezTo>
                  <a:pt x="1923394" y="164062"/>
                  <a:pt x="1908513" y="178943"/>
                  <a:pt x="1908513" y="197299"/>
                </a:cubicBezTo>
                <a:moveTo>
                  <a:pt x="2051090" y="167379"/>
                </a:moveTo>
                <a:cubicBezTo>
                  <a:pt x="2051090" y="185736"/>
                  <a:pt x="2065971" y="200617"/>
                  <a:pt x="2084327" y="200617"/>
                </a:cubicBezTo>
                <a:cubicBezTo>
                  <a:pt x="2102684" y="200617"/>
                  <a:pt x="2117565" y="185736"/>
                  <a:pt x="2117565" y="167379"/>
                </a:cubicBezTo>
                <a:cubicBezTo>
                  <a:pt x="2117565" y="149023"/>
                  <a:pt x="2102684" y="134142"/>
                  <a:pt x="2084327" y="134142"/>
                </a:cubicBezTo>
                <a:cubicBezTo>
                  <a:pt x="2065971" y="134142"/>
                  <a:pt x="2051090" y="149023"/>
                  <a:pt x="2051090" y="167379"/>
                </a:cubicBezTo>
                <a:moveTo>
                  <a:pt x="2169031" y="154536"/>
                </a:moveTo>
                <a:cubicBezTo>
                  <a:pt x="2169031" y="172892"/>
                  <a:pt x="2183912" y="187773"/>
                  <a:pt x="2202268" y="187773"/>
                </a:cubicBezTo>
                <a:cubicBezTo>
                  <a:pt x="2220625" y="187773"/>
                  <a:pt x="2235506" y="172892"/>
                  <a:pt x="2235506" y="154536"/>
                </a:cubicBezTo>
                <a:cubicBezTo>
                  <a:pt x="2235506" y="136179"/>
                  <a:pt x="2220625" y="121298"/>
                  <a:pt x="2202268" y="121298"/>
                </a:cubicBezTo>
                <a:cubicBezTo>
                  <a:pt x="2183912" y="121298"/>
                  <a:pt x="2169031" y="136179"/>
                  <a:pt x="2169031" y="154536"/>
                </a:cubicBezTo>
                <a:moveTo>
                  <a:pt x="2304134" y="124252"/>
                </a:moveTo>
                <a:cubicBezTo>
                  <a:pt x="2304134" y="142609"/>
                  <a:pt x="2319015" y="157490"/>
                  <a:pt x="2337372" y="157490"/>
                </a:cubicBezTo>
                <a:cubicBezTo>
                  <a:pt x="2355728" y="157490"/>
                  <a:pt x="2370609" y="142609"/>
                  <a:pt x="2370609" y="124252"/>
                </a:cubicBezTo>
                <a:cubicBezTo>
                  <a:pt x="2370609" y="105896"/>
                  <a:pt x="2355728" y="91015"/>
                  <a:pt x="2337372" y="91015"/>
                </a:cubicBezTo>
                <a:cubicBezTo>
                  <a:pt x="2319015" y="91015"/>
                  <a:pt x="2304134" y="105896"/>
                  <a:pt x="2304134" y="124252"/>
                </a:cubicBezTo>
                <a:moveTo>
                  <a:pt x="2417126" y="102894"/>
                </a:moveTo>
                <a:cubicBezTo>
                  <a:pt x="2417126" y="121251"/>
                  <a:pt x="2432007" y="136132"/>
                  <a:pt x="2450363" y="136132"/>
                </a:cubicBezTo>
                <a:cubicBezTo>
                  <a:pt x="2468720" y="136132"/>
                  <a:pt x="2483601" y="121251"/>
                  <a:pt x="2483601" y="102894"/>
                </a:cubicBezTo>
                <a:cubicBezTo>
                  <a:pt x="2483601" y="84538"/>
                  <a:pt x="2468720" y="69657"/>
                  <a:pt x="2450363" y="69657"/>
                </a:cubicBezTo>
                <a:cubicBezTo>
                  <a:pt x="2432007" y="69657"/>
                  <a:pt x="2417126" y="84538"/>
                  <a:pt x="2417126" y="102894"/>
                </a:cubicBezTo>
                <a:moveTo>
                  <a:pt x="2559647" y="72768"/>
                </a:moveTo>
                <a:cubicBezTo>
                  <a:pt x="2559647" y="91124"/>
                  <a:pt x="2574528" y="106005"/>
                  <a:pt x="2592885" y="106005"/>
                </a:cubicBezTo>
                <a:cubicBezTo>
                  <a:pt x="2611241" y="106005"/>
                  <a:pt x="2626122" y="91124"/>
                  <a:pt x="2626122" y="72768"/>
                </a:cubicBezTo>
                <a:cubicBezTo>
                  <a:pt x="2626122" y="54411"/>
                  <a:pt x="2611241" y="39530"/>
                  <a:pt x="2592885" y="39530"/>
                </a:cubicBezTo>
                <a:cubicBezTo>
                  <a:pt x="2574528" y="39530"/>
                  <a:pt x="2559647" y="54411"/>
                  <a:pt x="2559647" y="72768"/>
                </a:cubicBezTo>
                <a:moveTo>
                  <a:pt x="2672727" y="56283"/>
                </a:moveTo>
                <a:cubicBezTo>
                  <a:pt x="2672727" y="74640"/>
                  <a:pt x="2687608" y="89521"/>
                  <a:pt x="2705965" y="89521"/>
                </a:cubicBezTo>
                <a:cubicBezTo>
                  <a:pt x="2724322" y="89521"/>
                  <a:pt x="2739203" y="74640"/>
                  <a:pt x="2739203" y="56283"/>
                </a:cubicBezTo>
                <a:cubicBezTo>
                  <a:pt x="2739203" y="37927"/>
                  <a:pt x="2724322" y="23046"/>
                  <a:pt x="2705965" y="23046"/>
                </a:cubicBezTo>
                <a:cubicBezTo>
                  <a:pt x="2687608" y="23046"/>
                  <a:pt x="2672727" y="37927"/>
                  <a:pt x="2672727" y="56283"/>
                </a:cubicBezTo>
                <a:moveTo>
                  <a:pt x="2807795" y="33238"/>
                </a:moveTo>
                <a:cubicBezTo>
                  <a:pt x="2807795" y="51594"/>
                  <a:pt x="2822676" y="66476"/>
                  <a:pt x="2841033" y="66476"/>
                </a:cubicBezTo>
                <a:cubicBezTo>
                  <a:pt x="2859390" y="66476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17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29F37-5347-4329-8217-76708D88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3683781"/>
            <a:ext cx="2807795" cy="655629"/>
          </a:xfrm>
          <a:custGeom xmlns:a="http://schemas.openxmlformats.org/drawingml/2006/main">
            <a:pathLst>
              <a:path w="2807795" h="655629" fill="none">
                <a:moveTo>
                  <a:pt x="0" y="655629"/>
                </a:moveTo>
                <a:lnTo>
                  <a:pt x="125972" y="617044"/>
                </a:lnTo>
                <a:lnTo>
                  <a:pt x="256820" y="567754"/>
                </a:lnTo>
                <a:lnTo>
                  <a:pt x="364594" y="530099"/>
                </a:lnTo>
                <a:lnTo>
                  <a:pt x="504257" y="488597"/>
                </a:lnTo>
                <a:lnTo>
                  <a:pt x="614446" y="466399"/>
                </a:lnTo>
                <a:lnTo>
                  <a:pt x="769625" y="424990"/>
                </a:lnTo>
                <a:lnTo>
                  <a:pt x="890079" y="396924"/>
                </a:lnTo>
                <a:lnTo>
                  <a:pt x="1002990" y="273199"/>
                </a:lnTo>
                <a:lnTo>
                  <a:pt x="1132309" y="252641"/>
                </a:lnTo>
                <a:lnTo>
                  <a:pt x="1277565" y="213353"/>
                </a:lnTo>
                <a:lnTo>
                  <a:pt x="1392633" y="203596"/>
                </a:lnTo>
                <a:lnTo>
                  <a:pt x="1532658" y="181565"/>
                </a:lnTo>
                <a:lnTo>
                  <a:pt x="1648158" y="164973"/>
                </a:lnTo>
                <a:lnTo>
                  <a:pt x="1790589" y="140221"/>
                </a:lnTo>
                <a:lnTo>
                  <a:pt x="1908513" y="112796"/>
                </a:lnTo>
                <a:lnTo>
                  <a:pt x="2051090" y="87016"/>
                </a:lnTo>
                <a:lnTo>
                  <a:pt x="2169030" y="69329"/>
                </a:lnTo>
                <a:lnTo>
                  <a:pt x="2304134" y="50373"/>
                </a:lnTo>
                <a:lnTo>
                  <a:pt x="2417126" y="49136"/>
                </a:lnTo>
                <a:lnTo>
                  <a:pt x="2559647" y="22990"/>
                </a:lnTo>
                <a:lnTo>
                  <a:pt x="2672727" y="4893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17FF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3523E4-9A80-476A-A0AB-DA9EDF9C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3650544"/>
            <a:ext cx="2874271" cy="722104"/>
          </a:xfrm>
          <a:custGeom xmlns:a="http://schemas.openxmlformats.org/drawingml/2006/main">
            <a:pathLst>
              <a:path w="2874271" h="722104">
                <a:moveTo>
                  <a:pt x="0" y="688866"/>
                </a:moveTo>
                <a:cubicBezTo>
                  <a:pt x="0" y="707223"/>
                  <a:pt x="14881" y="722104"/>
                  <a:pt x="33238" y="722104"/>
                </a:cubicBezTo>
                <a:cubicBezTo>
                  <a:pt x="51594" y="722104"/>
                  <a:pt x="66475" y="707223"/>
                  <a:pt x="66475" y="688866"/>
                </a:cubicBezTo>
                <a:cubicBezTo>
                  <a:pt x="66475" y="670510"/>
                  <a:pt x="51594" y="655629"/>
                  <a:pt x="33238" y="655629"/>
                </a:cubicBezTo>
                <a:cubicBezTo>
                  <a:pt x="14881" y="655629"/>
                  <a:pt x="0" y="670510"/>
                  <a:pt x="0" y="688866"/>
                </a:cubicBezTo>
                <a:moveTo>
                  <a:pt x="125972" y="650282"/>
                </a:moveTo>
                <a:cubicBezTo>
                  <a:pt x="125972" y="668638"/>
                  <a:pt x="140853" y="683519"/>
                  <a:pt x="159210" y="683519"/>
                </a:cubicBezTo>
                <a:cubicBezTo>
                  <a:pt x="177567" y="683519"/>
                  <a:pt x="192448" y="668638"/>
                  <a:pt x="192448" y="650282"/>
                </a:cubicBezTo>
                <a:cubicBezTo>
                  <a:pt x="192448" y="631925"/>
                  <a:pt x="177567" y="617044"/>
                  <a:pt x="159210" y="617044"/>
                </a:cubicBezTo>
                <a:cubicBezTo>
                  <a:pt x="140853" y="617044"/>
                  <a:pt x="125972" y="631925"/>
                  <a:pt x="125972" y="650282"/>
                </a:cubicBezTo>
                <a:moveTo>
                  <a:pt x="256821" y="600991"/>
                </a:moveTo>
                <a:cubicBezTo>
                  <a:pt x="256821" y="619348"/>
                  <a:pt x="271701" y="634229"/>
                  <a:pt x="290058" y="634229"/>
                </a:cubicBezTo>
                <a:cubicBezTo>
                  <a:pt x="308415" y="634229"/>
                  <a:pt x="323296" y="619348"/>
                  <a:pt x="323296" y="600991"/>
                </a:cubicBezTo>
                <a:cubicBezTo>
                  <a:pt x="323296" y="582635"/>
                  <a:pt x="308415" y="567754"/>
                  <a:pt x="290058" y="567754"/>
                </a:cubicBezTo>
                <a:cubicBezTo>
                  <a:pt x="271701" y="567754"/>
                  <a:pt x="256821" y="582635"/>
                  <a:pt x="256821" y="600991"/>
                </a:cubicBezTo>
                <a:moveTo>
                  <a:pt x="364594" y="563337"/>
                </a:moveTo>
                <a:cubicBezTo>
                  <a:pt x="364594" y="581693"/>
                  <a:pt x="379475" y="596574"/>
                  <a:pt x="397832" y="596574"/>
                </a:cubicBezTo>
                <a:cubicBezTo>
                  <a:pt x="416188" y="596574"/>
                  <a:pt x="431070" y="581693"/>
                  <a:pt x="431070" y="563337"/>
                </a:cubicBezTo>
                <a:cubicBezTo>
                  <a:pt x="431070" y="544980"/>
                  <a:pt x="416188" y="530099"/>
                  <a:pt x="397832" y="530099"/>
                </a:cubicBezTo>
                <a:cubicBezTo>
                  <a:pt x="379475" y="530099"/>
                  <a:pt x="364594" y="544980"/>
                  <a:pt x="364594" y="563337"/>
                </a:cubicBezTo>
                <a:moveTo>
                  <a:pt x="504257" y="521835"/>
                </a:moveTo>
                <a:cubicBezTo>
                  <a:pt x="504257" y="540192"/>
                  <a:pt x="519138" y="555073"/>
                  <a:pt x="537495" y="555073"/>
                </a:cubicBezTo>
                <a:cubicBezTo>
                  <a:pt x="555851" y="555073"/>
                  <a:pt x="570732" y="540192"/>
                  <a:pt x="570732" y="521835"/>
                </a:cubicBezTo>
                <a:cubicBezTo>
                  <a:pt x="570732" y="503478"/>
                  <a:pt x="555851" y="488597"/>
                  <a:pt x="537495" y="488597"/>
                </a:cubicBezTo>
                <a:cubicBezTo>
                  <a:pt x="519138" y="488597"/>
                  <a:pt x="504257" y="503478"/>
                  <a:pt x="504257" y="521835"/>
                </a:cubicBezTo>
                <a:moveTo>
                  <a:pt x="614446" y="499636"/>
                </a:moveTo>
                <a:cubicBezTo>
                  <a:pt x="614446" y="517993"/>
                  <a:pt x="629327" y="532874"/>
                  <a:pt x="647684" y="532874"/>
                </a:cubicBezTo>
                <a:cubicBezTo>
                  <a:pt x="666041" y="532874"/>
                  <a:pt x="680922" y="517993"/>
                  <a:pt x="680922" y="499636"/>
                </a:cubicBezTo>
                <a:cubicBezTo>
                  <a:pt x="680922" y="481280"/>
                  <a:pt x="666041" y="466399"/>
                  <a:pt x="647684" y="466399"/>
                </a:cubicBezTo>
                <a:cubicBezTo>
                  <a:pt x="629327" y="466399"/>
                  <a:pt x="614446" y="481280"/>
                  <a:pt x="614446" y="499636"/>
                </a:cubicBezTo>
                <a:moveTo>
                  <a:pt x="769626" y="458228"/>
                </a:moveTo>
                <a:cubicBezTo>
                  <a:pt x="769626" y="476585"/>
                  <a:pt x="784507" y="491466"/>
                  <a:pt x="802863" y="491466"/>
                </a:cubicBezTo>
                <a:cubicBezTo>
                  <a:pt x="821220" y="491466"/>
                  <a:pt x="836101" y="476585"/>
                  <a:pt x="836101" y="458228"/>
                </a:cubicBezTo>
                <a:cubicBezTo>
                  <a:pt x="836101" y="439871"/>
                  <a:pt x="821220" y="424991"/>
                  <a:pt x="802863" y="424991"/>
                </a:cubicBezTo>
                <a:cubicBezTo>
                  <a:pt x="784507" y="424991"/>
                  <a:pt x="769626" y="439871"/>
                  <a:pt x="769626" y="458228"/>
                </a:cubicBezTo>
                <a:moveTo>
                  <a:pt x="890079" y="430161"/>
                </a:moveTo>
                <a:cubicBezTo>
                  <a:pt x="890079" y="448518"/>
                  <a:pt x="904960" y="463399"/>
                  <a:pt x="923317" y="463399"/>
                </a:cubicBezTo>
                <a:cubicBezTo>
                  <a:pt x="941673" y="463399"/>
                  <a:pt x="956554" y="448518"/>
                  <a:pt x="956554" y="430161"/>
                </a:cubicBezTo>
                <a:cubicBezTo>
                  <a:pt x="956554" y="411805"/>
                  <a:pt x="941673" y="396923"/>
                  <a:pt x="923317" y="396923"/>
                </a:cubicBezTo>
                <a:cubicBezTo>
                  <a:pt x="904960" y="396923"/>
                  <a:pt x="890079" y="411805"/>
                  <a:pt x="890079" y="430161"/>
                </a:cubicBezTo>
                <a:moveTo>
                  <a:pt x="1002990" y="306437"/>
                </a:moveTo>
                <a:cubicBezTo>
                  <a:pt x="1002990" y="324793"/>
                  <a:pt x="1017871" y="339674"/>
                  <a:pt x="1036227" y="339674"/>
                </a:cubicBezTo>
                <a:cubicBezTo>
                  <a:pt x="1054584" y="339674"/>
                  <a:pt x="1069465" y="324793"/>
                  <a:pt x="1069465" y="306437"/>
                </a:cubicBezTo>
                <a:cubicBezTo>
                  <a:pt x="1069465" y="288080"/>
                  <a:pt x="1054584" y="273199"/>
                  <a:pt x="1036227" y="273199"/>
                </a:cubicBezTo>
                <a:cubicBezTo>
                  <a:pt x="1017871" y="273199"/>
                  <a:pt x="1002990" y="288080"/>
                  <a:pt x="1002990" y="306437"/>
                </a:cubicBezTo>
                <a:moveTo>
                  <a:pt x="1132309" y="285879"/>
                </a:moveTo>
                <a:cubicBezTo>
                  <a:pt x="1132309" y="304235"/>
                  <a:pt x="1147190" y="319116"/>
                  <a:pt x="1165547" y="319116"/>
                </a:cubicBezTo>
                <a:cubicBezTo>
                  <a:pt x="1183904" y="319116"/>
                  <a:pt x="1198784" y="304235"/>
                  <a:pt x="1198784" y="285879"/>
                </a:cubicBezTo>
                <a:cubicBezTo>
                  <a:pt x="1198784" y="267522"/>
                  <a:pt x="1183904" y="252641"/>
                  <a:pt x="1165547" y="252641"/>
                </a:cubicBezTo>
                <a:cubicBezTo>
                  <a:pt x="1147190" y="252641"/>
                  <a:pt x="1132309" y="267522"/>
                  <a:pt x="1132309" y="285879"/>
                </a:cubicBezTo>
                <a:moveTo>
                  <a:pt x="1277565" y="246591"/>
                </a:moveTo>
                <a:cubicBezTo>
                  <a:pt x="1277565" y="264947"/>
                  <a:pt x="1292446" y="279828"/>
                  <a:pt x="1310802" y="279828"/>
                </a:cubicBezTo>
                <a:cubicBezTo>
                  <a:pt x="1329159" y="279828"/>
                  <a:pt x="1344040" y="264947"/>
                  <a:pt x="1344040" y="246591"/>
                </a:cubicBezTo>
                <a:cubicBezTo>
                  <a:pt x="1344040" y="228234"/>
                  <a:pt x="1329159" y="213353"/>
                  <a:pt x="1310802" y="213353"/>
                </a:cubicBezTo>
                <a:cubicBezTo>
                  <a:pt x="1292446" y="213353"/>
                  <a:pt x="1277565" y="228234"/>
                  <a:pt x="1277565" y="246591"/>
                </a:cubicBezTo>
                <a:moveTo>
                  <a:pt x="1392633" y="236833"/>
                </a:moveTo>
                <a:cubicBezTo>
                  <a:pt x="1392633" y="255190"/>
                  <a:pt x="1407514" y="270070"/>
                  <a:pt x="1425871" y="270070"/>
                </a:cubicBezTo>
                <a:cubicBezTo>
                  <a:pt x="1444227" y="270070"/>
                  <a:pt x="1459108" y="255190"/>
                  <a:pt x="1459108" y="236833"/>
                </a:cubicBezTo>
                <a:cubicBezTo>
                  <a:pt x="1459108" y="218476"/>
                  <a:pt x="1444227" y="203595"/>
                  <a:pt x="1425871" y="203595"/>
                </a:cubicBezTo>
                <a:cubicBezTo>
                  <a:pt x="1407514" y="203595"/>
                  <a:pt x="1392633" y="218476"/>
                  <a:pt x="1392633" y="236833"/>
                </a:cubicBezTo>
                <a:moveTo>
                  <a:pt x="1532658" y="214803"/>
                </a:moveTo>
                <a:cubicBezTo>
                  <a:pt x="1532658" y="233159"/>
                  <a:pt x="1547539" y="248040"/>
                  <a:pt x="1565895" y="248040"/>
                </a:cubicBezTo>
                <a:cubicBezTo>
                  <a:pt x="1584252" y="248040"/>
                  <a:pt x="1599133" y="233159"/>
                  <a:pt x="1599133" y="214803"/>
                </a:cubicBezTo>
                <a:cubicBezTo>
                  <a:pt x="1599133" y="196446"/>
                  <a:pt x="1584252" y="181565"/>
                  <a:pt x="1565895" y="181565"/>
                </a:cubicBezTo>
                <a:cubicBezTo>
                  <a:pt x="1547539" y="181565"/>
                  <a:pt x="1532658" y="196446"/>
                  <a:pt x="1532658" y="214803"/>
                </a:cubicBezTo>
                <a:moveTo>
                  <a:pt x="1648158" y="198211"/>
                </a:moveTo>
                <a:cubicBezTo>
                  <a:pt x="1648158" y="216567"/>
                  <a:pt x="1663039" y="231448"/>
                  <a:pt x="1681396" y="231448"/>
                </a:cubicBezTo>
                <a:cubicBezTo>
                  <a:pt x="1699752" y="231448"/>
                  <a:pt x="1714634" y="216567"/>
                  <a:pt x="1714634" y="198211"/>
                </a:cubicBezTo>
                <a:cubicBezTo>
                  <a:pt x="1714634" y="179854"/>
                  <a:pt x="1699752" y="164973"/>
                  <a:pt x="1681396" y="164973"/>
                </a:cubicBezTo>
                <a:cubicBezTo>
                  <a:pt x="1663039" y="164973"/>
                  <a:pt x="1648158" y="179854"/>
                  <a:pt x="1648158" y="198211"/>
                </a:cubicBezTo>
                <a:moveTo>
                  <a:pt x="1790589" y="173459"/>
                </a:moveTo>
                <a:cubicBezTo>
                  <a:pt x="1790589" y="191815"/>
                  <a:pt x="1805470" y="206696"/>
                  <a:pt x="1823827" y="206696"/>
                </a:cubicBezTo>
                <a:cubicBezTo>
                  <a:pt x="1842184" y="206696"/>
                  <a:pt x="1857064" y="191815"/>
                  <a:pt x="1857064" y="173459"/>
                </a:cubicBezTo>
                <a:cubicBezTo>
                  <a:pt x="1857064" y="155102"/>
                  <a:pt x="1842184" y="140221"/>
                  <a:pt x="1823827" y="140221"/>
                </a:cubicBezTo>
                <a:cubicBezTo>
                  <a:pt x="1805470" y="140221"/>
                  <a:pt x="1790589" y="155102"/>
                  <a:pt x="1790589" y="173459"/>
                </a:cubicBezTo>
                <a:moveTo>
                  <a:pt x="1908514" y="146033"/>
                </a:moveTo>
                <a:cubicBezTo>
                  <a:pt x="1908514" y="164390"/>
                  <a:pt x="1923394" y="179271"/>
                  <a:pt x="1941751" y="179271"/>
                </a:cubicBezTo>
                <a:cubicBezTo>
                  <a:pt x="1960107" y="179271"/>
                  <a:pt x="1974989" y="164390"/>
                  <a:pt x="1974989" y="146033"/>
                </a:cubicBezTo>
                <a:cubicBezTo>
                  <a:pt x="1974989" y="127677"/>
                  <a:pt x="1960107" y="112796"/>
                  <a:pt x="1941751" y="112796"/>
                </a:cubicBezTo>
                <a:cubicBezTo>
                  <a:pt x="1923394" y="112796"/>
                  <a:pt x="1908514" y="127677"/>
                  <a:pt x="1908514" y="146033"/>
                </a:cubicBezTo>
                <a:moveTo>
                  <a:pt x="2051090" y="120254"/>
                </a:moveTo>
                <a:cubicBezTo>
                  <a:pt x="2051090" y="138610"/>
                  <a:pt x="2065971" y="153491"/>
                  <a:pt x="2084327" y="153491"/>
                </a:cubicBezTo>
                <a:cubicBezTo>
                  <a:pt x="2102684" y="153491"/>
                  <a:pt x="2117565" y="138610"/>
                  <a:pt x="2117565" y="120254"/>
                </a:cubicBezTo>
                <a:cubicBezTo>
                  <a:pt x="2117565" y="101897"/>
                  <a:pt x="2102684" y="87016"/>
                  <a:pt x="2084327" y="87016"/>
                </a:cubicBezTo>
                <a:cubicBezTo>
                  <a:pt x="2065971" y="87016"/>
                  <a:pt x="2051090" y="101897"/>
                  <a:pt x="2051090" y="120254"/>
                </a:cubicBezTo>
                <a:moveTo>
                  <a:pt x="2169031" y="102567"/>
                </a:moveTo>
                <a:cubicBezTo>
                  <a:pt x="2169031" y="120923"/>
                  <a:pt x="2183912" y="135804"/>
                  <a:pt x="2202268" y="135804"/>
                </a:cubicBezTo>
                <a:cubicBezTo>
                  <a:pt x="2220625" y="135804"/>
                  <a:pt x="2235506" y="120923"/>
                  <a:pt x="2235506" y="102567"/>
                </a:cubicBezTo>
                <a:cubicBezTo>
                  <a:pt x="2235506" y="84210"/>
                  <a:pt x="2220625" y="69329"/>
                  <a:pt x="2202268" y="69329"/>
                </a:cubicBezTo>
                <a:cubicBezTo>
                  <a:pt x="2183912" y="69329"/>
                  <a:pt x="2169031" y="84210"/>
                  <a:pt x="2169031" y="102567"/>
                </a:cubicBezTo>
                <a:moveTo>
                  <a:pt x="2304134" y="83610"/>
                </a:moveTo>
                <a:cubicBezTo>
                  <a:pt x="2304134" y="101967"/>
                  <a:pt x="2319015" y="116848"/>
                  <a:pt x="2337372" y="116848"/>
                </a:cubicBezTo>
                <a:cubicBezTo>
                  <a:pt x="2355729" y="116848"/>
                  <a:pt x="2370610" y="101967"/>
                  <a:pt x="2370610" y="83610"/>
                </a:cubicBezTo>
                <a:cubicBezTo>
                  <a:pt x="2370610" y="65254"/>
                  <a:pt x="2355729" y="50373"/>
                  <a:pt x="2337372" y="50373"/>
                </a:cubicBezTo>
                <a:cubicBezTo>
                  <a:pt x="2319015" y="50373"/>
                  <a:pt x="2304134" y="65254"/>
                  <a:pt x="2304134" y="83610"/>
                </a:cubicBezTo>
                <a:moveTo>
                  <a:pt x="2417126" y="82373"/>
                </a:moveTo>
                <a:cubicBezTo>
                  <a:pt x="2417126" y="100730"/>
                  <a:pt x="2432007" y="115611"/>
                  <a:pt x="2450363" y="115611"/>
                </a:cubicBezTo>
                <a:cubicBezTo>
                  <a:pt x="2468720" y="115611"/>
                  <a:pt x="2483601" y="100730"/>
                  <a:pt x="2483601" y="82373"/>
                </a:cubicBezTo>
                <a:cubicBezTo>
                  <a:pt x="2483601" y="64017"/>
                  <a:pt x="2468720" y="49136"/>
                  <a:pt x="2450363" y="49136"/>
                </a:cubicBezTo>
                <a:cubicBezTo>
                  <a:pt x="2432007" y="49136"/>
                  <a:pt x="2417126" y="64017"/>
                  <a:pt x="2417126" y="82373"/>
                </a:cubicBezTo>
                <a:moveTo>
                  <a:pt x="2559647" y="56227"/>
                </a:moveTo>
                <a:cubicBezTo>
                  <a:pt x="2559647" y="74584"/>
                  <a:pt x="2574528" y="89465"/>
                  <a:pt x="2592885" y="89465"/>
                </a:cubicBezTo>
                <a:cubicBezTo>
                  <a:pt x="2611241" y="89465"/>
                  <a:pt x="2626122" y="74584"/>
                  <a:pt x="2626122" y="56227"/>
                </a:cubicBezTo>
                <a:cubicBezTo>
                  <a:pt x="2626122" y="37871"/>
                  <a:pt x="2611241" y="22989"/>
                  <a:pt x="2592885" y="22989"/>
                </a:cubicBezTo>
                <a:cubicBezTo>
                  <a:pt x="2574528" y="22989"/>
                  <a:pt x="2559647" y="37871"/>
                  <a:pt x="2559647" y="56227"/>
                </a:cubicBezTo>
                <a:moveTo>
                  <a:pt x="2672727" y="38131"/>
                </a:moveTo>
                <a:cubicBezTo>
                  <a:pt x="2672727" y="56488"/>
                  <a:pt x="2687609" y="71368"/>
                  <a:pt x="2705965" y="71368"/>
                </a:cubicBezTo>
                <a:cubicBezTo>
                  <a:pt x="2724322" y="71368"/>
                  <a:pt x="2739203" y="56488"/>
                  <a:pt x="2739203" y="38131"/>
                </a:cubicBezTo>
                <a:cubicBezTo>
                  <a:pt x="2739203" y="19774"/>
                  <a:pt x="2724322" y="4893"/>
                  <a:pt x="2705965" y="4893"/>
                </a:cubicBezTo>
                <a:cubicBezTo>
                  <a:pt x="2687609" y="4893"/>
                  <a:pt x="2672727" y="19774"/>
                  <a:pt x="2672727" y="38131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17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BA725-E204-4971-91AD-666E4DA0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824105"/>
            <a:ext cx="2807795" cy="1047983"/>
          </a:xfrm>
          <a:custGeom xmlns:a="http://schemas.openxmlformats.org/drawingml/2006/main">
            <a:pathLst>
              <a:path w="2807795" h="1047983" fill="none">
                <a:moveTo>
                  <a:pt x="0" y="1047983"/>
                </a:moveTo>
                <a:lnTo>
                  <a:pt x="125972" y="977051"/>
                </a:lnTo>
                <a:lnTo>
                  <a:pt x="256820" y="868897"/>
                </a:lnTo>
                <a:lnTo>
                  <a:pt x="364594" y="822941"/>
                </a:lnTo>
                <a:lnTo>
                  <a:pt x="504257" y="742856"/>
                </a:lnTo>
                <a:lnTo>
                  <a:pt x="614446" y="696385"/>
                </a:lnTo>
                <a:lnTo>
                  <a:pt x="769626" y="615628"/>
                </a:lnTo>
                <a:lnTo>
                  <a:pt x="890079" y="552385"/>
                </a:lnTo>
                <a:lnTo>
                  <a:pt x="1002990" y="494082"/>
                </a:lnTo>
                <a:lnTo>
                  <a:pt x="1132309" y="462603"/>
                </a:lnTo>
                <a:lnTo>
                  <a:pt x="1277565" y="418933"/>
                </a:lnTo>
                <a:lnTo>
                  <a:pt x="1392633" y="378013"/>
                </a:lnTo>
                <a:lnTo>
                  <a:pt x="1532657" y="329826"/>
                </a:lnTo>
                <a:lnTo>
                  <a:pt x="1648158" y="294214"/>
                </a:lnTo>
                <a:lnTo>
                  <a:pt x="1790589" y="240045"/>
                </a:lnTo>
                <a:lnTo>
                  <a:pt x="1908513" y="204896"/>
                </a:lnTo>
                <a:lnTo>
                  <a:pt x="2051090" y="170128"/>
                </a:lnTo>
                <a:lnTo>
                  <a:pt x="2169031" y="133687"/>
                </a:lnTo>
                <a:lnTo>
                  <a:pt x="2304134" y="94646"/>
                </a:lnTo>
                <a:lnTo>
                  <a:pt x="2417126" y="71305"/>
                </a:lnTo>
                <a:lnTo>
                  <a:pt x="2559647" y="35867"/>
                </a:lnTo>
                <a:lnTo>
                  <a:pt x="2672727" y="16159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2EFF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FBACB1-7F2A-4EC0-8829-AD1972A6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790867"/>
            <a:ext cx="2874271" cy="1114458"/>
          </a:xfrm>
          <a:custGeom xmlns:a="http://schemas.openxmlformats.org/drawingml/2006/main">
            <a:pathLst>
              <a:path w="2874271" h="1114458">
                <a:moveTo>
                  <a:pt x="0" y="1081220"/>
                </a:moveTo>
                <a:cubicBezTo>
                  <a:pt x="0" y="1099577"/>
                  <a:pt x="14881" y="1114458"/>
                  <a:pt x="33238" y="1114458"/>
                </a:cubicBezTo>
                <a:cubicBezTo>
                  <a:pt x="51594" y="1114458"/>
                  <a:pt x="66475" y="1099577"/>
                  <a:pt x="66475" y="1081220"/>
                </a:cubicBezTo>
                <a:cubicBezTo>
                  <a:pt x="66475" y="1062864"/>
                  <a:pt x="51594" y="1047983"/>
                  <a:pt x="33238" y="1047983"/>
                </a:cubicBezTo>
                <a:cubicBezTo>
                  <a:pt x="14881" y="1047983"/>
                  <a:pt x="0" y="1062864"/>
                  <a:pt x="0" y="1081220"/>
                </a:cubicBezTo>
                <a:moveTo>
                  <a:pt x="125972" y="1010289"/>
                </a:moveTo>
                <a:cubicBezTo>
                  <a:pt x="125972" y="1028646"/>
                  <a:pt x="140853" y="1043527"/>
                  <a:pt x="159210" y="1043527"/>
                </a:cubicBezTo>
                <a:cubicBezTo>
                  <a:pt x="177567" y="1043527"/>
                  <a:pt x="192448" y="1028646"/>
                  <a:pt x="192448" y="1010289"/>
                </a:cubicBezTo>
                <a:cubicBezTo>
                  <a:pt x="192448" y="991932"/>
                  <a:pt x="177567" y="977051"/>
                  <a:pt x="159210" y="977051"/>
                </a:cubicBezTo>
                <a:cubicBezTo>
                  <a:pt x="140853" y="977051"/>
                  <a:pt x="125972" y="991932"/>
                  <a:pt x="125972" y="1010289"/>
                </a:cubicBezTo>
                <a:moveTo>
                  <a:pt x="256820" y="902135"/>
                </a:moveTo>
                <a:cubicBezTo>
                  <a:pt x="256820" y="920491"/>
                  <a:pt x="271701" y="935372"/>
                  <a:pt x="290058" y="935372"/>
                </a:cubicBezTo>
                <a:cubicBezTo>
                  <a:pt x="308415" y="935372"/>
                  <a:pt x="323295" y="920491"/>
                  <a:pt x="323295" y="902135"/>
                </a:cubicBezTo>
                <a:cubicBezTo>
                  <a:pt x="323295" y="883778"/>
                  <a:pt x="308415" y="868897"/>
                  <a:pt x="290058" y="868897"/>
                </a:cubicBezTo>
                <a:cubicBezTo>
                  <a:pt x="271701" y="868897"/>
                  <a:pt x="256820" y="883778"/>
                  <a:pt x="256820" y="902135"/>
                </a:cubicBezTo>
                <a:moveTo>
                  <a:pt x="364594" y="856178"/>
                </a:moveTo>
                <a:cubicBezTo>
                  <a:pt x="364594" y="874535"/>
                  <a:pt x="379475" y="889416"/>
                  <a:pt x="397832" y="889416"/>
                </a:cubicBezTo>
                <a:cubicBezTo>
                  <a:pt x="416188" y="889416"/>
                  <a:pt x="431069" y="874535"/>
                  <a:pt x="431069" y="856178"/>
                </a:cubicBezTo>
                <a:cubicBezTo>
                  <a:pt x="431069" y="837822"/>
                  <a:pt x="416188" y="822941"/>
                  <a:pt x="397832" y="822941"/>
                </a:cubicBezTo>
                <a:cubicBezTo>
                  <a:pt x="379475" y="822941"/>
                  <a:pt x="364594" y="837822"/>
                  <a:pt x="364594" y="856178"/>
                </a:cubicBezTo>
                <a:moveTo>
                  <a:pt x="504257" y="776094"/>
                </a:moveTo>
                <a:cubicBezTo>
                  <a:pt x="504257" y="794451"/>
                  <a:pt x="519138" y="809332"/>
                  <a:pt x="537495" y="809332"/>
                </a:cubicBezTo>
                <a:cubicBezTo>
                  <a:pt x="555851" y="809332"/>
                  <a:pt x="570732" y="794451"/>
                  <a:pt x="570732" y="776094"/>
                </a:cubicBezTo>
                <a:cubicBezTo>
                  <a:pt x="570732" y="757737"/>
                  <a:pt x="555851" y="742856"/>
                  <a:pt x="537495" y="742856"/>
                </a:cubicBezTo>
                <a:cubicBezTo>
                  <a:pt x="519138" y="742856"/>
                  <a:pt x="504257" y="757737"/>
                  <a:pt x="504257" y="776094"/>
                </a:cubicBezTo>
                <a:moveTo>
                  <a:pt x="614446" y="729622"/>
                </a:moveTo>
                <a:cubicBezTo>
                  <a:pt x="614446" y="747979"/>
                  <a:pt x="629327" y="762860"/>
                  <a:pt x="647684" y="762860"/>
                </a:cubicBezTo>
                <a:cubicBezTo>
                  <a:pt x="666040" y="762860"/>
                  <a:pt x="680921" y="747979"/>
                  <a:pt x="680921" y="729622"/>
                </a:cubicBezTo>
                <a:cubicBezTo>
                  <a:pt x="680921" y="711266"/>
                  <a:pt x="666040" y="696385"/>
                  <a:pt x="647684" y="696385"/>
                </a:cubicBezTo>
                <a:cubicBezTo>
                  <a:pt x="629327" y="696385"/>
                  <a:pt x="614446" y="711266"/>
                  <a:pt x="614446" y="729622"/>
                </a:cubicBezTo>
                <a:moveTo>
                  <a:pt x="769626" y="648866"/>
                </a:moveTo>
                <a:cubicBezTo>
                  <a:pt x="769626" y="667223"/>
                  <a:pt x="784506" y="682104"/>
                  <a:pt x="802863" y="682104"/>
                </a:cubicBezTo>
                <a:cubicBezTo>
                  <a:pt x="821220" y="682104"/>
                  <a:pt x="836101" y="667223"/>
                  <a:pt x="836101" y="648866"/>
                </a:cubicBezTo>
                <a:cubicBezTo>
                  <a:pt x="836101" y="630509"/>
                  <a:pt x="821220" y="615628"/>
                  <a:pt x="802863" y="615628"/>
                </a:cubicBezTo>
                <a:cubicBezTo>
                  <a:pt x="784506" y="615628"/>
                  <a:pt x="769626" y="630509"/>
                  <a:pt x="769626" y="648866"/>
                </a:cubicBezTo>
                <a:moveTo>
                  <a:pt x="890079" y="585623"/>
                </a:moveTo>
                <a:cubicBezTo>
                  <a:pt x="890079" y="603979"/>
                  <a:pt x="904960" y="618860"/>
                  <a:pt x="923317" y="618860"/>
                </a:cubicBezTo>
                <a:cubicBezTo>
                  <a:pt x="941673" y="618860"/>
                  <a:pt x="956554" y="603979"/>
                  <a:pt x="956554" y="585623"/>
                </a:cubicBezTo>
                <a:cubicBezTo>
                  <a:pt x="956554" y="567266"/>
                  <a:pt x="941673" y="552385"/>
                  <a:pt x="923317" y="552385"/>
                </a:cubicBezTo>
                <a:cubicBezTo>
                  <a:pt x="904960" y="552385"/>
                  <a:pt x="890079" y="567266"/>
                  <a:pt x="890079" y="585623"/>
                </a:cubicBezTo>
                <a:moveTo>
                  <a:pt x="1002990" y="527319"/>
                </a:moveTo>
                <a:cubicBezTo>
                  <a:pt x="1002990" y="545676"/>
                  <a:pt x="1017871" y="560556"/>
                  <a:pt x="1036227" y="560556"/>
                </a:cubicBezTo>
                <a:cubicBezTo>
                  <a:pt x="1054584" y="560556"/>
                  <a:pt x="1069465" y="545676"/>
                  <a:pt x="1069465" y="527319"/>
                </a:cubicBezTo>
                <a:cubicBezTo>
                  <a:pt x="1069465" y="508962"/>
                  <a:pt x="1054584" y="494081"/>
                  <a:pt x="1036227" y="494081"/>
                </a:cubicBezTo>
                <a:cubicBezTo>
                  <a:pt x="1017871" y="494081"/>
                  <a:pt x="1002990" y="508962"/>
                  <a:pt x="1002990" y="527319"/>
                </a:cubicBezTo>
                <a:moveTo>
                  <a:pt x="1132309" y="495841"/>
                </a:moveTo>
                <a:cubicBezTo>
                  <a:pt x="1132309" y="514197"/>
                  <a:pt x="1147190" y="529078"/>
                  <a:pt x="1165547" y="529078"/>
                </a:cubicBezTo>
                <a:cubicBezTo>
                  <a:pt x="1183903" y="529078"/>
                  <a:pt x="1198784" y="514197"/>
                  <a:pt x="1198784" y="495841"/>
                </a:cubicBezTo>
                <a:cubicBezTo>
                  <a:pt x="1198784" y="477484"/>
                  <a:pt x="1183903" y="462603"/>
                  <a:pt x="1165547" y="462603"/>
                </a:cubicBezTo>
                <a:cubicBezTo>
                  <a:pt x="1147190" y="462603"/>
                  <a:pt x="1132309" y="477484"/>
                  <a:pt x="1132309" y="495841"/>
                </a:cubicBezTo>
                <a:moveTo>
                  <a:pt x="1277565" y="452171"/>
                </a:moveTo>
                <a:cubicBezTo>
                  <a:pt x="1277565" y="470527"/>
                  <a:pt x="1292446" y="485409"/>
                  <a:pt x="1310802" y="485409"/>
                </a:cubicBezTo>
                <a:cubicBezTo>
                  <a:pt x="1329159" y="485409"/>
                  <a:pt x="1344040" y="470527"/>
                  <a:pt x="1344040" y="452171"/>
                </a:cubicBezTo>
                <a:cubicBezTo>
                  <a:pt x="1344040" y="433814"/>
                  <a:pt x="1329159" y="418933"/>
                  <a:pt x="1310802" y="418933"/>
                </a:cubicBezTo>
                <a:cubicBezTo>
                  <a:pt x="1292446" y="418933"/>
                  <a:pt x="1277565" y="433814"/>
                  <a:pt x="1277565" y="452171"/>
                </a:cubicBezTo>
                <a:moveTo>
                  <a:pt x="1392633" y="411250"/>
                </a:moveTo>
                <a:cubicBezTo>
                  <a:pt x="1392633" y="429607"/>
                  <a:pt x="1407514" y="444488"/>
                  <a:pt x="1425870" y="444488"/>
                </a:cubicBezTo>
                <a:cubicBezTo>
                  <a:pt x="1444227" y="444488"/>
                  <a:pt x="1459108" y="429607"/>
                  <a:pt x="1459108" y="411250"/>
                </a:cubicBezTo>
                <a:cubicBezTo>
                  <a:pt x="1459108" y="392894"/>
                  <a:pt x="1444227" y="378013"/>
                  <a:pt x="1425870" y="378013"/>
                </a:cubicBezTo>
                <a:cubicBezTo>
                  <a:pt x="1407514" y="378013"/>
                  <a:pt x="1392633" y="392894"/>
                  <a:pt x="1392633" y="411250"/>
                </a:cubicBezTo>
                <a:moveTo>
                  <a:pt x="1532657" y="363064"/>
                </a:moveTo>
                <a:cubicBezTo>
                  <a:pt x="1532657" y="381421"/>
                  <a:pt x="1547538" y="396301"/>
                  <a:pt x="1565895" y="396301"/>
                </a:cubicBezTo>
                <a:cubicBezTo>
                  <a:pt x="1584252" y="396301"/>
                  <a:pt x="1599132" y="381421"/>
                  <a:pt x="1599132" y="363064"/>
                </a:cubicBezTo>
                <a:cubicBezTo>
                  <a:pt x="1599132" y="344707"/>
                  <a:pt x="1584252" y="329826"/>
                  <a:pt x="1565895" y="329826"/>
                </a:cubicBezTo>
                <a:cubicBezTo>
                  <a:pt x="1547538" y="329826"/>
                  <a:pt x="1532657" y="344707"/>
                  <a:pt x="1532657" y="363064"/>
                </a:cubicBezTo>
                <a:moveTo>
                  <a:pt x="1648158" y="327452"/>
                </a:moveTo>
                <a:cubicBezTo>
                  <a:pt x="1648158" y="345809"/>
                  <a:pt x="1663039" y="360689"/>
                  <a:pt x="1681396" y="360689"/>
                </a:cubicBezTo>
                <a:cubicBezTo>
                  <a:pt x="1699752" y="360689"/>
                  <a:pt x="1714633" y="345809"/>
                  <a:pt x="1714633" y="327452"/>
                </a:cubicBezTo>
                <a:cubicBezTo>
                  <a:pt x="1714633" y="309095"/>
                  <a:pt x="1699752" y="294214"/>
                  <a:pt x="1681396" y="294214"/>
                </a:cubicBezTo>
                <a:cubicBezTo>
                  <a:pt x="1663039" y="294214"/>
                  <a:pt x="1648158" y="309095"/>
                  <a:pt x="1648158" y="327452"/>
                </a:cubicBezTo>
                <a:moveTo>
                  <a:pt x="1790589" y="273283"/>
                </a:moveTo>
                <a:cubicBezTo>
                  <a:pt x="1790589" y="291639"/>
                  <a:pt x="1805470" y="306520"/>
                  <a:pt x="1823827" y="306520"/>
                </a:cubicBezTo>
                <a:cubicBezTo>
                  <a:pt x="1842183" y="306520"/>
                  <a:pt x="1857064" y="291639"/>
                  <a:pt x="1857064" y="273283"/>
                </a:cubicBezTo>
                <a:cubicBezTo>
                  <a:pt x="1857064" y="254926"/>
                  <a:pt x="1842183" y="240045"/>
                  <a:pt x="1823827" y="240045"/>
                </a:cubicBezTo>
                <a:cubicBezTo>
                  <a:pt x="1805470" y="240045"/>
                  <a:pt x="1790589" y="254926"/>
                  <a:pt x="1790589" y="273283"/>
                </a:cubicBezTo>
                <a:moveTo>
                  <a:pt x="1908513" y="238133"/>
                </a:moveTo>
                <a:cubicBezTo>
                  <a:pt x="1908513" y="256490"/>
                  <a:pt x="1923394" y="271371"/>
                  <a:pt x="1941751" y="271371"/>
                </a:cubicBezTo>
                <a:cubicBezTo>
                  <a:pt x="1960107" y="271371"/>
                  <a:pt x="1974988" y="256490"/>
                  <a:pt x="1974988" y="238133"/>
                </a:cubicBezTo>
                <a:cubicBezTo>
                  <a:pt x="1974988" y="219777"/>
                  <a:pt x="1960107" y="204896"/>
                  <a:pt x="1941751" y="204896"/>
                </a:cubicBezTo>
                <a:cubicBezTo>
                  <a:pt x="1923394" y="204896"/>
                  <a:pt x="1908513" y="219777"/>
                  <a:pt x="1908513" y="238133"/>
                </a:cubicBezTo>
                <a:moveTo>
                  <a:pt x="2051090" y="203365"/>
                </a:moveTo>
                <a:cubicBezTo>
                  <a:pt x="2051090" y="221722"/>
                  <a:pt x="2065971" y="236603"/>
                  <a:pt x="2084327" y="236603"/>
                </a:cubicBezTo>
                <a:cubicBezTo>
                  <a:pt x="2102684" y="236603"/>
                  <a:pt x="2117565" y="221722"/>
                  <a:pt x="2117565" y="203365"/>
                </a:cubicBezTo>
                <a:cubicBezTo>
                  <a:pt x="2117565" y="185009"/>
                  <a:pt x="2102684" y="170128"/>
                  <a:pt x="2084327" y="170128"/>
                </a:cubicBezTo>
                <a:cubicBezTo>
                  <a:pt x="2065971" y="170128"/>
                  <a:pt x="2051090" y="185009"/>
                  <a:pt x="2051090" y="203365"/>
                </a:cubicBezTo>
                <a:moveTo>
                  <a:pt x="2169031" y="166924"/>
                </a:moveTo>
                <a:cubicBezTo>
                  <a:pt x="2169031" y="185281"/>
                  <a:pt x="2183912" y="200162"/>
                  <a:pt x="2202268" y="200162"/>
                </a:cubicBezTo>
                <a:cubicBezTo>
                  <a:pt x="2220625" y="200162"/>
                  <a:pt x="2235506" y="185281"/>
                  <a:pt x="2235506" y="166924"/>
                </a:cubicBezTo>
                <a:cubicBezTo>
                  <a:pt x="2235506" y="148568"/>
                  <a:pt x="2220625" y="133687"/>
                  <a:pt x="2202268" y="133687"/>
                </a:cubicBezTo>
                <a:cubicBezTo>
                  <a:pt x="2183912" y="133687"/>
                  <a:pt x="2169031" y="148568"/>
                  <a:pt x="2169031" y="166924"/>
                </a:cubicBezTo>
                <a:moveTo>
                  <a:pt x="2304134" y="127883"/>
                </a:moveTo>
                <a:cubicBezTo>
                  <a:pt x="2304134" y="146240"/>
                  <a:pt x="2319015" y="161121"/>
                  <a:pt x="2337372" y="161121"/>
                </a:cubicBezTo>
                <a:cubicBezTo>
                  <a:pt x="2355728" y="161121"/>
                  <a:pt x="2370609" y="146240"/>
                  <a:pt x="2370609" y="127883"/>
                </a:cubicBezTo>
                <a:cubicBezTo>
                  <a:pt x="2370609" y="109526"/>
                  <a:pt x="2355728" y="94645"/>
                  <a:pt x="2337372" y="94645"/>
                </a:cubicBezTo>
                <a:cubicBezTo>
                  <a:pt x="2319015" y="94645"/>
                  <a:pt x="2304134" y="109526"/>
                  <a:pt x="2304134" y="127883"/>
                </a:cubicBezTo>
                <a:moveTo>
                  <a:pt x="2417126" y="104542"/>
                </a:moveTo>
                <a:cubicBezTo>
                  <a:pt x="2417126" y="122899"/>
                  <a:pt x="2432007" y="137780"/>
                  <a:pt x="2450363" y="137780"/>
                </a:cubicBezTo>
                <a:cubicBezTo>
                  <a:pt x="2468720" y="137780"/>
                  <a:pt x="2483601" y="122899"/>
                  <a:pt x="2483601" y="104542"/>
                </a:cubicBezTo>
                <a:cubicBezTo>
                  <a:pt x="2483601" y="86185"/>
                  <a:pt x="2468720" y="71304"/>
                  <a:pt x="2450363" y="71304"/>
                </a:cubicBezTo>
                <a:cubicBezTo>
                  <a:pt x="2432007" y="71304"/>
                  <a:pt x="2417126" y="86185"/>
                  <a:pt x="2417126" y="104542"/>
                </a:cubicBezTo>
                <a:moveTo>
                  <a:pt x="2559647" y="69105"/>
                </a:moveTo>
                <a:cubicBezTo>
                  <a:pt x="2559647" y="87461"/>
                  <a:pt x="2574528" y="102342"/>
                  <a:pt x="2592885" y="102342"/>
                </a:cubicBezTo>
                <a:cubicBezTo>
                  <a:pt x="2611241" y="102342"/>
                  <a:pt x="2626122" y="87461"/>
                  <a:pt x="2626122" y="69105"/>
                </a:cubicBezTo>
                <a:cubicBezTo>
                  <a:pt x="2626122" y="50748"/>
                  <a:pt x="2611241" y="35867"/>
                  <a:pt x="2592885" y="35867"/>
                </a:cubicBezTo>
                <a:cubicBezTo>
                  <a:pt x="2574528" y="35867"/>
                  <a:pt x="2559647" y="50748"/>
                  <a:pt x="2559647" y="69105"/>
                </a:cubicBezTo>
                <a:moveTo>
                  <a:pt x="2672727" y="49397"/>
                </a:moveTo>
                <a:cubicBezTo>
                  <a:pt x="2672727" y="67754"/>
                  <a:pt x="2687608" y="82635"/>
                  <a:pt x="2705965" y="82635"/>
                </a:cubicBezTo>
                <a:cubicBezTo>
                  <a:pt x="2724322" y="82635"/>
                  <a:pt x="2739203" y="67754"/>
                  <a:pt x="2739203" y="49397"/>
                </a:cubicBezTo>
                <a:cubicBezTo>
                  <a:pt x="2739203" y="31040"/>
                  <a:pt x="2724322" y="16159"/>
                  <a:pt x="2705965" y="16159"/>
                </a:cubicBezTo>
                <a:cubicBezTo>
                  <a:pt x="2687608" y="16159"/>
                  <a:pt x="2672727" y="31040"/>
                  <a:pt x="2672727" y="49397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2E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B0D574-D652-40BF-BCF8-337FC254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489869"/>
            <a:ext cx="2807795" cy="620672"/>
          </a:xfrm>
          <a:custGeom xmlns:a="http://schemas.openxmlformats.org/drawingml/2006/main">
            <a:pathLst>
              <a:path w="2807795" h="620672" fill="none">
                <a:moveTo>
                  <a:pt x="0" y="620672"/>
                </a:moveTo>
                <a:lnTo>
                  <a:pt x="125972" y="597237"/>
                </a:lnTo>
                <a:lnTo>
                  <a:pt x="256820" y="546714"/>
                </a:lnTo>
                <a:lnTo>
                  <a:pt x="364594" y="523507"/>
                </a:lnTo>
                <a:lnTo>
                  <a:pt x="504257" y="481468"/>
                </a:lnTo>
                <a:lnTo>
                  <a:pt x="614446" y="451828"/>
                </a:lnTo>
                <a:lnTo>
                  <a:pt x="769625" y="395887"/>
                </a:lnTo>
                <a:lnTo>
                  <a:pt x="890079" y="369503"/>
                </a:lnTo>
                <a:lnTo>
                  <a:pt x="1002990" y="281392"/>
                </a:lnTo>
                <a:lnTo>
                  <a:pt x="1132309" y="273396"/>
                </a:lnTo>
                <a:lnTo>
                  <a:pt x="1277565" y="234960"/>
                </a:lnTo>
                <a:lnTo>
                  <a:pt x="1392633" y="209317"/>
                </a:lnTo>
                <a:lnTo>
                  <a:pt x="1532658" y="181964"/>
                </a:lnTo>
                <a:lnTo>
                  <a:pt x="1648158" y="163018"/>
                </a:lnTo>
                <a:lnTo>
                  <a:pt x="1790589" y="139637"/>
                </a:lnTo>
                <a:lnTo>
                  <a:pt x="1908513" y="114324"/>
                </a:lnTo>
                <a:lnTo>
                  <a:pt x="2051090" y="96204"/>
                </a:lnTo>
                <a:lnTo>
                  <a:pt x="2169030" y="82722"/>
                </a:lnTo>
                <a:lnTo>
                  <a:pt x="2304134" y="61439"/>
                </a:lnTo>
                <a:lnTo>
                  <a:pt x="2417126" y="43136"/>
                </a:lnTo>
                <a:lnTo>
                  <a:pt x="2559647" y="23370"/>
                </a:lnTo>
                <a:lnTo>
                  <a:pt x="2672727" y="9295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2EFF"/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28D66C-AF23-44EE-9AA8-330D7A5A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456632"/>
            <a:ext cx="2874271" cy="687147"/>
          </a:xfrm>
          <a:custGeom xmlns:a="http://schemas.openxmlformats.org/drawingml/2006/main">
            <a:pathLst>
              <a:path w="2874271" h="687147">
                <a:moveTo>
                  <a:pt x="0" y="653910"/>
                </a:moveTo>
                <a:cubicBezTo>
                  <a:pt x="0" y="672267"/>
                  <a:pt x="14881" y="687147"/>
                  <a:pt x="33238" y="687147"/>
                </a:cubicBezTo>
                <a:cubicBezTo>
                  <a:pt x="51594" y="687147"/>
                  <a:pt x="66475" y="672267"/>
                  <a:pt x="66475" y="653910"/>
                </a:cubicBezTo>
                <a:cubicBezTo>
                  <a:pt x="66475" y="635553"/>
                  <a:pt x="51594" y="620672"/>
                  <a:pt x="33238" y="620672"/>
                </a:cubicBezTo>
                <a:cubicBezTo>
                  <a:pt x="14881" y="620672"/>
                  <a:pt x="0" y="635553"/>
                  <a:pt x="0" y="653910"/>
                </a:cubicBezTo>
                <a:moveTo>
                  <a:pt x="125972" y="630474"/>
                </a:moveTo>
                <a:cubicBezTo>
                  <a:pt x="125972" y="648831"/>
                  <a:pt x="140853" y="663712"/>
                  <a:pt x="159210" y="663712"/>
                </a:cubicBezTo>
                <a:cubicBezTo>
                  <a:pt x="177567" y="663712"/>
                  <a:pt x="192448" y="648831"/>
                  <a:pt x="192448" y="630474"/>
                </a:cubicBezTo>
                <a:cubicBezTo>
                  <a:pt x="192448" y="612118"/>
                  <a:pt x="177567" y="597237"/>
                  <a:pt x="159210" y="597237"/>
                </a:cubicBezTo>
                <a:cubicBezTo>
                  <a:pt x="140853" y="597237"/>
                  <a:pt x="125972" y="612118"/>
                  <a:pt x="125972" y="630474"/>
                </a:cubicBezTo>
                <a:moveTo>
                  <a:pt x="256821" y="579952"/>
                </a:moveTo>
                <a:cubicBezTo>
                  <a:pt x="256821" y="598308"/>
                  <a:pt x="271701" y="613190"/>
                  <a:pt x="290058" y="613190"/>
                </a:cubicBezTo>
                <a:cubicBezTo>
                  <a:pt x="308415" y="613190"/>
                  <a:pt x="323296" y="598308"/>
                  <a:pt x="323296" y="579952"/>
                </a:cubicBezTo>
                <a:cubicBezTo>
                  <a:pt x="323296" y="561595"/>
                  <a:pt x="308415" y="546714"/>
                  <a:pt x="290058" y="546714"/>
                </a:cubicBezTo>
                <a:cubicBezTo>
                  <a:pt x="271701" y="546714"/>
                  <a:pt x="256821" y="561595"/>
                  <a:pt x="256821" y="579952"/>
                </a:cubicBezTo>
                <a:moveTo>
                  <a:pt x="364594" y="556745"/>
                </a:moveTo>
                <a:cubicBezTo>
                  <a:pt x="364594" y="575102"/>
                  <a:pt x="379475" y="589983"/>
                  <a:pt x="397832" y="589983"/>
                </a:cubicBezTo>
                <a:cubicBezTo>
                  <a:pt x="416188" y="589983"/>
                  <a:pt x="431070" y="575102"/>
                  <a:pt x="431070" y="556745"/>
                </a:cubicBezTo>
                <a:cubicBezTo>
                  <a:pt x="431070" y="538389"/>
                  <a:pt x="416188" y="523508"/>
                  <a:pt x="397832" y="523508"/>
                </a:cubicBezTo>
                <a:cubicBezTo>
                  <a:pt x="379475" y="523508"/>
                  <a:pt x="364594" y="538389"/>
                  <a:pt x="364594" y="556745"/>
                </a:cubicBezTo>
                <a:moveTo>
                  <a:pt x="504257" y="514706"/>
                </a:moveTo>
                <a:cubicBezTo>
                  <a:pt x="504257" y="533062"/>
                  <a:pt x="519138" y="547944"/>
                  <a:pt x="537495" y="547944"/>
                </a:cubicBezTo>
                <a:cubicBezTo>
                  <a:pt x="555851" y="547944"/>
                  <a:pt x="570732" y="533062"/>
                  <a:pt x="570732" y="514706"/>
                </a:cubicBezTo>
                <a:cubicBezTo>
                  <a:pt x="570732" y="496349"/>
                  <a:pt x="555851" y="481468"/>
                  <a:pt x="537495" y="481468"/>
                </a:cubicBezTo>
                <a:cubicBezTo>
                  <a:pt x="519138" y="481468"/>
                  <a:pt x="504257" y="496349"/>
                  <a:pt x="504257" y="514706"/>
                </a:cubicBezTo>
                <a:moveTo>
                  <a:pt x="614446" y="485066"/>
                </a:moveTo>
                <a:cubicBezTo>
                  <a:pt x="614446" y="503423"/>
                  <a:pt x="629327" y="518304"/>
                  <a:pt x="647684" y="518304"/>
                </a:cubicBezTo>
                <a:cubicBezTo>
                  <a:pt x="666041" y="518304"/>
                  <a:pt x="680922" y="503423"/>
                  <a:pt x="680922" y="485066"/>
                </a:cubicBezTo>
                <a:cubicBezTo>
                  <a:pt x="680922" y="466709"/>
                  <a:pt x="666041" y="451828"/>
                  <a:pt x="647684" y="451828"/>
                </a:cubicBezTo>
                <a:cubicBezTo>
                  <a:pt x="629327" y="451828"/>
                  <a:pt x="614446" y="466709"/>
                  <a:pt x="614446" y="485066"/>
                </a:cubicBezTo>
                <a:moveTo>
                  <a:pt x="769626" y="429125"/>
                </a:moveTo>
                <a:cubicBezTo>
                  <a:pt x="769626" y="447482"/>
                  <a:pt x="784507" y="462363"/>
                  <a:pt x="802863" y="462363"/>
                </a:cubicBezTo>
                <a:cubicBezTo>
                  <a:pt x="821220" y="462363"/>
                  <a:pt x="836101" y="447482"/>
                  <a:pt x="836101" y="429125"/>
                </a:cubicBezTo>
                <a:cubicBezTo>
                  <a:pt x="836101" y="410769"/>
                  <a:pt x="821220" y="395888"/>
                  <a:pt x="802863" y="395888"/>
                </a:cubicBezTo>
                <a:cubicBezTo>
                  <a:pt x="784507" y="395888"/>
                  <a:pt x="769626" y="410769"/>
                  <a:pt x="769626" y="429125"/>
                </a:cubicBezTo>
                <a:moveTo>
                  <a:pt x="890079" y="402740"/>
                </a:moveTo>
                <a:cubicBezTo>
                  <a:pt x="890079" y="421097"/>
                  <a:pt x="904960" y="435978"/>
                  <a:pt x="923317" y="435978"/>
                </a:cubicBezTo>
                <a:cubicBezTo>
                  <a:pt x="941673" y="435978"/>
                  <a:pt x="956554" y="421097"/>
                  <a:pt x="956554" y="402740"/>
                </a:cubicBezTo>
                <a:cubicBezTo>
                  <a:pt x="956554" y="384384"/>
                  <a:pt x="941673" y="369503"/>
                  <a:pt x="923317" y="369503"/>
                </a:cubicBezTo>
                <a:cubicBezTo>
                  <a:pt x="904960" y="369503"/>
                  <a:pt x="890079" y="384384"/>
                  <a:pt x="890079" y="402740"/>
                </a:cubicBezTo>
                <a:moveTo>
                  <a:pt x="1002990" y="314630"/>
                </a:moveTo>
                <a:cubicBezTo>
                  <a:pt x="1002990" y="332987"/>
                  <a:pt x="1017871" y="347867"/>
                  <a:pt x="1036227" y="347867"/>
                </a:cubicBezTo>
                <a:cubicBezTo>
                  <a:pt x="1054584" y="347867"/>
                  <a:pt x="1069465" y="332987"/>
                  <a:pt x="1069465" y="314630"/>
                </a:cubicBezTo>
                <a:cubicBezTo>
                  <a:pt x="1069465" y="296273"/>
                  <a:pt x="1054584" y="281392"/>
                  <a:pt x="1036227" y="281392"/>
                </a:cubicBezTo>
                <a:cubicBezTo>
                  <a:pt x="1017871" y="281392"/>
                  <a:pt x="1002990" y="296273"/>
                  <a:pt x="1002990" y="314630"/>
                </a:cubicBezTo>
                <a:moveTo>
                  <a:pt x="1132309" y="306634"/>
                </a:moveTo>
                <a:cubicBezTo>
                  <a:pt x="1132309" y="324991"/>
                  <a:pt x="1147190" y="339872"/>
                  <a:pt x="1165547" y="339872"/>
                </a:cubicBezTo>
                <a:cubicBezTo>
                  <a:pt x="1183904" y="339872"/>
                  <a:pt x="1198784" y="324991"/>
                  <a:pt x="1198784" y="306634"/>
                </a:cubicBezTo>
                <a:cubicBezTo>
                  <a:pt x="1198784" y="288278"/>
                  <a:pt x="1183904" y="273397"/>
                  <a:pt x="1165547" y="273397"/>
                </a:cubicBezTo>
                <a:cubicBezTo>
                  <a:pt x="1147190" y="273397"/>
                  <a:pt x="1132309" y="288278"/>
                  <a:pt x="1132309" y="306634"/>
                </a:cubicBezTo>
                <a:moveTo>
                  <a:pt x="1277565" y="268197"/>
                </a:moveTo>
                <a:cubicBezTo>
                  <a:pt x="1277565" y="286554"/>
                  <a:pt x="1292446" y="301435"/>
                  <a:pt x="1310802" y="301435"/>
                </a:cubicBezTo>
                <a:cubicBezTo>
                  <a:pt x="1329159" y="301435"/>
                  <a:pt x="1344040" y="286554"/>
                  <a:pt x="1344040" y="268197"/>
                </a:cubicBezTo>
                <a:cubicBezTo>
                  <a:pt x="1344040" y="249841"/>
                  <a:pt x="1329159" y="234960"/>
                  <a:pt x="1310802" y="234960"/>
                </a:cubicBezTo>
                <a:cubicBezTo>
                  <a:pt x="1292446" y="234960"/>
                  <a:pt x="1277565" y="249841"/>
                  <a:pt x="1277565" y="268197"/>
                </a:cubicBezTo>
                <a:moveTo>
                  <a:pt x="1392633" y="242555"/>
                </a:moveTo>
                <a:cubicBezTo>
                  <a:pt x="1392633" y="260912"/>
                  <a:pt x="1407514" y="275792"/>
                  <a:pt x="1425871" y="275792"/>
                </a:cubicBezTo>
                <a:cubicBezTo>
                  <a:pt x="1444227" y="275792"/>
                  <a:pt x="1459108" y="260912"/>
                  <a:pt x="1459108" y="242555"/>
                </a:cubicBezTo>
                <a:cubicBezTo>
                  <a:pt x="1459108" y="224198"/>
                  <a:pt x="1444227" y="209317"/>
                  <a:pt x="1425871" y="209317"/>
                </a:cubicBezTo>
                <a:cubicBezTo>
                  <a:pt x="1407514" y="209317"/>
                  <a:pt x="1392633" y="224198"/>
                  <a:pt x="1392633" y="242555"/>
                </a:cubicBezTo>
                <a:moveTo>
                  <a:pt x="1532658" y="215202"/>
                </a:moveTo>
                <a:cubicBezTo>
                  <a:pt x="1532658" y="233559"/>
                  <a:pt x="1547539" y="248440"/>
                  <a:pt x="1565895" y="248440"/>
                </a:cubicBezTo>
                <a:cubicBezTo>
                  <a:pt x="1584252" y="248440"/>
                  <a:pt x="1599133" y="233559"/>
                  <a:pt x="1599133" y="215202"/>
                </a:cubicBezTo>
                <a:cubicBezTo>
                  <a:pt x="1599133" y="196846"/>
                  <a:pt x="1584252" y="181965"/>
                  <a:pt x="1565895" y="181965"/>
                </a:cubicBezTo>
                <a:cubicBezTo>
                  <a:pt x="1547539" y="181965"/>
                  <a:pt x="1532658" y="196846"/>
                  <a:pt x="1532658" y="215202"/>
                </a:cubicBezTo>
                <a:moveTo>
                  <a:pt x="1648158" y="196256"/>
                </a:moveTo>
                <a:cubicBezTo>
                  <a:pt x="1648158" y="214612"/>
                  <a:pt x="1663039" y="229494"/>
                  <a:pt x="1681396" y="229494"/>
                </a:cubicBezTo>
                <a:cubicBezTo>
                  <a:pt x="1699752" y="229494"/>
                  <a:pt x="1714634" y="214612"/>
                  <a:pt x="1714634" y="196256"/>
                </a:cubicBezTo>
                <a:cubicBezTo>
                  <a:pt x="1714634" y="177899"/>
                  <a:pt x="1699752" y="163018"/>
                  <a:pt x="1681396" y="163018"/>
                </a:cubicBezTo>
                <a:cubicBezTo>
                  <a:pt x="1663039" y="163018"/>
                  <a:pt x="1648158" y="177899"/>
                  <a:pt x="1648158" y="196256"/>
                </a:cubicBezTo>
                <a:moveTo>
                  <a:pt x="1790589" y="172874"/>
                </a:moveTo>
                <a:cubicBezTo>
                  <a:pt x="1790589" y="191231"/>
                  <a:pt x="1805470" y="206112"/>
                  <a:pt x="1823827" y="206112"/>
                </a:cubicBezTo>
                <a:cubicBezTo>
                  <a:pt x="1842184" y="206112"/>
                  <a:pt x="1857064" y="191231"/>
                  <a:pt x="1857064" y="172874"/>
                </a:cubicBezTo>
                <a:cubicBezTo>
                  <a:pt x="1857064" y="154518"/>
                  <a:pt x="1842184" y="139637"/>
                  <a:pt x="1823827" y="139637"/>
                </a:cubicBezTo>
                <a:cubicBezTo>
                  <a:pt x="1805470" y="139637"/>
                  <a:pt x="1790589" y="154518"/>
                  <a:pt x="1790589" y="172874"/>
                </a:cubicBezTo>
                <a:moveTo>
                  <a:pt x="1908514" y="147562"/>
                </a:moveTo>
                <a:cubicBezTo>
                  <a:pt x="1908514" y="165918"/>
                  <a:pt x="1923394" y="180800"/>
                  <a:pt x="1941751" y="180800"/>
                </a:cubicBezTo>
                <a:cubicBezTo>
                  <a:pt x="1960107" y="180800"/>
                  <a:pt x="1974989" y="165918"/>
                  <a:pt x="1974989" y="147562"/>
                </a:cubicBezTo>
                <a:cubicBezTo>
                  <a:pt x="1974989" y="129205"/>
                  <a:pt x="1960107" y="114324"/>
                  <a:pt x="1941751" y="114324"/>
                </a:cubicBezTo>
                <a:cubicBezTo>
                  <a:pt x="1923394" y="114324"/>
                  <a:pt x="1908514" y="129205"/>
                  <a:pt x="1908514" y="147562"/>
                </a:cubicBezTo>
                <a:moveTo>
                  <a:pt x="2051090" y="129442"/>
                </a:moveTo>
                <a:cubicBezTo>
                  <a:pt x="2051090" y="147798"/>
                  <a:pt x="2065971" y="162679"/>
                  <a:pt x="2084327" y="162679"/>
                </a:cubicBezTo>
                <a:cubicBezTo>
                  <a:pt x="2102684" y="162679"/>
                  <a:pt x="2117565" y="147798"/>
                  <a:pt x="2117565" y="129442"/>
                </a:cubicBezTo>
                <a:cubicBezTo>
                  <a:pt x="2117565" y="111085"/>
                  <a:pt x="2102684" y="96204"/>
                  <a:pt x="2084327" y="96204"/>
                </a:cubicBezTo>
                <a:cubicBezTo>
                  <a:pt x="2065971" y="96204"/>
                  <a:pt x="2051090" y="111085"/>
                  <a:pt x="2051090" y="129442"/>
                </a:cubicBezTo>
                <a:moveTo>
                  <a:pt x="2169031" y="115959"/>
                </a:moveTo>
                <a:cubicBezTo>
                  <a:pt x="2169031" y="134316"/>
                  <a:pt x="2183912" y="149197"/>
                  <a:pt x="2202268" y="149197"/>
                </a:cubicBezTo>
                <a:cubicBezTo>
                  <a:pt x="2220625" y="149197"/>
                  <a:pt x="2235506" y="134316"/>
                  <a:pt x="2235506" y="115959"/>
                </a:cubicBezTo>
                <a:cubicBezTo>
                  <a:pt x="2235506" y="97603"/>
                  <a:pt x="2220625" y="82722"/>
                  <a:pt x="2202268" y="82722"/>
                </a:cubicBezTo>
                <a:cubicBezTo>
                  <a:pt x="2183912" y="82722"/>
                  <a:pt x="2169031" y="97603"/>
                  <a:pt x="2169031" y="115959"/>
                </a:cubicBezTo>
                <a:moveTo>
                  <a:pt x="2304134" y="94677"/>
                </a:moveTo>
                <a:cubicBezTo>
                  <a:pt x="2304134" y="113034"/>
                  <a:pt x="2319015" y="127914"/>
                  <a:pt x="2337372" y="127914"/>
                </a:cubicBezTo>
                <a:cubicBezTo>
                  <a:pt x="2355729" y="127914"/>
                  <a:pt x="2370610" y="113034"/>
                  <a:pt x="2370610" y="94677"/>
                </a:cubicBezTo>
                <a:cubicBezTo>
                  <a:pt x="2370610" y="76320"/>
                  <a:pt x="2355729" y="61439"/>
                  <a:pt x="2337372" y="61439"/>
                </a:cubicBezTo>
                <a:cubicBezTo>
                  <a:pt x="2319015" y="61439"/>
                  <a:pt x="2304134" y="76320"/>
                  <a:pt x="2304134" y="94677"/>
                </a:cubicBezTo>
                <a:moveTo>
                  <a:pt x="2417126" y="76374"/>
                </a:moveTo>
                <a:cubicBezTo>
                  <a:pt x="2417126" y="94731"/>
                  <a:pt x="2432007" y="109612"/>
                  <a:pt x="2450363" y="109612"/>
                </a:cubicBezTo>
                <a:cubicBezTo>
                  <a:pt x="2468720" y="109612"/>
                  <a:pt x="2483601" y="94731"/>
                  <a:pt x="2483601" y="76374"/>
                </a:cubicBezTo>
                <a:cubicBezTo>
                  <a:pt x="2483601" y="58017"/>
                  <a:pt x="2468720" y="43137"/>
                  <a:pt x="2450363" y="43137"/>
                </a:cubicBezTo>
                <a:cubicBezTo>
                  <a:pt x="2432007" y="43137"/>
                  <a:pt x="2417126" y="58017"/>
                  <a:pt x="2417126" y="76374"/>
                </a:cubicBezTo>
                <a:moveTo>
                  <a:pt x="2559647" y="56608"/>
                </a:moveTo>
                <a:cubicBezTo>
                  <a:pt x="2559647" y="74965"/>
                  <a:pt x="2574528" y="89846"/>
                  <a:pt x="2592885" y="89846"/>
                </a:cubicBezTo>
                <a:cubicBezTo>
                  <a:pt x="2611241" y="89846"/>
                  <a:pt x="2626122" y="74965"/>
                  <a:pt x="2626122" y="56608"/>
                </a:cubicBezTo>
                <a:cubicBezTo>
                  <a:pt x="2626122" y="38252"/>
                  <a:pt x="2611241" y="23370"/>
                  <a:pt x="2592885" y="23370"/>
                </a:cubicBezTo>
                <a:cubicBezTo>
                  <a:pt x="2574528" y="23370"/>
                  <a:pt x="2559647" y="38252"/>
                  <a:pt x="2559647" y="56608"/>
                </a:cubicBezTo>
                <a:moveTo>
                  <a:pt x="2672727" y="42533"/>
                </a:moveTo>
                <a:cubicBezTo>
                  <a:pt x="2672727" y="60890"/>
                  <a:pt x="2687609" y="75771"/>
                  <a:pt x="2705965" y="75771"/>
                </a:cubicBezTo>
                <a:cubicBezTo>
                  <a:pt x="2724322" y="75771"/>
                  <a:pt x="2739203" y="60890"/>
                  <a:pt x="2739203" y="42533"/>
                </a:cubicBezTo>
                <a:cubicBezTo>
                  <a:pt x="2739203" y="24177"/>
                  <a:pt x="2724322" y="9295"/>
                  <a:pt x="2705965" y="9295"/>
                </a:cubicBezTo>
                <a:cubicBezTo>
                  <a:pt x="2687609" y="9295"/>
                  <a:pt x="2672727" y="24177"/>
                  <a:pt x="2672727" y="42533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2E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E55239-C291-4F9C-B308-036D7116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213113"/>
            <a:ext cx="2807795" cy="847694"/>
          </a:xfrm>
          <a:custGeom xmlns:a="http://schemas.openxmlformats.org/drawingml/2006/main">
            <a:pathLst>
              <a:path w="2807795" h="847694" fill="none">
                <a:moveTo>
                  <a:pt x="0" y="847694"/>
                </a:moveTo>
                <a:lnTo>
                  <a:pt x="125972" y="779291"/>
                </a:lnTo>
                <a:lnTo>
                  <a:pt x="256820" y="724439"/>
                </a:lnTo>
                <a:lnTo>
                  <a:pt x="364594" y="684799"/>
                </a:lnTo>
                <a:lnTo>
                  <a:pt x="504257" y="595683"/>
                </a:lnTo>
                <a:lnTo>
                  <a:pt x="614446" y="561695"/>
                </a:lnTo>
                <a:lnTo>
                  <a:pt x="769626" y="504835"/>
                </a:lnTo>
                <a:lnTo>
                  <a:pt x="890079" y="454516"/>
                </a:lnTo>
                <a:lnTo>
                  <a:pt x="1002990" y="406430"/>
                </a:lnTo>
                <a:lnTo>
                  <a:pt x="1132309" y="378074"/>
                </a:lnTo>
                <a:lnTo>
                  <a:pt x="1277565" y="344802"/>
                </a:lnTo>
                <a:lnTo>
                  <a:pt x="1392633" y="316331"/>
                </a:lnTo>
                <a:lnTo>
                  <a:pt x="1532657" y="273924"/>
                </a:lnTo>
                <a:lnTo>
                  <a:pt x="1648158" y="236898"/>
                </a:lnTo>
                <a:lnTo>
                  <a:pt x="1790589" y="191724"/>
                </a:lnTo>
                <a:lnTo>
                  <a:pt x="1908513" y="163553"/>
                </a:lnTo>
                <a:lnTo>
                  <a:pt x="2051090" y="132966"/>
                </a:lnTo>
                <a:lnTo>
                  <a:pt x="2169031" y="125672"/>
                </a:lnTo>
                <a:lnTo>
                  <a:pt x="2304134" y="90909"/>
                </a:lnTo>
                <a:lnTo>
                  <a:pt x="2417126" y="71178"/>
                </a:lnTo>
                <a:lnTo>
                  <a:pt x="2559647" y="40939"/>
                </a:lnTo>
                <a:lnTo>
                  <a:pt x="2672727" y="22086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2EFF"/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9832AA-DFE6-4991-8544-5DE0813F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179875"/>
            <a:ext cx="2874271" cy="914169"/>
          </a:xfrm>
          <a:custGeom xmlns:a="http://schemas.openxmlformats.org/drawingml/2006/main">
            <a:pathLst>
              <a:path w="2874271" h="914169">
                <a:moveTo>
                  <a:pt x="0" y="880932"/>
                </a:moveTo>
                <a:cubicBezTo>
                  <a:pt x="0" y="899289"/>
                  <a:pt x="14881" y="914169"/>
                  <a:pt x="33238" y="914169"/>
                </a:cubicBezTo>
                <a:cubicBezTo>
                  <a:pt x="51594" y="914169"/>
                  <a:pt x="66475" y="899289"/>
                  <a:pt x="66475" y="880932"/>
                </a:cubicBezTo>
                <a:cubicBezTo>
                  <a:pt x="66475" y="862575"/>
                  <a:pt x="51594" y="847694"/>
                  <a:pt x="33238" y="847694"/>
                </a:cubicBezTo>
                <a:cubicBezTo>
                  <a:pt x="14881" y="847694"/>
                  <a:pt x="0" y="862575"/>
                  <a:pt x="0" y="880932"/>
                </a:cubicBezTo>
                <a:moveTo>
                  <a:pt x="125972" y="812529"/>
                </a:moveTo>
                <a:cubicBezTo>
                  <a:pt x="125972" y="830886"/>
                  <a:pt x="140853" y="845767"/>
                  <a:pt x="159210" y="845767"/>
                </a:cubicBezTo>
                <a:cubicBezTo>
                  <a:pt x="177567" y="845767"/>
                  <a:pt x="192448" y="830886"/>
                  <a:pt x="192448" y="812529"/>
                </a:cubicBezTo>
                <a:cubicBezTo>
                  <a:pt x="192448" y="794173"/>
                  <a:pt x="177567" y="779291"/>
                  <a:pt x="159210" y="779291"/>
                </a:cubicBezTo>
                <a:cubicBezTo>
                  <a:pt x="140853" y="779291"/>
                  <a:pt x="125972" y="794173"/>
                  <a:pt x="125972" y="812529"/>
                </a:cubicBezTo>
                <a:moveTo>
                  <a:pt x="256820" y="757677"/>
                </a:moveTo>
                <a:cubicBezTo>
                  <a:pt x="256820" y="776033"/>
                  <a:pt x="271701" y="790914"/>
                  <a:pt x="290058" y="790914"/>
                </a:cubicBezTo>
                <a:cubicBezTo>
                  <a:pt x="308415" y="790914"/>
                  <a:pt x="323295" y="776033"/>
                  <a:pt x="323295" y="757677"/>
                </a:cubicBezTo>
                <a:cubicBezTo>
                  <a:pt x="323295" y="739320"/>
                  <a:pt x="308415" y="724439"/>
                  <a:pt x="290058" y="724439"/>
                </a:cubicBezTo>
                <a:cubicBezTo>
                  <a:pt x="271701" y="724439"/>
                  <a:pt x="256820" y="739320"/>
                  <a:pt x="256820" y="757677"/>
                </a:cubicBezTo>
                <a:moveTo>
                  <a:pt x="364594" y="718036"/>
                </a:moveTo>
                <a:cubicBezTo>
                  <a:pt x="364594" y="736393"/>
                  <a:pt x="379475" y="751274"/>
                  <a:pt x="397832" y="751274"/>
                </a:cubicBezTo>
                <a:cubicBezTo>
                  <a:pt x="416188" y="751274"/>
                  <a:pt x="431069" y="736393"/>
                  <a:pt x="431069" y="718036"/>
                </a:cubicBezTo>
                <a:cubicBezTo>
                  <a:pt x="431069" y="699680"/>
                  <a:pt x="416188" y="684799"/>
                  <a:pt x="397832" y="684799"/>
                </a:cubicBezTo>
                <a:cubicBezTo>
                  <a:pt x="379475" y="684799"/>
                  <a:pt x="364594" y="699680"/>
                  <a:pt x="364594" y="718036"/>
                </a:cubicBezTo>
                <a:moveTo>
                  <a:pt x="504257" y="628921"/>
                </a:moveTo>
                <a:cubicBezTo>
                  <a:pt x="504257" y="647278"/>
                  <a:pt x="519138" y="662159"/>
                  <a:pt x="537495" y="662159"/>
                </a:cubicBezTo>
                <a:cubicBezTo>
                  <a:pt x="555851" y="662159"/>
                  <a:pt x="570732" y="647278"/>
                  <a:pt x="570732" y="628921"/>
                </a:cubicBezTo>
                <a:cubicBezTo>
                  <a:pt x="570732" y="610564"/>
                  <a:pt x="555851" y="595683"/>
                  <a:pt x="537495" y="595683"/>
                </a:cubicBezTo>
                <a:cubicBezTo>
                  <a:pt x="519138" y="595683"/>
                  <a:pt x="504257" y="610564"/>
                  <a:pt x="504257" y="628921"/>
                </a:cubicBezTo>
                <a:moveTo>
                  <a:pt x="614446" y="594932"/>
                </a:moveTo>
                <a:cubicBezTo>
                  <a:pt x="614446" y="613289"/>
                  <a:pt x="629327" y="628170"/>
                  <a:pt x="647684" y="628170"/>
                </a:cubicBezTo>
                <a:cubicBezTo>
                  <a:pt x="666040" y="628170"/>
                  <a:pt x="680921" y="613289"/>
                  <a:pt x="680921" y="594932"/>
                </a:cubicBezTo>
                <a:cubicBezTo>
                  <a:pt x="680921" y="576576"/>
                  <a:pt x="666040" y="561695"/>
                  <a:pt x="647684" y="561695"/>
                </a:cubicBezTo>
                <a:cubicBezTo>
                  <a:pt x="629327" y="561695"/>
                  <a:pt x="614446" y="576576"/>
                  <a:pt x="614446" y="594932"/>
                </a:cubicBezTo>
                <a:moveTo>
                  <a:pt x="769626" y="538073"/>
                </a:moveTo>
                <a:cubicBezTo>
                  <a:pt x="769626" y="556430"/>
                  <a:pt x="784506" y="571311"/>
                  <a:pt x="802863" y="571311"/>
                </a:cubicBezTo>
                <a:cubicBezTo>
                  <a:pt x="821220" y="571311"/>
                  <a:pt x="836101" y="556430"/>
                  <a:pt x="836101" y="538073"/>
                </a:cubicBezTo>
                <a:cubicBezTo>
                  <a:pt x="836101" y="519716"/>
                  <a:pt x="821220" y="504835"/>
                  <a:pt x="802863" y="504835"/>
                </a:cubicBezTo>
                <a:cubicBezTo>
                  <a:pt x="784506" y="504835"/>
                  <a:pt x="769626" y="519716"/>
                  <a:pt x="769626" y="538073"/>
                </a:cubicBezTo>
                <a:moveTo>
                  <a:pt x="890079" y="487754"/>
                </a:moveTo>
                <a:cubicBezTo>
                  <a:pt x="890079" y="506111"/>
                  <a:pt x="904960" y="520992"/>
                  <a:pt x="923317" y="520992"/>
                </a:cubicBezTo>
                <a:cubicBezTo>
                  <a:pt x="941673" y="520992"/>
                  <a:pt x="956554" y="506111"/>
                  <a:pt x="956554" y="487754"/>
                </a:cubicBezTo>
                <a:cubicBezTo>
                  <a:pt x="956554" y="469398"/>
                  <a:pt x="941673" y="454516"/>
                  <a:pt x="923317" y="454516"/>
                </a:cubicBezTo>
                <a:cubicBezTo>
                  <a:pt x="904960" y="454516"/>
                  <a:pt x="890079" y="469398"/>
                  <a:pt x="890079" y="487754"/>
                </a:cubicBezTo>
                <a:moveTo>
                  <a:pt x="1002990" y="439668"/>
                </a:moveTo>
                <a:cubicBezTo>
                  <a:pt x="1002990" y="458025"/>
                  <a:pt x="1017871" y="472906"/>
                  <a:pt x="1036227" y="472906"/>
                </a:cubicBezTo>
                <a:cubicBezTo>
                  <a:pt x="1054584" y="472906"/>
                  <a:pt x="1069465" y="458025"/>
                  <a:pt x="1069465" y="439668"/>
                </a:cubicBezTo>
                <a:cubicBezTo>
                  <a:pt x="1069465" y="421311"/>
                  <a:pt x="1054584" y="406430"/>
                  <a:pt x="1036227" y="406430"/>
                </a:cubicBezTo>
                <a:cubicBezTo>
                  <a:pt x="1017871" y="406430"/>
                  <a:pt x="1002990" y="421311"/>
                  <a:pt x="1002990" y="439668"/>
                </a:cubicBezTo>
                <a:moveTo>
                  <a:pt x="1132309" y="411312"/>
                </a:moveTo>
                <a:cubicBezTo>
                  <a:pt x="1132309" y="429668"/>
                  <a:pt x="1147190" y="444549"/>
                  <a:pt x="1165547" y="444549"/>
                </a:cubicBezTo>
                <a:cubicBezTo>
                  <a:pt x="1183903" y="444549"/>
                  <a:pt x="1198784" y="429668"/>
                  <a:pt x="1198784" y="411312"/>
                </a:cubicBezTo>
                <a:cubicBezTo>
                  <a:pt x="1198784" y="392955"/>
                  <a:pt x="1183903" y="378074"/>
                  <a:pt x="1165547" y="378074"/>
                </a:cubicBezTo>
                <a:cubicBezTo>
                  <a:pt x="1147190" y="378074"/>
                  <a:pt x="1132309" y="392955"/>
                  <a:pt x="1132309" y="411312"/>
                </a:cubicBezTo>
                <a:moveTo>
                  <a:pt x="1277565" y="378040"/>
                </a:moveTo>
                <a:cubicBezTo>
                  <a:pt x="1277565" y="396396"/>
                  <a:pt x="1292446" y="411277"/>
                  <a:pt x="1310802" y="411277"/>
                </a:cubicBezTo>
                <a:cubicBezTo>
                  <a:pt x="1329159" y="411277"/>
                  <a:pt x="1344040" y="396396"/>
                  <a:pt x="1344040" y="378040"/>
                </a:cubicBezTo>
                <a:cubicBezTo>
                  <a:pt x="1344040" y="359683"/>
                  <a:pt x="1329159" y="344802"/>
                  <a:pt x="1310802" y="344802"/>
                </a:cubicBezTo>
                <a:cubicBezTo>
                  <a:pt x="1292446" y="344802"/>
                  <a:pt x="1277565" y="359683"/>
                  <a:pt x="1277565" y="378040"/>
                </a:cubicBezTo>
                <a:moveTo>
                  <a:pt x="1392633" y="349569"/>
                </a:moveTo>
                <a:cubicBezTo>
                  <a:pt x="1392633" y="367926"/>
                  <a:pt x="1407514" y="382806"/>
                  <a:pt x="1425870" y="382806"/>
                </a:cubicBezTo>
                <a:cubicBezTo>
                  <a:pt x="1444227" y="382806"/>
                  <a:pt x="1459108" y="367926"/>
                  <a:pt x="1459108" y="349569"/>
                </a:cubicBezTo>
                <a:cubicBezTo>
                  <a:pt x="1459108" y="331212"/>
                  <a:pt x="1444227" y="316331"/>
                  <a:pt x="1425870" y="316331"/>
                </a:cubicBezTo>
                <a:cubicBezTo>
                  <a:pt x="1407514" y="316331"/>
                  <a:pt x="1392633" y="331212"/>
                  <a:pt x="1392633" y="349569"/>
                </a:cubicBezTo>
                <a:moveTo>
                  <a:pt x="1532657" y="307162"/>
                </a:moveTo>
                <a:cubicBezTo>
                  <a:pt x="1532657" y="325518"/>
                  <a:pt x="1547538" y="340400"/>
                  <a:pt x="1565895" y="340400"/>
                </a:cubicBezTo>
                <a:cubicBezTo>
                  <a:pt x="1584252" y="340400"/>
                  <a:pt x="1599132" y="325518"/>
                  <a:pt x="1599132" y="307162"/>
                </a:cubicBezTo>
                <a:cubicBezTo>
                  <a:pt x="1599132" y="288805"/>
                  <a:pt x="1584252" y="273924"/>
                  <a:pt x="1565895" y="273924"/>
                </a:cubicBezTo>
                <a:cubicBezTo>
                  <a:pt x="1547538" y="273924"/>
                  <a:pt x="1532657" y="288805"/>
                  <a:pt x="1532657" y="307162"/>
                </a:cubicBezTo>
                <a:moveTo>
                  <a:pt x="1648158" y="270136"/>
                </a:moveTo>
                <a:cubicBezTo>
                  <a:pt x="1648158" y="288493"/>
                  <a:pt x="1663039" y="303373"/>
                  <a:pt x="1681396" y="303373"/>
                </a:cubicBezTo>
                <a:cubicBezTo>
                  <a:pt x="1699752" y="303373"/>
                  <a:pt x="1714633" y="288493"/>
                  <a:pt x="1714633" y="270136"/>
                </a:cubicBezTo>
                <a:cubicBezTo>
                  <a:pt x="1714633" y="251779"/>
                  <a:pt x="1699752" y="236898"/>
                  <a:pt x="1681396" y="236898"/>
                </a:cubicBezTo>
                <a:cubicBezTo>
                  <a:pt x="1663039" y="236898"/>
                  <a:pt x="1648158" y="251779"/>
                  <a:pt x="1648158" y="270136"/>
                </a:cubicBezTo>
                <a:moveTo>
                  <a:pt x="1790589" y="224962"/>
                </a:moveTo>
                <a:cubicBezTo>
                  <a:pt x="1790589" y="243319"/>
                  <a:pt x="1805470" y="258200"/>
                  <a:pt x="1823827" y="258200"/>
                </a:cubicBezTo>
                <a:cubicBezTo>
                  <a:pt x="1842183" y="258200"/>
                  <a:pt x="1857064" y="243319"/>
                  <a:pt x="1857064" y="224962"/>
                </a:cubicBezTo>
                <a:cubicBezTo>
                  <a:pt x="1857064" y="206605"/>
                  <a:pt x="1842183" y="191724"/>
                  <a:pt x="1823827" y="191724"/>
                </a:cubicBezTo>
                <a:cubicBezTo>
                  <a:pt x="1805470" y="191724"/>
                  <a:pt x="1790589" y="206605"/>
                  <a:pt x="1790589" y="224962"/>
                </a:cubicBezTo>
                <a:moveTo>
                  <a:pt x="1908513" y="196791"/>
                </a:moveTo>
                <a:cubicBezTo>
                  <a:pt x="1908513" y="215147"/>
                  <a:pt x="1923394" y="230028"/>
                  <a:pt x="1941751" y="230028"/>
                </a:cubicBezTo>
                <a:cubicBezTo>
                  <a:pt x="1960107" y="230028"/>
                  <a:pt x="1974988" y="215147"/>
                  <a:pt x="1974988" y="196791"/>
                </a:cubicBezTo>
                <a:cubicBezTo>
                  <a:pt x="1974988" y="178434"/>
                  <a:pt x="1960107" y="163553"/>
                  <a:pt x="1941751" y="163553"/>
                </a:cubicBezTo>
                <a:cubicBezTo>
                  <a:pt x="1923394" y="163553"/>
                  <a:pt x="1908513" y="178434"/>
                  <a:pt x="1908513" y="196791"/>
                </a:cubicBezTo>
                <a:moveTo>
                  <a:pt x="2051090" y="166204"/>
                </a:moveTo>
                <a:cubicBezTo>
                  <a:pt x="2051090" y="184561"/>
                  <a:pt x="2065971" y="199441"/>
                  <a:pt x="2084327" y="199441"/>
                </a:cubicBezTo>
                <a:cubicBezTo>
                  <a:pt x="2102684" y="199441"/>
                  <a:pt x="2117565" y="184561"/>
                  <a:pt x="2117565" y="166204"/>
                </a:cubicBezTo>
                <a:cubicBezTo>
                  <a:pt x="2117565" y="147847"/>
                  <a:pt x="2102684" y="132966"/>
                  <a:pt x="2084327" y="132966"/>
                </a:cubicBezTo>
                <a:cubicBezTo>
                  <a:pt x="2065971" y="132966"/>
                  <a:pt x="2051090" y="147847"/>
                  <a:pt x="2051090" y="166204"/>
                </a:cubicBezTo>
                <a:moveTo>
                  <a:pt x="2169031" y="158910"/>
                </a:moveTo>
                <a:cubicBezTo>
                  <a:pt x="2169031" y="177266"/>
                  <a:pt x="2183912" y="192147"/>
                  <a:pt x="2202268" y="192147"/>
                </a:cubicBezTo>
                <a:cubicBezTo>
                  <a:pt x="2220625" y="192147"/>
                  <a:pt x="2235506" y="177266"/>
                  <a:pt x="2235506" y="158910"/>
                </a:cubicBezTo>
                <a:cubicBezTo>
                  <a:pt x="2235506" y="140553"/>
                  <a:pt x="2220625" y="125672"/>
                  <a:pt x="2202268" y="125672"/>
                </a:cubicBezTo>
                <a:cubicBezTo>
                  <a:pt x="2183912" y="125672"/>
                  <a:pt x="2169031" y="140553"/>
                  <a:pt x="2169031" y="158910"/>
                </a:cubicBezTo>
                <a:moveTo>
                  <a:pt x="2304134" y="124147"/>
                </a:moveTo>
                <a:cubicBezTo>
                  <a:pt x="2304134" y="142504"/>
                  <a:pt x="2319015" y="157384"/>
                  <a:pt x="2337372" y="157384"/>
                </a:cubicBezTo>
                <a:cubicBezTo>
                  <a:pt x="2355728" y="157384"/>
                  <a:pt x="2370609" y="142504"/>
                  <a:pt x="2370609" y="124147"/>
                </a:cubicBezTo>
                <a:cubicBezTo>
                  <a:pt x="2370609" y="105790"/>
                  <a:pt x="2355728" y="90909"/>
                  <a:pt x="2337372" y="90909"/>
                </a:cubicBezTo>
                <a:cubicBezTo>
                  <a:pt x="2319015" y="90909"/>
                  <a:pt x="2304134" y="105790"/>
                  <a:pt x="2304134" y="124147"/>
                </a:cubicBezTo>
                <a:moveTo>
                  <a:pt x="2417126" y="104416"/>
                </a:moveTo>
                <a:cubicBezTo>
                  <a:pt x="2417126" y="122772"/>
                  <a:pt x="2432007" y="137653"/>
                  <a:pt x="2450363" y="137653"/>
                </a:cubicBezTo>
                <a:cubicBezTo>
                  <a:pt x="2468720" y="137653"/>
                  <a:pt x="2483601" y="122772"/>
                  <a:pt x="2483601" y="104416"/>
                </a:cubicBezTo>
                <a:cubicBezTo>
                  <a:pt x="2483601" y="86059"/>
                  <a:pt x="2468720" y="71178"/>
                  <a:pt x="2450363" y="71178"/>
                </a:cubicBezTo>
                <a:cubicBezTo>
                  <a:pt x="2432007" y="71178"/>
                  <a:pt x="2417126" y="86059"/>
                  <a:pt x="2417126" y="104416"/>
                </a:cubicBezTo>
                <a:moveTo>
                  <a:pt x="2559647" y="74177"/>
                </a:moveTo>
                <a:cubicBezTo>
                  <a:pt x="2559647" y="92533"/>
                  <a:pt x="2574528" y="107414"/>
                  <a:pt x="2592885" y="107414"/>
                </a:cubicBezTo>
                <a:cubicBezTo>
                  <a:pt x="2611241" y="107414"/>
                  <a:pt x="2626122" y="92533"/>
                  <a:pt x="2626122" y="74177"/>
                </a:cubicBezTo>
                <a:cubicBezTo>
                  <a:pt x="2626122" y="55820"/>
                  <a:pt x="2611241" y="40939"/>
                  <a:pt x="2592885" y="40939"/>
                </a:cubicBezTo>
                <a:cubicBezTo>
                  <a:pt x="2574528" y="40939"/>
                  <a:pt x="2559647" y="55820"/>
                  <a:pt x="2559647" y="74177"/>
                </a:cubicBezTo>
                <a:moveTo>
                  <a:pt x="2672727" y="55324"/>
                </a:moveTo>
                <a:cubicBezTo>
                  <a:pt x="2672727" y="73680"/>
                  <a:pt x="2687608" y="88561"/>
                  <a:pt x="2705965" y="88561"/>
                </a:cubicBezTo>
                <a:cubicBezTo>
                  <a:pt x="2724322" y="88561"/>
                  <a:pt x="2739203" y="73680"/>
                  <a:pt x="2739203" y="55324"/>
                </a:cubicBezTo>
                <a:cubicBezTo>
                  <a:pt x="2739203" y="36967"/>
                  <a:pt x="2724322" y="22086"/>
                  <a:pt x="2705965" y="22086"/>
                </a:cubicBezTo>
                <a:cubicBezTo>
                  <a:pt x="2687608" y="22086"/>
                  <a:pt x="2672727" y="36967"/>
                  <a:pt x="2672727" y="55324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2E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B1FB1D-A086-4723-BD35-95F79D48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3685555"/>
            <a:ext cx="2807795" cy="657976"/>
          </a:xfrm>
          <a:custGeom xmlns:a="http://schemas.openxmlformats.org/drawingml/2006/main">
            <a:pathLst>
              <a:path w="2807795" h="657976" fill="none">
                <a:moveTo>
                  <a:pt x="0" y="657976"/>
                </a:moveTo>
                <a:lnTo>
                  <a:pt x="125972" y="618541"/>
                </a:lnTo>
                <a:lnTo>
                  <a:pt x="256820" y="574806"/>
                </a:lnTo>
                <a:lnTo>
                  <a:pt x="364594" y="531272"/>
                </a:lnTo>
                <a:lnTo>
                  <a:pt x="504257" y="493411"/>
                </a:lnTo>
                <a:lnTo>
                  <a:pt x="614446" y="472669"/>
                </a:lnTo>
                <a:lnTo>
                  <a:pt x="769625" y="423885"/>
                </a:lnTo>
                <a:lnTo>
                  <a:pt x="890079" y="401401"/>
                </a:lnTo>
                <a:lnTo>
                  <a:pt x="1002990" y="273677"/>
                </a:lnTo>
                <a:lnTo>
                  <a:pt x="1132309" y="252494"/>
                </a:lnTo>
                <a:lnTo>
                  <a:pt x="1277565" y="220150"/>
                </a:lnTo>
                <a:lnTo>
                  <a:pt x="1392633" y="202301"/>
                </a:lnTo>
                <a:lnTo>
                  <a:pt x="1532658" y="184581"/>
                </a:lnTo>
                <a:lnTo>
                  <a:pt x="1648158" y="161192"/>
                </a:lnTo>
                <a:lnTo>
                  <a:pt x="1790589" y="135227"/>
                </a:lnTo>
                <a:lnTo>
                  <a:pt x="1908513" y="122070"/>
                </a:lnTo>
                <a:lnTo>
                  <a:pt x="2051090" y="84557"/>
                </a:lnTo>
                <a:lnTo>
                  <a:pt x="2169030" y="76037"/>
                </a:lnTo>
                <a:lnTo>
                  <a:pt x="2304134" y="54260"/>
                </a:lnTo>
                <a:lnTo>
                  <a:pt x="2417126" y="44970"/>
                </a:lnTo>
                <a:lnTo>
                  <a:pt x="2559647" y="20159"/>
                </a:lnTo>
                <a:lnTo>
                  <a:pt x="2672727" y="8139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2EFF"/>
            </a:solidFill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2857E9-7664-43B8-81B4-1AA4201E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3652318"/>
            <a:ext cx="2874271" cy="724450"/>
          </a:xfrm>
          <a:custGeom xmlns:a="http://schemas.openxmlformats.org/drawingml/2006/main">
            <a:pathLst>
              <a:path w="2874271" h="724450">
                <a:moveTo>
                  <a:pt x="0" y="691213"/>
                </a:moveTo>
                <a:cubicBezTo>
                  <a:pt x="0" y="709569"/>
                  <a:pt x="14881" y="724450"/>
                  <a:pt x="33238" y="724450"/>
                </a:cubicBezTo>
                <a:cubicBezTo>
                  <a:pt x="51594" y="724450"/>
                  <a:pt x="66475" y="709569"/>
                  <a:pt x="66475" y="691213"/>
                </a:cubicBezTo>
                <a:cubicBezTo>
                  <a:pt x="66475" y="672856"/>
                  <a:pt x="51594" y="657975"/>
                  <a:pt x="33238" y="657975"/>
                </a:cubicBezTo>
                <a:cubicBezTo>
                  <a:pt x="14881" y="657975"/>
                  <a:pt x="0" y="672856"/>
                  <a:pt x="0" y="691213"/>
                </a:cubicBezTo>
                <a:moveTo>
                  <a:pt x="125972" y="651779"/>
                </a:moveTo>
                <a:cubicBezTo>
                  <a:pt x="125972" y="670136"/>
                  <a:pt x="140853" y="685016"/>
                  <a:pt x="159210" y="685016"/>
                </a:cubicBezTo>
                <a:cubicBezTo>
                  <a:pt x="177567" y="685016"/>
                  <a:pt x="192448" y="670136"/>
                  <a:pt x="192448" y="651779"/>
                </a:cubicBezTo>
                <a:cubicBezTo>
                  <a:pt x="192448" y="633422"/>
                  <a:pt x="177567" y="618541"/>
                  <a:pt x="159210" y="618541"/>
                </a:cubicBezTo>
                <a:cubicBezTo>
                  <a:pt x="140853" y="618541"/>
                  <a:pt x="125972" y="633422"/>
                  <a:pt x="125972" y="651779"/>
                </a:cubicBezTo>
                <a:moveTo>
                  <a:pt x="256821" y="608043"/>
                </a:moveTo>
                <a:cubicBezTo>
                  <a:pt x="256821" y="626400"/>
                  <a:pt x="271701" y="641281"/>
                  <a:pt x="290058" y="641281"/>
                </a:cubicBezTo>
                <a:cubicBezTo>
                  <a:pt x="308415" y="641281"/>
                  <a:pt x="323296" y="626400"/>
                  <a:pt x="323296" y="608043"/>
                </a:cubicBezTo>
                <a:cubicBezTo>
                  <a:pt x="323296" y="589687"/>
                  <a:pt x="308415" y="574806"/>
                  <a:pt x="290058" y="574806"/>
                </a:cubicBezTo>
                <a:cubicBezTo>
                  <a:pt x="271701" y="574806"/>
                  <a:pt x="256821" y="589687"/>
                  <a:pt x="256821" y="608043"/>
                </a:cubicBezTo>
                <a:moveTo>
                  <a:pt x="364594" y="564510"/>
                </a:moveTo>
                <a:cubicBezTo>
                  <a:pt x="364594" y="582866"/>
                  <a:pt x="379475" y="597747"/>
                  <a:pt x="397832" y="597747"/>
                </a:cubicBezTo>
                <a:cubicBezTo>
                  <a:pt x="416188" y="597747"/>
                  <a:pt x="431070" y="582866"/>
                  <a:pt x="431070" y="564510"/>
                </a:cubicBezTo>
                <a:cubicBezTo>
                  <a:pt x="431070" y="546153"/>
                  <a:pt x="416188" y="531272"/>
                  <a:pt x="397832" y="531272"/>
                </a:cubicBezTo>
                <a:cubicBezTo>
                  <a:pt x="379475" y="531272"/>
                  <a:pt x="364594" y="546153"/>
                  <a:pt x="364594" y="564510"/>
                </a:cubicBezTo>
                <a:moveTo>
                  <a:pt x="504257" y="526648"/>
                </a:moveTo>
                <a:cubicBezTo>
                  <a:pt x="504257" y="545005"/>
                  <a:pt x="519138" y="559886"/>
                  <a:pt x="537495" y="559886"/>
                </a:cubicBezTo>
                <a:cubicBezTo>
                  <a:pt x="555851" y="559886"/>
                  <a:pt x="570732" y="545005"/>
                  <a:pt x="570732" y="526648"/>
                </a:cubicBezTo>
                <a:cubicBezTo>
                  <a:pt x="570732" y="508292"/>
                  <a:pt x="555851" y="493411"/>
                  <a:pt x="537495" y="493411"/>
                </a:cubicBezTo>
                <a:cubicBezTo>
                  <a:pt x="519138" y="493411"/>
                  <a:pt x="504257" y="508292"/>
                  <a:pt x="504257" y="526648"/>
                </a:cubicBezTo>
                <a:moveTo>
                  <a:pt x="614446" y="505907"/>
                </a:moveTo>
                <a:cubicBezTo>
                  <a:pt x="614446" y="524263"/>
                  <a:pt x="629327" y="539144"/>
                  <a:pt x="647684" y="539144"/>
                </a:cubicBezTo>
                <a:cubicBezTo>
                  <a:pt x="666041" y="539144"/>
                  <a:pt x="680922" y="524263"/>
                  <a:pt x="680922" y="505907"/>
                </a:cubicBezTo>
                <a:cubicBezTo>
                  <a:pt x="680922" y="487550"/>
                  <a:pt x="666041" y="472669"/>
                  <a:pt x="647684" y="472669"/>
                </a:cubicBezTo>
                <a:cubicBezTo>
                  <a:pt x="629327" y="472669"/>
                  <a:pt x="614446" y="487550"/>
                  <a:pt x="614446" y="505907"/>
                </a:cubicBezTo>
                <a:moveTo>
                  <a:pt x="769626" y="457122"/>
                </a:moveTo>
                <a:cubicBezTo>
                  <a:pt x="769626" y="475479"/>
                  <a:pt x="784507" y="490360"/>
                  <a:pt x="802863" y="490360"/>
                </a:cubicBezTo>
                <a:cubicBezTo>
                  <a:pt x="821220" y="490360"/>
                  <a:pt x="836101" y="475479"/>
                  <a:pt x="836101" y="457122"/>
                </a:cubicBezTo>
                <a:cubicBezTo>
                  <a:pt x="836101" y="438765"/>
                  <a:pt x="821220" y="423885"/>
                  <a:pt x="802863" y="423885"/>
                </a:cubicBezTo>
                <a:cubicBezTo>
                  <a:pt x="784507" y="423885"/>
                  <a:pt x="769626" y="438765"/>
                  <a:pt x="769626" y="457122"/>
                </a:cubicBezTo>
                <a:moveTo>
                  <a:pt x="890079" y="434638"/>
                </a:moveTo>
                <a:cubicBezTo>
                  <a:pt x="890079" y="452994"/>
                  <a:pt x="904960" y="467876"/>
                  <a:pt x="923317" y="467876"/>
                </a:cubicBezTo>
                <a:cubicBezTo>
                  <a:pt x="941673" y="467876"/>
                  <a:pt x="956554" y="452994"/>
                  <a:pt x="956554" y="434638"/>
                </a:cubicBezTo>
                <a:cubicBezTo>
                  <a:pt x="956554" y="416281"/>
                  <a:pt x="941673" y="401400"/>
                  <a:pt x="923317" y="401400"/>
                </a:cubicBezTo>
                <a:cubicBezTo>
                  <a:pt x="904960" y="401400"/>
                  <a:pt x="890079" y="416281"/>
                  <a:pt x="890079" y="434638"/>
                </a:cubicBezTo>
                <a:moveTo>
                  <a:pt x="1002990" y="306914"/>
                </a:moveTo>
                <a:cubicBezTo>
                  <a:pt x="1002990" y="325271"/>
                  <a:pt x="1017871" y="340152"/>
                  <a:pt x="1036227" y="340152"/>
                </a:cubicBezTo>
                <a:cubicBezTo>
                  <a:pt x="1054584" y="340152"/>
                  <a:pt x="1069465" y="325271"/>
                  <a:pt x="1069465" y="306914"/>
                </a:cubicBezTo>
                <a:cubicBezTo>
                  <a:pt x="1069465" y="288558"/>
                  <a:pt x="1054584" y="273676"/>
                  <a:pt x="1036227" y="273676"/>
                </a:cubicBezTo>
                <a:cubicBezTo>
                  <a:pt x="1017871" y="273676"/>
                  <a:pt x="1002990" y="288558"/>
                  <a:pt x="1002990" y="306914"/>
                </a:cubicBezTo>
                <a:moveTo>
                  <a:pt x="1132309" y="285731"/>
                </a:moveTo>
                <a:cubicBezTo>
                  <a:pt x="1132309" y="304088"/>
                  <a:pt x="1147190" y="318969"/>
                  <a:pt x="1165547" y="318969"/>
                </a:cubicBezTo>
                <a:cubicBezTo>
                  <a:pt x="1183904" y="318969"/>
                  <a:pt x="1198784" y="304088"/>
                  <a:pt x="1198784" y="285731"/>
                </a:cubicBezTo>
                <a:cubicBezTo>
                  <a:pt x="1198784" y="267374"/>
                  <a:pt x="1183904" y="252494"/>
                  <a:pt x="1165547" y="252494"/>
                </a:cubicBezTo>
                <a:cubicBezTo>
                  <a:pt x="1147190" y="252494"/>
                  <a:pt x="1132309" y="267374"/>
                  <a:pt x="1132309" y="285731"/>
                </a:cubicBezTo>
                <a:moveTo>
                  <a:pt x="1277565" y="253387"/>
                </a:moveTo>
                <a:cubicBezTo>
                  <a:pt x="1277565" y="271744"/>
                  <a:pt x="1292446" y="286625"/>
                  <a:pt x="1310802" y="286625"/>
                </a:cubicBezTo>
                <a:cubicBezTo>
                  <a:pt x="1329159" y="286625"/>
                  <a:pt x="1344040" y="271744"/>
                  <a:pt x="1344040" y="253387"/>
                </a:cubicBezTo>
                <a:cubicBezTo>
                  <a:pt x="1344040" y="235031"/>
                  <a:pt x="1329159" y="220150"/>
                  <a:pt x="1310802" y="220150"/>
                </a:cubicBezTo>
                <a:cubicBezTo>
                  <a:pt x="1292446" y="220150"/>
                  <a:pt x="1277565" y="235031"/>
                  <a:pt x="1277565" y="253387"/>
                </a:cubicBezTo>
                <a:moveTo>
                  <a:pt x="1392633" y="235538"/>
                </a:moveTo>
                <a:cubicBezTo>
                  <a:pt x="1392633" y="253895"/>
                  <a:pt x="1407514" y="268776"/>
                  <a:pt x="1425871" y="268776"/>
                </a:cubicBezTo>
                <a:cubicBezTo>
                  <a:pt x="1444227" y="268776"/>
                  <a:pt x="1459108" y="253895"/>
                  <a:pt x="1459108" y="235538"/>
                </a:cubicBezTo>
                <a:cubicBezTo>
                  <a:pt x="1459108" y="217182"/>
                  <a:pt x="1444227" y="202301"/>
                  <a:pt x="1425871" y="202301"/>
                </a:cubicBezTo>
                <a:cubicBezTo>
                  <a:pt x="1407514" y="202301"/>
                  <a:pt x="1392633" y="217182"/>
                  <a:pt x="1392633" y="235538"/>
                </a:cubicBezTo>
                <a:moveTo>
                  <a:pt x="1532658" y="217819"/>
                </a:moveTo>
                <a:cubicBezTo>
                  <a:pt x="1532658" y="236175"/>
                  <a:pt x="1547539" y="251056"/>
                  <a:pt x="1565895" y="251056"/>
                </a:cubicBezTo>
                <a:cubicBezTo>
                  <a:pt x="1584252" y="251056"/>
                  <a:pt x="1599133" y="236175"/>
                  <a:pt x="1599133" y="217819"/>
                </a:cubicBezTo>
                <a:cubicBezTo>
                  <a:pt x="1599133" y="199462"/>
                  <a:pt x="1584252" y="184581"/>
                  <a:pt x="1565895" y="184581"/>
                </a:cubicBezTo>
                <a:cubicBezTo>
                  <a:pt x="1547539" y="184581"/>
                  <a:pt x="1532658" y="199462"/>
                  <a:pt x="1532658" y="217819"/>
                </a:cubicBezTo>
                <a:moveTo>
                  <a:pt x="1648158" y="194430"/>
                </a:moveTo>
                <a:cubicBezTo>
                  <a:pt x="1648158" y="212786"/>
                  <a:pt x="1663039" y="227667"/>
                  <a:pt x="1681396" y="227667"/>
                </a:cubicBezTo>
                <a:cubicBezTo>
                  <a:pt x="1699752" y="227667"/>
                  <a:pt x="1714634" y="212786"/>
                  <a:pt x="1714634" y="194430"/>
                </a:cubicBezTo>
                <a:cubicBezTo>
                  <a:pt x="1714634" y="176073"/>
                  <a:pt x="1699752" y="161192"/>
                  <a:pt x="1681396" y="161192"/>
                </a:cubicBezTo>
                <a:cubicBezTo>
                  <a:pt x="1663039" y="161192"/>
                  <a:pt x="1648158" y="176073"/>
                  <a:pt x="1648158" y="194430"/>
                </a:cubicBezTo>
                <a:moveTo>
                  <a:pt x="1790589" y="168465"/>
                </a:moveTo>
                <a:cubicBezTo>
                  <a:pt x="1790589" y="186821"/>
                  <a:pt x="1805470" y="201702"/>
                  <a:pt x="1823827" y="201702"/>
                </a:cubicBezTo>
                <a:cubicBezTo>
                  <a:pt x="1842184" y="201702"/>
                  <a:pt x="1857064" y="186821"/>
                  <a:pt x="1857064" y="168465"/>
                </a:cubicBezTo>
                <a:cubicBezTo>
                  <a:pt x="1857064" y="150108"/>
                  <a:pt x="1842184" y="135227"/>
                  <a:pt x="1823827" y="135227"/>
                </a:cubicBezTo>
                <a:cubicBezTo>
                  <a:pt x="1805470" y="135227"/>
                  <a:pt x="1790589" y="150108"/>
                  <a:pt x="1790589" y="168465"/>
                </a:cubicBezTo>
                <a:moveTo>
                  <a:pt x="1908514" y="155307"/>
                </a:moveTo>
                <a:cubicBezTo>
                  <a:pt x="1908514" y="173664"/>
                  <a:pt x="1923394" y="188545"/>
                  <a:pt x="1941751" y="188545"/>
                </a:cubicBezTo>
                <a:cubicBezTo>
                  <a:pt x="1960107" y="188545"/>
                  <a:pt x="1974989" y="173664"/>
                  <a:pt x="1974989" y="155307"/>
                </a:cubicBezTo>
                <a:cubicBezTo>
                  <a:pt x="1974989" y="136951"/>
                  <a:pt x="1960107" y="122070"/>
                  <a:pt x="1941751" y="122070"/>
                </a:cubicBezTo>
                <a:cubicBezTo>
                  <a:pt x="1923394" y="122070"/>
                  <a:pt x="1908514" y="136951"/>
                  <a:pt x="1908514" y="155307"/>
                </a:cubicBezTo>
                <a:moveTo>
                  <a:pt x="2051090" y="117795"/>
                </a:moveTo>
                <a:cubicBezTo>
                  <a:pt x="2051090" y="136151"/>
                  <a:pt x="2065971" y="151032"/>
                  <a:pt x="2084327" y="151032"/>
                </a:cubicBezTo>
                <a:cubicBezTo>
                  <a:pt x="2102684" y="151032"/>
                  <a:pt x="2117565" y="136151"/>
                  <a:pt x="2117565" y="117795"/>
                </a:cubicBezTo>
                <a:cubicBezTo>
                  <a:pt x="2117565" y="99438"/>
                  <a:pt x="2102684" y="84557"/>
                  <a:pt x="2084327" y="84557"/>
                </a:cubicBezTo>
                <a:cubicBezTo>
                  <a:pt x="2065971" y="84557"/>
                  <a:pt x="2051090" y="99438"/>
                  <a:pt x="2051090" y="117795"/>
                </a:cubicBezTo>
                <a:moveTo>
                  <a:pt x="2169031" y="109274"/>
                </a:moveTo>
                <a:cubicBezTo>
                  <a:pt x="2169031" y="127631"/>
                  <a:pt x="2183912" y="142512"/>
                  <a:pt x="2202268" y="142512"/>
                </a:cubicBezTo>
                <a:cubicBezTo>
                  <a:pt x="2220625" y="142512"/>
                  <a:pt x="2235506" y="127631"/>
                  <a:pt x="2235506" y="109274"/>
                </a:cubicBezTo>
                <a:cubicBezTo>
                  <a:pt x="2235506" y="90918"/>
                  <a:pt x="2220625" y="76036"/>
                  <a:pt x="2202268" y="76036"/>
                </a:cubicBezTo>
                <a:cubicBezTo>
                  <a:pt x="2183912" y="76036"/>
                  <a:pt x="2169031" y="90918"/>
                  <a:pt x="2169031" y="109274"/>
                </a:cubicBezTo>
                <a:moveTo>
                  <a:pt x="2304134" y="87498"/>
                </a:moveTo>
                <a:cubicBezTo>
                  <a:pt x="2304134" y="105854"/>
                  <a:pt x="2319015" y="120735"/>
                  <a:pt x="2337372" y="120735"/>
                </a:cubicBezTo>
                <a:cubicBezTo>
                  <a:pt x="2355729" y="120735"/>
                  <a:pt x="2370610" y="105854"/>
                  <a:pt x="2370610" y="87498"/>
                </a:cubicBezTo>
                <a:cubicBezTo>
                  <a:pt x="2370610" y="69141"/>
                  <a:pt x="2355729" y="54260"/>
                  <a:pt x="2337372" y="54260"/>
                </a:cubicBezTo>
                <a:cubicBezTo>
                  <a:pt x="2319015" y="54260"/>
                  <a:pt x="2304134" y="69141"/>
                  <a:pt x="2304134" y="87498"/>
                </a:cubicBezTo>
                <a:moveTo>
                  <a:pt x="2417126" y="78207"/>
                </a:moveTo>
                <a:cubicBezTo>
                  <a:pt x="2417126" y="96564"/>
                  <a:pt x="2432007" y="111445"/>
                  <a:pt x="2450363" y="111445"/>
                </a:cubicBezTo>
                <a:cubicBezTo>
                  <a:pt x="2468720" y="111445"/>
                  <a:pt x="2483601" y="96564"/>
                  <a:pt x="2483601" y="78207"/>
                </a:cubicBezTo>
                <a:cubicBezTo>
                  <a:pt x="2483601" y="59850"/>
                  <a:pt x="2468720" y="44969"/>
                  <a:pt x="2450363" y="44969"/>
                </a:cubicBezTo>
                <a:cubicBezTo>
                  <a:pt x="2432007" y="44969"/>
                  <a:pt x="2417126" y="59850"/>
                  <a:pt x="2417126" y="78207"/>
                </a:cubicBezTo>
                <a:moveTo>
                  <a:pt x="2559647" y="53396"/>
                </a:moveTo>
                <a:cubicBezTo>
                  <a:pt x="2559647" y="71753"/>
                  <a:pt x="2574528" y="86633"/>
                  <a:pt x="2592885" y="86633"/>
                </a:cubicBezTo>
                <a:cubicBezTo>
                  <a:pt x="2611241" y="86633"/>
                  <a:pt x="2626122" y="71753"/>
                  <a:pt x="2626122" y="53396"/>
                </a:cubicBezTo>
                <a:cubicBezTo>
                  <a:pt x="2626122" y="35039"/>
                  <a:pt x="2611241" y="20158"/>
                  <a:pt x="2592885" y="20158"/>
                </a:cubicBezTo>
                <a:cubicBezTo>
                  <a:pt x="2574528" y="20158"/>
                  <a:pt x="2559647" y="35039"/>
                  <a:pt x="2559647" y="53396"/>
                </a:cubicBezTo>
                <a:moveTo>
                  <a:pt x="2672727" y="41376"/>
                </a:moveTo>
                <a:cubicBezTo>
                  <a:pt x="2672727" y="59733"/>
                  <a:pt x="2687609" y="74614"/>
                  <a:pt x="2705965" y="74614"/>
                </a:cubicBezTo>
                <a:cubicBezTo>
                  <a:pt x="2724322" y="74614"/>
                  <a:pt x="2739203" y="59733"/>
                  <a:pt x="2739203" y="41376"/>
                </a:cubicBezTo>
                <a:cubicBezTo>
                  <a:pt x="2739203" y="23019"/>
                  <a:pt x="2724322" y="8139"/>
                  <a:pt x="2705965" y="8139"/>
                </a:cubicBezTo>
                <a:cubicBezTo>
                  <a:pt x="2687609" y="8139"/>
                  <a:pt x="2672727" y="23019"/>
                  <a:pt x="2672727" y="41376"/>
                </a:cubicBezTo>
                <a:moveTo>
                  <a:pt x="2807795" y="33237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002E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802A3-6767-4D9D-9B5D-36112967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989404"/>
            <a:ext cx="2807795" cy="683023"/>
          </a:xfrm>
          <a:custGeom xmlns:a="http://schemas.openxmlformats.org/drawingml/2006/main">
            <a:pathLst>
              <a:path w="2807795" h="683023" fill="none">
                <a:moveTo>
                  <a:pt x="0" y="683023"/>
                </a:moveTo>
                <a:lnTo>
                  <a:pt x="125972" y="616472"/>
                </a:lnTo>
                <a:lnTo>
                  <a:pt x="256820" y="540506"/>
                </a:lnTo>
                <a:lnTo>
                  <a:pt x="364594" y="495395"/>
                </a:lnTo>
                <a:lnTo>
                  <a:pt x="504257" y="427740"/>
                </a:lnTo>
                <a:lnTo>
                  <a:pt x="614446" y="398706"/>
                </a:lnTo>
                <a:lnTo>
                  <a:pt x="769626" y="347259"/>
                </a:lnTo>
                <a:lnTo>
                  <a:pt x="890079" y="330118"/>
                </a:lnTo>
                <a:lnTo>
                  <a:pt x="1002990" y="325380"/>
                </a:lnTo>
                <a:lnTo>
                  <a:pt x="1132309" y="287947"/>
                </a:lnTo>
                <a:lnTo>
                  <a:pt x="1277565" y="242428"/>
                </a:lnTo>
                <a:lnTo>
                  <a:pt x="1392633" y="212143"/>
                </a:lnTo>
                <a:lnTo>
                  <a:pt x="1532657" y="171397"/>
                </a:lnTo>
                <a:lnTo>
                  <a:pt x="1648158" y="146600"/>
                </a:lnTo>
                <a:lnTo>
                  <a:pt x="1790589" y="114323"/>
                </a:lnTo>
                <a:lnTo>
                  <a:pt x="1908513" y="93977"/>
                </a:lnTo>
                <a:lnTo>
                  <a:pt x="2051090" y="76175"/>
                </a:lnTo>
                <a:lnTo>
                  <a:pt x="2169031" y="60428"/>
                </a:lnTo>
                <a:lnTo>
                  <a:pt x="2304134" y="41048"/>
                </a:lnTo>
                <a:lnTo>
                  <a:pt x="2417126" y="20361"/>
                </a:lnTo>
                <a:lnTo>
                  <a:pt x="2559647" y="0"/>
                </a:lnTo>
                <a:lnTo>
                  <a:pt x="2672727" y="10460"/>
                </a:lnTo>
                <a:lnTo>
                  <a:pt x="2807795" y="1963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45FF"/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35C84-8506-4C24-91EF-29972D38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956166"/>
            <a:ext cx="2874271" cy="749498"/>
          </a:xfrm>
          <a:custGeom xmlns:a="http://schemas.openxmlformats.org/drawingml/2006/main">
            <a:pathLst>
              <a:path w="2874271" h="749498">
                <a:moveTo>
                  <a:pt x="0" y="716261"/>
                </a:moveTo>
                <a:cubicBezTo>
                  <a:pt x="0" y="734617"/>
                  <a:pt x="14881" y="749498"/>
                  <a:pt x="33238" y="749498"/>
                </a:cubicBezTo>
                <a:cubicBezTo>
                  <a:pt x="51594" y="749498"/>
                  <a:pt x="66475" y="734617"/>
                  <a:pt x="66475" y="716261"/>
                </a:cubicBezTo>
                <a:cubicBezTo>
                  <a:pt x="66475" y="697904"/>
                  <a:pt x="51594" y="683023"/>
                  <a:pt x="33238" y="683023"/>
                </a:cubicBezTo>
                <a:cubicBezTo>
                  <a:pt x="14881" y="683023"/>
                  <a:pt x="0" y="697904"/>
                  <a:pt x="0" y="716261"/>
                </a:cubicBezTo>
                <a:moveTo>
                  <a:pt x="125972" y="649710"/>
                </a:moveTo>
                <a:cubicBezTo>
                  <a:pt x="125972" y="668066"/>
                  <a:pt x="140853" y="682947"/>
                  <a:pt x="159210" y="682947"/>
                </a:cubicBezTo>
                <a:cubicBezTo>
                  <a:pt x="177567" y="682947"/>
                  <a:pt x="192448" y="668066"/>
                  <a:pt x="192448" y="649710"/>
                </a:cubicBezTo>
                <a:cubicBezTo>
                  <a:pt x="192448" y="631353"/>
                  <a:pt x="177567" y="616472"/>
                  <a:pt x="159210" y="616472"/>
                </a:cubicBezTo>
                <a:cubicBezTo>
                  <a:pt x="140853" y="616472"/>
                  <a:pt x="125972" y="631353"/>
                  <a:pt x="125972" y="649710"/>
                </a:cubicBezTo>
                <a:moveTo>
                  <a:pt x="256820" y="573743"/>
                </a:moveTo>
                <a:cubicBezTo>
                  <a:pt x="256820" y="592100"/>
                  <a:pt x="271701" y="606981"/>
                  <a:pt x="290058" y="606981"/>
                </a:cubicBezTo>
                <a:cubicBezTo>
                  <a:pt x="308415" y="606981"/>
                  <a:pt x="323295" y="592100"/>
                  <a:pt x="323295" y="573743"/>
                </a:cubicBezTo>
                <a:cubicBezTo>
                  <a:pt x="323295" y="555387"/>
                  <a:pt x="308415" y="540506"/>
                  <a:pt x="290058" y="540506"/>
                </a:cubicBezTo>
                <a:cubicBezTo>
                  <a:pt x="271701" y="540506"/>
                  <a:pt x="256820" y="555387"/>
                  <a:pt x="256820" y="573743"/>
                </a:cubicBezTo>
                <a:moveTo>
                  <a:pt x="364594" y="528633"/>
                </a:moveTo>
                <a:cubicBezTo>
                  <a:pt x="364594" y="546989"/>
                  <a:pt x="379475" y="561870"/>
                  <a:pt x="397832" y="561870"/>
                </a:cubicBezTo>
                <a:cubicBezTo>
                  <a:pt x="416188" y="561870"/>
                  <a:pt x="431069" y="546989"/>
                  <a:pt x="431069" y="528633"/>
                </a:cubicBezTo>
                <a:cubicBezTo>
                  <a:pt x="431069" y="510276"/>
                  <a:pt x="416188" y="495395"/>
                  <a:pt x="397832" y="495395"/>
                </a:cubicBezTo>
                <a:cubicBezTo>
                  <a:pt x="379475" y="495395"/>
                  <a:pt x="364594" y="510276"/>
                  <a:pt x="364594" y="528633"/>
                </a:cubicBezTo>
                <a:moveTo>
                  <a:pt x="504257" y="460977"/>
                </a:moveTo>
                <a:cubicBezTo>
                  <a:pt x="504257" y="479334"/>
                  <a:pt x="519138" y="494215"/>
                  <a:pt x="537495" y="494215"/>
                </a:cubicBezTo>
                <a:cubicBezTo>
                  <a:pt x="555851" y="494215"/>
                  <a:pt x="570732" y="479334"/>
                  <a:pt x="570732" y="460977"/>
                </a:cubicBezTo>
                <a:cubicBezTo>
                  <a:pt x="570732" y="442621"/>
                  <a:pt x="555851" y="427740"/>
                  <a:pt x="537495" y="427740"/>
                </a:cubicBezTo>
                <a:cubicBezTo>
                  <a:pt x="519138" y="427740"/>
                  <a:pt x="504257" y="442621"/>
                  <a:pt x="504257" y="460977"/>
                </a:cubicBezTo>
                <a:moveTo>
                  <a:pt x="614446" y="431943"/>
                </a:moveTo>
                <a:cubicBezTo>
                  <a:pt x="614446" y="450300"/>
                  <a:pt x="629327" y="465181"/>
                  <a:pt x="647684" y="465181"/>
                </a:cubicBezTo>
                <a:cubicBezTo>
                  <a:pt x="666040" y="465181"/>
                  <a:pt x="680921" y="450300"/>
                  <a:pt x="680921" y="431943"/>
                </a:cubicBezTo>
                <a:cubicBezTo>
                  <a:pt x="680921" y="413587"/>
                  <a:pt x="666040" y="398706"/>
                  <a:pt x="647684" y="398706"/>
                </a:cubicBezTo>
                <a:cubicBezTo>
                  <a:pt x="629327" y="398706"/>
                  <a:pt x="614446" y="413587"/>
                  <a:pt x="614446" y="431943"/>
                </a:cubicBezTo>
                <a:moveTo>
                  <a:pt x="769626" y="380497"/>
                </a:moveTo>
                <a:cubicBezTo>
                  <a:pt x="769626" y="398853"/>
                  <a:pt x="784506" y="413734"/>
                  <a:pt x="802863" y="413734"/>
                </a:cubicBezTo>
                <a:cubicBezTo>
                  <a:pt x="821220" y="413734"/>
                  <a:pt x="836101" y="398853"/>
                  <a:pt x="836101" y="380497"/>
                </a:cubicBezTo>
                <a:cubicBezTo>
                  <a:pt x="836101" y="362140"/>
                  <a:pt x="821220" y="347259"/>
                  <a:pt x="802863" y="347259"/>
                </a:cubicBezTo>
                <a:cubicBezTo>
                  <a:pt x="784506" y="347259"/>
                  <a:pt x="769626" y="362140"/>
                  <a:pt x="769626" y="380497"/>
                </a:cubicBezTo>
                <a:moveTo>
                  <a:pt x="890079" y="363356"/>
                </a:moveTo>
                <a:cubicBezTo>
                  <a:pt x="890079" y="381713"/>
                  <a:pt x="904960" y="396594"/>
                  <a:pt x="923317" y="396594"/>
                </a:cubicBezTo>
                <a:cubicBezTo>
                  <a:pt x="941673" y="396594"/>
                  <a:pt x="956554" y="381713"/>
                  <a:pt x="956554" y="363356"/>
                </a:cubicBezTo>
                <a:cubicBezTo>
                  <a:pt x="956554" y="345000"/>
                  <a:pt x="941673" y="330118"/>
                  <a:pt x="923317" y="330118"/>
                </a:cubicBezTo>
                <a:cubicBezTo>
                  <a:pt x="904960" y="330118"/>
                  <a:pt x="890079" y="345000"/>
                  <a:pt x="890079" y="363356"/>
                </a:cubicBezTo>
                <a:moveTo>
                  <a:pt x="1002990" y="358618"/>
                </a:moveTo>
                <a:cubicBezTo>
                  <a:pt x="1002990" y="376975"/>
                  <a:pt x="1017871" y="391855"/>
                  <a:pt x="1036227" y="391855"/>
                </a:cubicBezTo>
                <a:cubicBezTo>
                  <a:pt x="1054584" y="391855"/>
                  <a:pt x="1069465" y="376975"/>
                  <a:pt x="1069465" y="358618"/>
                </a:cubicBezTo>
                <a:cubicBezTo>
                  <a:pt x="1069465" y="340261"/>
                  <a:pt x="1054584" y="325380"/>
                  <a:pt x="1036227" y="325380"/>
                </a:cubicBezTo>
                <a:cubicBezTo>
                  <a:pt x="1017871" y="325380"/>
                  <a:pt x="1002990" y="340261"/>
                  <a:pt x="1002990" y="358618"/>
                </a:cubicBezTo>
                <a:moveTo>
                  <a:pt x="1132309" y="321184"/>
                </a:moveTo>
                <a:cubicBezTo>
                  <a:pt x="1132309" y="339541"/>
                  <a:pt x="1147190" y="354422"/>
                  <a:pt x="1165547" y="354422"/>
                </a:cubicBezTo>
                <a:cubicBezTo>
                  <a:pt x="1183903" y="354422"/>
                  <a:pt x="1198784" y="339541"/>
                  <a:pt x="1198784" y="321184"/>
                </a:cubicBezTo>
                <a:cubicBezTo>
                  <a:pt x="1198784" y="302828"/>
                  <a:pt x="1183903" y="287947"/>
                  <a:pt x="1165547" y="287947"/>
                </a:cubicBezTo>
                <a:cubicBezTo>
                  <a:pt x="1147190" y="287947"/>
                  <a:pt x="1132309" y="302828"/>
                  <a:pt x="1132309" y="321184"/>
                </a:cubicBezTo>
                <a:moveTo>
                  <a:pt x="1277565" y="275666"/>
                </a:moveTo>
                <a:cubicBezTo>
                  <a:pt x="1277565" y="294022"/>
                  <a:pt x="1292446" y="308903"/>
                  <a:pt x="1310802" y="308903"/>
                </a:cubicBezTo>
                <a:cubicBezTo>
                  <a:pt x="1329159" y="308903"/>
                  <a:pt x="1344040" y="294022"/>
                  <a:pt x="1344040" y="275666"/>
                </a:cubicBezTo>
                <a:cubicBezTo>
                  <a:pt x="1344040" y="257309"/>
                  <a:pt x="1329159" y="242428"/>
                  <a:pt x="1310802" y="242428"/>
                </a:cubicBezTo>
                <a:cubicBezTo>
                  <a:pt x="1292446" y="242428"/>
                  <a:pt x="1277565" y="257309"/>
                  <a:pt x="1277565" y="275666"/>
                </a:cubicBezTo>
                <a:moveTo>
                  <a:pt x="1392633" y="245380"/>
                </a:moveTo>
                <a:cubicBezTo>
                  <a:pt x="1392633" y="263737"/>
                  <a:pt x="1407514" y="278618"/>
                  <a:pt x="1425870" y="278618"/>
                </a:cubicBezTo>
                <a:cubicBezTo>
                  <a:pt x="1444227" y="278618"/>
                  <a:pt x="1459108" y="263737"/>
                  <a:pt x="1459108" y="245380"/>
                </a:cubicBezTo>
                <a:cubicBezTo>
                  <a:pt x="1459108" y="227024"/>
                  <a:pt x="1444227" y="212143"/>
                  <a:pt x="1425870" y="212143"/>
                </a:cubicBezTo>
                <a:cubicBezTo>
                  <a:pt x="1407514" y="212143"/>
                  <a:pt x="1392633" y="227024"/>
                  <a:pt x="1392633" y="245380"/>
                </a:cubicBezTo>
                <a:moveTo>
                  <a:pt x="1532657" y="204635"/>
                </a:moveTo>
                <a:cubicBezTo>
                  <a:pt x="1532657" y="222991"/>
                  <a:pt x="1547538" y="237872"/>
                  <a:pt x="1565895" y="237872"/>
                </a:cubicBezTo>
                <a:cubicBezTo>
                  <a:pt x="1584252" y="237872"/>
                  <a:pt x="1599132" y="222991"/>
                  <a:pt x="1599132" y="204635"/>
                </a:cubicBezTo>
                <a:cubicBezTo>
                  <a:pt x="1599132" y="186278"/>
                  <a:pt x="1584252" y="171397"/>
                  <a:pt x="1565895" y="171397"/>
                </a:cubicBezTo>
                <a:cubicBezTo>
                  <a:pt x="1547538" y="171397"/>
                  <a:pt x="1532657" y="186278"/>
                  <a:pt x="1532657" y="204635"/>
                </a:cubicBezTo>
                <a:moveTo>
                  <a:pt x="1648158" y="179838"/>
                </a:moveTo>
                <a:cubicBezTo>
                  <a:pt x="1648158" y="198194"/>
                  <a:pt x="1663039" y="213075"/>
                  <a:pt x="1681396" y="213075"/>
                </a:cubicBezTo>
                <a:cubicBezTo>
                  <a:pt x="1699752" y="213075"/>
                  <a:pt x="1714633" y="198194"/>
                  <a:pt x="1714633" y="179838"/>
                </a:cubicBezTo>
                <a:cubicBezTo>
                  <a:pt x="1714633" y="161481"/>
                  <a:pt x="1699752" y="146600"/>
                  <a:pt x="1681396" y="146600"/>
                </a:cubicBezTo>
                <a:cubicBezTo>
                  <a:pt x="1663039" y="146600"/>
                  <a:pt x="1648158" y="161481"/>
                  <a:pt x="1648158" y="179838"/>
                </a:cubicBezTo>
                <a:moveTo>
                  <a:pt x="1790589" y="147561"/>
                </a:moveTo>
                <a:cubicBezTo>
                  <a:pt x="1790589" y="165917"/>
                  <a:pt x="1805470" y="180799"/>
                  <a:pt x="1823827" y="180799"/>
                </a:cubicBezTo>
                <a:cubicBezTo>
                  <a:pt x="1842183" y="180799"/>
                  <a:pt x="1857064" y="165917"/>
                  <a:pt x="1857064" y="147561"/>
                </a:cubicBezTo>
                <a:cubicBezTo>
                  <a:pt x="1857064" y="129204"/>
                  <a:pt x="1842183" y="114324"/>
                  <a:pt x="1823827" y="114324"/>
                </a:cubicBezTo>
                <a:cubicBezTo>
                  <a:pt x="1805470" y="114324"/>
                  <a:pt x="1790589" y="129204"/>
                  <a:pt x="1790589" y="147561"/>
                </a:cubicBezTo>
                <a:moveTo>
                  <a:pt x="1908513" y="127215"/>
                </a:moveTo>
                <a:cubicBezTo>
                  <a:pt x="1908513" y="145572"/>
                  <a:pt x="1923394" y="160453"/>
                  <a:pt x="1941751" y="160453"/>
                </a:cubicBezTo>
                <a:cubicBezTo>
                  <a:pt x="1960107" y="160453"/>
                  <a:pt x="1974988" y="145572"/>
                  <a:pt x="1974988" y="127215"/>
                </a:cubicBezTo>
                <a:cubicBezTo>
                  <a:pt x="1974988" y="108859"/>
                  <a:pt x="1960107" y="93977"/>
                  <a:pt x="1941751" y="93977"/>
                </a:cubicBezTo>
                <a:cubicBezTo>
                  <a:pt x="1923394" y="93977"/>
                  <a:pt x="1908513" y="108859"/>
                  <a:pt x="1908513" y="127215"/>
                </a:cubicBezTo>
                <a:moveTo>
                  <a:pt x="2051090" y="109413"/>
                </a:moveTo>
                <a:cubicBezTo>
                  <a:pt x="2051090" y="127769"/>
                  <a:pt x="2065971" y="142650"/>
                  <a:pt x="2084327" y="142650"/>
                </a:cubicBezTo>
                <a:cubicBezTo>
                  <a:pt x="2102684" y="142650"/>
                  <a:pt x="2117565" y="127769"/>
                  <a:pt x="2117565" y="109413"/>
                </a:cubicBezTo>
                <a:cubicBezTo>
                  <a:pt x="2117565" y="91055"/>
                  <a:pt x="2102684" y="76175"/>
                  <a:pt x="2084327" y="76175"/>
                </a:cubicBezTo>
                <a:cubicBezTo>
                  <a:pt x="2065971" y="76175"/>
                  <a:pt x="2051090" y="91055"/>
                  <a:pt x="2051090" y="109413"/>
                </a:cubicBezTo>
                <a:moveTo>
                  <a:pt x="2169031" y="93666"/>
                </a:moveTo>
                <a:cubicBezTo>
                  <a:pt x="2169031" y="112022"/>
                  <a:pt x="2183912" y="126903"/>
                  <a:pt x="2202268" y="126903"/>
                </a:cubicBezTo>
                <a:cubicBezTo>
                  <a:pt x="2220625" y="126903"/>
                  <a:pt x="2235506" y="112022"/>
                  <a:pt x="2235506" y="93666"/>
                </a:cubicBezTo>
                <a:cubicBezTo>
                  <a:pt x="2235506" y="75309"/>
                  <a:pt x="2220625" y="60428"/>
                  <a:pt x="2202268" y="60428"/>
                </a:cubicBezTo>
                <a:cubicBezTo>
                  <a:pt x="2183912" y="60428"/>
                  <a:pt x="2169031" y="75309"/>
                  <a:pt x="2169031" y="93666"/>
                </a:cubicBezTo>
                <a:moveTo>
                  <a:pt x="2304134" y="74286"/>
                </a:moveTo>
                <a:cubicBezTo>
                  <a:pt x="2304134" y="92643"/>
                  <a:pt x="2319015" y="107524"/>
                  <a:pt x="2337372" y="107524"/>
                </a:cubicBezTo>
                <a:cubicBezTo>
                  <a:pt x="2355728" y="107524"/>
                  <a:pt x="2370609" y="92643"/>
                  <a:pt x="2370609" y="74286"/>
                </a:cubicBezTo>
                <a:cubicBezTo>
                  <a:pt x="2370609" y="55929"/>
                  <a:pt x="2355728" y="41049"/>
                  <a:pt x="2337372" y="41049"/>
                </a:cubicBezTo>
                <a:cubicBezTo>
                  <a:pt x="2319015" y="41049"/>
                  <a:pt x="2304134" y="55929"/>
                  <a:pt x="2304134" y="74286"/>
                </a:cubicBezTo>
                <a:moveTo>
                  <a:pt x="2417126" y="53599"/>
                </a:moveTo>
                <a:cubicBezTo>
                  <a:pt x="2417126" y="71955"/>
                  <a:pt x="2432007" y="86837"/>
                  <a:pt x="2450363" y="86837"/>
                </a:cubicBezTo>
                <a:cubicBezTo>
                  <a:pt x="2468720" y="86837"/>
                  <a:pt x="2483601" y="71955"/>
                  <a:pt x="2483601" y="53599"/>
                </a:cubicBezTo>
                <a:cubicBezTo>
                  <a:pt x="2483601" y="35242"/>
                  <a:pt x="2468720" y="20361"/>
                  <a:pt x="2450363" y="20361"/>
                </a:cubicBezTo>
                <a:cubicBezTo>
                  <a:pt x="2432007" y="20361"/>
                  <a:pt x="2417126" y="35242"/>
                  <a:pt x="2417126" y="53599"/>
                </a:cubicBezTo>
                <a:moveTo>
                  <a:pt x="2559647" y="33238"/>
                </a:moveTo>
                <a:cubicBezTo>
                  <a:pt x="2559647" y="51594"/>
                  <a:pt x="2574528" y="66476"/>
                  <a:pt x="2592885" y="66476"/>
                </a:cubicBezTo>
                <a:cubicBezTo>
                  <a:pt x="2611241" y="66476"/>
                  <a:pt x="2626122" y="51594"/>
                  <a:pt x="2626122" y="33238"/>
                </a:cubicBezTo>
                <a:cubicBezTo>
                  <a:pt x="2626122" y="14881"/>
                  <a:pt x="2611241" y="0"/>
                  <a:pt x="2592885" y="0"/>
                </a:cubicBezTo>
                <a:cubicBezTo>
                  <a:pt x="2574528" y="0"/>
                  <a:pt x="2559647" y="14881"/>
                  <a:pt x="2559647" y="33238"/>
                </a:cubicBezTo>
                <a:moveTo>
                  <a:pt x="2672727" y="43698"/>
                </a:moveTo>
                <a:cubicBezTo>
                  <a:pt x="2672727" y="62054"/>
                  <a:pt x="2687608" y="76936"/>
                  <a:pt x="2705965" y="76936"/>
                </a:cubicBezTo>
                <a:cubicBezTo>
                  <a:pt x="2724322" y="76936"/>
                  <a:pt x="2739203" y="62054"/>
                  <a:pt x="2739203" y="43698"/>
                </a:cubicBezTo>
                <a:cubicBezTo>
                  <a:pt x="2739203" y="25341"/>
                  <a:pt x="2724322" y="10460"/>
                  <a:pt x="2705965" y="10460"/>
                </a:cubicBezTo>
                <a:cubicBezTo>
                  <a:pt x="2687608" y="10460"/>
                  <a:pt x="2672727" y="25341"/>
                  <a:pt x="2672727" y="43698"/>
                </a:cubicBezTo>
                <a:moveTo>
                  <a:pt x="2807795" y="52867"/>
                </a:moveTo>
                <a:cubicBezTo>
                  <a:pt x="2807795" y="71224"/>
                  <a:pt x="2822676" y="86105"/>
                  <a:pt x="2841033" y="86105"/>
                </a:cubicBezTo>
                <a:cubicBezTo>
                  <a:pt x="2859390" y="86105"/>
                  <a:pt x="2874271" y="71224"/>
                  <a:pt x="2874271" y="52867"/>
                </a:cubicBezTo>
                <a:cubicBezTo>
                  <a:pt x="2874271" y="34511"/>
                  <a:pt x="2859390" y="19630"/>
                  <a:pt x="2841033" y="19630"/>
                </a:cubicBezTo>
                <a:cubicBezTo>
                  <a:pt x="2822676" y="19630"/>
                  <a:pt x="2807795" y="34511"/>
                  <a:pt x="2807795" y="52867"/>
                </a:cubicBezTo>
                <a:close/>
              </a:path>
            </a:pathLst>
          </a:custGeom>
          <a:solidFill xmlns:a="http://schemas.openxmlformats.org/drawingml/2006/main">
            <a:srgbClr val="004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FA430C-B9DD-46D7-991B-CDC2E26C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463290"/>
            <a:ext cx="2807795" cy="710698"/>
          </a:xfrm>
          <a:custGeom xmlns:a="http://schemas.openxmlformats.org/drawingml/2006/main">
            <a:pathLst>
              <a:path w="2807795" h="710698" fill="none">
                <a:moveTo>
                  <a:pt x="0" y="710698"/>
                </a:moveTo>
                <a:lnTo>
                  <a:pt x="125972" y="658628"/>
                </a:lnTo>
                <a:lnTo>
                  <a:pt x="256820" y="546914"/>
                </a:lnTo>
                <a:lnTo>
                  <a:pt x="364594" y="478309"/>
                </a:lnTo>
                <a:lnTo>
                  <a:pt x="504257" y="342407"/>
                </a:lnTo>
                <a:lnTo>
                  <a:pt x="614446" y="282853"/>
                </a:lnTo>
                <a:lnTo>
                  <a:pt x="769625" y="222858"/>
                </a:lnTo>
                <a:lnTo>
                  <a:pt x="890079" y="220052"/>
                </a:lnTo>
                <a:lnTo>
                  <a:pt x="1002990" y="230667"/>
                </a:lnTo>
                <a:lnTo>
                  <a:pt x="1132309" y="225309"/>
                </a:lnTo>
                <a:lnTo>
                  <a:pt x="1277565" y="203531"/>
                </a:lnTo>
                <a:lnTo>
                  <a:pt x="1392633" y="196791"/>
                </a:lnTo>
                <a:lnTo>
                  <a:pt x="1532658" y="173911"/>
                </a:lnTo>
                <a:lnTo>
                  <a:pt x="1648158" y="156002"/>
                </a:lnTo>
                <a:lnTo>
                  <a:pt x="1790589" y="133655"/>
                </a:lnTo>
                <a:lnTo>
                  <a:pt x="1908513" y="107347"/>
                </a:lnTo>
                <a:lnTo>
                  <a:pt x="2051090" y="90454"/>
                </a:lnTo>
                <a:lnTo>
                  <a:pt x="2169030" y="71490"/>
                </a:lnTo>
                <a:lnTo>
                  <a:pt x="2304134" y="63725"/>
                </a:lnTo>
                <a:lnTo>
                  <a:pt x="2417126" y="47571"/>
                </a:lnTo>
                <a:lnTo>
                  <a:pt x="2559647" y="25984"/>
                </a:lnTo>
                <a:lnTo>
                  <a:pt x="2672727" y="12555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45FF"/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F9F84-6850-4AF6-8B04-9B3F0EF3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430053"/>
            <a:ext cx="2874271" cy="777173"/>
          </a:xfrm>
          <a:custGeom xmlns:a="http://schemas.openxmlformats.org/drawingml/2006/main">
            <a:pathLst>
              <a:path w="2874271" h="777173">
                <a:moveTo>
                  <a:pt x="0" y="743936"/>
                </a:moveTo>
                <a:cubicBezTo>
                  <a:pt x="0" y="762292"/>
                  <a:pt x="14881" y="777173"/>
                  <a:pt x="33238" y="777173"/>
                </a:cubicBezTo>
                <a:cubicBezTo>
                  <a:pt x="51594" y="777173"/>
                  <a:pt x="66475" y="762292"/>
                  <a:pt x="66475" y="743936"/>
                </a:cubicBezTo>
                <a:cubicBezTo>
                  <a:pt x="66475" y="725579"/>
                  <a:pt x="51594" y="710698"/>
                  <a:pt x="33238" y="710698"/>
                </a:cubicBezTo>
                <a:cubicBezTo>
                  <a:pt x="14881" y="710698"/>
                  <a:pt x="0" y="725579"/>
                  <a:pt x="0" y="743936"/>
                </a:cubicBezTo>
                <a:moveTo>
                  <a:pt x="125972" y="691866"/>
                </a:moveTo>
                <a:cubicBezTo>
                  <a:pt x="125972" y="710223"/>
                  <a:pt x="140853" y="725104"/>
                  <a:pt x="159210" y="725104"/>
                </a:cubicBezTo>
                <a:cubicBezTo>
                  <a:pt x="177567" y="725104"/>
                  <a:pt x="192448" y="710223"/>
                  <a:pt x="192448" y="691866"/>
                </a:cubicBezTo>
                <a:cubicBezTo>
                  <a:pt x="192448" y="673509"/>
                  <a:pt x="177567" y="658628"/>
                  <a:pt x="159210" y="658628"/>
                </a:cubicBezTo>
                <a:cubicBezTo>
                  <a:pt x="140853" y="658628"/>
                  <a:pt x="125972" y="673509"/>
                  <a:pt x="125972" y="691866"/>
                </a:cubicBezTo>
                <a:moveTo>
                  <a:pt x="256821" y="580151"/>
                </a:moveTo>
                <a:cubicBezTo>
                  <a:pt x="256821" y="598508"/>
                  <a:pt x="271701" y="613389"/>
                  <a:pt x="290058" y="613389"/>
                </a:cubicBezTo>
                <a:cubicBezTo>
                  <a:pt x="308415" y="613389"/>
                  <a:pt x="323296" y="598508"/>
                  <a:pt x="323296" y="580151"/>
                </a:cubicBezTo>
                <a:cubicBezTo>
                  <a:pt x="323296" y="561795"/>
                  <a:pt x="308415" y="546913"/>
                  <a:pt x="290058" y="546913"/>
                </a:cubicBezTo>
                <a:cubicBezTo>
                  <a:pt x="271701" y="546913"/>
                  <a:pt x="256821" y="561795"/>
                  <a:pt x="256821" y="580151"/>
                </a:cubicBezTo>
                <a:moveTo>
                  <a:pt x="364594" y="511547"/>
                </a:moveTo>
                <a:cubicBezTo>
                  <a:pt x="364594" y="529904"/>
                  <a:pt x="379475" y="544784"/>
                  <a:pt x="397832" y="544784"/>
                </a:cubicBezTo>
                <a:cubicBezTo>
                  <a:pt x="416188" y="544784"/>
                  <a:pt x="431070" y="529904"/>
                  <a:pt x="431070" y="511547"/>
                </a:cubicBezTo>
                <a:cubicBezTo>
                  <a:pt x="431070" y="493190"/>
                  <a:pt x="416188" y="478309"/>
                  <a:pt x="397832" y="478309"/>
                </a:cubicBezTo>
                <a:cubicBezTo>
                  <a:pt x="379475" y="478309"/>
                  <a:pt x="364594" y="493190"/>
                  <a:pt x="364594" y="511547"/>
                </a:cubicBezTo>
                <a:moveTo>
                  <a:pt x="504257" y="375644"/>
                </a:moveTo>
                <a:cubicBezTo>
                  <a:pt x="504257" y="394001"/>
                  <a:pt x="519138" y="408882"/>
                  <a:pt x="537495" y="408882"/>
                </a:cubicBezTo>
                <a:cubicBezTo>
                  <a:pt x="555851" y="408882"/>
                  <a:pt x="570732" y="394001"/>
                  <a:pt x="570732" y="375644"/>
                </a:cubicBezTo>
                <a:cubicBezTo>
                  <a:pt x="570732" y="357288"/>
                  <a:pt x="555851" y="342407"/>
                  <a:pt x="537495" y="342407"/>
                </a:cubicBezTo>
                <a:cubicBezTo>
                  <a:pt x="519138" y="342407"/>
                  <a:pt x="504257" y="357288"/>
                  <a:pt x="504257" y="375644"/>
                </a:cubicBezTo>
                <a:moveTo>
                  <a:pt x="614446" y="316091"/>
                </a:moveTo>
                <a:cubicBezTo>
                  <a:pt x="614446" y="334447"/>
                  <a:pt x="629327" y="349328"/>
                  <a:pt x="647684" y="349328"/>
                </a:cubicBezTo>
                <a:cubicBezTo>
                  <a:pt x="666041" y="349328"/>
                  <a:pt x="680922" y="334447"/>
                  <a:pt x="680922" y="316091"/>
                </a:cubicBezTo>
                <a:cubicBezTo>
                  <a:pt x="680922" y="297734"/>
                  <a:pt x="666041" y="282853"/>
                  <a:pt x="647684" y="282853"/>
                </a:cubicBezTo>
                <a:cubicBezTo>
                  <a:pt x="629327" y="282853"/>
                  <a:pt x="614446" y="297734"/>
                  <a:pt x="614446" y="316091"/>
                </a:cubicBezTo>
                <a:moveTo>
                  <a:pt x="769626" y="256095"/>
                </a:moveTo>
                <a:cubicBezTo>
                  <a:pt x="769626" y="274452"/>
                  <a:pt x="784507" y="289333"/>
                  <a:pt x="802863" y="289333"/>
                </a:cubicBezTo>
                <a:cubicBezTo>
                  <a:pt x="821220" y="289333"/>
                  <a:pt x="836101" y="274452"/>
                  <a:pt x="836101" y="256095"/>
                </a:cubicBezTo>
                <a:cubicBezTo>
                  <a:pt x="836101" y="237739"/>
                  <a:pt x="821220" y="222857"/>
                  <a:pt x="802863" y="222857"/>
                </a:cubicBezTo>
                <a:cubicBezTo>
                  <a:pt x="784507" y="222857"/>
                  <a:pt x="769626" y="237739"/>
                  <a:pt x="769626" y="256095"/>
                </a:cubicBezTo>
                <a:moveTo>
                  <a:pt x="890079" y="253290"/>
                </a:moveTo>
                <a:cubicBezTo>
                  <a:pt x="890079" y="271646"/>
                  <a:pt x="904960" y="286527"/>
                  <a:pt x="923317" y="286527"/>
                </a:cubicBezTo>
                <a:cubicBezTo>
                  <a:pt x="941673" y="286527"/>
                  <a:pt x="956554" y="271646"/>
                  <a:pt x="956554" y="253290"/>
                </a:cubicBezTo>
                <a:cubicBezTo>
                  <a:pt x="956554" y="234933"/>
                  <a:pt x="941673" y="220052"/>
                  <a:pt x="923317" y="220052"/>
                </a:cubicBezTo>
                <a:cubicBezTo>
                  <a:pt x="904960" y="220052"/>
                  <a:pt x="890079" y="234933"/>
                  <a:pt x="890079" y="253290"/>
                </a:cubicBezTo>
                <a:moveTo>
                  <a:pt x="1002990" y="263905"/>
                </a:moveTo>
                <a:cubicBezTo>
                  <a:pt x="1002990" y="282261"/>
                  <a:pt x="1017871" y="297142"/>
                  <a:pt x="1036227" y="297142"/>
                </a:cubicBezTo>
                <a:cubicBezTo>
                  <a:pt x="1054584" y="297142"/>
                  <a:pt x="1069465" y="282261"/>
                  <a:pt x="1069465" y="263905"/>
                </a:cubicBezTo>
                <a:cubicBezTo>
                  <a:pt x="1069465" y="245548"/>
                  <a:pt x="1054584" y="230667"/>
                  <a:pt x="1036227" y="230667"/>
                </a:cubicBezTo>
                <a:cubicBezTo>
                  <a:pt x="1017871" y="230667"/>
                  <a:pt x="1002990" y="245548"/>
                  <a:pt x="1002990" y="263905"/>
                </a:cubicBezTo>
                <a:moveTo>
                  <a:pt x="1132309" y="258546"/>
                </a:moveTo>
                <a:cubicBezTo>
                  <a:pt x="1132309" y="276903"/>
                  <a:pt x="1147190" y="291784"/>
                  <a:pt x="1165547" y="291784"/>
                </a:cubicBezTo>
                <a:cubicBezTo>
                  <a:pt x="1183904" y="291784"/>
                  <a:pt x="1198784" y="276903"/>
                  <a:pt x="1198784" y="258546"/>
                </a:cubicBezTo>
                <a:cubicBezTo>
                  <a:pt x="1198784" y="240190"/>
                  <a:pt x="1183904" y="225309"/>
                  <a:pt x="1165547" y="225309"/>
                </a:cubicBezTo>
                <a:cubicBezTo>
                  <a:pt x="1147190" y="225309"/>
                  <a:pt x="1132309" y="240190"/>
                  <a:pt x="1132309" y="258546"/>
                </a:cubicBezTo>
                <a:moveTo>
                  <a:pt x="1277565" y="236769"/>
                </a:moveTo>
                <a:cubicBezTo>
                  <a:pt x="1277565" y="255125"/>
                  <a:pt x="1292446" y="270007"/>
                  <a:pt x="1310802" y="270007"/>
                </a:cubicBezTo>
                <a:cubicBezTo>
                  <a:pt x="1329159" y="270007"/>
                  <a:pt x="1344040" y="255125"/>
                  <a:pt x="1344040" y="236769"/>
                </a:cubicBezTo>
                <a:cubicBezTo>
                  <a:pt x="1344040" y="218412"/>
                  <a:pt x="1329159" y="203531"/>
                  <a:pt x="1310802" y="203531"/>
                </a:cubicBezTo>
                <a:cubicBezTo>
                  <a:pt x="1292446" y="203531"/>
                  <a:pt x="1277565" y="218412"/>
                  <a:pt x="1277565" y="236769"/>
                </a:cubicBezTo>
                <a:moveTo>
                  <a:pt x="1392633" y="230029"/>
                </a:moveTo>
                <a:cubicBezTo>
                  <a:pt x="1392633" y="248386"/>
                  <a:pt x="1407514" y="263267"/>
                  <a:pt x="1425871" y="263267"/>
                </a:cubicBezTo>
                <a:cubicBezTo>
                  <a:pt x="1444227" y="263267"/>
                  <a:pt x="1459108" y="248386"/>
                  <a:pt x="1459108" y="230029"/>
                </a:cubicBezTo>
                <a:cubicBezTo>
                  <a:pt x="1459108" y="211673"/>
                  <a:pt x="1444227" y="196791"/>
                  <a:pt x="1425871" y="196791"/>
                </a:cubicBezTo>
                <a:cubicBezTo>
                  <a:pt x="1407514" y="196791"/>
                  <a:pt x="1392633" y="211673"/>
                  <a:pt x="1392633" y="230029"/>
                </a:cubicBezTo>
                <a:moveTo>
                  <a:pt x="1532658" y="207148"/>
                </a:moveTo>
                <a:cubicBezTo>
                  <a:pt x="1532658" y="225505"/>
                  <a:pt x="1547539" y="240386"/>
                  <a:pt x="1565895" y="240386"/>
                </a:cubicBezTo>
                <a:cubicBezTo>
                  <a:pt x="1584252" y="240386"/>
                  <a:pt x="1599133" y="225505"/>
                  <a:pt x="1599133" y="207148"/>
                </a:cubicBezTo>
                <a:cubicBezTo>
                  <a:pt x="1599133" y="188792"/>
                  <a:pt x="1584252" y="173911"/>
                  <a:pt x="1565895" y="173911"/>
                </a:cubicBezTo>
                <a:cubicBezTo>
                  <a:pt x="1547539" y="173911"/>
                  <a:pt x="1532658" y="188792"/>
                  <a:pt x="1532658" y="207148"/>
                </a:cubicBezTo>
                <a:moveTo>
                  <a:pt x="1648158" y="189239"/>
                </a:moveTo>
                <a:cubicBezTo>
                  <a:pt x="1648158" y="207596"/>
                  <a:pt x="1663039" y="222477"/>
                  <a:pt x="1681396" y="222477"/>
                </a:cubicBezTo>
                <a:cubicBezTo>
                  <a:pt x="1699752" y="222477"/>
                  <a:pt x="1714634" y="207596"/>
                  <a:pt x="1714634" y="189239"/>
                </a:cubicBezTo>
                <a:cubicBezTo>
                  <a:pt x="1714634" y="170882"/>
                  <a:pt x="1699752" y="156002"/>
                  <a:pt x="1681396" y="156002"/>
                </a:cubicBezTo>
                <a:cubicBezTo>
                  <a:pt x="1663039" y="156002"/>
                  <a:pt x="1648158" y="170882"/>
                  <a:pt x="1648158" y="189239"/>
                </a:cubicBezTo>
                <a:moveTo>
                  <a:pt x="1790589" y="166893"/>
                </a:moveTo>
                <a:cubicBezTo>
                  <a:pt x="1790589" y="185249"/>
                  <a:pt x="1805470" y="200130"/>
                  <a:pt x="1823827" y="200130"/>
                </a:cubicBezTo>
                <a:cubicBezTo>
                  <a:pt x="1842184" y="200130"/>
                  <a:pt x="1857064" y="185249"/>
                  <a:pt x="1857064" y="166893"/>
                </a:cubicBezTo>
                <a:cubicBezTo>
                  <a:pt x="1857064" y="148536"/>
                  <a:pt x="1842184" y="133656"/>
                  <a:pt x="1823827" y="133656"/>
                </a:cubicBezTo>
                <a:cubicBezTo>
                  <a:pt x="1805470" y="133656"/>
                  <a:pt x="1790589" y="148536"/>
                  <a:pt x="1790589" y="166893"/>
                </a:cubicBezTo>
                <a:moveTo>
                  <a:pt x="1908514" y="140585"/>
                </a:moveTo>
                <a:cubicBezTo>
                  <a:pt x="1908514" y="158941"/>
                  <a:pt x="1923394" y="173822"/>
                  <a:pt x="1941751" y="173822"/>
                </a:cubicBezTo>
                <a:cubicBezTo>
                  <a:pt x="1960107" y="173822"/>
                  <a:pt x="1974989" y="158941"/>
                  <a:pt x="1974989" y="140585"/>
                </a:cubicBezTo>
                <a:cubicBezTo>
                  <a:pt x="1974989" y="122228"/>
                  <a:pt x="1960107" y="107348"/>
                  <a:pt x="1941751" y="107348"/>
                </a:cubicBezTo>
                <a:cubicBezTo>
                  <a:pt x="1923394" y="107348"/>
                  <a:pt x="1908514" y="122228"/>
                  <a:pt x="1908514" y="140585"/>
                </a:cubicBezTo>
                <a:moveTo>
                  <a:pt x="2051090" y="123691"/>
                </a:moveTo>
                <a:cubicBezTo>
                  <a:pt x="2051090" y="142048"/>
                  <a:pt x="2065971" y="156929"/>
                  <a:pt x="2084327" y="156929"/>
                </a:cubicBezTo>
                <a:cubicBezTo>
                  <a:pt x="2102684" y="156929"/>
                  <a:pt x="2117565" y="142048"/>
                  <a:pt x="2117565" y="123691"/>
                </a:cubicBezTo>
                <a:cubicBezTo>
                  <a:pt x="2117565" y="105334"/>
                  <a:pt x="2102684" y="90454"/>
                  <a:pt x="2084327" y="90454"/>
                </a:cubicBezTo>
                <a:cubicBezTo>
                  <a:pt x="2065971" y="90454"/>
                  <a:pt x="2051090" y="105334"/>
                  <a:pt x="2051090" y="123691"/>
                </a:cubicBezTo>
                <a:moveTo>
                  <a:pt x="2169031" y="104728"/>
                </a:moveTo>
                <a:cubicBezTo>
                  <a:pt x="2169031" y="123085"/>
                  <a:pt x="2183912" y="137966"/>
                  <a:pt x="2202268" y="137966"/>
                </a:cubicBezTo>
                <a:cubicBezTo>
                  <a:pt x="2220625" y="137966"/>
                  <a:pt x="2235506" y="123085"/>
                  <a:pt x="2235506" y="104728"/>
                </a:cubicBezTo>
                <a:cubicBezTo>
                  <a:pt x="2235506" y="86371"/>
                  <a:pt x="2220625" y="71491"/>
                  <a:pt x="2202268" y="71491"/>
                </a:cubicBezTo>
                <a:cubicBezTo>
                  <a:pt x="2183912" y="71491"/>
                  <a:pt x="2169031" y="86371"/>
                  <a:pt x="2169031" y="104728"/>
                </a:cubicBezTo>
                <a:moveTo>
                  <a:pt x="2304134" y="96963"/>
                </a:moveTo>
                <a:cubicBezTo>
                  <a:pt x="2304134" y="115319"/>
                  <a:pt x="2319015" y="130200"/>
                  <a:pt x="2337372" y="130200"/>
                </a:cubicBezTo>
                <a:cubicBezTo>
                  <a:pt x="2355729" y="130200"/>
                  <a:pt x="2370610" y="115319"/>
                  <a:pt x="2370610" y="96963"/>
                </a:cubicBezTo>
                <a:cubicBezTo>
                  <a:pt x="2370610" y="78606"/>
                  <a:pt x="2355729" y="63725"/>
                  <a:pt x="2337372" y="63725"/>
                </a:cubicBezTo>
                <a:cubicBezTo>
                  <a:pt x="2319015" y="63725"/>
                  <a:pt x="2304134" y="78606"/>
                  <a:pt x="2304134" y="96963"/>
                </a:cubicBezTo>
                <a:moveTo>
                  <a:pt x="2417126" y="80809"/>
                </a:moveTo>
                <a:cubicBezTo>
                  <a:pt x="2417126" y="99165"/>
                  <a:pt x="2432007" y="114046"/>
                  <a:pt x="2450363" y="114046"/>
                </a:cubicBezTo>
                <a:cubicBezTo>
                  <a:pt x="2468720" y="114046"/>
                  <a:pt x="2483601" y="99165"/>
                  <a:pt x="2483601" y="80809"/>
                </a:cubicBezTo>
                <a:cubicBezTo>
                  <a:pt x="2483601" y="62452"/>
                  <a:pt x="2468720" y="47571"/>
                  <a:pt x="2450363" y="47571"/>
                </a:cubicBezTo>
                <a:cubicBezTo>
                  <a:pt x="2432007" y="47571"/>
                  <a:pt x="2417126" y="62452"/>
                  <a:pt x="2417126" y="80809"/>
                </a:cubicBezTo>
                <a:moveTo>
                  <a:pt x="2559647" y="59221"/>
                </a:moveTo>
                <a:cubicBezTo>
                  <a:pt x="2559647" y="77578"/>
                  <a:pt x="2574528" y="92459"/>
                  <a:pt x="2592885" y="92459"/>
                </a:cubicBezTo>
                <a:cubicBezTo>
                  <a:pt x="2611241" y="92459"/>
                  <a:pt x="2626122" y="77578"/>
                  <a:pt x="2626122" y="59221"/>
                </a:cubicBezTo>
                <a:cubicBezTo>
                  <a:pt x="2626122" y="40865"/>
                  <a:pt x="2611241" y="25984"/>
                  <a:pt x="2592885" y="25984"/>
                </a:cubicBezTo>
                <a:cubicBezTo>
                  <a:pt x="2574528" y="25984"/>
                  <a:pt x="2559647" y="40865"/>
                  <a:pt x="2559647" y="59221"/>
                </a:cubicBezTo>
                <a:moveTo>
                  <a:pt x="2672727" y="45793"/>
                </a:moveTo>
                <a:cubicBezTo>
                  <a:pt x="2672727" y="64149"/>
                  <a:pt x="2687609" y="79030"/>
                  <a:pt x="2705965" y="79030"/>
                </a:cubicBezTo>
                <a:cubicBezTo>
                  <a:pt x="2724322" y="79030"/>
                  <a:pt x="2739203" y="64149"/>
                  <a:pt x="2739203" y="45793"/>
                </a:cubicBezTo>
                <a:cubicBezTo>
                  <a:pt x="2739203" y="27436"/>
                  <a:pt x="2724322" y="12555"/>
                  <a:pt x="2705965" y="12555"/>
                </a:cubicBezTo>
                <a:cubicBezTo>
                  <a:pt x="2687609" y="12555"/>
                  <a:pt x="2672727" y="27436"/>
                  <a:pt x="2672727" y="45793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4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6A1D0-B561-4812-B4DF-C436EFCF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302797"/>
            <a:ext cx="2807795" cy="595140"/>
          </a:xfrm>
          <a:custGeom xmlns:a="http://schemas.openxmlformats.org/drawingml/2006/main">
            <a:pathLst>
              <a:path w="2807795" h="595140" fill="none">
                <a:moveTo>
                  <a:pt x="0" y="595140"/>
                </a:moveTo>
                <a:lnTo>
                  <a:pt x="125972" y="520447"/>
                </a:lnTo>
                <a:lnTo>
                  <a:pt x="256820" y="476082"/>
                </a:lnTo>
                <a:lnTo>
                  <a:pt x="364594" y="421510"/>
                </a:lnTo>
                <a:lnTo>
                  <a:pt x="504257" y="333189"/>
                </a:lnTo>
                <a:lnTo>
                  <a:pt x="614446" y="341160"/>
                </a:lnTo>
                <a:lnTo>
                  <a:pt x="769626" y="276951"/>
                </a:lnTo>
                <a:lnTo>
                  <a:pt x="890079" y="214773"/>
                </a:lnTo>
                <a:lnTo>
                  <a:pt x="1002990" y="170074"/>
                </a:lnTo>
                <a:lnTo>
                  <a:pt x="1132309" y="144921"/>
                </a:lnTo>
                <a:lnTo>
                  <a:pt x="1277565" y="115160"/>
                </a:lnTo>
                <a:lnTo>
                  <a:pt x="1392633" y="89178"/>
                </a:lnTo>
                <a:lnTo>
                  <a:pt x="1532657" y="44442"/>
                </a:lnTo>
                <a:lnTo>
                  <a:pt x="1648158" y="15700"/>
                </a:lnTo>
                <a:lnTo>
                  <a:pt x="1790589" y="1446"/>
                </a:lnTo>
                <a:lnTo>
                  <a:pt x="1908513" y="2296"/>
                </a:lnTo>
                <a:lnTo>
                  <a:pt x="2051090" y="1197"/>
                </a:lnTo>
                <a:lnTo>
                  <a:pt x="2169031" y="3263"/>
                </a:lnTo>
                <a:lnTo>
                  <a:pt x="2304134" y="3941"/>
                </a:lnTo>
                <a:lnTo>
                  <a:pt x="2417126" y="8001"/>
                </a:lnTo>
                <a:lnTo>
                  <a:pt x="2559647" y="0"/>
                </a:lnTo>
                <a:lnTo>
                  <a:pt x="2672727" y="6972"/>
                </a:lnTo>
                <a:lnTo>
                  <a:pt x="2807795" y="5578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45FF"/>
            </a:solidFill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C49D9D-6CE8-4939-9681-82BC639E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269559"/>
            <a:ext cx="2874271" cy="661615"/>
          </a:xfrm>
          <a:custGeom xmlns:a="http://schemas.openxmlformats.org/drawingml/2006/main">
            <a:pathLst>
              <a:path w="2874271" h="661615">
                <a:moveTo>
                  <a:pt x="0" y="628378"/>
                </a:moveTo>
                <a:cubicBezTo>
                  <a:pt x="0" y="646735"/>
                  <a:pt x="14881" y="661615"/>
                  <a:pt x="33238" y="661615"/>
                </a:cubicBezTo>
                <a:cubicBezTo>
                  <a:pt x="51594" y="661615"/>
                  <a:pt x="66475" y="646735"/>
                  <a:pt x="66475" y="628378"/>
                </a:cubicBezTo>
                <a:cubicBezTo>
                  <a:pt x="66475" y="610022"/>
                  <a:pt x="51594" y="595140"/>
                  <a:pt x="33238" y="595140"/>
                </a:cubicBezTo>
                <a:cubicBezTo>
                  <a:pt x="14881" y="595140"/>
                  <a:pt x="0" y="610022"/>
                  <a:pt x="0" y="628378"/>
                </a:cubicBezTo>
                <a:moveTo>
                  <a:pt x="125972" y="553685"/>
                </a:moveTo>
                <a:cubicBezTo>
                  <a:pt x="125972" y="572041"/>
                  <a:pt x="140853" y="586922"/>
                  <a:pt x="159210" y="586922"/>
                </a:cubicBezTo>
                <a:cubicBezTo>
                  <a:pt x="177567" y="586922"/>
                  <a:pt x="192448" y="572041"/>
                  <a:pt x="192448" y="553685"/>
                </a:cubicBezTo>
                <a:cubicBezTo>
                  <a:pt x="192448" y="535328"/>
                  <a:pt x="177567" y="520447"/>
                  <a:pt x="159210" y="520447"/>
                </a:cubicBezTo>
                <a:cubicBezTo>
                  <a:pt x="140853" y="520447"/>
                  <a:pt x="125972" y="535328"/>
                  <a:pt x="125972" y="553685"/>
                </a:cubicBezTo>
                <a:moveTo>
                  <a:pt x="256820" y="509319"/>
                </a:moveTo>
                <a:cubicBezTo>
                  <a:pt x="256820" y="527676"/>
                  <a:pt x="271701" y="542557"/>
                  <a:pt x="290058" y="542557"/>
                </a:cubicBezTo>
                <a:cubicBezTo>
                  <a:pt x="308415" y="542557"/>
                  <a:pt x="323295" y="527676"/>
                  <a:pt x="323295" y="509319"/>
                </a:cubicBezTo>
                <a:cubicBezTo>
                  <a:pt x="323295" y="490963"/>
                  <a:pt x="308415" y="476082"/>
                  <a:pt x="290058" y="476082"/>
                </a:cubicBezTo>
                <a:cubicBezTo>
                  <a:pt x="271701" y="476082"/>
                  <a:pt x="256820" y="490963"/>
                  <a:pt x="256820" y="509319"/>
                </a:cubicBezTo>
                <a:moveTo>
                  <a:pt x="364594" y="454748"/>
                </a:moveTo>
                <a:cubicBezTo>
                  <a:pt x="364594" y="473104"/>
                  <a:pt x="379475" y="487986"/>
                  <a:pt x="397832" y="487986"/>
                </a:cubicBezTo>
                <a:cubicBezTo>
                  <a:pt x="416188" y="487986"/>
                  <a:pt x="431069" y="473104"/>
                  <a:pt x="431069" y="454748"/>
                </a:cubicBezTo>
                <a:cubicBezTo>
                  <a:pt x="431069" y="436391"/>
                  <a:pt x="416188" y="421511"/>
                  <a:pt x="397832" y="421511"/>
                </a:cubicBezTo>
                <a:cubicBezTo>
                  <a:pt x="379475" y="421511"/>
                  <a:pt x="364594" y="436391"/>
                  <a:pt x="364594" y="454748"/>
                </a:cubicBezTo>
                <a:moveTo>
                  <a:pt x="504257" y="366427"/>
                </a:moveTo>
                <a:cubicBezTo>
                  <a:pt x="504257" y="384783"/>
                  <a:pt x="519138" y="399664"/>
                  <a:pt x="537495" y="399664"/>
                </a:cubicBezTo>
                <a:cubicBezTo>
                  <a:pt x="555851" y="399664"/>
                  <a:pt x="570732" y="384783"/>
                  <a:pt x="570732" y="366427"/>
                </a:cubicBezTo>
                <a:cubicBezTo>
                  <a:pt x="570732" y="348070"/>
                  <a:pt x="555851" y="333189"/>
                  <a:pt x="537495" y="333189"/>
                </a:cubicBezTo>
                <a:cubicBezTo>
                  <a:pt x="519138" y="333189"/>
                  <a:pt x="504257" y="348070"/>
                  <a:pt x="504257" y="366427"/>
                </a:cubicBezTo>
                <a:moveTo>
                  <a:pt x="614446" y="374398"/>
                </a:moveTo>
                <a:cubicBezTo>
                  <a:pt x="614446" y="392755"/>
                  <a:pt x="629327" y="407635"/>
                  <a:pt x="647684" y="407635"/>
                </a:cubicBezTo>
                <a:cubicBezTo>
                  <a:pt x="666040" y="407635"/>
                  <a:pt x="680921" y="392755"/>
                  <a:pt x="680921" y="374398"/>
                </a:cubicBezTo>
                <a:cubicBezTo>
                  <a:pt x="680921" y="356041"/>
                  <a:pt x="666040" y="341160"/>
                  <a:pt x="647684" y="341160"/>
                </a:cubicBezTo>
                <a:cubicBezTo>
                  <a:pt x="629327" y="341160"/>
                  <a:pt x="614446" y="356041"/>
                  <a:pt x="614446" y="374398"/>
                </a:cubicBezTo>
                <a:moveTo>
                  <a:pt x="769626" y="310189"/>
                </a:moveTo>
                <a:cubicBezTo>
                  <a:pt x="769626" y="328546"/>
                  <a:pt x="784506" y="343426"/>
                  <a:pt x="802863" y="343426"/>
                </a:cubicBezTo>
                <a:cubicBezTo>
                  <a:pt x="821220" y="343426"/>
                  <a:pt x="836101" y="328546"/>
                  <a:pt x="836101" y="310189"/>
                </a:cubicBezTo>
                <a:cubicBezTo>
                  <a:pt x="836101" y="291832"/>
                  <a:pt x="821220" y="276951"/>
                  <a:pt x="802863" y="276951"/>
                </a:cubicBezTo>
                <a:cubicBezTo>
                  <a:pt x="784506" y="276951"/>
                  <a:pt x="769626" y="291832"/>
                  <a:pt x="769626" y="310189"/>
                </a:cubicBezTo>
                <a:moveTo>
                  <a:pt x="890079" y="248011"/>
                </a:moveTo>
                <a:cubicBezTo>
                  <a:pt x="890079" y="266367"/>
                  <a:pt x="904960" y="281248"/>
                  <a:pt x="923317" y="281248"/>
                </a:cubicBezTo>
                <a:cubicBezTo>
                  <a:pt x="941673" y="281248"/>
                  <a:pt x="956554" y="266367"/>
                  <a:pt x="956554" y="248011"/>
                </a:cubicBezTo>
                <a:cubicBezTo>
                  <a:pt x="956554" y="229654"/>
                  <a:pt x="941673" y="214773"/>
                  <a:pt x="923317" y="214773"/>
                </a:cubicBezTo>
                <a:cubicBezTo>
                  <a:pt x="904960" y="214773"/>
                  <a:pt x="890079" y="229654"/>
                  <a:pt x="890079" y="248011"/>
                </a:cubicBezTo>
                <a:moveTo>
                  <a:pt x="1002990" y="203312"/>
                </a:moveTo>
                <a:cubicBezTo>
                  <a:pt x="1002990" y="221669"/>
                  <a:pt x="1017871" y="236549"/>
                  <a:pt x="1036227" y="236549"/>
                </a:cubicBezTo>
                <a:cubicBezTo>
                  <a:pt x="1054584" y="236549"/>
                  <a:pt x="1069465" y="221669"/>
                  <a:pt x="1069465" y="203312"/>
                </a:cubicBezTo>
                <a:cubicBezTo>
                  <a:pt x="1069465" y="184955"/>
                  <a:pt x="1054584" y="170074"/>
                  <a:pt x="1036227" y="170074"/>
                </a:cubicBezTo>
                <a:cubicBezTo>
                  <a:pt x="1017871" y="170074"/>
                  <a:pt x="1002990" y="184955"/>
                  <a:pt x="1002990" y="203312"/>
                </a:cubicBezTo>
                <a:moveTo>
                  <a:pt x="1132309" y="178159"/>
                </a:moveTo>
                <a:cubicBezTo>
                  <a:pt x="1132309" y="196516"/>
                  <a:pt x="1147190" y="211396"/>
                  <a:pt x="1165547" y="211396"/>
                </a:cubicBezTo>
                <a:cubicBezTo>
                  <a:pt x="1183903" y="211396"/>
                  <a:pt x="1198784" y="196516"/>
                  <a:pt x="1198784" y="178159"/>
                </a:cubicBezTo>
                <a:cubicBezTo>
                  <a:pt x="1198784" y="159802"/>
                  <a:pt x="1183903" y="144921"/>
                  <a:pt x="1165547" y="144921"/>
                </a:cubicBezTo>
                <a:cubicBezTo>
                  <a:pt x="1147190" y="144921"/>
                  <a:pt x="1132309" y="159802"/>
                  <a:pt x="1132309" y="178159"/>
                </a:cubicBezTo>
                <a:moveTo>
                  <a:pt x="1277565" y="148398"/>
                </a:moveTo>
                <a:cubicBezTo>
                  <a:pt x="1277565" y="166754"/>
                  <a:pt x="1292446" y="181635"/>
                  <a:pt x="1310802" y="181635"/>
                </a:cubicBezTo>
                <a:cubicBezTo>
                  <a:pt x="1329159" y="181635"/>
                  <a:pt x="1344040" y="166754"/>
                  <a:pt x="1344040" y="148398"/>
                </a:cubicBezTo>
                <a:cubicBezTo>
                  <a:pt x="1344040" y="130041"/>
                  <a:pt x="1329159" y="115160"/>
                  <a:pt x="1310802" y="115160"/>
                </a:cubicBezTo>
                <a:cubicBezTo>
                  <a:pt x="1292446" y="115160"/>
                  <a:pt x="1277565" y="130041"/>
                  <a:pt x="1277565" y="148398"/>
                </a:cubicBezTo>
                <a:moveTo>
                  <a:pt x="1392633" y="122416"/>
                </a:moveTo>
                <a:cubicBezTo>
                  <a:pt x="1392633" y="140773"/>
                  <a:pt x="1407514" y="155653"/>
                  <a:pt x="1425870" y="155653"/>
                </a:cubicBezTo>
                <a:cubicBezTo>
                  <a:pt x="1444227" y="155653"/>
                  <a:pt x="1459108" y="140773"/>
                  <a:pt x="1459108" y="122416"/>
                </a:cubicBezTo>
                <a:cubicBezTo>
                  <a:pt x="1459108" y="104059"/>
                  <a:pt x="1444227" y="89178"/>
                  <a:pt x="1425870" y="89178"/>
                </a:cubicBezTo>
                <a:cubicBezTo>
                  <a:pt x="1407514" y="89178"/>
                  <a:pt x="1392633" y="104059"/>
                  <a:pt x="1392633" y="122416"/>
                </a:cubicBezTo>
                <a:moveTo>
                  <a:pt x="1532657" y="77680"/>
                </a:moveTo>
                <a:cubicBezTo>
                  <a:pt x="1532657" y="96037"/>
                  <a:pt x="1547538" y="110918"/>
                  <a:pt x="1565895" y="110918"/>
                </a:cubicBezTo>
                <a:cubicBezTo>
                  <a:pt x="1584252" y="110918"/>
                  <a:pt x="1599132" y="96037"/>
                  <a:pt x="1599132" y="77680"/>
                </a:cubicBezTo>
                <a:cubicBezTo>
                  <a:pt x="1599132" y="59324"/>
                  <a:pt x="1584252" y="44443"/>
                  <a:pt x="1565895" y="44443"/>
                </a:cubicBezTo>
                <a:cubicBezTo>
                  <a:pt x="1547538" y="44443"/>
                  <a:pt x="1532657" y="59324"/>
                  <a:pt x="1532657" y="77680"/>
                </a:cubicBezTo>
                <a:moveTo>
                  <a:pt x="1648158" y="48938"/>
                </a:moveTo>
                <a:cubicBezTo>
                  <a:pt x="1648158" y="67295"/>
                  <a:pt x="1663039" y="82175"/>
                  <a:pt x="1681396" y="82175"/>
                </a:cubicBezTo>
                <a:cubicBezTo>
                  <a:pt x="1699752" y="82175"/>
                  <a:pt x="1714633" y="67295"/>
                  <a:pt x="1714633" y="48938"/>
                </a:cubicBezTo>
                <a:cubicBezTo>
                  <a:pt x="1714633" y="30581"/>
                  <a:pt x="1699752" y="15700"/>
                  <a:pt x="1681396" y="15700"/>
                </a:cubicBezTo>
                <a:cubicBezTo>
                  <a:pt x="1663039" y="15700"/>
                  <a:pt x="1648158" y="30581"/>
                  <a:pt x="1648158" y="48938"/>
                </a:cubicBezTo>
                <a:moveTo>
                  <a:pt x="1790589" y="34684"/>
                </a:moveTo>
                <a:cubicBezTo>
                  <a:pt x="1790589" y="53040"/>
                  <a:pt x="1805470" y="67921"/>
                  <a:pt x="1823827" y="67921"/>
                </a:cubicBezTo>
                <a:cubicBezTo>
                  <a:pt x="1842183" y="67921"/>
                  <a:pt x="1857064" y="53040"/>
                  <a:pt x="1857064" y="34684"/>
                </a:cubicBezTo>
                <a:cubicBezTo>
                  <a:pt x="1857064" y="16327"/>
                  <a:pt x="1842183" y="1446"/>
                  <a:pt x="1823827" y="1446"/>
                </a:cubicBezTo>
                <a:cubicBezTo>
                  <a:pt x="1805470" y="1446"/>
                  <a:pt x="1790589" y="16327"/>
                  <a:pt x="1790589" y="34684"/>
                </a:cubicBezTo>
                <a:moveTo>
                  <a:pt x="1908513" y="35534"/>
                </a:moveTo>
                <a:cubicBezTo>
                  <a:pt x="1908513" y="53890"/>
                  <a:pt x="1923394" y="68771"/>
                  <a:pt x="1941751" y="68771"/>
                </a:cubicBezTo>
                <a:cubicBezTo>
                  <a:pt x="1960107" y="68771"/>
                  <a:pt x="1974988" y="53890"/>
                  <a:pt x="1974988" y="35534"/>
                </a:cubicBezTo>
                <a:cubicBezTo>
                  <a:pt x="1974988" y="17177"/>
                  <a:pt x="1960107" y="2296"/>
                  <a:pt x="1941751" y="2296"/>
                </a:cubicBezTo>
                <a:cubicBezTo>
                  <a:pt x="1923394" y="2296"/>
                  <a:pt x="1908513" y="17177"/>
                  <a:pt x="1908513" y="35534"/>
                </a:cubicBezTo>
                <a:moveTo>
                  <a:pt x="2051090" y="34435"/>
                </a:moveTo>
                <a:cubicBezTo>
                  <a:pt x="2051090" y="52792"/>
                  <a:pt x="2065971" y="67673"/>
                  <a:pt x="2084327" y="67673"/>
                </a:cubicBezTo>
                <a:cubicBezTo>
                  <a:pt x="2102684" y="67673"/>
                  <a:pt x="2117565" y="52792"/>
                  <a:pt x="2117565" y="34435"/>
                </a:cubicBezTo>
                <a:cubicBezTo>
                  <a:pt x="2117565" y="16078"/>
                  <a:pt x="2102684" y="1197"/>
                  <a:pt x="2084327" y="1197"/>
                </a:cubicBezTo>
                <a:cubicBezTo>
                  <a:pt x="2065971" y="1197"/>
                  <a:pt x="2051090" y="16078"/>
                  <a:pt x="2051090" y="34435"/>
                </a:cubicBezTo>
                <a:moveTo>
                  <a:pt x="2169031" y="36501"/>
                </a:moveTo>
                <a:cubicBezTo>
                  <a:pt x="2169031" y="54858"/>
                  <a:pt x="2183912" y="69739"/>
                  <a:pt x="2202268" y="69739"/>
                </a:cubicBezTo>
                <a:cubicBezTo>
                  <a:pt x="2220625" y="69739"/>
                  <a:pt x="2235506" y="54858"/>
                  <a:pt x="2235506" y="36501"/>
                </a:cubicBezTo>
                <a:cubicBezTo>
                  <a:pt x="2235506" y="18145"/>
                  <a:pt x="2220625" y="3264"/>
                  <a:pt x="2202268" y="3264"/>
                </a:cubicBezTo>
                <a:cubicBezTo>
                  <a:pt x="2183912" y="3264"/>
                  <a:pt x="2169031" y="18145"/>
                  <a:pt x="2169031" y="36501"/>
                </a:cubicBezTo>
                <a:moveTo>
                  <a:pt x="2304134" y="37178"/>
                </a:moveTo>
                <a:cubicBezTo>
                  <a:pt x="2304134" y="55535"/>
                  <a:pt x="2319015" y="70416"/>
                  <a:pt x="2337372" y="70416"/>
                </a:cubicBezTo>
                <a:cubicBezTo>
                  <a:pt x="2355728" y="70416"/>
                  <a:pt x="2370609" y="55535"/>
                  <a:pt x="2370609" y="37178"/>
                </a:cubicBezTo>
                <a:cubicBezTo>
                  <a:pt x="2370609" y="18822"/>
                  <a:pt x="2355728" y="3941"/>
                  <a:pt x="2337372" y="3941"/>
                </a:cubicBezTo>
                <a:cubicBezTo>
                  <a:pt x="2319015" y="3941"/>
                  <a:pt x="2304134" y="18822"/>
                  <a:pt x="2304134" y="37178"/>
                </a:cubicBezTo>
                <a:moveTo>
                  <a:pt x="2417126" y="41239"/>
                </a:moveTo>
                <a:cubicBezTo>
                  <a:pt x="2417126" y="59595"/>
                  <a:pt x="2432007" y="74476"/>
                  <a:pt x="2450363" y="74476"/>
                </a:cubicBezTo>
                <a:cubicBezTo>
                  <a:pt x="2468720" y="74476"/>
                  <a:pt x="2483601" y="59595"/>
                  <a:pt x="2483601" y="41239"/>
                </a:cubicBezTo>
                <a:cubicBezTo>
                  <a:pt x="2483601" y="22882"/>
                  <a:pt x="2468720" y="8001"/>
                  <a:pt x="2450363" y="8001"/>
                </a:cubicBezTo>
                <a:cubicBezTo>
                  <a:pt x="2432007" y="8001"/>
                  <a:pt x="2417126" y="22882"/>
                  <a:pt x="2417126" y="41239"/>
                </a:cubicBezTo>
                <a:moveTo>
                  <a:pt x="2559647" y="33238"/>
                </a:moveTo>
                <a:cubicBezTo>
                  <a:pt x="2559647" y="51594"/>
                  <a:pt x="2574528" y="66476"/>
                  <a:pt x="2592885" y="66476"/>
                </a:cubicBezTo>
                <a:cubicBezTo>
                  <a:pt x="2611241" y="66476"/>
                  <a:pt x="2626122" y="51594"/>
                  <a:pt x="2626122" y="33238"/>
                </a:cubicBezTo>
                <a:cubicBezTo>
                  <a:pt x="2626122" y="14881"/>
                  <a:pt x="2611241" y="0"/>
                  <a:pt x="2592885" y="0"/>
                </a:cubicBezTo>
                <a:cubicBezTo>
                  <a:pt x="2574528" y="0"/>
                  <a:pt x="2559647" y="14881"/>
                  <a:pt x="2559647" y="33238"/>
                </a:cubicBezTo>
                <a:moveTo>
                  <a:pt x="2672727" y="40210"/>
                </a:moveTo>
                <a:cubicBezTo>
                  <a:pt x="2672727" y="58567"/>
                  <a:pt x="2687608" y="73448"/>
                  <a:pt x="2705965" y="73448"/>
                </a:cubicBezTo>
                <a:cubicBezTo>
                  <a:pt x="2724322" y="73448"/>
                  <a:pt x="2739203" y="58567"/>
                  <a:pt x="2739203" y="40210"/>
                </a:cubicBezTo>
                <a:cubicBezTo>
                  <a:pt x="2739203" y="21854"/>
                  <a:pt x="2724322" y="6972"/>
                  <a:pt x="2705965" y="6972"/>
                </a:cubicBezTo>
                <a:cubicBezTo>
                  <a:pt x="2687608" y="6972"/>
                  <a:pt x="2672727" y="21854"/>
                  <a:pt x="2672727" y="40210"/>
                </a:cubicBezTo>
                <a:moveTo>
                  <a:pt x="2807795" y="38816"/>
                </a:moveTo>
                <a:cubicBezTo>
                  <a:pt x="2807795" y="57172"/>
                  <a:pt x="2822676" y="72054"/>
                  <a:pt x="2841033" y="72054"/>
                </a:cubicBezTo>
                <a:cubicBezTo>
                  <a:pt x="2859390" y="72054"/>
                  <a:pt x="2874271" y="57172"/>
                  <a:pt x="2874271" y="38816"/>
                </a:cubicBezTo>
                <a:cubicBezTo>
                  <a:pt x="2874271" y="20459"/>
                  <a:pt x="2859390" y="5578"/>
                  <a:pt x="2841033" y="5578"/>
                </a:cubicBezTo>
                <a:cubicBezTo>
                  <a:pt x="2822676" y="5578"/>
                  <a:pt x="2807795" y="20459"/>
                  <a:pt x="2807795" y="38816"/>
                </a:cubicBezTo>
                <a:close/>
              </a:path>
            </a:pathLst>
          </a:custGeom>
          <a:solidFill xmlns:a="http://schemas.openxmlformats.org/drawingml/2006/main">
            <a:srgbClr val="004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87FF11-DD84-4F21-87E8-40A8EB6E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3691942"/>
            <a:ext cx="2807795" cy="628634"/>
          </a:xfrm>
          <a:custGeom xmlns:a="http://schemas.openxmlformats.org/drawingml/2006/main">
            <a:pathLst>
              <a:path w="2807795" h="628634" fill="none">
                <a:moveTo>
                  <a:pt x="0" y="628634"/>
                </a:moveTo>
                <a:lnTo>
                  <a:pt x="125972" y="558764"/>
                </a:lnTo>
                <a:lnTo>
                  <a:pt x="256820" y="463597"/>
                </a:lnTo>
                <a:lnTo>
                  <a:pt x="364594" y="420631"/>
                </a:lnTo>
                <a:lnTo>
                  <a:pt x="504257" y="305393"/>
                </a:lnTo>
                <a:lnTo>
                  <a:pt x="614446" y="308706"/>
                </a:lnTo>
                <a:lnTo>
                  <a:pt x="769625" y="243684"/>
                </a:lnTo>
                <a:lnTo>
                  <a:pt x="890079" y="245461"/>
                </a:lnTo>
                <a:lnTo>
                  <a:pt x="1002990" y="213429"/>
                </a:lnTo>
                <a:lnTo>
                  <a:pt x="1132309" y="212648"/>
                </a:lnTo>
                <a:lnTo>
                  <a:pt x="1277565" y="193855"/>
                </a:lnTo>
                <a:lnTo>
                  <a:pt x="1392633" y="178756"/>
                </a:lnTo>
                <a:lnTo>
                  <a:pt x="1532658" y="161904"/>
                </a:lnTo>
                <a:lnTo>
                  <a:pt x="1648158" y="144981"/>
                </a:lnTo>
                <a:lnTo>
                  <a:pt x="1790589" y="127789"/>
                </a:lnTo>
                <a:lnTo>
                  <a:pt x="1908513" y="103744"/>
                </a:lnTo>
                <a:lnTo>
                  <a:pt x="2051090" y="80155"/>
                </a:lnTo>
                <a:lnTo>
                  <a:pt x="2169030" y="64893"/>
                </a:lnTo>
                <a:lnTo>
                  <a:pt x="2304134" y="62295"/>
                </a:lnTo>
                <a:lnTo>
                  <a:pt x="2417126" y="45391"/>
                </a:lnTo>
                <a:lnTo>
                  <a:pt x="2559647" y="25358"/>
                </a:lnTo>
                <a:lnTo>
                  <a:pt x="2672727" y="14703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45FF"/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30CE4F-76AB-4281-A0CE-7B2353C8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3658705"/>
            <a:ext cx="2874271" cy="695109"/>
          </a:xfrm>
          <a:custGeom xmlns:a="http://schemas.openxmlformats.org/drawingml/2006/main">
            <a:pathLst>
              <a:path w="2874271" h="695109">
                <a:moveTo>
                  <a:pt x="0" y="661871"/>
                </a:moveTo>
                <a:cubicBezTo>
                  <a:pt x="0" y="680228"/>
                  <a:pt x="14881" y="695109"/>
                  <a:pt x="33238" y="695109"/>
                </a:cubicBezTo>
                <a:cubicBezTo>
                  <a:pt x="51594" y="695109"/>
                  <a:pt x="66475" y="680228"/>
                  <a:pt x="66475" y="661871"/>
                </a:cubicBezTo>
                <a:cubicBezTo>
                  <a:pt x="66475" y="643515"/>
                  <a:pt x="51594" y="628634"/>
                  <a:pt x="33238" y="628634"/>
                </a:cubicBezTo>
                <a:cubicBezTo>
                  <a:pt x="14881" y="628634"/>
                  <a:pt x="0" y="643515"/>
                  <a:pt x="0" y="661871"/>
                </a:cubicBezTo>
                <a:moveTo>
                  <a:pt x="125972" y="592002"/>
                </a:moveTo>
                <a:cubicBezTo>
                  <a:pt x="125972" y="610359"/>
                  <a:pt x="140853" y="625240"/>
                  <a:pt x="159210" y="625240"/>
                </a:cubicBezTo>
                <a:cubicBezTo>
                  <a:pt x="177567" y="625240"/>
                  <a:pt x="192448" y="610359"/>
                  <a:pt x="192448" y="592002"/>
                </a:cubicBezTo>
                <a:cubicBezTo>
                  <a:pt x="192448" y="573645"/>
                  <a:pt x="177567" y="558764"/>
                  <a:pt x="159210" y="558764"/>
                </a:cubicBezTo>
                <a:cubicBezTo>
                  <a:pt x="140853" y="558764"/>
                  <a:pt x="125972" y="573645"/>
                  <a:pt x="125972" y="592002"/>
                </a:cubicBezTo>
                <a:moveTo>
                  <a:pt x="256821" y="496835"/>
                </a:moveTo>
                <a:cubicBezTo>
                  <a:pt x="256821" y="515192"/>
                  <a:pt x="271701" y="530072"/>
                  <a:pt x="290058" y="530072"/>
                </a:cubicBezTo>
                <a:cubicBezTo>
                  <a:pt x="308415" y="530072"/>
                  <a:pt x="323296" y="515192"/>
                  <a:pt x="323296" y="496835"/>
                </a:cubicBezTo>
                <a:cubicBezTo>
                  <a:pt x="323296" y="478478"/>
                  <a:pt x="308415" y="463597"/>
                  <a:pt x="290058" y="463597"/>
                </a:cubicBezTo>
                <a:cubicBezTo>
                  <a:pt x="271701" y="463597"/>
                  <a:pt x="256821" y="478478"/>
                  <a:pt x="256821" y="496835"/>
                </a:cubicBezTo>
                <a:moveTo>
                  <a:pt x="364594" y="453868"/>
                </a:moveTo>
                <a:cubicBezTo>
                  <a:pt x="364594" y="472225"/>
                  <a:pt x="379475" y="487106"/>
                  <a:pt x="397832" y="487106"/>
                </a:cubicBezTo>
                <a:cubicBezTo>
                  <a:pt x="416188" y="487106"/>
                  <a:pt x="431070" y="472225"/>
                  <a:pt x="431070" y="453868"/>
                </a:cubicBezTo>
                <a:cubicBezTo>
                  <a:pt x="431070" y="435512"/>
                  <a:pt x="416188" y="420631"/>
                  <a:pt x="397832" y="420631"/>
                </a:cubicBezTo>
                <a:cubicBezTo>
                  <a:pt x="379475" y="420631"/>
                  <a:pt x="364594" y="435512"/>
                  <a:pt x="364594" y="453868"/>
                </a:cubicBezTo>
                <a:moveTo>
                  <a:pt x="504257" y="338630"/>
                </a:moveTo>
                <a:cubicBezTo>
                  <a:pt x="504257" y="356987"/>
                  <a:pt x="519138" y="371868"/>
                  <a:pt x="537495" y="371868"/>
                </a:cubicBezTo>
                <a:cubicBezTo>
                  <a:pt x="555851" y="371868"/>
                  <a:pt x="570732" y="356987"/>
                  <a:pt x="570732" y="338630"/>
                </a:cubicBezTo>
                <a:cubicBezTo>
                  <a:pt x="570732" y="320274"/>
                  <a:pt x="555851" y="305393"/>
                  <a:pt x="537495" y="305393"/>
                </a:cubicBezTo>
                <a:cubicBezTo>
                  <a:pt x="519138" y="305393"/>
                  <a:pt x="504257" y="320274"/>
                  <a:pt x="504257" y="338630"/>
                </a:cubicBezTo>
                <a:moveTo>
                  <a:pt x="614446" y="341943"/>
                </a:moveTo>
                <a:cubicBezTo>
                  <a:pt x="614446" y="360300"/>
                  <a:pt x="629327" y="375181"/>
                  <a:pt x="647684" y="375181"/>
                </a:cubicBezTo>
                <a:cubicBezTo>
                  <a:pt x="666041" y="375181"/>
                  <a:pt x="680922" y="360300"/>
                  <a:pt x="680922" y="341943"/>
                </a:cubicBezTo>
                <a:cubicBezTo>
                  <a:pt x="680922" y="323587"/>
                  <a:pt x="666041" y="308706"/>
                  <a:pt x="647684" y="308706"/>
                </a:cubicBezTo>
                <a:cubicBezTo>
                  <a:pt x="629327" y="308706"/>
                  <a:pt x="614446" y="323587"/>
                  <a:pt x="614446" y="341943"/>
                </a:cubicBezTo>
                <a:moveTo>
                  <a:pt x="769626" y="276922"/>
                </a:moveTo>
                <a:cubicBezTo>
                  <a:pt x="769626" y="295278"/>
                  <a:pt x="784507" y="310159"/>
                  <a:pt x="802863" y="310159"/>
                </a:cubicBezTo>
                <a:cubicBezTo>
                  <a:pt x="821220" y="310159"/>
                  <a:pt x="836101" y="295278"/>
                  <a:pt x="836101" y="276922"/>
                </a:cubicBezTo>
                <a:cubicBezTo>
                  <a:pt x="836101" y="258565"/>
                  <a:pt x="821220" y="243684"/>
                  <a:pt x="802863" y="243684"/>
                </a:cubicBezTo>
                <a:cubicBezTo>
                  <a:pt x="784507" y="243684"/>
                  <a:pt x="769626" y="258565"/>
                  <a:pt x="769626" y="276922"/>
                </a:cubicBezTo>
                <a:moveTo>
                  <a:pt x="890079" y="278699"/>
                </a:moveTo>
                <a:cubicBezTo>
                  <a:pt x="890079" y="297056"/>
                  <a:pt x="904960" y="311936"/>
                  <a:pt x="923317" y="311936"/>
                </a:cubicBezTo>
                <a:cubicBezTo>
                  <a:pt x="941673" y="311936"/>
                  <a:pt x="956554" y="297056"/>
                  <a:pt x="956554" y="278699"/>
                </a:cubicBezTo>
                <a:cubicBezTo>
                  <a:pt x="956554" y="260342"/>
                  <a:pt x="941673" y="245461"/>
                  <a:pt x="923317" y="245461"/>
                </a:cubicBezTo>
                <a:cubicBezTo>
                  <a:pt x="904960" y="245461"/>
                  <a:pt x="890079" y="260342"/>
                  <a:pt x="890079" y="278699"/>
                </a:cubicBezTo>
                <a:moveTo>
                  <a:pt x="1002990" y="246667"/>
                </a:moveTo>
                <a:cubicBezTo>
                  <a:pt x="1002990" y="265023"/>
                  <a:pt x="1017871" y="279904"/>
                  <a:pt x="1036227" y="279904"/>
                </a:cubicBezTo>
                <a:cubicBezTo>
                  <a:pt x="1054584" y="279904"/>
                  <a:pt x="1069465" y="265023"/>
                  <a:pt x="1069465" y="246667"/>
                </a:cubicBezTo>
                <a:cubicBezTo>
                  <a:pt x="1069465" y="228310"/>
                  <a:pt x="1054584" y="213429"/>
                  <a:pt x="1036227" y="213429"/>
                </a:cubicBezTo>
                <a:cubicBezTo>
                  <a:pt x="1017871" y="213429"/>
                  <a:pt x="1002990" y="228310"/>
                  <a:pt x="1002990" y="246667"/>
                </a:cubicBezTo>
                <a:moveTo>
                  <a:pt x="1132309" y="245886"/>
                </a:moveTo>
                <a:cubicBezTo>
                  <a:pt x="1132309" y="264243"/>
                  <a:pt x="1147190" y="279124"/>
                  <a:pt x="1165547" y="279124"/>
                </a:cubicBezTo>
                <a:cubicBezTo>
                  <a:pt x="1183904" y="279124"/>
                  <a:pt x="1198784" y="264243"/>
                  <a:pt x="1198784" y="245886"/>
                </a:cubicBezTo>
                <a:cubicBezTo>
                  <a:pt x="1198784" y="227530"/>
                  <a:pt x="1183904" y="212648"/>
                  <a:pt x="1165547" y="212648"/>
                </a:cubicBezTo>
                <a:cubicBezTo>
                  <a:pt x="1147190" y="212648"/>
                  <a:pt x="1132309" y="227530"/>
                  <a:pt x="1132309" y="245886"/>
                </a:cubicBezTo>
                <a:moveTo>
                  <a:pt x="1277565" y="227093"/>
                </a:moveTo>
                <a:cubicBezTo>
                  <a:pt x="1277565" y="245450"/>
                  <a:pt x="1292446" y="260331"/>
                  <a:pt x="1310802" y="260331"/>
                </a:cubicBezTo>
                <a:cubicBezTo>
                  <a:pt x="1329159" y="260331"/>
                  <a:pt x="1344040" y="245450"/>
                  <a:pt x="1344040" y="227093"/>
                </a:cubicBezTo>
                <a:cubicBezTo>
                  <a:pt x="1344040" y="208736"/>
                  <a:pt x="1329159" y="193855"/>
                  <a:pt x="1310802" y="193855"/>
                </a:cubicBezTo>
                <a:cubicBezTo>
                  <a:pt x="1292446" y="193855"/>
                  <a:pt x="1277565" y="208736"/>
                  <a:pt x="1277565" y="227093"/>
                </a:cubicBezTo>
                <a:moveTo>
                  <a:pt x="1392633" y="211994"/>
                </a:moveTo>
                <a:cubicBezTo>
                  <a:pt x="1392633" y="230351"/>
                  <a:pt x="1407514" y="245231"/>
                  <a:pt x="1425871" y="245231"/>
                </a:cubicBezTo>
                <a:cubicBezTo>
                  <a:pt x="1444227" y="245231"/>
                  <a:pt x="1459108" y="230351"/>
                  <a:pt x="1459108" y="211994"/>
                </a:cubicBezTo>
                <a:cubicBezTo>
                  <a:pt x="1459108" y="193637"/>
                  <a:pt x="1444227" y="178756"/>
                  <a:pt x="1425871" y="178756"/>
                </a:cubicBezTo>
                <a:cubicBezTo>
                  <a:pt x="1407514" y="178756"/>
                  <a:pt x="1392633" y="193637"/>
                  <a:pt x="1392633" y="211994"/>
                </a:cubicBezTo>
                <a:moveTo>
                  <a:pt x="1532658" y="195141"/>
                </a:moveTo>
                <a:cubicBezTo>
                  <a:pt x="1532658" y="213498"/>
                  <a:pt x="1547539" y="228378"/>
                  <a:pt x="1565895" y="228378"/>
                </a:cubicBezTo>
                <a:cubicBezTo>
                  <a:pt x="1584252" y="228378"/>
                  <a:pt x="1599133" y="213498"/>
                  <a:pt x="1599133" y="195141"/>
                </a:cubicBezTo>
                <a:cubicBezTo>
                  <a:pt x="1599133" y="176785"/>
                  <a:pt x="1584252" y="161903"/>
                  <a:pt x="1565895" y="161903"/>
                </a:cubicBezTo>
                <a:cubicBezTo>
                  <a:pt x="1547539" y="161903"/>
                  <a:pt x="1532658" y="176785"/>
                  <a:pt x="1532658" y="195141"/>
                </a:cubicBezTo>
                <a:moveTo>
                  <a:pt x="1648158" y="178219"/>
                </a:moveTo>
                <a:cubicBezTo>
                  <a:pt x="1648158" y="196576"/>
                  <a:pt x="1663039" y="211457"/>
                  <a:pt x="1681396" y="211457"/>
                </a:cubicBezTo>
                <a:cubicBezTo>
                  <a:pt x="1699752" y="211457"/>
                  <a:pt x="1714634" y="196576"/>
                  <a:pt x="1714634" y="178219"/>
                </a:cubicBezTo>
                <a:cubicBezTo>
                  <a:pt x="1714634" y="159862"/>
                  <a:pt x="1699752" y="144982"/>
                  <a:pt x="1681396" y="144982"/>
                </a:cubicBezTo>
                <a:cubicBezTo>
                  <a:pt x="1663039" y="144982"/>
                  <a:pt x="1648158" y="159862"/>
                  <a:pt x="1648158" y="178219"/>
                </a:cubicBezTo>
                <a:moveTo>
                  <a:pt x="1790589" y="161026"/>
                </a:moveTo>
                <a:cubicBezTo>
                  <a:pt x="1790589" y="179383"/>
                  <a:pt x="1805470" y="194264"/>
                  <a:pt x="1823827" y="194264"/>
                </a:cubicBezTo>
                <a:cubicBezTo>
                  <a:pt x="1842184" y="194264"/>
                  <a:pt x="1857064" y="179383"/>
                  <a:pt x="1857064" y="161026"/>
                </a:cubicBezTo>
                <a:cubicBezTo>
                  <a:pt x="1857064" y="142669"/>
                  <a:pt x="1842184" y="127789"/>
                  <a:pt x="1823827" y="127789"/>
                </a:cubicBezTo>
                <a:cubicBezTo>
                  <a:pt x="1805470" y="127789"/>
                  <a:pt x="1790589" y="142669"/>
                  <a:pt x="1790589" y="161026"/>
                </a:cubicBezTo>
                <a:moveTo>
                  <a:pt x="1908514" y="136981"/>
                </a:moveTo>
                <a:cubicBezTo>
                  <a:pt x="1908514" y="155338"/>
                  <a:pt x="1923394" y="170219"/>
                  <a:pt x="1941751" y="170219"/>
                </a:cubicBezTo>
                <a:cubicBezTo>
                  <a:pt x="1960107" y="170219"/>
                  <a:pt x="1974989" y="155338"/>
                  <a:pt x="1974989" y="136981"/>
                </a:cubicBezTo>
                <a:cubicBezTo>
                  <a:pt x="1974989" y="118625"/>
                  <a:pt x="1960107" y="103744"/>
                  <a:pt x="1941751" y="103744"/>
                </a:cubicBezTo>
                <a:cubicBezTo>
                  <a:pt x="1923394" y="103744"/>
                  <a:pt x="1908514" y="118625"/>
                  <a:pt x="1908514" y="136981"/>
                </a:cubicBezTo>
                <a:moveTo>
                  <a:pt x="2051090" y="113392"/>
                </a:moveTo>
                <a:cubicBezTo>
                  <a:pt x="2051090" y="131749"/>
                  <a:pt x="2065971" y="146630"/>
                  <a:pt x="2084327" y="146630"/>
                </a:cubicBezTo>
                <a:cubicBezTo>
                  <a:pt x="2102684" y="146630"/>
                  <a:pt x="2117565" y="131749"/>
                  <a:pt x="2117565" y="113392"/>
                </a:cubicBezTo>
                <a:cubicBezTo>
                  <a:pt x="2117565" y="95036"/>
                  <a:pt x="2102684" y="80155"/>
                  <a:pt x="2084327" y="80155"/>
                </a:cubicBezTo>
                <a:cubicBezTo>
                  <a:pt x="2065971" y="80155"/>
                  <a:pt x="2051090" y="95036"/>
                  <a:pt x="2051090" y="113392"/>
                </a:cubicBezTo>
                <a:moveTo>
                  <a:pt x="2169031" y="98130"/>
                </a:moveTo>
                <a:cubicBezTo>
                  <a:pt x="2169031" y="116487"/>
                  <a:pt x="2183912" y="131368"/>
                  <a:pt x="2202268" y="131368"/>
                </a:cubicBezTo>
                <a:cubicBezTo>
                  <a:pt x="2220625" y="131368"/>
                  <a:pt x="2235506" y="116487"/>
                  <a:pt x="2235506" y="98130"/>
                </a:cubicBezTo>
                <a:cubicBezTo>
                  <a:pt x="2235506" y="79774"/>
                  <a:pt x="2220625" y="64893"/>
                  <a:pt x="2202268" y="64893"/>
                </a:cubicBezTo>
                <a:cubicBezTo>
                  <a:pt x="2183912" y="64893"/>
                  <a:pt x="2169031" y="79774"/>
                  <a:pt x="2169031" y="98130"/>
                </a:cubicBezTo>
                <a:moveTo>
                  <a:pt x="2304134" y="95532"/>
                </a:moveTo>
                <a:cubicBezTo>
                  <a:pt x="2304134" y="113889"/>
                  <a:pt x="2319015" y="128770"/>
                  <a:pt x="2337372" y="128770"/>
                </a:cubicBezTo>
                <a:cubicBezTo>
                  <a:pt x="2355729" y="128770"/>
                  <a:pt x="2370610" y="113889"/>
                  <a:pt x="2370610" y="95532"/>
                </a:cubicBezTo>
                <a:cubicBezTo>
                  <a:pt x="2370610" y="77175"/>
                  <a:pt x="2355729" y="62294"/>
                  <a:pt x="2337372" y="62294"/>
                </a:cubicBezTo>
                <a:cubicBezTo>
                  <a:pt x="2319015" y="62294"/>
                  <a:pt x="2304134" y="77175"/>
                  <a:pt x="2304134" y="95532"/>
                </a:cubicBezTo>
                <a:moveTo>
                  <a:pt x="2417126" y="78629"/>
                </a:moveTo>
                <a:cubicBezTo>
                  <a:pt x="2417126" y="96985"/>
                  <a:pt x="2432007" y="111866"/>
                  <a:pt x="2450363" y="111866"/>
                </a:cubicBezTo>
                <a:cubicBezTo>
                  <a:pt x="2468720" y="111866"/>
                  <a:pt x="2483601" y="96985"/>
                  <a:pt x="2483601" y="78629"/>
                </a:cubicBezTo>
                <a:cubicBezTo>
                  <a:pt x="2483601" y="60272"/>
                  <a:pt x="2468720" y="45391"/>
                  <a:pt x="2450363" y="45391"/>
                </a:cubicBezTo>
                <a:cubicBezTo>
                  <a:pt x="2432007" y="45391"/>
                  <a:pt x="2417126" y="60272"/>
                  <a:pt x="2417126" y="78629"/>
                </a:cubicBezTo>
                <a:moveTo>
                  <a:pt x="2559647" y="58596"/>
                </a:moveTo>
                <a:cubicBezTo>
                  <a:pt x="2559647" y="76952"/>
                  <a:pt x="2574528" y="91833"/>
                  <a:pt x="2592885" y="91833"/>
                </a:cubicBezTo>
                <a:cubicBezTo>
                  <a:pt x="2611241" y="91833"/>
                  <a:pt x="2626122" y="76952"/>
                  <a:pt x="2626122" y="58596"/>
                </a:cubicBezTo>
                <a:cubicBezTo>
                  <a:pt x="2626122" y="40239"/>
                  <a:pt x="2611241" y="25358"/>
                  <a:pt x="2592885" y="25358"/>
                </a:cubicBezTo>
                <a:cubicBezTo>
                  <a:pt x="2574528" y="25358"/>
                  <a:pt x="2559647" y="40239"/>
                  <a:pt x="2559647" y="58596"/>
                </a:cubicBezTo>
                <a:moveTo>
                  <a:pt x="2672727" y="47941"/>
                </a:moveTo>
                <a:cubicBezTo>
                  <a:pt x="2672727" y="66297"/>
                  <a:pt x="2687609" y="81178"/>
                  <a:pt x="2705965" y="81178"/>
                </a:cubicBezTo>
                <a:cubicBezTo>
                  <a:pt x="2724322" y="81178"/>
                  <a:pt x="2739203" y="66297"/>
                  <a:pt x="2739203" y="47941"/>
                </a:cubicBezTo>
                <a:cubicBezTo>
                  <a:pt x="2739203" y="29584"/>
                  <a:pt x="2724322" y="14703"/>
                  <a:pt x="2705965" y="14703"/>
                </a:cubicBezTo>
                <a:cubicBezTo>
                  <a:pt x="2687609" y="14703"/>
                  <a:pt x="2672727" y="29584"/>
                  <a:pt x="2672727" y="47941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4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CB0A6F-34DB-4B9F-B328-DF34F11E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950038"/>
            <a:ext cx="2807795" cy="763839"/>
          </a:xfrm>
          <a:custGeom xmlns:a="http://schemas.openxmlformats.org/drawingml/2006/main">
            <a:pathLst>
              <a:path w="2807795" h="763839" fill="none">
                <a:moveTo>
                  <a:pt x="0" y="763839"/>
                </a:moveTo>
                <a:lnTo>
                  <a:pt x="125972" y="711535"/>
                </a:lnTo>
                <a:lnTo>
                  <a:pt x="256820" y="582718"/>
                </a:lnTo>
                <a:lnTo>
                  <a:pt x="364594" y="533195"/>
                </a:lnTo>
                <a:lnTo>
                  <a:pt x="504257" y="432894"/>
                </a:lnTo>
                <a:lnTo>
                  <a:pt x="614446" y="371300"/>
                </a:lnTo>
                <a:lnTo>
                  <a:pt x="769626" y="270329"/>
                </a:lnTo>
                <a:lnTo>
                  <a:pt x="890079" y="182809"/>
                </a:lnTo>
                <a:lnTo>
                  <a:pt x="1002990" y="138466"/>
                </a:lnTo>
                <a:lnTo>
                  <a:pt x="1132309" y="101786"/>
                </a:lnTo>
                <a:lnTo>
                  <a:pt x="1277565" y="56424"/>
                </a:lnTo>
                <a:lnTo>
                  <a:pt x="1392633" y="51625"/>
                </a:lnTo>
                <a:lnTo>
                  <a:pt x="1532657" y="44512"/>
                </a:lnTo>
                <a:lnTo>
                  <a:pt x="1648158" y="38259"/>
                </a:lnTo>
                <a:lnTo>
                  <a:pt x="1790589" y="34778"/>
                </a:lnTo>
                <a:lnTo>
                  <a:pt x="1908513" y="34087"/>
                </a:lnTo>
                <a:lnTo>
                  <a:pt x="2051090" y="32702"/>
                </a:lnTo>
                <a:lnTo>
                  <a:pt x="2169031" y="28206"/>
                </a:lnTo>
                <a:lnTo>
                  <a:pt x="2304134" y="21373"/>
                </a:lnTo>
                <a:lnTo>
                  <a:pt x="2417126" y="16880"/>
                </a:lnTo>
                <a:lnTo>
                  <a:pt x="2559647" y="7058"/>
                </a:lnTo>
                <a:lnTo>
                  <a:pt x="2672727" y="6244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5CFF"/>
            </a:solidFill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1E8F20-5F1E-4739-BB2A-B54C5DF4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916800"/>
            <a:ext cx="2874271" cy="830314"/>
          </a:xfrm>
          <a:custGeom xmlns:a="http://schemas.openxmlformats.org/drawingml/2006/main">
            <a:pathLst>
              <a:path w="2874271" h="830314">
                <a:moveTo>
                  <a:pt x="0" y="797076"/>
                </a:moveTo>
                <a:cubicBezTo>
                  <a:pt x="0" y="815433"/>
                  <a:pt x="14881" y="830314"/>
                  <a:pt x="33238" y="830314"/>
                </a:cubicBezTo>
                <a:cubicBezTo>
                  <a:pt x="51594" y="830314"/>
                  <a:pt x="66475" y="815433"/>
                  <a:pt x="66475" y="797076"/>
                </a:cubicBezTo>
                <a:cubicBezTo>
                  <a:pt x="66475" y="778720"/>
                  <a:pt x="51594" y="763839"/>
                  <a:pt x="33238" y="763839"/>
                </a:cubicBezTo>
                <a:cubicBezTo>
                  <a:pt x="14881" y="763839"/>
                  <a:pt x="0" y="778720"/>
                  <a:pt x="0" y="797076"/>
                </a:cubicBezTo>
                <a:moveTo>
                  <a:pt x="125972" y="744773"/>
                </a:moveTo>
                <a:cubicBezTo>
                  <a:pt x="125972" y="763130"/>
                  <a:pt x="140853" y="778010"/>
                  <a:pt x="159210" y="778010"/>
                </a:cubicBezTo>
                <a:cubicBezTo>
                  <a:pt x="177567" y="778010"/>
                  <a:pt x="192448" y="763130"/>
                  <a:pt x="192448" y="744773"/>
                </a:cubicBezTo>
                <a:cubicBezTo>
                  <a:pt x="192448" y="726416"/>
                  <a:pt x="177567" y="711535"/>
                  <a:pt x="159210" y="711535"/>
                </a:cubicBezTo>
                <a:cubicBezTo>
                  <a:pt x="140853" y="711535"/>
                  <a:pt x="125972" y="726416"/>
                  <a:pt x="125972" y="744773"/>
                </a:cubicBezTo>
                <a:moveTo>
                  <a:pt x="256820" y="615955"/>
                </a:moveTo>
                <a:cubicBezTo>
                  <a:pt x="256820" y="634312"/>
                  <a:pt x="271701" y="649193"/>
                  <a:pt x="290058" y="649193"/>
                </a:cubicBezTo>
                <a:cubicBezTo>
                  <a:pt x="308415" y="649193"/>
                  <a:pt x="323295" y="634312"/>
                  <a:pt x="323295" y="615955"/>
                </a:cubicBezTo>
                <a:cubicBezTo>
                  <a:pt x="323295" y="597599"/>
                  <a:pt x="308415" y="582718"/>
                  <a:pt x="290058" y="582718"/>
                </a:cubicBezTo>
                <a:cubicBezTo>
                  <a:pt x="271701" y="582718"/>
                  <a:pt x="256820" y="597599"/>
                  <a:pt x="256820" y="615955"/>
                </a:cubicBezTo>
                <a:moveTo>
                  <a:pt x="364594" y="566432"/>
                </a:moveTo>
                <a:cubicBezTo>
                  <a:pt x="364594" y="584789"/>
                  <a:pt x="379475" y="599669"/>
                  <a:pt x="397832" y="599669"/>
                </a:cubicBezTo>
                <a:cubicBezTo>
                  <a:pt x="416188" y="599669"/>
                  <a:pt x="431069" y="584789"/>
                  <a:pt x="431069" y="566432"/>
                </a:cubicBezTo>
                <a:cubicBezTo>
                  <a:pt x="431069" y="548075"/>
                  <a:pt x="416188" y="533194"/>
                  <a:pt x="397832" y="533194"/>
                </a:cubicBezTo>
                <a:cubicBezTo>
                  <a:pt x="379475" y="533194"/>
                  <a:pt x="364594" y="548075"/>
                  <a:pt x="364594" y="566432"/>
                </a:cubicBezTo>
                <a:moveTo>
                  <a:pt x="504257" y="466132"/>
                </a:moveTo>
                <a:cubicBezTo>
                  <a:pt x="504257" y="484488"/>
                  <a:pt x="519138" y="499369"/>
                  <a:pt x="537495" y="499369"/>
                </a:cubicBezTo>
                <a:cubicBezTo>
                  <a:pt x="555851" y="499369"/>
                  <a:pt x="570732" y="484488"/>
                  <a:pt x="570732" y="466132"/>
                </a:cubicBezTo>
                <a:cubicBezTo>
                  <a:pt x="570732" y="447775"/>
                  <a:pt x="555851" y="432894"/>
                  <a:pt x="537495" y="432894"/>
                </a:cubicBezTo>
                <a:cubicBezTo>
                  <a:pt x="519138" y="432894"/>
                  <a:pt x="504257" y="447775"/>
                  <a:pt x="504257" y="466132"/>
                </a:cubicBezTo>
                <a:moveTo>
                  <a:pt x="614446" y="404538"/>
                </a:moveTo>
                <a:cubicBezTo>
                  <a:pt x="614446" y="422895"/>
                  <a:pt x="629327" y="437776"/>
                  <a:pt x="647684" y="437776"/>
                </a:cubicBezTo>
                <a:cubicBezTo>
                  <a:pt x="666040" y="437776"/>
                  <a:pt x="680921" y="422895"/>
                  <a:pt x="680921" y="404538"/>
                </a:cubicBezTo>
                <a:cubicBezTo>
                  <a:pt x="680921" y="386181"/>
                  <a:pt x="666040" y="371300"/>
                  <a:pt x="647684" y="371300"/>
                </a:cubicBezTo>
                <a:cubicBezTo>
                  <a:pt x="629327" y="371300"/>
                  <a:pt x="614446" y="386181"/>
                  <a:pt x="614446" y="404538"/>
                </a:cubicBezTo>
                <a:moveTo>
                  <a:pt x="769626" y="303566"/>
                </a:moveTo>
                <a:cubicBezTo>
                  <a:pt x="769626" y="321923"/>
                  <a:pt x="784506" y="336804"/>
                  <a:pt x="802863" y="336804"/>
                </a:cubicBezTo>
                <a:cubicBezTo>
                  <a:pt x="821220" y="336804"/>
                  <a:pt x="836101" y="321923"/>
                  <a:pt x="836101" y="303566"/>
                </a:cubicBezTo>
                <a:cubicBezTo>
                  <a:pt x="836101" y="285209"/>
                  <a:pt x="821220" y="270328"/>
                  <a:pt x="802863" y="270328"/>
                </a:cubicBezTo>
                <a:cubicBezTo>
                  <a:pt x="784506" y="270328"/>
                  <a:pt x="769626" y="285209"/>
                  <a:pt x="769626" y="303566"/>
                </a:cubicBezTo>
                <a:moveTo>
                  <a:pt x="890079" y="216047"/>
                </a:moveTo>
                <a:cubicBezTo>
                  <a:pt x="890079" y="234403"/>
                  <a:pt x="904960" y="249284"/>
                  <a:pt x="923317" y="249284"/>
                </a:cubicBezTo>
                <a:cubicBezTo>
                  <a:pt x="941673" y="249284"/>
                  <a:pt x="956554" y="234403"/>
                  <a:pt x="956554" y="216047"/>
                </a:cubicBezTo>
                <a:cubicBezTo>
                  <a:pt x="956554" y="197690"/>
                  <a:pt x="941673" y="182809"/>
                  <a:pt x="923317" y="182809"/>
                </a:cubicBezTo>
                <a:cubicBezTo>
                  <a:pt x="904960" y="182809"/>
                  <a:pt x="890079" y="197690"/>
                  <a:pt x="890079" y="216047"/>
                </a:cubicBezTo>
                <a:moveTo>
                  <a:pt x="1002990" y="171703"/>
                </a:moveTo>
                <a:cubicBezTo>
                  <a:pt x="1002990" y="190060"/>
                  <a:pt x="1017871" y="204941"/>
                  <a:pt x="1036227" y="204941"/>
                </a:cubicBezTo>
                <a:cubicBezTo>
                  <a:pt x="1054584" y="204941"/>
                  <a:pt x="1069465" y="190060"/>
                  <a:pt x="1069465" y="171703"/>
                </a:cubicBezTo>
                <a:cubicBezTo>
                  <a:pt x="1069465" y="153347"/>
                  <a:pt x="1054584" y="138466"/>
                  <a:pt x="1036227" y="138466"/>
                </a:cubicBezTo>
                <a:cubicBezTo>
                  <a:pt x="1017871" y="138466"/>
                  <a:pt x="1002990" y="153347"/>
                  <a:pt x="1002990" y="171703"/>
                </a:cubicBezTo>
                <a:moveTo>
                  <a:pt x="1132309" y="135024"/>
                </a:moveTo>
                <a:cubicBezTo>
                  <a:pt x="1132309" y="153380"/>
                  <a:pt x="1147190" y="168261"/>
                  <a:pt x="1165547" y="168261"/>
                </a:cubicBezTo>
                <a:cubicBezTo>
                  <a:pt x="1183903" y="168261"/>
                  <a:pt x="1198784" y="153380"/>
                  <a:pt x="1198784" y="135024"/>
                </a:cubicBezTo>
                <a:cubicBezTo>
                  <a:pt x="1198784" y="116667"/>
                  <a:pt x="1183903" y="101786"/>
                  <a:pt x="1165547" y="101786"/>
                </a:cubicBezTo>
                <a:cubicBezTo>
                  <a:pt x="1147190" y="101786"/>
                  <a:pt x="1132309" y="116667"/>
                  <a:pt x="1132309" y="135024"/>
                </a:cubicBezTo>
                <a:moveTo>
                  <a:pt x="1277565" y="89661"/>
                </a:moveTo>
                <a:cubicBezTo>
                  <a:pt x="1277565" y="108018"/>
                  <a:pt x="1292446" y="122899"/>
                  <a:pt x="1310802" y="122899"/>
                </a:cubicBezTo>
                <a:cubicBezTo>
                  <a:pt x="1329159" y="122899"/>
                  <a:pt x="1344040" y="108018"/>
                  <a:pt x="1344040" y="89661"/>
                </a:cubicBezTo>
                <a:cubicBezTo>
                  <a:pt x="1344040" y="71304"/>
                  <a:pt x="1329159" y="56423"/>
                  <a:pt x="1310802" y="56423"/>
                </a:cubicBezTo>
                <a:cubicBezTo>
                  <a:pt x="1292446" y="56423"/>
                  <a:pt x="1277565" y="71304"/>
                  <a:pt x="1277565" y="89661"/>
                </a:cubicBezTo>
                <a:moveTo>
                  <a:pt x="1392633" y="84862"/>
                </a:moveTo>
                <a:cubicBezTo>
                  <a:pt x="1392633" y="103219"/>
                  <a:pt x="1407514" y="118100"/>
                  <a:pt x="1425870" y="118100"/>
                </a:cubicBezTo>
                <a:cubicBezTo>
                  <a:pt x="1444227" y="118100"/>
                  <a:pt x="1459108" y="103219"/>
                  <a:pt x="1459108" y="84862"/>
                </a:cubicBezTo>
                <a:cubicBezTo>
                  <a:pt x="1459108" y="66506"/>
                  <a:pt x="1444227" y="51625"/>
                  <a:pt x="1425870" y="51625"/>
                </a:cubicBezTo>
                <a:cubicBezTo>
                  <a:pt x="1407514" y="51625"/>
                  <a:pt x="1392633" y="66506"/>
                  <a:pt x="1392633" y="84862"/>
                </a:cubicBezTo>
                <a:moveTo>
                  <a:pt x="1532657" y="77749"/>
                </a:moveTo>
                <a:cubicBezTo>
                  <a:pt x="1532657" y="96106"/>
                  <a:pt x="1547538" y="110987"/>
                  <a:pt x="1565895" y="110987"/>
                </a:cubicBezTo>
                <a:cubicBezTo>
                  <a:pt x="1584252" y="110987"/>
                  <a:pt x="1599132" y="96106"/>
                  <a:pt x="1599132" y="77749"/>
                </a:cubicBezTo>
                <a:cubicBezTo>
                  <a:pt x="1599132" y="59393"/>
                  <a:pt x="1584252" y="44512"/>
                  <a:pt x="1565895" y="44512"/>
                </a:cubicBezTo>
                <a:cubicBezTo>
                  <a:pt x="1547538" y="44512"/>
                  <a:pt x="1532657" y="59393"/>
                  <a:pt x="1532657" y="77749"/>
                </a:cubicBezTo>
                <a:moveTo>
                  <a:pt x="1648158" y="71497"/>
                </a:moveTo>
                <a:cubicBezTo>
                  <a:pt x="1648158" y="89853"/>
                  <a:pt x="1663039" y="104735"/>
                  <a:pt x="1681396" y="104735"/>
                </a:cubicBezTo>
                <a:cubicBezTo>
                  <a:pt x="1699752" y="104735"/>
                  <a:pt x="1714633" y="89853"/>
                  <a:pt x="1714633" y="71497"/>
                </a:cubicBezTo>
                <a:cubicBezTo>
                  <a:pt x="1714633" y="53140"/>
                  <a:pt x="1699752" y="38259"/>
                  <a:pt x="1681396" y="38259"/>
                </a:cubicBezTo>
                <a:cubicBezTo>
                  <a:pt x="1663039" y="38259"/>
                  <a:pt x="1648158" y="53140"/>
                  <a:pt x="1648158" y="71497"/>
                </a:cubicBezTo>
                <a:moveTo>
                  <a:pt x="1790589" y="68015"/>
                </a:moveTo>
                <a:cubicBezTo>
                  <a:pt x="1790589" y="86372"/>
                  <a:pt x="1805470" y="101253"/>
                  <a:pt x="1823827" y="101253"/>
                </a:cubicBezTo>
                <a:cubicBezTo>
                  <a:pt x="1842183" y="101253"/>
                  <a:pt x="1857064" y="86372"/>
                  <a:pt x="1857064" y="68015"/>
                </a:cubicBezTo>
                <a:cubicBezTo>
                  <a:pt x="1857064" y="49659"/>
                  <a:pt x="1842183" y="34778"/>
                  <a:pt x="1823827" y="34778"/>
                </a:cubicBezTo>
                <a:cubicBezTo>
                  <a:pt x="1805470" y="34778"/>
                  <a:pt x="1790589" y="49659"/>
                  <a:pt x="1790589" y="68015"/>
                </a:cubicBezTo>
                <a:moveTo>
                  <a:pt x="1908513" y="67324"/>
                </a:moveTo>
                <a:cubicBezTo>
                  <a:pt x="1908513" y="85681"/>
                  <a:pt x="1923394" y="100562"/>
                  <a:pt x="1941751" y="100562"/>
                </a:cubicBezTo>
                <a:cubicBezTo>
                  <a:pt x="1960107" y="100562"/>
                  <a:pt x="1974988" y="85681"/>
                  <a:pt x="1974988" y="67324"/>
                </a:cubicBezTo>
                <a:cubicBezTo>
                  <a:pt x="1974988" y="48968"/>
                  <a:pt x="1960107" y="34087"/>
                  <a:pt x="1941751" y="34087"/>
                </a:cubicBezTo>
                <a:cubicBezTo>
                  <a:pt x="1923394" y="34087"/>
                  <a:pt x="1908513" y="48968"/>
                  <a:pt x="1908513" y="67324"/>
                </a:cubicBezTo>
                <a:moveTo>
                  <a:pt x="2051090" y="65939"/>
                </a:moveTo>
                <a:cubicBezTo>
                  <a:pt x="2051090" y="84296"/>
                  <a:pt x="2065971" y="99177"/>
                  <a:pt x="2084327" y="99177"/>
                </a:cubicBezTo>
                <a:cubicBezTo>
                  <a:pt x="2102684" y="99177"/>
                  <a:pt x="2117565" y="84296"/>
                  <a:pt x="2117565" y="65939"/>
                </a:cubicBezTo>
                <a:cubicBezTo>
                  <a:pt x="2117565" y="47583"/>
                  <a:pt x="2102684" y="32702"/>
                  <a:pt x="2084327" y="32702"/>
                </a:cubicBezTo>
                <a:cubicBezTo>
                  <a:pt x="2065971" y="32702"/>
                  <a:pt x="2051090" y="47583"/>
                  <a:pt x="2051090" y="65939"/>
                </a:cubicBezTo>
                <a:moveTo>
                  <a:pt x="2169031" y="61443"/>
                </a:moveTo>
                <a:cubicBezTo>
                  <a:pt x="2169031" y="79800"/>
                  <a:pt x="2183912" y="94680"/>
                  <a:pt x="2202268" y="94680"/>
                </a:cubicBezTo>
                <a:cubicBezTo>
                  <a:pt x="2220625" y="94680"/>
                  <a:pt x="2235506" y="79800"/>
                  <a:pt x="2235506" y="61443"/>
                </a:cubicBezTo>
                <a:cubicBezTo>
                  <a:pt x="2235506" y="43086"/>
                  <a:pt x="2220625" y="28205"/>
                  <a:pt x="2202268" y="28205"/>
                </a:cubicBezTo>
                <a:cubicBezTo>
                  <a:pt x="2183912" y="28205"/>
                  <a:pt x="2169031" y="43086"/>
                  <a:pt x="2169031" y="61443"/>
                </a:cubicBezTo>
                <a:moveTo>
                  <a:pt x="2304134" y="54610"/>
                </a:moveTo>
                <a:cubicBezTo>
                  <a:pt x="2304134" y="72967"/>
                  <a:pt x="2319015" y="87848"/>
                  <a:pt x="2337372" y="87848"/>
                </a:cubicBezTo>
                <a:cubicBezTo>
                  <a:pt x="2355728" y="87848"/>
                  <a:pt x="2370609" y="72967"/>
                  <a:pt x="2370609" y="54610"/>
                </a:cubicBezTo>
                <a:cubicBezTo>
                  <a:pt x="2370609" y="36254"/>
                  <a:pt x="2355728" y="21372"/>
                  <a:pt x="2337372" y="21372"/>
                </a:cubicBezTo>
                <a:cubicBezTo>
                  <a:pt x="2319015" y="21372"/>
                  <a:pt x="2304134" y="36254"/>
                  <a:pt x="2304134" y="54610"/>
                </a:cubicBezTo>
                <a:moveTo>
                  <a:pt x="2417126" y="50117"/>
                </a:moveTo>
                <a:cubicBezTo>
                  <a:pt x="2417126" y="68473"/>
                  <a:pt x="2432007" y="83355"/>
                  <a:pt x="2450363" y="83355"/>
                </a:cubicBezTo>
                <a:cubicBezTo>
                  <a:pt x="2468720" y="83355"/>
                  <a:pt x="2483601" y="68473"/>
                  <a:pt x="2483601" y="50117"/>
                </a:cubicBezTo>
                <a:cubicBezTo>
                  <a:pt x="2483601" y="31760"/>
                  <a:pt x="2468720" y="16880"/>
                  <a:pt x="2450363" y="16880"/>
                </a:cubicBezTo>
                <a:cubicBezTo>
                  <a:pt x="2432007" y="16880"/>
                  <a:pt x="2417126" y="31760"/>
                  <a:pt x="2417126" y="50117"/>
                </a:cubicBezTo>
                <a:moveTo>
                  <a:pt x="2559647" y="40295"/>
                </a:moveTo>
                <a:cubicBezTo>
                  <a:pt x="2559647" y="58652"/>
                  <a:pt x="2574528" y="73533"/>
                  <a:pt x="2592885" y="73533"/>
                </a:cubicBezTo>
                <a:cubicBezTo>
                  <a:pt x="2611241" y="73533"/>
                  <a:pt x="2626122" y="58652"/>
                  <a:pt x="2626122" y="40295"/>
                </a:cubicBezTo>
                <a:cubicBezTo>
                  <a:pt x="2626122" y="21939"/>
                  <a:pt x="2611241" y="7058"/>
                  <a:pt x="2592885" y="7058"/>
                </a:cubicBezTo>
                <a:cubicBezTo>
                  <a:pt x="2574528" y="7058"/>
                  <a:pt x="2559647" y="21939"/>
                  <a:pt x="2559647" y="40295"/>
                </a:cubicBezTo>
                <a:moveTo>
                  <a:pt x="2672727" y="39481"/>
                </a:moveTo>
                <a:cubicBezTo>
                  <a:pt x="2672727" y="57838"/>
                  <a:pt x="2687608" y="72719"/>
                  <a:pt x="2705965" y="72719"/>
                </a:cubicBezTo>
                <a:cubicBezTo>
                  <a:pt x="2724322" y="72719"/>
                  <a:pt x="2739203" y="57838"/>
                  <a:pt x="2739203" y="39481"/>
                </a:cubicBezTo>
                <a:cubicBezTo>
                  <a:pt x="2739203" y="21125"/>
                  <a:pt x="2724322" y="6244"/>
                  <a:pt x="2705965" y="6244"/>
                </a:cubicBezTo>
                <a:cubicBezTo>
                  <a:pt x="2687608" y="6244"/>
                  <a:pt x="2672727" y="21125"/>
                  <a:pt x="2672727" y="39481"/>
                </a:cubicBezTo>
                <a:moveTo>
                  <a:pt x="2807795" y="33237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005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8B6E93-CDF5-4F43-81BE-79240097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375229"/>
            <a:ext cx="2807795" cy="760678"/>
          </a:xfrm>
          <a:custGeom xmlns:a="http://schemas.openxmlformats.org/drawingml/2006/main">
            <a:pathLst>
              <a:path w="2807795" h="760678" fill="none">
                <a:moveTo>
                  <a:pt x="0" y="760678"/>
                </a:moveTo>
                <a:lnTo>
                  <a:pt x="125972" y="714516"/>
                </a:lnTo>
                <a:lnTo>
                  <a:pt x="256820" y="613998"/>
                </a:lnTo>
                <a:lnTo>
                  <a:pt x="364594" y="532229"/>
                </a:lnTo>
                <a:lnTo>
                  <a:pt x="504257" y="427277"/>
                </a:lnTo>
                <a:lnTo>
                  <a:pt x="614446" y="358307"/>
                </a:lnTo>
                <a:lnTo>
                  <a:pt x="769625" y="285937"/>
                </a:lnTo>
                <a:lnTo>
                  <a:pt x="890079" y="275215"/>
                </a:lnTo>
                <a:lnTo>
                  <a:pt x="1002990" y="266635"/>
                </a:lnTo>
                <a:lnTo>
                  <a:pt x="1132309" y="252655"/>
                </a:lnTo>
                <a:lnTo>
                  <a:pt x="1277565" y="219758"/>
                </a:lnTo>
                <a:lnTo>
                  <a:pt x="1392633" y="200717"/>
                </a:lnTo>
                <a:lnTo>
                  <a:pt x="1532658" y="170383"/>
                </a:lnTo>
                <a:lnTo>
                  <a:pt x="1648158" y="144156"/>
                </a:lnTo>
                <a:lnTo>
                  <a:pt x="1790589" y="126497"/>
                </a:lnTo>
                <a:lnTo>
                  <a:pt x="1908513" y="101601"/>
                </a:lnTo>
                <a:lnTo>
                  <a:pt x="2051090" y="84458"/>
                </a:lnTo>
                <a:lnTo>
                  <a:pt x="2169030" y="67548"/>
                </a:lnTo>
                <a:lnTo>
                  <a:pt x="2304134" y="60774"/>
                </a:lnTo>
                <a:lnTo>
                  <a:pt x="2417126" y="43839"/>
                </a:lnTo>
                <a:lnTo>
                  <a:pt x="2559647" y="19976"/>
                </a:lnTo>
                <a:lnTo>
                  <a:pt x="2672727" y="11232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5CFF"/>
            </a:solidFill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47C5E1-57A9-498B-A13C-4A852154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341992"/>
            <a:ext cx="2874271" cy="827153"/>
          </a:xfrm>
          <a:custGeom xmlns:a="http://schemas.openxmlformats.org/drawingml/2006/main">
            <a:pathLst>
              <a:path w="2874271" h="827153">
                <a:moveTo>
                  <a:pt x="0" y="793915"/>
                </a:moveTo>
                <a:cubicBezTo>
                  <a:pt x="0" y="812272"/>
                  <a:pt x="14881" y="827153"/>
                  <a:pt x="33238" y="827153"/>
                </a:cubicBezTo>
                <a:cubicBezTo>
                  <a:pt x="51594" y="827153"/>
                  <a:pt x="66475" y="812272"/>
                  <a:pt x="66475" y="793915"/>
                </a:cubicBezTo>
                <a:cubicBezTo>
                  <a:pt x="66475" y="775559"/>
                  <a:pt x="51594" y="760678"/>
                  <a:pt x="33238" y="760678"/>
                </a:cubicBezTo>
                <a:cubicBezTo>
                  <a:pt x="14881" y="760678"/>
                  <a:pt x="0" y="775559"/>
                  <a:pt x="0" y="793915"/>
                </a:cubicBezTo>
                <a:moveTo>
                  <a:pt x="125972" y="747754"/>
                </a:moveTo>
                <a:cubicBezTo>
                  <a:pt x="125972" y="766111"/>
                  <a:pt x="140853" y="780992"/>
                  <a:pt x="159210" y="780992"/>
                </a:cubicBezTo>
                <a:cubicBezTo>
                  <a:pt x="177567" y="780992"/>
                  <a:pt x="192448" y="766111"/>
                  <a:pt x="192448" y="747754"/>
                </a:cubicBezTo>
                <a:cubicBezTo>
                  <a:pt x="192448" y="729397"/>
                  <a:pt x="177567" y="714517"/>
                  <a:pt x="159210" y="714517"/>
                </a:cubicBezTo>
                <a:cubicBezTo>
                  <a:pt x="140853" y="714517"/>
                  <a:pt x="125972" y="729397"/>
                  <a:pt x="125972" y="747754"/>
                </a:cubicBezTo>
                <a:moveTo>
                  <a:pt x="256821" y="647235"/>
                </a:moveTo>
                <a:cubicBezTo>
                  <a:pt x="256821" y="665592"/>
                  <a:pt x="271701" y="680473"/>
                  <a:pt x="290058" y="680473"/>
                </a:cubicBezTo>
                <a:cubicBezTo>
                  <a:pt x="308415" y="680473"/>
                  <a:pt x="323296" y="665592"/>
                  <a:pt x="323296" y="647235"/>
                </a:cubicBezTo>
                <a:cubicBezTo>
                  <a:pt x="323296" y="628879"/>
                  <a:pt x="308415" y="613998"/>
                  <a:pt x="290058" y="613998"/>
                </a:cubicBezTo>
                <a:cubicBezTo>
                  <a:pt x="271701" y="613998"/>
                  <a:pt x="256821" y="628879"/>
                  <a:pt x="256821" y="647235"/>
                </a:cubicBezTo>
                <a:moveTo>
                  <a:pt x="364594" y="565467"/>
                </a:moveTo>
                <a:cubicBezTo>
                  <a:pt x="364594" y="583823"/>
                  <a:pt x="379475" y="598705"/>
                  <a:pt x="397832" y="598705"/>
                </a:cubicBezTo>
                <a:cubicBezTo>
                  <a:pt x="416188" y="598705"/>
                  <a:pt x="431070" y="583823"/>
                  <a:pt x="431070" y="565467"/>
                </a:cubicBezTo>
                <a:cubicBezTo>
                  <a:pt x="431070" y="547110"/>
                  <a:pt x="416188" y="532229"/>
                  <a:pt x="397832" y="532229"/>
                </a:cubicBezTo>
                <a:cubicBezTo>
                  <a:pt x="379475" y="532229"/>
                  <a:pt x="364594" y="547110"/>
                  <a:pt x="364594" y="565467"/>
                </a:cubicBezTo>
                <a:moveTo>
                  <a:pt x="504257" y="460515"/>
                </a:moveTo>
                <a:cubicBezTo>
                  <a:pt x="504257" y="478871"/>
                  <a:pt x="519138" y="493752"/>
                  <a:pt x="537495" y="493752"/>
                </a:cubicBezTo>
                <a:cubicBezTo>
                  <a:pt x="555851" y="493752"/>
                  <a:pt x="570732" y="478871"/>
                  <a:pt x="570732" y="460515"/>
                </a:cubicBezTo>
                <a:cubicBezTo>
                  <a:pt x="570732" y="442158"/>
                  <a:pt x="555851" y="427277"/>
                  <a:pt x="537495" y="427277"/>
                </a:cubicBezTo>
                <a:cubicBezTo>
                  <a:pt x="519138" y="427277"/>
                  <a:pt x="504257" y="442158"/>
                  <a:pt x="504257" y="460515"/>
                </a:cubicBezTo>
                <a:moveTo>
                  <a:pt x="614446" y="391545"/>
                </a:moveTo>
                <a:cubicBezTo>
                  <a:pt x="614446" y="409901"/>
                  <a:pt x="629327" y="424782"/>
                  <a:pt x="647684" y="424782"/>
                </a:cubicBezTo>
                <a:cubicBezTo>
                  <a:pt x="666041" y="424782"/>
                  <a:pt x="680922" y="409901"/>
                  <a:pt x="680922" y="391545"/>
                </a:cubicBezTo>
                <a:cubicBezTo>
                  <a:pt x="680922" y="373188"/>
                  <a:pt x="666041" y="358307"/>
                  <a:pt x="647684" y="358307"/>
                </a:cubicBezTo>
                <a:cubicBezTo>
                  <a:pt x="629327" y="358307"/>
                  <a:pt x="614446" y="373188"/>
                  <a:pt x="614446" y="391545"/>
                </a:cubicBezTo>
                <a:moveTo>
                  <a:pt x="769626" y="319175"/>
                </a:moveTo>
                <a:cubicBezTo>
                  <a:pt x="769626" y="337531"/>
                  <a:pt x="784507" y="352412"/>
                  <a:pt x="802863" y="352412"/>
                </a:cubicBezTo>
                <a:cubicBezTo>
                  <a:pt x="821220" y="352412"/>
                  <a:pt x="836101" y="337531"/>
                  <a:pt x="836101" y="319175"/>
                </a:cubicBezTo>
                <a:cubicBezTo>
                  <a:pt x="836101" y="300818"/>
                  <a:pt x="821220" y="285937"/>
                  <a:pt x="802863" y="285937"/>
                </a:cubicBezTo>
                <a:cubicBezTo>
                  <a:pt x="784507" y="285937"/>
                  <a:pt x="769626" y="300818"/>
                  <a:pt x="769626" y="319175"/>
                </a:cubicBezTo>
                <a:moveTo>
                  <a:pt x="890079" y="308453"/>
                </a:moveTo>
                <a:cubicBezTo>
                  <a:pt x="890079" y="326809"/>
                  <a:pt x="904960" y="341691"/>
                  <a:pt x="923317" y="341691"/>
                </a:cubicBezTo>
                <a:cubicBezTo>
                  <a:pt x="941673" y="341691"/>
                  <a:pt x="956554" y="326809"/>
                  <a:pt x="956554" y="308453"/>
                </a:cubicBezTo>
                <a:cubicBezTo>
                  <a:pt x="956554" y="290096"/>
                  <a:pt x="941673" y="275215"/>
                  <a:pt x="923317" y="275215"/>
                </a:cubicBezTo>
                <a:cubicBezTo>
                  <a:pt x="904960" y="275215"/>
                  <a:pt x="890079" y="290096"/>
                  <a:pt x="890079" y="308453"/>
                </a:cubicBezTo>
                <a:moveTo>
                  <a:pt x="1002990" y="299873"/>
                </a:moveTo>
                <a:cubicBezTo>
                  <a:pt x="1002990" y="318230"/>
                  <a:pt x="1017871" y="333111"/>
                  <a:pt x="1036227" y="333111"/>
                </a:cubicBezTo>
                <a:cubicBezTo>
                  <a:pt x="1054584" y="333111"/>
                  <a:pt x="1069465" y="318230"/>
                  <a:pt x="1069465" y="299873"/>
                </a:cubicBezTo>
                <a:cubicBezTo>
                  <a:pt x="1069465" y="281517"/>
                  <a:pt x="1054584" y="266636"/>
                  <a:pt x="1036227" y="266636"/>
                </a:cubicBezTo>
                <a:cubicBezTo>
                  <a:pt x="1017871" y="266636"/>
                  <a:pt x="1002990" y="281517"/>
                  <a:pt x="1002990" y="299873"/>
                </a:cubicBezTo>
                <a:moveTo>
                  <a:pt x="1132309" y="285893"/>
                </a:moveTo>
                <a:cubicBezTo>
                  <a:pt x="1132309" y="304250"/>
                  <a:pt x="1147190" y="319131"/>
                  <a:pt x="1165547" y="319131"/>
                </a:cubicBezTo>
                <a:cubicBezTo>
                  <a:pt x="1183904" y="319131"/>
                  <a:pt x="1198784" y="304250"/>
                  <a:pt x="1198784" y="285893"/>
                </a:cubicBezTo>
                <a:cubicBezTo>
                  <a:pt x="1198784" y="267537"/>
                  <a:pt x="1183904" y="252655"/>
                  <a:pt x="1165547" y="252655"/>
                </a:cubicBezTo>
                <a:cubicBezTo>
                  <a:pt x="1147190" y="252655"/>
                  <a:pt x="1132309" y="267537"/>
                  <a:pt x="1132309" y="285893"/>
                </a:cubicBezTo>
                <a:moveTo>
                  <a:pt x="1277565" y="252996"/>
                </a:moveTo>
                <a:cubicBezTo>
                  <a:pt x="1277565" y="271352"/>
                  <a:pt x="1292446" y="286233"/>
                  <a:pt x="1310802" y="286233"/>
                </a:cubicBezTo>
                <a:cubicBezTo>
                  <a:pt x="1329159" y="286233"/>
                  <a:pt x="1344040" y="271352"/>
                  <a:pt x="1344040" y="252996"/>
                </a:cubicBezTo>
                <a:cubicBezTo>
                  <a:pt x="1344040" y="234639"/>
                  <a:pt x="1329159" y="219758"/>
                  <a:pt x="1310802" y="219758"/>
                </a:cubicBezTo>
                <a:cubicBezTo>
                  <a:pt x="1292446" y="219758"/>
                  <a:pt x="1277565" y="234639"/>
                  <a:pt x="1277565" y="252996"/>
                </a:cubicBezTo>
                <a:moveTo>
                  <a:pt x="1392633" y="233955"/>
                </a:moveTo>
                <a:cubicBezTo>
                  <a:pt x="1392633" y="252312"/>
                  <a:pt x="1407514" y="267193"/>
                  <a:pt x="1425871" y="267193"/>
                </a:cubicBezTo>
                <a:cubicBezTo>
                  <a:pt x="1444227" y="267193"/>
                  <a:pt x="1459108" y="252312"/>
                  <a:pt x="1459108" y="233955"/>
                </a:cubicBezTo>
                <a:cubicBezTo>
                  <a:pt x="1459108" y="215598"/>
                  <a:pt x="1444227" y="200717"/>
                  <a:pt x="1425871" y="200717"/>
                </a:cubicBezTo>
                <a:cubicBezTo>
                  <a:pt x="1407514" y="200717"/>
                  <a:pt x="1392633" y="215598"/>
                  <a:pt x="1392633" y="233955"/>
                </a:cubicBezTo>
                <a:moveTo>
                  <a:pt x="1532658" y="203621"/>
                </a:moveTo>
                <a:cubicBezTo>
                  <a:pt x="1532658" y="221977"/>
                  <a:pt x="1547539" y="236858"/>
                  <a:pt x="1565895" y="236858"/>
                </a:cubicBezTo>
                <a:cubicBezTo>
                  <a:pt x="1584252" y="236858"/>
                  <a:pt x="1599133" y="221977"/>
                  <a:pt x="1599133" y="203621"/>
                </a:cubicBezTo>
                <a:cubicBezTo>
                  <a:pt x="1599133" y="185264"/>
                  <a:pt x="1584252" y="170383"/>
                  <a:pt x="1565895" y="170383"/>
                </a:cubicBezTo>
                <a:cubicBezTo>
                  <a:pt x="1547539" y="170383"/>
                  <a:pt x="1532658" y="185264"/>
                  <a:pt x="1532658" y="203621"/>
                </a:cubicBezTo>
                <a:moveTo>
                  <a:pt x="1648158" y="177394"/>
                </a:moveTo>
                <a:cubicBezTo>
                  <a:pt x="1648158" y="195751"/>
                  <a:pt x="1663039" y="210632"/>
                  <a:pt x="1681396" y="210632"/>
                </a:cubicBezTo>
                <a:cubicBezTo>
                  <a:pt x="1699752" y="210632"/>
                  <a:pt x="1714634" y="195751"/>
                  <a:pt x="1714634" y="177394"/>
                </a:cubicBezTo>
                <a:cubicBezTo>
                  <a:pt x="1714634" y="159037"/>
                  <a:pt x="1699752" y="144157"/>
                  <a:pt x="1681396" y="144157"/>
                </a:cubicBezTo>
                <a:cubicBezTo>
                  <a:pt x="1663039" y="144157"/>
                  <a:pt x="1648158" y="159037"/>
                  <a:pt x="1648158" y="177394"/>
                </a:cubicBezTo>
                <a:moveTo>
                  <a:pt x="1790589" y="159735"/>
                </a:moveTo>
                <a:cubicBezTo>
                  <a:pt x="1790589" y="178091"/>
                  <a:pt x="1805470" y="192973"/>
                  <a:pt x="1823827" y="192973"/>
                </a:cubicBezTo>
                <a:cubicBezTo>
                  <a:pt x="1842184" y="192973"/>
                  <a:pt x="1857064" y="178091"/>
                  <a:pt x="1857064" y="159735"/>
                </a:cubicBezTo>
                <a:cubicBezTo>
                  <a:pt x="1857064" y="141378"/>
                  <a:pt x="1842184" y="126497"/>
                  <a:pt x="1823827" y="126497"/>
                </a:cubicBezTo>
                <a:cubicBezTo>
                  <a:pt x="1805470" y="126497"/>
                  <a:pt x="1790589" y="141378"/>
                  <a:pt x="1790589" y="159735"/>
                </a:cubicBezTo>
                <a:moveTo>
                  <a:pt x="1908514" y="134838"/>
                </a:moveTo>
                <a:cubicBezTo>
                  <a:pt x="1908514" y="153195"/>
                  <a:pt x="1923394" y="168076"/>
                  <a:pt x="1941751" y="168076"/>
                </a:cubicBezTo>
                <a:cubicBezTo>
                  <a:pt x="1960107" y="168076"/>
                  <a:pt x="1974989" y="153195"/>
                  <a:pt x="1974989" y="134838"/>
                </a:cubicBezTo>
                <a:cubicBezTo>
                  <a:pt x="1974989" y="116482"/>
                  <a:pt x="1960107" y="101601"/>
                  <a:pt x="1941751" y="101601"/>
                </a:cubicBezTo>
                <a:cubicBezTo>
                  <a:pt x="1923394" y="101601"/>
                  <a:pt x="1908514" y="116482"/>
                  <a:pt x="1908514" y="134838"/>
                </a:cubicBezTo>
                <a:moveTo>
                  <a:pt x="2051090" y="117695"/>
                </a:moveTo>
                <a:cubicBezTo>
                  <a:pt x="2051090" y="136052"/>
                  <a:pt x="2065971" y="150933"/>
                  <a:pt x="2084327" y="150933"/>
                </a:cubicBezTo>
                <a:cubicBezTo>
                  <a:pt x="2102684" y="150933"/>
                  <a:pt x="2117565" y="136052"/>
                  <a:pt x="2117565" y="117695"/>
                </a:cubicBezTo>
                <a:cubicBezTo>
                  <a:pt x="2117565" y="99339"/>
                  <a:pt x="2102684" y="84457"/>
                  <a:pt x="2084327" y="84457"/>
                </a:cubicBezTo>
                <a:cubicBezTo>
                  <a:pt x="2065971" y="84457"/>
                  <a:pt x="2051090" y="99339"/>
                  <a:pt x="2051090" y="117695"/>
                </a:cubicBezTo>
                <a:moveTo>
                  <a:pt x="2169031" y="100786"/>
                </a:moveTo>
                <a:cubicBezTo>
                  <a:pt x="2169031" y="119142"/>
                  <a:pt x="2183912" y="134023"/>
                  <a:pt x="2202268" y="134023"/>
                </a:cubicBezTo>
                <a:cubicBezTo>
                  <a:pt x="2220625" y="134023"/>
                  <a:pt x="2235506" y="119142"/>
                  <a:pt x="2235506" y="100786"/>
                </a:cubicBezTo>
                <a:cubicBezTo>
                  <a:pt x="2235506" y="82429"/>
                  <a:pt x="2220625" y="67548"/>
                  <a:pt x="2202268" y="67548"/>
                </a:cubicBezTo>
                <a:cubicBezTo>
                  <a:pt x="2183912" y="67548"/>
                  <a:pt x="2169031" y="82429"/>
                  <a:pt x="2169031" y="100786"/>
                </a:cubicBezTo>
                <a:moveTo>
                  <a:pt x="2304134" y="94012"/>
                </a:moveTo>
                <a:cubicBezTo>
                  <a:pt x="2304134" y="112368"/>
                  <a:pt x="2319015" y="127249"/>
                  <a:pt x="2337372" y="127249"/>
                </a:cubicBezTo>
                <a:cubicBezTo>
                  <a:pt x="2355729" y="127249"/>
                  <a:pt x="2370610" y="112368"/>
                  <a:pt x="2370610" y="94012"/>
                </a:cubicBezTo>
                <a:cubicBezTo>
                  <a:pt x="2370610" y="75655"/>
                  <a:pt x="2355729" y="60774"/>
                  <a:pt x="2337372" y="60774"/>
                </a:cubicBezTo>
                <a:cubicBezTo>
                  <a:pt x="2319015" y="60774"/>
                  <a:pt x="2304134" y="75655"/>
                  <a:pt x="2304134" y="94012"/>
                </a:cubicBezTo>
                <a:moveTo>
                  <a:pt x="2417126" y="77077"/>
                </a:moveTo>
                <a:cubicBezTo>
                  <a:pt x="2417126" y="95434"/>
                  <a:pt x="2432007" y="110314"/>
                  <a:pt x="2450363" y="110314"/>
                </a:cubicBezTo>
                <a:cubicBezTo>
                  <a:pt x="2468720" y="110314"/>
                  <a:pt x="2483601" y="95434"/>
                  <a:pt x="2483601" y="77077"/>
                </a:cubicBezTo>
                <a:cubicBezTo>
                  <a:pt x="2483601" y="58720"/>
                  <a:pt x="2468720" y="43839"/>
                  <a:pt x="2450363" y="43839"/>
                </a:cubicBezTo>
                <a:cubicBezTo>
                  <a:pt x="2432007" y="43839"/>
                  <a:pt x="2417126" y="58720"/>
                  <a:pt x="2417126" y="77077"/>
                </a:cubicBezTo>
                <a:moveTo>
                  <a:pt x="2559647" y="53214"/>
                </a:moveTo>
                <a:cubicBezTo>
                  <a:pt x="2559647" y="71571"/>
                  <a:pt x="2574528" y="86451"/>
                  <a:pt x="2592885" y="86451"/>
                </a:cubicBezTo>
                <a:cubicBezTo>
                  <a:pt x="2611241" y="86451"/>
                  <a:pt x="2626122" y="71571"/>
                  <a:pt x="2626122" y="53214"/>
                </a:cubicBezTo>
                <a:cubicBezTo>
                  <a:pt x="2626122" y="34858"/>
                  <a:pt x="2611241" y="19976"/>
                  <a:pt x="2592885" y="19976"/>
                </a:cubicBezTo>
                <a:cubicBezTo>
                  <a:pt x="2574528" y="19976"/>
                  <a:pt x="2559647" y="34858"/>
                  <a:pt x="2559647" y="53214"/>
                </a:cubicBezTo>
                <a:moveTo>
                  <a:pt x="2672727" y="44470"/>
                </a:moveTo>
                <a:cubicBezTo>
                  <a:pt x="2672727" y="62827"/>
                  <a:pt x="2687609" y="77707"/>
                  <a:pt x="2705965" y="77707"/>
                </a:cubicBezTo>
                <a:cubicBezTo>
                  <a:pt x="2724322" y="77707"/>
                  <a:pt x="2739203" y="62827"/>
                  <a:pt x="2739203" y="44470"/>
                </a:cubicBezTo>
                <a:cubicBezTo>
                  <a:pt x="2739203" y="26114"/>
                  <a:pt x="2724322" y="11232"/>
                  <a:pt x="2705965" y="11232"/>
                </a:cubicBezTo>
                <a:cubicBezTo>
                  <a:pt x="2687609" y="11232"/>
                  <a:pt x="2672727" y="26114"/>
                  <a:pt x="2672727" y="44470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5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1A6789-43ED-474E-AEC0-F037A7BD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207515"/>
            <a:ext cx="2807795" cy="727011"/>
          </a:xfrm>
          <a:custGeom xmlns:a="http://schemas.openxmlformats.org/drawingml/2006/main">
            <a:pathLst>
              <a:path w="2807795" h="727011" fill="none">
                <a:moveTo>
                  <a:pt x="0" y="727011"/>
                </a:moveTo>
                <a:lnTo>
                  <a:pt x="125972" y="658363"/>
                </a:lnTo>
                <a:lnTo>
                  <a:pt x="256820" y="534721"/>
                </a:lnTo>
                <a:lnTo>
                  <a:pt x="364594" y="485206"/>
                </a:lnTo>
                <a:lnTo>
                  <a:pt x="504257" y="368575"/>
                </a:lnTo>
                <a:lnTo>
                  <a:pt x="614446" y="362696"/>
                </a:lnTo>
                <a:lnTo>
                  <a:pt x="769626" y="313403"/>
                </a:lnTo>
                <a:lnTo>
                  <a:pt x="890079" y="256973"/>
                </a:lnTo>
                <a:lnTo>
                  <a:pt x="1002990" y="210455"/>
                </a:lnTo>
                <a:lnTo>
                  <a:pt x="1132309" y="176626"/>
                </a:lnTo>
                <a:lnTo>
                  <a:pt x="1277565" y="143698"/>
                </a:lnTo>
                <a:lnTo>
                  <a:pt x="1392633" y="127565"/>
                </a:lnTo>
                <a:lnTo>
                  <a:pt x="1532657" y="73375"/>
                </a:lnTo>
                <a:lnTo>
                  <a:pt x="1648158" y="45343"/>
                </a:lnTo>
                <a:lnTo>
                  <a:pt x="1790589" y="41445"/>
                </a:lnTo>
                <a:lnTo>
                  <a:pt x="1908513" y="36020"/>
                </a:lnTo>
                <a:lnTo>
                  <a:pt x="2051090" y="29719"/>
                </a:lnTo>
                <a:lnTo>
                  <a:pt x="2169031" y="30973"/>
                </a:lnTo>
                <a:lnTo>
                  <a:pt x="2304134" y="25811"/>
                </a:lnTo>
                <a:lnTo>
                  <a:pt x="2417126" y="21405"/>
                </a:lnTo>
                <a:lnTo>
                  <a:pt x="2559647" y="11735"/>
                </a:lnTo>
                <a:lnTo>
                  <a:pt x="2672727" y="6844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5CFF"/>
            </a:solidFill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EE2A0-FC7A-4C35-8359-3278D649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174277"/>
            <a:ext cx="2874271" cy="793487"/>
          </a:xfrm>
          <a:custGeom xmlns:a="http://schemas.openxmlformats.org/drawingml/2006/main">
            <a:pathLst>
              <a:path w="2874271" h="793487">
                <a:moveTo>
                  <a:pt x="0" y="760249"/>
                </a:moveTo>
                <a:cubicBezTo>
                  <a:pt x="0" y="778606"/>
                  <a:pt x="14881" y="793487"/>
                  <a:pt x="33238" y="793487"/>
                </a:cubicBezTo>
                <a:cubicBezTo>
                  <a:pt x="51594" y="793487"/>
                  <a:pt x="66475" y="778606"/>
                  <a:pt x="66475" y="760249"/>
                </a:cubicBezTo>
                <a:cubicBezTo>
                  <a:pt x="66475" y="741892"/>
                  <a:pt x="51594" y="727011"/>
                  <a:pt x="33238" y="727011"/>
                </a:cubicBezTo>
                <a:cubicBezTo>
                  <a:pt x="14881" y="727011"/>
                  <a:pt x="0" y="741892"/>
                  <a:pt x="0" y="760249"/>
                </a:cubicBezTo>
                <a:moveTo>
                  <a:pt x="125972" y="691601"/>
                </a:moveTo>
                <a:cubicBezTo>
                  <a:pt x="125972" y="709958"/>
                  <a:pt x="140853" y="724839"/>
                  <a:pt x="159210" y="724839"/>
                </a:cubicBezTo>
                <a:cubicBezTo>
                  <a:pt x="177567" y="724839"/>
                  <a:pt x="192448" y="709958"/>
                  <a:pt x="192448" y="691601"/>
                </a:cubicBezTo>
                <a:cubicBezTo>
                  <a:pt x="192448" y="673244"/>
                  <a:pt x="177567" y="658363"/>
                  <a:pt x="159210" y="658363"/>
                </a:cubicBezTo>
                <a:cubicBezTo>
                  <a:pt x="140853" y="658363"/>
                  <a:pt x="125972" y="673244"/>
                  <a:pt x="125972" y="691601"/>
                </a:cubicBezTo>
                <a:moveTo>
                  <a:pt x="256820" y="567959"/>
                </a:moveTo>
                <a:cubicBezTo>
                  <a:pt x="256820" y="586316"/>
                  <a:pt x="271701" y="601197"/>
                  <a:pt x="290058" y="601197"/>
                </a:cubicBezTo>
                <a:cubicBezTo>
                  <a:pt x="308415" y="601197"/>
                  <a:pt x="323295" y="586316"/>
                  <a:pt x="323295" y="567959"/>
                </a:cubicBezTo>
                <a:cubicBezTo>
                  <a:pt x="323295" y="549603"/>
                  <a:pt x="308415" y="534721"/>
                  <a:pt x="290058" y="534721"/>
                </a:cubicBezTo>
                <a:cubicBezTo>
                  <a:pt x="271701" y="534721"/>
                  <a:pt x="256820" y="549603"/>
                  <a:pt x="256820" y="567959"/>
                </a:cubicBezTo>
                <a:moveTo>
                  <a:pt x="364594" y="518443"/>
                </a:moveTo>
                <a:cubicBezTo>
                  <a:pt x="364594" y="536800"/>
                  <a:pt x="379475" y="551681"/>
                  <a:pt x="397832" y="551681"/>
                </a:cubicBezTo>
                <a:cubicBezTo>
                  <a:pt x="416188" y="551681"/>
                  <a:pt x="431069" y="536800"/>
                  <a:pt x="431069" y="518443"/>
                </a:cubicBezTo>
                <a:cubicBezTo>
                  <a:pt x="431069" y="500087"/>
                  <a:pt x="416188" y="485206"/>
                  <a:pt x="397832" y="485206"/>
                </a:cubicBezTo>
                <a:cubicBezTo>
                  <a:pt x="379475" y="485206"/>
                  <a:pt x="364594" y="500087"/>
                  <a:pt x="364594" y="518443"/>
                </a:cubicBezTo>
                <a:moveTo>
                  <a:pt x="504257" y="401813"/>
                </a:moveTo>
                <a:cubicBezTo>
                  <a:pt x="504257" y="420169"/>
                  <a:pt x="519138" y="435050"/>
                  <a:pt x="537495" y="435050"/>
                </a:cubicBezTo>
                <a:cubicBezTo>
                  <a:pt x="555851" y="435050"/>
                  <a:pt x="570732" y="420169"/>
                  <a:pt x="570732" y="401813"/>
                </a:cubicBezTo>
                <a:cubicBezTo>
                  <a:pt x="570732" y="383456"/>
                  <a:pt x="555851" y="368575"/>
                  <a:pt x="537495" y="368575"/>
                </a:cubicBezTo>
                <a:cubicBezTo>
                  <a:pt x="519138" y="368575"/>
                  <a:pt x="504257" y="383456"/>
                  <a:pt x="504257" y="401813"/>
                </a:cubicBezTo>
                <a:moveTo>
                  <a:pt x="614446" y="395934"/>
                </a:moveTo>
                <a:cubicBezTo>
                  <a:pt x="614446" y="414290"/>
                  <a:pt x="629327" y="429171"/>
                  <a:pt x="647684" y="429171"/>
                </a:cubicBezTo>
                <a:cubicBezTo>
                  <a:pt x="666040" y="429171"/>
                  <a:pt x="680921" y="414290"/>
                  <a:pt x="680921" y="395934"/>
                </a:cubicBezTo>
                <a:cubicBezTo>
                  <a:pt x="680921" y="377577"/>
                  <a:pt x="666040" y="362696"/>
                  <a:pt x="647684" y="362696"/>
                </a:cubicBezTo>
                <a:cubicBezTo>
                  <a:pt x="629327" y="362696"/>
                  <a:pt x="614446" y="377577"/>
                  <a:pt x="614446" y="395934"/>
                </a:cubicBezTo>
                <a:moveTo>
                  <a:pt x="769626" y="346641"/>
                </a:moveTo>
                <a:cubicBezTo>
                  <a:pt x="769626" y="364998"/>
                  <a:pt x="784506" y="379879"/>
                  <a:pt x="802863" y="379879"/>
                </a:cubicBezTo>
                <a:cubicBezTo>
                  <a:pt x="821220" y="379879"/>
                  <a:pt x="836101" y="364998"/>
                  <a:pt x="836101" y="346641"/>
                </a:cubicBezTo>
                <a:cubicBezTo>
                  <a:pt x="836101" y="328284"/>
                  <a:pt x="821220" y="313403"/>
                  <a:pt x="802863" y="313403"/>
                </a:cubicBezTo>
                <a:cubicBezTo>
                  <a:pt x="784506" y="313403"/>
                  <a:pt x="769626" y="328284"/>
                  <a:pt x="769626" y="346641"/>
                </a:cubicBezTo>
                <a:moveTo>
                  <a:pt x="890079" y="290211"/>
                </a:moveTo>
                <a:cubicBezTo>
                  <a:pt x="890079" y="308568"/>
                  <a:pt x="904960" y="323449"/>
                  <a:pt x="923317" y="323449"/>
                </a:cubicBezTo>
                <a:cubicBezTo>
                  <a:pt x="941673" y="323449"/>
                  <a:pt x="956554" y="308568"/>
                  <a:pt x="956554" y="290211"/>
                </a:cubicBezTo>
                <a:cubicBezTo>
                  <a:pt x="956554" y="271854"/>
                  <a:pt x="941673" y="256973"/>
                  <a:pt x="923317" y="256973"/>
                </a:cubicBezTo>
                <a:cubicBezTo>
                  <a:pt x="904960" y="256973"/>
                  <a:pt x="890079" y="271854"/>
                  <a:pt x="890079" y="290211"/>
                </a:cubicBezTo>
                <a:moveTo>
                  <a:pt x="1002990" y="243693"/>
                </a:moveTo>
                <a:cubicBezTo>
                  <a:pt x="1002990" y="262050"/>
                  <a:pt x="1017871" y="276930"/>
                  <a:pt x="1036227" y="276930"/>
                </a:cubicBezTo>
                <a:cubicBezTo>
                  <a:pt x="1054584" y="276930"/>
                  <a:pt x="1069465" y="262050"/>
                  <a:pt x="1069465" y="243693"/>
                </a:cubicBezTo>
                <a:cubicBezTo>
                  <a:pt x="1069465" y="225336"/>
                  <a:pt x="1054584" y="210455"/>
                  <a:pt x="1036227" y="210455"/>
                </a:cubicBezTo>
                <a:cubicBezTo>
                  <a:pt x="1017871" y="210455"/>
                  <a:pt x="1002990" y="225336"/>
                  <a:pt x="1002990" y="243693"/>
                </a:cubicBezTo>
                <a:moveTo>
                  <a:pt x="1132309" y="209864"/>
                </a:moveTo>
                <a:cubicBezTo>
                  <a:pt x="1132309" y="228221"/>
                  <a:pt x="1147190" y="243102"/>
                  <a:pt x="1165547" y="243102"/>
                </a:cubicBezTo>
                <a:cubicBezTo>
                  <a:pt x="1183903" y="243102"/>
                  <a:pt x="1198784" y="228221"/>
                  <a:pt x="1198784" y="209864"/>
                </a:cubicBezTo>
                <a:cubicBezTo>
                  <a:pt x="1198784" y="191508"/>
                  <a:pt x="1183903" y="176627"/>
                  <a:pt x="1165547" y="176627"/>
                </a:cubicBezTo>
                <a:cubicBezTo>
                  <a:pt x="1147190" y="176627"/>
                  <a:pt x="1132309" y="191508"/>
                  <a:pt x="1132309" y="209864"/>
                </a:cubicBezTo>
                <a:moveTo>
                  <a:pt x="1277565" y="176935"/>
                </a:moveTo>
                <a:cubicBezTo>
                  <a:pt x="1277565" y="195292"/>
                  <a:pt x="1292446" y="210173"/>
                  <a:pt x="1310802" y="210173"/>
                </a:cubicBezTo>
                <a:cubicBezTo>
                  <a:pt x="1329159" y="210173"/>
                  <a:pt x="1344040" y="195292"/>
                  <a:pt x="1344040" y="176935"/>
                </a:cubicBezTo>
                <a:cubicBezTo>
                  <a:pt x="1344040" y="158579"/>
                  <a:pt x="1329159" y="143698"/>
                  <a:pt x="1310802" y="143698"/>
                </a:cubicBezTo>
                <a:cubicBezTo>
                  <a:pt x="1292446" y="143698"/>
                  <a:pt x="1277565" y="158579"/>
                  <a:pt x="1277565" y="176935"/>
                </a:cubicBezTo>
                <a:moveTo>
                  <a:pt x="1392633" y="160803"/>
                </a:moveTo>
                <a:cubicBezTo>
                  <a:pt x="1392633" y="179160"/>
                  <a:pt x="1407514" y="194041"/>
                  <a:pt x="1425870" y="194041"/>
                </a:cubicBezTo>
                <a:cubicBezTo>
                  <a:pt x="1444227" y="194041"/>
                  <a:pt x="1459108" y="179160"/>
                  <a:pt x="1459108" y="160803"/>
                </a:cubicBezTo>
                <a:cubicBezTo>
                  <a:pt x="1459108" y="142447"/>
                  <a:pt x="1444227" y="127566"/>
                  <a:pt x="1425870" y="127566"/>
                </a:cubicBezTo>
                <a:cubicBezTo>
                  <a:pt x="1407514" y="127566"/>
                  <a:pt x="1392633" y="142447"/>
                  <a:pt x="1392633" y="160803"/>
                </a:cubicBezTo>
                <a:moveTo>
                  <a:pt x="1532657" y="106613"/>
                </a:moveTo>
                <a:cubicBezTo>
                  <a:pt x="1532657" y="124970"/>
                  <a:pt x="1547538" y="139851"/>
                  <a:pt x="1565895" y="139851"/>
                </a:cubicBezTo>
                <a:cubicBezTo>
                  <a:pt x="1584252" y="139851"/>
                  <a:pt x="1599132" y="124970"/>
                  <a:pt x="1599132" y="106613"/>
                </a:cubicBezTo>
                <a:cubicBezTo>
                  <a:pt x="1599132" y="88257"/>
                  <a:pt x="1584252" y="73376"/>
                  <a:pt x="1565895" y="73376"/>
                </a:cubicBezTo>
                <a:cubicBezTo>
                  <a:pt x="1547538" y="73376"/>
                  <a:pt x="1532657" y="88257"/>
                  <a:pt x="1532657" y="106613"/>
                </a:cubicBezTo>
                <a:moveTo>
                  <a:pt x="1648158" y="78581"/>
                </a:moveTo>
                <a:cubicBezTo>
                  <a:pt x="1648158" y="96938"/>
                  <a:pt x="1663039" y="111819"/>
                  <a:pt x="1681396" y="111819"/>
                </a:cubicBezTo>
                <a:cubicBezTo>
                  <a:pt x="1699752" y="111819"/>
                  <a:pt x="1714633" y="96938"/>
                  <a:pt x="1714633" y="78581"/>
                </a:cubicBezTo>
                <a:cubicBezTo>
                  <a:pt x="1714633" y="60225"/>
                  <a:pt x="1699752" y="45344"/>
                  <a:pt x="1681396" y="45344"/>
                </a:cubicBezTo>
                <a:cubicBezTo>
                  <a:pt x="1663039" y="45344"/>
                  <a:pt x="1648158" y="60225"/>
                  <a:pt x="1648158" y="78581"/>
                </a:cubicBezTo>
                <a:moveTo>
                  <a:pt x="1790589" y="74683"/>
                </a:moveTo>
                <a:cubicBezTo>
                  <a:pt x="1790589" y="93040"/>
                  <a:pt x="1805470" y="107920"/>
                  <a:pt x="1823827" y="107920"/>
                </a:cubicBezTo>
                <a:cubicBezTo>
                  <a:pt x="1842183" y="107920"/>
                  <a:pt x="1857064" y="93040"/>
                  <a:pt x="1857064" y="74683"/>
                </a:cubicBezTo>
                <a:cubicBezTo>
                  <a:pt x="1857064" y="56326"/>
                  <a:pt x="1842183" y="41445"/>
                  <a:pt x="1823827" y="41445"/>
                </a:cubicBezTo>
                <a:cubicBezTo>
                  <a:pt x="1805470" y="41445"/>
                  <a:pt x="1790589" y="56326"/>
                  <a:pt x="1790589" y="74683"/>
                </a:cubicBezTo>
                <a:moveTo>
                  <a:pt x="1908513" y="69257"/>
                </a:moveTo>
                <a:cubicBezTo>
                  <a:pt x="1908513" y="87614"/>
                  <a:pt x="1923394" y="102495"/>
                  <a:pt x="1941751" y="102495"/>
                </a:cubicBezTo>
                <a:cubicBezTo>
                  <a:pt x="1960107" y="102495"/>
                  <a:pt x="1974988" y="87614"/>
                  <a:pt x="1974988" y="69257"/>
                </a:cubicBezTo>
                <a:cubicBezTo>
                  <a:pt x="1974988" y="50901"/>
                  <a:pt x="1960107" y="36020"/>
                  <a:pt x="1941751" y="36020"/>
                </a:cubicBezTo>
                <a:cubicBezTo>
                  <a:pt x="1923394" y="36020"/>
                  <a:pt x="1908513" y="50901"/>
                  <a:pt x="1908513" y="69257"/>
                </a:cubicBezTo>
                <a:moveTo>
                  <a:pt x="2051090" y="62957"/>
                </a:moveTo>
                <a:cubicBezTo>
                  <a:pt x="2051090" y="81314"/>
                  <a:pt x="2065971" y="96194"/>
                  <a:pt x="2084327" y="96194"/>
                </a:cubicBezTo>
                <a:cubicBezTo>
                  <a:pt x="2102684" y="96194"/>
                  <a:pt x="2117565" y="81314"/>
                  <a:pt x="2117565" y="62957"/>
                </a:cubicBezTo>
                <a:cubicBezTo>
                  <a:pt x="2117565" y="44600"/>
                  <a:pt x="2102684" y="29719"/>
                  <a:pt x="2084327" y="29719"/>
                </a:cubicBezTo>
                <a:cubicBezTo>
                  <a:pt x="2065971" y="29719"/>
                  <a:pt x="2051090" y="44600"/>
                  <a:pt x="2051090" y="62957"/>
                </a:cubicBezTo>
                <a:moveTo>
                  <a:pt x="2169031" y="64211"/>
                </a:moveTo>
                <a:cubicBezTo>
                  <a:pt x="2169031" y="82567"/>
                  <a:pt x="2183912" y="97448"/>
                  <a:pt x="2202268" y="97448"/>
                </a:cubicBezTo>
                <a:cubicBezTo>
                  <a:pt x="2220625" y="97448"/>
                  <a:pt x="2235506" y="82567"/>
                  <a:pt x="2235506" y="64211"/>
                </a:cubicBezTo>
                <a:cubicBezTo>
                  <a:pt x="2235506" y="45854"/>
                  <a:pt x="2220625" y="30973"/>
                  <a:pt x="2202268" y="30973"/>
                </a:cubicBezTo>
                <a:cubicBezTo>
                  <a:pt x="2183912" y="30973"/>
                  <a:pt x="2169031" y="45854"/>
                  <a:pt x="2169031" y="64211"/>
                </a:cubicBezTo>
                <a:moveTo>
                  <a:pt x="2304134" y="59049"/>
                </a:moveTo>
                <a:cubicBezTo>
                  <a:pt x="2304134" y="77406"/>
                  <a:pt x="2319015" y="92286"/>
                  <a:pt x="2337372" y="92286"/>
                </a:cubicBezTo>
                <a:cubicBezTo>
                  <a:pt x="2355728" y="92286"/>
                  <a:pt x="2370609" y="77406"/>
                  <a:pt x="2370609" y="59049"/>
                </a:cubicBezTo>
                <a:cubicBezTo>
                  <a:pt x="2370609" y="40692"/>
                  <a:pt x="2355728" y="25811"/>
                  <a:pt x="2337372" y="25811"/>
                </a:cubicBezTo>
                <a:cubicBezTo>
                  <a:pt x="2319015" y="25811"/>
                  <a:pt x="2304134" y="40692"/>
                  <a:pt x="2304134" y="59049"/>
                </a:cubicBezTo>
                <a:moveTo>
                  <a:pt x="2417126" y="54643"/>
                </a:moveTo>
                <a:cubicBezTo>
                  <a:pt x="2417126" y="72999"/>
                  <a:pt x="2432007" y="87881"/>
                  <a:pt x="2450363" y="87881"/>
                </a:cubicBezTo>
                <a:cubicBezTo>
                  <a:pt x="2468720" y="87881"/>
                  <a:pt x="2483601" y="72999"/>
                  <a:pt x="2483601" y="54643"/>
                </a:cubicBezTo>
                <a:cubicBezTo>
                  <a:pt x="2483601" y="36286"/>
                  <a:pt x="2468720" y="21405"/>
                  <a:pt x="2450363" y="21405"/>
                </a:cubicBezTo>
                <a:cubicBezTo>
                  <a:pt x="2432007" y="21405"/>
                  <a:pt x="2417126" y="36286"/>
                  <a:pt x="2417126" y="54643"/>
                </a:cubicBezTo>
                <a:moveTo>
                  <a:pt x="2559647" y="44972"/>
                </a:moveTo>
                <a:cubicBezTo>
                  <a:pt x="2559647" y="63329"/>
                  <a:pt x="2574528" y="78210"/>
                  <a:pt x="2592885" y="78210"/>
                </a:cubicBezTo>
                <a:cubicBezTo>
                  <a:pt x="2611241" y="78210"/>
                  <a:pt x="2626122" y="63329"/>
                  <a:pt x="2626122" y="44972"/>
                </a:cubicBezTo>
                <a:cubicBezTo>
                  <a:pt x="2626122" y="26615"/>
                  <a:pt x="2611241" y="11735"/>
                  <a:pt x="2592885" y="11735"/>
                </a:cubicBezTo>
                <a:cubicBezTo>
                  <a:pt x="2574528" y="11735"/>
                  <a:pt x="2559647" y="26615"/>
                  <a:pt x="2559647" y="44972"/>
                </a:cubicBezTo>
                <a:moveTo>
                  <a:pt x="2672727" y="40082"/>
                </a:moveTo>
                <a:cubicBezTo>
                  <a:pt x="2672727" y="58439"/>
                  <a:pt x="2687608" y="73319"/>
                  <a:pt x="2705965" y="73319"/>
                </a:cubicBezTo>
                <a:cubicBezTo>
                  <a:pt x="2724322" y="73319"/>
                  <a:pt x="2739203" y="58439"/>
                  <a:pt x="2739203" y="40082"/>
                </a:cubicBezTo>
                <a:cubicBezTo>
                  <a:pt x="2739203" y="21726"/>
                  <a:pt x="2724322" y="6844"/>
                  <a:pt x="2705965" y="6844"/>
                </a:cubicBezTo>
                <a:cubicBezTo>
                  <a:pt x="2687608" y="6844"/>
                  <a:pt x="2672727" y="21726"/>
                  <a:pt x="2672727" y="40082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5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7315DE-A09D-4723-9C8F-147E67F0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3576443"/>
            <a:ext cx="2807795" cy="711728"/>
          </a:xfrm>
          <a:custGeom xmlns:a="http://schemas.openxmlformats.org/drawingml/2006/main">
            <a:pathLst>
              <a:path w="2807795" h="711728" fill="none">
                <a:moveTo>
                  <a:pt x="0" y="711728"/>
                </a:moveTo>
                <a:lnTo>
                  <a:pt x="125972" y="647753"/>
                </a:lnTo>
                <a:lnTo>
                  <a:pt x="256820" y="555800"/>
                </a:lnTo>
                <a:lnTo>
                  <a:pt x="364594" y="502582"/>
                </a:lnTo>
                <a:lnTo>
                  <a:pt x="504257" y="393202"/>
                </a:lnTo>
                <a:lnTo>
                  <a:pt x="614446" y="378436"/>
                </a:lnTo>
                <a:lnTo>
                  <a:pt x="769625" y="316472"/>
                </a:lnTo>
                <a:lnTo>
                  <a:pt x="890079" y="323316"/>
                </a:lnTo>
                <a:lnTo>
                  <a:pt x="1002990" y="274939"/>
                </a:lnTo>
                <a:lnTo>
                  <a:pt x="1132309" y="254870"/>
                </a:lnTo>
                <a:lnTo>
                  <a:pt x="1277565" y="218135"/>
                </a:lnTo>
                <a:lnTo>
                  <a:pt x="1392633" y="213131"/>
                </a:lnTo>
                <a:lnTo>
                  <a:pt x="1532658" y="177824"/>
                </a:lnTo>
                <a:lnTo>
                  <a:pt x="1648158" y="163401"/>
                </a:lnTo>
                <a:lnTo>
                  <a:pt x="1790589" y="131924"/>
                </a:lnTo>
                <a:lnTo>
                  <a:pt x="1908513" y="115626"/>
                </a:lnTo>
                <a:lnTo>
                  <a:pt x="2051090" y="67721"/>
                </a:lnTo>
                <a:lnTo>
                  <a:pt x="2169030" y="59473"/>
                </a:lnTo>
                <a:lnTo>
                  <a:pt x="2304134" y="86566"/>
                </a:lnTo>
                <a:lnTo>
                  <a:pt x="2417126" y="56946"/>
                </a:lnTo>
                <a:lnTo>
                  <a:pt x="2559647" y="39302"/>
                </a:lnTo>
                <a:lnTo>
                  <a:pt x="2672727" y="18124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5CFF"/>
            </a:solidFill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13D0C6-B023-4744-B07C-B28FCDA1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3543205"/>
            <a:ext cx="2874271" cy="778203"/>
          </a:xfrm>
          <a:custGeom xmlns:a="http://schemas.openxmlformats.org/drawingml/2006/main">
            <a:pathLst>
              <a:path w="2874271" h="778203">
                <a:moveTo>
                  <a:pt x="0" y="744966"/>
                </a:moveTo>
                <a:cubicBezTo>
                  <a:pt x="0" y="763322"/>
                  <a:pt x="14881" y="778203"/>
                  <a:pt x="33238" y="778203"/>
                </a:cubicBezTo>
                <a:cubicBezTo>
                  <a:pt x="51594" y="778203"/>
                  <a:pt x="66475" y="763322"/>
                  <a:pt x="66475" y="744966"/>
                </a:cubicBezTo>
                <a:cubicBezTo>
                  <a:pt x="66475" y="726609"/>
                  <a:pt x="51594" y="711728"/>
                  <a:pt x="33238" y="711728"/>
                </a:cubicBezTo>
                <a:cubicBezTo>
                  <a:pt x="14881" y="711728"/>
                  <a:pt x="0" y="726609"/>
                  <a:pt x="0" y="744966"/>
                </a:cubicBezTo>
                <a:moveTo>
                  <a:pt x="125972" y="680990"/>
                </a:moveTo>
                <a:cubicBezTo>
                  <a:pt x="125972" y="699347"/>
                  <a:pt x="140853" y="714228"/>
                  <a:pt x="159210" y="714228"/>
                </a:cubicBezTo>
                <a:cubicBezTo>
                  <a:pt x="177567" y="714228"/>
                  <a:pt x="192448" y="699347"/>
                  <a:pt x="192448" y="680990"/>
                </a:cubicBezTo>
                <a:cubicBezTo>
                  <a:pt x="192448" y="662634"/>
                  <a:pt x="177567" y="647753"/>
                  <a:pt x="159210" y="647753"/>
                </a:cubicBezTo>
                <a:cubicBezTo>
                  <a:pt x="140853" y="647753"/>
                  <a:pt x="125972" y="662634"/>
                  <a:pt x="125972" y="680990"/>
                </a:cubicBezTo>
                <a:moveTo>
                  <a:pt x="256821" y="589038"/>
                </a:moveTo>
                <a:cubicBezTo>
                  <a:pt x="256821" y="607394"/>
                  <a:pt x="271701" y="622275"/>
                  <a:pt x="290058" y="622275"/>
                </a:cubicBezTo>
                <a:cubicBezTo>
                  <a:pt x="308415" y="622275"/>
                  <a:pt x="323296" y="607394"/>
                  <a:pt x="323296" y="589038"/>
                </a:cubicBezTo>
                <a:cubicBezTo>
                  <a:pt x="323296" y="570681"/>
                  <a:pt x="308415" y="555800"/>
                  <a:pt x="290058" y="555800"/>
                </a:cubicBezTo>
                <a:cubicBezTo>
                  <a:pt x="271701" y="555800"/>
                  <a:pt x="256821" y="570681"/>
                  <a:pt x="256821" y="589038"/>
                </a:cubicBezTo>
                <a:moveTo>
                  <a:pt x="364594" y="535820"/>
                </a:moveTo>
                <a:cubicBezTo>
                  <a:pt x="364594" y="554176"/>
                  <a:pt x="379475" y="569057"/>
                  <a:pt x="397832" y="569057"/>
                </a:cubicBezTo>
                <a:cubicBezTo>
                  <a:pt x="416188" y="569057"/>
                  <a:pt x="431070" y="554176"/>
                  <a:pt x="431070" y="535820"/>
                </a:cubicBezTo>
                <a:cubicBezTo>
                  <a:pt x="431070" y="517463"/>
                  <a:pt x="416188" y="502582"/>
                  <a:pt x="397832" y="502582"/>
                </a:cubicBezTo>
                <a:cubicBezTo>
                  <a:pt x="379475" y="502582"/>
                  <a:pt x="364594" y="517463"/>
                  <a:pt x="364594" y="535820"/>
                </a:cubicBezTo>
                <a:moveTo>
                  <a:pt x="504257" y="426440"/>
                </a:moveTo>
                <a:cubicBezTo>
                  <a:pt x="504257" y="444796"/>
                  <a:pt x="519138" y="459677"/>
                  <a:pt x="537495" y="459677"/>
                </a:cubicBezTo>
                <a:cubicBezTo>
                  <a:pt x="555851" y="459677"/>
                  <a:pt x="570732" y="444796"/>
                  <a:pt x="570732" y="426440"/>
                </a:cubicBezTo>
                <a:cubicBezTo>
                  <a:pt x="570732" y="408083"/>
                  <a:pt x="555851" y="393202"/>
                  <a:pt x="537495" y="393202"/>
                </a:cubicBezTo>
                <a:cubicBezTo>
                  <a:pt x="519138" y="393202"/>
                  <a:pt x="504257" y="408083"/>
                  <a:pt x="504257" y="426440"/>
                </a:cubicBezTo>
                <a:moveTo>
                  <a:pt x="614446" y="411673"/>
                </a:moveTo>
                <a:cubicBezTo>
                  <a:pt x="614446" y="430030"/>
                  <a:pt x="629327" y="444911"/>
                  <a:pt x="647684" y="444911"/>
                </a:cubicBezTo>
                <a:cubicBezTo>
                  <a:pt x="666041" y="444911"/>
                  <a:pt x="680922" y="430030"/>
                  <a:pt x="680922" y="411673"/>
                </a:cubicBezTo>
                <a:cubicBezTo>
                  <a:pt x="680922" y="393317"/>
                  <a:pt x="666041" y="378436"/>
                  <a:pt x="647684" y="378436"/>
                </a:cubicBezTo>
                <a:cubicBezTo>
                  <a:pt x="629327" y="378436"/>
                  <a:pt x="614446" y="393317"/>
                  <a:pt x="614446" y="411673"/>
                </a:cubicBezTo>
                <a:moveTo>
                  <a:pt x="769626" y="349710"/>
                </a:moveTo>
                <a:cubicBezTo>
                  <a:pt x="769626" y="368067"/>
                  <a:pt x="784507" y="382947"/>
                  <a:pt x="802863" y="382947"/>
                </a:cubicBezTo>
                <a:cubicBezTo>
                  <a:pt x="821220" y="382947"/>
                  <a:pt x="836101" y="368067"/>
                  <a:pt x="836101" y="349710"/>
                </a:cubicBezTo>
                <a:cubicBezTo>
                  <a:pt x="836101" y="331354"/>
                  <a:pt x="821220" y="316472"/>
                  <a:pt x="802863" y="316472"/>
                </a:cubicBezTo>
                <a:cubicBezTo>
                  <a:pt x="784507" y="316472"/>
                  <a:pt x="769626" y="331354"/>
                  <a:pt x="769626" y="349710"/>
                </a:cubicBezTo>
                <a:moveTo>
                  <a:pt x="890079" y="356554"/>
                </a:moveTo>
                <a:cubicBezTo>
                  <a:pt x="890079" y="374911"/>
                  <a:pt x="904960" y="389792"/>
                  <a:pt x="923317" y="389792"/>
                </a:cubicBezTo>
                <a:cubicBezTo>
                  <a:pt x="941673" y="389792"/>
                  <a:pt x="956554" y="374911"/>
                  <a:pt x="956554" y="356554"/>
                </a:cubicBezTo>
                <a:cubicBezTo>
                  <a:pt x="956554" y="338198"/>
                  <a:pt x="941673" y="323316"/>
                  <a:pt x="923317" y="323316"/>
                </a:cubicBezTo>
                <a:cubicBezTo>
                  <a:pt x="904960" y="323316"/>
                  <a:pt x="890079" y="338198"/>
                  <a:pt x="890079" y="356554"/>
                </a:cubicBezTo>
                <a:moveTo>
                  <a:pt x="1002990" y="308177"/>
                </a:moveTo>
                <a:cubicBezTo>
                  <a:pt x="1002990" y="326533"/>
                  <a:pt x="1017871" y="341414"/>
                  <a:pt x="1036227" y="341414"/>
                </a:cubicBezTo>
                <a:cubicBezTo>
                  <a:pt x="1054584" y="341414"/>
                  <a:pt x="1069465" y="326533"/>
                  <a:pt x="1069465" y="308177"/>
                </a:cubicBezTo>
                <a:cubicBezTo>
                  <a:pt x="1069465" y="289820"/>
                  <a:pt x="1054584" y="274939"/>
                  <a:pt x="1036227" y="274939"/>
                </a:cubicBezTo>
                <a:cubicBezTo>
                  <a:pt x="1017871" y="274939"/>
                  <a:pt x="1002990" y="289820"/>
                  <a:pt x="1002990" y="308177"/>
                </a:cubicBezTo>
                <a:moveTo>
                  <a:pt x="1132309" y="288108"/>
                </a:moveTo>
                <a:cubicBezTo>
                  <a:pt x="1132309" y="306465"/>
                  <a:pt x="1147190" y="321346"/>
                  <a:pt x="1165547" y="321346"/>
                </a:cubicBezTo>
                <a:cubicBezTo>
                  <a:pt x="1183904" y="321346"/>
                  <a:pt x="1198784" y="306465"/>
                  <a:pt x="1198784" y="288108"/>
                </a:cubicBezTo>
                <a:cubicBezTo>
                  <a:pt x="1198784" y="269752"/>
                  <a:pt x="1183904" y="254871"/>
                  <a:pt x="1165547" y="254871"/>
                </a:cubicBezTo>
                <a:cubicBezTo>
                  <a:pt x="1147190" y="254871"/>
                  <a:pt x="1132309" y="269752"/>
                  <a:pt x="1132309" y="288108"/>
                </a:cubicBezTo>
                <a:moveTo>
                  <a:pt x="1277565" y="251373"/>
                </a:moveTo>
                <a:cubicBezTo>
                  <a:pt x="1277565" y="269729"/>
                  <a:pt x="1292446" y="284611"/>
                  <a:pt x="1310802" y="284611"/>
                </a:cubicBezTo>
                <a:cubicBezTo>
                  <a:pt x="1329159" y="284611"/>
                  <a:pt x="1344040" y="269729"/>
                  <a:pt x="1344040" y="251373"/>
                </a:cubicBezTo>
                <a:cubicBezTo>
                  <a:pt x="1344040" y="233016"/>
                  <a:pt x="1329159" y="218135"/>
                  <a:pt x="1310802" y="218135"/>
                </a:cubicBezTo>
                <a:cubicBezTo>
                  <a:pt x="1292446" y="218135"/>
                  <a:pt x="1277565" y="233016"/>
                  <a:pt x="1277565" y="251373"/>
                </a:cubicBezTo>
                <a:moveTo>
                  <a:pt x="1392633" y="246368"/>
                </a:moveTo>
                <a:cubicBezTo>
                  <a:pt x="1392633" y="264725"/>
                  <a:pt x="1407514" y="279606"/>
                  <a:pt x="1425871" y="279606"/>
                </a:cubicBezTo>
                <a:cubicBezTo>
                  <a:pt x="1444227" y="279606"/>
                  <a:pt x="1459108" y="264725"/>
                  <a:pt x="1459108" y="246368"/>
                </a:cubicBezTo>
                <a:cubicBezTo>
                  <a:pt x="1459108" y="228012"/>
                  <a:pt x="1444227" y="213131"/>
                  <a:pt x="1425871" y="213131"/>
                </a:cubicBezTo>
                <a:cubicBezTo>
                  <a:pt x="1407514" y="213131"/>
                  <a:pt x="1392633" y="228012"/>
                  <a:pt x="1392633" y="246368"/>
                </a:cubicBezTo>
                <a:moveTo>
                  <a:pt x="1532658" y="211062"/>
                </a:moveTo>
                <a:cubicBezTo>
                  <a:pt x="1532658" y="229419"/>
                  <a:pt x="1547539" y="244300"/>
                  <a:pt x="1565895" y="244300"/>
                </a:cubicBezTo>
                <a:cubicBezTo>
                  <a:pt x="1584252" y="244300"/>
                  <a:pt x="1599133" y="229419"/>
                  <a:pt x="1599133" y="211062"/>
                </a:cubicBezTo>
                <a:cubicBezTo>
                  <a:pt x="1599133" y="192706"/>
                  <a:pt x="1584252" y="177824"/>
                  <a:pt x="1565895" y="177824"/>
                </a:cubicBezTo>
                <a:cubicBezTo>
                  <a:pt x="1547539" y="177824"/>
                  <a:pt x="1532658" y="192706"/>
                  <a:pt x="1532658" y="211062"/>
                </a:cubicBezTo>
                <a:moveTo>
                  <a:pt x="1648158" y="196639"/>
                </a:moveTo>
                <a:cubicBezTo>
                  <a:pt x="1648158" y="214996"/>
                  <a:pt x="1663039" y="229877"/>
                  <a:pt x="1681396" y="229877"/>
                </a:cubicBezTo>
                <a:cubicBezTo>
                  <a:pt x="1699752" y="229877"/>
                  <a:pt x="1714634" y="214996"/>
                  <a:pt x="1714634" y="196639"/>
                </a:cubicBezTo>
                <a:cubicBezTo>
                  <a:pt x="1714634" y="178283"/>
                  <a:pt x="1699752" y="163402"/>
                  <a:pt x="1681396" y="163402"/>
                </a:cubicBezTo>
                <a:cubicBezTo>
                  <a:pt x="1663039" y="163402"/>
                  <a:pt x="1648158" y="178283"/>
                  <a:pt x="1648158" y="196639"/>
                </a:cubicBezTo>
                <a:moveTo>
                  <a:pt x="1790589" y="165162"/>
                </a:moveTo>
                <a:cubicBezTo>
                  <a:pt x="1790589" y="183519"/>
                  <a:pt x="1805470" y="198400"/>
                  <a:pt x="1823827" y="198400"/>
                </a:cubicBezTo>
                <a:cubicBezTo>
                  <a:pt x="1842184" y="198400"/>
                  <a:pt x="1857064" y="183519"/>
                  <a:pt x="1857064" y="165162"/>
                </a:cubicBezTo>
                <a:cubicBezTo>
                  <a:pt x="1857064" y="146806"/>
                  <a:pt x="1842184" y="131925"/>
                  <a:pt x="1823827" y="131925"/>
                </a:cubicBezTo>
                <a:cubicBezTo>
                  <a:pt x="1805470" y="131925"/>
                  <a:pt x="1790589" y="146806"/>
                  <a:pt x="1790589" y="165162"/>
                </a:cubicBezTo>
                <a:moveTo>
                  <a:pt x="1908514" y="148863"/>
                </a:moveTo>
                <a:cubicBezTo>
                  <a:pt x="1908514" y="167220"/>
                  <a:pt x="1923394" y="182101"/>
                  <a:pt x="1941751" y="182101"/>
                </a:cubicBezTo>
                <a:cubicBezTo>
                  <a:pt x="1960107" y="182101"/>
                  <a:pt x="1974989" y="167220"/>
                  <a:pt x="1974989" y="148863"/>
                </a:cubicBezTo>
                <a:cubicBezTo>
                  <a:pt x="1974989" y="130507"/>
                  <a:pt x="1960107" y="115626"/>
                  <a:pt x="1941751" y="115626"/>
                </a:cubicBezTo>
                <a:cubicBezTo>
                  <a:pt x="1923394" y="115626"/>
                  <a:pt x="1908514" y="130507"/>
                  <a:pt x="1908514" y="148863"/>
                </a:cubicBezTo>
                <a:moveTo>
                  <a:pt x="2051090" y="100958"/>
                </a:moveTo>
                <a:cubicBezTo>
                  <a:pt x="2051090" y="119315"/>
                  <a:pt x="2065971" y="134196"/>
                  <a:pt x="2084327" y="134196"/>
                </a:cubicBezTo>
                <a:cubicBezTo>
                  <a:pt x="2102684" y="134196"/>
                  <a:pt x="2117565" y="119315"/>
                  <a:pt x="2117565" y="100958"/>
                </a:cubicBezTo>
                <a:cubicBezTo>
                  <a:pt x="2117565" y="82601"/>
                  <a:pt x="2102684" y="67721"/>
                  <a:pt x="2084327" y="67721"/>
                </a:cubicBezTo>
                <a:cubicBezTo>
                  <a:pt x="2065971" y="67721"/>
                  <a:pt x="2051090" y="82601"/>
                  <a:pt x="2051090" y="100958"/>
                </a:cubicBezTo>
                <a:moveTo>
                  <a:pt x="2169031" y="92711"/>
                </a:moveTo>
                <a:cubicBezTo>
                  <a:pt x="2169031" y="111067"/>
                  <a:pt x="2183912" y="125948"/>
                  <a:pt x="2202268" y="125948"/>
                </a:cubicBezTo>
                <a:cubicBezTo>
                  <a:pt x="2220625" y="125948"/>
                  <a:pt x="2235506" y="111067"/>
                  <a:pt x="2235506" y="92711"/>
                </a:cubicBezTo>
                <a:cubicBezTo>
                  <a:pt x="2235506" y="74354"/>
                  <a:pt x="2220625" y="59473"/>
                  <a:pt x="2202268" y="59473"/>
                </a:cubicBezTo>
                <a:cubicBezTo>
                  <a:pt x="2183912" y="59473"/>
                  <a:pt x="2169031" y="74354"/>
                  <a:pt x="2169031" y="92711"/>
                </a:cubicBezTo>
                <a:moveTo>
                  <a:pt x="2304134" y="119804"/>
                </a:moveTo>
                <a:cubicBezTo>
                  <a:pt x="2304134" y="138160"/>
                  <a:pt x="2319015" y="153041"/>
                  <a:pt x="2337372" y="153041"/>
                </a:cubicBezTo>
                <a:cubicBezTo>
                  <a:pt x="2355729" y="153041"/>
                  <a:pt x="2370610" y="138160"/>
                  <a:pt x="2370610" y="119804"/>
                </a:cubicBezTo>
                <a:cubicBezTo>
                  <a:pt x="2370610" y="101447"/>
                  <a:pt x="2355729" y="86566"/>
                  <a:pt x="2337372" y="86566"/>
                </a:cubicBezTo>
                <a:cubicBezTo>
                  <a:pt x="2319015" y="86566"/>
                  <a:pt x="2304134" y="101447"/>
                  <a:pt x="2304134" y="119804"/>
                </a:cubicBezTo>
                <a:moveTo>
                  <a:pt x="2417126" y="90183"/>
                </a:moveTo>
                <a:cubicBezTo>
                  <a:pt x="2417126" y="108540"/>
                  <a:pt x="2432007" y="123421"/>
                  <a:pt x="2450363" y="123421"/>
                </a:cubicBezTo>
                <a:cubicBezTo>
                  <a:pt x="2468720" y="123421"/>
                  <a:pt x="2483601" y="108540"/>
                  <a:pt x="2483601" y="90183"/>
                </a:cubicBezTo>
                <a:cubicBezTo>
                  <a:pt x="2483601" y="71827"/>
                  <a:pt x="2468720" y="56946"/>
                  <a:pt x="2450363" y="56946"/>
                </a:cubicBezTo>
                <a:cubicBezTo>
                  <a:pt x="2432007" y="56946"/>
                  <a:pt x="2417126" y="71827"/>
                  <a:pt x="2417126" y="90183"/>
                </a:cubicBezTo>
                <a:moveTo>
                  <a:pt x="2559647" y="72540"/>
                </a:moveTo>
                <a:cubicBezTo>
                  <a:pt x="2559647" y="90896"/>
                  <a:pt x="2574528" y="105777"/>
                  <a:pt x="2592885" y="105777"/>
                </a:cubicBezTo>
                <a:cubicBezTo>
                  <a:pt x="2611241" y="105777"/>
                  <a:pt x="2626122" y="90896"/>
                  <a:pt x="2626122" y="72540"/>
                </a:cubicBezTo>
                <a:cubicBezTo>
                  <a:pt x="2626122" y="54183"/>
                  <a:pt x="2611241" y="39302"/>
                  <a:pt x="2592885" y="39302"/>
                </a:cubicBezTo>
                <a:cubicBezTo>
                  <a:pt x="2574528" y="39302"/>
                  <a:pt x="2559647" y="54183"/>
                  <a:pt x="2559647" y="72540"/>
                </a:cubicBezTo>
                <a:moveTo>
                  <a:pt x="2672727" y="51362"/>
                </a:moveTo>
                <a:cubicBezTo>
                  <a:pt x="2672727" y="69719"/>
                  <a:pt x="2687609" y="84600"/>
                  <a:pt x="2705965" y="84600"/>
                </a:cubicBezTo>
                <a:cubicBezTo>
                  <a:pt x="2724322" y="84600"/>
                  <a:pt x="2739203" y="69719"/>
                  <a:pt x="2739203" y="51362"/>
                </a:cubicBezTo>
                <a:cubicBezTo>
                  <a:pt x="2739203" y="33006"/>
                  <a:pt x="2724322" y="18125"/>
                  <a:pt x="2705965" y="18125"/>
                </a:cubicBezTo>
                <a:cubicBezTo>
                  <a:pt x="2687609" y="18125"/>
                  <a:pt x="2672727" y="33006"/>
                  <a:pt x="2672727" y="51362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5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4F8CAE-01C6-4C14-910D-65023541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894647"/>
            <a:ext cx="2807795" cy="837362"/>
          </a:xfrm>
          <a:custGeom xmlns:a="http://schemas.openxmlformats.org/drawingml/2006/main">
            <a:pathLst>
              <a:path w="2807795" h="837362" fill="none">
                <a:moveTo>
                  <a:pt x="0" y="837362"/>
                </a:moveTo>
                <a:lnTo>
                  <a:pt x="125972" y="780896"/>
                </a:lnTo>
                <a:lnTo>
                  <a:pt x="256820" y="716435"/>
                </a:lnTo>
                <a:lnTo>
                  <a:pt x="364594" y="660185"/>
                </a:lnTo>
                <a:lnTo>
                  <a:pt x="504257" y="595297"/>
                </a:lnTo>
                <a:lnTo>
                  <a:pt x="614446" y="549519"/>
                </a:lnTo>
                <a:lnTo>
                  <a:pt x="769626" y="495987"/>
                </a:lnTo>
                <a:lnTo>
                  <a:pt x="890079" y="427204"/>
                </a:lnTo>
                <a:lnTo>
                  <a:pt x="1002990" y="383174"/>
                </a:lnTo>
                <a:lnTo>
                  <a:pt x="1132309" y="381773"/>
                </a:lnTo>
                <a:lnTo>
                  <a:pt x="1277565" y="342714"/>
                </a:lnTo>
                <a:lnTo>
                  <a:pt x="1392633" y="309703"/>
                </a:lnTo>
                <a:lnTo>
                  <a:pt x="1532657" y="266836"/>
                </a:lnTo>
                <a:lnTo>
                  <a:pt x="1648158" y="181265"/>
                </a:lnTo>
                <a:lnTo>
                  <a:pt x="1790589" y="162316"/>
                </a:lnTo>
                <a:lnTo>
                  <a:pt x="1908513" y="129801"/>
                </a:lnTo>
                <a:lnTo>
                  <a:pt x="2051090" y="84962"/>
                </a:lnTo>
                <a:lnTo>
                  <a:pt x="2169031" y="139924"/>
                </a:lnTo>
                <a:lnTo>
                  <a:pt x="2304134" y="102223"/>
                </a:lnTo>
                <a:lnTo>
                  <a:pt x="2417126" y="79034"/>
                </a:lnTo>
                <a:lnTo>
                  <a:pt x="2559647" y="31989"/>
                </a:lnTo>
                <a:lnTo>
                  <a:pt x="2672727" y="13944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73FF"/>
            </a:solidFill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56D285-B8F1-47A6-9B13-6A4FBB68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861409"/>
            <a:ext cx="2874271" cy="903837"/>
          </a:xfrm>
          <a:custGeom xmlns:a="http://schemas.openxmlformats.org/drawingml/2006/main">
            <a:pathLst>
              <a:path w="2874271" h="903837">
                <a:moveTo>
                  <a:pt x="0" y="870600"/>
                </a:moveTo>
                <a:cubicBezTo>
                  <a:pt x="0" y="888956"/>
                  <a:pt x="14881" y="903837"/>
                  <a:pt x="33238" y="903837"/>
                </a:cubicBezTo>
                <a:cubicBezTo>
                  <a:pt x="51594" y="903837"/>
                  <a:pt x="66475" y="888956"/>
                  <a:pt x="66475" y="870600"/>
                </a:cubicBezTo>
                <a:cubicBezTo>
                  <a:pt x="66475" y="852243"/>
                  <a:pt x="51594" y="837362"/>
                  <a:pt x="33238" y="837362"/>
                </a:cubicBezTo>
                <a:cubicBezTo>
                  <a:pt x="14881" y="837362"/>
                  <a:pt x="0" y="852243"/>
                  <a:pt x="0" y="870600"/>
                </a:cubicBezTo>
                <a:moveTo>
                  <a:pt x="125972" y="814133"/>
                </a:moveTo>
                <a:cubicBezTo>
                  <a:pt x="125972" y="832490"/>
                  <a:pt x="140853" y="847371"/>
                  <a:pt x="159210" y="847371"/>
                </a:cubicBezTo>
                <a:cubicBezTo>
                  <a:pt x="177567" y="847371"/>
                  <a:pt x="192448" y="832490"/>
                  <a:pt x="192448" y="814133"/>
                </a:cubicBezTo>
                <a:cubicBezTo>
                  <a:pt x="192448" y="795776"/>
                  <a:pt x="177567" y="780896"/>
                  <a:pt x="159210" y="780896"/>
                </a:cubicBezTo>
                <a:cubicBezTo>
                  <a:pt x="140853" y="780896"/>
                  <a:pt x="125972" y="795776"/>
                  <a:pt x="125972" y="814133"/>
                </a:cubicBezTo>
                <a:moveTo>
                  <a:pt x="256820" y="749672"/>
                </a:moveTo>
                <a:cubicBezTo>
                  <a:pt x="256820" y="768029"/>
                  <a:pt x="271701" y="782909"/>
                  <a:pt x="290058" y="782909"/>
                </a:cubicBezTo>
                <a:cubicBezTo>
                  <a:pt x="308415" y="782909"/>
                  <a:pt x="323295" y="768029"/>
                  <a:pt x="323295" y="749672"/>
                </a:cubicBezTo>
                <a:cubicBezTo>
                  <a:pt x="323295" y="731315"/>
                  <a:pt x="308415" y="716434"/>
                  <a:pt x="290058" y="716434"/>
                </a:cubicBezTo>
                <a:cubicBezTo>
                  <a:pt x="271701" y="716434"/>
                  <a:pt x="256820" y="731315"/>
                  <a:pt x="256820" y="749672"/>
                </a:cubicBezTo>
                <a:moveTo>
                  <a:pt x="364594" y="693422"/>
                </a:moveTo>
                <a:cubicBezTo>
                  <a:pt x="364594" y="711779"/>
                  <a:pt x="379475" y="726660"/>
                  <a:pt x="397832" y="726660"/>
                </a:cubicBezTo>
                <a:cubicBezTo>
                  <a:pt x="416188" y="726660"/>
                  <a:pt x="431069" y="711779"/>
                  <a:pt x="431069" y="693422"/>
                </a:cubicBezTo>
                <a:cubicBezTo>
                  <a:pt x="431069" y="675066"/>
                  <a:pt x="416188" y="660184"/>
                  <a:pt x="397832" y="660184"/>
                </a:cubicBezTo>
                <a:cubicBezTo>
                  <a:pt x="379475" y="660184"/>
                  <a:pt x="364594" y="675066"/>
                  <a:pt x="364594" y="693422"/>
                </a:cubicBezTo>
                <a:moveTo>
                  <a:pt x="504257" y="628534"/>
                </a:moveTo>
                <a:cubicBezTo>
                  <a:pt x="504257" y="646891"/>
                  <a:pt x="519138" y="661771"/>
                  <a:pt x="537495" y="661771"/>
                </a:cubicBezTo>
                <a:cubicBezTo>
                  <a:pt x="555851" y="661771"/>
                  <a:pt x="570732" y="646891"/>
                  <a:pt x="570732" y="628534"/>
                </a:cubicBezTo>
                <a:cubicBezTo>
                  <a:pt x="570732" y="610177"/>
                  <a:pt x="555851" y="595296"/>
                  <a:pt x="537495" y="595296"/>
                </a:cubicBezTo>
                <a:cubicBezTo>
                  <a:pt x="519138" y="595296"/>
                  <a:pt x="504257" y="610177"/>
                  <a:pt x="504257" y="628534"/>
                </a:cubicBezTo>
                <a:moveTo>
                  <a:pt x="614446" y="582757"/>
                </a:moveTo>
                <a:cubicBezTo>
                  <a:pt x="614446" y="601114"/>
                  <a:pt x="629327" y="615995"/>
                  <a:pt x="647684" y="615995"/>
                </a:cubicBezTo>
                <a:cubicBezTo>
                  <a:pt x="666040" y="615995"/>
                  <a:pt x="680921" y="601114"/>
                  <a:pt x="680921" y="582757"/>
                </a:cubicBezTo>
                <a:cubicBezTo>
                  <a:pt x="680921" y="564400"/>
                  <a:pt x="666040" y="549519"/>
                  <a:pt x="647684" y="549519"/>
                </a:cubicBezTo>
                <a:cubicBezTo>
                  <a:pt x="629327" y="549519"/>
                  <a:pt x="614446" y="564400"/>
                  <a:pt x="614446" y="582757"/>
                </a:cubicBezTo>
                <a:moveTo>
                  <a:pt x="769626" y="529225"/>
                </a:moveTo>
                <a:cubicBezTo>
                  <a:pt x="769626" y="547582"/>
                  <a:pt x="784506" y="562463"/>
                  <a:pt x="802863" y="562463"/>
                </a:cubicBezTo>
                <a:cubicBezTo>
                  <a:pt x="821220" y="562463"/>
                  <a:pt x="836101" y="547582"/>
                  <a:pt x="836101" y="529225"/>
                </a:cubicBezTo>
                <a:cubicBezTo>
                  <a:pt x="836101" y="510868"/>
                  <a:pt x="821220" y="495988"/>
                  <a:pt x="802863" y="495988"/>
                </a:cubicBezTo>
                <a:cubicBezTo>
                  <a:pt x="784506" y="495988"/>
                  <a:pt x="769626" y="510868"/>
                  <a:pt x="769626" y="529225"/>
                </a:cubicBezTo>
                <a:moveTo>
                  <a:pt x="890079" y="460442"/>
                </a:moveTo>
                <a:cubicBezTo>
                  <a:pt x="890079" y="478799"/>
                  <a:pt x="904960" y="493680"/>
                  <a:pt x="923317" y="493680"/>
                </a:cubicBezTo>
                <a:cubicBezTo>
                  <a:pt x="941673" y="493680"/>
                  <a:pt x="956554" y="478799"/>
                  <a:pt x="956554" y="460442"/>
                </a:cubicBezTo>
                <a:cubicBezTo>
                  <a:pt x="956554" y="442085"/>
                  <a:pt x="941673" y="427205"/>
                  <a:pt x="923317" y="427205"/>
                </a:cubicBezTo>
                <a:cubicBezTo>
                  <a:pt x="904960" y="427205"/>
                  <a:pt x="890079" y="442085"/>
                  <a:pt x="890079" y="460442"/>
                </a:cubicBezTo>
                <a:moveTo>
                  <a:pt x="1002990" y="416412"/>
                </a:moveTo>
                <a:cubicBezTo>
                  <a:pt x="1002990" y="434768"/>
                  <a:pt x="1017871" y="449650"/>
                  <a:pt x="1036227" y="449650"/>
                </a:cubicBezTo>
                <a:cubicBezTo>
                  <a:pt x="1054584" y="449650"/>
                  <a:pt x="1069465" y="434768"/>
                  <a:pt x="1069465" y="416412"/>
                </a:cubicBezTo>
                <a:cubicBezTo>
                  <a:pt x="1069465" y="398055"/>
                  <a:pt x="1054584" y="383174"/>
                  <a:pt x="1036227" y="383174"/>
                </a:cubicBezTo>
                <a:cubicBezTo>
                  <a:pt x="1017871" y="383174"/>
                  <a:pt x="1002990" y="398055"/>
                  <a:pt x="1002990" y="416412"/>
                </a:cubicBezTo>
                <a:moveTo>
                  <a:pt x="1132309" y="415011"/>
                </a:moveTo>
                <a:cubicBezTo>
                  <a:pt x="1132309" y="433367"/>
                  <a:pt x="1147190" y="448248"/>
                  <a:pt x="1165547" y="448248"/>
                </a:cubicBezTo>
                <a:cubicBezTo>
                  <a:pt x="1183903" y="448248"/>
                  <a:pt x="1198784" y="433367"/>
                  <a:pt x="1198784" y="415011"/>
                </a:cubicBezTo>
                <a:cubicBezTo>
                  <a:pt x="1198784" y="396654"/>
                  <a:pt x="1183903" y="381773"/>
                  <a:pt x="1165547" y="381773"/>
                </a:cubicBezTo>
                <a:cubicBezTo>
                  <a:pt x="1147190" y="381773"/>
                  <a:pt x="1132309" y="396654"/>
                  <a:pt x="1132309" y="415011"/>
                </a:cubicBezTo>
                <a:moveTo>
                  <a:pt x="1277565" y="375952"/>
                </a:moveTo>
                <a:cubicBezTo>
                  <a:pt x="1277565" y="394308"/>
                  <a:pt x="1292446" y="409189"/>
                  <a:pt x="1310802" y="409189"/>
                </a:cubicBezTo>
                <a:cubicBezTo>
                  <a:pt x="1329159" y="409189"/>
                  <a:pt x="1344040" y="394308"/>
                  <a:pt x="1344040" y="375952"/>
                </a:cubicBezTo>
                <a:cubicBezTo>
                  <a:pt x="1344040" y="357595"/>
                  <a:pt x="1329159" y="342714"/>
                  <a:pt x="1310802" y="342714"/>
                </a:cubicBezTo>
                <a:cubicBezTo>
                  <a:pt x="1292446" y="342714"/>
                  <a:pt x="1277565" y="357595"/>
                  <a:pt x="1277565" y="375952"/>
                </a:cubicBezTo>
                <a:moveTo>
                  <a:pt x="1392633" y="342941"/>
                </a:moveTo>
                <a:cubicBezTo>
                  <a:pt x="1392633" y="361297"/>
                  <a:pt x="1407514" y="376179"/>
                  <a:pt x="1425870" y="376179"/>
                </a:cubicBezTo>
                <a:cubicBezTo>
                  <a:pt x="1444227" y="376179"/>
                  <a:pt x="1459108" y="361297"/>
                  <a:pt x="1459108" y="342941"/>
                </a:cubicBezTo>
                <a:cubicBezTo>
                  <a:pt x="1459108" y="324584"/>
                  <a:pt x="1444227" y="309703"/>
                  <a:pt x="1425870" y="309703"/>
                </a:cubicBezTo>
                <a:cubicBezTo>
                  <a:pt x="1407514" y="309703"/>
                  <a:pt x="1392633" y="324584"/>
                  <a:pt x="1392633" y="342941"/>
                </a:cubicBezTo>
                <a:moveTo>
                  <a:pt x="1532657" y="300073"/>
                </a:moveTo>
                <a:cubicBezTo>
                  <a:pt x="1532657" y="318430"/>
                  <a:pt x="1547538" y="333311"/>
                  <a:pt x="1565895" y="333311"/>
                </a:cubicBezTo>
                <a:cubicBezTo>
                  <a:pt x="1584252" y="333311"/>
                  <a:pt x="1599132" y="318430"/>
                  <a:pt x="1599132" y="300073"/>
                </a:cubicBezTo>
                <a:cubicBezTo>
                  <a:pt x="1599132" y="281717"/>
                  <a:pt x="1584252" y="266836"/>
                  <a:pt x="1565895" y="266836"/>
                </a:cubicBezTo>
                <a:cubicBezTo>
                  <a:pt x="1547538" y="266836"/>
                  <a:pt x="1532657" y="281717"/>
                  <a:pt x="1532657" y="300073"/>
                </a:cubicBezTo>
                <a:moveTo>
                  <a:pt x="1648158" y="214503"/>
                </a:moveTo>
                <a:cubicBezTo>
                  <a:pt x="1648158" y="232860"/>
                  <a:pt x="1663039" y="247741"/>
                  <a:pt x="1681396" y="247741"/>
                </a:cubicBezTo>
                <a:cubicBezTo>
                  <a:pt x="1699752" y="247741"/>
                  <a:pt x="1714633" y="232860"/>
                  <a:pt x="1714633" y="214503"/>
                </a:cubicBezTo>
                <a:cubicBezTo>
                  <a:pt x="1714633" y="196147"/>
                  <a:pt x="1699752" y="181265"/>
                  <a:pt x="1681396" y="181265"/>
                </a:cubicBezTo>
                <a:cubicBezTo>
                  <a:pt x="1663039" y="181265"/>
                  <a:pt x="1648158" y="196147"/>
                  <a:pt x="1648158" y="214503"/>
                </a:cubicBezTo>
                <a:moveTo>
                  <a:pt x="1790589" y="195553"/>
                </a:moveTo>
                <a:cubicBezTo>
                  <a:pt x="1790589" y="213910"/>
                  <a:pt x="1805470" y="228791"/>
                  <a:pt x="1823827" y="228791"/>
                </a:cubicBezTo>
                <a:cubicBezTo>
                  <a:pt x="1842183" y="228791"/>
                  <a:pt x="1857064" y="213910"/>
                  <a:pt x="1857064" y="195553"/>
                </a:cubicBezTo>
                <a:cubicBezTo>
                  <a:pt x="1857064" y="177197"/>
                  <a:pt x="1842183" y="162316"/>
                  <a:pt x="1823827" y="162316"/>
                </a:cubicBezTo>
                <a:cubicBezTo>
                  <a:pt x="1805470" y="162316"/>
                  <a:pt x="1790589" y="177197"/>
                  <a:pt x="1790589" y="195553"/>
                </a:cubicBezTo>
                <a:moveTo>
                  <a:pt x="1908513" y="163038"/>
                </a:moveTo>
                <a:cubicBezTo>
                  <a:pt x="1908513" y="181395"/>
                  <a:pt x="1923394" y="196276"/>
                  <a:pt x="1941751" y="196276"/>
                </a:cubicBezTo>
                <a:cubicBezTo>
                  <a:pt x="1960107" y="196276"/>
                  <a:pt x="1974988" y="181395"/>
                  <a:pt x="1974988" y="163038"/>
                </a:cubicBezTo>
                <a:cubicBezTo>
                  <a:pt x="1974988" y="144682"/>
                  <a:pt x="1960107" y="129800"/>
                  <a:pt x="1941751" y="129800"/>
                </a:cubicBezTo>
                <a:cubicBezTo>
                  <a:pt x="1923394" y="129800"/>
                  <a:pt x="1908513" y="144682"/>
                  <a:pt x="1908513" y="163038"/>
                </a:cubicBezTo>
                <a:moveTo>
                  <a:pt x="2051090" y="118199"/>
                </a:moveTo>
                <a:cubicBezTo>
                  <a:pt x="2051090" y="136556"/>
                  <a:pt x="2065971" y="151437"/>
                  <a:pt x="2084327" y="151437"/>
                </a:cubicBezTo>
                <a:cubicBezTo>
                  <a:pt x="2102684" y="151437"/>
                  <a:pt x="2117565" y="136556"/>
                  <a:pt x="2117565" y="118199"/>
                </a:cubicBezTo>
                <a:cubicBezTo>
                  <a:pt x="2117565" y="99843"/>
                  <a:pt x="2102684" y="84962"/>
                  <a:pt x="2084327" y="84962"/>
                </a:cubicBezTo>
                <a:cubicBezTo>
                  <a:pt x="2065971" y="84962"/>
                  <a:pt x="2051090" y="99843"/>
                  <a:pt x="2051090" y="118199"/>
                </a:cubicBezTo>
                <a:moveTo>
                  <a:pt x="2169031" y="173161"/>
                </a:moveTo>
                <a:cubicBezTo>
                  <a:pt x="2169031" y="191518"/>
                  <a:pt x="2183912" y="206399"/>
                  <a:pt x="2202268" y="206399"/>
                </a:cubicBezTo>
                <a:cubicBezTo>
                  <a:pt x="2220625" y="206399"/>
                  <a:pt x="2235506" y="191518"/>
                  <a:pt x="2235506" y="173161"/>
                </a:cubicBezTo>
                <a:cubicBezTo>
                  <a:pt x="2235506" y="154805"/>
                  <a:pt x="2220625" y="139924"/>
                  <a:pt x="2202268" y="139924"/>
                </a:cubicBezTo>
                <a:cubicBezTo>
                  <a:pt x="2183912" y="139924"/>
                  <a:pt x="2169031" y="154805"/>
                  <a:pt x="2169031" y="173161"/>
                </a:cubicBezTo>
                <a:moveTo>
                  <a:pt x="2304134" y="135461"/>
                </a:moveTo>
                <a:cubicBezTo>
                  <a:pt x="2304134" y="153818"/>
                  <a:pt x="2319015" y="168699"/>
                  <a:pt x="2337372" y="168699"/>
                </a:cubicBezTo>
                <a:cubicBezTo>
                  <a:pt x="2355728" y="168699"/>
                  <a:pt x="2370609" y="153818"/>
                  <a:pt x="2370609" y="135461"/>
                </a:cubicBezTo>
                <a:cubicBezTo>
                  <a:pt x="2370609" y="117105"/>
                  <a:pt x="2355728" y="102223"/>
                  <a:pt x="2337372" y="102223"/>
                </a:cubicBezTo>
                <a:cubicBezTo>
                  <a:pt x="2319015" y="102223"/>
                  <a:pt x="2304134" y="117105"/>
                  <a:pt x="2304134" y="135461"/>
                </a:cubicBezTo>
                <a:moveTo>
                  <a:pt x="2417126" y="112271"/>
                </a:moveTo>
                <a:cubicBezTo>
                  <a:pt x="2417126" y="130628"/>
                  <a:pt x="2432007" y="145509"/>
                  <a:pt x="2450363" y="145509"/>
                </a:cubicBezTo>
                <a:cubicBezTo>
                  <a:pt x="2468720" y="145509"/>
                  <a:pt x="2483601" y="130628"/>
                  <a:pt x="2483601" y="112271"/>
                </a:cubicBezTo>
                <a:cubicBezTo>
                  <a:pt x="2483601" y="93915"/>
                  <a:pt x="2468720" y="79034"/>
                  <a:pt x="2450363" y="79034"/>
                </a:cubicBezTo>
                <a:cubicBezTo>
                  <a:pt x="2432007" y="79034"/>
                  <a:pt x="2417126" y="93915"/>
                  <a:pt x="2417126" y="112271"/>
                </a:cubicBezTo>
                <a:moveTo>
                  <a:pt x="2559647" y="65227"/>
                </a:moveTo>
                <a:cubicBezTo>
                  <a:pt x="2559647" y="83584"/>
                  <a:pt x="2574528" y="98465"/>
                  <a:pt x="2592885" y="98465"/>
                </a:cubicBezTo>
                <a:cubicBezTo>
                  <a:pt x="2611241" y="98465"/>
                  <a:pt x="2626122" y="83584"/>
                  <a:pt x="2626122" y="65227"/>
                </a:cubicBezTo>
                <a:cubicBezTo>
                  <a:pt x="2626122" y="46870"/>
                  <a:pt x="2611241" y="31989"/>
                  <a:pt x="2592885" y="31989"/>
                </a:cubicBezTo>
                <a:cubicBezTo>
                  <a:pt x="2574528" y="31989"/>
                  <a:pt x="2559647" y="46870"/>
                  <a:pt x="2559647" y="65227"/>
                </a:cubicBezTo>
                <a:moveTo>
                  <a:pt x="2672727" y="47181"/>
                </a:moveTo>
                <a:cubicBezTo>
                  <a:pt x="2672727" y="65538"/>
                  <a:pt x="2687608" y="80419"/>
                  <a:pt x="2705965" y="80419"/>
                </a:cubicBezTo>
                <a:cubicBezTo>
                  <a:pt x="2724322" y="80419"/>
                  <a:pt x="2739203" y="65538"/>
                  <a:pt x="2739203" y="47181"/>
                </a:cubicBezTo>
                <a:cubicBezTo>
                  <a:pt x="2739203" y="28825"/>
                  <a:pt x="2724322" y="13944"/>
                  <a:pt x="2705965" y="13944"/>
                </a:cubicBezTo>
                <a:cubicBezTo>
                  <a:pt x="2687608" y="13944"/>
                  <a:pt x="2672727" y="28825"/>
                  <a:pt x="2672727" y="47181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7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BE593-0F28-422A-94DC-85A81BF7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470843"/>
            <a:ext cx="2807795" cy="672220"/>
          </a:xfrm>
          <a:custGeom xmlns:a="http://schemas.openxmlformats.org/drawingml/2006/main">
            <a:pathLst>
              <a:path w="2807795" h="672220" fill="none">
                <a:moveTo>
                  <a:pt x="0" y="672220"/>
                </a:moveTo>
                <a:lnTo>
                  <a:pt x="125972" y="643820"/>
                </a:lnTo>
                <a:lnTo>
                  <a:pt x="256820" y="598034"/>
                </a:lnTo>
                <a:lnTo>
                  <a:pt x="364594" y="575228"/>
                </a:lnTo>
                <a:lnTo>
                  <a:pt x="504257" y="526103"/>
                </a:lnTo>
                <a:lnTo>
                  <a:pt x="614446" y="494869"/>
                </a:lnTo>
                <a:lnTo>
                  <a:pt x="769625" y="437963"/>
                </a:lnTo>
                <a:lnTo>
                  <a:pt x="890079" y="394618"/>
                </a:lnTo>
                <a:lnTo>
                  <a:pt x="1002990" y="320051"/>
                </a:lnTo>
                <a:lnTo>
                  <a:pt x="1132309" y="300471"/>
                </a:lnTo>
                <a:lnTo>
                  <a:pt x="1277565" y="258037"/>
                </a:lnTo>
                <a:lnTo>
                  <a:pt x="1392633" y="235464"/>
                </a:lnTo>
                <a:lnTo>
                  <a:pt x="1532658" y="205669"/>
                </a:lnTo>
                <a:lnTo>
                  <a:pt x="1648158" y="188933"/>
                </a:lnTo>
                <a:lnTo>
                  <a:pt x="1790589" y="162571"/>
                </a:lnTo>
                <a:lnTo>
                  <a:pt x="1908513" y="132183"/>
                </a:lnTo>
                <a:lnTo>
                  <a:pt x="2051090" y="112835"/>
                </a:lnTo>
                <a:lnTo>
                  <a:pt x="2169030" y="89256"/>
                </a:lnTo>
                <a:lnTo>
                  <a:pt x="2304134" y="69775"/>
                </a:lnTo>
                <a:lnTo>
                  <a:pt x="2417126" y="56646"/>
                </a:lnTo>
                <a:lnTo>
                  <a:pt x="2559647" y="33296"/>
                </a:lnTo>
                <a:lnTo>
                  <a:pt x="2672727" y="20162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73FF"/>
            </a:solidFill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66BD04-E718-4997-9CDE-1EDFB116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437605"/>
            <a:ext cx="2874271" cy="738695"/>
          </a:xfrm>
          <a:custGeom xmlns:a="http://schemas.openxmlformats.org/drawingml/2006/main">
            <a:pathLst>
              <a:path w="2874271" h="738695">
                <a:moveTo>
                  <a:pt x="0" y="705458"/>
                </a:moveTo>
                <a:cubicBezTo>
                  <a:pt x="0" y="723814"/>
                  <a:pt x="14881" y="738695"/>
                  <a:pt x="33238" y="738695"/>
                </a:cubicBezTo>
                <a:cubicBezTo>
                  <a:pt x="51594" y="738695"/>
                  <a:pt x="66475" y="723814"/>
                  <a:pt x="66475" y="705458"/>
                </a:cubicBezTo>
                <a:cubicBezTo>
                  <a:pt x="66475" y="687101"/>
                  <a:pt x="51594" y="672220"/>
                  <a:pt x="33238" y="672220"/>
                </a:cubicBezTo>
                <a:cubicBezTo>
                  <a:pt x="14881" y="672220"/>
                  <a:pt x="0" y="687101"/>
                  <a:pt x="0" y="705458"/>
                </a:cubicBezTo>
                <a:moveTo>
                  <a:pt x="125972" y="677057"/>
                </a:moveTo>
                <a:cubicBezTo>
                  <a:pt x="125972" y="695414"/>
                  <a:pt x="140853" y="710295"/>
                  <a:pt x="159210" y="710295"/>
                </a:cubicBezTo>
                <a:cubicBezTo>
                  <a:pt x="177567" y="710295"/>
                  <a:pt x="192448" y="695414"/>
                  <a:pt x="192448" y="677057"/>
                </a:cubicBezTo>
                <a:cubicBezTo>
                  <a:pt x="192448" y="658701"/>
                  <a:pt x="177567" y="643820"/>
                  <a:pt x="159210" y="643820"/>
                </a:cubicBezTo>
                <a:cubicBezTo>
                  <a:pt x="140853" y="643820"/>
                  <a:pt x="125972" y="658701"/>
                  <a:pt x="125972" y="677057"/>
                </a:cubicBezTo>
                <a:moveTo>
                  <a:pt x="256821" y="631271"/>
                </a:moveTo>
                <a:cubicBezTo>
                  <a:pt x="256821" y="649628"/>
                  <a:pt x="271701" y="664508"/>
                  <a:pt x="290058" y="664508"/>
                </a:cubicBezTo>
                <a:cubicBezTo>
                  <a:pt x="308415" y="664508"/>
                  <a:pt x="323296" y="649628"/>
                  <a:pt x="323296" y="631271"/>
                </a:cubicBezTo>
                <a:cubicBezTo>
                  <a:pt x="323296" y="612914"/>
                  <a:pt x="308415" y="598033"/>
                  <a:pt x="290058" y="598033"/>
                </a:cubicBezTo>
                <a:cubicBezTo>
                  <a:pt x="271701" y="598033"/>
                  <a:pt x="256821" y="612914"/>
                  <a:pt x="256821" y="631271"/>
                </a:cubicBezTo>
                <a:moveTo>
                  <a:pt x="364594" y="608465"/>
                </a:moveTo>
                <a:cubicBezTo>
                  <a:pt x="364594" y="626822"/>
                  <a:pt x="379475" y="641703"/>
                  <a:pt x="397832" y="641703"/>
                </a:cubicBezTo>
                <a:cubicBezTo>
                  <a:pt x="416188" y="641703"/>
                  <a:pt x="431070" y="626822"/>
                  <a:pt x="431070" y="608465"/>
                </a:cubicBezTo>
                <a:cubicBezTo>
                  <a:pt x="431070" y="590108"/>
                  <a:pt x="416188" y="575228"/>
                  <a:pt x="397832" y="575228"/>
                </a:cubicBezTo>
                <a:cubicBezTo>
                  <a:pt x="379475" y="575228"/>
                  <a:pt x="364594" y="590108"/>
                  <a:pt x="364594" y="608465"/>
                </a:cubicBezTo>
                <a:moveTo>
                  <a:pt x="504257" y="559340"/>
                </a:moveTo>
                <a:cubicBezTo>
                  <a:pt x="504257" y="577697"/>
                  <a:pt x="519138" y="592578"/>
                  <a:pt x="537495" y="592578"/>
                </a:cubicBezTo>
                <a:cubicBezTo>
                  <a:pt x="555851" y="592578"/>
                  <a:pt x="570732" y="577697"/>
                  <a:pt x="570732" y="559340"/>
                </a:cubicBezTo>
                <a:cubicBezTo>
                  <a:pt x="570732" y="540983"/>
                  <a:pt x="555851" y="526103"/>
                  <a:pt x="537495" y="526103"/>
                </a:cubicBezTo>
                <a:cubicBezTo>
                  <a:pt x="519138" y="526103"/>
                  <a:pt x="504257" y="540983"/>
                  <a:pt x="504257" y="559340"/>
                </a:cubicBezTo>
                <a:moveTo>
                  <a:pt x="614446" y="528106"/>
                </a:moveTo>
                <a:cubicBezTo>
                  <a:pt x="614446" y="546463"/>
                  <a:pt x="629327" y="561344"/>
                  <a:pt x="647684" y="561344"/>
                </a:cubicBezTo>
                <a:cubicBezTo>
                  <a:pt x="666041" y="561344"/>
                  <a:pt x="680922" y="546463"/>
                  <a:pt x="680922" y="528106"/>
                </a:cubicBezTo>
                <a:cubicBezTo>
                  <a:pt x="680922" y="509750"/>
                  <a:pt x="666041" y="494869"/>
                  <a:pt x="647684" y="494869"/>
                </a:cubicBezTo>
                <a:cubicBezTo>
                  <a:pt x="629327" y="494869"/>
                  <a:pt x="614446" y="509750"/>
                  <a:pt x="614446" y="528106"/>
                </a:cubicBezTo>
                <a:moveTo>
                  <a:pt x="769626" y="471200"/>
                </a:moveTo>
                <a:cubicBezTo>
                  <a:pt x="769626" y="489557"/>
                  <a:pt x="784507" y="504437"/>
                  <a:pt x="802863" y="504437"/>
                </a:cubicBezTo>
                <a:cubicBezTo>
                  <a:pt x="821220" y="504437"/>
                  <a:pt x="836101" y="489557"/>
                  <a:pt x="836101" y="471200"/>
                </a:cubicBezTo>
                <a:cubicBezTo>
                  <a:pt x="836101" y="452843"/>
                  <a:pt x="821220" y="437962"/>
                  <a:pt x="802863" y="437962"/>
                </a:cubicBezTo>
                <a:cubicBezTo>
                  <a:pt x="784507" y="437962"/>
                  <a:pt x="769626" y="452843"/>
                  <a:pt x="769626" y="471200"/>
                </a:cubicBezTo>
                <a:moveTo>
                  <a:pt x="890079" y="427855"/>
                </a:moveTo>
                <a:cubicBezTo>
                  <a:pt x="890079" y="446212"/>
                  <a:pt x="904960" y="461093"/>
                  <a:pt x="923317" y="461093"/>
                </a:cubicBezTo>
                <a:cubicBezTo>
                  <a:pt x="941673" y="461093"/>
                  <a:pt x="956554" y="446212"/>
                  <a:pt x="956554" y="427855"/>
                </a:cubicBezTo>
                <a:cubicBezTo>
                  <a:pt x="956554" y="409498"/>
                  <a:pt x="941673" y="394617"/>
                  <a:pt x="923317" y="394617"/>
                </a:cubicBezTo>
                <a:cubicBezTo>
                  <a:pt x="904960" y="394617"/>
                  <a:pt x="890079" y="409498"/>
                  <a:pt x="890079" y="427855"/>
                </a:cubicBezTo>
                <a:moveTo>
                  <a:pt x="1002990" y="353288"/>
                </a:moveTo>
                <a:cubicBezTo>
                  <a:pt x="1002990" y="371645"/>
                  <a:pt x="1017871" y="386526"/>
                  <a:pt x="1036227" y="386526"/>
                </a:cubicBezTo>
                <a:cubicBezTo>
                  <a:pt x="1054584" y="386526"/>
                  <a:pt x="1069465" y="371645"/>
                  <a:pt x="1069465" y="353288"/>
                </a:cubicBezTo>
                <a:cubicBezTo>
                  <a:pt x="1069465" y="334932"/>
                  <a:pt x="1054584" y="320051"/>
                  <a:pt x="1036227" y="320051"/>
                </a:cubicBezTo>
                <a:cubicBezTo>
                  <a:pt x="1017871" y="320051"/>
                  <a:pt x="1002990" y="334932"/>
                  <a:pt x="1002990" y="353288"/>
                </a:cubicBezTo>
                <a:moveTo>
                  <a:pt x="1132309" y="333708"/>
                </a:moveTo>
                <a:cubicBezTo>
                  <a:pt x="1132309" y="352065"/>
                  <a:pt x="1147190" y="366946"/>
                  <a:pt x="1165547" y="366946"/>
                </a:cubicBezTo>
                <a:cubicBezTo>
                  <a:pt x="1183904" y="366946"/>
                  <a:pt x="1198784" y="352065"/>
                  <a:pt x="1198784" y="333708"/>
                </a:cubicBezTo>
                <a:cubicBezTo>
                  <a:pt x="1198784" y="315351"/>
                  <a:pt x="1183904" y="300471"/>
                  <a:pt x="1165547" y="300471"/>
                </a:cubicBezTo>
                <a:cubicBezTo>
                  <a:pt x="1147190" y="300471"/>
                  <a:pt x="1132309" y="315351"/>
                  <a:pt x="1132309" y="333708"/>
                </a:cubicBezTo>
                <a:moveTo>
                  <a:pt x="1277565" y="291275"/>
                </a:moveTo>
                <a:cubicBezTo>
                  <a:pt x="1277565" y="309631"/>
                  <a:pt x="1292446" y="324513"/>
                  <a:pt x="1310802" y="324513"/>
                </a:cubicBezTo>
                <a:cubicBezTo>
                  <a:pt x="1329159" y="324513"/>
                  <a:pt x="1344040" y="309631"/>
                  <a:pt x="1344040" y="291275"/>
                </a:cubicBezTo>
                <a:cubicBezTo>
                  <a:pt x="1344040" y="272918"/>
                  <a:pt x="1329159" y="258037"/>
                  <a:pt x="1310802" y="258037"/>
                </a:cubicBezTo>
                <a:cubicBezTo>
                  <a:pt x="1292446" y="258037"/>
                  <a:pt x="1277565" y="272918"/>
                  <a:pt x="1277565" y="291275"/>
                </a:cubicBezTo>
                <a:moveTo>
                  <a:pt x="1392633" y="268701"/>
                </a:moveTo>
                <a:cubicBezTo>
                  <a:pt x="1392633" y="287057"/>
                  <a:pt x="1407514" y="301939"/>
                  <a:pt x="1425871" y="301939"/>
                </a:cubicBezTo>
                <a:cubicBezTo>
                  <a:pt x="1444227" y="301939"/>
                  <a:pt x="1459108" y="287057"/>
                  <a:pt x="1459108" y="268701"/>
                </a:cubicBezTo>
                <a:cubicBezTo>
                  <a:pt x="1459108" y="250344"/>
                  <a:pt x="1444227" y="235464"/>
                  <a:pt x="1425871" y="235464"/>
                </a:cubicBezTo>
                <a:cubicBezTo>
                  <a:pt x="1407514" y="235464"/>
                  <a:pt x="1392633" y="250344"/>
                  <a:pt x="1392633" y="268701"/>
                </a:cubicBezTo>
                <a:moveTo>
                  <a:pt x="1532658" y="238907"/>
                </a:moveTo>
                <a:cubicBezTo>
                  <a:pt x="1532658" y="257263"/>
                  <a:pt x="1547539" y="272144"/>
                  <a:pt x="1565895" y="272144"/>
                </a:cubicBezTo>
                <a:cubicBezTo>
                  <a:pt x="1584252" y="272144"/>
                  <a:pt x="1599133" y="257263"/>
                  <a:pt x="1599133" y="238907"/>
                </a:cubicBezTo>
                <a:cubicBezTo>
                  <a:pt x="1599133" y="220550"/>
                  <a:pt x="1584252" y="205669"/>
                  <a:pt x="1565895" y="205669"/>
                </a:cubicBezTo>
                <a:cubicBezTo>
                  <a:pt x="1547539" y="205669"/>
                  <a:pt x="1532658" y="220550"/>
                  <a:pt x="1532658" y="238907"/>
                </a:cubicBezTo>
                <a:moveTo>
                  <a:pt x="1648158" y="222170"/>
                </a:moveTo>
                <a:cubicBezTo>
                  <a:pt x="1648158" y="240527"/>
                  <a:pt x="1663039" y="255408"/>
                  <a:pt x="1681396" y="255408"/>
                </a:cubicBezTo>
                <a:cubicBezTo>
                  <a:pt x="1699752" y="255408"/>
                  <a:pt x="1714634" y="240527"/>
                  <a:pt x="1714634" y="222170"/>
                </a:cubicBezTo>
                <a:cubicBezTo>
                  <a:pt x="1714634" y="203814"/>
                  <a:pt x="1699752" y="188933"/>
                  <a:pt x="1681396" y="188933"/>
                </a:cubicBezTo>
                <a:cubicBezTo>
                  <a:pt x="1663039" y="188933"/>
                  <a:pt x="1648158" y="203814"/>
                  <a:pt x="1648158" y="222170"/>
                </a:cubicBezTo>
                <a:moveTo>
                  <a:pt x="1790589" y="195808"/>
                </a:moveTo>
                <a:cubicBezTo>
                  <a:pt x="1790589" y="214165"/>
                  <a:pt x="1805470" y="229046"/>
                  <a:pt x="1823827" y="229046"/>
                </a:cubicBezTo>
                <a:cubicBezTo>
                  <a:pt x="1842184" y="229046"/>
                  <a:pt x="1857064" y="214165"/>
                  <a:pt x="1857064" y="195808"/>
                </a:cubicBezTo>
                <a:cubicBezTo>
                  <a:pt x="1857064" y="177451"/>
                  <a:pt x="1842184" y="162570"/>
                  <a:pt x="1823827" y="162570"/>
                </a:cubicBezTo>
                <a:cubicBezTo>
                  <a:pt x="1805470" y="162570"/>
                  <a:pt x="1790589" y="177451"/>
                  <a:pt x="1790589" y="195808"/>
                </a:cubicBezTo>
                <a:moveTo>
                  <a:pt x="1908514" y="165420"/>
                </a:moveTo>
                <a:cubicBezTo>
                  <a:pt x="1908514" y="183777"/>
                  <a:pt x="1923394" y="198658"/>
                  <a:pt x="1941751" y="198658"/>
                </a:cubicBezTo>
                <a:cubicBezTo>
                  <a:pt x="1960107" y="198658"/>
                  <a:pt x="1974989" y="183777"/>
                  <a:pt x="1974989" y="165420"/>
                </a:cubicBezTo>
                <a:cubicBezTo>
                  <a:pt x="1974989" y="147063"/>
                  <a:pt x="1960107" y="132182"/>
                  <a:pt x="1941751" y="132182"/>
                </a:cubicBezTo>
                <a:cubicBezTo>
                  <a:pt x="1923394" y="132182"/>
                  <a:pt x="1908514" y="147063"/>
                  <a:pt x="1908514" y="165420"/>
                </a:cubicBezTo>
                <a:moveTo>
                  <a:pt x="2051090" y="146073"/>
                </a:moveTo>
                <a:cubicBezTo>
                  <a:pt x="2051090" y="164429"/>
                  <a:pt x="2065971" y="179310"/>
                  <a:pt x="2084327" y="179310"/>
                </a:cubicBezTo>
                <a:cubicBezTo>
                  <a:pt x="2102684" y="179310"/>
                  <a:pt x="2117565" y="164429"/>
                  <a:pt x="2117565" y="146073"/>
                </a:cubicBezTo>
                <a:cubicBezTo>
                  <a:pt x="2117565" y="127716"/>
                  <a:pt x="2102684" y="112835"/>
                  <a:pt x="2084327" y="112835"/>
                </a:cubicBezTo>
                <a:cubicBezTo>
                  <a:pt x="2065971" y="112835"/>
                  <a:pt x="2051090" y="127716"/>
                  <a:pt x="2051090" y="146073"/>
                </a:cubicBezTo>
                <a:moveTo>
                  <a:pt x="2169031" y="122494"/>
                </a:moveTo>
                <a:cubicBezTo>
                  <a:pt x="2169031" y="140851"/>
                  <a:pt x="2183912" y="155731"/>
                  <a:pt x="2202268" y="155731"/>
                </a:cubicBezTo>
                <a:cubicBezTo>
                  <a:pt x="2220625" y="155731"/>
                  <a:pt x="2235506" y="140851"/>
                  <a:pt x="2235506" y="122494"/>
                </a:cubicBezTo>
                <a:cubicBezTo>
                  <a:pt x="2235506" y="104137"/>
                  <a:pt x="2220625" y="89256"/>
                  <a:pt x="2202268" y="89256"/>
                </a:cubicBezTo>
                <a:cubicBezTo>
                  <a:pt x="2183912" y="89256"/>
                  <a:pt x="2169031" y="104137"/>
                  <a:pt x="2169031" y="122494"/>
                </a:cubicBezTo>
                <a:moveTo>
                  <a:pt x="2304134" y="103012"/>
                </a:moveTo>
                <a:cubicBezTo>
                  <a:pt x="2304134" y="121369"/>
                  <a:pt x="2319015" y="136250"/>
                  <a:pt x="2337372" y="136250"/>
                </a:cubicBezTo>
                <a:cubicBezTo>
                  <a:pt x="2355729" y="136250"/>
                  <a:pt x="2370610" y="121369"/>
                  <a:pt x="2370610" y="103012"/>
                </a:cubicBezTo>
                <a:cubicBezTo>
                  <a:pt x="2370610" y="84656"/>
                  <a:pt x="2355729" y="69775"/>
                  <a:pt x="2337372" y="69775"/>
                </a:cubicBezTo>
                <a:cubicBezTo>
                  <a:pt x="2319015" y="69775"/>
                  <a:pt x="2304134" y="84656"/>
                  <a:pt x="2304134" y="103012"/>
                </a:cubicBezTo>
                <a:moveTo>
                  <a:pt x="2417126" y="89883"/>
                </a:moveTo>
                <a:cubicBezTo>
                  <a:pt x="2417126" y="108240"/>
                  <a:pt x="2432007" y="123121"/>
                  <a:pt x="2450363" y="123121"/>
                </a:cubicBezTo>
                <a:cubicBezTo>
                  <a:pt x="2468720" y="123121"/>
                  <a:pt x="2483601" y="108240"/>
                  <a:pt x="2483601" y="89883"/>
                </a:cubicBezTo>
                <a:cubicBezTo>
                  <a:pt x="2483601" y="71526"/>
                  <a:pt x="2468720" y="56646"/>
                  <a:pt x="2450363" y="56646"/>
                </a:cubicBezTo>
                <a:cubicBezTo>
                  <a:pt x="2432007" y="56646"/>
                  <a:pt x="2417126" y="71526"/>
                  <a:pt x="2417126" y="89883"/>
                </a:cubicBezTo>
                <a:moveTo>
                  <a:pt x="2559647" y="66533"/>
                </a:moveTo>
                <a:cubicBezTo>
                  <a:pt x="2559647" y="84890"/>
                  <a:pt x="2574528" y="99771"/>
                  <a:pt x="2592885" y="99771"/>
                </a:cubicBezTo>
                <a:cubicBezTo>
                  <a:pt x="2611241" y="99771"/>
                  <a:pt x="2626122" y="84890"/>
                  <a:pt x="2626122" y="66533"/>
                </a:cubicBezTo>
                <a:cubicBezTo>
                  <a:pt x="2626122" y="48177"/>
                  <a:pt x="2611241" y="33295"/>
                  <a:pt x="2592885" y="33295"/>
                </a:cubicBezTo>
                <a:cubicBezTo>
                  <a:pt x="2574528" y="33295"/>
                  <a:pt x="2559647" y="48177"/>
                  <a:pt x="2559647" y="66533"/>
                </a:cubicBezTo>
                <a:moveTo>
                  <a:pt x="2672727" y="53400"/>
                </a:moveTo>
                <a:cubicBezTo>
                  <a:pt x="2672727" y="71756"/>
                  <a:pt x="2687609" y="86637"/>
                  <a:pt x="2705965" y="86637"/>
                </a:cubicBezTo>
                <a:cubicBezTo>
                  <a:pt x="2724322" y="86637"/>
                  <a:pt x="2739203" y="71756"/>
                  <a:pt x="2739203" y="53400"/>
                </a:cubicBezTo>
                <a:cubicBezTo>
                  <a:pt x="2739203" y="35043"/>
                  <a:pt x="2724322" y="20162"/>
                  <a:pt x="2705965" y="20162"/>
                </a:cubicBezTo>
                <a:cubicBezTo>
                  <a:pt x="2687609" y="20162"/>
                  <a:pt x="2672727" y="35043"/>
                  <a:pt x="2672727" y="53400"/>
                </a:cubicBezTo>
                <a:moveTo>
                  <a:pt x="2807795" y="33237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007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2EED03-6A47-4898-82BA-D585A48B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161516"/>
            <a:ext cx="2807795" cy="744189"/>
          </a:xfrm>
          <a:custGeom xmlns:a="http://schemas.openxmlformats.org/drawingml/2006/main">
            <a:pathLst>
              <a:path w="2807795" h="744189" fill="none">
                <a:moveTo>
                  <a:pt x="0" y="744189"/>
                </a:moveTo>
                <a:lnTo>
                  <a:pt x="125972" y="732991"/>
                </a:lnTo>
                <a:lnTo>
                  <a:pt x="256820" y="690371"/>
                </a:lnTo>
                <a:lnTo>
                  <a:pt x="364594" y="648613"/>
                </a:lnTo>
                <a:lnTo>
                  <a:pt x="504257" y="556455"/>
                </a:lnTo>
                <a:lnTo>
                  <a:pt x="614446" y="526910"/>
                </a:lnTo>
                <a:lnTo>
                  <a:pt x="769626" y="461070"/>
                </a:lnTo>
                <a:lnTo>
                  <a:pt x="890079" y="396331"/>
                </a:lnTo>
                <a:lnTo>
                  <a:pt x="1002990" y="350348"/>
                </a:lnTo>
                <a:lnTo>
                  <a:pt x="1132309" y="317903"/>
                </a:lnTo>
                <a:lnTo>
                  <a:pt x="1277565" y="283831"/>
                </a:lnTo>
                <a:lnTo>
                  <a:pt x="1392633" y="254283"/>
                </a:lnTo>
                <a:lnTo>
                  <a:pt x="1532657" y="206458"/>
                </a:lnTo>
                <a:lnTo>
                  <a:pt x="1648158" y="177700"/>
                </a:lnTo>
                <a:lnTo>
                  <a:pt x="1790589" y="121964"/>
                </a:lnTo>
                <a:lnTo>
                  <a:pt x="1908513" y="89530"/>
                </a:lnTo>
                <a:lnTo>
                  <a:pt x="2051090" y="58665"/>
                </a:lnTo>
                <a:lnTo>
                  <a:pt x="2169031" y="47591"/>
                </a:lnTo>
                <a:lnTo>
                  <a:pt x="2304134" y="17443"/>
                </a:lnTo>
                <a:lnTo>
                  <a:pt x="2417126" y="0"/>
                </a:lnTo>
                <a:lnTo>
                  <a:pt x="2559647" y="10481"/>
                </a:lnTo>
                <a:lnTo>
                  <a:pt x="2672727" y="30235"/>
                </a:lnTo>
                <a:lnTo>
                  <a:pt x="2807795" y="10038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73FF"/>
            </a:solidFill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A68E02-50B9-48B6-B977-11C06025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128279"/>
            <a:ext cx="2874271" cy="810664"/>
          </a:xfrm>
          <a:custGeom xmlns:a="http://schemas.openxmlformats.org/drawingml/2006/main">
            <a:pathLst>
              <a:path w="2874271" h="810664">
                <a:moveTo>
                  <a:pt x="0" y="777426"/>
                </a:moveTo>
                <a:cubicBezTo>
                  <a:pt x="0" y="795783"/>
                  <a:pt x="14881" y="810664"/>
                  <a:pt x="33238" y="810664"/>
                </a:cubicBezTo>
                <a:cubicBezTo>
                  <a:pt x="51594" y="810664"/>
                  <a:pt x="66475" y="795783"/>
                  <a:pt x="66475" y="777426"/>
                </a:cubicBezTo>
                <a:cubicBezTo>
                  <a:pt x="66475" y="759069"/>
                  <a:pt x="51594" y="744188"/>
                  <a:pt x="33238" y="744188"/>
                </a:cubicBezTo>
                <a:cubicBezTo>
                  <a:pt x="14881" y="744188"/>
                  <a:pt x="0" y="759069"/>
                  <a:pt x="0" y="777426"/>
                </a:cubicBezTo>
                <a:moveTo>
                  <a:pt x="125972" y="766229"/>
                </a:moveTo>
                <a:cubicBezTo>
                  <a:pt x="125972" y="784585"/>
                  <a:pt x="140853" y="799466"/>
                  <a:pt x="159210" y="799466"/>
                </a:cubicBezTo>
                <a:cubicBezTo>
                  <a:pt x="177567" y="799466"/>
                  <a:pt x="192448" y="784585"/>
                  <a:pt x="192448" y="766229"/>
                </a:cubicBezTo>
                <a:cubicBezTo>
                  <a:pt x="192448" y="747872"/>
                  <a:pt x="177567" y="732991"/>
                  <a:pt x="159210" y="732991"/>
                </a:cubicBezTo>
                <a:cubicBezTo>
                  <a:pt x="140853" y="732991"/>
                  <a:pt x="125972" y="747872"/>
                  <a:pt x="125972" y="766229"/>
                </a:cubicBezTo>
                <a:moveTo>
                  <a:pt x="256820" y="723608"/>
                </a:moveTo>
                <a:cubicBezTo>
                  <a:pt x="256820" y="741965"/>
                  <a:pt x="271701" y="756846"/>
                  <a:pt x="290058" y="756846"/>
                </a:cubicBezTo>
                <a:cubicBezTo>
                  <a:pt x="308415" y="756846"/>
                  <a:pt x="323295" y="741965"/>
                  <a:pt x="323295" y="723608"/>
                </a:cubicBezTo>
                <a:cubicBezTo>
                  <a:pt x="323295" y="705252"/>
                  <a:pt x="308415" y="690371"/>
                  <a:pt x="290058" y="690371"/>
                </a:cubicBezTo>
                <a:cubicBezTo>
                  <a:pt x="271701" y="690371"/>
                  <a:pt x="256820" y="705252"/>
                  <a:pt x="256820" y="723608"/>
                </a:cubicBezTo>
                <a:moveTo>
                  <a:pt x="364594" y="681850"/>
                </a:moveTo>
                <a:cubicBezTo>
                  <a:pt x="364594" y="700207"/>
                  <a:pt x="379475" y="715088"/>
                  <a:pt x="397832" y="715088"/>
                </a:cubicBezTo>
                <a:cubicBezTo>
                  <a:pt x="416188" y="715088"/>
                  <a:pt x="431069" y="700207"/>
                  <a:pt x="431069" y="681850"/>
                </a:cubicBezTo>
                <a:cubicBezTo>
                  <a:pt x="431069" y="663494"/>
                  <a:pt x="416188" y="648613"/>
                  <a:pt x="397832" y="648613"/>
                </a:cubicBezTo>
                <a:cubicBezTo>
                  <a:pt x="379475" y="648613"/>
                  <a:pt x="364594" y="663494"/>
                  <a:pt x="364594" y="681850"/>
                </a:cubicBezTo>
                <a:moveTo>
                  <a:pt x="504257" y="589692"/>
                </a:moveTo>
                <a:cubicBezTo>
                  <a:pt x="504257" y="608049"/>
                  <a:pt x="519138" y="622930"/>
                  <a:pt x="537495" y="622930"/>
                </a:cubicBezTo>
                <a:cubicBezTo>
                  <a:pt x="555851" y="622930"/>
                  <a:pt x="570732" y="608049"/>
                  <a:pt x="570732" y="589692"/>
                </a:cubicBezTo>
                <a:cubicBezTo>
                  <a:pt x="570732" y="571336"/>
                  <a:pt x="555851" y="556455"/>
                  <a:pt x="537495" y="556455"/>
                </a:cubicBezTo>
                <a:cubicBezTo>
                  <a:pt x="519138" y="556455"/>
                  <a:pt x="504257" y="571336"/>
                  <a:pt x="504257" y="589692"/>
                </a:cubicBezTo>
                <a:moveTo>
                  <a:pt x="614446" y="560148"/>
                </a:moveTo>
                <a:cubicBezTo>
                  <a:pt x="614446" y="578504"/>
                  <a:pt x="629327" y="593385"/>
                  <a:pt x="647684" y="593385"/>
                </a:cubicBezTo>
                <a:cubicBezTo>
                  <a:pt x="666040" y="593385"/>
                  <a:pt x="680921" y="578504"/>
                  <a:pt x="680921" y="560148"/>
                </a:cubicBezTo>
                <a:cubicBezTo>
                  <a:pt x="680921" y="541791"/>
                  <a:pt x="666040" y="526910"/>
                  <a:pt x="647684" y="526910"/>
                </a:cubicBezTo>
                <a:cubicBezTo>
                  <a:pt x="629327" y="526910"/>
                  <a:pt x="614446" y="541791"/>
                  <a:pt x="614446" y="560148"/>
                </a:cubicBezTo>
                <a:moveTo>
                  <a:pt x="769626" y="494308"/>
                </a:moveTo>
                <a:cubicBezTo>
                  <a:pt x="769626" y="512664"/>
                  <a:pt x="784506" y="527545"/>
                  <a:pt x="802863" y="527545"/>
                </a:cubicBezTo>
                <a:cubicBezTo>
                  <a:pt x="821220" y="527545"/>
                  <a:pt x="836101" y="512664"/>
                  <a:pt x="836101" y="494308"/>
                </a:cubicBezTo>
                <a:cubicBezTo>
                  <a:pt x="836101" y="475951"/>
                  <a:pt x="821220" y="461070"/>
                  <a:pt x="802863" y="461070"/>
                </a:cubicBezTo>
                <a:cubicBezTo>
                  <a:pt x="784506" y="461070"/>
                  <a:pt x="769626" y="475951"/>
                  <a:pt x="769626" y="494308"/>
                </a:cubicBezTo>
                <a:moveTo>
                  <a:pt x="890079" y="429569"/>
                </a:moveTo>
                <a:cubicBezTo>
                  <a:pt x="890079" y="447925"/>
                  <a:pt x="904960" y="462807"/>
                  <a:pt x="923317" y="462807"/>
                </a:cubicBezTo>
                <a:cubicBezTo>
                  <a:pt x="941673" y="462807"/>
                  <a:pt x="956554" y="447925"/>
                  <a:pt x="956554" y="429569"/>
                </a:cubicBezTo>
                <a:cubicBezTo>
                  <a:pt x="956554" y="411212"/>
                  <a:pt x="941673" y="396331"/>
                  <a:pt x="923317" y="396331"/>
                </a:cubicBezTo>
                <a:cubicBezTo>
                  <a:pt x="904960" y="396331"/>
                  <a:pt x="890079" y="411212"/>
                  <a:pt x="890079" y="429569"/>
                </a:cubicBezTo>
                <a:moveTo>
                  <a:pt x="1002990" y="383585"/>
                </a:moveTo>
                <a:cubicBezTo>
                  <a:pt x="1002990" y="401941"/>
                  <a:pt x="1017871" y="416823"/>
                  <a:pt x="1036227" y="416823"/>
                </a:cubicBezTo>
                <a:cubicBezTo>
                  <a:pt x="1054584" y="416823"/>
                  <a:pt x="1069465" y="401941"/>
                  <a:pt x="1069465" y="383585"/>
                </a:cubicBezTo>
                <a:cubicBezTo>
                  <a:pt x="1069465" y="365228"/>
                  <a:pt x="1054584" y="350348"/>
                  <a:pt x="1036227" y="350348"/>
                </a:cubicBezTo>
                <a:cubicBezTo>
                  <a:pt x="1017871" y="350348"/>
                  <a:pt x="1002990" y="365228"/>
                  <a:pt x="1002990" y="383585"/>
                </a:cubicBezTo>
                <a:moveTo>
                  <a:pt x="1132309" y="351140"/>
                </a:moveTo>
                <a:cubicBezTo>
                  <a:pt x="1132309" y="369497"/>
                  <a:pt x="1147190" y="384378"/>
                  <a:pt x="1165547" y="384378"/>
                </a:cubicBezTo>
                <a:cubicBezTo>
                  <a:pt x="1183903" y="384378"/>
                  <a:pt x="1198784" y="369497"/>
                  <a:pt x="1198784" y="351140"/>
                </a:cubicBezTo>
                <a:cubicBezTo>
                  <a:pt x="1198784" y="332784"/>
                  <a:pt x="1183903" y="317902"/>
                  <a:pt x="1165547" y="317902"/>
                </a:cubicBezTo>
                <a:cubicBezTo>
                  <a:pt x="1147190" y="317902"/>
                  <a:pt x="1132309" y="332784"/>
                  <a:pt x="1132309" y="351140"/>
                </a:cubicBezTo>
                <a:moveTo>
                  <a:pt x="1277565" y="317068"/>
                </a:moveTo>
                <a:cubicBezTo>
                  <a:pt x="1277565" y="335424"/>
                  <a:pt x="1292446" y="350306"/>
                  <a:pt x="1310802" y="350306"/>
                </a:cubicBezTo>
                <a:cubicBezTo>
                  <a:pt x="1329159" y="350306"/>
                  <a:pt x="1344040" y="335424"/>
                  <a:pt x="1344040" y="317068"/>
                </a:cubicBezTo>
                <a:cubicBezTo>
                  <a:pt x="1344040" y="298711"/>
                  <a:pt x="1329159" y="283831"/>
                  <a:pt x="1310802" y="283831"/>
                </a:cubicBezTo>
                <a:cubicBezTo>
                  <a:pt x="1292446" y="283831"/>
                  <a:pt x="1277565" y="298711"/>
                  <a:pt x="1277565" y="317068"/>
                </a:cubicBezTo>
                <a:moveTo>
                  <a:pt x="1392633" y="287521"/>
                </a:moveTo>
                <a:cubicBezTo>
                  <a:pt x="1392633" y="305877"/>
                  <a:pt x="1407514" y="320758"/>
                  <a:pt x="1425870" y="320758"/>
                </a:cubicBezTo>
                <a:cubicBezTo>
                  <a:pt x="1444227" y="320758"/>
                  <a:pt x="1459108" y="305877"/>
                  <a:pt x="1459108" y="287521"/>
                </a:cubicBezTo>
                <a:cubicBezTo>
                  <a:pt x="1459108" y="269164"/>
                  <a:pt x="1444227" y="254283"/>
                  <a:pt x="1425870" y="254283"/>
                </a:cubicBezTo>
                <a:cubicBezTo>
                  <a:pt x="1407514" y="254283"/>
                  <a:pt x="1392633" y="269164"/>
                  <a:pt x="1392633" y="287521"/>
                </a:cubicBezTo>
                <a:moveTo>
                  <a:pt x="1532657" y="239695"/>
                </a:moveTo>
                <a:cubicBezTo>
                  <a:pt x="1532657" y="258052"/>
                  <a:pt x="1547538" y="272933"/>
                  <a:pt x="1565895" y="272933"/>
                </a:cubicBezTo>
                <a:cubicBezTo>
                  <a:pt x="1584252" y="272933"/>
                  <a:pt x="1599132" y="258052"/>
                  <a:pt x="1599132" y="239695"/>
                </a:cubicBezTo>
                <a:cubicBezTo>
                  <a:pt x="1599132" y="221339"/>
                  <a:pt x="1584252" y="206458"/>
                  <a:pt x="1565895" y="206458"/>
                </a:cubicBezTo>
                <a:cubicBezTo>
                  <a:pt x="1547538" y="206458"/>
                  <a:pt x="1532657" y="221339"/>
                  <a:pt x="1532657" y="239695"/>
                </a:cubicBezTo>
                <a:moveTo>
                  <a:pt x="1648158" y="210937"/>
                </a:moveTo>
                <a:cubicBezTo>
                  <a:pt x="1648158" y="229294"/>
                  <a:pt x="1663039" y="244175"/>
                  <a:pt x="1681396" y="244175"/>
                </a:cubicBezTo>
                <a:cubicBezTo>
                  <a:pt x="1699752" y="244175"/>
                  <a:pt x="1714633" y="229294"/>
                  <a:pt x="1714633" y="210937"/>
                </a:cubicBezTo>
                <a:cubicBezTo>
                  <a:pt x="1714633" y="192581"/>
                  <a:pt x="1699752" y="177700"/>
                  <a:pt x="1681396" y="177700"/>
                </a:cubicBezTo>
                <a:cubicBezTo>
                  <a:pt x="1663039" y="177700"/>
                  <a:pt x="1648158" y="192581"/>
                  <a:pt x="1648158" y="210937"/>
                </a:cubicBezTo>
                <a:moveTo>
                  <a:pt x="1790589" y="155202"/>
                </a:moveTo>
                <a:cubicBezTo>
                  <a:pt x="1790589" y="173558"/>
                  <a:pt x="1805470" y="188439"/>
                  <a:pt x="1823827" y="188439"/>
                </a:cubicBezTo>
                <a:cubicBezTo>
                  <a:pt x="1842183" y="188439"/>
                  <a:pt x="1857064" y="173558"/>
                  <a:pt x="1857064" y="155202"/>
                </a:cubicBezTo>
                <a:cubicBezTo>
                  <a:pt x="1857064" y="136845"/>
                  <a:pt x="1842183" y="121964"/>
                  <a:pt x="1823827" y="121964"/>
                </a:cubicBezTo>
                <a:cubicBezTo>
                  <a:pt x="1805470" y="121964"/>
                  <a:pt x="1790589" y="136845"/>
                  <a:pt x="1790589" y="155202"/>
                </a:cubicBezTo>
                <a:moveTo>
                  <a:pt x="1908513" y="122768"/>
                </a:moveTo>
                <a:cubicBezTo>
                  <a:pt x="1908513" y="141125"/>
                  <a:pt x="1923394" y="156006"/>
                  <a:pt x="1941751" y="156006"/>
                </a:cubicBezTo>
                <a:cubicBezTo>
                  <a:pt x="1960107" y="156006"/>
                  <a:pt x="1974988" y="141125"/>
                  <a:pt x="1974988" y="122768"/>
                </a:cubicBezTo>
                <a:cubicBezTo>
                  <a:pt x="1974988" y="104411"/>
                  <a:pt x="1960107" y="89530"/>
                  <a:pt x="1941751" y="89530"/>
                </a:cubicBezTo>
                <a:cubicBezTo>
                  <a:pt x="1923394" y="89530"/>
                  <a:pt x="1908513" y="104411"/>
                  <a:pt x="1908513" y="122768"/>
                </a:cubicBezTo>
                <a:moveTo>
                  <a:pt x="2051090" y="91902"/>
                </a:moveTo>
                <a:cubicBezTo>
                  <a:pt x="2051090" y="110258"/>
                  <a:pt x="2065971" y="125140"/>
                  <a:pt x="2084327" y="125140"/>
                </a:cubicBezTo>
                <a:cubicBezTo>
                  <a:pt x="2102684" y="125140"/>
                  <a:pt x="2117565" y="110258"/>
                  <a:pt x="2117565" y="91902"/>
                </a:cubicBezTo>
                <a:cubicBezTo>
                  <a:pt x="2117565" y="73545"/>
                  <a:pt x="2102684" y="58664"/>
                  <a:pt x="2084327" y="58664"/>
                </a:cubicBezTo>
                <a:cubicBezTo>
                  <a:pt x="2065971" y="58664"/>
                  <a:pt x="2051090" y="73545"/>
                  <a:pt x="2051090" y="91902"/>
                </a:cubicBezTo>
                <a:moveTo>
                  <a:pt x="2169031" y="80828"/>
                </a:moveTo>
                <a:cubicBezTo>
                  <a:pt x="2169031" y="99185"/>
                  <a:pt x="2183912" y="114066"/>
                  <a:pt x="2202268" y="114066"/>
                </a:cubicBezTo>
                <a:cubicBezTo>
                  <a:pt x="2220625" y="114066"/>
                  <a:pt x="2235506" y="99185"/>
                  <a:pt x="2235506" y="80828"/>
                </a:cubicBezTo>
                <a:cubicBezTo>
                  <a:pt x="2235506" y="62472"/>
                  <a:pt x="2220625" y="47590"/>
                  <a:pt x="2202268" y="47590"/>
                </a:cubicBezTo>
                <a:cubicBezTo>
                  <a:pt x="2183912" y="47590"/>
                  <a:pt x="2169031" y="62472"/>
                  <a:pt x="2169031" y="80828"/>
                </a:cubicBezTo>
                <a:moveTo>
                  <a:pt x="2304134" y="50680"/>
                </a:moveTo>
                <a:cubicBezTo>
                  <a:pt x="2304134" y="69037"/>
                  <a:pt x="2319015" y="83918"/>
                  <a:pt x="2337372" y="83918"/>
                </a:cubicBezTo>
                <a:cubicBezTo>
                  <a:pt x="2355728" y="83918"/>
                  <a:pt x="2370609" y="69037"/>
                  <a:pt x="2370609" y="50680"/>
                </a:cubicBezTo>
                <a:cubicBezTo>
                  <a:pt x="2370609" y="32324"/>
                  <a:pt x="2355728" y="17443"/>
                  <a:pt x="2337372" y="17443"/>
                </a:cubicBezTo>
                <a:cubicBezTo>
                  <a:pt x="2319015" y="17443"/>
                  <a:pt x="2304134" y="32324"/>
                  <a:pt x="2304134" y="50680"/>
                </a:cubicBezTo>
                <a:moveTo>
                  <a:pt x="2417126" y="33237"/>
                </a:moveTo>
                <a:cubicBezTo>
                  <a:pt x="2417126" y="51594"/>
                  <a:pt x="2432007" y="66475"/>
                  <a:pt x="2450363" y="66475"/>
                </a:cubicBezTo>
                <a:cubicBezTo>
                  <a:pt x="2468720" y="66475"/>
                  <a:pt x="2483601" y="51594"/>
                  <a:pt x="2483601" y="33237"/>
                </a:cubicBezTo>
                <a:cubicBezTo>
                  <a:pt x="2483601" y="14881"/>
                  <a:pt x="2468720" y="0"/>
                  <a:pt x="2450363" y="0"/>
                </a:cubicBezTo>
                <a:cubicBezTo>
                  <a:pt x="2432007" y="0"/>
                  <a:pt x="2417126" y="14881"/>
                  <a:pt x="2417126" y="33237"/>
                </a:cubicBezTo>
                <a:moveTo>
                  <a:pt x="2559647" y="43718"/>
                </a:moveTo>
                <a:cubicBezTo>
                  <a:pt x="2559647" y="62075"/>
                  <a:pt x="2574528" y="76956"/>
                  <a:pt x="2592885" y="76956"/>
                </a:cubicBezTo>
                <a:cubicBezTo>
                  <a:pt x="2611241" y="76956"/>
                  <a:pt x="2626122" y="62075"/>
                  <a:pt x="2626122" y="43718"/>
                </a:cubicBezTo>
                <a:cubicBezTo>
                  <a:pt x="2626122" y="25361"/>
                  <a:pt x="2611241" y="10480"/>
                  <a:pt x="2592885" y="10480"/>
                </a:cubicBezTo>
                <a:cubicBezTo>
                  <a:pt x="2574528" y="10480"/>
                  <a:pt x="2559647" y="25361"/>
                  <a:pt x="2559647" y="43718"/>
                </a:cubicBezTo>
                <a:moveTo>
                  <a:pt x="2672727" y="63473"/>
                </a:moveTo>
                <a:cubicBezTo>
                  <a:pt x="2672727" y="81829"/>
                  <a:pt x="2687608" y="96710"/>
                  <a:pt x="2705965" y="96710"/>
                </a:cubicBezTo>
                <a:cubicBezTo>
                  <a:pt x="2724322" y="96710"/>
                  <a:pt x="2739203" y="81829"/>
                  <a:pt x="2739203" y="63473"/>
                </a:cubicBezTo>
                <a:cubicBezTo>
                  <a:pt x="2739203" y="45116"/>
                  <a:pt x="2724322" y="30235"/>
                  <a:pt x="2705965" y="30235"/>
                </a:cubicBezTo>
                <a:cubicBezTo>
                  <a:pt x="2687608" y="30235"/>
                  <a:pt x="2672727" y="45116"/>
                  <a:pt x="2672727" y="63473"/>
                </a:cubicBezTo>
                <a:moveTo>
                  <a:pt x="2807795" y="43276"/>
                </a:moveTo>
                <a:cubicBezTo>
                  <a:pt x="2807795" y="61632"/>
                  <a:pt x="2822676" y="76513"/>
                  <a:pt x="2841033" y="76513"/>
                </a:cubicBezTo>
                <a:cubicBezTo>
                  <a:pt x="2859390" y="76513"/>
                  <a:pt x="2874271" y="61632"/>
                  <a:pt x="2874271" y="43276"/>
                </a:cubicBezTo>
                <a:cubicBezTo>
                  <a:pt x="2874271" y="24919"/>
                  <a:pt x="2859390" y="10038"/>
                  <a:pt x="2841033" y="10038"/>
                </a:cubicBezTo>
                <a:cubicBezTo>
                  <a:pt x="2822676" y="10038"/>
                  <a:pt x="2807795" y="24919"/>
                  <a:pt x="2807795" y="43276"/>
                </a:cubicBezTo>
                <a:close/>
              </a:path>
            </a:pathLst>
          </a:custGeom>
          <a:solidFill xmlns:a="http://schemas.openxmlformats.org/drawingml/2006/main">
            <a:srgbClr val="007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09573-E236-4F3B-9876-D1A57D9A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3672396"/>
            <a:ext cx="2807795" cy="674266"/>
          </a:xfrm>
          <a:custGeom xmlns:a="http://schemas.openxmlformats.org/drawingml/2006/main">
            <a:pathLst>
              <a:path w="2807795" h="674266" fill="none">
                <a:moveTo>
                  <a:pt x="0" y="674266"/>
                </a:moveTo>
                <a:lnTo>
                  <a:pt x="125972" y="622301"/>
                </a:lnTo>
                <a:lnTo>
                  <a:pt x="256820" y="575143"/>
                </a:lnTo>
                <a:lnTo>
                  <a:pt x="364594" y="540798"/>
                </a:lnTo>
                <a:lnTo>
                  <a:pt x="504257" y="488832"/>
                </a:lnTo>
                <a:lnTo>
                  <a:pt x="614446" y="465240"/>
                </a:lnTo>
                <a:lnTo>
                  <a:pt x="769625" y="404148"/>
                </a:lnTo>
                <a:lnTo>
                  <a:pt x="890079" y="373313"/>
                </a:lnTo>
                <a:lnTo>
                  <a:pt x="1002990" y="274939"/>
                </a:lnTo>
                <a:lnTo>
                  <a:pt x="1132309" y="253308"/>
                </a:lnTo>
                <a:lnTo>
                  <a:pt x="1277565" y="222836"/>
                </a:lnTo>
                <a:lnTo>
                  <a:pt x="1392633" y="209323"/>
                </a:lnTo>
                <a:lnTo>
                  <a:pt x="1532658" y="179777"/>
                </a:lnTo>
                <a:lnTo>
                  <a:pt x="1648158" y="157860"/>
                </a:lnTo>
                <a:lnTo>
                  <a:pt x="1790589" y="128049"/>
                </a:lnTo>
                <a:lnTo>
                  <a:pt x="1908513" y="96170"/>
                </a:lnTo>
                <a:lnTo>
                  <a:pt x="2051090" y="73246"/>
                </a:lnTo>
                <a:lnTo>
                  <a:pt x="2169030" y="76677"/>
                </a:lnTo>
                <a:lnTo>
                  <a:pt x="2304134" y="60066"/>
                </a:lnTo>
                <a:lnTo>
                  <a:pt x="2417126" y="48024"/>
                </a:lnTo>
                <a:lnTo>
                  <a:pt x="2559647" y="19484"/>
                </a:lnTo>
                <a:lnTo>
                  <a:pt x="2672727" y="13353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73FF"/>
            </a:solidFill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BF643E-CCE7-4920-BA76-2F563568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3639158"/>
            <a:ext cx="2874271" cy="740742"/>
          </a:xfrm>
          <a:custGeom xmlns:a="http://schemas.openxmlformats.org/drawingml/2006/main">
            <a:pathLst>
              <a:path w="2874271" h="740742">
                <a:moveTo>
                  <a:pt x="0" y="707504"/>
                </a:moveTo>
                <a:cubicBezTo>
                  <a:pt x="0" y="725860"/>
                  <a:pt x="14881" y="740742"/>
                  <a:pt x="33238" y="740742"/>
                </a:cubicBezTo>
                <a:cubicBezTo>
                  <a:pt x="51594" y="740742"/>
                  <a:pt x="66475" y="725860"/>
                  <a:pt x="66475" y="707504"/>
                </a:cubicBezTo>
                <a:cubicBezTo>
                  <a:pt x="66475" y="689147"/>
                  <a:pt x="51594" y="674266"/>
                  <a:pt x="33238" y="674266"/>
                </a:cubicBezTo>
                <a:cubicBezTo>
                  <a:pt x="14881" y="674266"/>
                  <a:pt x="0" y="689147"/>
                  <a:pt x="0" y="707504"/>
                </a:cubicBezTo>
                <a:moveTo>
                  <a:pt x="125972" y="655538"/>
                </a:moveTo>
                <a:cubicBezTo>
                  <a:pt x="125972" y="673895"/>
                  <a:pt x="140853" y="688776"/>
                  <a:pt x="159210" y="688776"/>
                </a:cubicBezTo>
                <a:cubicBezTo>
                  <a:pt x="177567" y="688776"/>
                  <a:pt x="192448" y="673895"/>
                  <a:pt x="192448" y="655538"/>
                </a:cubicBezTo>
                <a:cubicBezTo>
                  <a:pt x="192448" y="637182"/>
                  <a:pt x="177567" y="622301"/>
                  <a:pt x="159210" y="622301"/>
                </a:cubicBezTo>
                <a:cubicBezTo>
                  <a:pt x="140853" y="622301"/>
                  <a:pt x="125972" y="637182"/>
                  <a:pt x="125972" y="655538"/>
                </a:cubicBezTo>
                <a:moveTo>
                  <a:pt x="256821" y="608381"/>
                </a:moveTo>
                <a:cubicBezTo>
                  <a:pt x="256821" y="626737"/>
                  <a:pt x="271701" y="641619"/>
                  <a:pt x="290058" y="641619"/>
                </a:cubicBezTo>
                <a:cubicBezTo>
                  <a:pt x="308415" y="641619"/>
                  <a:pt x="323296" y="626737"/>
                  <a:pt x="323296" y="608381"/>
                </a:cubicBezTo>
                <a:cubicBezTo>
                  <a:pt x="323296" y="590024"/>
                  <a:pt x="308415" y="575143"/>
                  <a:pt x="290058" y="575143"/>
                </a:cubicBezTo>
                <a:cubicBezTo>
                  <a:pt x="271701" y="575143"/>
                  <a:pt x="256821" y="590024"/>
                  <a:pt x="256821" y="608381"/>
                </a:cubicBezTo>
                <a:moveTo>
                  <a:pt x="364594" y="574036"/>
                </a:moveTo>
                <a:cubicBezTo>
                  <a:pt x="364594" y="592393"/>
                  <a:pt x="379475" y="607274"/>
                  <a:pt x="397832" y="607274"/>
                </a:cubicBezTo>
                <a:cubicBezTo>
                  <a:pt x="416188" y="607274"/>
                  <a:pt x="431070" y="592393"/>
                  <a:pt x="431070" y="574036"/>
                </a:cubicBezTo>
                <a:cubicBezTo>
                  <a:pt x="431070" y="555679"/>
                  <a:pt x="416188" y="540798"/>
                  <a:pt x="397832" y="540798"/>
                </a:cubicBezTo>
                <a:cubicBezTo>
                  <a:pt x="379475" y="540798"/>
                  <a:pt x="364594" y="555679"/>
                  <a:pt x="364594" y="574036"/>
                </a:cubicBezTo>
                <a:moveTo>
                  <a:pt x="504257" y="522070"/>
                </a:moveTo>
                <a:cubicBezTo>
                  <a:pt x="504257" y="540427"/>
                  <a:pt x="519138" y="555308"/>
                  <a:pt x="537495" y="555308"/>
                </a:cubicBezTo>
                <a:cubicBezTo>
                  <a:pt x="555851" y="555308"/>
                  <a:pt x="570732" y="540427"/>
                  <a:pt x="570732" y="522070"/>
                </a:cubicBezTo>
                <a:cubicBezTo>
                  <a:pt x="570732" y="503714"/>
                  <a:pt x="555851" y="488833"/>
                  <a:pt x="537495" y="488833"/>
                </a:cubicBezTo>
                <a:cubicBezTo>
                  <a:pt x="519138" y="488833"/>
                  <a:pt x="504257" y="503714"/>
                  <a:pt x="504257" y="522070"/>
                </a:cubicBezTo>
                <a:moveTo>
                  <a:pt x="614446" y="498477"/>
                </a:moveTo>
                <a:cubicBezTo>
                  <a:pt x="614446" y="516834"/>
                  <a:pt x="629327" y="531715"/>
                  <a:pt x="647684" y="531715"/>
                </a:cubicBezTo>
                <a:cubicBezTo>
                  <a:pt x="666041" y="531715"/>
                  <a:pt x="680922" y="516834"/>
                  <a:pt x="680922" y="498477"/>
                </a:cubicBezTo>
                <a:cubicBezTo>
                  <a:pt x="680922" y="480121"/>
                  <a:pt x="666041" y="465240"/>
                  <a:pt x="647684" y="465240"/>
                </a:cubicBezTo>
                <a:cubicBezTo>
                  <a:pt x="629327" y="465240"/>
                  <a:pt x="614446" y="480121"/>
                  <a:pt x="614446" y="498477"/>
                </a:cubicBezTo>
                <a:moveTo>
                  <a:pt x="769626" y="437386"/>
                </a:moveTo>
                <a:cubicBezTo>
                  <a:pt x="769626" y="455742"/>
                  <a:pt x="784507" y="470623"/>
                  <a:pt x="802863" y="470623"/>
                </a:cubicBezTo>
                <a:cubicBezTo>
                  <a:pt x="821220" y="470623"/>
                  <a:pt x="836101" y="455742"/>
                  <a:pt x="836101" y="437386"/>
                </a:cubicBezTo>
                <a:cubicBezTo>
                  <a:pt x="836101" y="419029"/>
                  <a:pt x="821220" y="404148"/>
                  <a:pt x="802863" y="404148"/>
                </a:cubicBezTo>
                <a:cubicBezTo>
                  <a:pt x="784507" y="404148"/>
                  <a:pt x="769626" y="419029"/>
                  <a:pt x="769626" y="437386"/>
                </a:cubicBezTo>
                <a:moveTo>
                  <a:pt x="890079" y="406551"/>
                </a:moveTo>
                <a:cubicBezTo>
                  <a:pt x="890079" y="424908"/>
                  <a:pt x="904960" y="439789"/>
                  <a:pt x="923317" y="439789"/>
                </a:cubicBezTo>
                <a:cubicBezTo>
                  <a:pt x="941673" y="439789"/>
                  <a:pt x="956554" y="424908"/>
                  <a:pt x="956554" y="406551"/>
                </a:cubicBezTo>
                <a:cubicBezTo>
                  <a:pt x="956554" y="388195"/>
                  <a:pt x="941673" y="373313"/>
                  <a:pt x="923317" y="373313"/>
                </a:cubicBezTo>
                <a:cubicBezTo>
                  <a:pt x="904960" y="373313"/>
                  <a:pt x="890079" y="388195"/>
                  <a:pt x="890079" y="406551"/>
                </a:cubicBezTo>
                <a:moveTo>
                  <a:pt x="1002990" y="308176"/>
                </a:moveTo>
                <a:cubicBezTo>
                  <a:pt x="1002990" y="326533"/>
                  <a:pt x="1017871" y="341414"/>
                  <a:pt x="1036227" y="341414"/>
                </a:cubicBezTo>
                <a:cubicBezTo>
                  <a:pt x="1054584" y="341414"/>
                  <a:pt x="1069465" y="326533"/>
                  <a:pt x="1069465" y="308176"/>
                </a:cubicBezTo>
                <a:cubicBezTo>
                  <a:pt x="1069465" y="289820"/>
                  <a:pt x="1054584" y="274939"/>
                  <a:pt x="1036227" y="274939"/>
                </a:cubicBezTo>
                <a:cubicBezTo>
                  <a:pt x="1017871" y="274939"/>
                  <a:pt x="1002990" y="289820"/>
                  <a:pt x="1002990" y="308176"/>
                </a:cubicBezTo>
                <a:moveTo>
                  <a:pt x="1132309" y="286546"/>
                </a:moveTo>
                <a:cubicBezTo>
                  <a:pt x="1132309" y="304903"/>
                  <a:pt x="1147190" y="319783"/>
                  <a:pt x="1165547" y="319783"/>
                </a:cubicBezTo>
                <a:cubicBezTo>
                  <a:pt x="1183904" y="319783"/>
                  <a:pt x="1198784" y="304903"/>
                  <a:pt x="1198784" y="286546"/>
                </a:cubicBezTo>
                <a:cubicBezTo>
                  <a:pt x="1198784" y="268189"/>
                  <a:pt x="1183904" y="253308"/>
                  <a:pt x="1165547" y="253308"/>
                </a:cubicBezTo>
                <a:cubicBezTo>
                  <a:pt x="1147190" y="253308"/>
                  <a:pt x="1132309" y="268189"/>
                  <a:pt x="1132309" y="286546"/>
                </a:cubicBezTo>
                <a:moveTo>
                  <a:pt x="1277565" y="256073"/>
                </a:moveTo>
                <a:cubicBezTo>
                  <a:pt x="1277565" y="274430"/>
                  <a:pt x="1292446" y="289311"/>
                  <a:pt x="1310802" y="289311"/>
                </a:cubicBezTo>
                <a:cubicBezTo>
                  <a:pt x="1329159" y="289311"/>
                  <a:pt x="1344040" y="274430"/>
                  <a:pt x="1344040" y="256073"/>
                </a:cubicBezTo>
                <a:cubicBezTo>
                  <a:pt x="1344040" y="237717"/>
                  <a:pt x="1329159" y="222836"/>
                  <a:pt x="1310802" y="222836"/>
                </a:cubicBezTo>
                <a:cubicBezTo>
                  <a:pt x="1292446" y="222836"/>
                  <a:pt x="1277565" y="237717"/>
                  <a:pt x="1277565" y="256073"/>
                </a:cubicBezTo>
                <a:moveTo>
                  <a:pt x="1392633" y="242560"/>
                </a:moveTo>
                <a:cubicBezTo>
                  <a:pt x="1392633" y="260917"/>
                  <a:pt x="1407514" y="275798"/>
                  <a:pt x="1425871" y="275798"/>
                </a:cubicBezTo>
                <a:cubicBezTo>
                  <a:pt x="1444227" y="275798"/>
                  <a:pt x="1459108" y="260917"/>
                  <a:pt x="1459108" y="242560"/>
                </a:cubicBezTo>
                <a:cubicBezTo>
                  <a:pt x="1459108" y="224204"/>
                  <a:pt x="1444227" y="209323"/>
                  <a:pt x="1425871" y="209323"/>
                </a:cubicBezTo>
                <a:cubicBezTo>
                  <a:pt x="1407514" y="209323"/>
                  <a:pt x="1392633" y="224204"/>
                  <a:pt x="1392633" y="242560"/>
                </a:cubicBezTo>
                <a:moveTo>
                  <a:pt x="1532658" y="213015"/>
                </a:moveTo>
                <a:cubicBezTo>
                  <a:pt x="1532658" y="231371"/>
                  <a:pt x="1547539" y="246252"/>
                  <a:pt x="1565895" y="246252"/>
                </a:cubicBezTo>
                <a:cubicBezTo>
                  <a:pt x="1584252" y="246252"/>
                  <a:pt x="1599133" y="231371"/>
                  <a:pt x="1599133" y="213015"/>
                </a:cubicBezTo>
                <a:cubicBezTo>
                  <a:pt x="1599133" y="194658"/>
                  <a:pt x="1584252" y="179777"/>
                  <a:pt x="1565895" y="179777"/>
                </a:cubicBezTo>
                <a:cubicBezTo>
                  <a:pt x="1547539" y="179777"/>
                  <a:pt x="1532658" y="194658"/>
                  <a:pt x="1532658" y="213015"/>
                </a:cubicBezTo>
                <a:moveTo>
                  <a:pt x="1648158" y="191097"/>
                </a:moveTo>
                <a:cubicBezTo>
                  <a:pt x="1648158" y="209454"/>
                  <a:pt x="1663039" y="224335"/>
                  <a:pt x="1681396" y="224335"/>
                </a:cubicBezTo>
                <a:cubicBezTo>
                  <a:pt x="1699752" y="224335"/>
                  <a:pt x="1714634" y="209454"/>
                  <a:pt x="1714634" y="191097"/>
                </a:cubicBezTo>
                <a:cubicBezTo>
                  <a:pt x="1714634" y="172741"/>
                  <a:pt x="1699752" y="157860"/>
                  <a:pt x="1681396" y="157860"/>
                </a:cubicBezTo>
                <a:cubicBezTo>
                  <a:pt x="1663039" y="157860"/>
                  <a:pt x="1648158" y="172741"/>
                  <a:pt x="1648158" y="191097"/>
                </a:cubicBezTo>
                <a:moveTo>
                  <a:pt x="1790589" y="161287"/>
                </a:moveTo>
                <a:cubicBezTo>
                  <a:pt x="1790589" y="179643"/>
                  <a:pt x="1805470" y="194524"/>
                  <a:pt x="1823827" y="194524"/>
                </a:cubicBezTo>
                <a:cubicBezTo>
                  <a:pt x="1842184" y="194524"/>
                  <a:pt x="1857064" y="179643"/>
                  <a:pt x="1857064" y="161287"/>
                </a:cubicBezTo>
                <a:cubicBezTo>
                  <a:pt x="1857064" y="142930"/>
                  <a:pt x="1842184" y="128049"/>
                  <a:pt x="1823827" y="128049"/>
                </a:cubicBezTo>
                <a:cubicBezTo>
                  <a:pt x="1805470" y="128049"/>
                  <a:pt x="1790589" y="142930"/>
                  <a:pt x="1790589" y="161287"/>
                </a:cubicBezTo>
                <a:moveTo>
                  <a:pt x="1908514" y="129408"/>
                </a:moveTo>
                <a:cubicBezTo>
                  <a:pt x="1908514" y="147765"/>
                  <a:pt x="1923394" y="162645"/>
                  <a:pt x="1941751" y="162645"/>
                </a:cubicBezTo>
                <a:cubicBezTo>
                  <a:pt x="1960107" y="162645"/>
                  <a:pt x="1974989" y="147765"/>
                  <a:pt x="1974989" y="129408"/>
                </a:cubicBezTo>
                <a:cubicBezTo>
                  <a:pt x="1974989" y="111051"/>
                  <a:pt x="1960107" y="96170"/>
                  <a:pt x="1941751" y="96170"/>
                </a:cubicBezTo>
                <a:cubicBezTo>
                  <a:pt x="1923394" y="96170"/>
                  <a:pt x="1908514" y="111051"/>
                  <a:pt x="1908514" y="129408"/>
                </a:cubicBezTo>
                <a:moveTo>
                  <a:pt x="2051090" y="106484"/>
                </a:moveTo>
                <a:cubicBezTo>
                  <a:pt x="2051090" y="124841"/>
                  <a:pt x="2065971" y="139721"/>
                  <a:pt x="2084327" y="139721"/>
                </a:cubicBezTo>
                <a:cubicBezTo>
                  <a:pt x="2102684" y="139721"/>
                  <a:pt x="2117565" y="124841"/>
                  <a:pt x="2117565" y="106484"/>
                </a:cubicBezTo>
                <a:cubicBezTo>
                  <a:pt x="2117565" y="88127"/>
                  <a:pt x="2102684" y="73246"/>
                  <a:pt x="2084327" y="73246"/>
                </a:cubicBezTo>
                <a:cubicBezTo>
                  <a:pt x="2065971" y="73246"/>
                  <a:pt x="2051090" y="88127"/>
                  <a:pt x="2051090" y="106484"/>
                </a:cubicBezTo>
                <a:moveTo>
                  <a:pt x="2169031" y="109914"/>
                </a:moveTo>
                <a:cubicBezTo>
                  <a:pt x="2169031" y="128271"/>
                  <a:pt x="2183912" y="143152"/>
                  <a:pt x="2202268" y="143152"/>
                </a:cubicBezTo>
                <a:cubicBezTo>
                  <a:pt x="2220625" y="143152"/>
                  <a:pt x="2235506" y="128271"/>
                  <a:pt x="2235506" y="109914"/>
                </a:cubicBezTo>
                <a:cubicBezTo>
                  <a:pt x="2235506" y="91558"/>
                  <a:pt x="2220625" y="76677"/>
                  <a:pt x="2202268" y="76677"/>
                </a:cubicBezTo>
                <a:cubicBezTo>
                  <a:pt x="2183912" y="76677"/>
                  <a:pt x="2169031" y="91558"/>
                  <a:pt x="2169031" y="109914"/>
                </a:cubicBezTo>
                <a:moveTo>
                  <a:pt x="2304134" y="93304"/>
                </a:moveTo>
                <a:cubicBezTo>
                  <a:pt x="2304134" y="111661"/>
                  <a:pt x="2319015" y="126542"/>
                  <a:pt x="2337372" y="126542"/>
                </a:cubicBezTo>
                <a:cubicBezTo>
                  <a:pt x="2355729" y="126542"/>
                  <a:pt x="2370610" y="111661"/>
                  <a:pt x="2370610" y="93304"/>
                </a:cubicBezTo>
                <a:cubicBezTo>
                  <a:pt x="2370610" y="74947"/>
                  <a:pt x="2355729" y="60067"/>
                  <a:pt x="2337372" y="60067"/>
                </a:cubicBezTo>
                <a:cubicBezTo>
                  <a:pt x="2319015" y="60067"/>
                  <a:pt x="2304134" y="74947"/>
                  <a:pt x="2304134" y="93304"/>
                </a:cubicBezTo>
                <a:moveTo>
                  <a:pt x="2417126" y="81261"/>
                </a:moveTo>
                <a:cubicBezTo>
                  <a:pt x="2417126" y="99618"/>
                  <a:pt x="2432007" y="114499"/>
                  <a:pt x="2450363" y="114499"/>
                </a:cubicBezTo>
                <a:cubicBezTo>
                  <a:pt x="2468720" y="114499"/>
                  <a:pt x="2483601" y="99618"/>
                  <a:pt x="2483601" y="81261"/>
                </a:cubicBezTo>
                <a:cubicBezTo>
                  <a:pt x="2483601" y="62905"/>
                  <a:pt x="2468720" y="48024"/>
                  <a:pt x="2450363" y="48024"/>
                </a:cubicBezTo>
                <a:cubicBezTo>
                  <a:pt x="2432007" y="48024"/>
                  <a:pt x="2417126" y="62905"/>
                  <a:pt x="2417126" y="81261"/>
                </a:cubicBezTo>
                <a:moveTo>
                  <a:pt x="2559647" y="52722"/>
                </a:moveTo>
                <a:cubicBezTo>
                  <a:pt x="2559647" y="71079"/>
                  <a:pt x="2574528" y="85960"/>
                  <a:pt x="2592885" y="85960"/>
                </a:cubicBezTo>
                <a:cubicBezTo>
                  <a:pt x="2611241" y="85960"/>
                  <a:pt x="2626122" y="71079"/>
                  <a:pt x="2626122" y="52722"/>
                </a:cubicBezTo>
                <a:cubicBezTo>
                  <a:pt x="2626122" y="34366"/>
                  <a:pt x="2611241" y="19485"/>
                  <a:pt x="2592885" y="19485"/>
                </a:cubicBezTo>
                <a:cubicBezTo>
                  <a:pt x="2574528" y="19485"/>
                  <a:pt x="2559647" y="34366"/>
                  <a:pt x="2559647" y="52722"/>
                </a:cubicBezTo>
                <a:moveTo>
                  <a:pt x="2672727" y="46591"/>
                </a:moveTo>
                <a:cubicBezTo>
                  <a:pt x="2672727" y="64948"/>
                  <a:pt x="2687609" y="79829"/>
                  <a:pt x="2705965" y="79829"/>
                </a:cubicBezTo>
                <a:cubicBezTo>
                  <a:pt x="2724322" y="79829"/>
                  <a:pt x="2739203" y="64948"/>
                  <a:pt x="2739203" y="46591"/>
                </a:cubicBezTo>
                <a:cubicBezTo>
                  <a:pt x="2739203" y="28235"/>
                  <a:pt x="2724322" y="13354"/>
                  <a:pt x="2705965" y="13354"/>
                </a:cubicBezTo>
                <a:cubicBezTo>
                  <a:pt x="2687609" y="13354"/>
                  <a:pt x="2672727" y="28235"/>
                  <a:pt x="2672727" y="46591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7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01E90F-7048-4C58-9C6C-B154CEDD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776693"/>
            <a:ext cx="2807795" cy="1128265"/>
          </a:xfrm>
          <a:custGeom xmlns:a="http://schemas.openxmlformats.org/drawingml/2006/main">
            <a:pathLst>
              <a:path w="2807795" h="1128265" fill="none">
                <a:moveTo>
                  <a:pt x="0" y="1128265"/>
                </a:moveTo>
                <a:lnTo>
                  <a:pt x="125972" y="1060474"/>
                </a:lnTo>
                <a:lnTo>
                  <a:pt x="256820" y="979890"/>
                </a:lnTo>
                <a:lnTo>
                  <a:pt x="364594" y="929714"/>
                </a:lnTo>
                <a:lnTo>
                  <a:pt x="504257" y="875797"/>
                </a:lnTo>
                <a:lnTo>
                  <a:pt x="614446" y="848202"/>
                </a:lnTo>
                <a:lnTo>
                  <a:pt x="769626" y="780087"/>
                </a:lnTo>
                <a:lnTo>
                  <a:pt x="890079" y="722865"/>
                </a:lnTo>
                <a:lnTo>
                  <a:pt x="1002990" y="674641"/>
                </a:lnTo>
                <a:lnTo>
                  <a:pt x="1132309" y="634281"/>
                </a:lnTo>
                <a:lnTo>
                  <a:pt x="1277565" y="390170"/>
                </a:lnTo>
                <a:lnTo>
                  <a:pt x="1392633" y="352801"/>
                </a:lnTo>
                <a:lnTo>
                  <a:pt x="1532657" y="322187"/>
                </a:lnTo>
                <a:lnTo>
                  <a:pt x="1648158" y="281514"/>
                </a:lnTo>
                <a:lnTo>
                  <a:pt x="1790589" y="244746"/>
                </a:lnTo>
                <a:lnTo>
                  <a:pt x="1908513" y="212084"/>
                </a:lnTo>
                <a:lnTo>
                  <a:pt x="2051090" y="110951"/>
                </a:lnTo>
                <a:lnTo>
                  <a:pt x="2169031" y="164641"/>
                </a:lnTo>
                <a:lnTo>
                  <a:pt x="2304134" y="128465"/>
                </a:lnTo>
                <a:lnTo>
                  <a:pt x="2417126" y="53094"/>
                </a:lnTo>
                <a:lnTo>
                  <a:pt x="2559647" y="20656"/>
                </a:lnTo>
                <a:lnTo>
                  <a:pt x="2672727" y="51735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8BFF"/>
            </a:solidFill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059742-9453-4431-AA07-195AFE53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743455"/>
            <a:ext cx="2874271" cy="1194740"/>
          </a:xfrm>
          <a:custGeom xmlns:a="http://schemas.openxmlformats.org/drawingml/2006/main">
            <a:pathLst>
              <a:path w="2874271" h="1194740">
                <a:moveTo>
                  <a:pt x="0" y="1161503"/>
                </a:moveTo>
                <a:cubicBezTo>
                  <a:pt x="0" y="1179859"/>
                  <a:pt x="14881" y="1194740"/>
                  <a:pt x="33238" y="1194740"/>
                </a:cubicBezTo>
                <a:cubicBezTo>
                  <a:pt x="51594" y="1194740"/>
                  <a:pt x="66475" y="1179859"/>
                  <a:pt x="66475" y="1161503"/>
                </a:cubicBezTo>
                <a:cubicBezTo>
                  <a:pt x="66475" y="1143146"/>
                  <a:pt x="51594" y="1128265"/>
                  <a:pt x="33238" y="1128265"/>
                </a:cubicBezTo>
                <a:cubicBezTo>
                  <a:pt x="14881" y="1128265"/>
                  <a:pt x="0" y="1143146"/>
                  <a:pt x="0" y="1161503"/>
                </a:cubicBezTo>
                <a:moveTo>
                  <a:pt x="125972" y="1093712"/>
                </a:moveTo>
                <a:cubicBezTo>
                  <a:pt x="125972" y="1112069"/>
                  <a:pt x="140853" y="1126950"/>
                  <a:pt x="159210" y="1126950"/>
                </a:cubicBezTo>
                <a:cubicBezTo>
                  <a:pt x="177567" y="1126950"/>
                  <a:pt x="192448" y="1112069"/>
                  <a:pt x="192448" y="1093712"/>
                </a:cubicBezTo>
                <a:cubicBezTo>
                  <a:pt x="192448" y="1075356"/>
                  <a:pt x="177567" y="1060475"/>
                  <a:pt x="159210" y="1060475"/>
                </a:cubicBezTo>
                <a:cubicBezTo>
                  <a:pt x="140853" y="1060475"/>
                  <a:pt x="125972" y="1075356"/>
                  <a:pt x="125972" y="1093712"/>
                </a:cubicBezTo>
                <a:moveTo>
                  <a:pt x="256820" y="1013127"/>
                </a:moveTo>
                <a:cubicBezTo>
                  <a:pt x="256820" y="1031484"/>
                  <a:pt x="271701" y="1046365"/>
                  <a:pt x="290058" y="1046365"/>
                </a:cubicBezTo>
                <a:cubicBezTo>
                  <a:pt x="308415" y="1046365"/>
                  <a:pt x="323295" y="1031484"/>
                  <a:pt x="323295" y="1013127"/>
                </a:cubicBezTo>
                <a:cubicBezTo>
                  <a:pt x="323295" y="994771"/>
                  <a:pt x="308415" y="979890"/>
                  <a:pt x="290058" y="979890"/>
                </a:cubicBezTo>
                <a:cubicBezTo>
                  <a:pt x="271701" y="979890"/>
                  <a:pt x="256820" y="994771"/>
                  <a:pt x="256820" y="1013127"/>
                </a:cubicBezTo>
                <a:moveTo>
                  <a:pt x="364594" y="962952"/>
                </a:moveTo>
                <a:cubicBezTo>
                  <a:pt x="364594" y="981309"/>
                  <a:pt x="379475" y="996189"/>
                  <a:pt x="397832" y="996189"/>
                </a:cubicBezTo>
                <a:cubicBezTo>
                  <a:pt x="416188" y="996189"/>
                  <a:pt x="431069" y="981309"/>
                  <a:pt x="431069" y="962952"/>
                </a:cubicBezTo>
                <a:cubicBezTo>
                  <a:pt x="431069" y="944595"/>
                  <a:pt x="416188" y="929714"/>
                  <a:pt x="397832" y="929714"/>
                </a:cubicBezTo>
                <a:cubicBezTo>
                  <a:pt x="379475" y="929714"/>
                  <a:pt x="364594" y="944595"/>
                  <a:pt x="364594" y="962952"/>
                </a:cubicBezTo>
                <a:moveTo>
                  <a:pt x="504257" y="909034"/>
                </a:moveTo>
                <a:cubicBezTo>
                  <a:pt x="504257" y="927391"/>
                  <a:pt x="519138" y="942272"/>
                  <a:pt x="537495" y="942272"/>
                </a:cubicBezTo>
                <a:cubicBezTo>
                  <a:pt x="555851" y="942272"/>
                  <a:pt x="570732" y="927391"/>
                  <a:pt x="570732" y="909034"/>
                </a:cubicBezTo>
                <a:cubicBezTo>
                  <a:pt x="570732" y="890678"/>
                  <a:pt x="555851" y="875797"/>
                  <a:pt x="537495" y="875797"/>
                </a:cubicBezTo>
                <a:cubicBezTo>
                  <a:pt x="519138" y="875797"/>
                  <a:pt x="504257" y="890678"/>
                  <a:pt x="504257" y="909034"/>
                </a:cubicBezTo>
                <a:moveTo>
                  <a:pt x="614446" y="881439"/>
                </a:moveTo>
                <a:cubicBezTo>
                  <a:pt x="614446" y="899796"/>
                  <a:pt x="629327" y="914677"/>
                  <a:pt x="647684" y="914677"/>
                </a:cubicBezTo>
                <a:cubicBezTo>
                  <a:pt x="666040" y="914677"/>
                  <a:pt x="680921" y="899796"/>
                  <a:pt x="680921" y="881439"/>
                </a:cubicBezTo>
                <a:cubicBezTo>
                  <a:pt x="680921" y="863083"/>
                  <a:pt x="666040" y="848202"/>
                  <a:pt x="647684" y="848202"/>
                </a:cubicBezTo>
                <a:cubicBezTo>
                  <a:pt x="629327" y="848202"/>
                  <a:pt x="614446" y="863083"/>
                  <a:pt x="614446" y="881439"/>
                </a:cubicBezTo>
                <a:moveTo>
                  <a:pt x="769626" y="813325"/>
                </a:moveTo>
                <a:cubicBezTo>
                  <a:pt x="769626" y="831681"/>
                  <a:pt x="784506" y="846562"/>
                  <a:pt x="802863" y="846562"/>
                </a:cubicBezTo>
                <a:cubicBezTo>
                  <a:pt x="821220" y="846562"/>
                  <a:pt x="836101" y="831681"/>
                  <a:pt x="836101" y="813325"/>
                </a:cubicBezTo>
                <a:cubicBezTo>
                  <a:pt x="836101" y="794968"/>
                  <a:pt x="821220" y="780087"/>
                  <a:pt x="802863" y="780087"/>
                </a:cubicBezTo>
                <a:cubicBezTo>
                  <a:pt x="784506" y="780087"/>
                  <a:pt x="769626" y="794968"/>
                  <a:pt x="769626" y="813325"/>
                </a:cubicBezTo>
                <a:moveTo>
                  <a:pt x="890079" y="756103"/>
                </a:moveTo>
                <a:cubicBezTo>
                  <a:pt x="890079" y="774459"/>
                  <a:pt x="904960" y="789340"/>
                  <a:pt x="923317" y="789340"/>
                </a:cubicBezTo>
                <a:cubicBezTo>
                  <a:pt x="941673" y="789340"/>
                  <a:pt x="956554" y="774459"/>
                  <a:pt x="956554" y="756103"/>
                </a:cubicBezTo>
                <a:cubicBezTo>
                  <a:pt x="956554" y="737746"/>
                  <a:pt x="941673" y="722865"/>
                  <a:pt x="923317" y="722865"/>
                </a:cubicBezTo>
                <a:cubicBezTo>
                  <a:pt x="904960" y="722865"/>
                  <a:pt x="890079" y="737746"/>
                  <a:pt x="890079" y="756103"/>
                </a:cubicBezTo>
                <a:moveTo>
                  <a:pt x="1002990" y="707878"/>
                </a:moveTo>
                <a:cubicBezTo>
                  <a:pt x="1002990" y="726235"/>
                  <a:pt x="1017871" y="741116"/>
                  <a:pt x="1036227" y="741116"/>
                </a:cubicBezTo>
                <a:cubicBezTo>
                  <a:pt x="1054584" y="741116"/>
                  <a:pt x="1069465" y="726235"/>
                  <a:pt x="1069465" y="707878"/>
                </a:cubicBezTo>
                <a:cubicBezTo>
                  <a:pt x="1069465" y="689522"/>
                  <a:pt x="1054584" y="674641"/>
                  <a:pt x="1036227" y="674641"/>
                </a:cubicBezTo>
                <a:cubicBezTo>
                  <a:pt x="1017871" y="674641"/>
                  <a:pt x="1002990" y="689522"/>
                  <a:pt x="1002990" y="707878"/>
                </a:cubicBezTo>
                <a:moveTo>
                  <a:pt x="1132309" y="667519"/>
                </a:moveTo>
                <a:cubicBezTo>
                  <a:pt x="1132309" y="685875"/>
                  <a:pt x="1147190" y="700756"/>
                  <a:pt x="1165547" y="700756"/>
                </a:cubicBezTo>
                <a:cubicBezTo>
                  <a:pt x="1183903" y="700756"/>
                  <a:pt x="1198784" y="685875"/>
                  <a:pt x="1198784" y="667519"/>
                </a:cubicBezTo>
                <a:cubicBezTo>
                  <a:pt x="1198784" y="649162"/>
                  <a:pt x="1183903" y="634281"/>
                  <a:pt x="1165547" y="634281"/>
                </a:cubicBezTo>
                <a:cubicBezTo>
                  <a:pt x="1147190" y="634281"/>
                  <a:pt x="1132309" y="649162"/>
                  <a:pt x="1132309" y="667519"/>
                </a:cubicBezTo>
                <a:moveTo>
                  <a:pt x="1277565" y="423408"/>
                </a:moveTo>
                <a:cubicBezTo>
                  <a:pt x="1277565" y="441764"/>
                  <a:pt x="1292446" y="456645"/>
                  <a:pt x="1310802" y="456645"/>
                </a:cubicBezTo>
                <a:cubicBezTo>
                  <a:pt x="1329159" y="456645"/>
                  <a:pt x="1344040" y="441764"/>
                  <a:pt x="1344040" y="423408"/>
                </a:cubicBezTo>
                <a:cubicBezTo>
                  <a:pt x="1344040" y="405051"/>
                  <a:pt x="1329159" y="390170"/>
                  <a:pt x="1310802" y="390170"/>
                </a:cubicBezTo>
                <a:cubicBezTo>
                  <a:pt x="1292446" y="390170"/>
                  <a:pt x="1277565" y="405051"/>
                  <a:pt x="1277565" y="423408"/>
                </a:cubicBezTo>
                <a:moveTo>
                  <a:pt x="1392633" y="386039"/>
                </a:moveTo>
                <a:cubicBezTo>
                  <a:pt x="1392633" y="404395"/>
                  <a:pt x="1407514" y="419276"/>
                  <a:pt x="1425870" y="419276"/>
                </a:cubicBezTo>
                <a:cubicBezTo>
                  <a:pt x="1444227" y="419276"/>
                  <a:pt x="1459108" y="404395"/>
                  <a:pt x="1459108" y="386039"/>
                </a:cubicBezTo>
                <a:cubicBezTo>
                  <a:pt x="1459108" y="367682"/>
                  <a:pt x="1444227" y="352801"/>
                  <a:pt x="1425870" y="352801"/>
                </a:cubicBezTo>
                <a:cubicBezTo>
                  <a:pt x="1407514" y="352801"/>
                  <a:pt x="1392633" y="367682"/>
                  <a:pt x="1392633" y="386039"/>
                </a:cubicBezTo>
                <a:moveTo>
                  <a:pt x="1532657" y="355424"/>
                </a:moveTo>
                <a:cubicBezTo>
                  <a:pt x="1532657" y="373781"/>
                  <a:pt x="1547538" y="388662"/>
                  <a:pt x="1565895" y="388662"/>
                </a:cubicBezTo>
                <a:cubicBezTo>
                  <a:pt x="1584252" y="388662"/>
                  <a:pt x="1599132" y="373781"/>
                  <a:pt x="1599132" y="355424"/>
                </a:cubicBezTo>
                <a:cubicBezTo>
                  <a:pt x="1599132" y="337068"/>
                  <a:pt x="1584252" y="322187"/>
                  <a:pt x="1565895" y="322187"/>
                </a:cubicBezTo>
                <a:cubicBezTo>
                  <a:pt x="1547538" y="322187"/>
                  <a:pt x="1532657" y="337068"/>
                  <a:pt x="1532657" y="355424"/>
                </a:cubicBezTo>
                <a:moveTo>
                  <a:pt x="1648158" y="314752"/>
                </a:moveTo>
                <a:cubicBezTo>
                  <a:pt x="1648158" y="333109"/>
                  <a:pt x="1663039" y="347989"/>
                  <a:pt x="1681396" y="347989"/>
                </a:cubicBezTo>
                <a:cubicBezTo>
                  <a:pt x="1699752" y="347989"/>
                  <a:pt x="1714633" y="333109"/>
                  <a:pt x="1714633" y="314752"/>
                </a:cubicBezTo>
                <a:cubicBezTo>
                  <a:pt x="1714633" y="296395"/>
                  <a:pt x="1699752" y="281514"/>
                  <a:pt x="1681396" y="281514"/>
                </a:cubicBezTo>
                <a:cubicBezTo>
                  <a:pt x="1663039" y="281514"/>
                  <a:pt x="1648158" y="296395"/>
                  <a:pt x="1648158" y="314752"/>
                </a:cubicBezTo>
                <a:moveTo>
                  <a:pt x="1790589" y="277984"/>
                </a:moveTo>
                <a:cubicBezTo>
                  <a:pt x="1790589" y="296341"/>
                  <a:pt x="1805470" y="311222"/>
                  <a:pt x="1823827" y="311222"/>
                </a:cubicBezTo>
                <a:cubicBezTo>
                  <a:pt x="1842183" y="311222"/>
                  <a:pt x="1857064" y="296341"/>
                  <a:pt x="1857064" y="277984"/>
                </a:cubicBezTo>
                <a:cubicBezTo>
                  <a:pt x="1857064" y="259628"/>
                  <a:pt x="1842183" y="244747"/>
                  <a:pt x="1823827" y="244747"/>
                </a:cubicBezTo>
                <a:cubicBezTo>
                  <a:pt x="1805470" y="244747"/>
                  <a:pt x="1790589" y="259628"/>
                  <a:pt x="1790589" y="277984"/>
                </a:cubicBezTo>
                <a:moveTo>
                  <a:pt x="1908513" y="245321"/>
                </a:moveTo>
                <a:cubicBezTo>
                  <a:pt x="1908513" y="263678"/>
                  <a:pt x="1923394" y="278559"/>
                  <a:pt x="1941751" y="278559"/>
                </a:cubicBezTo>
                <a:cubicBezTo>
                  <a:pt x="1960107" y="278559"/>
                  <a:pt x="1974988" y="263678"/>
                  <a:pt x="1974988" y="245321"/>
                </a:cubicBezTo>
                <a:cubicBezTo>
                  <a:pt x="1974988" y="226965"/>
                  <a:pt x="1960107" y="212084"/>
                  <a:pt x="1941751" y="212084"/>
                </a:cubicBezTo>
                <a:cubicBezTo>
                  <a:pt x="1923394" y="212084"/>
                  <a:pt x="1908513" y="226965"/>
                  <a:pt x="1908513" y="245321"/>
                </a:cubicBezTo>
                <a:moveTo>
                  <a:pt x="2051090" y="144189"/>
                </a:moveTo>
                <a:cubicBezTo>
                  <a:pt x="2051090" y="162546"/>
                  <a:pt x="2065971" y="177427"/>
                  <a:pt x="2084327" y="177427"/>
                </a:cubicBezTo>
                <a:cubicBezTo>
                  <a:pt x="2102684" y="177427"/>
                  <a:pt x="2117565" y="162546"/>
                  <a:pt x="2117565" y="144189"/>
                </a:cubicBezTo>
                <a:cubicBezTo>
                  <a:pt x="2117565" y="125833"/>
                  <a:pt x="2102684" y="110952"/>
                  <a:pt x="2084327" y="110952"/>
                </a:cubicBezTo>
                <a:cubicBezTo>
                  <a:pt x="2065971" y="110952"/>
                  <a:pt x="2051090" y="125833"/>
                  <a:pt x="2051090" y="144189"/>
                </a:cubicBezTo>
                <a:moveTo>
                  <a:pt x="2169031" y="197879"/>
                </a:moveTo>
                <a:cubicBezTo>
                  <a:pt x="2169031" y="216235"/>
                  <a:pt x="2183912" y="231117"/>
                  <a:pt x="2202268" y="231117"/>
                </a:cubicBezTo>
                <a:cubicBezTo>
                  <a:pt x="2220625" y="231117"/>
                  <a:pt x="2235506" y="216235"/>
                  <a:pt x="2235506" y="197879"/>
                </a:cubicBezTo>
                <a:cubicBezTo>
                  <a:pt x="2235506" y="179522"/>
                  <a:pt x="2220625" y="164641"/>
                  <a:pt x="2202268" y="164641"/>
                </a:cubicBezTo>
                <a:cubicBezTo>
                  <a:pt x="2183912" y="164641"/>
                  <a:pt x="2169031" y="179522"/>
                  <a:pt x="2169031" y="197879"/>
                </a:cubicBezTo>
                <a:moveTo>
                  <a:pt x="2304134" y="161703"/>
                </a:moveTo>
                <a:cubicBezTo>
                  <a:pt x="2304134" y="180060"/>
                  <a:pt x="2319015" y="194940"/>
                  <a:pt x="2337372" y="194940"/>
                </a:cubicBezTo>
                <a:cubicBezTo>
                  <a:pt x="2355728" y="194940"/>
                  <a:pt x="2370609" y="180060"/>
                  <a:pt x="2370609" y="161703"/>
                </a:cubicBezTo>
                <a:cubicBezTo>
                  <a:pt x="2370609" y="143346"/>
                  <a:pt x="2355728" y="128465"/>
                  <a:pt x="2337372" y="128465"/>
                </a:cubicBezTo>
                <a:cubicBezTo>
                  <a:pt x="2319015" y="128465"/>
                  <a:pt x="2304134" y="143346"/>
                  <a:pt x="2304134" y="161703"/>
                </a:cubicBezTo>
                <a:moveTo>
                  <a:pt x="2417126" y="86331"/>
                </a:moveTo>
                <a:cubicBezTo>
                  <a:pt x="2417126" y="104688"/>
                  <a:pt x="2432007" y="119569"/>
                  <a:pt x="2450363" y="119569"/>
                </a:cubicBezTo>
                <a:cubicBezTo>
                  <a:pt x="2468720" y="119569"/>
                  <a:pt x="2483601" y="104688"/>
                  <a:pt x="2483601" y="86331"/>
                </a:cubicBezTo>
                <a:cubicBezTo>
                  <a:pt x="2483601" y="67975"/>
                  <a:pt x="2468720" y="53094"/>
                  <a:pt x="2450363" y="53094"/>
                </a:cubicBezTo>
                <a:cubicBezTo>
                  <a:pt x="2432007" y="53094"/>
                  <a:pt x="2417126" y="67975"/>
                  <a:pt x="2417126" y="86331"/>
                </a:cubicBezTo>
                <a:moveTo>
                  <a:pt x="2559647" y="53894"/>
                </a:moveTo>
                <a:cubicBezTo>
                  <a:pt x="2559647" y="72251"/>
                  <a:pt x="2574528" y="87131"/>
                  <a:pt x="2592885" y="87131"/>
                </a:cubicBezTo>
                <a:cubicBezTo>
                  <a:pt x="2611241" y="87131"/>
                  <a:pt x="2626122" y="72251"/>
                  <a:pt x="2626122" y="53894"/>
                </a:cubicBezTo>
                <a:cubicBezTo>
                  <a:pt x="2626122" y="35537"/>
                  <a:pt x="2611241" y="20656"/>
                  <a:pt x="2592885" y="20656"/>
                </a:cubicBezTo>
                <a:cubicBezTo>
                  <a:pt x="2574528" y="20656"/>
                  <a:pt x="2559647" y="35537"/>
                  <a:pt x="2559647" y="53894"/>
                </a:cubicBezTo>
                <a:moveTo>
                  <a:pt x="2672727" y="84973"/>
                </a:moveTo>
                <a:cubicBezTo>
                  <a:pt x="2672727" y="103330"/>
                  <a:pt x="2687608" y="118211"/>
                  <a:pt x="2705965" y="118211"/>
                </a:cubicBezTo>
                <a:cubicBezTo>
                  <a:pt x="2724322" y="118211"/>
                  <a:pt x="2739203" y="103330"/>
                  <a:pt x="2739203" y="84973"/>
                </a:cubicBezTo>
                <a:cubicBezTo>
                  <a:pt x="2739203" y="66616"/>
                  <a:pt x="2724322" y="51736"/>
                  <a:pt x="2705965" y="51736"/>
                </a:cubicBezTo>
                <a:cubicBezTo>
                  <a:pt x="2687608" y="51736"/>
                  <a:pt x="2672727" y="66616"/>
                  <a:pt x="2672727" y="84973"/>
                </a:cubicBezTo>
                <a:moveTo>
                  <a:pt x="2807795" y="33238"/>
                </a:moveTo>
                <a:cubicBezTo>
                  <a:pt x="2807795" y="51594"/>
                  <a:pt x="2822676" y="66476"/>
                  <a:pt x="2841033" y="66476"/>
                </a:cubicBezTo>
                <a:cubicBezTo>
                  <a:pt x="2859390" y="66476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8B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F312A-AEB8-43D8-B4D9-13EAB6B2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643839"/>
            <a:ext cx="2807795" cy="603034"/>
          </a:xfrm>
          <a:custGeom xmlns:a="http://schemas.openxmlformats.org/drawingml/2006/main">
            <a:pathLst>
              <a:path w="2807795" h="603034" fill="none">
                <a:moveTo>
                  <a:pt x="0" y="603034"/>
                </a:moveTo>
                <a:lnTo>
                  <a:pt x="125972" y="570482"/>
                </a:lnTo>
                <a:lnTo>
                  <a:pt x="256820" y="520925"/>
                </a:lnTo>
                <a:lnTo>
                  <a:pt x="364594" y="498506"/>
                </a:lnTo>
                <a:lnTo>
                  <a:pt x="504257" y="455523"/>
                </a:lnTo>
                <a:lnTo>
                  <a:pt x="614446" y="421436"/>
                </a:lnTo>
                <a:lnTo>
                  <a:pt x="769625" y="378449"/>
                </a:lnTo>
                <a:lnTo>
                  <a:pt x="890079" y="348323"/>
                </a:lnTo>
                <a:lnTo>
                  <a:pt x="1002990" y="282378"/>
                </a:lnTo>
                <a:lnTo>
                  <a:pt x="1132309" y="268916"/>
                </a:lnTo>
                <a:lnTo>
                  <a:pt x="1277565" y="233706"/>
                </a:lnTo>
                <a:lnTo>
                  <a:pt x="1392633" y="208310"/>
                </a:lnTo>
                <a:lnTo>
                  <a:pt x="1532658" y="181334"/>
                </a:lnTo>
                <a:lnTo>
                  <a:pt x="1648158" y="151996"/>
                </a:lnTo>
                <a:lnTo>
                  <a:pt x="1790589" y="123623"/>
                </a:lnTo>
                <a:lnTo>
                  <a:pt x="1908513" y="93754"/>
                </a:lnTo>
                <a:lnTo>
                  <a:pt x="2051090" y="79788"/>
                </a:lnTo>
                <a:lnTo>
                  <a:pt x="2169030" y="62165"/>
                </a:lnTo>
                <a:lnTo>
                  <a:pt x="2304134" y="47375"/>
                </a:lnTo>
                <a:lnTo>
                  <a:pt x="2417126" y="36415"/>
                </a:lnTo>
                <a:lnTo>
                  <a:pt x="2559647" y="14512"/>
                </a:lnTo>
                <a:lnTo>
                  <a:pt x="2672727" y="4542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8BFF"/>
            </a:solidFill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962034-326B-4EE0-B134-1D218901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610602"/>
            <a:ext cx="2874271" cy="669508"/>
          </a:xfrm>
          <a:custGeom xmlns:a="http://schemas.openxmlformats.org/drawingml/2006/main">
            <a:pathLst>
              <a:path w="2874271" h="669508">
                <a:moveTo>
                  <a:pt x="0" y="636271"/>
                </a:moveTo>
                <a:cubicBezTo>
                  <a:pt x="0" y="654627"/>
                  <a:pt x="14881" y="669508"/>
                  <a:pt x="33238" y="669508"/>
                </a:cubicBezTo>
                <a:cubicBezTo>
                  <a:pt x="51594" y="669508"/>
                  <a:pt x="66475" y="654627"/>
                  <a:pt x="66475" y="636271"/>
                </a:cubicBezTo>
                <a:cubicBezTo>
                  <a:pt x="66475" y="617914"/>
                  <a:pt x="51594" y="603033"/>
                  <a:pt x="33238" y="603033"/>
                </a:cubicBezTo>
                <a:cubicBezTo>
                  <a:pt x="14881" y="603033"/>
                  <a:pt x="0" y="617914"/>
                  <a:pt x="0" y="636271"/>
                </a:cubicBezTo>
                <a:moveTo>
                  <a:pt x="125972" y="603719"/>
                </a:moveTo>
                <a:cubicBezTo>
                  <a:pt x="125972" y="622076"/>
                  <a:pt x="140853" y="636957"/>
                  <a:pt x="159210" y="636957"/>
                </a:cubicBezTo>
                <a:cubicBezTo>
                  <a:pt x="177567" y="636957"/>
                  <a:pt x="192448" y="622076"/>
                  <a:pt x="192448" y="603719"/>
                </a:cubicBezTo>
                <a:cubicBezTo>
                  <a:pt x="192448" y="585363"/>
                  <a:pt x="177567" y="570482"/>
                  <a:pt x="159210" y="570482"/>
                </a:cubicBezTo>
                <a:cubicBezTo>
                  <a:pt x="140853" y="570482"/>
                  <a:pt x="125972" y="585363"/>
                  <a:pt x="125972" y="603719"/>
                </a:cubicBezTo>
                <a:moveTo>
                  <a:pt x="256821" y="554162"/>
                </a:moveTo>
                <a:cubicBezTo>
                  <a:pt x="256821" y="572519"/>
                  <a:pt x="271701" y="587400"/>
                  <a:pt x="290058" y="587400"/>
                </a:cubicBezTo>
                <a:cubicBezTo>
                  <a:pt x="308415" y="587400"/>
                  <a:pt x="323296" y="572519"/>
                  <a:pt x="323296" y="554162"/>
                </a:cubicBezTo>
                <a:cubicBezTo>
                  <a:pt x="323296" y="535805"/>
                  <a:pt x="308415" y="520924"/>
                  <a:pt x="290058" y="520924"/>
                </a:cubicBezTo>
                <a:cubicBezTo>
                  <a:pt x="271701" y="520924"/>
                  <a:pt x="256821" y="535805"/>
                  <a:pt x="256821" y="554162"/>
                </a:cubicBezTo>
                <a:moveTo>
                  <a:pt x="364594" y="531743"/>
                </a:moveTo>
                <a:cubicBezTo>
                  <a:pt x="364594" y="550099"/>
                  <a:pt x="379475" y="564980"/>
                  <a:pt x="397832" y="564980"/>
                </a:cubicBezTo>
                <a:cubicBezTo>
                  <a:pt x="416188" y="564980"/>
                  <a:pt x="431070" y="550099"/>
                  <a:pt x="431070" y="531743"/>
                </a:cubicBezTo>
                <a:cubicBezTo>
                  <a:pt x="431070" y="513386"/>
                  <a:pt x="416188" y="498505"/>
                  <a:pt x="397832" y="498505"/>
                </a:cubicBezTo>
                <a:cubicBezTo>
                  <a:pt x="379475" y="498505"/>
                  <a:pt x="364594" y="513386"/>
                  <a:pt x="364594" y="531743"/>
                </a:cubicBezTo>
                <a:moveTo>
                  <a:pt x="504257" y="488760"/>
                </a:moveTo>
                <a:cubicBezTo>
                  <a:pt x="504257" y="507117"/>
                  <a:pt x="519138" y="521998"/>
                  <a:pt x="537495" y="521998"/>
                </a:cubicBezTo>
                <a:cubicBezTo>
                  <a:pt x="555851" y="521998"/>
                  <a:pt x="570732" y="507117"/>
                  <a:pt x="570732" y="488760"/>
                </a:cubicBezTo>
                <a:cubicBezTo>
                  <a:pt x="570732" y="470404"/>
                  <a:pt x="555851" y="455523"/>
                  <a:pt x="537495" y="455523"/>
                </a:cubicBezTo>
                <a:cubicBezTo>
                  <a:pt x="519138" y="455523"/>
                  <a:pt x="504257" y="470404"/>
                  <a:pt x="504257" y="488760"/>
                </a:cubicBezTo>
                <a:moveTo>
                  <a:pt x="614446" y="454674"/>
                </a:moveTo>
                <a:cubicBezTo>
                  <a:pt x="614446" y="473030"/>
                  <a:pt x="629327" y="487912"/>
                  <a:pt x="647684" y="487912"/>
                </a:cubicBezTo>
                <a:cubicBezTo>
                  <a:pt x="666041" y="487912"/>
                  <a:pt x="680922" y="473030"/>
                  <a:pt x="680922" y="454674"/>
                </a:cubicBezTo>
                <a:cubicBezTo>
                  <a:pt x="680922" y="436317"/>
                  <a:pt x="666041" y="421436"/>
                  <a:pt x="647684" y="421436"/>
                </a:cubicBezTo>
                <a:cubicBezTo>
                  <a:pt x="629327" y="421436"/>
                  <a:pt x="614446" y="436317"/>
                  <a:pt x="614446" y="454674"/>
                </a:cubicBezTo>
                <a:moveTo>
                  <a:pt x="769626" y="411687"/>
                </a:moveTo>
                <a:cubicBezTo>
                  <a:pt x="769626" y="430043"/>
                  <a:pt x="784507" y="444924"/>
                  <a:pt x="802863" y="444924"/>
                </a:cubicBezTo>
                <a:cubicBezTo>
                  <a:pt x="821220" y="444924"/>
                  <a:pt x="836101" y="430043"/>
                  <a:pt x="836101" y="411687"/>
                </a:cubicBezTo>
                <a:cubicBezTo>
                  <a:pt x="836101" y="393330"/>
                  <a:pt x="821220" y="378449"/>
                  <a:pt x="802863" y="378449"/>
                </a:cubicBezTo>
                <a:cubicBezTo>
                  <a:pt x="784507" y="378449"/>
                  <a:pt x="769626" y="393330"/>
                  <a:pt x="769626" y="411687"/>
                </a:cubicBezTo>
                <a:moveTo>
                  <a:pt x="890079" y="381560"/>
                </a:moveTo>
                <a:cubicBezTo>
                  <a:pt x="890079" y="399917"/>
                  <a:pt x="904960" y="414798"/>
                  <a:pt x="923317" y="414798"/>
                </a:cubicBezTo>
                <a:cubicBezTo>
                  <a:pt x="941673" y="414798"/>
                  <a:pt x="956554" y="399917"/>
                  <a:pt x="956554" y="381560"/>
                </a:cubicBezTo>
                <a:cubicBezTo>
                  <a:pt x="956554" y="363204"/>
                  <a:pt x="941673" y="348323"/>
                  <a:pt x="923317" y="348323"/>
                </a:cubicBezTo>
                <a:cubicBezTo>
                  <a:pt x="904960" y="348323"/>
                  <a:pt x="890079" y="363204"/>
                  <a:pt x="890079" y="381560"/>
                </a:cubicBezTo>
                <a:moveTo>
                  <a:pt x="1002990" y="315615"/>
                </a:moveTo>
                <a:cubicBezTo>
                  <a:pt x="1002990" y="333971"/>
                  <a:pt x="1017871" y="348852"/>
                  <a:pt x="1036227" y="348852"/>
                </a:cubicBezTo>
                <a:cubicBezTo>
                  <a:pt x="1054584" y="348852"/>
                  <a:pt x="1069465" y="333971"/>
                  <a:pt x="1069465" y="315615"/>
                </a:cubicBezTo>
                <a:cubicBezTo>
                  <a:pt x="1069465" y="297258"/>
                  <a:pt x="1054584" y="282377"/>
                  <a:pt x="1036227" y="282377"/>
                </a:cubicBezTo>
                <a:cubicBezTo>
                  <a:pt x="1017871" y="282377"/>
                  <a:pt x="1002990" y="297258"/>
                  <a:pt x="1002990" y="315615"/>
                </a:cubicBezTo>
                <a:moveTo>
                  <a:pt x="1132309" y="302153"/>
                </a:moveTo>
                <a:cubicBezTo>
                  <a:pt x="1132309" y="320510"/>
                  <a:pt x="1147190" y="335391"/>
                  <a:pt x="1165547" y="335391"/>
                </a:cubicBezTo>
                <a:cubicBezTo>
                  <a:pt x="1183904" y="335391"/>
                  <a:pt x="1198784" y="320510"/>
                  <a:pt x="1198784" y="302153"/>
                </a:cubicBezTo>
                <a:cubicBezTo>
                  <a:pt x="1198784" y="283797"/>
                  <a:pt x="1183904" y="268915"/>
                  <a:pt x="1165547" y="268915"/>
                </a:cubicBezTo>
                <a:cubicBezTo>
                  <a:pt x="1147190" y="268915"/>
                  <a:pt x="1132309" y="283797"/>
                  <a:pt x="1132309" y="302153"/>
                </a:cubicBezTo>
                <a:moveTo>
                  <a:pt x="1277565" y="266943"/>
                </a:moveTo>
                <a:cubicBezTo>
                  <a:pt x="1277565" y="285300"/>
                  <a:pt x="1292446" y="300180"/>
                  <a:pt x="1310802" y="300180"/>
                </a:cubicBezTo>
                <a:cubicBezTo>
                  <a:pt x="1329159" y="300180"/>
                  <a:pt x="1344040" y="285300"/>
                  <a:pt x="1344040" y="266943"/>
                </a:cubicBezTo>
                <a:cubicBezTo>
                  <a:pt x="1344040" y="248586"/>
                  <a:pt x="1329159" y="233705"/>
                  <a:pt x="1310802" y="233705"/>
                </a:cubicBezTo>
                <a:cubicBezTo>
                  <a:pt x="1292446" y="233705"/>
                  <a:pt x="1277565" y="248586"/>
                  <a:pt x="1277565" y="266943"/>
                </a:cubicBezTo>
                <a:moveTo>
                  <a:pt x="1392633" y="241547"/>
                </a:moveTo>
                <a:cubicBezTo>
                  <a:pt x="1392633" y="259904"/>
                  <a:pt x="1407514" y="274785"/>
                  <a:pt x="1425871" y="274785"/>
                </a:cubicBezTo>
                <a:cubicBezTo>
                  <a:pt x="1444227" y="274785"/>
                  <a:pt x="1459108" y="259904"/>
                  <a:pt x="1459108" y="241547"/>
                </a:cubicBezTo>
                <a:cubicBezTo>
                  <a:pt x="1459108" y="223191"/>
                  <a:pt x="1444227" y="208309"/>
                  <a:pt x="1425871" y="208309"/>
                </a:cubicBezTo>
                <a:cubicBezTo>
                  <a:pt x="1407514" y="208309"/>
                  <a:pt x="1392633" y="223191"/>
                  <a:pt x="1392633" y="241547"/>
                </a:cubicBezTo>
                <a:moveTo>
                  <a:pt x="1532658" y="214571"/>
                </a:moveTo>
                <a:cubicBezTo>
                  <a:pt x="1532658" y="232928"/>
                  <a:pt x="1547539" y="247809"/>
                  <a:pt x="1565895" y="247809"/>
                </a:cubicBezTo>
                <a:cubicBezTo>
                  <a:pt x="1584252" y="247809"/>
                  <a:pt x="1599133" y="232928"/>
                  <a:pt x="1599133" y="214571"/>
                </a:cubicBezTo>
                <a:cubicBezTo>
                  <a:pt x="1599133" y="196215"/>
                  <a:pt x="1584252" y="181334"/>
                  <a:pt x="1565895" y="181334"/>
                </a:cubicBezTo>
                <a:cubicBezTo>
                  <a:pt x="1547539" y="181334"/>
                  <a:pt x="1532658" y="196215"/>
                  <a:pt x="1532658" y="214571"/>
                </a:cubicBezTo>
                <a:moveTo>
                  <a:pt x="1648158" y="185233"/>
                </a:moveTo>
                <a:cubicBezTo>
                  <a:pt x="1648158" y="203590"/>
                  <a:pt x="1663039" y="218471"/>
                  <a:pt x="1681396" y="218471"/>
                </a:cubicBezTo>
                <a:cubicBezTo>
                  <a:pt x="1699752" y="218471"/>
                  <a:pt x="1714634" y="203590"/>
                  <a:pt x="1714634" y="185233"/>
                </a:cubicBezTo>
                <a:cubicBezTo>
                  <a:pt x="1714634" y="166877"/>
                  <a:pt x="1699752" y="151996"/>
                  <a:pt x="1681396" y="151996"/>
                </a:cubicBezTo>
                <a:cubicBezTo>
                  <a:pt x="1663039" y="151996"/>
                  <a:pt x="1648158" y="166877"/>
                  <a:pt x="1648158" y="185233"/>
                </a:cubicBezTo>
                <a:moveTo>
                  <a:pt x="1790589" y="156860"/>
                </a:moveTo>
                <a:cubicBezTo>
                  <a:pt x="1790589" y="175217"/>
                  <a:pt x="1805470" y="190098"/>
                  <a:pt x="1823827" y="190098"/>
                </a:cubicBezTo>
                <a:cubicBezTo>
                  <a:pt x="1842184" y="190098"/>
                  <a:pt x="1857064" y="175217"/>
                  <a:pt x="1857064" y="156860"/>
                </a:cubicBezTo>
                <a:cubicBezTo>
                  <a:pt x="1857064" y="138504"/>
                  <a:pt x="1842184" y="123623"/>
                  <a:pt x="1823827" y="123623"/>
                </a:cubicBezTo>
                <a:cubicBezTo>
                  <a:pt x="1805470" y="123623"/>
                  <a:pt x="1790589" y="138504"/>
                  <a:pt x="1790589" y="156860"/>
                </a:cubicBezTo>
                <a:moveTo>
                  <a:pt x="1908514" y="126991"/>
                </a:moveTo>
                <a:cubicBezTo>
                  <a:pt x="1908514" y="145348"/>
                  <a:pt x="1923394" y="160229"/>
                  <a:pt x="1941751" y="160229"/>
                </a:cubicBezTo>
                <a:cubicBezTo>
                  <a:pt x="1960107" y="160229"/>
                  <a:pt x="1974989" y="145348"/>
                  <a:pt x="1974989" y="126991"/>
                </a:cubicBezTo>
                <a:cubicBezTo>
                  <a:pt x="1974989" y="108635"/>
                  <a:pt x="1960107" y="93754"/>
                  <a:pt x="1941751" y="93754"/>
                </a:cubicBezTo>
                <a:cubicBezTo>
                  <a:pt x="1923394" y="93754"/>
                  <a:pt x="1908514" y="108635"/>
                  <a:pt x="1908514" y="126991"/>
                </a:cubicBezTo>
                <a:moveTo>
                  <a:pt x="2051090" y="113025"/>
                </a:moveTo>
                <a:cubicBezTo>
                  <a:pt x="2051090" y="131382"/>
                  <a:pt x="2065971" y="146263"/>
                  <a:pt x="2084327" y="146263"/>
                </a:cubicBezTo>
                <a:cubicBezTo>
                  <a:pt x="2102684" y="146263"/>
                  <a:pt x="2117565" y="131382"/>
                  <a:pt x="2117565" y="113025"/>
                </a:cubicBezTo>
                <a:cubicBezTo>
                  <a:pt x="2117565" y="94669"/>
                  <a:pt x="2102684" y="79787"/>
                  <a:pt x="2084327" y="79787"/>
                </a:cubicBezTo>
                <a:cubicBezTo>
                  <a:pt x="2065971" y="79787"/>
                  <a:pt x="2051090" y="94669"/>
                  <a:pt x="2051090" y="113025"/>
                </a:cubicBezTo>
                <a:moveTo>
                  <a:pt x="2169031" y="95403"/>
                </a:moveTo>
                <a:cubicBezTo>
                  <a:pt x="2169031" y="113759"/>
                  <a:pt x="2183912" y="128640"/>
                  <a:pt x="2202268" y="128640"/>
                </a:cubicBezTo>
                <a:cubicBezTo>
                  <a:pt x="2220625" y="128640"/>
                  <a:pt x="2235506" y="113759"/>
                  <a:pt x="2235506" y="95403"/>
                </a:cubicBezTo>
                <a:cubicBezTo>
                  <a:pt x="2235506" y="77046"/>
                  <a:pt x="2220625" y="62165"/>
                  <a:pt x="2202268" y="62165"/>
                </a:cubicBezTo>
                <a:cubicBezTo>
                  <a:pt x="2183912" y="62165"/>
                  <a:pt x="2169031" y="77046"/>
                  <a:pt x="2169031" y="95403"/>
                </a:cubicBezTo>
                <a:moveTo>
                  <a:pt x="2304134" y="80612"/>
                </a:moveTo>
                <a:cubicBezTo>
                  <a:pt x="2304134" y="98969"/>
                  <a:pt x="2319015" y="113850"/>
                  <a:pt x="2337372" y="113850"/>
                </a:cubicBezTo>
                <a:cubicBezTo>
                  <a:pt x="2355729" y="113850"/>
                  <a:pt x="2370610" y="98969"/>
                  <a:pt x="2370610" y="80612"/>
                </a:cubicBezTo>
                <a:cubicBezTo>
                  <a:pt x="2370610" y="62256"/>
                  <a:pt x="2355729" y="47375"/>
                  <a:pt x="2337372" y="47375"/>
                </a:cubicBezTo>
                <a:cubicBezTo>
                  <a:pt x="2319015" y="47375"/>
                  <a:pt x="2304134" y="62256"/>
                  <a:pt x="2304134" y="80612"/>
                </a:cubicBezTo>
                <a:moveTo>
                  <a:pt x="2417126" y="69652"/>
                </a:moveTo>
                <a:cubicBezTo>
                  <a:pt x="2417126" y="88009"/>
                  <a:pt x="2432007" y="102890"/>
                  <a:pt x="2450363" y="102890"/>
                </a:cubicBezTo>
                <a:cubicBezTo>
                  <a:pt x="2468720" y="102890"/>
                  <a:pt x="2483601" y="88009"/>
                  <a:pt x="2483601" y="69652"/>
                </a:cubicBezTo>
                <a:cubicBezTo>
                  <a:pt x="2483601" y="51296"/>
                  <a:pt x="2468720" y="36415"/>
                  <a:pt x="2450363" y="36415"/>
                </a:cubicBezTo>
                <a:cubicBezTo>
                  <a:pt x="2432007" y="36415"/>
                  <a:pt x="2417126" y="51296"/>
                  <a:pt x="2417126" y="69652"/>
                </a:cubicBezTo>
                <a:moveTo>
                  <a:pt x="2559647" y="47750"/>
                </a:moveTo>
                <a:cubicBezTo>
                  <a:pt x="2559647" y="66106"/>
                  <a:pt x="2574528" y="80987"/>
                  <a:pt x="2592885" y="80987"/>
                </a:cubicBezTo>
                <a:cubicBezTo>
                  <a:pt x="2611241" y="80987"/>
                  <a:pt x="2626122" y="66106"/>
                  <a:pt x="2626122" y="47750"/>
                </a:cubicBezTo>
                <a:cubicBezTo>
                  <a:pt x="2626122" y="29393"/>
                  <a:pt x="2611241" y="14512"/>
                  <a:pt x="2592885" y="14512"/>
                </a:cubicBezTo>
                <a:cubicBezTo>
                  <a:pt x="2574528" y="14512"/>
                  <a:pt x="2559647" y="29393"/>
                  <a:pt x="2559647" y="47750"/>
                </a:cubicBezTo>
                <a:moveTo>
                  <a:pt x="2672727" y="37779"/>
                </a:moveTo>
                <a:cubicBezTo>
                  <a:pt x="2672727" y="56136"/>
                  <a:pt x="2687609" y="71017"/>
                  <a:pt x="2705965" y="71017"/>
                </a:cubicBezTo>
                <a:cubicBezTo>
                  <a:pt x="2724322" y="71017"/>
                  <a:pt x="2739203" y="56136"/>
                  <a:pt x="2739203" y="37779"/>
                </a:cubicBezTo>
                <a:cubicBezTo>
                  <a:pt x="2739203" y="19423"/>
                  <a:pt x="2724322" y="4542"/>
                  <a:pt x="2705965" y="4542"/>
                </a:cubicBezTo>
                <a:cubicBezTo>
                  <a:pt x="2687609" y="4542"/>
                  <a:pt x="2672727" y="19423"/>
                  <a:pt x="2672727" y="37779"/>
                </a:cubicBezTo>
                <a:moveTo>
                  <a:pt x="2807795" y="33237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008B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0FCE21-DB6F-4E5E-8572-88353A4B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143221"/>
            <a:ext cx="2807795" cy="968729"/>
          </a:xfrm>
          <a:custGeom xmlns:a="http://schemas.openxmlformats.org/drawingml/2006/main">
            <a:pathLst>
              <a:path w="2807795" h="968729" fill="none">
                <a:moveTo>
                  <a:pt x="0" y="968729"/>
                </a:moveTo>
                <a:lnTo>
                  <a:pt x="125972" y="892044"/>
                </a:lnTo>
                <a:lnTo>
                  <a:pt x="256820" y="834203"/>
                </a:lnTo>
                <a:lnTo>
                  <a:pt x="364594" y="788540"/>
                </a:lnTo>
                <a:lnTo>
                  <a:pt x="504257" y="697920"/>
                </a:lnTo>
                <a:lnTo>
                  <a:pt x="614446" y="669192"/>
                </a:lnTo>
                <a:lnTo>
                  <a:pt x="769626" y="607980"/>
                </a:lnTo>
                <a:lnTo>
                  <a:pt x="890079" y="545632"/>
                </a:lnTo>
                <a:lnTo>
                  <a:pt x="1002990" y="498810"/>
                </a:lnTo>
                <a:lnTo>
                  <a:pt x="1132309" y="470625"/>
                </a:lnTo>
                <a:lnTo>
                  <a:pt x="1277565" y="441140"/>
                </a:lnTo>
                <a:lnTo>
                  <a:pt x="1392633" y="413017"/>
                </a:lnTo>
                <a:lnTo>
                  <a:pt x="1532657" y="361215"/>
                </a:lnTo>
                <a:lnTo>
                  <a:pt x="1648158" y="229871"/>
                </a:lnTo>
                <a:lnTo>
                  <a:pt x="1790589" y="216459"/>
                </a:lnTo>
                <a:lnTo>
                  <a:pt x="1908513" y="154901"/>
                </a:lnTo>
                <a:lnTo>
                  <a:pt x="2051090" y="128077"/>
                </a:lnTo>
                <a:lnTo>
                  <a:pt x="2169031" y="129868"/>
                </a:lnTo>
                <a:lnTo>
                  <a:pt x="2304134" y="63141"/>
                </a:lnTo>
                <a:lnTo>
                  <a:pt x="2417126" y="59460"/>
                </a:lnTo>
                <a:lnTo>
                  <a:pt x="2559647" y="32373"/>
                </a:lnTo>
                <a:lnTo>
                  <a:pt x="2672727" y="15441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8BFF"/>
            </a:solidFill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F67794-ADA2-485C-B9A4-2938FDC1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109984"/>
            <a:ext cx="2874271" cy="1035204"/>
          </a:xfrm>
          <a:custGeom xmlns:a="http://schemas.openxmlformats.org/drawingml/2006/main">
            <a:pathLst>
              <a:path w="2874271" h="1035204">
                <a:moveTo>
                  <a:pt x="0" y="1001966"/>
                </a:moveTo>
                <a:cubicBezTo>
                  <a:pt x="0" y="1020323"/>
                  <a:pt x="14881" y="1035204"/>
                  <a:pt x="33238" y="1035204"/>
                </a:cubicBezTo>
                <a:cubicBezTo>
                  <a:pt x="51594" y="1035204"/>
                  <a:pt x="66475" y="1020323"/>
                  <a:pt x="66475" y="1001966"/>
                </a:cubicBezTo>
                <a:cubicBezTo>
                  <a:pt x="66475" y="983609"/>
                  <a:pt x="51594" y="968729"/>
                  <a:pt x="33238" y="968729"/>
                </a:cubicBezTo>
                <a:cubicBezTo>
                  <a:pt x="14881" y="968729"/>
                  <a:pt x="0" y="983609"/>
                  <a:pt x="0" y="1001966"/>
                </a:cubicBezTo>
                <a:moveTo>
                  <a:pt x="125972" y="925281"/>
                </a:moveTo>
                <a:cubicBezTo>
                  <a:pt x="125972" y="943638"/>
                  <a:pt x="140853" y="958519"/>
                  <a:pt x="159210" y="958519"/>
                </a:cubicBezTo>
                <a:cubicBezTo>
                  <a:pt x="177567" y="958519"/>
                  <a:pt x="192448" y="943638"/>
                  <a:pt x="192448" y="925281"/>
                </a:cubicBezTo>
                <a:cubicBezTo>
                  <a:pt x="192448" y="906924"/>
                  <a:pt x="177567" y="892044"/>
                  <a:pt x="159210" y="892044"/>
                </a:cubicBezTo>
                <a:cubicBezTo>
                  <a:pt x="140853" y="892044"/>
                  <a:pt x="125972" y="906924"/>
                  <a:pt x="125972" y="925281"/>
                </a:cubicBezTo>
                <a:moveTo>
                  <a:pt x="256820" y="867441"/>
                </a:moveTo>
                <a:cubicBezTo>
                  <a:pt x="256820" y="885797"/>
                  <a:pt x="271701" y="900678"/>
                  <a:pt x="290058" y="900678"/>
                </a:cubicBezTo>
                <a:cubicBezTo>
                  <a:pt x="308415" y="900678"/>
                  <a:pt x="323295" y="885797"/>
                  <a:pt x="323295" y="867441"/>
                </a:cubicBezTo>
                <a:cubicBezTo>
                  <a:pt x="323295" y="849084"/>
                  <a:pt x="308415" y="834203"/>
                  <a:pt x="290058" y="834203"/>
                </a:cubicBezTo>
                <a:cubicBezTo>
                  <a:pt x="271701" y="834203"/>
                  <a:pt x="256820" y="849084"/>
                  <a:pt x="256820" y="867441"/>
                </a:cubicBezTo>
                <a:moveTo>
                  <a:pt x="364594" y="821778"/>
                </a:moveTo>
                <a:cubicBezTo>
                  <a:pt x="364594" y="840134"/>
                  <a:pt x="379475" y="855015"/>
                  <a:pt x="397832" y="855015"/>
                </a:cubicBezTo>
                <a:cubicBezTo>
                  <a:pt x="416188" y="855015"/>
                  <a:pt x="431069" y="840134"/>
                  <a:pt x="431069" y="821778"/>
                </a:cubicBezTo>
                <a:cubicBezTo>
                  <a:pt x="431069" y="803421"/>
                  <a:pt x="416188" y="788540"/>
                  <a:pt x="397832" y="788540"/>
                </a:cubicBezTo>
                <a:cubicBezTo>
                  <a:pt x="379475" y="788540"/>
                  <a:pt x="364594" y="803421"/>
                  <a:pt x="364594" y="821778"/>
                </a:cubicBezTo>
                <a:moveTo>
                  <a:pt x="504257" y="731157"/>
                </a:moveTo>
                <a:cubicBezTo>
                  <a:pt x="504257" y="749514"/>
                  <a:pt x="519138" y="764395"/>
                  <a:pt x="537495" y="764395"/>
                </a:cubicBezTo>
                <a:cubicBezTo>
                  <a:pt x="555851" y="764395"/>
                  <a:pt x="570732" y="749514"/>
                  <a:pt x="570732" y="731157"/>
                </a:cubicBezTo>
                <a:cubicBezTo>
                  <a:pt x="570732" y="712801"/>
                  <a:pt x="555851" y="697920"/>
                  <a:pt x="537495" y="697920"/>
                </a:cubicBezTo>
                <a:cubicBezTo>
                  <a:pt x="519138" y="697920"/>
                  <a:pt x="504257" y="712801"/>
                  <a:pt x="504257" y="731157"/>
                </a:cubicBezTo>
                <a:moveTo>
                  <a:pt x="614446" y="702429"/>
                </a:moveTo>
                <a:cubicBezTo>
                  <a:pt x="614446" y="720786"/>
                  <a:pt x="629327" y="735667"/>
                  <a:pt x="647684" y="735667"/>
                </a:cubicBezTo>
                <a:cubicBezTo>
                  <a:pt x="666040" y="735667"/>
                  <a:pt x="680921" y="720786"/>
                  <a:pt x="680921" y="702429"/>
                </a:cubicBezTo>
                <a:cubicBezTo>
                  <a:pt x="680921" y="684072"/>
                  <a:pt x="666040" y="669191"/>
                  <a:pt x="647684" y="669191"/>
                </a:cubicBezTo>
                <a:cubicBezTo>
                  <a:pt x="629327" y="669191"/>
                  <a:pt x="614446" y="684072"/>
                  <a:pt x="614446" y="702429"/>
                </a:cubicBezTo>
                <a:moveTo>
                  <a:pt x="769626" y="641218"/>
                </a:moveTo>
                <a:cubicBezTo>
                  <a:pt x="769626" y="659574"/>
                  <a:pt x="784506" y="674455"/>
                  <a:pt x="802863" y="674455"/>
                </a:cubicBezTo>
                <a:cubicBezTo>
                  <a:pt x="821220" y="674455"/>
                  <a:pt x="836101" y="659574"/>
                  <a:pt x="836101" y="641218"/>
                </a:cubicBezTo>
                <a:cubicBezTo>
                  <a:pt x="836101" y="622861"/>
                  <a:pt x="821220" y="607980"/>
                  <a:pt x="802863" y="607980"/>
                </a:cubicBezTo>
                <a:cubicBezTo>
                  <a:pt x="784506" y="607980"/>
                  <a:pt x="769626" y="622861"/>
                  <a:pt x="769626" y="641218"/>
                </a:cubicBezTo>
                <a:moveTo>
                  <a:pt x="890079" y="578870"/>
                </a:moveTo>
                <a:cubicBezTo>
                  <a:pt x="890079" y="597226"/>
                  <a:pt x="904960" y="612107"/>
                  <a:pt x="923317" y="612107"/>
                </a:cubicBezTo>
                <a:cubicBezTo>
                  <a:pt x="941673" y="612107"/>
                  <a:pt x="956554" y="597226"/>
                  <a:pt x="956554" y="578870"/>
                </a:cubicBezTo>
                <a:cubicBezTo>
                  <a:pt x="956554" y="560513"/>
                  <a:pt x="941673" y="545632"/>
                  <a:pt x="923317" y="545632"/>
                </a:cubicBezTo>
                <a:cubicBezTo>
                  <a:pt x="904960" y="545632"/>
                  <a:pt x="890079" y="560513"/>
                  <a:pt x="890079" y="578870"/>
                </a:cubicBezTo>
                <a:moveTo>
                  <a:pt x="1002990" y="532047"/>
                </a:moveTo>
                <a:cubicBezTo>
                  <a:pt x="1002990" y="550404"/>
                  <a:pt x="1017871" y="565285"/>
                  <a:pt x="1036227" y="565285"/>
                </a:cubicBezTo>
                <a:cubicBezTo>
                  <a:pt x="1054584" y="565285"/>
                  <a:pt x="1069465" y="550404"/>
                  <a:pt x="1069465" y="532047"/>
                </a:cubicBezTo>
                <a:cubicBezTo>
                  <a:pt x="1069465" y="513691"/>
                  <a:pt x="1054584" y="498810"/>
                  <a:pt x="1036227" y="498810"/>
                </a:cubicBezTo>
                <a:cubicBezTo>
                  <a:pt x="1017871" y="498810"/>
                  <a:pt x="1002990" y="513691"/>
                  <a:pt x="1002990" y="532047"/>
                </a:cubicBezTo>
                <a:moveTo>
                  <a:pt x="1132309" y="503862"/>
                </a:moveTo>
                <a:cubicBezTo>
                  <a:pt x="1132309" y="522219"/>
                  <a:pt x="1147190" y="537100"/>
                  <a:pt x="1165547" y="537100"/>
                </a:cubicBezTo>
                <a:cubicBezTo>
                  <a:pt x="1183903" y="537100"/>
                  <a:pt x="1198784" y="522219"/>
                  <a:pt x="1198784" y="503862"/>
                </a:cubicBezTo>
                <a:cubicBezTo>
                  <a:pt x="1198784" y="485506"/>
                  <a:pt x="1183903" y="470625"/>
                  <a:pt x="1165547" y="470625"/>
                </a:cubicBezTo>
                <a:cubicBezTo>
                  <a:pt x="1147190" y="470625"/>
                  <a:pt x="1132309" y="485506"/>
                  <a:pt x="1132309" y="503862"/>
                </a:cubicBezTo>
                <a:moveTo>
                  <a:pt x="1277565" y="474378"/>
                </a:moveTo>
                <a:cubicBezTo>
                  <a:pt x="1277565" y="492734"/>
                  <a:pt x="1292446" y="507615"/>
                  <a:pt x="1310802" y="507615"/>
                </a:cubicBezTo>
                <a:cubicBezTo>
                  <a:pt x="1329159" y="507615"/>
                  <a:pt x="1344040" y="492734"/>
                  <a:pt x="1344040" y="474378"/>
                </a:cubicBezTo>
                <a:cubicBezTo>
                  <a:pt x="1344040" y="456021"/>
                  <a:pt x="1329159" y="441140"/>
                  <a:pt x="1310802" y="441140"/>
                </a:cubicBezTo>
                <a:cubicBezTo>
                  <a:pt x="1292446" y="441140"/>
                  <a:pt x="1277565" y="456021"/>
                  <a:pt x="1277565" y="474378"/>
                </a:cubicBezTo>
                <a:moveTo>
                  <a:pt x="1392633" y="446254"/>
                </a:moveTo>
                <a:cubicBezTo>
                  <a:pt x="1392633" y="464611"/>
                  <a:pt x="1407514" y="479492"/>
                  <a:pt x="1425870" y="479492"/>
                </a:cubicBezTo>
                <a:cubicBezTo>
                  <a:pt x="1444227" y="479492"/>
                  <a:pt x="1459108" y="464611"/>
                  <a:pt x="1459108" y="446254"/>
                </a:cubicBezTo>
                <a:cubicBezTo>
                  <a:pt x="1459108" y="427897"/>
                  <a:pt x="1444227" y="413017"/>
                  <a:pt x="1425870" y="413017"/>
                </a:cubicBezTo>
                <a:cubicBezTo>
                  <a:pt x="1407514" y="413017"/>
                  <a:pt x="1392633" y="427897"/>
                  <a:pt x="1392633" y="446254"/>
                </a:cubicBezTo>
                <a:moveTo>
                  <a:pt x="1532657" y="394452"/>
                </a:moveTo>
                <a:cubicBezTo>
                  <a:pt x="1532657" y="412809"/>
                  <a:pt x="1547538" y="427689"/>
                  <a:pt x="1565895" y="427689"/>
                </a:cubicBezTo>
                <a:cubicBezTo>
                  <a:pt x="1584252" y="427689"/>
                  <a:pt x="1599132" y="412809"/>
                  <a:pt x="1599132" y="394452"/>
                </a:cubicBezTo>
                <a:cubicBezTo>
                  <a:pt x="1599132" y="376095"/>
                  <a:pt x="1584252" y="361214"/>
                  <a:pt x="1565895" y="361214"/>
                </a:cubicBezTo>
                <a:cubicBezTo>
                  <a:pt x="1547538" y="361214"/>
                  <a:pt x="1532657" y="376095"/>
                  <a:pt x="1532657" y="394452"/>
                </a:cubicBezTo>
                <a:moveTo>
                  <a:pt x="1648158" y="263108"/>
                </a:moveTo>
                <a:cubicBezTo>
                  <a:pt x="1648158" y="281465"/>
                  <a:pt x="1663039" y="296346"/>
                  <a:pt x="1681396" y="296346"/>
                </a:cubicBezTo>
                <a:cubicBezTo>
                  <a:pt x="1699752" y="296346"/>
                  <a:pt x="1714633" y="281465"/>
                  <a:pt x="1714633" y="263108"/>
                </a:cubicBezTo>
                <a:cubicBezTo>
                  <a:pt x="1714633" y="244752"/>
                  <a:pt x="1699752" y="229871"/>
                  <a:pt x="1681396" y="229871"/>
                </a:cubicBezTo>
                <a:cubicBezTo>
                  <a:pt x="1663039" y="229871"/>
                  <a:pt x="1648158" y="244752"/>
                  <a:pt x="1648158" y="263108"/>
                </a:cubicBezTo>
                <a:moveTo>
                  <a:pt x="1790589" y="249696"/>
                </a:moveTo>
                <a:cubicBezTo>
                  <a:pt x="1790589" y="268052"/>
                  <a:pt x="1805470" y="282934"/>
                  <a:pt x="1823827" y="282934"/>
                </a:cubicBezTo>
                <a:cubicBezTo>
                  <a:pt x="1842183" y="282934"/>
                  <a:pt x="1857064" y="268052"/>
                  <a:pt x="1857064" y="249696"/>
                </a:cubicBezTo>
                <a:cubicBezTo>
                  <a:pt x="1857064" y="231339"/>
                  <a:pt x="1842183" y="216458"/>
                  <a:pt x="1823827" y="216458"/>
                </a:cubicBezTo>
                <a:cubicBezTo>
                  <a:pt x="1805470" y="216458"/>
                  <a:pt x="1790589" y="231339"/>
                  <a:pt x="1790589" y="249696"/>
                </a:cubicBezTo>
                <a:moveTo>
                  <a:pt x="1908513" y="188138"/>
                </a:moveTo>
                <a:cubicBezTo>
                  <a:pt x="1908513" y="206495"/>
                  <a:pt x="1923394" y="221376"/>
                  <a:pt x="1941751" y="221376"/>
                </a:cubicBezTo>
                <a:cubicBezTo>
                  <a:pt x="1960107" y="221376"/>
                  <a:pt x="1974988" y="206495"/>
                  <a:pt x="1974988" y="188138"/>
                </a:cubicBezTo>
                <a:cubicBezTo>
                  <a:pt x="1974988" y="169782"/>
                  <a:pt x="1960107" y="154901"/>
                  <a:pt x="1941751" y="154901"/>
                </a:cubicBezTo>
                <a:cubicBezTo>
                  <a:pt x="1923394" y="154901"/>
                  <a:pt x="1908513" y="169782"/>
                  <a:pt x="1908513" y="188138"/>
                </a:cubicBezTo>
                <a:moveTo>
                  <a:pt x="2051090" y="161315"/>
                </a:moveTo>
                <a:cubicBezTo>
                  <a:pt x="2051090" y="179671"/>
                  <a:pt x="2065971" y="194552"/>
                  <a:pt x="2084327" y="194552"/>
                </a:cubicBezTo>
                <a:cubicBezTo>
                  <a:pt x="2102684" y="194552"/>
                  <a:pt x="2117565" y="179671"/>
                  <a:pt x="2117565" y="161315"/>
                </a:cubicBezTo>
                <a:cubicBezTo>
                  <a:pt x="2117565" y="142958"/>
                  <a:pt x="2102684" y="128077"/>
                  <a:pt x="2084327" y="128077"/>
                </a:cubicBezTo>
                <a:cubicBezTo>
                  <a:pt x="2065971" y="128077"/>
                  <a:pt x="2051090" y="142958"/>
                  <a:pt x="2051090" y="161315"/>
                </a:cubicBezTo>
                <a:moveTo>
                  <a:pt x="2169031" y="163105"/>
                </a:moveTo>
                <a:cubicBezTo>
                  <a:pt x="2169031" y="181462"/>
                  <a:pt x="2183912" y="196343"/>
                  <a:pt x="2202268" y="196343"/>
                </a:cubicBezTo>
                <a:cubicBezTo>
                  <a:pt x="2220625" y="196343"/>
                  <a:pt x="2235506" y="181462"/>
                  <a:pt x="2235506" y="163105"/>
                </a:cubicBezTo>
                <a:cubicBezTo>
                  <a:pt x="2235506" y="144749"/>
                  <a:pt x="2220625" y="129867"/>
                  <a:pt x="2202268" y="129867"/>
                </a:cubicBezTo>
                <a:cubicBezTo>
                  <a:pt x="2183912" y="129867"/>
                  <a:pt x="2169031" y="144749"/>
                  <a:pt x="2169031" y="163105"/>
                </a:cubicBezTo>
                <a:moveTo>
                  <a:pt x="2304134" y="96379"/>
                </a:moveTo>
                <a:cubicBezTo>
                  <a:pt x="2304134" y="114735"/>
                  <a:pt x="2319015" y="129616"/>
                  <a:pt x="2337372" y="129616"/>
                </a:cubicBezTo>
                <a:cubicBezTo>
                  <a:pt x="2355728" y="129616"/>
                  <a:pt x="2370609" y="114735"/>
                  <a:pt x="2370609" y="96379"/>
                </a:cubicBezTo>
                <a:cubicBezTo>
                  <a:pt x="2370609" y="78022"/>
                  <a:pt x="2355728" y="63141"/>
                  <a:pt x="2337372" y="63141"/>
                </a:cubicBezTo>
                <a:cubicBezTo>
                  <a:pt x="2319015" y="63141"/>
                  <a:pt x="2304134" y="78022"/>
                  <a:pt x="2304134" y="96379"/>
                </a:cubicBezTo>
                <a:moveTo>
                  <a:pt x="2417126" y="92697"/>
                </a:moveTo>
                <a:cubicBezTo>
                  <a:pt x="2417126" y="111054"/>
                  <a:pt x="2432007" y="125935"/>
                  <a:pt x="2450363" y="125935"/>
                </a:cubicBezTo>
                <a:cubicBezTo>
                  <a:pt x="2468720" y="125935"/>
                  <a:pt x="2483601" y="111054"/>
                  <a:pt x="2483601" y="92697"/>
                </a:cubicBezTo>
                <a:cubicBezTo>
                  <a:pt x="2483601" y="74341"/>
                  <a:pt x="2468720" y="59460"/>
                  <a:pt x="2450363" y="59460"/>
                </a:cubicBezTo>
                <a:cubicBezTo>
                  <a:pt x="2432007" y="59460"/>
                  <a:pt x="2417126" y="74341"/>
                  <a:pt x="2417126" y="92697"/>
                </a:cubicBezTo>
                <a:moveTo>
                  <a:pt x="2559647" y="65610"/>
                </a:moveTo>
                <a:cubicBezTo>
                  <a:pt x="2559647" y="83967"/>
                  <a:pt x="2574528" y="98848"/>
                  <a:pt x="2592885" y="98848"/>
                </a:cubicBezTo>
                <a:cubicBezTo>
                  <a:pt x="2611241" y="98848"/>
                  <a:pt x="2626122" y="83967"/>
                  <a:pt x="2626122" y="65610"/>
                </a:cubicBezTo>
                <a:cubicBezTo>
                  <a:pt x="2626122" y="47254"/>
                  <a:pt x="2611241" y="32373"/>
                  <a:pt x="2592885" y="32373"/>
                </a:cubicBezTo>
                <a:cubicBezTo>
                  <a:pt x="2574528" y="32373"/>
                  <a:pt x="2559647" y="47254"/>
                  <a:pt x="2559647" y="65610"/>
                </a:cubicBezTo>
                <a:moveTo>
                  <a:pt x="2672727" y="48679"/>
                </a:moveTo>
                <a:cubicBezTo>
                  <a:pt x="2672727" y="67035"/>
                  <a:pt x="2687608" y="81916"/>
                  <a:pt x="2705965" y="81916"/>
                </a:cubicBezTo>
                <a:cubicBezTo>
                  <a:pt x="2724322" y="81916"/>
                  <a:pt x="2739203" y="67035"/>
                  <a:pt x="2739203" y="48679"/>
                </a:cubicBezTo>
                <a:cubicBezTo>
                  <a:pt x="2739203" y="30322"/>
                  <a:pt x="2724322" y="15441"/>
                  <a:pt x="2705965" y="15441"/>
                </a:cubicBezTo>
                <a:cubicBezTo>
                  <a:pt x="2687608" y="15441"/>
                  <a:pt x="2672727" y="30322"/>
                  <a:pt x="2672727" y="48679"/>
                </a:cubicBezTo>
                <a:moveTo>
                  <a:pt x="2807795" y="33237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008B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E6BBC9-3F3C-4E40-BB3B-069C532C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3766212"/>
            <a:ext cx="2807795" cy="702581"/>
          </a:xfrm>
          <a:custGeom xmlns:a="http://schemas.openxmlformats.org/drawingml/2006/main">
            <a:pathLst>
              <a:path w="2807795" h="702581" fill="none">
                <a:moveTo>
                  <a:pt x="0" y="702581"/>
                </a:moveTo>
                <a:lnTo>
                  <a:pt x="125972" y="657642"/>
                </a:lnTo>
                <a:lnTo>
                  <a:pt x="256820" y="611848"/>
                </a:lnTo>
                <a:lnTo>
                  <a:pt x="364594" y="580370"/>
                </a:lnTo>
                <a:lnTo>
                  <a:pt x="504257" y="524264"/>
                </a:lnTo>
                <a:lnTo>
                  <a:pt x="614446" y="493356"/>
                </a:lnTo>
                <a:lnTo>
                  <a:pt x="769625" y="444588"/>
                </a:lnTo>
                <a:lnTo>
                  <a:pt x="890079" y="409596"/>
                </a:lnTo>
                <a:lnTo>
                  <a:pt x="1002990" y="299681"/>
                </a:lnTo>
                <a:lnTo>
                  <a:pt x="1132309" y="275295"/>
                </a:lnTo>
                <a:lnTo>
                  <a:pt x="1277565" y="242066"/>
                </a:lnTo>
                <a:lnTo>
                  <a:pt x="1392633" y="234859"/>
                </a:lnTo>
                <a:lnTo>
                  <a:pt x="1532658" y="206816"/>
                </a:lnTo>
                <a:lnTo>
                  <a:pt x="1648158" y="184425"/>
                </a:lnTo>
                <a:lnTo>
                  <a:pt x="1790589" y="159301"/>
                </a:lnTo>
                <a:lnTo>
                  <a:pt x="1908513" y="135254"/>
                </a:lnTo>
                <a:lnTo>
                  <a:pt x="2051090" y="112691"/>
                </a:lnTo>
                <a:lnTo>
                  <a:pt x="2169030" y="94994"/>
                </a:lnTo>
                <a:lnTo>
                  <a:pt x="2304134" y="76535"/>
                </a:lnTo>
                <a:lnTo>
                  <a:pt x="2417126" y="62330"/>
                </a:lnTo>
                <a:lnTo>
                  <a:pt x="2559647" y="39966"/>
                </a:lnTo>
                <a:lnTo>
                  <a:pt x="2672727" y="32448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8BFF"/>
            </a:solidFill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3CCDFD-2B8B-4B87-AAE1-98B343B6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3732974"/>
            <a:ext cx="2874271" cy="769057"/>
          </a:xfrm>
          <a:custGeom xmlns:a="http://schemas.openxmlformats.org/drawingml/2006/main">
            <a:pathLst>
              <a:path w="2874271" h="769057">
                <a:moveTo>
                  <a:pt x="0" y="735819"/>
                </a:moveTo>
                <a:cubicBezTo>
                  <a:pt x="0" y="754176"/>
                  <a:pt x="14881" y="769057"/>
                  <a:pt x="33238" y="769057"/>
                </a:cubicBezTo>
                <a:cubicBezTo>
                  <a:pt x="51594" y="769057"/>
                  <a:pt x="66475" y="754176"/>
                  <a:pt x="66475" y="735819"/>
                </a:cubicBezTo>
                <a:cubicBezTo>
                  <a:pt x="66475" y="717463"/>
                  <a:pt x="51594" y="702582"/>
                  <a:pt x="33238" y="702582"/>
                </a:cubicBezTo>
                <a:cubicBezTo>
                  <a:pt x="14881" y="702582"/>
                  <a:pt x="0" y="717463"/>
                  <a:pt x="0" y="735819"/>
                </a:cubicBezTo>
                <a:moveTo>
                  <a:pt x="125972" y="690880"/>
                </a:moveTo>
                <a:cubicBezTo>
                  <a:pt x="125972" y="709237"/>
                  <a:pt x="140853" y="724118"/>
                  <a:pt x="159210" y="724118"/>
                </a:cubicBezTo>
                <a:cubicBezTo>
                  <a:pt x="177567" y="724118"/>
                  <a:pt x="192448" y="709237"/>
                  <a:pt x="192448" y="690880"/>
                </a:cubicBezTo>
                <a:cubicBezTo>
                  <a:pt x="192448" y="672523"/>
                  <a:pt x="177567" y="657643"/>
                  <a:pt x="159210" y="657643"/>
                </a:cubicBezTo>
                <a:cubicBezTo>
                  <a:pt x="140853" y="657643"/>
                  <a:pt x="125972" y="672523"/>
                  <a:pt x="125972" y="690880"/>
                </a:cubicBezTo>
                <a:moveTo>
                  <a:pt x="256821" y="645085"/>
                </a:moveTo>
                <a:cubicBezTo>
                  <a:pt x="256821" y="663442"/>
                  <a:pt x="271701" y="678323"/>
                  <a:pt x="290058" y="678323"/>
                </a:cubicBezTo>
                <a:cubicBezTo>
                  <a:pt x="308415" y="678323"/>
                  <a:pt x="323296" y="663442"/>
                  <a:pt x="323296" y="645085"/>
                </a:cubicBezTo>
                <a:cubicBezTo>
                  <a:pt x="323296" y="626729"/>
                  <a:pt x="308415" y="611848"/>
                  <a:pt x="290058" y="611848"/>
                </a:cubicBezTo>
                <a:cubicBezTo>
                  <a:pt x="271701" y="611848"/>
                  <a:pt x="256821" y="626729"/>
                  <a:pt x="256821" y="645085"/>
                </a:cubicBezTo>
                <a:moveTo>
                  <a:pt x="364594" y="613608"/>
                </a:moveTo>
                <a:cubicBezTo>
                  <a:pt x="364594" y="631965"/>
                  <a:pt x="379475" y="646846"/>
                  <a:pt x="397832" y="646846"/>
                </a:cubicBezTo>
                <a:cubicBezTo>
                  <a:pt x="416188" y="646846"/>
                  <a:pt x="431070" y="631965"/>
                  <a:pt x="431070" y="613608"/>
                </a:cubicBezTo>
                <a:cubicBezTo>
                  <a:pt x="431070" y="595251"/>
                  <a:pt x="416188" y="580371"/>
                  <a:pt x="397832" y="580371"/>
                </a:cubicBezTo>
                <a:cubicBezTo>
                  <a:pt x="379475" y="580371"/>
                  <a:pt x="364594" y="595251"/>
                  <a:pt x="364594" y="613608"/>
                </a:cubicBezTo>
                <a:moveTo>
                  <a:pt x="504257" y="557502"/>
                </a:moveTo>
                <a:cubicBezTo>
                  <a:pt x="504257" y="575858"/>
                  <a:pt x="519138" y="590740"/>
                  <a:pt x="537495" y="590740"/>
                </a:cubicBezTo>
                <a:cubicBezTo>
                  <a:pt x="555851" y="590740"/>
                  <a:pt x="570732" y="575858"/>
                  <a:pt x="570732" y="557502"/>
                </a:cubicBezTo>
                <a:cubicBezTo>
                  <a:pt x="570732" y="539145"/>
                  <a:pt x="555851" y="524264"/>
                  <a:pt x="537495" y="524264"/>
                </a:cubicBezTo>
                <a:cubicBezTo>
                  <a:pt x="519138" y="524264"/>
                  <a:pt x="504257" y="539145"/>
                  <a:pt x="504257" y="557502"/>
                </a:cubicBezTo>
                <a:moveTo>
                  <a:pt x="614446" y="526594"/>
                </a:moveTo>
                <a:cubicBezTo>
                  <a:pt x="614446" y="544951"/>
                  <a:pt x="629327" y="559831"/>
                  <a:pt x="647684" y="559831"/>
                </a:cubicBezTo>
                <a:cubicBezTo>
                  <a:pt x="666041" y="559831"/>
                  <a:pt x="680922" y="544951"/>
                  <a:pt x="680922" y="526594"/>
                </a:cubicBezTo>
                <a:cubicBezTo>
                  <a:pt x="680922" y="508237"/>
                  <a:pt x="666041" y="493356"/>
                  <a:pt x="647684" y="493356"/>
                </a:cubicBezTo>
                <a:cubicBezTo>
                  <a:pt x="629327" y="493356"/>
                  <a:pt x="614446" y="508237"/>
                  <a:pt x="614446" y="526594"/>
                </a:cubicBezTo>
                <a:moveTo>
                  <a:pt x="769626" y="477826"/>
                </a:moveTo>
                <a:cubicBezTo>
                  <a:pt x="769626" y="496182"/>
                  <a:pt x="784507" y="511063"/>
                  <a:pt x="802863" y="511063"/>
                </a:cubicBezTo>
                <a:cubicBezTo>
                  <a:pt x="821220" y="511063"/>
                  <a:pt x="836101" y="496182"/>
                  <a:pt x="836101" y="477826"/>
                </a:cubicBezTo>
                <a:cubicBezTo>
                  <a:pt x="836101" y="459469"/>
                  <a:pt x="821220" y="444588"/>
                  <a:pt x="802863" y="444588"/>
                </a:cubicBezTo>
                <a:cubicBezTo>
                  <a:pt x="784507" y="444588"/>
                  <a:pt x="769626" y="459469"/>
                  <a:pt x="769626" y="477826"/>
                </a:cubicBezTo>
                <a:moveTo>
                  <a:pt x="890079" y="442834"/>
                </a:moveTo>
                <a:cubicBezTo>
                  <a:pt x="890079" y="461191"/>
                  <a:pt x="904960" y="476072"/>
                  <a:pt x="923317" y="476072"/>
                </a:cubicBezTo>
                <a:cubicBezTo>
                  <a:pt x="941673" y="476072"/>
                  <a:pt x="956554" y="461191"/>
                  <a:pt x="956554" y="442834"/>
                </a:cubicBezTo>
                <a:cubicBezTo>
                  <a:pt x="956554" y="424478"/>
                  <a:pt x="941673" y="409597"/>
                  <a:pt x="923317" y="409597"/>
                </a:cubicBezTo>
                <a:cubicBezTo>
                  <a:pt x="904960" y="409597"/>
                  <a:pt x="890079" y="424478"/>
                  <a:pt x="890079" y="442834"/>
                </a:cubicBezTo>
                <a:moveTo>
                  <a:pt x="1002990" y="332919"/>
                </a:moveTo>
                <a:cubicBezTo>
                  <a:pt x="1002990" y="351276"/>
                  <a:pt x="1017871" y="366157"/>
                  <a:pt x="1036227" y="366157"/>
                </a:cubicBezTo>
                <a:cubicBezTo>
                  <a:pt x="1054584" y="366157"/>
                  <a:pt x="1069465" y="351276"/>
                  <a:pt x="1069465" y="332919"/>
                </a:cubicBezTo>
                <a:cubicBezTo>
                  <a:pt x="1069465" y="314563"/>
                  <a:pt x="1054584" y="299681"/>
                  <a:pt x="1036227" y="299681"/>
                </a:cubicBezTo>
                <a:cubicBezTo>
                  <a:pt x="1017871" y="299681"/>
                  <a:pt x="1002990" y="314563"/>
                  <a:pt x="1002990" y="332919"/>
                </a:cubicBezTo>
                <a:moveTo>
                  <a:pt x="1132309" y="308533"/>
                </a:moveTo>
                <a:cubicBezTo>
                  <a:pt x="1132309" y="326890"/>
                  <a:pt x="1147190" y="341771"/>
                  <a:pt x="1165547" y="341771"/>
                </a:cubicBezTo>
                <a:cubicBezTo>
                  <a:pt x="1183904" y="341771"/>
                  <a:pt x="1198784" y="326890"/>
                  <a:pt x="1198784" y="308533"/>
                </a:cubicBezTo>
                <a:cubicBezTo>
                  <a:pt x="1198784" y="290177"/>
                  <a:pt x="1183904" y="275296"/>
                  <a:pt x="1165547" y="275296"/>
                </a:cubicBezTo>
                <a:cubicBezTo>
                  <a:pt x="1147190" y="275296"/>
                  <a:pt x="1132309" y="290177"/>
                  <a:pt x="1132309" y="308533"/>
                </a:cubicBezTo>
                <a:moveTo>
                  <a:pt x="1277565" y="275304"/>
                </a:moveTo>
                <a:cubicBezTo>
                  <a:pt x="1277565" y="293661"/>
                  <a:pt x="1292446" y="308542"/>
                  <a:pt x="1310802" y="308542"/>
                </a:cubicBezTo>
                <a:cubicBezTo>
                  <a:pt x="1329159" y="308542"/>
                  <a:pt x="1344040" y="293661"/>
                  <a:pt x="1344040" y="275304"/>
                </a:cubicBezTo>
                <a:cubicBezTo>
                  <a:pt x="1344040" y="256948"/>
                  <a:pt x="1329159" y="242066"/>
                  <a:pt x="1310802" y="242066"/>
                </a:cubicBezTo>
                <a:cubicBezTo>
                  <a:pt x="1292446" y="242066"/>
                  <a:pt x="1277565" y="256948"/>
                  <a:pt x="1277565" y="275304"/>
                </a:cubicBezTo>
                <a:moveTo>
                  <a:pt x="1392633" y="268097"/>
                </a:moveTo>
                <a:cubicBezTo>
                  <a:pt x="1392633" y="286454"/>
                  <a:pt x="1407514" y="301334"/>
                  <a:pt x="1425871" y="301334"/>
                </a:cubicBezTo>
                <a:cubicBezTo>
                  <a:pt x="1444227" y="301334"/>
                  <a:pt x="1459108" y="286454"/>
                  <a:pt x="1459108" y="268097"/>
                </a:cubicBezTo>
                <a:cubicBezTo>
                  <a:pt x="1459108" y="249740"/>
                  <a:pt x="1444227" y="234859"/>
                  <a:pt x="1425871" y="234859"/>
                </a:cubicBezTo>
                <a:cubicBezTo>
                  <a:pt x="1407514" y="234859"/>
                  <a:pt x="1392633" y="249740"/>
                  <a:pt x="1392633" y="268097"/>
                </a:cubicBezTo>
                <a:moveTo>
                  <a:pt x="1532658" y="240054"/>
                </a:moveTo>
                <a:cubicBezTo>
                  <a:pt x="1532658" y="258410"/>
                  <a:pt x="1547539" y="273291"/>
                  <a:pt x="1565895" y="273291"/>
                </a:cubicBezTo>
                <a:cubicBezTo>
                  <a:pt x="1584252" y="273291"/>
                  <a:pt x="1599133" y="258410"/>
                  <a:pt x="1599133" y="240054"/>
                </a:cubicBezTo>
                <a:cubicBezTo>
                  <a:pt x="1599133" y="221697"/>
                  <a:pt x="1584252" y="206816"/>
                  <a:pt x="1565895" y="206816"/>
                </a:cubicBezTo>
                <a:cubicBezTo>
                  <a:pt x="1547539" y="206816"/>
                  <a:pt x="1532658" y="221697"/>
                  <a:pt x="1532658" y="240054"/>
                </a:cubicBezTo>
                <a:moveTo>
                  <a:pt x="1648158" y="217662"/>
                </a:moveTo>
                <a:cubicBezTo>
                  <a:pt x="1648158" y="236019"/>
                  <a:pt x="1663039" y="250900"/>
                  <a:pt x="1681396" y="250900"/>
                </a:cubicBezTo>
                <a:cubicBezTo>
                  <a:pt x="1699752" y="250900"/>
                  <a:pt x="1714634" y="236019"/>
                  <a:pt x="1714634" y="217662"/>
                </a:cubicBezTo>
                <a:cubicBezTo>
                  <a:pt x="1714634" y="199306"/>
                  <a:pt x="1699752" y="184425"/>
                  <a:pt x="1681396" y="184425"/>
                </a:cubicBezTo>
                <a:cubicBezTo>
                  <a:pt x="1663039" y="184425"/>
                  <a:pt x="1648158" y="199306"/>
                  <a:pt x="1648158" y="217662"/>
                </a:cubicBezTo>
                <a:moveTo>
                  <a:pt x="1790589" y="192539"/>
                </a:moveTo>
                <a:cubicBezTo>
                  <a:pt x="1790589" y="210895"/>
                  <a:pt x="1805470" y="225776"/>
                  <a:pt x="1823827" y="225776"/>
                </a:cubicBezTo>
                <a:cubicBezTo>
                  <a:pt x="1842184" y="225776"/>
                  <a:pt x="1857064" y="210895"/>
                  <a:pt x="1857064" y="192539"/>
                </a:cubicBezTo>
                <a:cubicBezTo>
                  <a:pt x="1857064" y="174182"/>
                  <a:pt x="1842184" y="159301"/>
                  <a:pt x="1823827" y="159301"/>
                </a:cubicBezTo>
                <a:cubicBezTo>
                  <a:pt x="1805470" y="159301"/>
                  <a:pt x="1790589" y="174182"/>
                  <a:pt x="1790589" y="192539"/>
                </a:cubicBezTo>
                <a:moveTo>
                  <a:pt x="1908514" y="168492"/>
                </a:moveTo>
                <a:cubicBezTo>
                  <a:pt x="1908514" y="186849"/>
                  <a:pt x="1923394" y="201730"/>
                  <a:pt x="1941751" y="201730"/>
                </a:cubicBezTo>
                <a:cubicBezTo>
                  <a:pt x="1960107" y="201730"/>
                  <a:pt x="1974989" y="186849"/>
                  <a:pt x="1974989" y="168492"/>
                </a:cubicBezTo>
                <a:cubicBezTo>
                  <a:pt x="1974989" y="150136"/>
                  <a:pt x="1960107" y="135254"/>
                  <a:pt x="1941751" y="135254"/>
                </a:cubicBezTo>
                <a:cubicBezTo>
                  <a:pt x="1923394" y="135254"/>
                  <a:pt x="1908514" y="150136"/>
                  <a:pt x="1908514" y="168492"/>
                </a:cubicBezTo>
                <a:moveTo>
                  <a:pt x="2051090" y="145929"/>
                </a:moveTo>
                <a:cubicBezTo>
                  <a:pt x="2051090" y="164286"/>
                  <a:pt x="2065971" y="179167"/>
                  <a:pt x="2084327" y="179167"/>
                </a:cubicBezTo>
                <a:cubicBezTo>
                  <a:pt x="2102684" y="179167"/>
                  <a:pt x="2117565" y="164286"/>
                  <a:pt x="2117565" y="145929"/>
                </a:cubicBezTo>
                <a:cubicBezTo>
                  <a:pt x="2117565" y="127573"/>
                  <a:pt x="2102684" y="112692"/>
                  <a:pt x="2084327" y="112692"/>
                </a:cubicBezTo>
                <a:cubicBezTo>
                  <a:pt x="2065971" y="112692"/>
                  <a:pt x="2051090" y="127573"/>
                  <a:pt x="2051090" y="145929"/>
                </a:cubicBezTo>
                <a:moveTo>
                  <a:pt x="2169031" y="128232"/>
                </a:moveTo>
                <a:cubicBezTo>
                  <a:pt x="2169031" y="146589"/>
                  <a:pt x="2183912" y="161470"/>
                  <a:pt x="2202268" y="161470"/>
                </a:cubicBezTo>
                <a:cubicBezTo>
                  <a:pt x="2220625" y="161470"/>
                  <a:pt x="2235506" y="146589"/>
                  <a:pt x="2235506" y="128232"/>
                </a:cubicBezTo>
                <a:cubicBezTo>
                  <a:pt x="2235506" y="109876"/>
                  <a:pt x="2220625" y="94995"/>
                  <a:pt x="2202268" y="94995"/>
                </a:cubicBezTo>
                <a:cubicBezTo>
                  <a:pt x="2183912" y="94995"/>
                  <a:pt x="2169031" y="109876"/>
                  <a:pt x="2169031" y="128232"/>
                </a:cubicBezTo>
                <a:moveTo>
                  <a:pt x="2304134" y="109773"/>
                </a:moveTo>
                <a:cubicBezTo>
                  <a:pt x="2304134" y="128129"/>
                  <a:pt x="2319015" y="143010"/>
                  <a:pt x="2337372" y="143010"/>
                </a:cubicBezTo>
                <a:cubicBezTo>
                  <a:pt x="2355729" y="143010"/>
                  <a:pt x="2370610" y="128129"/>
                  <a:pt x="2370610" y="109773"/>
                </a:cubicBezTo>
                <a:cubicBezTo>
                  <a:pt x="2370610" y="91416"/>
                  <a:pt x="2355729" y="76535"/>
                  <a:pt x="2337372" y="76535"/>
                </a:cubicBezTo>
                <a:cubicBezTo>
                  <a:pt x="2319015" y="76535"/>
                  <a:pt x="2304134" y="91416"/>
                  <a:pt x="2304134" y="109773"/>
                </a:cubicBezTo>
                <a:moveTo>
                  <a:pt x="2417126" y="95567"/>
                </a:moveTo>
                <a:cubicBezTo>
                  <a:pt x="2417126" y="113924"/>
                  <a:pt x="2432007" y="128805"/>
                  <a:pt x="2450363" y="128805"/>
                </a:cubicBezTo>
                <a:cubicBezTo>
                  <a:pt x="2468720" y="128805"/>
                  <a:pt x="2483601" y="113924"/>
                  <a:pt x="2483601" y="95567"/>
                </a:cubicBezTo>
                <a:cubicBezTo>
                  <a:pt x="2483601" y="77211"/>
                  <a:pt x="2468720" y="62330"/>
                  <a:pt x="2450363" y="62330"/>
                </a:cubicBezTo>
                <a:cubicBezTo>
                  <a:pt x="2432007" y="62330"/>
                  <a:pt x="2417126" y="77211"/>
                  <a:pt x="2417126" y="95567"/>
                </a:cubicBezTo>
                <a:moveTo>
                  <a:pt x="2559647" y="73204"/>
                </a:moveTo>
                <a:cubicBezTo>
                  <a:pt x="2559647" y="91561"/>
                  <a:pt x="2574528" y="106442"/>
                  <a:pt x="2592885" y="106442"/>
                </a:cubicBezTo>
                <a:cubicBezTo>
                  <a:pt x="2611241" y="106442"/>
                  <a:pt x="2626122" y="91561"/>
                  <a:pt x="2626122" y="73204"/>
                </a:cubicBezTo>
                <a:cubicBezTo>
                  <a:pt x="2626122" y="54847"/>
                  <a:pt x="2611241" y="39966"/>
                  <a:pt x="2592885" y="39966"/>
                </a:cubicBezTo>
                <a:cubicBezTo>
                  <a:pt x="2574528" y="39966"/>
                  <a:pt x="2559647" y="54847"/>
                  <a:pt x="2559647" y="73204"/>
                </a:cubicBezTo>
                <a:moveTo>
                  <a:pt x="2672727" y="65686"/>
                </a:moveTo>
                <a:cubicBezTo>
                  <a:pt x="2672727" y="84043"/>
                  <a:pt x="2687609" y="98924"/>
                  <a:pt x="2705965" y="98924"/>
                </a:cubicBezTo>
                <a:cubicBezTo>
                  <a:pt x="2724322" y="98924"/>
                  <a:pt x="2739203" y="84043"/>
                  <a:pt x="2739203" y="65686"/>
                </a:cubicBezTo>
                <a:cubicBezTo>
                  <a:pt x="2739203" y="47329"/>
                  <a:pt x="2724322" y="32449"/>
                  <a:pt x="2705965" y="32449"/>
                </a:cubicBezTo>
                <a:cubicBezTo>
                  <a:pt x="2687609" y="32449"/>
                  <a:pt x="2672727" y="47329"/>
                  <a:pt x="2672727" y="65686"/>
                </a:cubicBezTo>
                <a:moveTo>
                  <a:pt x="2807795" y="33238"/>
                </a:moveTo>
                <a:cubicBezTo>
                  <a:pt x="2807795" y="51594"/>
                  <a:pt x="2822677" y="66476"/>
                  <a:pt x="2841033" y="66476"/>
                </a:cubicBezTo>
                <a:cubicBezTo>
                  <a:pt x="2859390" y="66476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8B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E6F866-45EA-4A46-840C-64793050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776535"/>
            <a:ext cx="2807795" cy="1125545"/>
          </a:xfrm>
          <a:custGeom xmlns:a="http://schemas.openxmlformats.org/drawingml/2006/main">
            <a:pathLst>
              <a:path w="2807795" h="1125545" fill="none">
                <a:moveTo>
                  <a:pt x="0" y="1125545"/>
                </a:moveTo>
                <a:lnTo>
                  <a:pt x="125972" y="1058738"/>
                </a:lnTo>
                <a:lnTo>
                  <a:pt x="256820" y="977418"/>
                </a:lnTo>
                <a:lnTo>
                  <a:pt x="364594" y="926304"/>
                </a:lnTo>
                <a:lnTo>
                  <a:pt x="504257" y="872336"/>
                </a:lnTo>
                <a:lnTo>
                  <a:pt x="614446" y="842216"/>
                </a:lnTo>
                <a:lnTo>
                  <a:pt x="769626" y="776525"/>
                </a:lnTo>
                <a:lnTo>
                  <a:pt x="890079" y="721374"/>
                </a:lnTo>
                <a:lnTo>
                  <a:pt x="1002990" y="674029"/>
                </a:lnTo>
                <a:lnTo>
                  <a:pt x="1132309" y="632438"/>
                </a:lnTo>
                <a:lnTo>
                  <a:pt x="1277565" y="389344"/>
                </a:lnTo>
                <a:lnTo>
                  <a:pt x="1392633" y="351845"/>
                </a:lnTo>
                <a:lnTo>
                  <a:pt x="1532657" y="321175"/>
                </a:lnTo>
                <a:lnTo>
                  <a:pt x="1648158" y="281084"/>
                </a:lnTo>
                <a:lnTo>
                  <a:pt x="1790589" y="243879"/>
                </a:lnTo>
                <a:lnTo>
                  <a:pt x="1908513" y="211115"/>
                </a:lnTo>
                <a:lnTo>
                  <a:pt x="2051090" y="111929"/>
                </a:lnTo>
                <a:lnTo>
                  <a:pt x="2169031" y="165472"/>
                </a:lnTo>
                <a:lnTo>
                  <a:pt x="2304134" y="128093"/>
                </a:lnTo>
                <a:lnTo>
                  <a:pt x="2417126" y="53473"/>
                </a:lnTo>
                <a:lnTo>
                  <a:pt x="2559647" y="20295"/>
                </a:lnTo>
                <a:lnTo>
                  <a:pt x="2672727" y="50289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A2FF"/>
            </a:solidFill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48606-2EF2-431C-8AE6-861AB9E0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743297"/>
            <a:ext cx="2874271" cy="1192020"/>
          </a:xfrm>
          <a:custGeom xmlns:a="http://schemas.openxmlformats.org/drawingml/2006/main">
            <a:pathLst>
              <a:path w="2874271" h="1192020">
                <a:moveTo>
                  <a:pt x="0" y="1158782"/>
                </a:moveTo>
                <a:cubicBezTo>
                  <a:pt x="0" y="1177139"/>
                  <a:pt x="14881" y="1192020"/>
                  <a:pt x="33238" y="1192020"/>
                </a:cubicBezTo>
                <a:cubicBezTo>
                  <a:pt x="51594" y="1192020"/>
                  <a:pt x="66475" y="1177139"/>
                  <a:pt x="66475" y="1158782"/>
                </a:cubicBezTo>
                <a:cubicBezTo>
                  <a:pt x="66475" y="1140425"/>
                  <a:pt x="51594" y="1125545"/>
                  <a:pt x="33238" y="1125545"/>
                </a:cubicBezTo>
                <a:cubicBezTo>
                  <a:pt x="14881" y="1125545"/>
                  <a:pt x="0" y="1140425"/>
                  <a:pt x="0" y="1158782"/>
                </a:cubicBezTo>
                <a:moveTo>
                  <a:pt x="125972" y="1091975"/>
                </a:moveTo>
                <a:cubicBezTo>
                  <a:pt x="125972" y="1110332"/>
                  <a:pt x="140853" y="1125213"/>
                  <a:pt x="159210" y="1125213"/>
                </a:cubicBezTo>
                <a:cubicBezTo>
                  <a:pt x="177567" y="1125213"/>
                  <a:pt x="192448" y="1110332"/>
                  <a:pt x="192448" y="1091975"/>
                </a:cubicBezTo>
                <a:cubicBezTo>
                  <a:pt x="192448" y="1073619"/>
                  <a:pt x="177567" y="1058738"/>
                  <a:pt x="159210" y="1058738"/>
                </a:cubicBezTo>
                <a:cubicBezTo>
                  <a:pt x="140853" y="1058738"/>
                  <a:pt x="125972" y="1073619"/>
                  <a:pt x="125972" y="1091975"/>
                </a:cubicBezTo>
                <a:moveTo>
                  <a:pt x="256820" y="1010656"/>
                </a:moveTo>
                <a:cubicBezTo>
                  <a:pt x="256820" y="1029012"/>
                  <a:pt x="271701" y="1043894"/>
                  <a:pt x="290058" y="1043894"/>
                </a:cubicBezTo>
                <a:cubicBezTo>
                  <a:pt x="308415" y="1043894"/>
                  <a:pt x="323295" y="1029012"/>
                  <a:pt x="323295" y="1010656"/>
                </a:cubicBezTo>
                <a:cubicBezTo>
                  <a:pt x="323295" y="992299"/>
                  <a:pt x="308415" y="977418"/>
                  <a:pt x="290058" y="977418"/>
                </a:cubicBezTo>
                <a:cubicBezTo>
                  <a:pt x="271701" y="977418"/>
                  <a:pt x="256820" y="992299"/>
                  <a:pt x="256820" y="1010656"/>
                </a:cubicBezTo>
                <a:moveTo>
                  <a:pt x="364594" y="959542"/>
                </a:moveTo>
                <a:cubicBezTo>
                  <a:pt x="364594" y="977899"/>
                  <a:pt x="379475" y="992779"/>
                  <a:pt x="397832" y="992779"/>
                </a:cubicBezTo>
                <a:cubicBezTo>
                  <a:pt x="416188" y="992779"/>
                  <a:pt x="431069" y="977899"/>
                  <a:pt x="431069" y="959542"/>
                </a:cubicBezTo>
                <a:cubicBezTo>
                  <a:pt x="431069" y="941185"/>
                  <a:pt x="416188" y="926304"/>
                  <a:pt x="397832" y="926304"/>
                </a:cubicBezTo>
                <a:cubicBezTo>
                  <a:pt x="379475" y="926304"/>
                  <a:pt x="364594" y="941185"/>
                  <a:pt x="364594" y="959542"/>
                </a:cubicBezTo>
                <a:moveTo>
                  <a:pt x="504257" y="905574"/>
                </a:moveTo>
                <a:cubicBezTo>
                  <a:pt x="504257" y="923930"/>
                  <a:pt x="519138" y="938812"/>
                  <a:pt x="537495" y="938812"/>
                </a:cubicBezTo>
                <a:cubicBezTo>
                  <a:pt x="555851" y="938812"/>
                  <a:pt x="570732" y="923930"/>
                  <a:pt x="570732" y="905574"/>
                </a:cubicBezTo>
                <a:cubicBezTo>
                  <a:pt x="570732" y="887217"/>
                  <a:pt x="555851" y="872336"/>
                  <a:pt x="537495" y="872336"/>
                </a:cubicBezTo>
                <a:cubicBezTo>
                  <a:pt x="519138" y="872336"/>
                  <a:pt x="504257" y="887217"/>
                  <a:pt x="504257" y="905574"/>
                </a:cubicBezTo>
                <a:moveTo>
                  <a:pt x="614446" y="875454"/>
                </a:moveTo>
                <a:cubicBezTo>
                  <a:pt x="614446" y="893810"/>
                  <a:pt x="629327" y="908691"/>
                  <a:pt x="647684" y="908691"/>
                </a:cubicBezTo>
                <a:cubicBezTo>
                  <a:pt x="666040" y="908691"/>
                  <a:pt x="680921" y="893810"/>
                  <a:pt x="680921" y="875454"/>
                </a:cubicBezTo>
                <a:cubicBezTo>
                  <a:pt x="680921" y="857097"/>
                  <a:pt x="666040" y="842216"/>
                  <a:pt x="647684" y="842216"/>
                </a:cubicBezTo>
                <a:cubicBezTo>
                  <a:pt x="629327" y="842216"/>
                  <a:pt x="614446" y="857097"/>
                  <a:pt x="614446" y="875454"/>
                </a:cubicBezTo>
                <a:moveTo>
                  <a:pt x="769626" y="809763"/>
                </a:moveTo>
                <a:cubicBezTo>
                  <a:pt x="769626" y="828119"/>
                  <a:pt x="784506" y="843000"/>
                  <a:pt x="802863" y="843000"/>
                </a:cubicBezTo>
                <a:cubicBezTo>
                  <a:pt x="821220" y="843000"/>
                  <a:pt x="836101" y="828119"/>
                  <a:pt x="836101" y="809763"/>
                </a:cubicBezTo>
                <a:cubicBezTo>
                  <a:pt x="836101" y="791406"/>
                  <a:pt x="821220" y="776525"/>
                  <a:pt x="802863" y="776525"/>
                </a:cubicBezTo>
                <a:cubicBezTo>
                  <a:pt x="784506" y="776525"/>
                  <a:pt x="769626" y="791406"/>
                  <a:pt x="769626" y="809763"/>
                </a:cubicBezTo>
                <a:moveTo>
                  <a:pt x="890079" y="754612"/>
                </a:moveTo>
                <a:cubicBezTo>
                  <a:pt x="890079" y="772969"/>
                  <a:pt x="904960" y="787849"/>
                  <a:pt x="923317" y="787849"/>
                </a:cubicBezTo>
                <a:cubicBezTo>
                  <a:pt x="941673" y="787849"/>
                  <a:pt x="956554" y="772969"/>
                  <a:pt x="956554" y="754612"/>
                </a:cubicBezTo>
                <a:cubicBezTo>
                  <a:pt x="956554" y="736255"/>
                  <a:pt x="941673" y="721375"/>
                  <a:pt x="923317" y="721375"/>
                </a:cubicBezTo>
                <a:cubicBezTo>
                  <a:pt x="904960" y="721375"/>
                  <a:pt x="890079" y="736255"/>
                  <a:pt x="890079" y="754612"/>
                </a:cubicBezTo>
                <a:moveTo>
                  <a:pt x="1002990" y="707267"/>
                </a:moveTo>
                <a:cubicBezTo>
                  <a:pt x="1002990" y="725623"/>
                  <a:pt x="1017871" y="740504"/>
                  <a:pt x="1036227" y="740504"/>
                </a:cubicBezTo>
                <a:cubicBezTo>
                  <a:pt x="1054584" y="740504"/>
                  <a:pt x="1069465" y="725623"/>
                  <a:pt x="1069465" y="707267"/>
                </a:cubicBezTo>
                <a:cubicBezTo>
                  <a:pt x="1069465" y="688910"/>
                  <a:pt x="1054584" y="674029"/>
                  <a:pt x="1036227" y="674029"/>
                </a:cubicBezTo>
                <a:cubicBezTo>
                  <a:pt x="1017871" y="674029"/>
                  <a:pt x="1002990" y="688910"/>
                  <a:pt x="1002990" y="707267"/>
                </a:cubicBezTo>
                <a:moveTo>
                  <a:pt x="1132309" y="665676"/>
                </a:moveTo>
                <a:cubicBezTo>
                  <a:pt x="1132309" y="684032"/>
                  <a:pt x="1147190" y="698913"/>
                  <a:pt x="1165547" y="698913"/>
                </a:cubicBezTo>
                <a:cubicBezTo>
                  <a:pt x="1183903" y="698913"/>
                  <a:pt x="1198784" y="684032"/>
                  <a:pt x="1198784" y="665676"/>
                </a:cubicBezTo>
                <a:cubicBezTo>
                  <a:pt x="1198784" y="647319"/>
                  <a:pt x="1183903" y="632438"/>
                  <a:pt x="1165547" y="632438"/>
                </a:cubicBezTo>
                <a:cubicBezTo>
                  <a:pt x="1147190" y="632438"/>
                  <a:pt x="1132309" y="647319"/>
                  <a:pt x="1132309" y="665676"/>
                </a:cubicBezTo>
                <a:moveTo>
                  <a:pt x="1277565" y="422582"/>
                </a:moveTo>
                <a:cubicBezTo>
                  <a:pt x="1277565" y="440938"/>
                  <a:pt x="1292446" y="455819"/>
                  <a:pt x="1310802" y="455819"/>
                </a:cubicBezTo>
                <a:cubicBezTo>
                  <a:pt x="1329159" y="455819"/>
                  <a:pt x="1344040" y="440938"/>
                  <a:pt x="1344040" y="422582"/>
                </a:cubicBezTo>
                <a:cubicBezTo>
                  <a:pt x="1344040" y="404225"/>
                  <a:pt x="1329159" y="389344"/>
                  <a:pt x="1310802" y="389344"/>
                </a:cubicBezTo>
                <a:cubicBezTo>
                  <a:pt x="1292446" y="389344"/>
                  <a:pt x="1277565" y="404225"/>
                  <a:pt x="1277565" y="422582"/>
                </a:cubicBezTo>
                <a:moveTo>
                  <a:pt x="1392633" y="385083"/>
                </a:moveTo>
                <a:cubicBezTo>
                  <a:pt x="1392633" y="403440"/>
                  <a:pt x="1407514" y="418321"/>
                  <a:pt x="1425870" y="418321"/>
                </a:cubicBezTo>
                <a:cubicBezTo>
                  <a:pt x="1444227" y="418321"/>
                  <a:pt x="1459108" y="403440"/>
                  <a:pt x="1459108" y="385083"/>
                </a:cubicBezTo>
                <a:cubicBezTo>
                  <a:pt x="1459108" y="366726"/>
                  <a:pt x="1444227" y="351846"/>
                  <a:pt x="1425870" y="351846"/>
                </a:cubicBezTo>
                <a:cubicBezTo>
                  <a:pt x="1407514" y="351846"/>
                  <a:pt x="1392633" y="366726"/>
                  <a:pt x="1392633" y="385083"/>
                </a:cubicBezTo>
                <a:moveTo>
                  <a:pt x="1532657" y="354412"/>
                </a:moveTo>
                <a:cubicBezTo>
                  <a:pt x="1532657" y="372769"/>
                  <a:pt x="1547538" y="387650"/>
                  <a:pt x="1565895" y="387650"/>
                </a:cubicBezTo>
                <a:cubicBezTo>
                  <a:pt x="1584252" y="387650"/>
                  <a:pt x="1599132" y="372769"/>
                  <a:pt x="1599132" y="354412"/>
                </a:cubicBezTo>
                <a:cubicBezTo>
                  <a:pt x="1599132" y="336056"/>
                  <a:pt x="1584252" y="321175"/>
                  <a:pt x="1565895" y="321175"/>
                </a:cubicBezTo>
                <a:cubicBezTo>
                  <a:pt x="1547538" y="321175"/>
                  <a:pt x="1532657" y="336056"/>
                  <a:pt x="1532657" y="354412"/>
                </a:cubicBezTo>
                <a:moveTo>
                  <a:pt x="1648158" y="314322"/>
                </a:moveTo>
                <a:cubicBezTo>
                  <a:pt x="1648158" y="332678"/>
                  <a:pt x="1663039" y="347560"/>
                  <a:pt x="1681396" y="347560"/>
                </a:cubicBezTo>
                <a:cubicBezTo>
                  <a:pt x="1699752" y="347560"/>
                  <a:pt x="1714633" y="332678"/>
                  <a:pt x="1714633" y="314322"/>
                </a:cubicBezTo>
                <a:cubicBezTo>
                  <a:pt x="1714633" y="295965"/>
                  <a:pt x="1699752" y="281084"/>
                  <a:pt x="1681396" y="281084"/>
                </a:cubicBezTo>
                <a:cubicBezTo>
                  <a:pt x="1663039" y="281084"/>
                  <a:pt x="1648158" y="295965"/>
                  <a:pt x="1648158" y="314322"/>
                </a:cubicBezTo>
                <a:moveTo>
                  <a:pt x="1790589" y="277117"/>
                </a:moveTo>
                <a:cubicBezTo>
                  <a:pt x="1790589" y="295473"/>
                  <a:pt x="1805470" y="310354"/>
                  <a:pt x="1823827" y="310354"/>
                </a:cubicBezTo>
                <a:cubicBezTo>
                  <a:pt x="1842183" y="310354"/>
                  <a:pt x="1857064" y="295473"/>
                  <a:pt x="1857064" y="277117"/>
                </a:cubicBezTo>
                <a:cubicBezTo>
                  <a:pt x="1857064" y="258760"/>
                  <a:pt x="1842183" y="243879"/>
                  <a:pt x="1823827" y="243879"/>
                </a:cubicBezTo>
                <a:cubicBezTo>
                  <a:pt x="1805470" y="243879"/>
                  <a:pt x="1790589" y="258760"/>
                  <a:pt x="1790589" y="277117"/>
                </a:cubicBezTo>
                <a:moveTo>
                  <a:pt x="1908513" y="244352"/>
                </a:moveTo>
                <a:cubicBezTo>
                  <a:pt x="1908513" y="262709"/>
                  <a:pt x="1923394" y="277590"/>
                  <a:pt x="1941751" y="277590"/>
                </a:cubicBezTo>
                <a:cubicBezTo>
                  <a:pt x="1960107" y="277590"/>
                  <a:pt x="1974988" y="262709"/>
                  <a:pt x="1974988" y="244352"/>
                </a:cubicBezTo>
                <a:cubicBezTo>
                  <a:pt x="1974988" y="225996"/>
                  <a:pt x="1960107" y="211115"/>
                  <a:pt x="1941751" y="211115"/>
                </a:cubicBezTo>
                <a:cubicBezTo>
                  <a:pt x="1923394" y="211115"/>
                  <a:pt x="1908513" y="225996"/>
                  <a:pt x="1908513" y="244352"/>
                </a:cubicBezTo>
                <a:moveTo>
                  <a:pt x="2051090" y="145166"/>
                </a:moveTo>
                <a:cubicBezTo>
                  <a:pt x="2051090" y="163523"/>
                  <a:pt x="2065971" y="178404"/>
                  <a:pt x="2084327" y="178404"/>
                </a:cubicBezTo>
                <a:cubicBezTo>
                  <a:pt x="2102684" y="178404"/>
                  <a:pt x="2117565" y="163523"/>
                  <a:pt x="2117565" y="145166"/>
                </a:cubicBezTo>
                <a:cubicBezTo>
                  <a:pt x="2117565" y="126810"/>
                  <a:pt x="2102684" y="111929"/>
                  <a:pt x="2084327" y="111929"/>
                </a:cubicBezTo>
                <a:cubicBezTo>
                  <a:pt x="2065971" y="111929"/>
                  <a:pt x="2051090" y="126810"/>
                  <a:pt x="2051090" y="145166"/>
                </a:cubicBezTo>
                <a:moveTo>
                  <a:pt x="2169031" y="198709"/>
                </a:moveTo>
                <a:cubicBezTo>
                  <a:pt x="2169031" y="217066"/>
                  <a:pt x="2183912" y="231947"/>
                  <a:pt x="2202268" y="231947"/>
                </a:cubicBezTo>
                <a:cubicBezTo>
                  <a:pt x="2220625" y="231947"/>
                  <a:pt x="2235506" y="217066"/>
                  <a:pt x="2235506" y="198709"/>
                </a:cubicBezTo>
                <a:cubicBezTo>
                  <a:pt x="2235506" y="180353"/>
                  <a:pt x="2220625" y="165472"/>
                  <a:pt x="2202268" y="165472"/>
                </a:cubicBezTo>
                <a:cubicBezTo>
                  <a:pt x="2183912" y="165472"/>
                  <a:pt x="2169031" y="180353"/>
                  <a:pt x="2169031" y="198709"/>
                </a:cubicBezTo>
                <a:moveTo>
                  <a:pt x="2304134" y="161331"/>
                </a:moveTo>
                <a:cubicBezTo>
                  <a:pt x="2304134" y="179688"/>
                  <a:pt x="2319015" y="194569"/>
                  <a:pt x="2337372" y="194569"/>
                </a:cubicBezTo>
                <a:cubicBezTo>
                  <a:pt x="2355728" y="194569"/>
                  <a:pt x="2370609" y="179688"/>
                  <a:pt x="2370609" y="161331"/>
                </a:cubicBezTo>
                <a:cubicBezTo>
                  <a:pt x="2370609" y="142975"/>
                  <a:pt x="2355728" y="128094"/>
                  <a:pt x="2337372" y="128094"/>
                </a:cubicBezTo>
                <a:cubicBezTo>
                  <a:pt x="2319015" y="128094"/>
                  <a:pt x="2304134" y="142975"/>
                  <a:pt x="2304134" y="161331"/>
                </a:cubicBezTo>
                <a:moveTo>
                  <a:pt x="2417126" y="86711"/>
                </a:moveTo>
                <a:cubicBezTo>
                  <a:pt x="2417126" y="105067"/>
                  <a:pt x="2432007" y="119948"/>
                  <a:pt x="2450363" y="119948"/>
                </a:cubicBezTo>
                <a:cubicBezTo>
                  <a:pt x="2468720" y="119948"/>
                  <a:pt x="2483601" y="105067"/>
                  <a:pt x="2483601" y="86711"/>
                </a:cubicBezTo>
                <a:cubicBezTo>
                  <a:pt x="2483601" y="68354"/>
                  <a:pt x="2468720" y="53473"/>
                  <a:pt x="2450363" y="53473"/>
                </a:cubicBezTo>
                <a:cubicBezTo>
                  <a:pt x="2432007" y="53473"/>
                  <a:pt x="2417126" y="68354"/>
                  <a:pt x="2417126" y="86711"/>
                </a:cubicBezTo>
                <a:moveTo>
                  <a:pt x="2559647" y="53532"/>
                </a:moveTo>
                <a:cubicBezTo>
                  <a:pt x="2559647" y="71889"/>
                  <a:pt x="2574528" y="86770"/>
                  <a:pt x="2592885" y="86770"/>
                </a:cubicBezTo>
                <a:cubicBezTo>
                  <a:pt x="2611241" y="86770"/>
                  <a:pt x="2626122" y="71889"/>
                  <a:pt x="2626122" y="53532"/>
                </a:cubicBezTo>
                <a:cubicBezTo>
                  <a:pt x="2626122" y="35176"/>
                  <a:pt x="2611241" y="20295"/>
                  <a:pt x="2592885" y="20295"/>
                </a:cubicBezTo>
                <a:cubicBezTo>
                  <a:pt x="2574528" y="20295"/>
                  <a:pt x="2559647" y="35176"/>
                  <a:pt x="2559647" y="53532"/>
                </a:cubicBezTo>
                <a:moveTo>
                  <a:pt x="2672727" y="83526"/>
                </a:moveTo>
                <a:cubicBezTo>
                  <a:pt x="2672727" y="101883"/>
                  <a:pt x="2687608" y="116764"/>
                  <a:pt x="2705965" y="116764"/>
                </a:cubicBezTo>
                <a:cubicBezTo>
                  <a:pt x="2724322" y="116764"/>
                  <a:pt x="2739203" y="101883"/>
                  <a:pt x="2739203" y="83526"/>
                </a:cubicBezTo>
                <a:cubicBezTo>
                  <a:pt x="2739203" y="65170"/>
                  <a:pt x="2724322" y="50289"/>
                  <a:pt x="2705965" y="50289"/>
                </a:cubicBezTo>
                <a:cubicBezTo>
                  <a:pt x="2687608" y="50289"/>
                  <a:pt x="2672727" y="65170"/>
                  <a:pt x="2672727" y="83526"/>
                </a:cubicBezTo>
                <a:moveTo>
                  <a:pt x="2807795" y="33238"/>
                </a:moveTo>
                <a:cubicBezTo>
                  <a:pt x="2807795" y="51595"/>
                  <a:pt x="2822676" y="66476"/>
                  <a:pt x="2841033" y="66476"/>
                </a:cubicBezTo>
                <a:cubicBezTo>
                  <a:pt x="2859390" y="66476"/>
                  <a:pt x="2874271" y="51595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A2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60DC29-5782-44AC-8576-844BF9DE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641944"/>
            <a:ext cx="2807795" cy="603567"/>
          </a:xfrm>
          <a:custGeom xmlns:a="http://schemas.openxmlformats.org/drawingml/2006/main">
            <a:pathLst>
              <a:path w="2807795" h="603567" fill="none">
                <a:moveTo>
                  <a:pt x="0" y="603567"/>
                </a:moveTo>
                <a:lnTo>
                  <a:pt x="125972" y="573709"/>
                </a:lnTo>
                <a:lnTo>
                  <a:pt x="256820" y="519835"/>
                </a:lnTo>
                <a:lnTo>
                  <a:pt x="364594" y="497761"/>
                </a:lnTo>
                <a:lnTo>
                  <a:pt x="504257" y="454673"/>
                </a:lnTo>
                <a:lnTo>
                  <a:pt x="614446" y="420405"/>
                </a:lnTo>
                <a:lnTo>
                  <a:pt x="769625" y="377347"/>
                </a:lnTo>
                <a:lnTo>
                  <a:pt x="890079" y="347913"/>
                </a:lnTo>
                <a:lnTo>
                  <a:pt x="1002990" y="280331"/>
                </a:lnTo>
                <a:lnTo>
                  <a:pt x="1132309" y="268584"/>
                </a:lnTo>
                <a:lnTo>
                  <a:pt x="1277565" y="232637"/>
                </a:lnTo>
                <a:lnTo>
                  <a:pt x="1392633" y="206182"/>
                </a:lnTo>
                <a:lnTo>
                  <a:pt x="1532658" y="180889"/>
                </a:lnTo>
                <a:lnTo>
                  <a:pt x="1648158" y="149691"/>
                </a:lnTo>
                <a:lnTo>
                  <a:pt x="1790589" y="121960"/>
                </a:lnTo>
                <a:lnTo>
                  <a:pt x="1908513" y="91824"/>
                </a:lnTo>
                <a:lnTo>
                  <a:pt x="2051090" y="79682"/>
                </a:lnTo>
                <a:lnTo>
                  <a:pt x="2169030" y="63725"/>
                </a:lnTo>
                <a:lnTo>
                  <a:pt x="2304134" y="48439"/>
                </a:lnTo>
                <a:lnTo>
                  <a:pt x="2417126" y="35186"/>
                </a:lnTo>
                <a:lnTo>
                  <a:pt x="2559647" y="13422"/>
                </a:lnTo>
                <a:lnTo>
                  <a:pt x="2672727" y="1623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A2FF"/>
            </a:solidFill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20D47F-368C-4B0D-AB0B-EB35B53C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608707"/>
            <a:ext cx="2874271" cy="670042"/>
          </a:xfrm>
          <a:custGeom xmlns:a="http://schemas.openxmlformats.org/drawingml/2006/main">
            <a:pathLst>
              <a:path w="2874271" h="670042">
                <a:moveTo>
                  <a:pt x="0" y="636805"/>
                </a:moveTo>
                <a:cubicBezTo>
                  <a:pt x="0" y="655162"/>
                  <a:pt x="14881" y="670042"/>
                  <a:pt x="33238" y="670042"/>
                </a:cubicBezTo>
                <a:cubicBezTo>
                  <a:pt x="51594" y="670042"/>
                  <a:pt x="66475" y="655162"/>
                  <a:pt x="66475" y="636805"/>
                </a:cubicBezTo>
                <a:cubicBezTo>
                  <a:pt x="66475" y="618448"/>
                  <a:pt x="51594" y="603568"/>
                  <a:pt x="33238" y="603568"/>
                </a:cubicBezTo>
                <a:cubicBezTo>
                  <a:pt x="14881" y="603568"/>
                  <a:pt x="0" y="618448"/>
                  <a:pt x="0" y="636805"/>
                </a:cubicBezTo>
                <a:moveTo>
                  <a:pt x="125972" y="606947"/>
                </a:moveTo>
                <a:cubicBezTo>
                  <a:pt x="125972" y="625304"/>
                  <a:pt x="140853" y="640185"/>
                  <a:pt x="159210" y="640185"/>
                </a:cubicBezTo>
                <a:cubicBezTo>
                  <a:pt x="177567" y="640185"/>
                  <a:pt x="192448" y="625304"/>
                  <a:pt x="192448" y="606947"/>
                </a:cubicBezTo>
                <a:cubicBezTo>
                  <a:pt x="192448" y="588590"/>
                  <a:pt x="177567" y="573709"/>
                  <a:pt x="159210" y="573709"/>
                </a:cubicBezTo>
                <a:cubicBezTo>
                  <a:pt x="140853" y="573709"/>
                  <a:pt x="125972" y="588590"/>
                  <a:pt x="125972" y="606947"/>
                </a:cubicBezTo>
                <a:moveTo>
                  <a:pt x="256821" y="553073"/>
                </a:moveTo>
                <a:cubicBezTo>
                  <a:pt x="256821" y="571429"/>
                  <a:pt x="271701" y="586310"/>
                  <a:pt x="290058" y="586310"/>
                </a:cubicBezTo>
                <a:cubicBezTo>
                  <a:pt x="308415" y="586310"/>
                  <a:pt x="323296" y="571429"/>
                  <a:pt x="323296" y="553073"/>
                </a:cubicBezTo>
                <a:cubicBezTo>
                  <a:pt x="323296" y="534716"/>
                  <a:pt x="308415" y="519835"/>
                  <a:pt x="290058" y="519835"/>
                </a:cubicBezTo>
                <a:cubicBezTo>
                  <a:pt x="271701" y="519835"/>
                  <a:pt x="256821" y="534716"/>
                  <a:pt x="256821" y="553073"/>
                </a:cubicBezTo>
                <a:moveTo>
                  <a:pt x="364594" y="530999"/>
                </a:moveTo>
                <a:cubicBezTo>
                  <a:pt x="364594" y="549356"/>
                  <a:pt x="379475" y="564237"/>
                  <a:pt x="397832" y="564237"/>
                </a:cubicBezTo>
                <a:cubicBezTo>
                  <a:pt x="416188" y="564237"/>
                  <a:pt x="431070" y="549356"/>
                  <a:pt x="431070" y="530999"/>
                </a:cubicBezTo>
                <a:cubicBezTo>
                  <a:pt x="431070" y="512643"/>
                  <a:pt x="416188" y="497762"/>
                  <a:pt x="397832" y="497762"/>
                </a:cubicBezTo>
                <a:cubicBezTo>
                  <a:pt x="379475" y="497762"/>
                  <a:pt x="364594" y="512643"/>
                  <a:pt x="364594" y="530999"/>
                </a:cubicBezTo>
                <a:moveTo>
                  <a:pt x="504257" y="487911"/>
                </a:moveTo>
                <a:cubicBezTo>
                  <a:pt x="504257" y="506267"/>
                  <a:pt x="519138" y="521148"/>
                  <a:pt x="537495" y="521148"/>
                </a:cubicBezTo>
                <a:cubicBezTo>
                  <a:pt x="555851" y="521148"/>
                  <a:pt x="570732" y="506267"/>
                  <a:pt x="570732" y="487911"/>
                </a:cubicBezTo>
                <a:cubicBezTo>
                  <a:pt x="570732" y="469554"/>
                  <a:pt x="555851" y="454674"/>
                  <a:pt x="537495" y="454674"/>
                </a:cubicBezTo>
                <a:cubicBezTo>
                  <a:pt x="519138" y="454674"/>
                  <a:pt x="504257" y="469554"/>
                  <a:pt x="504257" y="487911"/>
                </a:cubicBezTo>
                <a:moveTo>
                  <a:pt x="614446" y="453643"/>
                </a:moveTo>
                <a:cubicBezTo>
                  <a:pt x="614446" y="471999"/>
                  <a:pt x="629327" y="486880"/>
                  <a:pt x="647684" y="486880"/>
                </a:cubicBezTo>
                <a:cubicBezTo>
                  <a:pt x="666041" y="486880"/>
                  <a:pt x="680922" y="471999"/>
                  <a:pt x="680922" y="453643"/>
                </a:cubicBezTo>
                <a:cubicBezTo>
                  <a:pt x="680922" y="435286"/>
                  <a:pt x="666041" y="420405"/>
                  <a:pt x="647684" y="420405"/>
                </a:cubicBezTo>
                <a:cubicBezTo>
                  <a:pt x="629327" y="420405"/>
                  <a:pt x="614446" y="435286"/>
                  <a:pt x="614446" y="453643"/>
                </a:cubicBezTo>
                <a:moveTo>
                  <a:pt x="769626" y="410584"/>
                </a:moveTo>
                <a:cubicBezTo>
                  <a:pt x="769626" y="428941"/>
                  <a:pt x="784507" y="443822"/>
                  <a:pt x="802863" y="443822"/>
                </a:cubicBezTo>
                <a:cubicBezTo>
                  <a:pt x="821220" y="443822"/>
                  <a:pt x="836101" y="428941"/>
                  <a:pt x="836101" y="410584"/>
                </a:cubicBezTo>
                <a:cubicBezTo>
                  <a:pt x="836101" y="392228"/>
                  <a:pt x="821220" y="377347"/>
                  <a:pt x="802863" y="377347"/>
                </a:cubicBezTo>
                <a:cubicBezTo>
                  <a:pt x="784507" y="377347"/>
                  <a:pt x="769626" y="392228"/>
                  <a:pt x="769626" y="410584"/>
                </a:cubicBezTo>
                <a:moveTo>
                  <a:pt x="890079" y="381150"/>
                </a:moveTo>
                <a:cubicBezTo>
                  <a:pt x="890079" y="399507"/>
                  <a:pt x="904960" y="414388"/>
                  <a:pt x="923317" y="414388"/>
                </a:cubicBezTo>
                <a:cubicBezTo>
                  <a:pt x="941673" y="414388"/>
                  <a:pt x="956554" y="399507"/>
                  <a:pt x="956554" y="381150"/>
                </a:cubicBezTo>
                <a:cubicBezTo>
                  <a:pt x="956554" y="362794"/>
                  <a:pt x="941673" y="347913"/>
                  <a:pt x="923317" y="347913"/>
                </a:cubicBezTo>
                <a:cubicBezTo>
                  <a:pt x="904960" y="347913"/>
                  <a:pt x="890079" y="362794"/>
                  <a:pt x="890079" y="381150"/>
                </a:cubicBezTo>
                <a:moveTo>
                  <a:pt x="1002990" y="313569"/>
                </a:moveTo>
                <a:cubicBezTo>
                  <a:pt x="1002990" y="331925"/>
                  <a:pt x="1017871" y="346806"/>
                  <a:pt x="1036227" y="346806"/>
                </a:cubicBezTo>
                <a:cubicBezTo>
                  <a:pt x="1054584" y="346806"/>
                  <a:pt x="1069465" y="331925"/>
                  <a:pt x="1069465" y="313569"/>
                </a:cubicBezTo>
                <a:cubicBezTo>
                  <a:pt x="1069465" y="295212"/>
                  <a:pt x="1054584" y="280331"/>
                  <a:pt x="1036227" y="280331"/>
                </a:cubicBezTo>
                <a:cubicBezTo>
                  <a:pt x="1017871" y="280331"/>
                  <a:pt x="1002990" y="295212"/>
                  <a:pt x="1002990" y="313569"/>
                </a:cubicBezTo>
                <a:moveTo>
                  <a:pt x="1132309" y="301822"/>
                </a:moveTo>
                <a:cubicBezTo>
                  <a:pt x="1132309" y="320179"/>
                  <a:pt x="1147190" y="335059"/>
                  <a:pt x="1165547" y="335059"/>
                </a:cubicBezTo>
                <a:cubicBezTo>
                  <a:pt x="1183904" y="335059"/>
                  <a:pt x="1198784" y="320179"/>
                  <a:pt x="1198784" y="301822"/>
                </a:cubicBezTo>
                <a:cubicBezTo>
                  <a:pt x="1198784" y="283465"/>
                  <a:pt x="1183904" y="268584"/>
                  <a:pt x="1165547" y="268584"/>
                </a:cubicBezTo>
                <a:cubicBezTo>
                  <a:pt x="1147190" y="268584"/>
                  <a:pt x="1132309" y="283465"/>
                  <a:pt x="1132309" y="301822"/>
                </a:cubicBezTo>
                <a:moveTo>
                  <a:pt x="1277565" y="265875"/>
                </a:moveTo>
                <a:cubicBezTo>
                  <a:pt x="1277565" y="284232"/>
                  <a:pt x="1292446" y="299113"/>
                  <a:pt x="1310802" y="299113"/>
                </a:cubicBezTo>
                <a:cubicBezTo>
                  <a:pt x="1329159" y="299113"/>
                  <a:pt x="1344040" y="284232"/>
                  <a:pt x="1344040" y="265875"/>
                </a:cubicBezTo>
                <a:cubicBezTo>
                  <a:pt x="1344040" y="247519"/>
                  <a:pt x="1329159" y="232638"/>
                  <a:pt x="1310802" y="232638"/>
                </a:cubicBezTo>
                <a:cubicBezTo>
                  <a:pt x="1292446" y="232638"/>
                  <a:pt x="1277565" y="247519"/>
                  <a:pt x="1277565" y="265875"/>
                </a:cubicBezTo>
                <a:moveTo>
                  <a:pt x="1392633" y="239420"/>
                </a:moveTo>
                <a:cubicBezTo>
                  <a:pt x="1392633" y="257777"/>
                  <a:pt x="1407514" y="272658"/>
                  <a:pt x="1425871" y="272658"/>
                </a:cubicBezTo>
                <a:cubicBezTo>
                  <a:pt x="1444227" y="272658"/>
                  <a:pt x="1459108" y="257777"/>
                  <a:pt x="1459108" y="239420"/>
                </a:cubicBezTo>
                <a:cubicBezTo>
                  <a:pt x="1459108" y="221064"/>
                  <a:pt x="1444227" y="206182"/>
                  <a:pt x="1425871" y="206182"/>
                </a:cubicBezTo>
                <a:cubicBezTo>
                  <a:pt x="1407514" y="206182"/>
                  <a:pt x="1392633" y="221064"/>
                  <a:pt x="1392633" y="239420"/>
                </a:cubicBezTo>
                <a:moveTo>
                  <a:pt x="1532658" y="214127"/>
                </a:moveTo>
                <a:cubicBezTo>
                  <a:pt x="1532658" y="232483"/>
                  <a:pt x="1547539" y="247364"/>
                  <a:pt x="1565895" y="247364"/>
                </a:cubicBezTo>
                <a:cubicBezTo>
                  <a:pt x="1584252" y="247364"/>
                  <a:pt x="1599133" y="232483"/>
                  <a:pt x="1599133" y="214127"/>
                </a:cubicBezTo>
                <a:cubicBezTo>
                  <a:pt x="1599133" y="195770"/>
                  <a:pt x="1584252" y="180889"/>
                  <a:pt x="1565895" y="180889"/>
                </a:cubicBezTo>
                <a:cubicBezTo>
                  <a:pt x="1547539" y="180889"/>
                  <a:pt x="1532658" y="195770"/>
                  <a:pt x="1532658" y="214127"/>
                </a:cubicBezTo>
                <a:moveTo>
                  <a:pt x="1648158" y="182929"/>
                </a:moveTo>
                <a:cubicBezTo>
                  <a:pt x="1648158" y="201286"/>
                  <a:pt x="1663039" y="216166"/>
                  <a:pt x="1681396" y="216166"/>
                </a:cubicBezTo>
                <a:cubicBezTo>
                  <a:pt x="1699752" y="216166"/>
                  <a:pt x="1714634" y="201286"/>
                  <a:pt x="1714634" y="182929"/>
                </a:cubicBezTo>
                <a:cubicBezTo>
                  <a:pt x="1714634" y="164572"/>
                  <a:pt x="1699752" y="149691"/>
                  <a:pt x="1681396" y="149691"/>
                </a:cubicBezTo>
                <a:cubicBezTo>
                  <a:pt x="1663039" y="149691"/>
                  <a:pt x="1648158" y="164572"/>
                  <a:pt x="1648158" y="182929"/>
                </a:cubicBezTo>
                <a:moveTo>
                  <a:pt x="1790589" y="155198"/>
                </a:moveTo>
                <a:cubicBezTo>
                  <a:pt x="1790589" y="173554"/>
                  <a:pt x="1805470" y="188436"/>
                  <a:pt x="1823827" y="188436"/>
                </a:cubicBezTo>
                <a:cubicBezTo>
                  <a:pt x="1842184" y="188436"/>
                  <a:pt x="1857064" y="173554"/>
                  <a:pt x="1857064" y="155198"/>
                </a:cubicBezTo>
                <a:cubicBezTo>
                  <a:pt x="1857064" y="136841"/>
                  <a:pt x="1842184" y="121960"/>
                  <a:pt x="1823827" y="121960"/>
                </a:cubicBezTo>
                <a:cubicBezTo>
                  <a:pt x="1805470" y="121960"/>
                  <a:pt x="1790589" y="136841"/>
                  <a:pt x="1790589" y="155198"/>
                </a:cubicBezTo>
                <a:moveTo>
                  <a:pt x="1908514" y="125061"/>
                </a:moveTo>
                <a:cubicBezTo>
                  <a:pt x="1908514" y="143418"/>
                  <a:pt x="1923394" y="158299"/>
                  <a:pt x="1941751" y="158299"/>
                </a:cubicBezTo>
                <a:cubicBezTo>
                  <a:pt x="1960107" y="158299"/>
                  <a:pt x="1974989" y="143418"/>
                  <a:pt x="1974989" y="125061"/>
                </a:cubicBezTo>
                <a:cubicBezTo>
                  <a:pt x="1974989" y="106705"/>
                  <a:pt x="1960107" y="91824"/>
                  <a:pt x="1941751" y="91824"/>
                </a:cubicBezTo>
                <a:cubicBezTo>
                  <a:pt x="1923394" y="91824"/>
                  <a:pt x="1908514" y="106705"/>
                  <a:pt x="1908514" y="125061"/>
                </a:cubicBezTo>
                <a:moveTo>
                  <a:pt x="2051090" y="112919"/>
                </a:moveTo>
                <a:cubicBezTo>
                  <a:pt x="2051090" y="131276"/>
                  <a:pt x="2065971" y="146157"/>
                  <a:pt x="2084327" y="146157"/>
                </a:cubicBezTo>
                <a:cubicBezTo>
                  <a:pt x="2102684" y="146157"/>
                  <a:pt x="2117565" y="131276"/>
                  <a:pt x="2117565" y="112919"/>
                </a:cubicBezTo>
                <a:cubicBezTo>
                  <a:pt x="2117565" y="94563"/>
                  <a:pt x="2102684" y="79682"/>
                  <a:pt x="2084327" y="79682"/>
                </a:cubicBezTo>
                <a:cubicBezTo>
                  <a:pt x="2065971" y="79682"/>
                  <a:pt x="2051090" y="94563"/>
                  <a:pt x="2051090" y="112919"/>
                </a:cubicBezTo>
                <a:moveTo>
                  <a:pt x="2169031" y="96963"/>
                </a:moveTo>
                <a:cubicBezTo>
                  <a:pt x="2169031" y="115319"/>
                  <a:pt x="2183912" y="130200"/>
                  <a:pt x="2202268" y="130200"/>
                </a:cubicBezTo>
                <a:cubicBezTo>
                  <a:pt x="2220625" y="130200"/>
                  <a:pt x="2235506" y="115319"/>
                  <a:pt x="2235506" y="96963"/>
                </a:cubicBezTo>
                <a:cubicBezTo>
                  <a:pt x="2235506" y="78606"/>
                  <a:pt x="2220625" y="63725"/>
                  <a:pt x="2202268" y="63725"/>
                </a:cubicBezTo>
                <a:cubicBezTo>
                  <a:pt x="2183912" y="63725"/>
                  <a:pt x="2169031" y="78606"/>
                  <a:pt x="2169031" y="96963"/>
                </a:cubicBezTo>
                <a:moveTo>
                  <a:pt x="2304134" y="81676"/>
                </a:moveTo>
                <a:cubicBezTo>
                  <a:pt x="2304134" y="100033"/>
                  <a:pt x="2319015" y="114914"/>
                  <a:pt x="2337372" y="114914"/>
                </a:cubicBezTo>
                <a:cubicBezTo>
                  <a:pt x="2355729" y="114914"/>
                  <a:pt x="2370610" y="100033"/>
                  <a:pt x="2370610" y="81676"/>
                </a:cubicBezTo>
                <a:cubicBezTo>
                  <a:pt x="2370610" y="63320"/>
                  <a:pt x="2355729" y="48439"/>
                  <a:pt x="2337372" y="48439"/>
                </a:cubicBezTo>
                <a:cubicBezTo>
                  <a:pt x="2319015" y="48439"/>
                  <a:pt x="2304134" y="63320"/>
                  <a:pt x="2304134" y="81676"/>
                </a:cubicBezTo>
                <a:moveTo>
                  <a:pt x="2417126" y="68423"/>
                </a:moveTo>
                <a:cubicBezTo>
                  <a:pt x="2417126" y="86780"/>
                  <a:pt x="2432007" y="101661"/>
                  <a:pt x="2450363" y="101661"/>
                </a:cubicBezTo>
                <a:cubicBezTo>
                  <a:pt x="2468720" y="101661"/>
                  <a:pt x="2483601" y="86780"/>
                  <a:pt x="2483601" y="68423"/>
                </a:cubicBezTo>
                <a:cubicBezTo>
                  <a:pt x="2483601" y="50067"/>
                  <a:pt x="2468720" y="35186"/>
                  <a:pt x="2450363" y="35186"/>
                </a:cubicBezTo>
                <a:cubicBezTo>
                  <a:pt x="2432007" y="35186"/>
                  <a:pt x="2417126" y="50067"/>
                  <a:pt x="2417126" y="68423"/>
                </a:cubicBezTo>
                <a:moveTo>
                  <a:pt x="2559647" y="46659"/>
                </a:moveTo>
                <a:cubicBezTo>
                  <a:pt x="2559647" y="65016"/>
                  <a:pt x="2574528" y="79897"/>
                  <a:pt x="2592885" y="79897"/>
                </a:cubicBezTo>
                <a:cubicBezTo>
                  <a:pt x="2611241" y="79897"/>
                  <a:pt x="2626122" y="65016"/>
                  <a:pt x="2626122" y="46659"/>
                </a:cubicBezTo>
                <a:cubicBezTo>
                  <a:pt x="2626122" y="28303"/>
                  <a:pt x="2611241" y="13422"/>
                  <a:pt x="2592885" y="13422"/>
                </a:cubicBezTo>
                <a:cubicBezTo>
                  <a:pt x="2574528" y="13422"/>
                  <a:pt x="2559647" y="28303"/>
                  <a:pt x="2559647" y="46659"/>
                </a:cubicBezTo>
                <a:moveTo>
                  <a:pt x="2672727" y="34861"/>
                </a:moveTo>
                <a:cubicBezTo>
                  <a:pt x="2672727" y="53217"/>
                  <a:pt x="2687609" y="68098"/>
                  <a:pt x="2705965" y="68098"/>
                </a:cubicBezTo>
                <a:cubicBezTo>
                  <a:pt x="2724322" y="68098"/>
                  <a:pt x="2739203" y="53217"/>
                  <a:pt x="2739203" y="34861"/>
                </a:cubicBezTo>
                <a:cubicBezTo>
                  <a:pt x="2739203" y="16504"/>
                  <a:pt x="2724322" y="1623"/>
                  <a:pt x="2705965" y="1623"/>
                </a:cubicBezTo>
                <a:cubicBezTo>
                  <a:pt x="2687609" y="1623"/>
                  <a:pt x="2672727" y="16504"/>
                  <a:pt x="2672727" y="34861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A2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905739-FD53-42C5-9301-1006D8F8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142946"/>
            <a:ext cx="2807795" cy="966093"/>
          </a:xfrm>
          <a:custGeom xmlns:a="http://schemas.openxmlformats.org/drawingml/2006/main">
            <a:pathLst>
              <a:path w="2807795" h="966093" fill="none">
                <a:moveTo>
                  <a:pt x="0" y="966093"/>
                </a:moveTo>
                <a:lnTo>
                  <a:pt x="125972" y="890148"/>
                </a:lnTo>
                <a:lnTo>
                  <a:pt x="256820" y="832215"/>
                </a:lnTo>
                <a:lnTo>
                  <a:pt x="364594" y="787244"/>
                </a:lnTo>
                <a:lnTo>
                  <a:pt x="504257" y="696493"/>
                </a:lnTo>
                <a:lnTo>
                  <a:pt x="614446" y="672113"/>
                </a:lnTo>
                <a:lnTo>
                  <a:pt x="769626" y="604771"/>
                </a:lnTo>
                <a:lnTo>
                  <a:pt x="890079" y="542727"/>
                </a:lnTo>
                <a:lnTo>
                  <a:pt x="1002990" y="497250"/>
                </a:lnTo>
                <a:lnTo>
                  <a:pt x="1132309" y="471008"/>
                </a:lnTo>
                <a:lnTo>
                  <a:pt x="1277565" y="442548"/>
                </a:lnTo>
                <a:lnTo>
                  <a:pt x="1392633" y="411357"/>
                </a:lnTo>
                <a:lnTo>
                  <a:pt x="1532657" y="361780"/>
                </a:lnTo>
                <a:lnTo>
                  <a:pt x="1648158" y="230385"/>
                </a:lnTo>
                <a:lnTo>
                  <a:pt x="1790589" y="215386"/>
                </a:lnTo>
                <a:lnTo>
                  <a:pt x="1908513" y="155434"/>
                </a:lnTo>
                <a:lnTo>
                  <a:pt x="2051090" y="127641"/>
                </a:lnTo>
                <a:lnTo>
                  <a:pt x="2169031" y="125874"/>
                </a:lnTo>
                <a:lnTo>
                  <a:pt x="2304134" y="62962"/>
                </a:lnTo>
                <a:lnTo>
                  <a:pt x="2417126" y="59073"/>
                </a:lnTo>
                <a:lnTo>
                  <a:pt x="2559647" y="31076"/>
                </a:lnTo>
                <a:lnTo>
                  <a:pt x="2672727" y="15269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A2FF"/>
            </a:solidFill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D2EAE3-9BEF-4B3D-9590-2907DA9A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109708"/>
            <a:ext cx="2874271" cy="1032568"/>
          </a:xfrm>
          <a:custGeom xmlns:a="http://schemas.openxmlformats.org/drawingml/2006/main">
            <a:pathLst>
              <a:path w="2874271" h="1032568">
                <a:moveTo>
                  <a:pt x="0" y="999331"/>
                </a:moveTo>
                <a:cubicBezTo>
                  <a:pt x="0" y="1017687"/>
                  <a:pt x="14881" y="1032568"/>
                  <a:pt x="33238" y="1032568"/>
                </a:cubicBezTo>
                <a:cubicBezTo>
                  <a:pt x="51594" y="1032568"/>
                  <a:pt x="66475" y="1017687"/>
                  <a:pt x="66475" y="999331"/>
                </a:cubicBezTo>
                <a:cubicBezTo>
                  <a:pt x="66475" y="980974"/>
                  <a:pt x="51594" y="966093"/>
                  <a:pt x="33238" y="966093"/>
                </a:cubicBezTo>
                <a:cubicBezTo>
                  <a:pt x="14881" y="966093"/>
                  <a:pt x="0" y="980974"/>
                  <a:pt x="0" y="999331"/>
                </a:cubicBezTo>
                <a:moveTo>
                  <a:pt x="125972" y="923386"/>
                </a:moveTo>
                <a:cubicBezTo>
                  <a:pt x="125972" y="941742"/>
                  <a:pt x="140853" y="956623"/>
                  <a:pt x="159210" y="956623"/>
                </a:cubicBezTo>
                <a:cubicBezTo>
                  <a:pt x="177567" y="956623"/>
                  <a:pt x="192448" y="941742"/>
                  <a:pt x="192448" y="923386"/>
                </a:cubicBezTo>
                <a:cubicBezTo>
                  <a:pt x="192448" y="905029"/>
                  <a:pt x="177567" y="890148"/>
                  <a:pt x="159210" y="890148"/>
                </a:cubicBezTo>
                <a:cubicBezTo>
                  <a:pt x="140853" y="890148"/>
                  <a:pt x="125972" y="905029"/>
                  <a:pt x="125972" y="923386"/>
                </a:cubicBezTo>
                <a:moveTo>
                  <a:pt x="256820" y="865453"/>
                </a:moveTo>
                <a:cubicBezTo>
                  <a:pt x="256820" y="883810"/>
                  <a:pt x="271701" y="898691"/>
                  <a:pt x="290058" y="898691"/>
                </a:cubicBezTo>
                <a:cubicBezTo>
                  <a:pt x="308415" y="898691"/>
                  <a:pt x="323295" y="883810"/>
                  <a:pt x="323295" y="865453"/>
                </a:cubicBezTo>
                <a:cubicBezTo>
                  <a:pt x="323295" y="847097"/>
                  <a:pt x="308415" y="832215"/>
                  <a:pt x="290058" y="832215"/>
                </a:cubicBezTo>
                <a:cubicBezTo>
                  <a:pt x="271701" y="832215"/>
                  <a:pt x="256820" y="847097"/>
                  <a:pt x="256820" y="865453"/>
                </a:cubicBezTo>
                <a:moveTo>
                  <a:pt x="364594" y="820482"/>
                </a:moveTo>
                <a:cubicBezTo>
                  <a:pt x="364594" y="838838"/>
                  <a:pt x="379475" y="853719"/>
                  <a:pt x="397832" y="853719"/>
                </a:cubicBezTo>
                <a:cubicBezTo>
                  <a:pt x="416188" y="853719"/>
                  <a:pt x="431069" y="838838"/>
                  <a:pt x="431069" y="820482"/>
                </a:cubicBezTo>
                <a:cubicBezTo>
                  <a:pt x="431069" y="802125"/>
                  <a:pt x="416188" y="787244"/>
                  <a:pt x="397832" y="787244"/>
                </a:cubicBezTo>
                <a:cubicBezTo>
                  <a:pt x="379475" y="787244"/>
                  <a:pt x="364594" y="802125"/>
                  <a:pt x="364594" y="820482"/>
                </a:cubicBezTo>
                <a:moveTo>
                  <a:pt x="504257" y="729731"/>
                </a:moveTo>
                <a:cubicBezTo>
                  <a:pt x="504257" y="748087"/>
                  <a:pt x="519138" y="762969"/>
                  <a:pt x="537495" y="762969"/>
                </a:cubicBezTo>
                <a:cubicBezTo>
                  <a:pt x="555851" y="762969"/>
                  <a:pt x="570732" y="748087"/>
                  <a:pt x="570732" y="729731"/>
                </a:cubicBezTo>
                <a:cubicBezTo>
                  <a:pt x="570732" y="711374"/>
                  <a:pt x="555851" y="696493"/>
                  <a:pt x="537495" y="696493"/>
                </a:cubicBezTo>
                <a:cubicBezTo>
                  <a:pt x="519138" y="696493"/>
                  <a:pt x="504257" y="711374"/>
                  <a:pt x="504257" y="729731"/>
                </a:cubicBezTo>
                <a:moveTo>
                  <a:pt x="614446" y="705350"/>
                </a:moveTo>
                <a:cubicBezTo>
                  <a:pt x="614446" y="723707"/>
                  <a:pt x="629327" y="738588"/>
                  <a:pt x="647684" y="738588"/>
                </a:cubicBezTo>
                <a:cubicBezTo>
                  <a:pt x="666040" y="738588"/>
                  <a:pt x="680921" y="723707"/>
                  <a:pt x="680921" y="705350"/>
                </a:cubicBezTo>
                <a:cubicBezTo>
                  <a:pt x="680921" y="686994"/>
                  <a:pt x="666040" y="672113"/>
                  <a:pt x="647684" y="672113"/>
                </a:cubicBezTo>
                <a:cubicBezTo>
                  <a:pt x="629327" y="672113"/>
                  <a:pt x="614446" y="686994"/>
                  <a:pt x="614446" y="705350"/>
                </a:cubicBezTo>
                <a:moveTo>
                  <a:pt x="769626" y="638009"/>
                </a:moveTo>
                <a:cubicBezTo>
                  <a:pt x="769626" y="656365"/>
                  <a:pt x="784506" y="671246"/>
                  <a:pt x="802863" y="671246"/>
                </a:cubicBezTo>
                <a:cubicBezTo>
                  <a:pt x="821220" y="671246"/>
                  <a:pt x="836101" y="656365"/>
                  <a:pt x="836101" y="638009"/>
                </a:cubicBezTo>
                <a:cubicBezTo>
                  <a:pt x="836101" y="619652"/>
                  <a:pt x="821220" y="604771"/>
                  <a:pt x="802863" y="604771"/>
                </a:cubicBezTo>
                <a:cubicBezTo>
                  <a:pt x="784506" y="604771"/>
                  <a:pt x="769626" y="619652"/>
                  <a:pt x="769626" y="638009"/>
                </a:cubicBezTo>
                <a:moveTo>
                  <a:pt x="890079" y="575965"/>
                </a:moveTo>
                <a:cubicBezTo>
                  <a:pt x="890079" y="594322"/>
                  <a:pt x="904960" y="609202"/>
                  <a:pt x="923317" y="609202"/>
                </a:cubicBezTo>
                <a:cubicBezTo>
                  <a:pt x="941673" y="609202"/>
                  <a:pt x="956554" y="594322"/>
                  <a:pt x="956554" y="575965"/>
                </a:cubicBezTo>
                <a:cubicBezTo>
                  <a:pt x="956554" y="557608"/>
                  <a:pt x="941673" y="542727"/>
                  <a:pt x="923317" y="542727"/>
                </a:cubicBezTo>
                <a:cubicBezTo>
                  <a:pt x="904960" y="542727"/>
                  <a:pt x="890079" y="557608"/>
                  <a:pt x="890079" y="575965"/>
                </a:cubicBezTo>
                <a:moveTo>
                  <a:pt x="1002990" y="530488"/>
                </a:moveTo>
                <a:cubicBezTo>
                  <a:pt x="1002990" y="548844"/>
                  <a:pt x="1017871" y="563726"/>
                  <a:pt x="1036227" y="563726"/>
                </a:cubicBezTo>
                <a:cubicBezTo>
                  <a:pt x="1054584" y="563726"/>
                  <a:pt x="1069465" y="548844"/>
                  <a:pt x="1069465" y="530488"/>
                </a:cubicBezTo>
                <a:cubicBezTo>
                  <a:pt x="1069465" y="512131"/>
                  <a:pt x="1054584" y="497251"/>
                  <a:pt x="1036227" y="497251"/>
                </a:cubicBezTo>
                <a:cubicBezTo>
                  <a:pt x="1017871" y="497251"/>
                  <a:pt x="1002990" y="512131"/>
                  <a:pt x="1002990" y="530488"/>
                </a:cubicBezTo>
                <a:moveTo>
                  <a:pt x="1132309" y="504246"/>
                </a:moveTo>
                <a:cubicBezTo>
                  <a:pt x="1132309" y="522603"/>
                  <a:pt x="1147190" y="537484"/>
                  <a:pt x="1165547" y="537484"/>
                </a:cubicBezTo>
                <a:cubicBezTo>
                  <a:pt x="1183903" y="537484"/>
                  <a:pt x="1198784" y="522603"/>
                  <a:pt x="1198784" y="504246"/>
                </a:cubicBezTo>
                <a:cubicBezTo>
                  <a:pt x="1198784" y="485889"/>
                  <a:pt x="1183903" y="471008"/>
                  <a:pt x="1165547" y="471008"/>
                </a:cubicBezTo>
                <a:cubicBezTo>
                  <a:pt x="1147190" y="471008"/>
                  <a:pt x="1132309" y="485889"/>
                  <a:pt x="1132309" y="504246"/>
                </a:cubicBezTo>
                <a:moveTo>
                  <a:pt x="1277565" y="475786"/>
                </a:moveTo>
                <a:cubicBezTo>
                  <a:pt x="1277565" y="494142"/>
                  <a:pt x="1292446" y="509023"/>
                  <a:pt x="1310802" y="509023"/>
                </a:cubicBezTo>
                <a:cubicBezTo>
                  <a:pt x="1329159" y="509023"/>
                  <a:pt x="1344040" y="494142"/>
                  <a:pt x="1344040" y="475786"/>
                </a:cubicBezTo>
                <a:cubicBezTo>
                  <a:pt x="1344040" y="457429"/>
                  <a:pt x="1329159" y="442548"/>
                  <a:pt x="1310802" y="442548"/>
                </a:cubicBezTo>
                <a:cubicBezTo>
                  <a:pt x="1292446" y="442548"/>
                  <a:pt x="1277565" y="457429"/>
                  <a:pt x="1277565" y="475786"/>
                </a:cubicBezTo>
                <a:moveTo>
                  <a:pt x="1392633" y="444594"/>
                </a:moveTo>
                <a:cubicBezTo>
                  <a:pt x="1392633" y="462951"/>
                  <a:pt x="1407514" y="477832"/>
                  <a:pt x="1425870" y="477832"/>
                </a:cubicBezTo>
                <a:cubicBezTo>
                  <a:pt x="1444227" y="477832"/>
                  <a:pt x="1459108" y="462951"/>
                  <a:pt x="1459108" y="444594"/>
                </a:cubicBezTo>
                <a:cubicBezTo>
                  <a:pt x="1459108" y="426238"/>
                  <a:pt x="1444227" y="411357"/>
                  <a:pt x="1425870" y="411357"/>
                </a:cubicBezTo>
                <a:cubicBezTo>
                  <a:pt x="1407514" y="411357"/>
                  <a:pt x="1392633" y="426238"/>
                  <a:pt x="1392633" y="444594"/>
                </a:cubicBezTo>
                <a:moveTo>
                  <a:pt x="1532657" y="395018"/>
                </a:moveTo>
                <a:cubicBezTo>
                  <a:pt x="1532657" y="413375"/>
                  <a:pt x="1547538" y="428256"/>
                  <a:pt x="1565895" y="428256"/>
                </a:cubicBezTo>
                <a:cubicBezTo>
                  <a:pt x="1584252" y="428256"/>
                  <a:pt x="1599132" y="413375"/>
                  <a:pt x="1599132" y="395018"/>
                </a:cubicBezTo>
                <a:cubicBezTo>
                  <a:pt x="1599132" y="376662"/>
                  <a:pt x="1584252" y="361781"/>
                  <a:pt x="1565895" y="361781"/>
                </a:cubicBezTo>
                <a:cubicBezTo>
                  <a:pt x="1547538" y="361781"/>
                  <a:pt x="1532657" y="376662"/>
                  <a:pt x="1532657" y="395018"/>
                </a:cubicBezTo>
                <a:moveTo>
                  <a:pt x="1648158" y="263623"/>
                </a:moveTo>
                <a:cubicBezTo>
                  <a:pt x="1648158" y="281979"/>
                  <a:pt x="1663039" y="296860"/>
                  <a:pt x="1681396" y="296860"/>
                </a:cubicBezTo>
                <a:cubicBezTo>
                  <a:pt x="1699752" y="296860"/>
                  <a:pt x="1714633" y="281979"/>
                  <a:pt x="1714633" y="263623"/>
                </a:cubicBezTo>
                <a:cubicBezTo>
                  <a:pt x="1714633" y="245266"/>
                  <a:pt x="1699752" y="230385"/>
                  <a:pt x="1681396" y="230385"/>
                </a:cubicBezTo>
                <a:cubicBezTo>
                  <a:pt x="1663039" y="230385"/>
                  <a:pt x="1648158" y="245266"/>
                  <a:pt x="1648158" y="263623"/>
                </a:cubicBezTo>
                <a:moveTo>
                  <a:pt x="1790589" y="248624"/>
                </a:moveTo>
                <a:cubicBezTo>
                  <a:pt x="1790589" y="266980"/>
                  <a:pt x="1805470" y="281861"/>
                  <a:pt x="1823827" y="281861"/>
                </a:cubicBezTo>
                <a:cubicBezTo>
                  <a:pt x="1842183" y="281861"/>
                  <a:pt x="1857064" y="266980"/>
                  <a:pt x="1857064" y="248624"/>
                </a:cubicBezTo>
                <a:cubicBezTo>
                  <a:pt x="1857064" y="230267"/>
                  <a:pt x="1842183" y="215386"/>
                  <a:pt x="1823827" y="215386"/>
                </a:cubicBezTo>
                <a:cubicBezTo>
                  <a:pt x="1805470" y="215386"/>
                  <a:pt x="1790589" y="230267"/>
                  <a:pt x="1790589" y="248624"/>
                </a:cubicBezTo>
                <a:moveTo>
                  <a:pt x="1908513" y="188672"/>
                </a:moveTo>
                <a:cubicBezTo>
                  <a:pt x="1908513" y="207029"/>
                  <a:pt x="1923394" y="221909"/>
                  <a:pt x="1941751" y="221909"/>
                </a:cubicBezTo>
                <a:cubicBezTo>
                  <a:pt x="1960107" y="221909"/>
                  <a:pt x="1974988" y="207029"/>
                  <a:pt x="1974988" y="188672"/>
                </a:cubicBezTo>
                <a:cubicBezTo>
                  <a:pt x="1974988" y="170315"/>
                  <a:pt x="1960107" y="155434"/>
                  <a:pt x="1941751" y="155434"/>
                </a:cubicBezTo>
                <a:cubicBezTo>
                  <a:pt x="1923394" y="155434"/>
                  <a:pt x="1908513" y="170315"/>
                  <a:pt x="1908513" y="188672"/>
                </a:cubicBezTo>
                <a:moveTo>
                  <a:pt x="2051090" y="160879"/>
                </a:moveTo>
                <a:cubicBezTo>
                  <a:pt x="2051090" y="179235"/>
                  <a:pt x="2065971" y="194116"/>
                  <a:pt x="2084327" y="194116"/>
                </a:cubicBezTo>
                <a:cubicBezTo>
                  <a:pt x="2102684" y="194116"/>
                  <a:pt x="2117565" y="179235"/>
                  <a:pt x="2117565" y="160879"/>
                </a:cubicBezTo>
                <a:cubicBezTo>
                  <a:pt x="2117565" y="142522"/>
                  <a:pt x="2102684" y="127641"/>
                  <a:pt x="2084327" y="127641"/>
                </a:cubicBezTo>
                <a:cubicBezTo>
                  <a:pt x="2065971" y="127641"/>
                  <a:pt x="2051090" y="142522"/>
                  <a:pt x="2051090" y="160879"/>
                </a:cubicBezTo>
                <a:moveTo>
                  <a:pt x="2169031" y="159112"/>
                </a:moveTo>
                <a:cubicBezTo>
                  <a:pt x="2169031" y="177469"/>
                  <a:pt x="2183912" y="192350"/>
                  <a:pt x="2202268" y="192350"/>
                </a:cubicBezTo>
                <a:cubicBezTo>
                  <a:pt x="2220625" y="192350"/>
                  <a:pt x="2235506" y="177469"/>
                  <a:pt x="2235506" y="159112"/>
                </a:cubicBezTo>
                <a:cubicBezTo>
                  <a:pt x="2235506" y="140755"/>
                  <a:pt x="2220625" y="125875"/>
                  <a:pt x="2202268" y="125875"/>
                </a:cubicBezTo>
                <a:cubicBezTo>
                  <a:pt x="2183912" y="125875"/>
                  <a:pt x="2169031" y="140755"/>
                  <a:pt x="2169031" y="159112"/>
                </a:cubicBezTo>
                <a:moveTo>
                  <a:pt x="2304134" y="96199"/>
                </a:moveTo>
                <a:cubicBezTo>
                  <a:pt x="2304134" y="114556"/>
                  <a:pt x="2319015" y="129437"/>
                  <a:pt x="2337372" y="129437"/>
                </a:cubicBezTo>
                <a:cubicBezTo>
                  <a:pt x="2355728" y="129437"/>
                  <a:pt x="2370609" y="114556"/>
                  <a:pt x="2370609" y="96199"/>
                </a:cubicBezTo>
                <a:cubicBezTo>
                  <a:pt x="2370609" y="77843"/>
                  <a:pt x="2355728" y="62962"/>
                  <a:pt x="2337372" y="62962"/>
                </a:cubicBezTo>
                <a:cubicBezTo>
                  <a:pt x="2319015" y="62962"/>
                  <a:pt x="2304134" y="77843"/>
                  <a:pt x="2304134" y="96199"/>
                </a:cubicBezTo>
                <a:moveTo>
                  <a:pt x="2417126" y="92310"/>
                </a:moveTo>
                <a:cubicBezTo>
                  <a:pt x="2417126" y="110667"/>
                  <a:pt x="2432007" y="125548"/>
                  <a:pt x="2450363" y="125548"/>
                </a:cubicBezTo>
                <a:cubicBezTo>
                  <a:pt x="2468720" y="125548"/>
                  <a:pt x="2483601" y="110667"/>
                  <a:pt x="2483601" y="92310"/>
                </a:cubicBezTo>
                <a:cubicBezTo>
                  <a:pt x="2483601" y="73954"/>
                  <a:pt x="2468720" y="59073"/>
                  <a:pt x="2450363" y="59073"/>
                </a:cubicBezTo>
                <a:cubicBezTo>
                  <a:pt x="2432007" y="59073"/>
                  <a:pt x="2417126" y="73954"/>
                  <a:pt x="2417126" y="92310"/>
                </a:cubicBezTo>
                <a:moveTo>
                  <a:pt x="2559647" y="64314"/>
                </a:moveTo>
                <a:cubicBezTo>
                  <a:pt x="2559647" y="82671"/>
                  <a:pt x="2574528" y="97552"/>
                  <a:pt x="2592885" y="97552"/>
                </a:cubicBezTo>
                <a:cubicBezTo>
                  <a:pt x="2611241" y="97552"/>
                  <a:pt x="2626122" y="82671"/>
                  <a:pt x="2626122" y="64314"/>
                </a:cubicBezTo>
                <a:cubicBezTo>
                  <a:pt x="2626122" y="45958"/>
                  <a:pt x="2611241" y="31076"/>
                  <a:pt x="2592885" y="31076"/>
                </a:cubicBezTo>
                <a:cubicBezTo>
                  <a:pt x="2574528" y="31076"/>
                  <a:pt x="2559647" y="45958"/>
                  <a:pt x="2559647" y="64314"/>
                </a:cubicBezTo>
                <a:moveTo>
                  <a:pt x="2672727" y="48507"/>
                </a:moveTo>
                <a:cubicBezTo>
                  <a:pt x="2672727" y="66863"/>
                  <a:pt x="2687608" y="81744"/>
                  <a:pt x="2705965" y="81744"/>
                </a:cubicBezTo>
                <a:cubicBezTo>
                  <a:pt x="2724322" y="81744"/>
                  <a:pt x="2739203" y="66863"/>
                  <a:pt x="2739203" y="48507"/>
                </a:cubicBezTo>
                <a:cubicBezTo>
                  <a:pt x="2739203" y="30150"/>
                  <a:pt x="2724322" y="15269"/>
                  <a:pt x="2705965" y="15269"/>
                </a:cubicBezTo>
                <a:cubicBezTo>
                  <a:pt x="2687608" y="15269"/>
                  <a:pt x="2672727" y="30150"/>
                  <a:pt x="2672727" y="48507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A2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8E8F61-1C28-4D4B-A888-F3FE0789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3767546"/>
            <a:ext cx="2807795" cy="698653"/>
          </a:xfrm>
          <a:custGeom xmlns:a="http://schemas.openxmlformats.org/drawingml/2006/main">
            <a:pathLst>
              <a:path w="2807795" h="698653" fill="none">
                <a:moveTo>
                  <a:pt x="0" y="698653"/>
                </a:moveTo>
                <a:lnTo>
                  <a:pt x="125972" y="653190"/>
                </a:lnTo>
                <a:lnTo>
                  <a:pt x="256820" y="609834"/>
                </a:lnTo>
                <a:lnTo>
                  <a:pt x="364594" y="575706"/>
                </a:lnTo>
                <a:lnTo>
                  <a:pt x="504257" y="520864"/>
                </a:lnTo>
                <a:lnTo>
                  <a:pt x="614446" y="490209"/>
                </a:lnTo>
                <a:lnTo>
                  <a:pt x="769625" y="440222"/>
                </a:lnTo>
                <a:lnTo>
                  <a:pt x="890079" y="403617"/>
                </a:lnTo>
                <a:lnTo>
                  <a:pt x="1002990" y="295420"/>
                </a:lnTo>
                <a:lnTo>
                  <a:pt x="1132309" y="275676"/>
                </a:lnTo>
                <a:lnTo>
                  <a:pt x="1277565" y="238127"/>
                </a:lnTo>
                <a:lnTo>
                  <a:pt x="1392633" y="232014"/>
                </a:lnTo>
                <a:lnTo>
                  <a:pt x="1532658" y="201435"/>
                </a:lnTo>
                <a:lnTo>
                  <a:pt x="1648158" y="177998"/>
                </a:lnTo>
                <a:lnTo>
                  <a:pt x="1790589" y="159154"/>
                </a:lnTo>
                <a:lnTo>
                  <a:pt x="1908513" y="133918"/>
                </a:lnTo>
                <a:lnTo>
                  <a:pt x="2051090" y="107619"/>
                </a:lnTo>
                <a:lnTo>
                  <a:pt x="2169030" y="92381"/>
                </a:lnTo>
                <a:lnTo>
                  <a:pt x="2304134" y="68667"/>
                </a:lnTo>
                <a:lnTo>
                  <a:pt x="2417126" y="61062"/>
                </a:lnTo>
                <a:lnTo>
                  <a:pt x="2559647" y="38032"/>
                </a:lnTo>
                <a:lnTo>
                  <a:pt x="2672727" y="26939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A2FF"/>
            </a:solidFill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735214-37DB-406F-94D2-E334C1A8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3734308"/>
            <a:ext cx="2874271" cy="765128"/>
          </a:xfrm>
          <a:custGeom xmlns:a="http://schemas.openxmlformats.org/drawingml/2006/main">
            <a:pathLst>
              <a:path w="2874271" h="765128">
                <a:moveTo>
                  <a:pt x="0" y="731890"/>
                </a:moveTo>
                <a:cubicBezTo>
                  <a:pt x="0" y="750247"/>
                  <a:pt x="14881" y="765128"/>
                  <a:pt x="33238" y="765128"/>
                </a:cubicBezTo>
                <a:cubicBezTo>
                  <a:pt x="51594" y="765128"/>
                  <a:pt x="66475" y="750247"/>
                  <a:pt x="66475" y="731890"/>
                </a:cubicBezTo>
                <a:cubicBezTo>
                  <a:pt x="66475" y="713534"/>
                  <a:pt x="51594" y="698653"/>
                  <a:pt x="33238" y="698653"/>
                </a:cubicBezTo>
                <a:cubicBezTo>
                  <a:pt x="14881" y="698653"/>
                  <a:pt x="0" y="713534"/>
                  <a:pt x="0" y="731890"/>
                </a:cubicBezTo>
                <a:moveTo>
                  <a:pt x="125972" y="686428"/>
                </a:moveTo>
                <a:cubicBezTo>
                  <a:pt x="125972" y="704785"/>
                  <a:pt x="140853" y="719666"/>
                  <a:pt x="159210" y="719666"/>
                </a:cubicBezTo>
                <a:cubicBezTo>
                  <a:pt x="177567" y="719666"/>
                  <a:pt x="192448" y="704785"/>
                  <a:pt x="192448" y="686428"/>
                </a:cubicBezTo>
                <a:cubicBezTo>
                  <a:pt x="192448" y="668071"/>
                  <a:pt x="177567" y="653190"/>
                  <a:pt x="159210" y="653190"/>
                </a:cubicBezTo>
                <a:cubicBezTo>
                  <a:pt x="140853" y="653190"/>
                  <a:pt x="125972" y="668071"/>
                  <a:pt x="125972" y="686428"/>
                </a:cubicBezTo>
                <a:moveTo>
                  <a:pt x="256821" y="643072"/>
                </a:moveTo>
                <a:cubicBezTo>
                  <a:pt x="256821" y="661428"/>
                  <a:pt x="271701" y="676310"/>
                  <a:pt x="290058" y="676310"/>
                </a:cubicBezTo>
                <a:cubicBezTo>
                  <a:pt x="308415" y="676310"/>
                  <a:pt x="323296" y="661428"/>
                  <a:pt x="323296" y="643072"/>
                </a:cubicBezTo>
                <a:cubicBezTo>
                  <a:pt x="323296" y="624715"/>
                  <a:pt x="308415" y="609834"/>
                  <a:pt x="290058" y="609834"/>
                </a:cubicBezTo>
                <a:cubicBezTo>
                  <a:pt x="271701" y="609834"/>
                  <a:pt x="256821" y="624715"/>
                  <a:pt x="256821" y="643072"/>
                </a:cubicBezTo>
                <a:moveTo>
                  <a:pt x="364594" y="608944"/>
                </a:moveTo>
                <a:cubicBezTo>
                  <a:pt x="364594" y="627301"/>
                  <a:pt x="379475" y="642182"/>
                  <a:pt x="397832" y="642182"/>
                </a:cubicBezTo>
                <a:cubicBezTo>
                  <a:pt x="416188" y="642182"/>
                  <a:pt x="431070" y="627301"/>
                  <a:pt x="431070" y="608944"/>
                </a:cubicBezTo>
                <a:cubicBezTo>
                  <a:pt x="431070" y="590587"/>
                  <a:pt x="416188" y="575706"/>
                  <a:pt x="397832" y="575706"/>
                </a:cubicBezTo>
                <a:cubicBezTo>
                  <a:pt x="379475" y="575706"/>
                  <a:pt x="364594" y="590587"/>
                  <a:pt x="364594" y="608944"/>
                </a:cubicBezTo>
                <a:moveTo>
                  <a:pt x="504257" y="554101"/>
                </a:moveTo>
                <a:cubicBezTo>
                  <a:pt x="504257" y="572458"/>
                  <a:pt x="519138" y="587339"/>
                  <a:pt x="537495" y="587339"/>
                </a:cubicBezTo>
                <a:cubicBezTo>
                  <a:pt x="555851" y="587339"/>
                  <a:pt x="570732" y="572458"/>
                  <a:pt x="570732" y="554101"/>
                </a:cubicBezTo>
                <a:cubicBezTo>
                  <a:pt x="570732" y="535745"/>
                  <a:pt x="555851" y="520864"/>
                  <a:pt x="537495" y="520864"/>
                </a:cubicBezTo>
                <a:cubicBezTo>
                  <a:pt x="519138" y="520864"/>
                  <a:pt x="504257" y="535745"/>
                  <a:pt x="504257" y="554101"/>
                </a:cubicBezTo>
                <a:moveTo>
                  <a:pt x="614446" y="523446"/>
                </a:moveTo>
                <a:cubicBezTo>
                  <a:pt x="614446" y="541803"/>
                  <a:pt x="629327" y="556684"/>
                  <a:pt x="647684" y="556684"/>
                </a:cubicBezTo>
                <a:cubicBezTo>
                  <a:pt x="666041" y="556684"/>
                  <a:pt x="680922" y="541803"/>
                  <a:pt x="680922" y="523446"/>
                </a:cubicBezTo>
                <a:cubicBezTo>
                  <a:pt x="680922" y="505090"/>
                  <a:pt x="666041" y="490209"/>
                  <a:pt x="647684" y="490209"/>
                </a:cubicBezTo>
                <a:cubicBezTo>
                  <a:pt x="629327" y="490209"/>
                  <a:pt x="614446" y="505090"/>
                  <a:pt x="614446" y="523446"/>
                </a:cubicBezTo>
                <a:moveTo>
                  <a:pt x="769626" y="473460"/>
                </a:moveTo>
                <a:cubicBezTo>
                  <a:pt x="769626" y="491817"/>
                  <a:pt x="784507" y="506697"/>
                  <a:pt x="802863" y="506697"/>
                </a:cubicBezTo>
                <a:cubicBezTo>
                  <a:pt x="821220" y="506697"/>
                  <a:pt x="836101" y="491817"/>
                  <a:pt x="836101" y="473460"/>
                </a:cubicBezTo>
                <a:cubicBezTo>
                  <a:pt x="836101" y="455103"/>
                  <a:pt x="821220" y="440222"/>
                  <a:pt x="802863" y="440222"/>
                </a:cubicBezTo>
                <a:cubicBezTo>
                  <a:pt x="784507" y="440222"/>
                  <a:pt x="769626" y="455103"/>
                  <a:pt x="769626" y="473460"/>
                </a:cubicBezTo>
                <a:moveTo>
                  <a:pt x="890079" y="436855"/>
                </a:moveTo>
                <a:cubicBezTo>
                  <a:pt x="890079" y="455212"/>
                  <a:pt x="904960" y="470093"/>
                  <a:pt x="923317" y="470093"/>
                </a:cubicBezTo>
                <a:cubicBezTo>
                  <a:pt x="941673" y="470093"/>
                  <a:pt x="956554" y="455212"/>
                  <a:pt x="956554" y="436855"/>
                </a:cubicBezTo>
                <a:cubicBezTo>
                  <a:pt x="956554" y="418498"/>
                  <a:pt x="941673" y="403618"/>
                  <a:pt x="923317" y="403618"/>
                </a:cubicBezTo>
                <a:cubicBezTo>
                  <a:pt x="904960" y="403618"/>
                  <a:pt x="890079" y="418498"/>
                  <a:pt x="890079" y="436855"/>
                </a:cubicBezTo>
                <a:moveTo>
                  <a:pt x="1002990" y="328658"/>
                </a:moveTo>
                <a:cubicBezTo>
                  <a:pt x="1002990" y="347015"/>
                  <a:pt x="1017871" y="361896"/>
                  <a:pt x="1036227" y="361896"/>
                </a:cubicBezTo>
                <a:cubicBezTo>
                  <a:pt x="1054584" y="361896"/>
                  <a:pt x="1069465" y="347015"/>
                  <a:pt x="1069465" y="328658"/>
                </a:cubicBezTo>
                <a:cubicBezTo>
                  <a:pt x="1069465" y="310302"/>
                  <a:pt x="1054584" y="295420"/>
                  <a:pt x="1036227" y="295420"/>
                </a:cubicBezTo>
                <a:cubicBezTo>
                  <a:pt x="1017871" y="295420"/>
                  <a:pt x="1002990" y="310302"/>
                  <a:pt x="1002990" y="328658"/>
                </a:cubicBezTo>
                <a:moveTo>
                  <a:pt x="1132309" y="308914"/>
                </a:moveTo>
                <a:cubicBezTo>
                  <a:pt x="1132309" y="327271"/>
                  <a:pt x="1147190" y="342152"/>
                  <a:pt x="1165547" y="342152"/>
                </a:cubicBezTo>
                <a:cubicBezTo>
                  <a:pt x="1183904" y="342152"/>
                  <a:pt x="1198784" y="327271"/>
                  <a:pt x="1198784" y="308914"/>
                </a:cubicBezTo>
                <a:cubicBezTo>
                  <a:pt x="1198784" y="290558"/>
                  <a:pt x="1183904" y="275677"/>
                  <a:pt x="1165547" y="275677"/>
                </a:cubicBezTo>
                <a:cubicBezTo>
                  <a:pt x="1147190" y="275677"/>
                  <a:pt x="1132309" y="290558"/>
                  <a:pt x="1132309" y="308914"/>
                </a:cubicBezTo>
                <a:moveTo>
                  <a:pt x="1277565" y="271365"/>
                </a:moveTo>
                <a:cubicBezTo>
                  <a:pt x="1277565" y="289722"/>
                  <a:pt x="1292446" y="304603"/>
                  <a:pt x="1310802" y="304603"/>
                </a:cubicBezTo>
                <a:cubicBezTo>
                  <a:pt x="1329159" y="304603"/>
                  <a:pt x="1344040" y="289722"/>
                  <a:pt x="1344040" y="271365"/>
                </a:cubicBezTo>
                <a:cubicBezTo>
                  <a:pt x="1344040" y="253008"/>
                  <a:pt x="1329159" y="238128"/>
                  <a:pt x="1310802" y="238128"/>
                </a:cubicBezTo>
                <a:cubicBezTo>
                  <a:pt x="1292446" y="238128"/>
                  <a:pt x="1277565" y="253008"/>
                  <a:pt x="1277565" y="271365"/>
                </a:cubicBezTo>
                <a:moveTo>
                  <a:pt x="1392633" y="265252"/>
                </a:moveTo>
                <a:cubicBezTo>
                  <a:pt x="1392633" y="283608"/>
                  <a:pt x="1407514" y="298490"/>
                  <a:pt x="1425871" y="298490"/>
                </a:cubicBezTo>
                <a:cubicBezTo>
                  <a:pt x="1444227" y="298490"/>
                  <a:pt x="1459108" y="283608"/>
                  <a:pt x="1459108" y="265252"/>
                </a:cubicBezTo>
                <a:cubicBezTo>
                  <a:pt x="1459108" y="246895"/>
                  <a:pt x="1444227" y="232014"/>
                  <a:pt x="1425871" y="232014"/>
                </a:cubicBezTo>
                <a:cubicBezTo>
                  <a:pt x="1407514" y="232014"/>
                  <a:pt x="1392633" y="246895"/>
                  <a:pt x="1392633" y="265252"/>
                </a:cubicBezTo>
                <a:moveTo>
                  <a:pt x="1532658" y="234672"/>
                </a:moveTo>
                <a:cubicBezTo>
                  <a:pt x="1532658" y="253029"/>
                  <a:pt x="1547539" y="267910"/>
                  <a:pt x="1565895" y="267910"/>
                </a:cubicBezTo>
                <a:cubicBezTo>
                  <a:pt x="1584252" y="267910"/>
                  <a:pt x="1599133" y="253029"/>
                  <a:pt x="1599133" y="234672"/>
                </a:cubicBezTo>
                <a:cubicBezTo>
                  <a:pt x="1599133" y="216316"/>
                  <a:pt x="1584252" y="201435"/>
                  <a:pt x="1565895" y="201435"/>
                </a:cubicBezTo>
                <a:cubicBezTo>
                  <a:pt x="1547539" y="201435"/>
                  <a:pt x="1532658" y="216316"/>
                  <a:pt x="1532658" y="234672"/>
                </a:cubicBezTo>
                <a:moveTo>
                  <a:pt x="1648158" y="211235"/>
                </a:moveTo>
                <a:cubicBezTo>
                  <a:pt x="1648158" y="229592"/>
                  <a:pt x="1663039" y="244473"/>
                  <a:pt x="1681396" y="244473"/>
                </a:cubicBezTo>
                <a:cubicBezTo>
                  <a:pt x="1699752" y="244473"/>
                  <a:pt x="1714634" y="229592"/>
                  <a:pt x="1714634" y="211235"/>
                </a:cubicBezTo>
                <a:cubicBezTo>
                  <a:pt x="1714634" y="192879"/>
                  <a:pt x="1699752" y="177998"/>
                  <a:pt x="1681396" y="177998"/>
                </a:cubicBezTo>
                <a:cubicBezTo>
                  <a:pt x="1663039" y="177998"/>
                  <a:pt x="1648158" y="192879"/>
                  <a:pt x="1648158" y="211235"/>
                </a:cubicBezTo>
                <a:moveTo>
                  <a:pt x="1790589" y="192392"/>
                </a:moveTo>
                <a:cubicBezTo>
                  <a:pt x="1790589" y="210749"/>
                  <a:pt x="1805470" y="225629"/>
                  <a:pt x="1823827" y="225629"/>
                </a:cubicBezTo>
                <a:cubicBezTo>
                  <a:pt x="1842184" y="225629"/>
                  <a:pt x="1857064" y="210749"/>
                  <a:pt x="1857064" y="192392"/>
                </a:cubicBezTo>
                <a:cubicBezTo>
                  <a:pt x="1857064" y="174035"/>
                  <a:pt x="1842184" y="159154"/>
                  <a:pt x="1823827" y="159154"/>
                </a:cubicBezTo>
                <a:cubicBezTo>
                  <a:pt x="1805470" y="159154"/>
                  <a:pt x="1790589" y="174035"/>
                  <a:pt x="1790589" y="192392"/>
                </a:cubicBezTo>
                <a:moveTo>
                  <a:pt x="1908514" y="167155"/>
                </a:moveTo>
                <a:cubicBezTo>
                  <a:pt x="1908514" y="185512"/>
                  <a:pt x="1923394" y="200393"/>
                  <a:pt x="1941751" y="200393"/>
                </a:cubicBezTo>
                <a:cubicBezTo>
                  <a:pt x="1960107" y="200393"/>
                  <a:pt x="1974989" y="185512"/>
                  <a:pt x="1974989" y="167155"/>
                </a:cubicBezTo>
                <a:cubicBezTo>
                  <a:pt x="1974989" y="148799"/>
                  <a:pt x="1960107" y="133918"/>
                  <a:pt x="1941751" y="133918"/>
                </a:cubicBezTo>
                <a:cubicBezTo>
                  <a:pt x="1923394" y="133918"/>
                  <a:pt x="1908514" y="148799"/>
                  <a:pt x="1908514" y="167155"/>
                </a:cubicBezTo>
                <a:moveTo>
                  <a:pt x="2051090" y="140857"/>
                </a:moveTo>
                <a:cubicBezTo>
                  <a:pt x="2051090" y="159213"/>
                  <a:pt x="2065971" y="174094"/>
                  <a:pt x="2084327" y="174094"/>
                </a:cubicBezTo>
                <a:cubicBezTo>
                  <a:pt x="2102684" y="174094"/>
                  <a:pt x="2117565" y="159213"/>
                  <a:pt x="2117565" y="140857"/>
                </a:cubicBezTo>
                <a:cubicBezTo>
                  <a:pt x="2117565" y="122500"/>
                  <a:pt x="2102684" y="107619"/>
                  <a:pt x="2084327" y="107619"/>
                </a:cubicBezTo>
                <a:cubicBezTo>
                  <a:pt x="2065971" y="107619"/>
                  <a:pt x="2051090" y="122500"/>
                  <a:pt x="2051090" y="140857"/>
                </a:cubicBezTo>
                <a:moveTo>
                  <a:pt x="2169031" y="125619"/>
                </a:moveTo>
                <a:cubicBezTo>
                  <a:pt x="2169031" y="143975"/>
                  <a:pt x="2183912" y="158856"/>
                  <a:pt x="2202268" y="158856"/>
                </a:cubicBezTo>
                <a:cubicBezTo>
                  <a:pt x="2220625" y="158856"/>
                  <a:pt x="2235506" y="143975"/>
                  <a:pt x="2235506" y="125619"/>
                </a:cubicBezTo>
                <a:cubicBezTo>
                  <a:pt x="2235506" y="107262"/>
                  <a:pt x="2220625" y="92381"/>
                  <a:pt x="2202268" y="92381"/>
                </a:cubicBezTo>
                <a:cubicBezTo>
                  <a:pt x="2183912" y="92381"/>
                  <a:pt x="2169031" y="107262"/>
                  <a:pt x="2169031" y="125619"/>
                </a:cubicBezTo>
                <a:moveTo>
                  <a:pt x="2304134" y="101905"/>
                </a:moveTo>
                <a:cubicBezTo>
                  <a:pt x="2304134" y="120262"/>
                  <a:pt x="2319015" y="135142"/>
                  <a:pt x="2337372" y="135142"/>
                </a:cubicBezTo>
                <a:cubicBezTo>
                  <a:pt x="2355729" y="135142"/>
                  <a:pt x="2370610" y="120262"/>
                  <a:pt x="2370610" y="101905"/>
                </a:cubicBezTo>
                <a:cubicBezTo>
                  <a:pt x="2370610" y="83549"/>
                  <a:pt x="2355729" y="68667"/>
                  <a:pt x="2337372" y="68667"/>
                </a:cubicBezTo>
                <a:cubicBezTo>
                  <a:pt x="2319015" y="68667"/>
                  <a:pt x="2304134" y="83549"/>
                  <a:pt x="2304134" y="101905"/>
                </a:cubicBezTo>
                <a:moveTo>
                  <a:pt x="2417126" y="94300"/>
                </a:moveTo>
                <a:cubicBezTo>
                  <a:pt x="2417126" y="112656"/>
                  <a:pt x="2432007" y="127537"/>
                  <a:pt x="2450363" y="127537"/>
                </a:cubicBezTo>
                <a:cubicBezTo>
                  <a:pt x="2468720" y="127537"/>
                  <a:pt x="2483601" y="112656"/>
                  <a:pt x="2483601" y="94300"/>
                </a:cubicBezTo>
                <a:cubicBezTo>
                  <a:pt x="2483601" y="75943"/>
                  <a:pt x="2468720" y="61062"/>
                  <a:pt x="2450363" y="61062"/>
                </a:cubicBezTo>
                <a:cubicBezTo>
                  <a:pt x="2432007" y="61062"/>
                  <a:pt x="2417126" y="75943"/>
                  <a:pt x="2417126" y="94300"/>
                </a:cubicBezTo>
                <a:moveTo>
                  <a:pt x="2559647" y="71270"/>
                </a:moveTo>
                <a:cubicBezTo>
                  <a:pt x="2559647" y="89626"/>
                  <a:pt x="2574528" y="104507"/>
                  <a:pt x="2592885" y="104507"/>
                </a:cubicBezTo>
                <a:cubicBezTo>
                  <a:pt x="2611241" y="104507"/>
                  <a:pt x="2626122" y="89626"/>
                  <a:pt x="2626122" y="71270"/>
                </a:cubicBezTo>
                <a:cubicBezTo>
                  <a:pt x="2626122" y="52913"/>
                  <a:pt x="2611241" y="38032"/>
                  <a:pt x="2592885" y="38032"/>
                </a:cubicBezTo>
                <a:cubicBezTo>
                  <a:pt x="2574528" y="38032"/>
                  <a:pt x="2559647" y="52913"/>
                  <a:pt x="2559647" y="71270"/>
                </a:cubicBezTo>
                <a:moveTo>
                  <a:pt x="2672727" y="60177"/>
                </a:moveTo>
                <a:cubicBezTo>
                  <a:pt x="2672727" y="78533"/>
                  <a:pt x="2687609" y="93414"/>
                  <a:pt x="2705965" y="93414"/>
                </a:cubicBezTo>
                <a:cubicBezTo>
                  <a:pt x="2724322" y="93414"/>
                  <a:pt x="2739203" y="78533"/>
                  <a:pt x="2739203" y="60177"/>
                </a:cubicBezTo>
                <a:cubicBezTo>
                  <a:pt x="2739203" y="41820"/>
                  <a:pt x="2724322" y="26939"/>
                  <a:pt x="2705965" y="26939"/>
                </a:cubicBezTo>
                <a:cubicBezTo>
                  <a:pt x="2687609" y="26939"/>
                  <a:pt x="2672727" y="41820"/>
                  <a:pt x="2672727" y="60177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A2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9E724E-1B94-4115-B5CC-68A1C32D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772150"/>
            <a:ext cx="2807795" cy="1132443"/>
          </a:xfrm>
          <a:custGeom xmlns:a="http://schemas.openxmlformats.org/drawingml/2006/main">
            <a:pathLst>
              <a:path w="2807795" h="1132443" fill="none">
                <a:moveTo>
                  <a:pt x="0" y="1132443"/>
                </a:moveTo>
                <a:lnTo>
                  <a:pt x="125972" y="1066770"/>
                </a:lnTo>
                <a:lnTo>
                  <a:pt x="256820" y="984049"/>
                </a:lnTo>
                <a:lnTo>
                  <a:pt x="364594" y="929692"/>
                </a:lnTo>
                <a:lnTo>
                  <a:pt x="504257" y="878314"/>
                </a:lnTo>
                <a:lnTo>
                  <a:pt x="614446" y="850001"/>
                </a:lnTo>
                <a:lnTo>
                  <a:pt x="769626" y="783120"/>
                </a:lnTo>
                <a:lnTo>
                  <a:pt x="890079" y="725934"/>
                </a:lnTo>
                <a:lnTo>
                  <a:pt x="1002990" y="678923"/>
                </a:lnTo>
                <a:lnTo>
                  <a:pt x="1132309" y="637303"/>
                </a:lnTo>
                <a:lnTo>
                  <a:pt x="1277565" y="390407"/>
                </a:lnTo>
                <a:lnTo>
                  <a:pt x="1392633" y="353137"/>
                </a:lnTo>
                <a:lnTo>
                  <a:pt x="1532657" y="323447"/>
                </a:lnTo>
                <a:lnTo>
                  <a:pt x="1648158" y="281787"/>
                </a:lnTo>
                <a:lnTo>
                  <a:pt x="1790589" y="244915"/>
                </a:lnTo>
                <a:lnTo>
                  <a:pt x="1908513" y="211169"/>
                </a:lnTo>
                <a:lnTo>
                  <a:pt x="2051090" y="111618"/>
                </a:lnTo>
                <a:lnTo>
                  <a:pt x="2169031" y="165594"/>
                </a:lnTo>
                <a:lnTo>
                  <a:pt x="2304134" y="130168"/>
                </a:lnTo>
                <a:lnTo>
                  <a:pt x="2417126" y="53391"/>
                </a:lnTo>
                <a:lnTo>
                  <a:pt x="2559647" y="20022"/>
                </a:lnTo>
                <a:lnTo>
                  <a:pt x="2672727" y="52858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B9FF"/>
            </a:solidFill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5C8DD8-295D-4E58-803C-E8DAE936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738912"/>
            <a:ext cx="2874271" cy="1198919"/>
          </a:xfrm>
          <a:custGeom xmlns:a="http://schemas.openxmlformats.org/drawingml/2006/main">
            <a:pathLst>
              <a:path w="2874271" h="1198919">
                <a:moveTo>
                  <a:pt x="0" y="1165681"/>
                </a:moveTo>
                <a:cubicBezTo>
                  <a:pt x="0" y="1184037"/>
                  <a:pt x="14881" y="1198919"/>
                  <a:pt x="33238" y="1198919"/>
                </a:cubicBezTo>
                <a:cubicBezTo>
                  <a:pt x="51594" y="1198919"/>
                  <a:pt x="66475" y="1184037"/>
                  <a:pt x="66475" y="1165681"/>
                </a:cubicBezTo>
                <a:cubicBezTo>
                  <a:pt x="66475" y="1147324"/>
                  <a:pt x="51594" y="1132443"/>
                  <a:pt x="33238" y="1132443"/>
                </a:cubicBezTo>
                <a:cubicBezTo>
                  <a:pt x="14881" y="1132443"/>
                  <a:pt x="0" y="1147324"/>
                  <a:pt x="0" y="1165681"/>
                </a:cubicBezTo>
                <a:moveTo>
                  <a:pt x="125972" y="1100008"/>
                </a:moveTo>
                <a:cubicBezTo>
                  <a:pt x="125972" y="1118365"/>
                  <a:pt x="140853" y="1133245"/>
                  <a:pt x="159210" y="1133245"/>
                </a:cubicBezTo>
                <a:cubicBezTo>
                  <a:pt x="177567" y="1133245"/>
                  <a:pt x="192448" y="1118365"/>
                  <a:pt x="192448" y="1100008"/>
                </a:cubicBezTo>
                <a:cubicBezTo>
                  <a:pt x="192448" y="1081652"/>
                  <a:pt x="177567" y="1066771"/>
                  <a:pt x="159210" y="1066771"/>
                </a:cubicBezTo>
                <a:cubicBezTo>
                  <a:pt x="140853" y="1066771"/>
                  <a:pt x="125972" y="1081652"/>
                  <a:pt x="125972" y="1100008"/>
                </a:cubicBezTo>
                <a:moveTo>
                  <a:pt x="256820" y="1017286"/>
                </a:moveTo>
                <a:cubicBezTo>
                  <a:pt x="256820" y="1035643"/>
                  <a:pt x="271701" y="1050524"/>
                  <a:pt x="290058" y="1050524"/>
                </a:cubicBezTo>
                <a:cubicBezTo>
                  <a:pt x="308415" y="1050524"/>
                  <a:pt x="323295" y="1035643"/>
                  <a:pt x="323295" y="1017286"/>
                </a:cubicBezTo>
                <a:cubicBezTo>
                  <a:pt x="323295" y="998930"/>
                  <a:pt x="308415" y="984049"/>
                  <a:pt x="290058" y="984049"/>
                </a:cubicBezTo>
                <a:cubicBezTo>
                  <a:pt x="271701" y="984049"/>
                  <a:pt x="256820" y="998930"/>
                  <a:pt x="256820" y="1017286"/>
                </a:cubicBezTo>
                <a:moveTo>
                  <a:pt x="364594" y="962930"/>
                </a:moveTo>
                <a:cubicBezTo>
                  <a:pt x="364594" y="981286"/>
                  <a:pt x="379475" y="996167"/>
                  <a:pt x="397832" y="996167"/>
                </a:cubicBezTo>
                <a:cubicBezTo>
                  <a:pt x="416188" y="996167"/>
                  <a:pt x="431069" y="981286"/>
                  <a:pt x="431069" y="962930"/>
                </a:cubicBezTo>
                <a:cubicBezTo>
                  <a:pt x="431069" y="944573"/>
                  <a:pt x="416188" y="929692"/>
                  <a:pt x="397832" y="929692"/>
                </a:cubicBezTo>
                <a:cubicBezTo>
                  <a:pt x="379475" y="929692"/>
                  <a:pt x="364594" y="944573"/>
                  <a:pt x="364594" y="962930"/>
                </a:cubicBezTo>
                <a:moveTo>
                  <a:pt x="504257" y="911552"/>
                </a:moveTo>
                <a:cubicBezTo>
                  <a:pt x="504257" y="929909"/>
                  <a:pt x="519138" y="944790"/>
                  <a:pt x="537495" y="944790"/>
                </a:cubicBezTo>
                <a:cubicBezTo>
                  <a:pt x="555851" y="944790"/>
                  <a:pt x="570732" y="929909"/>
                  <a:pt x="570732" y="911552"/>
                </a:cubicBezTo>
                <a:cubicBezTo>
                  <a:pt x="570732" y="893196"/>
                  <a:pt x="555851" y="878315"/>
                  <a:pt x="537495" y="878315"/>
                </a:cubicBezTo>
                <a:cubicBezTo>
                  <a:pt x="519138" y="878315"/>
                  <a:pt x="504257" y="893196"/>
                  <a:pt x="504257" y="911552"/>
                </a:cubicBezTo>
                <a:moveTo>
                  <a:pt x="614446" y="883239"/>
                </a:moveTo>
                <a:cubicBezTo>
                  <a:pt x="614446" y="901595"/>
                  <a:pt x="629327" y="916477"/>
                  <a:pt x="647684" y="916477"/>
                </a:cubicBezTo>
                <a:cubicBezTo>
                  <a:pt x="666040" y="916477"/>
                  <a:pt x="680921" y="901595"/>
                  <a:pt x="680921" y="883239"/>
                </a:cubicBezTo>
                <a:cubicBezTo>
                  <a:pt x="680921" y="864882"/>
                  <a:pt x="666040" y="850001"/>
                  <a:pt x="647684" y="850001"/>
                </a:cubicBezTo>
                <a:cubicBezTo>
                  <a:pt x="629327" y="850001"/>
                  <a:pt x="614446" y="864882"/>
                  <a:pt x="614446" y="883239"/>
                </a:cubicBezTo>
                <a:moveTo>
                  <a:pt x="769626" y="816358"/>
                </a:moveTo>
                <a:cubicBezTo>
                  <a:pt x="769626" y="834714"/>
                  <a:pt x="784506" y="849595"/>
                  <a:pt x="802863" y="849595"/>
                </a:cubicBezTo>
                <a:cubicBezTo>
                  <a:pt x="821220" y="849595"/>
                  <a:pt x="836101" y="834714"/>
                  <a:pt x="836101" y="816358"/>
                </a:cubicBezTo>
                <a:cubicBezTo>
                  <a:pt x="836101" y="798001"/>
                  <a:pt x="821220" y="783120"/>
                  <a:pt x="802863" y="783120"/>
                </a:cubicBezTo>
                <a:cubicBezTo>
                  <a:pt x="784506" y="783120"/>
                  <a:pt x="769626" y="798001"/>
                  <a:pt x="769626" y="816358"/>
                </a:cubicBezTo>
                <a:moveTo>
                  <a:pt x="890079" y="759172"/>
                </a:moveTo>
                <a:cubicBezTo>
                  <a:pt x="890079" y="777528"/>
                  <a:pt x="904960" y="792410"/>
                  <a:pt x="923317" y="792410"/>
                </a:cubicBezTo>
                <a:cubicBezTo>
                  <a:pt x="941673" y="792410"/>
                  <a:pt x="956554" y="777528"/>
                  <a:pt x="956554" y="759172"/>
                </a:cubicBezTo>
                <a:cubicBezTo>
                  <a:pt x="956554" y="740815"/>
                  <a:pt x="941673" y="725934"/>
                  <a:pt x="923317" y="725934"/>
                </a:cubicBezTo>
                <a:cubicBezTo>
                  <a:pt x="904960" y="725934"/>
                  <a:pt x="890079" y="740815"/>
                  <a:pt x="890079" y="759172"/>
                </a:cubicBezTo>
                <a:moveTo>
                  <a:pt x="1002990" y="712161"/>
                </a:moveTo>
                <a:cubicBezTo>
                  <a:pt x="1002990" y="730518"/>
                  <a:pt x="1017871" y="745399"/>
                  <a:pt x="1036227" y="745399"/>
                </a:cubicBezTo>
                <a:cubicBezTo>
                  <a:pt x="1054584" y="745399"/>
                  <a:pt x="1069465" y="730518"/>
                  <a:pt x="1069465" y="712161"/>
                </a:cubicBezTo>
                <a:cubicBezTo>
                  <a:pt x="1069465" y="693804"/>
                  <a:pt x="1054584" y="678923"/>
                  <a:pt x="1036227" y="678923"/>
                </a:cubicBezTo>
                <a:cubicBezTo>
                  <a:pt x="1017871" y="678923"/>
                  <a:pt x="1002990" y="693804"/>
                  <a:pt x="1002990" y="712161"/>
                </a:cubicBezTo>
                <a:moveTo>
                  <a:pt x="1132309" y="670541"/>
                </a:moveTo>
                <a:cubicBezTo>
                  <a:pt x="1132309" y="688898"/>
                  <a:pt x="1147190" y="703778"/>
                  <a:pt x="1165547" y="703778"/>
                </a:cubicBezTo>
                <a:cubicBezTo>
                  <a:pt x="1183903" y="703778"/>
                  <a:pt x="1198784" y="688898"/>
                  <a:pt x="1198784" y="670541"/>
                </a:cubicBezTo>
                <a:cubicBezTo>
                  <a:pt x="1198784" y="652184"/>
                  <a:pt x="1183903" y="637304"/>
                  <a:pt x="1165547" y="637304"/>
                </a:cubicBezTo>
                <a:cubicBezTo>
                  <a:pt x="1147190" y="637304"/>
                  <a:pt x="1132309" y="652184"/>
                  <a:pt x="1132309" y="670541"/>
                </a:cubicBezTo>
                <a:moveTo>
                  <a:pt x="1277565" y="423645"/>
                </a:moveTo>
                <a:cubicBezTo>
                  <a:pt x="1277565" y="442002"/>
                  <a:pt x="1292446" y="456883"/>
                  <a:pt x="1310802" y="456883"/>
                </a:cubicBezTo>
                <a:cubicBezTo>
                  <a:pt x="1329159" y="456883"/>
                  <a:pt x="1344040" y="442002"/>
                  <a:pt x="1344040" y="423645"/>
                </a:cubicBezTo>
                <a:cubicBezTo>
                  <a:pt x="1344040" y="405289"/>
                  <a:pt x="1329159" y="390408"/>
                  <a:pt x="1310802" y="390408"/>
                </a:cubicBezTo>
                <a:cubicBezTo>
                  <a:pt x="1292446" y="390408"/>
                  <a:pt x="1277565" y="405289"/>
                  <a:pt x="1277565" y="423645"/>
                </a:cubicBezTo>
                <a:moveTo>
                  <a:pt x="1392633" y="386375"/>
                </a:moveTo>
                <a:cubicBezTo>
                  <a:pt x="1392633" y="404731"/>
                  <a:pt x="1407514" y="419612"/>
                  <a:pt x="1425870" y="419612"/>
                </a:cubicBezTo>
                <a:cubicBezTo>
                  <a:pt x="1444227" y="419612"/>
                  <a:pt x="1459108" y="404731"/>
                  <a:pt x="1459108" y="386375"/>
                </a:cubicBezTo>
                <a:cubicBezTo>
                  <a:pt x="1459108" y="368018"/>
                  <a:pt x="1444227" y="353137"/>
                  <a:pt x="1425870" y="353137"/>
                </a:cubicBezTo>
                <a:cubicBezTo>
                  <a:pt x="1407514" y="353137"/>
                  <a:pt x="1392633" y="368018"/>
                  <a:pt x="1392633" y="386375"/>
                </a:cubicBezTo>
                <a:moveTo>
                  <a:pt x="1532657" y="356685"/>
                </a:moveTo>
                <a:cubicBezTo>
                  <a:pt x="1532657" y="375041"/>
                  <a:pt x="1547538" y="389923"/>
                  <a:pt x="1565895" y="389923"/>
                </a:cubicBezTo>
                <a:cubicBezTo>
                  <a:pt x="1584252" y="389923"/>
                  <a:pt x="1599132" y="375041"/>
                  <a:pt x="1599132" y="356685"/>
                </a:cubicBezTo>
                <a:cubicBezTo>
                  <a:pt x="1599132" y="338328"/>
                  <a:pt x="1584252" y="323447"/>
                  <a:pt x="1565895" y="323447"/>
                </a:cubicBezTo>
                <a:cubicBezTo>
                  <a:pt x="1547538" y="323447"/>
                  <a:pt x="1532657" y="338328"/>
                  <a:pt x="1532657" y="356685"/>
                </a:cubicBezTo>
                <a:moveTo>
                  <a:pt x="1648158" y="315024"/>
                </a:moveTo>
                <a:cubicBezTo>
                  <a:pt x="1648158" y="333381"/>
                  <a:pt x="1663039" y="348262"/>
                  <a:pt x="1681396" y="348262"/>
                </a:cubicBezTo>
                <a:cubicBezTo>
                  <a:pt x="1699752" y="348262"/>
                  <a:pt x="1714633" y="333381"/>
                  <a:pt x="1714633" y="315024"/>
                </a:cubicBezTo>
                <a:cubicBezTo>
                  <a:pt x="1714633" y="296668"/>
                  <a:pt x="1699752" y="281787"/>
                  <a:pt x="1681396" y="281787"/>
                </a:cubicBezTo>
                <a:cubicBezTo>
                  <a:pt x="1663039" y="281787"/>
                  <a:pt x="1648158" y="296668"/>
                  <a:pt x="1648158" y="315024"/>
                </a:cubicBezTo>
                <a:moveTo>
                  <a:pt x="1790589" y="278153"/>
                </a:moveTo>
                <a:cubicBezTo>
                  <a:pt x="1790589" y="296509"/>
                  <a:pt x="1805470" y="311390"/>
                  <a:pt x="1823827" y="311390"/>
                </a:cubicBezTo>
                <a:cubicBezTo>
                  <a:pt x="1842183" y="311390"/>
                  <a:pt x="1857064" y="296509"/>
                  <a:pt x="1857064" y="278153"/>
                </a:cubicBezTo>
                <a:cubicBezTo>
                  <a:pt x="1857064" y="259796"/>
                  <a:pt x="1842183" y="244915"/>
                  <a:pt x="1823827" y="244915"/>
                </a:cubicBezTo>
                <a:cubicBezTo>
                  <a:pt x="1805470" y="244915"/>
                  <a:pt x="1790589" y="259796"/>
                  <a:pt x="1790589" y="278153"/>
                </a:cubicBezTo>
                <a:moveTo>
                  <a:pt x="1908513" y="244407"/>
                </a:moveTo>
                <a:cubicBezTo>
                  <a:pt x="1908513" y="262764"/>
                  <a:pt x="1923394" y="277644"/>
                  <a:pt x="1941751" y="277644"/>
                </a:cubicBezTo>
                <a:cubicBezTo>
                  <a:pt x="1960107" y="277644"/>
                  <a:pt x="1974988" y="262764"/>
                  <a:pt x="1974988" y="244407"/>
                </a:cubicBezTo>
                <a:cubicBezTo>
                  <a:pt x="1974988" y="226050"/>
                  <a:pt x="1960107" y="211169"/>
                  <a:pt x="1941751" y="211169"/>
                </a:cubicBezTo>
                <a:cubicBezTo>
                  <a:pt x="1923394" y="211169"/>
                  <a:pt x="1908513" y="226050"/>
                  <a:pt x="1908513" y="244407"/>
                </a:cubicBezTo>
                <a:moveTo>
                  <a:pt x="2051090" y="144856"/>
                </a:moveTo>
                <a:cubicBezTo>
                  <a:pt x="2051090" y="163212"/>
                  <a:pt x="2065971" y="178093"/>
                  <a:pt x="2084327" y="178093"/>
                </a:cubicBezTo>
                <a:cubicBezTo>
                  <a:pt x="2102684" y="178093"/>
                  <a:pt x="2117565" y="163212"/>
                  <a:pt x="2117565" y="144856"/>
                </a:cubicBezTo>
                <a:cubicBezTo>
                  <a:pt x="2117565" y="126499"/>
                  <a:pt x="2102684" y="111618"/>
                  <a:pt x="2084327" y="111618"/>
                </a:cubicBezTo>
                <a:cubicBezTo>
                  <a:pt x="2065971" y="111618"/>
                  <a:pt x="2051090" y="126499"/>
                  <a:pt x="2051090" y="144856"/>
                </a:cubicBezTo>
                <a:moveTo>
                  <a:pt x="2169031" y="198831"/>
                </a:moveTo>
                <a:cubicBezTo>
                  <a:pt x="2169031" y="217188"/>
                  <a:pt x="2183912" y="232069"/>
                  <a:pt x="2202268" y="232069"/>
                </a:cubicBezTo>
                <a:cubicBezTo>
                  <a:pt x="2220625" y="232069"/>
                  <a:pt x="2235506" y="217188"/>
                  <a:pt x="2235506" y="198831"/>
                </a:cubicBezTo>
                <a:cubicBezTo>
                  <a:pt x="2235506" y="180475"/>
                  <a:pt x="2220625" y="165594"/>
                  <a:pt x="2202268" y="165594"/>
                </a:cubicBezTo>
                <a:cubicBezTo>
                  <a:pt x="2183912" y="165594"/>
                  <a:pt x="2169031" y="180475"/>
                  <a:pt x="2169031" y="198831"/>
                </a:cubicBezTo>
                <a:moveTo>
                  <a:pt x="2304134" y="163405"/>
                </a:moveTo>
                <a:cubicBezTo>
                  <a:pt x="2304134" y="181762"/>
                  <a:pt x="2319015" y="196643"/>
                  <a:pt x="2337372" y="196643"/>
                </a:cubicBezTo>
                <a:cubicBezTo>
                  <a:pt x="2355728" y="196643"/>
                  <a:pt x="2370609" y="181762"/>
                  <a:pt x="2370609" y="163405"/>
                </a:cubicBezTo>
                <a:cubicBezTo>
                  <a:pt x="2370609" y="145049"/>
                  <a:pt x="2355728" y="130168"/>
                  <a:pt x="2337372" y="130168"/>
                </a:cubicBezTo>
                <a:cubicBezTo>
                  <a:pt x="2319015" y="130168"/>
                  <a:pt x="2304134" y="145049"/>
                  <a:pt x="2304134" y="163405"/>
                </a:cubicBezTo>
                <a:moveTo>
                  <a:pt x="2417126" y="86629"/>
                </a:moveTo>
                <a:cubicBezTo>
                  <a:pt x="2417126" y="104986"/>
                  <a:pt x="2432007" y="119866"/>
                  <a:pt x="2450363" y="119866"/>
                </a:cubicBezTo>
                <a:cubicBezTo>
                  <a:pt x="2468720" y="119866"/>
                  <a:pt x="2483601" y="104986"/>
                  <a:pt x="2483601" y="86629"/>
                </a:cubicBezTo>
                <a:cubicBezTo>
                  <a:pt x="2483601" y="68272"/>
                  <a:pt x="2468720" y="53391"/>
                  <a:pt x="2450363" y="53391"/>
                </a:cubicBezTo>
                <a:cubicBezTo>
                  <a:pt x="2432007" y="53391"/>
                  <a:pt x="2417126" y="68272"/>
                  <a:pt x="2417126" y="86629"/>
                </a:cubicBezTo>
                <a:moveTo>
                  <a:pt x="2559647" y="53260"/>
                </a:moveTo>
                <a:cubicBezTo>
                  <a:pt x="2559647" y="71617"/>
                  <a:pt x="2574528" y="86497"/>
                  <a:pt x="2592885" y="86497"/>
                </a:cubicBezTo>
                <a:cubicBezTo>
                  <a:pt x="2611241" y="86497"/>
                  <a:pt x="2626122" y="71617"/>
                  <a:pt x="2626122" y="53260"/>
                </a:cubicBezTo>
                <a:cubicBezTo>
                  <a:pt x="2626122" y="34903"/>
                  <a:pt x="2611241" y="20022"/>
                  <a:pt x="2592885" y="20022"/>
                </a:cubicBezTo>
                <a:cubicBezTo>
                  <a:pt x="2574528" y="20022"/>
                  <a:pt x="2559647" y="34903"/>
                  <a:pt x="2559647" y="53260"/>
                </a:cubicBezTo>
                <a:moveTo>
                  <a:pt x="2672727" y="86096"/>
                </a:moveTo>
                <a:cubicBezTo>
                  <a:pt x="2672727" y="104453"/>
                  <a:pt x="2687608" y="119334"/>
                  <a:pt x="2705965" y="119334"/>
                </a:cubicBezTo>
                <a:cubicBezTo>
                  <a:pt x="2724322" y="119334"/>
                  <a:pt x="2739203" y="104453"/>
                  <a:pt x="2739203" y="86096"/>
                </a:cubicBezTo>
                <a:cubicBezTo>
                  <a:pt x="2739203" y="67739"/>
                  <a:pt x="2724322" y="52858"/>
                  <a:pt x="2705965" y="52858"/>
                </a:cubicBezTo>
                <a:cubicBezTo>
                  <a:pt x="2687608" y="52858"/>
                  <a:pt x="2672727" y="67739"/>
                  <a:pt x="2672727" y="86096"/>
                </a:cubicBezTo>
                <a:moveTo>
                  <a:pt x="2807795" y="33238"/>
                </a:moveTo>
                <a:cubicBezTo>
                  <a:pt x="2807795" y="51594"/>
                  <a:pt x="2822676" y="66476"/>
                  <a:pt x="2841033" y="66476"/>
                </a:cubicBezTo>
                <a:cubicBezTo>
                  <a:pt x="2859390" y="66476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B9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D73B16-52CA-4C40-9DE4-B2ACF89A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640051"/>
            <a:ext cx="2807795" cy="603315"/>
          </a:xfrm>
          <a:custGeom xmlns:a="http://schemas.openxmlformats.org/drawingml/2006/main">
            <a:pathLst>
              <a:path w="2807795" h="603315" fill="none">
                <a:moveTo>
                  <a:pt x="0" y="603315"/>
                </a:moveTo>
                <a:lnTo>
                  <a:pt x="125972" y="573618"/>
                </a:lnTo>
                <a:lnTo>
                  <a:pt x="256820" y="520660"/>
                </a:lnTo>
                <a:lnTo>
                  <a:pt x="364594" y="498280"/>
                </a:lnTo>
                <a:lnTo>
                  <a:pt x="504257" y="456752"/>
                </a:lnTo>
                <a:lnTo>
                  <a:pt x="614446" y="421257"/>
                </a:lnTo>
                <a:lnTo>
                  <a:pt x="769625" y="378195"/>
                </a:lnTo>
                <a:lnTo>
                  <a:pt x="890079" y="349340"/>
                </a:lnTo>
                <a:lnTo>
                  <a:pt x="1002990" y="282131"/>
                </a:lnTo>
                <a:lnTo>
                  <a:pt x="1132309" y="270887"/>
                </a:lnTo>
                <a:lnTo>
                  <a:pt x="1277565" y="233978"/>
                </a:lnTo>
                <a:lnTo>
                  <a:pt x="1392633" y="208549"/>
                </a:lnTo>
                <a:lnTo>
                  <a:pt x="1532658" y="182714"/>
                </a:lnTo>
                <a:lnTo>
                  <a:pt x="1648158" y="152300"/>
                </a:lnTo>
                <a:lnTo>
                  <a:pt x="1790589" y="123616"/>
                </a:lnTo>
                <a:lnTo>
                  <a:pt x="1908513" y="95407"/>
                </a:lnTo>
                <a:lnTo>
                  <a:pt x="2051090" y="81812"/>
                </a:lnTo>
                <a:lnTo>
                  <a:pt x="2169030" y="64533"/>
                </a:lnTo>
                <a:lnTo>
                  <a:pt x="2304134" y="51551"/>
                </a:lnTo>
                <a:lnTo>
                  <a:pt x="2417126" y="38139"/>
                </a:lnTo>
                <a:lnTo>
                  <a:pt x="2559647" y="15505"/>
                </a:lnTo>
                <a:lnTo>
                  <a:pt x="2672727" y="5797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B9FF"/>
            </a:solidFill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AD8F4C-E2F2-465A-8EA8-DA78DD7A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606813"/>
            <a:ext cx="2874271" cy="669790"/>
          </a:xfrm>
          <a:custGeom xmlns:a="http://schemas.openxmlformats.org/drawingml/2006/main">
            <a:pathLst>
              <a:path w="2874271" h="669790">
                <a:moveTo>
                  <a:pt x="0" y="636553"/>
                </a:moveTo>
                <a:cubicBezTo>
                  <a:pt x="0" y="654909"/>
                  <a:pt x="14881" y="669790"/>
                  <a:pt x="33238" y="669790"/>
                </a:cubicBezTo>
                <a:cubicBezTo>
                  <a:pt x="51594" y="669790"/>
                  <a:pt x="66475" y="654909"/>
                  <a:pt x="66475" y="636553"/>
                </a:cubicBezTo>
                <a:cubicBezTo>
                  <a:pt x="66475" y="618196"/>
                  <a:pt x="51594" y="603315"/>
                  <a:pt x="33238" y="603315"/>
                </a:cubicBezTo>
                <a:cubicBezTo>
                  <a:pt x="14881" y="603315"/>
                  <a:pt x="0" y="618196"/>
                  <a:pt x="0" y="636553"/>
                </a:cubicBezTo>
                <a:moveTo>
                  <a:pt x="125972" y="606856"/>
                </a:moveTo>
                <a:cubicBezTo>
                  <a:pt x="125972" y="625213"/>
                  <a:pt x="140853" y="640094"/>
                  <a:pt x="159210" y="640094"/>
                </a:cubicBezTo>
                <a:cubicBezTo>
                  <a:pt x="177567" y="640094"/>
                  <a:pt x="192448" y="625213"/>
                  <a:pt x="192448" y="606856"/>
                </a:cubicBezTo>
                <a:cubicBezTo>
                  <a:pt x="192448" y="588500"/>
                  <a:pt x="177567" y="573619"/>
                  <a:pt x="159210" y="573619"/>
                </a:cubicBezTo>
                <a:cubicBezTo>
                  <a:pt x="140853" y="573619"/>
                  <a:pt x="125972" y="588500"/>
                  <a:pt x="125972" y="606856"/>
                </a:cubicBezTo>
                <a:moveTo>
                  <a:pt x="256821" y="553897"/>
                </a:moveTo>
                <a:cubicBezTo>
                  <a:pt x="256821" y="572254"/>
                  <a:pt x="271701" y="587135"/>
                  <a:pt x="290058" y="587135"/>
                </a:cubicBezTo>
                <a:cubicBezTo>
                  <a:pt x="308415" y="587135"/>
                  <a:pt x="323296" y="572254"/>
                  <a:pt x="323296" y="553897"/>
                </a:cubicBezTo>
                <a:cubicBezTo>
                  <a:pt x="323296" y="535541"/>
                  <a:pt x="308415" y="520660"/>
                  <a:pt x="290058" y="520660"/>
                </a:cubicBezTo>
                <a:cubicBezTo>
                  <a:pt x="271701" y="520660"/>
                  <a:pt x="256821" y="535541"/>
                  <a:pt x="256821" y="553897"/>
                </a:cubicBezTo>
                <a:moveTo>
                  <a:pt x="364594" y="531517"/>
                </a:moveTo>
                <a:cubicBezTo>
                  <a:pt x="364594" y="549874"/>
                  <a:pt x="379475" y="564755"/>
                  <a:pt x="397832" y="564755"/>
                </a:cubicBezTo>
                <a:cubicBezTo>
                  <a:pt x="416188" y="564755"/>
                  <a:pt x="431070" y="549874"/>
                  <a:pt x="431070" y="531517"/>
                </a:cubicBezTo>
                <a:cubicBezTo>
                  <a:pt x="431070" y="513161"/>
                  <a:pt x="416188" y="498280"/>
                  <a:pt x="397832" y="498280"/>
                </a:cubicBezTo>
                <a:cubicBezTo>
                  <a:pt x="379475" y="498280"/>
                  <a:pt x="364594" y="513161"/>
                  <a:pt x="364594" y="531517"/>
                </a:cubicBezTo>
                <a:moveTo>
                  <a:pt x="504257" y="489990"/>
                </a:moveTo>
                <a:cubicBezTo>
                  <a:pt x="504257" y="508346"/>
                  <a:pt x="519138" y="523227"/>
                  <a:pt x="537495" y="523227"/>
                </a:cubicBezTo>
                <a:cubicBezTo>
                  <a:pt x="555851" y="523227"/>
                  <a:pt x="570732" y="508346"/>
                  <a:pt x="570732" y="489990"/>
                </a:cubicBezTo>
                <a:cubicBezTo>
                  <a:pt x="570732" y="471633"/>
                  <a:pt x="555851" y="456752"/>
                  <a:pt x="537495" y="456752"/>
                </a:cubicBezTo>
                <a:cubicBezTo>
                  <a:pt x="519138" y="456752"/>
                  <a:pt x="504257" y="471633"/>
                  <a:pt x="504257" y="489990"/>
                </a:cubicBezTo>
                <a:moveTo>
                  <a:pt x="614446" y="454495"/>
                </a:moveTo>
                <a:cubicBezTo>
                  <a:pt x="614446" y="472852"/>
                  <a:pt x="629327" y="487733"/>
                  <a:pt x="647684" y="487733"/>
                </a:cubicBezTo>
                <a:cubicBezTo>
                  <a:pt x="666041" y="487733"/>
                  <a:pt x="680922" y="472852"/>
                  <a:pt x="680922" y="454495"/>
                </a:cubicBezTo>
                <a:cubicBezTo>
                  <a:pt x="680922" y="436139"/>
                  <a:pt x="666041" y="421258"/>
                  <a:pt x="647684" y="421258"/>
                </a:cubicBezTo>
                <a:cubicBezTo>
                  <a:pt x="629327" y="421258"/>
                  <a:pt x="614446" y="436139"/>
                  <a:pt x="614446" y="454495"/>
                </a:cubicBezTo>
                <a:moveTo>
                  <a:pt x="769626" y="411433"/>
                </a:moveTo>
                <a:cubicBezTo>
                  <a:pt x="769626" y="429790"/>
                  <a:pt x="784507" y="444671"/>
                  <a:pt x="802863" y="444671"/>
                </a:cubicBezTo>
                <a:cubicBezTo>
                  <a:pt x="821220" y="444671"/>
                  <a:pt x="836101" y="429790"/>
                  <a:pt x="836101" y="411433"/>
                </a:cubicBezTo>
                <a:cubicBezTo>
                  <a:pt x="836101" y="393077"/>
                  <a:pt x="821220" y="378195"/>
                  <a:pt x="802863" y="378195"/>
                </a:cubicBezTo>
                <a:cubicBezTo>
                  <a:pt x="784507" y="378195"/>
                  <a:pt x="769626" y="393077"/>
                  <a:pt x="769626" y="411433"/>
                </a:cubicBezTo>
                <a:moveTo>
                  <a:pt x="890079" y="382577"/>
                </a:moveTo>
                <a:cubicBezTo>
                  <a:pt x="890079" y="400934"/>
                  <a:pt x="904960" y="415815"/>
                  <a:pt x="923317" y="415815"/>
                </a:cubicBezTo>
                <a:cubicBezTo>
                  <a:pt x="941673" y="415815"/>
                  <a:pt x="956554" y="400934"/>
                  <a:pt x="956554" y="382577"/>
                </a:cubicBezTo>
                <a:cubicBezTo>
                  <a:pt x="956554" y="364221"/>
                  <a:pt x="941673" y="349340"/>
                  <a:pt x="923317" y="349340"/>
                </a:cubicBezTo>
                <a:cubicBezTo>
                  <a:pt x="904960" y="349340"/>
                  <a:pt x="890079" y="364221"/>
                  <a:pt x="890079" y="382577"/>
                </a:cubicBezTo>
                <a:moveTo>
                  <a:pt x="1002990" y="315369"/>
                </a:moveTo>
                <a:cubicBezTo>
                  <a:pt x="1002990" y="333725"/>
                  <a:pt x="1017871" y="348606"/>
                  <a:pt x="1036227" y="348606"/>
                </a:cubicBezTo>
                <a:cubicBezTo>
                  <a:pt x="1054584" y="348606"/>
                  <a:pt x="1069465" y="333725"/>
                  <a:pt x="1069465" y="315369"/>
                </a:cubicBezTo>
                <a:cubicBezTo>
                  <a:pt x="1069465" y="297012"/>
                  <a:pt x="1054584" y="282131"/>
                  <a:pt x="1036227" y="282131"/>
                </a:cubicBezTo>
                <a:cubicBezTo>
                  <a:pt x="1017871" y="282131"/>
                  <a:pt x="1002990" y="297012"/>
                  <a:pt x="1002990" y="315369"/>
                </a:cubicBezTo>
                <a:moveTo>
                  <a:pt x="1132309" y="304125"/>
                </a:moveTo>
                <a:cubicBezTo>
                  <a:pt x="1132309" y="322482"/>
                  <a:pt x="1147190" y="337363"/>
                  <a:pt x="1165547" y="337363"/>
                </a:cubicBezTo>
                <a:cubicBezTo>
                  <a:pt x="1183904" y="337363"/>
                  <a:pt x="1198784" y="322482"/>
                  <a:pt x="1198784" y="304125"/>
                </a:cubicBezTo>
                <a:cubicBezTo>
                  <a:pt x="1198784" y="285768"/>
                  <a:pt x="1183904" y="270887"/>
                  <a:pt x="1165547" y="270887"/>
                </a:cubicBezTo>
                <a:cubicBezTo>
                  <a:pt x="1147190" y="270887"/>
                  <a:pt x="1132309" y="285768"/>
                  <a:pt x="1132309" y="304125"/>
                </a:cubicBezTo>
                <a:moveTo>
                  <a:pt x="1277565" y="267215"/>
                </a:moveTo>
                <a:cubicBezTo>
                  <a:pt x="1277565" y="285572"/>
                  <a:pt x="1292446" y="300453"/>
                  <a:pt x="1310802" y="300453"/>
                </a:cubicBezTo>
                <a:cubicBezTo>
                  <a:pt x="1329159" y="300453"/>
                  <a:pt x="1344040" y="285572"/>
                  <a:pt x="1344040" y="267215"/>
                </a:cubicBezTo>
                <a:cubicBezTo>
                  <a:pt x="1344040" y="248859"/>
                  <a:pt x="1329159" y="233978"/>
                  <a:pt x="1310802" y="233978"/>
                </a:cubicBezTo>
                <a:cubicBezTo>
                  <a:pt x="1292446" y="233978"/>
                  <a:pt x="1277565" y="248859"/>
                  <a:pt x="1277565" y="267215"/>
                </a:cubicBezTo>
                <a:moveTo>
                  <a:pt x="1392633" y="241786"/>
                </a:moveTo>
                <a:cubicBezTo>
                  <a:pt x="1392633" y="260143"/>
                  <a:pt x="1407514" y="275024"/>
                  <a:pt x="1425871" y="275024"/>
                </a:cubicBezTo>
                <a:cubicBezTo>
                  <a:pt x="1444227" y="275024"/>
                  <a:pt x="1459108" y="260143"/>
                  <a:pt x="1459108" y="241786"/>
                </a:cubicBezTo>
                <a:cubicBezTo>
                  <a:pt x="1459108" y="223430"/>
                  <a:pt x="1444227" y="208549"/>
                  <a:pt x="1425871" y="208549"/>
                </a:cubicBezTo>
                <a:cubicBezTo>
                  <a:pt x="1407514" y="208549"/>
                  <a:pt x="1392633" y="223430"/>
                  <a:pt x="1392633" y="241786"/>
                </a:cubicBezTo>
                <a:moveTo>
                  <a:pt x="1532658" y="215951"/>
                </a:moveTo>
                <a:cubicBezTo>
                  <a:pt x="1532658" y="234308"/>
                  <a:pt x="1547539" y="249189"/>
                  <a:pt x="1565895" y="249189"/>
                </a:cubicBezTo>
                <a:cubicBezTo>
                  <a:pt x="1584252" y="249189"/>
                  <a:pt x="1599133" y="234308"/>
                  <a:pt x="1599133" y="215951"/>
                </a:cubicBezTo>
                <a:cubicBezTo>
                  <a:pt x="1599133" y="197595"/>
                  <a:pt x="1584252" y="182714"/>
                  <a:pt x="1565895" y="182714"/>
                </a:cubicBezTo>
                <a:cubicBezTo>
                  <a:pt x="1547539" y="182714"/>
                  <a:pt x="1532658" y="197595"/>
                  <a:pt x="1532658" y="215951"/>
                </a:cubicBezTo>
                <a:moveTo>
                  <a:pt x="1648158" y="185537"/>
                </a:moveTo>
                <a:cubicBezTo>
                  <a:pt x="1648158" y="203894"/>
                  <a:pt x="1663039" y="218775"/>
                  <a:pt x="1681396" y="218775"/>
                </a:cubicBezTo>
                <a:cubicBezTo>
                  <a:pt x="1699752" y="218775"/>
                  <a:pt x="1714634" y="203894"/>
                  <a:pt x="1714634" y="185537"/>
                </a:cubicBezTo>
                <a:cubicBezTo>
                  <a:pt x="1714634" y="167181"/>
                  <a:pt x="1699752" y="152300"/>
                  <a:pt x="1681396" y="152300"/>
                </a:cubicBezTo>
                <a:cubicBezTo>
                  <a:pt x="1663039" y="152300"/>
                  <a:pt x="1648158" y="167181"/>
                  <a:pt x="1648158" y="185537"/>
                </a:cubicBezTo>
                <a:moveTo>
                  <a:pt x="1790589" y="156854"/>
                </a:moveTo>
                <a:cubicBezTo>
                  <a:pt x="1790589" y="175211"/>
                  <a:pt x="1805470" y="190091"/>
                  <a:pt x="1823827" y="190091"/>
                </a:cubicBezTo>
                <a:cubicBezTo>
                  <a:pt x="1842184" y="190091"/>
                  <a:pt x="1857064" y="175211"/>
                  <a:pt x="1857064" y="156854"/>
                </a:cubicBezTo>
                <a:cubicBezTo>
                  <a:pt x="1857064" y="138498"/>
                  <a:pt x="1842184" y="123616"/>
                  <a:pt x="1823827" y="123616"/>
                </a:cubicBezTo>
                <a:cubicBezTo>
                  <a:pt x="1805470" y="123616"/>
                  <a:pt x="1790589" y="138498"/>
                  <a:pt x="1790589" y="156854"/>
                </a:cubicBezTo>
                <a:moveTo>
                  <a:pt x="1908514" y="128645"/>
                </a:moveTo>
                <a:cubicBezTo>
                  <a:pt x="1908514" y="147001"/>
                  <a:pt x="1923394" y="161882"/>
                  <a:pt x="1941751" y="161882"/>
                </a:cubicBezTo>
                <a:cubicBezTo>
                  <a:pt x="1960107" y="161882"/>
                  <a:pt x="1974989" y="147001"/>
                  <a:pt x="1974989" y="128645"/>
                </a:cubicBezTo>
                <a:cubicBezTo>
                  <a:pt x="1974989" y="110288"/>
                  <a:pt x="1960107" y="95407"/>
                  <a:pt x="1941751" y="95407"/>
                </a:cubicBezTo>
                <a:cubicBezTo>
                  <a:pt x="1923394" y="95407"/>
                  <a:pt x="1908514" y="110288"/>
                  <a:pt x="1908514" y="128645"/>
                </a:cubicBezTo>
                <a:moveTo>
                  <a:pt x="2051090" y="115050"/>
                </a:moveTo>
                <a:cubicBezTo>
                  <a:pt x="2051090" y="133407"/>
                  <a:pt x="2065971" y="148287"/>
                  <a:pt x="2084327" y="148287"/>
                </a:cubicBezTo>
                <a:cubicBezTo>
                  <a:pt x="2102684" y="148287"/>
                  <a:pt x="2117565" y="133407"/>
                  <a:pt x="2117565" y="115050"/>
                </a:cubicBezTo>
                <a:cubicBezTo>
                  <a:pt x="2117565" y="96693"/>
                  <a:pt x="2102684" y="81812"/>
                  <a:pt x="2084327" y="81812"/>
                </a:cubicBezTo>
                <a:cubicBezTo>
                  <a:pt x="2065971" y="81812"/>
                  <a:pt x="2051090" y="96693"/>
                  <a:pt x="2051090" y="115050"/>
                </a:cubicBezTo>
                <a:moveTo>
                  <a:pt x="2169031" y="97771"/>
                </a:moveTo>
                <a:cubicBezTo>
                  <a:pt x="2169031" y="116127"/>
                  <a:pt x="2183912" y="131008"/>
                  <a:pt x="2202268" y="131008"/>
                </a:cubicBezTo>
                <a:cubicBezTo>
                  <a:pt x="2220625" y="131008"/>
                  <a:pt x="2235506" y="116127"/>
                  <a:pt x="2235506" y="97771"/>
                </a:cubicBezTo>
                <a:cubicBezTo>
                  <a:pt x="2235506" y="79414"/>
                  <a:pt x="2220625" y="64533"/>
                  <a:pt x="2202268" y="64533"/>
                </a:cubicBezTo>
                <a:cubicBezTo>
                  <a:pt x="2183912" y="64533"/>
                  <a:pt x="2169031" y="79414"/>
                  <a:pt x="2169031" y="97771"/>
                </a:cubicBezTo>
                <a:moveTo>
                  <a:pt x="2304134" y="84789"/>
                </a:moveTo>
                <a:cubicBezTo>
                  <a:pt x="2304134" y="103145"/>
                  <a:pt x="2319015" y="118026"/>
                  <a:pt x="2337372" y="118026"/>
                </a:cubicBezTo>
                <a:cubicBezTo>
                  <a:pt x="2355729" y="118026"/>
                  <a:pt x="2370610" y="103145"/>
                  <a:pt x="2370610" y="84789"/>
                </a:cubicBezTo>
                <a:cubicBezTo>
                  <a:pt x="2370610" y="66432"/>
                  <a:pt x="2355729" y="51551"/>
                  <a:pt x="2337372" y="51551"/>
                </a:cubicBezTo>
                <a:cubicBezTo>
                  <a:pt x="2319015" y="51551"/>
                  <a:pt x="2304134" y="66432"/>
                  <a:pt x="2304134" y="84789"/>
                </a:cubicBezTo>
                <a:moveTo>
                  <a:pt x="2417126" y="71377"/>
                </a:moveTo>
                <a:cubicBezTo>
                  <a:pt x="2417126" y="89734"/>
                  <a:pt x="2432007" y="104615"/>
                  <a:pt x="2450363" y="104615"/>
                </a:cubicBezTo>
                <a:cubicBezTo>
                  <a:pt x="2468720" y="104615"/>
                  <a:pt x="2483601" y="89734"/>
                  <a:pt x="2483601" y="71377"/>
                </a:cubicBezTo>
                <a:cubicBezTo>
                  <a:pt x="2483601" y="53020"/>
                  <a:pt x="2468720" y="38139"/>
                  <a:pt x="2450363" y="38139"/>
                </a:cubicBezTo>
                <a:cubicBezTo>
                  <a:pt x="2432007" y="38139"/>
                  <a:pt x="2417126" y="53020"/>
                  <a:pt x="2417126" y="71377"/>
                </a:cubicBezTo>
                <a:moveTo>
                  <a:pt x="2559647" y="48743"/>
                </a:moveTo>
                <a:cubicBezTo>
                  <a:pt x="2559647" y="67100"/>
                  <a:pt x="2574528" y="81981"/>
                  <a:pt x="2592885" y="81981"/>
                </a:cubicBezTo>
                <a:cubicBezTo>
                  <a:pt x="2611241" y="81981"/>
                  <a:pt x="2626122" y="67100"/>
                  <a:pt x="2626122" y="48743"/>
                </a:cubicBezTo>
                <a:cubicBezTo>
                  <a:pt x="2626122" y="30387"/>
                  <a:pt x="2611241" y="15505"/>
                  <a:pt x="2592885" y="15505"/>
                </a:cubicBezTo>
                <a:cubicBezTo>
                  <a:pt x="2574528" y="15505"/>
                  <a:pt x="2559647" y="30387"/>
                  <a:pt x="2559647" y="48743"/>
                </a:cubicBezTo>
                <a:moveTo>
                  <a:pt x="2672727" y="39035"/>
                </a:moveTo>
                <a:cubicBezTo>
                  <a:pt x="2672727" y="57392"/>
                  <a:pt x="2687609" y="72272"/>
                  <a:pt x="2705965" y="72272"/>
                </a:cubicBezTo>
                <a:cubicBezTo>
                  <a:pt x="2724322" y="72272"/>
                  <a:pt x="2739203" y="57392"/>
                  <a:pt x="2739203" y="39035"/>
                </a:cubicBezTo>
                <a:cubicBezTo>
                  <a:pt x="2739203" y="20678"/>
                  <a:pt x="2724322" y="5797"/>
                  <a:pt x="2705965" y="5797"/>
                </a:cubicBezTo>
                <a:cubicBezTo>
                  <a:pt x="2687609" y="5797"/>
                  <a:pt x="2672727" y="20678"/>
                  <a:pt x="2672727" y="39035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B9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9E291B-250C-41D9-8049-40D7C3BA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140636"/>
            <a:ext cx="2807795" cy="970147"/>
          </a:xfrm>
          <a:custGeom xmlns:a="http://schemas.openxmlformats.org/drawingml/2006/main">
            <a:pathLst>
              <a:path w="2807795" h="970147" fill="none">
                <a:moveTo>
                  <a:pt x="0" y="970147"/>
                </a:moveTo>
                <a:lnTo>
                  <a:pt x="125972" y="892385"/>
                </a:lnTo>
                <a:lnTo>
                  <a:pt x="256820" y="841770"/>
                </a:lnTo>
                <a:lnTo>
                  <a:pt x="364594" y="790552"/>
                </a:lnTo>
                <a:lnTo>
                  <a:pt x="504257" y="702598"/>
                </a:lnTo>
                <a:lnTo>
                  <a:pt x="614446" y="674877"/>
                </a:lnTo>
                <a:lnTo>
                  <a:pt x="769626" y="608033"/>
                </a:lnTo>
                <a:lnTo>
                  <a:pt x="890079" y="546818"/>
                </a:lnTo>
                <a:lnTo>
                  <a:pt x="1002990" y="499427"/>
                </a:lnTo>
                <a:lnTo>
                  <a:pt x="1132309" y="473377"/>
                </a:lnTo>
                <a:lnTo>
                  <a:pt x="1277565" y="444152"/>
                </a:lnTo>
                <a:lnTo>
                  <a:pt x="1392633" y="415565"/>
                </a:lnTo>
                <a:lnTo>
                  <a:pt x="1532657" y="364262"/>
                </a:lnTo>
                <a:lnTo>
                  <a:pt x="1648158" y="230595"/>
                </a:lnTo>
                <a:lnTo>
                  <a:pt x="1790589" y="214957"/>
                </a:lnTo>
                <a:lnTo>
                  <a:pt x="1908513" y="154311"/>
                </a:lnTo>
                <a:lnTo>
                  <a:pt x="2051090" y="126515"/>
                </a:lnTo>
                <a:lnTo>
                  <a:pt x="2169031" y="128118"/>
                </a:lnTo>
                <a:lnTo>
                  <a:pt x="2304134" y="62924"/>
                </a:lnTo>
                <a:lnTo>
                  <a:pt x="2417126" y="61066"/>
                </a:lnTo>
                <a:lnTo>
                  <a:pt x="2559647" y="33217"/>
                </a:lnTo>
                <a:lnTo>
                  <a:pt x="2672727" y="15369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B9FF"/>
            </a:solidFill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1E501F-EC1D-4BCB-99A8-7FE27283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107398"/>
            <a:ext cx="2874271" cy="1036623"/>
          </a:xfrm>
          <a:custGeom xmlns:a="http://schemas.openxmlformats.org/drawingml/2006/main">
            <a:pathLst>
              <a:path w="2874271" h="1036623">
                <a:moveTo>
                  <a:pt x="0" y="1003385"/>
                </a:moveTo>
                <a:cubicBezTo>
                  <a:pt x="0" y="1021742"/>
                  <a:pt x="14881" y="1036623"/>
                  <a:pt x="33238" y="1036623"/>
                </a:cubicBezTo>
                <a:cubicBezTo>
                  <a:pt x="51594" y="1036623"/>
                  <a:pt x="66475" y="1021742"/>
                  <a:pt x="66475" y="1003385"/>
                </a:cubicBezTo>
                <a:cubicBezTo>
                  <a:pt x="66475" y="985029"/>
                  <a:pt x="51594" y="970148"/>
                  <a:pt x="33238" y="970148"/>
                </a:cubicBezTo>
                <a:cubicBezTo>
                  <a:pt x="14881" y="970148"/>
                  <a:pt x="0" y="985029"/>
                  <a:pt x="0" y="1003385"/>
                </a:cubicBezTo>
                <a:moveTo>
                  <a:pt x="125972" y="925623"/>
                </a:moveTo>
                <a:cubicBezTo>
                  <a:pt x="125972" y="943980"/>
                  <a:pt x="140853" y="958861"/>
                  <a:pt x="159210" y="958861"/>
                </a:cubicBezTo>
                <a:cubicBezTo>
                  <a:pt x="177567" y="958861"/>
                  <a:pt x="192448" y="943980"/>
                  <a:pt x="192448" y="925623"/>
                </a:cubicBezTo>
                <a:cubicBezTo>
                  <a:pt x="192448" y="907267"/>
                  <a:pt x="177567" y="892386"/>
                  <a:pt x="159210" y="892386"/>
                </a:cubicBezTo>
                <a:cubicBezTo>
                  <a:pt x="140853" y="892386"/>
                  <a:pt x="125972" y="907267"/>
                  <a:pt x="125972" y="925623"/>
                </a:cubicBezTo>
                <a:moveTo>
                  <a:pt x="256820" y="875008"/>
                </a:moveTo>
                <a:cubicBezTo>
                  <a:pt x="256820" y="893365"/>
                  <a:pt x="271701" y="908246"/>
                  <a:pt x="290058" y="908246"/>
                </a:cubicBezTo>
                <a:cubicBezTo>
                  <a:pt x="308415" y="908246"/>
                  <a:pt x="323295" y="893365"/>
                  <a:pt x="323295" y="875008"/>
                </a:cubicBezTo>
                <a:cubicBezTo>
                  <a:pt x="323295" y="856651"/>
                  <a:pt x="308415" y="841771"/>
                  <a:pt x="290058" y="841771"/>
                </a:cubicBezTo>
                <a:cubicBezTo>
                  <a:pt x="271701" y="841771"/>
                  <a:pt x="256820" y="856651"/>
                  <a:pt x="256820" y="875008"/>
                </a:cubicBezTo>
                <a:moveTo>
                  <a:pt x="364594" y="823790"/>
                </a:moveTo>
                <a:cubicBezTo>
                  <a:pt x="364594" y="842147"/>
                  <a:pt x="379475" y="857027"/>
                  <a:pt x="397832" y="857027"/>
                </a:cubicBezTo>
                <a:cubicBezTo>
                  <a:pt x="416188" y="857027"/>
                  <a:pt x="431069" y="842147"/>
                  <a:pt x="431069" y="823790"/>
                </a:cubicBezTo>
                <a:cubicBezTo>
                  <a:pt x="431069" y="805433"/>
                  <a:pt x="416188" y="790552"/>
                  <a:pt x="397832" y="790552"/>
                </a:cubicBezTo>
                <a:cubicBezTo>
                  <a:pt x="379475" y="790552"/>
                  <a:pt x="364594" y="805433"/>
                  <a:pt x="364594" y="823790"/>
                </a:cubicBezTo>
                <a:moveTo>
                  <a:pt x="504257" y="735836"/>
                </a:moveTo>
                <a:cubicBezTo>
                  <a:pt x="504257" y="754193"/>
                  <a:pt x="519138" y="769073"/>
                  <a:pt x="537495" y="769073"/>
                </a:cubicBezTo>
                <a:cubicBezTo>
                  <a:pt x="555851" y="769073"/>
                  <a:pt x="570732" y="754193"/>
                  <a:pt x="570732" y="735836"/>
                </a:cubicBezTo>
                <a:cubicBezTo>
                  <a:pt x="570732" y="717479"/>
                  <a:pt x="555851" y="702598"/>
                  <a:pt x="537495" y="702598"/>
                </a:cubicBezTo>
                <a:cubicBezTo>
                  <a:pt x="519138" y="702598"/>
                  <a:pt x="504257" y="717479"/>
                  <a:pt x="504257" y="735836"/>
                </a:cubicBezTo>
                <a:moveTo>
                  <a:pt x="614446" y="708115"/>
                </a:moveTo>
                <a:cubicBezTo>
                  <a:pt x="614446" y="726472"/>
                  <a:pt x="629327" y="741353"/>
                  <a:pt x="647684" y="741353"/>
                </a:cubicBezTo>
                <a:cubicBezTo>
                  <a:pt x="666040" y="741353"/>
                  <a:pt x="680921" y="726472"/>
                  <a:pt x="680921" y="708115"/>
                </a:cubicBezTo>
                <a:cubicBezTo>
                  <a:pt x="680921" y="689758"/>
                  <a:pt x="666040" y="674878"/>
                  <a:pt x="647684" y="674878"/>
                </a:cubicBezTo>
                <a:cubicBezTo>
                  <a:pt x="629327" y="674878"/>
                  <a:pt x="614446" y="689758"/>
                  <a:pt x="614446" y="708115"/>
                </a:cubicBezTo>
                <a:moveTo>
                  <a:pt x="769626" y="641271"/>
                </a:moveTo>
                <a:cubicBezTo>
                  <a:pt x="769626" y="659628"/>
                  <a:pt x="784506" y="674508"/>
                  <a:pt x="802863" y="674508"/>
                </a:cubicBezTo>
                <a:cubicBezTo>
                  <a:pt x="821220" y="674508"/>
                  <a:pt x="836101" y="659628"/>
                  <a:pt x="836101" y="641271"/>
                </a:cubicBezTo>
                <a:cubicBezTo>
                  <a:pt x="836101" y="622914"/>
                  <a:pt x="821220" y="608033"/>
                  <a:pt x="802863" y="608033"/>
                </a:cubicBezTo>
                <a:cubicBezTo>
                  <a:pt x="784506" y="608033"/>
                  <a:pt x="769626" y="622914"/>
                  <a:pt x="769626" y="641271"/>
                </a:cubicBezTo>
                <a:moveTo>
                  <a:pt x="890079" y="580055"/>
                </a:moveTo>
                <a:cubicBezTo>
                  <a:pt x="890079" y="598412"/>
                  <a:pt x="904960" y="613293"/>
                  <a:pt x="923317" y="613293"/>
                </a:cubicBezTo>
                <a:cubicBezTo>
                  <a:pt x="941673" y="613293"/>
                  <a:pt x="956554" y="598412"/>
                  <a:pt x="956554" y="580055"/>
                </a:cubicBezTo>
                <a:cubicBezTo>
                  <a:pt x="956554" y="561699"/>
                  <a:pt x="941673" y="546818"/>
                  <a:pt x="923317" y="546818"/>
                </a:cubicBezTo>
                <a:cubicBezTo>
                  <a:pt x="904960" y="546818"/>
                  <a:pt x="890079" y="561699"/>
                  <a:pt x="890079" y="580055"/>
                </a:cubicBezTo>
                <a:moveTo>
                  <a:pt x="1002990" y="532665"/>
                </a:moveTo>
                <a:cubicBezTo>
                  <a:pt x="1002990" y="551021"/>
                  <a:pt x="1017871" y="565902"/>
                  <a:pt x="1036227" y="565902"/>
                </a:cubicBezTo>
                <a:cubicBezTo>
                  <a:pt x="1054584" y="565902"/>
                  <a:pt x="1069465" y="551021"/>
                  <a:pt x="1069465" y="532665"/>
                </a:cubicBezTo>
                <a:cubicBezTo>
                  <a:pt x="1069465" y="514308"/>
                  <a:pt x="1054584" y="499427"/>
                  <a:pt x="1036227" y="499427"/>
                </a:cubicBezTo>
                <a:cubicBezTo>
                  <a:pt x="1017871" y="499427"/>
                  <a:pt x="1002990" y="514308"/>
                  <a:pt x="1002990" y="532665"/>
                </a:cubicBezTo>
                <a:moveTo>
                  <a:pt x="1132309" y="506615"/>
                </a:moveTo>
                <a:cubicBezTo>
                  <a:pt x="1132309" y="524971"/>
                  <a:pt x="1147190" y="539852"/>
                  <a:pt x="1165547" y="539852"/>
                </a:cubicBezTo>
                <a:cubicBezTo>
                  <a:pt x="1183903" y="539852"/>
                  <a:pt x="1198784" y="524971"/>
                  <a:pt x="1198784" y="506615"/>
                </a:cubicBezTo>
                <a:cubicBezTo>
                  <a:pt x="1198784" y="488258"/>
                  <a:pt x="1183903" y="473377"/>
                  <a:pt x="1165547" y="473377"/>
                </a:cubicBezTo>
                <a:cubicBezTo>
                  <a:pt x="1147190" y="473377"/>
                  <a:pt x="1132309" y="488258"/>
                  <a:pt x="1132309" y="506615"/>
                </a:cubicBezTo>
                <a:moveTo>
                  <a:pt x="1277565" y="477389"/>
                </a:moveTo>
                <a:cubicBezTo>
                  <a:pt x="1277565" y="495746"/>
                  <a:pt x="1292446" y="510627"/>
                  <a:pt x="1310802" y="510627"/>
                </a:cubicBezTo>
                <a:cubicBezTo>
                  <a:pt x="1329159" y="510627"/>
                  <a:pt x="1344040" y="495746"/>
                  <a:pt x="1344040" y="477389"/>
                </a:cubicBezTo>
                <a:cubicBezTo>
                  <a:pt x="1344040" y="459033"/>
                  <a:pt x="1329159" y="444152"/>
                  <a:pt x="1310802" y="444152"/>
                </a:cubicBezTo>
                <a:cubicBezTo>
                  <a:pt x="1292446" y="444152"/>
                  <a:pt x="1277565" y="459033"/>
                  <a:pt x="1277565" y="477389"/>
                </a:cubicBezTo>
                <a:moveTo>
                  <a:pt x="1392633" y="448803"/>
                </a:moveTo>
                <a:cubicBezTo>
                  <a:pt x="1392633" y="467160"/>
                  <a:pt x="1407514" y="482040"/>
                  <a:pt x="1425870" y="482040"/>
                </a:cubicBezTo>
                <a:cubicBezTo>
                  <a:pt x="1444227" y="482040"/>
                  <a:pt x="1459108" y="467160"/>
                  <a:pt x="1459108" y="448803"/>
                </a:cubicBezTo>
                <a:cubicBezTo>
                  <a:pt x="1459108" y="430446"/>
                  <a:pt x="1444227" y="415565"/>
                  <a:pt x="1425870" y="415565"/>
                </a:cubicBezTo>
                <a:cubicBezTo>
                  <a:pt x="1407514" y="415565"/>
                  <a:pt x="1392633" y="430446"/>
                  <a:pt x="1392633" y="448803"/>
                </a:cubicBezTo>
                <a:moveTo>
                  <a:pt x="1532657" y="397500"/>
                </a:moveTo>
                <a:cubicBezTo>
                  <a:pt x="1532657" y="415857"/>
                  <a:pt x="1547538" y="430737"/>
                  <a:pt x="1565895" y="430737"/>
                </a:cubicBezTo>
                <a:cubicBezTo>
                  <a:pt x="1584252" y="430737"/>
                  <a:pt x="1599132" y="415857"/>
                  <a:pt x="1599132" y="397500"/>
                </a:cubicBezTo>
                <a:cubicBezTo>
                  <a:pt x="1599132" y="379143"/>
                  <a:pt x="1584252" y="364262"/>
                  <a:pt x="1565895" y="364262"/>
                </a:cubicBezTo>
                <a:cubicBezTo>
                  <a:pt x="1547538" y="364262"/>
                  <a:pt x="1532657" y="379143"/>
                  <a:pt x="1532657" y="397500"/>
                </a:cubicBezTo>
                <a:moveTo>
                  <a:pt x="1648158" y="263833"/>
                </a:moveTo>
                <a:cubicBezTo>
                  <a:pt x="1648158" y="282190"/>
                  <a:pt x="1663039" y="297071"/>
                  <a:pt x="1681396" y="297071"/>
                </a:cubicBezTo>
                <a:cubicBezTo>
                  <a:pt x="1699752" y="297071"/>
                  <a:pt x="1714633" y="282190"/>
                  <a:pt x="1714633" y="263833"/>
                </a:cubicBezTo>
                <a:cubicBezTo>
                  <a:pt x="1714633" y="245476"/>
                  <a:pt x="1699752" y="230596"/>
                  <a:pt x="1681396" y="230596"/>
                </a:cubicBezTo>
                <a:cubicBezTo>
                  <a:pt x="1663039" y="230596"/>
                  <a:pt x="1648158" y="245476"/>
                  <a:pt x="1648158" y="263833"/>
                </a:cubicBezTo>
                <a:moveTo>
                  <a:pt x="1790589" y="248195"/>
                </a:moveTo>
                <a:cubicBezTo>
                  <a:pt x="1790589" y="266551"/>
                  <a:pt x="1805470" y="281432"/>
                  <a:pt x="1823827" y="281432"/>
                </a:cubicBezTo>
                <a:cubicBezTo>
                  <a:pt x="1842183" y="281432"/>
                  <a:pt x="1857064" y="266551"/>
                  <a:pt x="1857064" y="248195"/>
                </a:cubicBezTo>
                <a:cubicBezTo>
                  <a:pt x="1857064" y="229838"/>
                  <a:pt x="1842183" y="214957"/>
                  <a:pt x="1823827" y="214957"/>
                </a:cubicBezTo>
                <a:cubicBezTo>
                  <a:pt x="1805470" y="214957"/>
                  <a:pt x="1790589" y="229838"/>
                  <a:pt x="1790589" y="248195"/>
                </a:cubicBezTo>
                <a:moveTo>
                  <a:pt x="1908513" y="187549"/>
                </a:moveTo>
                <a:cubicBezTo>
                  <a:pt x="1908513" y="205906"/>
                  <a:pt x="1923394" y="220787"/>
                  <a:pt x="1941751" y="220787"/>
                </a:cubicBezTo>
                <a:cubicBezTo>
                  <a:pt x="1960107" y="220787"/>
                  <a:pt x="1974988" y="205906"/>
                  <a:pt x="1974988" y="187549"/>
                </a:cubicBezTo>
                <a:cubicBezTo>
                  <a:pt x="1974988" y="169192"/>
                  <a:pt x="1960107" y="154312"/>
                  <a:pt x="1941751" y="154312"/>
                </a:cubicBezTo>
                <a:cubicBezTo>
                  <a:pt x="1923394" y="154312"/>
                  <a:pt x="1908513" y="169192"/>
                  <a:pt x="1908513" y="187549"/>
                </a:cubicBezTo>
                <a:moveTo>
                  <a:pt x="2051090" y="159753"/>
                </a:moveTo>
                <a:cubicBezTo>
                  <a:pt x="2051090" y="178109"/>
                  <a:pt x="2065971" y="192990"/>
                  <a:pt x="2084327" y="192990"/>
                </a:cubicBezTo>
                <a:cubicBezTo>
                  <a:pt x="2102684" y="192990"/>
                  <a:pt x="2117565" y="178109"/>
                  <a:pt x="2117565" y="159753"/>
                </a:cubicBezTo>
                <a:cubicBezTo>
                  <a:pt x="2117565" y="141396"/>
                  <a:pt x="2102684" y="126515"/>
                  <a:pt x="2084327" y="126515"/>
                </a:cubicBezTo>
                <a:cubicBezTo>
                  <a:pt x="2065971" y="126515"/>
                  <a:pt x="2051090" y="141396"/>
                  <a:pt x="2051090" y="159753"/>
                </a:cubicBezTo>
                <a:moveTo>
                  <a:pt x="2169031" y="161356"/>
                </a:moveTo>
                <a:cubicBezTo>
                  <a:pt x="2169031" y="179712"/>
                  <a:pt x="2183912" y="194593"/>
                  <a:pt x="2202268" y="194593"/>
                </a:cubicBezTo>
                <a:cubicBezTo>
                  <a:pt x="2220625" y="194593"/>
                  <a:pt x="2235506" y="179712"/>
                  <a:pt x="2235506" y="161356"/>
                </a:cubicBezTo>
                <a:cubicBezTo>
                  <a:pt x="2235506" y="142999"/>
                  <a:pt x="2220625" y="128118"/>
                  <a:pt x="2202268" y="128118"/>
                </a:cubicBezTo>
                <a:cubicBezTo>
                  <a:pt x="2183912" y="128118"/>
                  <a:pt x="2169031" y="142999"/>
                  <a:pt x="2169031" y="161356"/>
                </a:cubicBezTo>
                <a:moveTo>
                  <a:pt x="2304134" y="96162"/>
                </a:moveTo>
                <a:cubicBezTo>
                  <a:pt x="2304134" y="114518"/>
                  <a:pt x="2319015" y="129399"/>
                  <a:pt x="2337372" y="129399"/>
                </a:cubicBezTo>
                <a:cubicBezTo>
                  <a:pt x="2355728" y="129399"/>
                  <a:pt x="2370609" y="114518"/>
                  <a:pt x="2370609" y="96162"/>
                </a:cubicBezTo>
                <a:cubicBezTo>
                  <a:pt x="2370609" y="77805"/>
                  <a:pt x="2355728" y="62924"/>
                  <a:pt x="2337372" y="62924"/>
                </a:cubicBezTo>
                <a:cubicBezTo>
                  <a:pt x="2319015" y="62924"/>
                  <a:pt x="2304134" y="77805"/>
                  <a:pt x="2304134" y="96162"/>
                </a:cubicBezTo>
                <a:moveTo>
                  <a:pt x="2417126" y="94304"/>
                </a:moveTo>
                <a:cubicBezTo>
                  <a:pt x="2417126" y="112661"/>
                  <a:pt x="2432007" y="127542"/>
                  <a:pt x="2450363" y="127542"/>
                </a:cubicBezTo>
                <a:cubicBezTo>
                  <a:pt x="2468720" y="127542"/>
                  <a:pt x="2483601" y="112661"/>
                  <a:pt x="2483601" y="94304"/>
                </a:cubicBezTo>
                <a:cubicBezTo>
                  <a:pt x="2483601" y="75948"/>
                  <a:pt x="2468720" y="61067"/>
                  <a:pt x="2450363" y="61067"/>
                </a:cubicBezTo>
                <a:cubicBezTo>
                  <a:pt x="2432007" y="61067"/>
                  <a:pt x="2417126" y="75948"/>
                  <a:pt x="2417126" y="94304"/>
                </a:cubicBezTo>
                <a:moveTo>
                  <a:pt x="2559647" y="66455"/>
                </a:moveTo>
                <a:cubicBezTo>
                  <a:pt x="2559647" y="84811"/>
                  <a:pt x="2574528" y="99692"/>
                  <a:pt x="2592885" y="99692"/>
                </a:cubicBezTo>
                <a:cubicBezTo>
                  <a:pt x="2611241" y="99692"/>
                  <a:pt x="2626122" y="84811"/>
                  <a:pt x="2626122" y="66455"/>
                </a:cubicBezTo>
                <a:cubicBezTo>
                  <a:pt x="2626122" y="48098"/>
                  <a:pt x="2611241" y="33217"/>
                  <a:pt x="2592885" y="33217"/>
                </a:cubicBezTo>
                <a:cubicBezTo>
                  <a:pt x="2574528" y="33217"/>
                  <a:pt x="2559647" y="48098"/>
                  <a:pt x="2559647" y="66455"/>
                </a:cubicBezTo>
                <a:moveTo>
                  <a:pt x="2672727" y="48607"/>
                </a:moveTo>
                <a:cubicBezTo>
                  <a:pt x="2672727" y="66964"/>
                  <a:pt x="2687608" y="81845"/>
                  <a:pt x="2705965" y="81845"/>
                </a:cubicBezTo>
                <a:cubicBezTo>
                  <a:pt x="2724322" y="81845"/>
                  <a:pt x="2739203" y="66964"/>
                  <a:pt x="2739203" y="48607"/>
                </a:cubicBezTo>
                <a:cubicBezTo>
                  <a:pt x="2739203" y="30251"/>
                  <a:pt x="2724322" y="15369"/>
                  <a:pt x="2705965" y="15369"/>
                </a:cubicBezTo>
                <a:cubicBezTo>
                  <a:pt x="2687608" y="15369"/>
                  <a:pt x="2672727" y="30251"/>
                  <a:pt x="2672727" y="48607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B9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D633D2-E1A2-48F3-BE68-16983BD4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3764574"/>
            <a:ext cx="2807795" cy="699246"/>
          </a:xfrm>
          <a:custGeom xmlns:a="http://schemas.openxmlformats.org/drawingml/2006/main">
            <a:pathLst>
              <a:path w="2807795" h="699246" fill="none">
                <a:moveTo>
                  <a:pt x="0" y="699246"/>
                </a:moveTo>
                <a:lnTo>
                  <a:pt x="125972" y="654924"/>
                </a:lnTo>
                <a:lnTo>
                  <a:pt x="256820" y="609155"/>
                </a:lnTo>
                <a:lnTo>
                  <a:pt x="364594" y="580158"/>
                </a:lnTo>
                <a:lnTo>
                  <a:pt x="504257" y="521659"/>
                </a:lnTo>
                <a:lnTo>
                  <a:pt x="614446" y="491828"/>
                </a:lnTo>
                <a:lnTo>
                  <a:pt x="769625" y="442156"/>
                </a:lnTo>
                <a:lnTo>
                  <a:pt x="890079" y="405998"/>
                </a:lnTo>
                <a:lnTo>
                  <a:pt x="1002990" y="298586"/>
                </a:lnTo>
                <a:lnTo>
                  <a:pt x="1132309" y="278866"/>
                </a:lnTo>
                <a:lnTo>
                  <a:pt x="1277565" y="244466"/>
                </a:lnTo>
                <a:lnTo>
                  <a:pt x="1392633" y="234508"/>
                </a:lnTo>
                <a:lnTo>
                  <a:pt x="1532658" y="203091"/>
                </a:lnTo>
                <a:lnTo>
                  <a:pt x="1648158" y="183562"/>
                </a:lnTo>
                <a:lnTo>
                  <a:pt x="1790589" y="161639"/>
                </a:lnTo>
                <a:lnTo>
                  <a:pt x="1908513" y="133680"/>
                </a:lnTo>
                <a:lnTo>
                  <a:pt x="2051090" y="109799"/>
                </a:lnTo>
                <a:lnTo>
                  <a:pt x="2169030" y="98334"/>
                </a:lnTo>
                <a:lnTo>
                  <a:pt x="2304134" y="75907"/>
                </a:lnTo>
                <a:lnTo>
                  <a:pt x="2417126" y="61830"/>
                </a:lnTo>
                <a:lnTo>
                  <a:pt x="2559647" y="41276"/>
                </a:lnTo>
                <a:lnTo>
                  <a:pt x="2672727" y="27273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B9FF"/>
            </a:solidFill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30F98B-9D4F-42F9-9C73-AFF302AE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3731336"/>
            <a:ext cx="2874271" cy="765722"/>
          </a:xfrm>
          <a:custGeom xmlns:a="http://schemas.openxmlformats.org/drawingml/2006/main">
            <a:pathLst>
              <a:path w="2874271" h="765722">
                <a:moveTo>
                  <a:pt x="0" y="732484"/>
                </a:moveTo>
                <a:cubicBezTo>
                  <a:pt x="0" y="750841"/>
                  <a:pt x="14881" y="765722"/>
                  <a:pt x="33238" y="765722"/>
                </a:cubicBezTo>
                <a:cubicBezTo>
                  <a:pt x="51594" y="765722"/>
                  <a:pt x="66475" y="750841"/>
                  <a:pt x="66475" y="732484"/>
                </a:cubicBezTo>
                <a:cubicBezTo>
                  <a:pt x="66475" y="714127"/>
                  <a:pt x="51594" y="699246"/>
                  <a:pt x="33238" y="699246"/>
                </a:cubicBezTo>
                <a:cubicBezTo>
                  <a:pt x="14881" y="699246"/>
                  <a:pt x="0" y="714127"/>
                  <a:pt x="0" y="732484"/>
                </a:cubicBezTo>
                <a:moveTo>
                  <a:pt x="125972" y="688162"/>
                </a:moveTo>
                <a:cubicBezTo>
                  <a:pt x="125972" y="706518"/>
                  <a:pt x="140853" y="721399"/>
                  <a:pt x="159210" y="721399"/>
                </a:cubicBezTo>
                <a:cubicBezTo>
                  <a:pt x="177567" y="721399"/>
                  <a:pt x="192448" y="706518"/>
                  <a:pt x="192448" y="688162"/>
                </a:cubicBezTo>
                <a:cubicBezTo>
                  <a:pt x="192448" y="669805"/>
                  <a:pt x="177567" y="654924"/>
                  <a:pt x="159210" y="654924"/>
                </a:cubicBezTo>
                <a:cubicBezTo>
                  <a:pt x="140853" y="654924"/>
                  <a:pt x="125972" y="669805"/>
                  <a:pt x="125972" y="688162"/>
                </a:cubicBezTo>
                <a:moveTo>
                  <a:pt x="256821" y="642392"/>
                </a:moveTo>
                <a:cubicBezTo>
                  <a:pt x="256821" y="660749"/>
                  <a:pt x="271701" y="675630"/>
                  <a:pt x="290058" y="675630"/>
                </a:cubicBezTo>
                <a:cubicBezTo>
                  <a:pt x="308415" y="675630"/>
                  <a:pt x="323296" y="660749"/>
                  <a:pt x="323296" y="642392"/>
                </a:cubicBezTo>
                <a:cubicBezTo>
                  <a:pt x="323296" y="624036"/>
                  <a:pt x="308415" y="609155"/>
                  <a:pt x="290058" y="609155"/>
                </a:cubicBezTo>
                <a:cubicBezTo>
                  <a:pt x="271701" y="609155"/>
                  <a:pt x="256821" y="624036"/>
                  <a:pt x="256821" y="642392"/>
                </a:cubicBezTo>
                <a:moveTo>
                  <a:pt x="364594" y="613396"/>
                </a:moveTo>
                <a:cubicBezTo>
                  <a:pt x="364594" y="631752"/>
                  <a:pt x="379475" y="646633"/>
                  <a:pt x="397832" y="646633"/>
                </a:cubicBezTo>
                <a:cubicBezTo>
                  <a:pt x="416188" y="646633"/>
                  <a:pt x="431070" y="631752"/>
                  <a:pt x="431070" y="613396"/>
                </a:cubicBezTo>
                <a:cubicBezTo>
                  <a:pt x="431070" y="595039"/>
                  <a:pt x="416188" y="580158"/>
                  <a:pt x="397832" y="580158"/>
                </a:cubicBezTo>
                <a:cubicBezTo>
                  <a:pt x="379475" y="580158"/>
                  <a:pt x="364594" y="595039"/>
                  <a:pt x="364594" y="613396"/>
                </a:cubicBezTo>
                <a:moveTo>
                  <a:pt x="504257" y="554896"/>
                </a:moveTo>
                <a:cubicBezTo>
                  <a:pt x="504257" y="573253"/>
                  <a:pt x="519138" y="588134"/>
                  <a:pt x="537495" y="588134"/>
                </a:cubicBezTo>
                <a:cubicBezTo>
                  <a:pt x="555851" y="588134"/>
                  <a:pt x="570732" y="573253"/>
                  <a:pt x="570732" y="554896"/>
                </a:cubicBezTo>
                <a:cubicBezTo>
                  <a:pt x="570732" y="536539"/>
                  <a:pt x="555851" y="521659"/>
                  <a:pt x="537495" y="521659"/>
                </a:cubicBezTo>
                <a:cubicBezTo>
                  <a:pt x="519138" y="521659"/>
                  <a:pt x="504257" y="536539"/>
                  <a:pt x="504257" y="554896"/>
                </a:cubicBezTo>
                <a:moveTo>
                  <a:pt x="614446" y="525065"/>
                </a:moveTo>
                <a:cubicBezTo>
                  <a:pt x="614446" y="543422"/>
                  <a:pt x="629327" y="558303"/>
                  <a:pt x="647684" y="558303"/>
                </a:cubicBezTo>
                <a:cubicBezTo>
                  <a:pt x="666041" y="558303"/>
                  <a:pt x="680922" y="543422"/>
                  <a:pt x="680922" y="525065"/>
                </a:cubicBezTo>
                <a:cubicBezTo>
                  <a:pt x="680922" y="506709"/>
                  <a:pt x="666041" y="491828"/>
                  <a:pt x="647684" y="491828"/>
                </a:cubicBezTo>
                <a:cubicBezTo>
                  <a:pt x="629327" y="491828"/>
                  <a:pt x="614446" y="506709"/>
                  <a:pt x="614446" y="525065"/>
                </a:cubicBezTo>
                <a:moveTo>
                  <a:pt x="769626" y="475393"/>
                </a:moveTo>
                <a:cubicBezTo>
                  <a:pt x="769626" y="493749"/>
                  <a:pt x="784507" y="508631"/>
                  <a:pt x="802863" y="508631"/>
                </a:cubicBezTo>
                <a:cubicBezTo>
                  <a:pt x="821220" y="508631"/>
                  <a:pt x="836101" y="493749"/>
                  <a:pt x="836101" y="475393"/>
                </a:cubicBezTo>
                <a:cubicBezTo>
                  <a:pt x="836101" y="457036"/>
                  <a:pt x="821220" y="442155"/>
                  <a:pt x="802863" y="442155"/>
                </a:cubicBezTo>
                <a:cubicBezTo>
                  <a:pt x="784507" y="442155"/>
                  <a:pt x="769626" y="457036"/>
                  <a:pt x="769626" y="475393"/>
                </a:cubicBezTo>
                <a:moveTo>
                  <a:pt x="890079" y="439235"/>
                </a:moveTo>
                <a:cubicBezTo>
                  <a:pt x="890079" y="457592"/>
                  <a:pt x="904960" y="472473"/>
                  <a:pt x="923317" y="472473"/>
                </a:cubicBezTo>
                <a:cubicBezTo>
                  <a:pt x="941673" y="472473"/>
                  <a:pt x="956554" y="457592"/>
                  <a:pt x="956554" y="439235"/>
                </a:cubicBezTo>
                <a:cubicBezTo>
                  <a:pt x="956554" y="420879"/>
                  <a:pt x="941673" y="405997"/>
                  <a:pt x="923317" y="405997"/>
                </a:cubicBezTo>
                <a:cubicBezTo>
                  <a:pt x="904960" y="405997"/>
                  <a:pt x="890079" y="420879"/>
                  <a:pt x="890079" y="439235"/>
                </a:cubicBezTo>
                <a:moveTo>
                  <a:pt x="1002990" y="331823"/>
                </a:moveTo>
                <a:cubicBezTo>
                  <a:pt x="1002990" y="350180"/>
                  <a:pt x="1017871" y="365061"/>
                  <a:pt x="1036227" y="365061"/>
                </a:cubicBezTo>
                <a:cubicBezTo>
                  <a:pt x="1054584" y="365061"/>
                  <a:pt x="1069465" y="350180"/>
                  <a:pt x="1069465" y="331823"/>
                </a:cubicBezTo>
                <a:cubicBezTo>
                  <a:pt x="1069465" y="313467"/>
                  <a:pt x="1054584" y="298586"/>
                  <a:pt x="1036227" y="298586"/>
                </a:cubicBezTo>
                <a:cubicBezTo>
                  <a:pt x="1017871" y="298586"/>
                  <a:pt x="1002990" y="313467"/>
                  <a:pt x="1002990" y="331823"/>
                </a:cubicBezTo>
                <a:moveTo>
                  <a:pt x="1132309" y="312103"/>
                </a:moveTo>
                <a:cubicBezTo>
                  <a:pt x="1132309" y="330460"/>
                  <a:pt x="1147190" y="345341"/>
                  <a:pt x="1165547" y="345341"/>
                </a:cubicBezTo>
                <a:cubicBezTo>
                  <a:pt x="1183904" y="345341"/>
                  <a:pt x="1198784" y="330460"/>
                  <a:pt x="1198784" y="312103"/>
                </a:cubicBezTo>
                <a:cubicBezTo>
                  <a:pt x="1198784" y="293747"/>
                  <a:pt x="1183904" y="278866"/>
                  <a:pt x="1165547" y="278866"/>
                </a:cubicBezTo>
                <a:cubicBezTo>
                  <a:pt x="1147190" y="278866"/>
                  <a:pt x="1132309" y="293747"/>
                  <a:pt x="1132309" y="312103"/>
                </a:cubicBezTo>
                <a:moveTo>
                  <a:pt x="1277565" y="277704"/>
                </a:moveTo>
                <a:cubicBezTo>
                  <a:pt x="1277565" y="296061"/>
                  <a:pt x="1292446" y="310941"/>
                  <a:pt x="1310802" y="310941"/>
                </a:cubicBezTo>
                <a:cubicBezTo>
                  <a:pt x="1329159" y="310941"/>
                  <a:pt x="1344040" y="296061"/>
                  <a:pt x="1344040" y="277704"/>
                </a:cubicBezTo>
                <a:cubicBezTo>
                  <a:pt x="1344040" y="259347"/>
                  <a:pt x="1329159" y="244466"/>
                  <a:pt x="1310802" y="244466"/>
                </a:cubicBezTo>
                <a:cubicBezTo>
                  <a:pt x="1292446" y="244466"/>
                  <a:pt x="1277565" y="259347"/>
                  <a:pt x="1277565" y="277704"/>
                </a:cubicBezTo>
                <a:moveTo>
                  <a:pt x="1392633" y="267746"/>
                </a:moveTo>
                <a:cubicBezTo>
                  <a:pt x="1392633" y="286102"/>
                  <a:pt x="1407514" y="300983"/>
                  <a:pt x="1425871" y="300983"/>
                </a:cubicBezTo>
                <a:cubicBezTo>
                  <a:pt x="1444227" y="300983"/>
                  <a:pt x="1459108" y="286102"/>
                  <a:pt x="1459108" y="267746"/>
                </a:cubicBezTo>
                <a:cubicBezTo>
                  <a:pt x="1459108" y="249389"/>
                  <a:pt x="1444227" y="234508"/>
                  <a:pt x="1425871" y="234508"/>
                </a:cubicBezTo>
                <a:cubicBezTo>
                  <a:pt x="1407514" y="234508"/>
                  <a:pt x="1392633" y="249389"/>
                  <a:pt x="1392633" y="267746"/>
                </a:cubicBezTo>
                <a:moveTo>
                  <a:pt x="1532658" y="236328"/>
                </a:moveTo>
                <a:cubicBezTo>
                  <a:pt x="1532658" y="254685"/>
                  <a:pt x="1547539" y="269566"/>
                  <a:pt x="1565895" y="269566"/>
                </a:cubicBezTo>
                <a:cubicBezTo>
                  <a:pt x="1584252" y="269566"/>
                  <a:pt x="1599133" y="254685"/>
                  <a:pt x="1599133" y="236328"/>
                </a:cubicBezTo>
                <a:cubicBezTo>
                  <a:pt x="1599133" y="217971"/>
                  <a:pt x="1584252" y="203090"/>
                  <a:pt x="1565895" y="203090"/>
                </a:cubicBezTo>
                <a:cubicBezTo>
                  <a:pt x="1547539" y="203090"/>
                  <a:pt x="1532658" y="217971"/>
                  <a:pt x="1532658" y="236328"/>
                </a:cubicBezTo>
                <a:moveTo>
                  <a:pt x="1648158" y="216800"/>
                </a:moveTo>
                <a:cubicBezTo>
                  <a:pt x="1648158" y="235156"/>
                  <a:pt x="1663039" y="250037"/>
                  <a:pt x="1681396" y="250037"/>
                </a:cubicBezTo>
                <a:cubicBezTo>
                  <a:pt x="1699752" y="250037"/>
                  <a:pt x="1714634" y="235156"/>
                  <a:pt x="1714634" y="216800"/>
                </a:cubicBezTo>
                <a:cubicBezTo>
                  <a:pt x="1714634" y="198443"/>
                  <a:pt x="1699752" y="183562"/>
                  <a:pt x="1681396" y="183562"/>
                </a:cubicBezTo>
                <a:cubicBezTo>
                  <a:pt x="1663039" y="183562"/>
                  <a:pt x="1648158" y="198443"/>
                  <a:pt x="1648158" y="216800"/>
                </a:cubicBezTo>
                <a:moveTo>
                  <a:pt x="1790589" y="194876"/>
                </a:moveTo>
                <a:cubicBezTo>
                  <a:pt x="1790589" y="213233"/>
                  <a:pt x="1805470" y="228113"/>
                  <a:pt x="1823827" y="228113"/>
                </a:cubicBezTo>
                <a:cubicBezTo>
                  <a:pt x="1842184" y="228113"/>
                  <a:pt x="1857064" y="213233"/>
                  <a:pt x="1857064" y="194876"/>
                </a:cubicBezTo>
                <a:cubicBezTo>
                  <a:pt x="1857064" y="176519"/>
                  <a:pt x="1842184" y="161638"/>
                  <a:pt x="1823827" y="161638"/>
                </a:cubicBezTo>
                <a:cubicBezTo>
                  <a:pt x="1805470" y="161638"/>
                  <a:pt x="1790589" y="176519"/>
                  <a:pt x="1790589" y="194876"/>
                </a:cubicBezTo>
                <a:moveTo>
                  <a:pt x="1908514" y="166918"/>
                </a:moveTo>
                <a:cubicBezTo>
                  <a:pt x="1908514" y="185275"/>
                  <a:pt x="1923394" y="200155"/>
                  <a:pt x="1941751" y="200155"/>
                </a:cubicBezTo>
                <a:cubicBezTo>
                  <a:pt x="1960107" y="200155"/>
                  <a:pt x="1974989" y="185275"/>
                  <a:pt x="1974989" y="166918"/>
                </a:cubicBezTo>
                <a:cubicBezTo>
                  <a:pt x="1974989" y="148561"/>
                  <a:pt x="1960107" y="133680"/>
                  <a:pt x="1941751" y="133680"/>
                </a:cubicBezTo>
                <a:cubicBezTo>
                  <a:pt x="1923394" y="133680"/>
                  <a:pt x="1908514" y="148561"/>
                  <a:pt x="1908514" y="166918"/>
                </a:cubicBezTo>
                <a:moveTo>
                  <a:pt x="2051090" y="143036"/>
                </a:moveTo>
                <a:cubicBezTo>
                  <a:pt x="2051090" y="161393"/>
                  <a:pt x="2065971" y="176274"/>
                  <a:pt x="2084327" y="176274"/>
                </a:cubicBezTo>
                <a:cubicBezTo>
                  <a:pt x="2102684" y="176274"/>
                  <a:pt x="2117565" y="161393"/>
                  <a:pt x="2117565" y="143036"/>
                </a:cubicBezTo>
                <a:cubicBezTo>
                  <a:pt x="2117565" y="124679"/>
                  <a:pt x="2102684" y="109799"/>
                  <a:pt x="2084327" y="109799"/>
                </a:cubicBezTo>
                <a:cubicBezTo>
                  <a:pt x="2065971" y="109799"/>
                  <a:pt x="2051090" y="124679"/>
                  <a:pt x="2051090" y="143036"/>
                </a:cubicBezTo>
                <a:moveTo>
                  <a:pt x="2169031" y="131571"/>
                </a:moveTo>
                <a:cubicBezTo>
                  <a:pt x="2169031" y="149928"/>
                  <a:pt x="2183912" y="164809"/>
                  <a:pt x="2202268" y="164809"/>
                </a:cubicBezTo>
                <a:cubicBezTo>
                  <a:pt x="2220625" y="164809"/>
                  <a:pt x="2235506" y="149928"/>
                  <a:pt x="2235506" y="131571"/>
                </a:cubicBezTo>
                <a:cubicBezTo>
                  <a:pt x="2235506" y="113215"/>
                  <a:pt x="2220625" y="98334"/>
                  <a:pt x="2202268" y="98334"/>
                </a:cubicBezTo>
                <a:cubicBezTo>
                  <a:pt x="2183912" y="98334"/>
                  <a:pt x="2169031" y="113215"/>
                  <a:pt x="2169031" y="131571"/>
                </a:cubicBezTo>
                <a:moveTo>
                  <a:pt x="2304134" y="109145"/>
                </a:moveTo>
                <a:cubicBezTo>
                  <a:pt x="2304134" y="127501"/>
                  <a:pt x="2319015" y="142382"/>
                  <a:pt x="2337372" y="142382"/>
                </a:cubicBezTo>
                <a:cubicBezTo>
                  <a:pt x="2355729" y="142382"/>
                  <a:pt x="2370610" y="127501"/>
                  <a:pt x="2370610" y="109145"/>
                </a:cubicBezTo>
                <a:cubicBezTo>
                  <a:pt x="2370610" y="90788"/>
                  <a:pt x="2355729" y="75907"/>
                  <a:pt x="2337372" y="75907"/>
                </a:cubicBezTo>
                <a:cubicBezTo>
                  <a:pt x="2319015" y="75907"/>
                  <a:pt x="2304134" y="90788"/>
                  <a:pt x="2304134" y="109145"/>
                </a:cubicBezTo>
                <a:moveTo>
                  <a:pt x="2417126" y="95067"/>
                </a:moveTo>
                <a:cubicBezTo>
                  <a:pt x="2417126" y="113424"/>
                  <a:pt x="2432007" y="128305"/>
                  <a:pt x="2450363" y="128305"/>
                </a:cubicBezTo>
                <a:cubicBezTo>
                  <a:pt x="2468720" y="128305"/>
                  <a:pt x="2483601" y="113424"/>
                  <a:pt x="2483601" y="95067"/>
                </a:cubicBezTo>
                <a:cubicBezTo>
                  <a:pt x="2483601" y="76710"/>
                  <a:pt x="2468720" y="61830"/>
                  <a:pt x="2450363" y="61830"/>
                </a:cubicBezTo>
                <a:cubicBezTo>
                  <a:pt x="2432007" y="61830"/>
                  <a:pt x="2417126" y="76710"/>
                  <a:pt x="2417126" y="95067"/>
                </a:cubicBezTo>
                <a:moveTo>
                  <a:pt x="2559647" y="74514"/>
                </a:moveTo>
                <a:cubicBezTo>
                  <a:pt x="2559647" y="92870"/>
                  <a:pt x="2574528" y="107751"/>
                  <a:pt x="2592885" y="107751"/>
                </a:cubicBezTo>
                <a:cubicBezTo>
                  <a:pt x="2611241" y="107751"/>
                  <a:pt x="2626122" y="92870"/>
                  <a:pt x="2626122" y="74514"/>
                </a:cubicBezTo>
                <a:cubicBezTo>
                  <a:pt x="2626122" y="56157"/>
                  <a:pt x="2611241" y="41276"/>
                  <a:pt x="2592885" y="41276"/>
                </a:cubicBezTo>
                <a:cubicBezTo>
                  <a:pt x="2574528" y="41276"/>
                  <a:pt x="2559647" y="56157"/>
                  <a:pt x="2559647" y="74514"/>
                </a:cubicBezTo>
                <a:moveTo>
                  <a:pt x="2672727" y="60510"/>
                </a:moveTo>
                <a:cubicBezTo>
                  <a:pt x="2672727" y="78867"/>
                  <a:pt x="2687609" y="93748"/>
                  <a:pt x="2705965" y="93748"/>
                </a:cubicBezTo>
                <a:cubicBezTo>
                  <a:pt x="2724322" y="93748"/>
                  <a:pt x="2739203" y="78867"/>
                  <a:pt x="2739203" y="60510"/>
                </a:cubicBezTo>
                <a:cubicBezTo>
                  <a:pt x="2739203" y="42154"/>
                  <a:pt x="2724322" y="27272"/>
                  <a:pt x="2705965" y="27272"/>
                </a:cubicBezTo>
                <a:cubicBezTo>
                  <a:pt x="2687609" y="27272"/>
                  <a:pt x="2672727" y="42154"/>
                  <a:pt x="2672727" y="60510"/>
                </a:cubicBezTo>
                <a:moveTo>
                  <a:pt x="2807795" y="33237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00B9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20FADE-6F33-4E10-81B7-43C271B5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770840"/>
            <a:ext cx="2807795" cy="1135373"/>
          </a:xfrm>
          <a:custGeom xmlns:a="http://schemas.openxmlformats.org/drawingml/2006/main">
            <a:pathLst>
              <a:path w="2807795" h="1135373" fill="none">
                <a:moveTo>
                  <a:pt x="0" y="1135373"/>
                </a:moveTo>
                <a:lnTo>
                  <a:pt x="125972" y="1065846"/>
                </a:lnTo>
                <a:lnTo>
                  <a:pt x="256820" y="987085"/>
                </a:lnTo>
                <a:lnTo>
                  <a:pt x="364594" y="937813"/>
                </a:lnTo>
                <a:lnTo>
                  <a:pt x="504257" y="882136"/>
                </a:lnTo>
                <a:lnTo>
                  <a:pt x="614446" y="852973"/>
                </a:lnTo>
                <a:lnTo>
                  <a:pt x="769626" y="784255"/>
                </a:lnTo>
                <a:lnTo>
                  <a:pt x="890079" y="727465"/>
                </a:lnTo>
                <a:lnTo>
                  <a:pt x="1002990" y="682004"/>
                </a:lnTo>
                <a:lnTo>
                  <a:pt x="1132309" y="641426"/>
                </a:lnTo>
                <a:lnTo>
                  <a:pt x="1277565" y="390608"/>
                </a:lnTo>
                <a:lnTo>
                  <a:pt x="1392633" y="353987"/>
                </a:lnTo>
                <a:lnTo>
                  <a:pt x="1532657" y="322963"/>
                </a:lnTo>
                <a:lnTo>
                  <a:pt x="1648158" y="281944"/>
                </a:lnTo>
                <a:lnTo>
                  <a:pt x="1790589" y="244801"/>
                </a:lnTo>
                <a:lnTo>
                  <a:pt x="1908513" y="211753"/>
                </a:lnTo>
                <a:lnTo>
                  <a:pt x="2051090" y="110035"/>
                </a:lnTo>
                <a:lnTo>
                  <a:pt x="2169031" y="165869"/>
                </a:lnTo>
                <a:lnTo>
                  <a:pt x="2304134" y="130501"/>
                </a:lnTo>
                <a:lnTo>
                  <a:pt x="2417126" y="53514"/>
                </a:lnTo>
                <a:lnTo>
                  <a:pt x="2559647" y="20219"/>
                </a:lnTo>
                <a:lnTo>
                  <a:pt x="2672727" y="52028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D0FF"/>
            </a:solidFill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897F8F-8612-40E9-8C06-9F89424C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737603"/>
            <a:ext cx="2874271" cy="1201848"/>
          </a:xfrm>
          <a:custGeom xmlns:a="http://schemas.openxmlformats.org/drawingml/2006/main">
            <a:pathLst>
              <a:path w="2874271" h="1201848">
                <a:moveTo>
                  <a:pt x="0" y="1168610"/>
                </a:moveTo>
                <a:cubicBezTo>
                  <a:pt x="0" y="1186967"/>
                  <a:pt x="14881" y="1201848"/>
                  <a:pt x="33238" y="1201848"/>
                </a:cubicBezTo>
                <a:cubicBezTo>
                  <a:pt x="51594" y="1201848"/>
                  <a:pt x="66475" y="1186967"/>
                  <a:pt x="66475" y="1168610"/>
                </a:cubicBezTo>
                <a:cubicBezTo>
                  <a:pt x="66475" y="1150254"/>
                  <a:pt x="51594" y="1135373"/>
                  <a:pt x="33238" y="1135373"/>
                </a:cubicBezTo>
                <a:cubicBezTo>
                  <a:pt x="14881" y="1135373"/>
                  <a:pt x="0" y="1150254"/>
                  <a:pt x="0" y="1168610"/>
                </a:cubicBezTo>
                <a:moveTo>
                  <a:pt x="125972" y="1099083"/>
                </a:moveTo>
                <a:cubicBezTo>
                  <a:pt x="125972" y="1117440"/>
                  <a:pt x="140853" y="1132321"/>
                  <a:pt x="159210" y="1132321"/>
                </a:cubicBezTo>
                <a:cubicBezTo>
                  <a:pt x="177567" y="1132321"/>
                  <a:pt x="192448" y="1117440"/>
                  <a:pt x="192448" y="1099083"/>
                </a:cubicBezTo>
                <a:cubicBezTo>
                  <a:pt x="192448" y="1080726"/>
                  <a:pt x="177567" y="1065845"/>
                  <a:pt x="159210" y="1065845"/>
                </a:cubicBezTo>
                <a:cubicBezTo>
                  <a:pt x="140853" y="1065845"/>
                  <a:pt x="125972" y="1080726"/>
                  <a:pt x="125972" y="1099083"/>
                </a:cubicBezTo>
                <a:moveTo>
                  <a:pt x="256820" y="1020322"/>
                </a:moveTo>
                <a:cubicBezTo>
                  <a:pt x="256820" y="1038679"/>
                  <a:pt x="271701" y="1053560"/>
                  <a:pt x="290058" y="1053560"/>
                </a:cubicBezTo>
                <a:cubicBezTo>
                  <a:pt x="308415" y="1053560"/>
                  <a:pt x="323295" y="1038679"/>
                  <a:pt x="323295" y="1020322"/>
                </a:cubicBezTo>
                <a:cubicBezTo>
                  <a:pt x="323295" y="1001965"/>
                  <a:pt x="308415" y="987084"/>
                  <a:pt x="290058" y="987084"/>
                </a:cubicBezTo>
                <a:cubicBezTo>
                  <a:pt x="271701" y="987084"/>
                  <a:pt x="256820" y="1001965"/>
                  <a:pt x="256820" y="1020322"/>
                </a:cubicBezTo>
                <a:moveTo>
                  <a:pt x="364594" y="971050"/>
                </a:moveTo>
                <a:cubicBezTo>
                  <a:pt x="364594" y="989407"/>
                  <a:pt x="379475" y="1004288"/>
                  <a:pt x="397832" y="1004288"/>
                </a:cubicBezTo>
                <a:cubicBezTo>
                  <a:pt x="416188" y="1004288"/>
                  <a:pt x="431069" y="989407"/>
                  <a:pt x="431069" y="971050"/>
                </a:cubicBezTo>
                <a:cubicBezTo>
                  <a:pt x="431069" y="952694"/>
                  <a:pt x="416188" y="937813"/>
                  <a:pt x="397832" y="937813"/>
                </a:cubicBezTo>
                <a:cubicBezTo>
                  <a:pt x="379475" y="937813"/>
                  <a:pt x="364594" y="952694"/>
                  <a:pt x="364594" y="971050"/>
                </a:cubicBezTo>
                <a:moveTo>
                  <a:pt x="504257" y="915373"/>
                </a:moveTo>
                <a:cubicBezTo>
                  <a:pt x="504257" y="933730"/>
                  <a:pt x="519138" y="948611"/>
                  <a:pt x="537495" y="948611"/>
                </a:cubicBezTo>
                <a:cubicBezTo>
                  <a:pt x="555851" y="948611"/>
                  <a:pt x="570732" y="933730"/>
                  <a:pt x="570732" y="915373"/>
                </a:cubicBezTo>
                <a:cubicBezTo>
                  <a:pt x="570732" y="897017"/>
                  <a:pt x="555851" y="882135"/>
                  <a:pt x="537495" y="882135"/>
                </a:cubicBezTo>
                <a:cubicBezTo>
                  <a:pt x="519138" y="882135"/>
                  <a:pt x="504257" y="897017"/>
                  <a:pt x="504257" y="915373"/>
                </a:cubicBezTo>
                <a:moveTo>
                  <a:pt x="614446" y="886211"/>
                </a:moveTo>
                <a:cubicBezTo>
                  <a:pt x="614446" y="904568"/>
                  <a:pt x="629327" y="919448"/>
                  <a:pt x="647684" y="919448"/>
                </a:cubicBezTo>
                <a:cubicBezTo>
                  <a:pt x="666040" y="919448"/>
                  <a:pt x="680921" y="904568"/>
                  <a:pt x="680921" y="886211"/>
                </a:cubicBezTo>
                <a:cubicBezTo>
                  <a:pt x="680921" y="867854"/>
                  <a:pt x="666040" y="852973"/>
                  <a:pt x="647684" y="852973"/>
                </a:cubicBezTo>
                <a:cubicBezTo>
                  <a:pt x="629327" y="852973"/>
                  <a:pt x="614446" y="867854"/>
                  <a:pt x="614446" y="886211"/>
                </a:cubicBezTo>
                <a:moveTo>
                  <a:pt x="769626" y="817492"/>
                </a:moveTo>
                <a:cubicBezTo>
                  <a:pt x="769626" y="835849"/>
                  <a:pt x="784506" y="850730"/>
                  <a:pt x="802863" y="850730"/>
                </a:cubicBezTo>
                <a:cubicBezTo>
                  <a:pt x="821220" y="850730"/>
                  <a:pt x="836101" y="835849"/>
                  <a:pt x="836101" y="817492"/>
                </a:cubicBezTo>
                <a:cubicBezTo>
                  <a:pt x="836101" y="799136"/>
                  <a:pt x="821220" y="784255"/>
                  <a:pt x="802863" y="784255"/>
                </a:cubicBezTo>
                <a:cubicBezTo>
                  <a:pt x="784506" y="784255"/>
                  <a:pt x="769626" y="799136"/>
                  <a:pt x="769626" y="817492"/>
                </a:cubicBezTo>
                <a:moveTo>
                  <a:pt x="890079" y="760702"/>
                </a:moveTo>
                <a:cubicBezTo>
                  <a:pt x="890079" y="779059"/>
                  <a:pt x="904960" y="793940"/>
                  <a:pt x="923317" y="793940"/>
                </a:cubicBezTo>
                <a:cubicBezTo>
                  <a:pt x="941673" y="793940"/>
                  <a:pt x="956554" y="779059"/>
                  <a:pt x="956554" y="760702"/>
                </a:cubicBezTo>
                <a:cubicBezTo>
                  <a:pt x="956554" y="742346"/>
                  <a:pt x="941673" y="727465"/>
                  <a:pt x="923317" y="727465"/>
                </a:cubicBezTo>
                <a:cubicBezTo>
                  <a:pt x="904960" y="727465"/>
                  <a:pt x="890079" y="742346"/>
                  <a:pt x="890079" y="760702"/>
                </a:cubicBezTo>
                <a:moveTo>
                  <a:pt x="1002990" y="715242"/>
                </a:moveTo>
                <a:cubicBezTo>
                  <a:pt x="1002990" y="733598"/>
                  <a:pt x="1017871" y="748479"/>
                  <a:pt x="1036227" y="748479"/>
                </a:cubicBezTo>
                <a:cubicBezTo>
                  <a:pt x="1054584" y="748479"/>
                  <a:pt x="1069465" y="733598"/>
                  <a:pt x="1069465" y="715242"/>
                </a:cubicBezTo>
                <a:cubicBezTo>
                  <a:pt x="1069465" y="696885"/>
                  <a:pt x="1054584" y="682004"/>
                  <a:pt x="1036227" y="682004"/>
                </a:cubicBezTo>
                <a:cubicBezTo>
                  <a:pt x="1017871" y="682004"/>
                  <a:pt x="1002990" y="696885"/>
                  <a:pt x="1002990" y="715242"/>
                </a:cubicBezTo>
                <a:moveTo>
                  <a:pt x="1132309" y="674663"/>
                </a:moveTo>
                <a:cubicBezTo>
                  <a:pt x="1132309" y="693020"/>
                  <a:pt x="1147190" y="707901"/>
                  <a:pt x="1165547" y="707901"/>
                </a:cubicBezTo>
                <a:cubicBezTo>
                  <a:pt x="1183903" y="707901"/>
                  <a:pt x="1198784" y="693020"/>
                  <a:pt x="1198784" y="674663"/>
                </a:cubicBezTo>
                <a:cubicBezTo>
                  <a:pt x="1198784" y="656307"/>
                  <a:pt x="1183903" y="641426"/>
                  <a:pt x="1165547" y="641426"/>
                </a:cubicBezTo>
                <a:cubicBezTo>
                  <a:pt x="1147190" y="641426"/>
                  <a:pt x="1132309" y="656307"/>
                  <a:pt x="1132309" y="674663"/>
                </a:cubicBezTo>
                <a:moveTo>
                  <a:pt x="1277565" y="423845"/>
                </a:moveTo>
                <a:cubicBezTo>
                  <a:pt x="1277565" y="442202"/>
                  <a:pt x="1292446" y="457083"/>
                  <a:pt x="1310802" y="457083"/>
                </a:cubicBezTo>
                <a:cubicBezTo>
                  <a:pt x="1329159" y="457083"/>
                  <a:pt x="1344040" y="442202"/>
                  <a:pt x="1344040" y="423845"/>
                </a:cubicBezTo>
                <a:cubicBezTo>
                  <a:pt x="1344040" y="405489"/>
                  <a:pt x="1329159" y="390608"/>
                  <a:pt x="1310802" y="390608"/>
                </a:cubicBezTo>
                <a:cubicBezTo>
                  <a:pt x="1292446" y="390608"/>
                  <a:pt x="1277565" y="405489"/>
                  <a:pt x="1277565" y="423845"/>
                </a:cubicBezTo>
                <a:moveTo>
                  <a:pt x="1392633" y="387225"/>
                </a:moveTo>
                <a:cubicBezTo>
                  <a:pt x="1392633" y="405581"/>
                  <a:pt x="1407514" y="420462"/>
                  <a:pt x="1425870" y="420462"/>
                </a:cubicBezTo>
                <a:cubicBezTo>
                  <a:pt x="1444227" y="420462"/>
                  <a:pt x="1459108" y="405581"/>
                  <a:pt x="1459108" y="387225"/>
                </a:cubicBezTo>
                <a:cubicBezTo>
                  <a:pt x="1459108" y="368868"/>
                  <a:pt x="1444227" y="353987"/>
                  <a:pt x="1425870" y="353987"/>
                </a:cubicBezTo>
                <a:cubicBezTo>
                  <a:pt x="1407514" y="353987"/>
                  <a:pt x="1392633" y="368868"/>
                  <a:pt x="1392633" y="387225"/>
                </a:cubicBezTo>
                <a:moveTo>
                  <a:pt x="1532657" y="356200"/>
                </a:moveTo>
                <a:cubicBezTo>
                  <a:pt x="1532657" y="374557"/>
                  <a:pt x="1547538" y="389438"/>
                  <a:pt x="1565895" y="389438"/>
                </a:cubicBezTo>
                <a:cubicBezTo>
                  <a:pt x="1584252" y="389438"/>
                  <a:pt x="1599132" y="374557"/>
                  <a:pt x="1599132" y="356200"/>
                </a:cubicBezTo>
                <a:cubicBezTo>
                  <a:pt x="1599132" y="337843"/>
                  <a:pt x="1584252" y="322963"/>
                  <a:pt x="1565895" y="322963"/>
                </a:cubicBezTo>
                <a:cubicBezTo>
                  <a:pt x="1547538" y="322963"/>
                  <a:pt x="1532657" y="337843"/>
                  <a:pt x="1532657" y="356200"/>
                </a:cubicBezTo>
                <a:moveTo>
                  <a:pt x="1648158" y="315182"/>
                </a:moveTo>
                <a:cubicBezTo>
                  <a:pt x="1648158" y="333538"/>
                  <a:pt x="1663039" y="348419"/>
                  <a:pt x="1681396" y="348419"/>
                </a:cubicBezTo>
                <a:cubicBezTo>
                  <a:pt x="1699752" y="348419"/>
                  <a:pt x="1714633" y="333538"/>
                  <a:pt x="1714633" y="315182"/>
                </a:cubicBezTo>
                <a:cubicBezTo>
                  <a:pt x="1714633" y="296825"/>
                  <a:pt x="1699752" y="281944"/>
                  <a:pt x="1681396" y="281944"/>
                </a:cubicBezTo>
                <a:cubicBezTo>
                  <a:pt x="1663039" y="281944"/>
                  <a:pt x="1648158" y="296825"/>
                  <a:pt x="1648158" y="315182"/>
                </a:cubicBezTo>
                <a:moveTo>
                  <a:pt x="1790589" y="278038"/>
                </a:moveTo>
                <a:cubicBezTo>
                  <a:pt x="1790589" y="296394"/>
                  <a:pt x="1805470" y="311275"/>
                  <a:pt x="1823827" y="311275"/>
                </a:cubicBezTo>
                <a:cubicBezTo>
                  <a:pt x="1842183" y="311275"/>
                  <a:pt x="1857064" y="296394"/>
                  <a:pt x="1857064" y="278038"/>
                </a:cubicBezTo>
                <a:cubicBezTo>
                  <a:pt x="1857064" y="259681"/>
                  <a:pt x="1842183" y="244800"/>
                  <a:pt x="1823827" y="244800"/>
                </a:cubicBezTo>
                <a:cubicBezTo>
                  <a:pt x="1805470" y="244800"/>
                  <a:pt x="1790589" y="259681"/>
                  <a:pt x="1790589" y="278038"/>
                </a:cubicBezTo>
                <a:moveTo>
                  <a:pt x="1908513" y="244990"/>
                </a:moveTo>
                <a:cubicBezTo>
                  <a:pt x="1908513" y="263347"/>
                  <a:pt x="1923394" y="278228"/>
                  <a:pt x="1941751" y="278228"/>
                </a:cubicBezTo>
                <a:cubicBezTo>
                  <a:pt x="1960107" y="278228"/>
                  <a:pt x="1974988" y="263347"/>
                  <a:pt x="1974988" y="244990"/>
                </a:cubicBezTo>
                <a:cubicBezTo>
                  <a:pt x="1974988" y="226633"/>
                  <a:pt x="1960107" y="211753"/>
                  <a:pt x="1941751" y="211753"/>
                </a:cubicBezTo>
                <a:cubicBezTo>
                  <a:pt x="1923394" y="211753"/>
                  <a:pt x="1908513" y="226633"/>
                  <a:pt x="1908513" y="244990"/>
                </a:cubicBezTo>
                <a:moveTo>
                  <a:pt x="2051090" y="143272"/>
                </a:moveTo>
                <a:cubicBezTo>
                  <a:pt x="2051090" y="161629"/>
                  <a:pt x="2065971" y="176510"/>
                  <a:pt x="2084327" y="176510"/>
                </a:cubicBezTo>
                <a:cubicBezTo>
                  <a:pt x="2102684" y="176510"/>
                  <a:pt x="2117565" y="161629"/>
                  <a:pt x="2117565" y="143272"/>
                </a:cubicBezTo>
                <a:cubicBezTo>
                  <a:pt x="2117565" y="124916"/>
                  <a:pt x="2102684" y="110035"/>
                  <a:pt x="2084327" y="110035"/>
                </a:cubicBezTo>
                <a:cubicBezTo>
                  <a:pt x="2065971" y="110035"/>
                  <a:pt x="2051090" y="124916"/>
                  <a:pt x="2051090" y="143272"/>
                </a:cubicBezTo>
                <a:moveTo>
                  <a:pt x="2169031" y="199106"/>
                </a:moveTo>
                <a:cubicBezTo>
                  <a:pt x="2169031" y="217463"/>
                  <a:pt x="2183912" y="232344"/>
                  <a:pt x="2202268" y="232344"/>
                </a:cubicBezTo>
                <a:cubicBezTo>
                  <a:pt x="2220625" y="232344"/>
                  <a:pt x="2235506" y="217463"/>
                  <a:pt x="2235506" y="199106"/>
                </a:cubicBezTo>
                <a:cubicBezTo>
                  <a:pt x="2235506" y="180750"/>
                  <a:pt x="2220625" y="165868"/>
                  <a:pt x="2202268" y="165868"/>
                </a:cubicBezTo>
                <a:cubicBezTo>
                  <a:pt x="2183912" y="165868"/>
                  <a:pt x="2169031" y="180750"/>
                  <a:pt x="2169031" y="199106"/>
                </a:cubicBezTo>
                <a:moveTo>
                  <a:pt x="2304134" y="163739"/>
                </a:moveTo>
                <a:cubicBezTo>
                  <a:pt x="2304134" y="182095"/>
                  <a:pt x="2319015" y="196976"/>
                  <a:pt x="2337372" y="196976"/>
                </a:cubicBezTo>
                <a:cubicBezTo>
                  <a:pt x="2355728" y="196976"/>
                  <a:pt x="2370609" y="182095"/>
                  <a:pt x="2370609" y="163739"/>
                </a:cubicBezTo>
                <a:cubicBezTo>
                  <a:pt x="2370609" y="145382"/>
                  <a:pt x="2355728" y="130501"/>
                  <a:pt x="2337372" y="130501"/>
                </a:cubicBezTo>
                <a:cubicBezTo>
                  <a:pt x="2319015" y="130501"/>
                  <a:pt x="2304134" y="145382"/>
                  <a:pt x="2304134" y="163739"/>
                </a:cubicBezTo>
                <a:moveTo>
                  <a:pt x="2417126" y="86751"/>
                </a:moveTo>
                <a:cubicBezTo>
                  <a:pt x="2417126" y="105108"/>
                  <a:pt x="2432007" y="119989"/>
                  <a:pt x="2450363" y="119989"/>
                </a:cubicBezTo>
                <a:cubicBezTo>
                  <a:pt x="2468720" y="119989"/>
                  <a:pt x="2483601" y="105108"/>
                  <a:pt x="2483601" y="86751"/>
                </a:cubicBezTo>
                <a:cubicBezTo>
                  <a:pt x="2483601" y="68395"/>
                  <a:pt x="2468720" y="53514"/>
                  <a:pt x="2450363" y="53514"/>
                </a:cubicBezTo>
                <a:cubicBezTo>
                  <a:pt x="2432007" y="53514"/>
                  <a:pt x="2417126" y="68395"/>
                  <a:pt x="2417126" y="86751"/>
                </a:cubicBezTo>
                <a:moveTo>
                  <a:pt x="2559647" y="53456"/>
                </a:moveTo>
                <a:cubicBezTo>
                  <a:pt x="2559647" y="71812"/>
                  <a:pt x="2574528" y="86693"/>
                  <a:pt x="2592885" y="86693"/>
                </a:cubicBezTo>
                <a:cubicBezTo>
                  <a:pt x="2611241" y="86693"/>
                  <a:pt x="2626122" y="71812"/>
                  <a:pt x="2626122" y="53456"/>
                </a:cubicBezTo>
                <a:cubicBezTo>
                  <a:pt x="2626122" y="35099"/>
                  <a:pt x="2611241" y="20218"/>
                  <a:pt x="2592885" y="20218"/>
                </a:cubicBezTo>
                <a:cubicBezTo>
                  <a:pt x="2574528" y="20218"/>
                  <a:pt x="2559647" y="35099"/>
                  <a:pt x="2559647" y="53456"/>
                </a:cubicBezTo>
                <a:moveTo>
                  <a:pt x="2672727" y="85266"/>
                </a:moveTo>
                <a:cubicBezTo>
                  <a:pt x="2672727" y="103622"/>
                  <a:pt x="2687608" y="118503"/>
                  <a:pt x="2705965" y="118503"/>
                </a:cubicBezTo>
                <a:cubicBezTo>
                  <a:pt x="2724322" y="118503"/>
                  <a:pt x="2739203" y="103622"/>
                  <a:pt x="2739203" y="85266"/>
                </a:cubicBezTo>
                <a:cubicBezTo>
                  <a:pt x="2739203" y="66909"/>
                  <a:pt x="2724322" y="52028"/>
                  <a:pt x="2705965" y="52028"/>
                </a:cubicBezTo>
                <a:cubicBezTo>
                  <a:pt x="2687608" y="52028"/>
                  <a:pt x="2672727" y="66909"/>
                  <a:pt x="2672727" y="85266"/>
                </a:cubicBezTo>
                <a:moveTo>
                  <a:pt x="2807795" y="33237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00D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3529DD-1757-479D-AB24-3C8D42B3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642893"/>
            <a:ext cx="2807795" cy="601554"/>
          </a:xfrm>
          <a:custGeom xmlns:a="http://schemas.openxmlformats.org/drawingml/2006/main">
            <a:pathLst>
              <a:path w="2807795" h="601554" fill="none">
                <a:moveTo>
                  <a:pt x="0" y="601554"/>
                </a:moveTo>
                <a:lnTo>
                  <a:pt x="125972" y="568974"/>
                </a:lnTo>
                <a:lnTo>
                  <a:pt x="256820" y="518427"/>
                </a:lnTo>
                <a:lnTo>
                  <a:pt x="364594" y="494933"/>
                </a:lnTo>
                <a:lnTo>
                  <a:pt x="504257" y="453024"/>
                </a:lnTo>
                <a:lnTo>
                  <a:pt x="614446" y="418969"/>
                </a:lnTo>
                <a:lnTo>
                  <a:pt x="769625" y="375560"/>
                </a:lnTo>
                <a:lnTo>
                  <a:pt x="890079" y="346277"/>
                </a:lnTo>
                <a:lnTo>
                  <a:pt x="1002990" y="278998"/>
                </a:lnTo>
                <a:lnTo>
                  <a:pt x="1132309" y="267207"/>
                </a:lnTo>
                <a:lnTo>
                  <a:pt x="1277565" y="230859"/>
                </a:lnTo>
                <a:lnTo>
                  <a:pt x="1392633" y="206084"/>
                </a:lnTo>
                <a:lnTo>
                  <a:pt x="1532658" y="179430"/>
                </a:lnTo>
                <a:lnTo>
                  <a:pt x="1648158" y="149809"/>
                </a:lnTo>
                <a:lnTo>
                  <a:pt x="1790589" y="121346"/>
                </a:lnTo>
                <a:lnTo>
                  <a:pt x="1908513" y="92804"/>
                </a:lnTo>
                <a:lnTo>
                  <a:pt x="2051090" y="79064"/>
                </a:lnTo>
                <a:lnTo>
                  <a:pt x="2169030" y="61959"/>
                </a:lnTo>
                <a:lnTo>
                  <a:pt x="2304134" y="46441"/>
                </a:lnTo>
                <a:lnTo>
                  <a:pt x="2417126" y="36652"/>
                </a:lnTo>
                <a:lnTo>
                  <a:pt x="2559647" y="13464"/>
                </a:lnTo>
                <a:lnTo>
                  <a:pt x="2672727" y="2720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D0FF"/>
            </a:solidFill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EA6137-1359-4EBE-872A-A5CF8FDC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609656"/>
            <a:ext cx="2874271" cy="668029"/>
          </a:xfrm>
          <a:custGeom xmlns:a="http://schemas.openxmlformats.org/drawingml/2006/main">
            <a:pathLst>
              <a:path w="2874271" h="668029">
                <a:moveTo>
                  <a:pt x="0" y="634791"/>
                </a:moveTo>
                <a:cubicBezTo>
                  <a:pt x="0" y="653148"/>
                  <a:pt x="14881" y="668029"/>
                  <a:pt x="33238" y="668029"/>
                </a:cubicBezTo>
                <a:cubicBezTo>
                  <a:pt x="51594" y="668029"/>
                  <a:pt x="66475" y="653148"/>
                  <a:pt x="66475" y="634791"/>
                </a:cubicBezTo>
                <a:cubicBezTo>
                  <a:pt x="66475" y="616435"/>
                  <a:pt x="51594" y="601554"/>
                  <a:pt x="33238" y="601554"/>
                </a:cubicBezTo>
                <a:cubicBezTo>
                  <a:pt x="14881" y="601554"/>
                  <a:pt x="0" y="616435"/>
                  <a:pt x="0" y="634791"/>
                </a:cubicBezTo>
                <a:moveTo>
                  <a:pt x="125972" y="602212"/>
                </a:moveTo>
                <a:cubicBezTo>
                  <a:pt x="125972" y="620568"/>
                  <a:pt x="140853" y="635449"/>
                  <a:pt x="159210" y="635449"/>
                </a:cubicBezTo>
                <a:cubicBezTo>
                  <a:pt x="177567" y="635449"/>
                  <a:pt x="192448" y="620568"/>
                  <a:pt x="192448" y="602212"/>
                </a:cubicBezTo>
                <a:cubicBezTo>
                  <a:pt x="192448" y="583855"/>
                  <a:pt x="177567" y="568974"/>
                  <a:pt x="159210" y="568974"/>
                </a:cubicBezTo>
                <a:cubicBezTo>
                  <a:pt x="140853" y="568974"/>
                  <a:pt x="125972" y="583855"/>
                  <a:pt x="125972" y="602212"/>
                </a:cubicBezTo>
                <a:moveTo>
                  <a:pt x="256821" y="551664"/>
                </a:moveTo>
                <a:cubicBezTo>
                  <a:pt x="256821" y="570021"/>
                  <a:pt x="271701" y="584902"/>
                  <a:pt x="290058" y="584902"/>
                </a:cubicBezTo>
                <a:cubicBezTo>
                  <a:pt x="308415" y="584902"/>
                  <a:pt x="323296" y="570021"/>
                  <a:pt x="323296" y="551664"/>
                </a:cubicBezTo>
                <a:cubicBezTo>
                  <a:pt x="323296" y="533307"/>
                  <a:pt x="308415" y="518427"/>
                  <a:pt x="290058" y="518427"/>
                </a:cubicBezTo>
                <a:cubicBezTo>
                  <a:pt x="271701" y="518427"/>
                  <a:pt x="256821" y="533307"/>
                  <a:pt x="256821" y="551664"/>
                </a:cubicBezTo>
                <a:moveTo>
                  <a:pt x="364594" y="528171"/>
                </a:moveTo>
                <a:cubicBezTo>
                  <a:pt x="364594" y="546527"/>
                  <a:pt x="379475" y="561409"/>
                  <a:pt x="397832" y="561409"/>
                </a:cubicBezTo>
                <a:cubicBezTo>
                  <a:pt x="416188" y="561409"/>
                  <a:pt x="431070" y="546527"/>
                  <a:pt x="431070" y="528171"/>
                </a:cubicBezTo>
                <a:cubicBezTo>
                  <a:pt x="431070" y="509814"/>
                  <a:pt x="416188" y="494933"/>
                  <a:pt x="397832" y="494933"/>
                </a:cubicBezTo>
                <a:cubicBezTo>
                  <a:pt x="379475" y="494933"/>
                  <a:pt x="364594" y="509814"/>
                  <a:pt x="364594" y="528171"/>
                </a:cubicBezTo>
                <a:moveTo>
                  <a:pt x="504257" y="486262"/>
                </a:moveTo>
                <a:cubicBezTo>
                  <a:pt x="504257" y="504619"/>
                  <a:pt x="519138" y="519500"/>
                  <a:pt x="537495" y="519500"/>
                </a:cubicBezTo>
                <a:cubicBezTo>
                  <a:pt x="555851" y="519500"/>
                  <a:pt x="570732" y="504619"/>
                  <a:pt x="570732" y="486262"/>
                </a:cubicBezTo>
                <a:cubicBezTo>
                  <a:pt x="570732" y="467906"/>
                  <a:pt x="555851" y="453024"/>
                  <a:pt x="537495" y="453024"/>
                </a:cubicBezTo>
                <a:cubicBezTo>
                  <a:pt x="519138" y="453024"/>
                  <a:pt x="504257" y="467906"/>
                  <a:pt x="504257" y="486262"/>
                </a:cubicBezTo>
                <a:moveTo>
                  <a:pt x="614446" y="452206"/>
                </a:moveTo>
                <a:cubicBezTo>
                  <a:pt x="614446" y="470563"/>
                  <a:pt x="629327" y="485444"/>
                  <a:pt x="647684" y="485444"/>
                </a:cubicBezTo>
                <a:cubicBezTo>
                  <a:pt x="666041" y="485444"/>
                  <a:pt x="680922" y="470563"/>
                  <a:pt x="680922" y="452206"/>
                </a:cubicBezTo>
                <a:cubicBezTo>
                  <a:pt x="680922" y="433849"/>
                  <a:pt x="666041" y="418969"/>
                  <a:pt x="647684" y="418969"/>
                </a:cubicBezTo>
                <a:cubicBezTo>
                  <a:pt x="629327" y="418969"/>
                  <a:pt x="614446" y="433849"/>
                  <a:pt x="614446" y="452206"/>
                </a:cubicBezTo>
                <a:moveTo>
                  <a:pt x="769626" y="408798"/>
                </a:moveTo>
                <a:cubicBezTo>
                  <a:pt x="769626" y="427155"/>
                  <a:pt x="784507" y="442036"/>
                  <a:pt x="802863" y="442036"/>
                </a:cubicBezTo>
                <a:cubicBezTo>
                  <a:pt x="821220" y="442036"/>
                  <a:pt x="836101" y="427155"/>
                  <a:pt x="836101" y="408798"/>
                </a:cubicBezTo>
                <a:cubicBezTo>
                  <a:pt x="836101" y="390441"/>
                  <a:pt x="821220" y="375560"/>
                  <a:pt x="802863" y="375560"/>
                </a:cubicBezTo>
                <a:cubicBezTo>
                  <a:pt x="784507" y="375560"/>
                  <a:pt x="769626" y="390441"/>
                  <a:pt x="769626" y="408798"/>
                </a:cubicBezTo>
                <a:moveTo>
                  <a:pt x="890079" y="379514"/>
                </a:moveTo>
                <a:cubicBezTo>
                  <a:pt x="890079" y="397871"/>
                  <a:pt x="904960" y="412752"/>
                  <a:pt x="923317" y="412752"/>
                </a:cubicBezTo>
                <a:cubicBezTo>
                  <a:pt x="941673" y="412752"/>
                  <a:pt x="956554" y="397871"/>
                  <a:pt x="956554" y="379514"/>
                </a:cubicBezTo>
                <a:cubicBezTo>
                  <a:pt x="956554" y="361158"/>
                  <a:pt x="941673" y="346277"/>
                  <a:pt x="923317" y="346277"/>
                </a:cubicBezTo>
                <a:cubicBezTo>
                  <a:pt x="904960" y="346277"/>
                  <a:pt x="890079" y="361158"/>
                  <a:pt x="890079" y="379514"/>
                </a:cubicBezTo>
                <a:moveTo>
                  <a:pt x="1002990" y="312236"/>
                </a:moveTo>
                <a:cubicBezTo>
                  <a:pt x="1002990" y="330592"/>
                  <a:pt x="1017871" y="345473"/>
                  <a:pt x="1036227" y="345473"/>
                </a:cubicBezTo>
                <a:cubicBezTo>
                  <a:pt x="1054584" y="345473"/>
                  <a:pt x="1069465" y="330592"/>
                  <a:pt x="1069465" y="312236"/>
                </a:cubicBezTo>
                <a:cubicBezTo>
                  <a:pt x="1069465" y="293879"/>
                  <a:pt x="1054584" y="278998"/>
                  <a:pt x="1036227" y="278998"/>
                </a:cubicBezTo>
                <a:cubicBezTo>
                  <a:pt x="1017871" y="278998"/>
                  <a:pt x="1002990" y="293879"/>
                  <a:pt x="1002990" y="312236"/>
                </a:cubicBezTo>
                <a:moveTo>
                  <a:pt x="1132309" y="300445"/>
                </a:moveTo>
                <a:cubicBezTo>
                  <a:pt x="1132309" y="318801"/>
                  <a:pt x="1147190" y="333682"/>
                  <a:pt x="1165547" y="333682"/>
                </a:cubicBezTo>
                <a:cubicBezTo>
                  <a:pt x="1183904" y="333682"/>
                  <a:pt x="1198784" y="318801"/>
                  <a:pt x="1198784" y="300445"/>
                </a:cubicBezTo>
                <a:cubicBezTo>
                  <a:pt x="1198784" y="282088"/>
                  <a:pt x="1183904" y="267207"/>
                  <a:pt x="1165547" y="267207"/>
                </a:cubicBezTo>
                <a:cubicBezTo>
                  <a:pt x="1147190" y="267207"/>
                  <a:pt x="1132309" y="282088"/>
                  <a:pt x="1132309" y="300445"/>
                </a:cubicBezTo>
                <a:moveTo>
                  <a:pt x="1277565" y="264097"/>
                </a:moveTo>
                <a:cubicBezTo>
                  <a:pt x="1277565" y="282454"/>
                  <a:pt x="1292446" y="297335"/>
                  <a:pt x="1310802" y="297335"/>
                </a:cubicBezTo>
                <a:cubicBezTo>
                  <a:pt x="1329159" y="297335"/>
                  <a:pt x="1344040" y="282454"/>
                  <a:pt x="1344040" y="264097"/>
                </a:cubicBezTo>
                <a:cubicBezTo>
                  <a:pt x="1344040" y="245740"/>
                  <a:pt x="1329159" y="230860"/>
                  <a:pt x="1310802" y="230860"/>
                </a:cubicBezTo>
                <a:cubicBezTo>
                  <a:pt x="1292446" y="230860"/>
                  <a:pt x="1277565" y="245740"/>
                  <a:pt x="1277565" y="264097"/>
                </a:cubicBezTo>
                <a:moveTo>
                  <a:pt x="1392633" y="239322"/>
                </a:moveTo>
                <a:cubicBezTo>
                  <a:pt x="1392633" y="257679"/>
                  <a:pt x="1407514" y="272560"/>
                  <a:pt x="1425871" y="272560"/>
                </a:cubicBezTo>
                <a:cubicBezTo>
                  <a:pt x="1444227" y="272560"/>
                  <a:pt x="1459108" y="257679"/>
                  <a:pt x="1459108" y="239322"/>
                </a:cubicBezTo>
                <a:cubicBezTo>
                  <a:pt x="1459108" y="220965"/>
                  <a:pt x="1444227" y="206084"/>
                  <a:pt x="1425871" y="206084"/>
                </a:cubicBezTo>
                <a:cubicBezTo>
                  <a:pt x="1407514" y="206084"/>
                  <a:pt x="1392633" y="220965"/>
                  <a:pt x="1392633" y="239322"/>
                </a:cubicBezTo>
                <a:moveTo>
                  <a:pt x="1532658" y="212668"/>
                </a:moveTo>
                <a:cubicBezTo>
                  <a:pt x="1532658" y="231025"/>
                  <a:pt x="1547539" y="245906"/>
                  <a:pt x="1565895" y="245906"/>
                </a:cubicBezTo>
                <a:cubicBezTo>
                  <a:pt x="1584252" y="245906"/>
                  <a:pt x="1599133" y="231025"/>
                  <a:pt x="1599133" y="212668"/>
                </a:cubicBezTo>
                <a:cubicBezTo>
                  <a:pt x="1599133" y="194312"/>
                  <a:pt x="1584252" y="179430"/>
                  <a:pt x="1565895" y="179430"/>
                </a:cubicBezTo>
                <a:cubicBezTo>
                  <a:pt x="1547539" y="179430"/>
                  <a:pt x="1532658" y="194312"/>
                  <a:pt x="1532658" y="212668"/>
                </a:cubicBezTo>
                <a:moveTo>
                  <a:pt x="1648158" y="183047"/>
                </a:moveTo>
                <a:cubicBezTo>
                  <a:pt x="1648158" y="201404"/>
                  <a:pt x="1663039" y="216285"/>
                  <a:pt x="1681396" y="216285"/>
                </a:cubicBezTo>
                <a:cubicBezTo>
                  <a:pt x="1699752" y="216285"/>
                  <a:pt x="1714634" y="201404"/>
                  <a:pt x="1714634" y="183047"/>
                </a:cubicBezTo>
                <a:cubicBezTo>
                  <a:pt x="1714634" y="164690"/>
                  <a:pt x="1699752" y="149810"/>
                  <a:pt x="1681396" y="149810"/>
                </a:cubicBezTo>
                <a:cubicBezTo>
                  <a:pt x="1663039" y="149810"/>
                  <a:pt x="1648158" y="164690"/>
                  <a:pt x="1648158" y="183047"/>
                </a:cubicBezTo>
                <a:moveTo>
                  <a:pt x="1790589" y="154584"/>
                </a:moveTo>
                <a:cubicBezTo>
                  <a:pt x="1790589" y="172940"/>
                  <a:pt x="1805470" y="187821"/>
                  <a:pt x="1823827" y="187821"/>
                </a:cubicBezTo>
                <a:cubicBezTo>
                  <a:pt x="1842184" y="187821"/>
                  <a:pt x="1857064" y="172940"/>
                  <a:pt x="1857064" y="154584"/>
                </a:cubicBezTo>
                <a:cubicBezTo>
                  <a:pt x="1857064" y="136227"/>
                  <a:pt x="1842184" y="121346"/>
                  <a:pt x="1823827" y="121346"/>
                </a:cubicBezTo>
                <a:cubicBezTo>
                  <a:pt x="1805470" y="121346"/>
                  <a:pt x="1790589" y="136227"/>
                  <a:pt x="1790589" y="154584"/>
                </a:cubicBezTo>
                <a:moveTo>
                  <a:pt x="1908514" y="126041"/>
                </a:moveTo>
                <a:cubicBezTo>
                  <a:pt x="1908514" y="144398"/>
                  <a:pt x="1923394" y="159279"/>
                  <a:pt x="1941751" y="159279"/>
                </a:cubicBezTo>
                <a:cubicBezTo>
                  <a:pt x="1960107" y="159279"/>
                  <a:pt x="1974989" y="144398"/>
                  <a:pt x="1974989" y="126041"/>
                </a:cubicBezTo>
                <a:cubicBezTo>
                  <a:pt x="1974989" y="107685"/>
                  <a:pt x="1960107" y="92804"/>
                  <a:pt x="1941751" y="92804"/>
                </a:cubicBezTo>
                <a:cubicBezTo>
                  <a:pt x="1923394" y="92804"/>
                  <a:pt x="1908514" y="107685"/>
                  <a:pt x="1908514" y="126041"/>
                </a:cubicBezTo>
                <a:moveTo>
                  <a:pt x="2051090" y="112301"/>
                </a:moveTo>
                <a:cubicBezTo>
                  <a:pt x="2051090" y="130658"/>
                  <a:pt x="2065971" y="145539"/>
                  <a:pt x="2084327" y="145539"/>
                </a:cubicBezTo>
                <a:cubicBezTo>
                  <a:pt x="2102684" y="145539"/>
                  <a:pt x="2117565" y="130658"/>
                  <a:pt x="2117565" y="112301"/>
                </a:cubicBezTo>
                <a:cubicBezTo>
                  <a:pt x="2117565" y="93945"/>
                  <a:pt x="2102684" y="79064"/>
                  <a:pt x="2084327" y="79064"/>
                </a:cubicBezTo>
                <a:cubicBezTo>
                  <a:pt x="2065971" y="79064"/>
                  <a:pt x="2051090" y="93945"/>
                  <a:pt x="2051090" y="112301"/>
                </a:cubicBezTo>
                <a:moveTo>
                  <a:pt x="2169031" y="95197"/>
                </a:moveTo>
                <a:cubicBezTo>
                  <a:pt x="2169031" y="113554"/>
                  <a:pt x="2183912" y="128435"/>
                  <a:pt x="2202268" y="128435"/>
                </a:cubicBezTo>
                <a:cubicBezTo>
                  <a:pt x="2220625" y="128435"/>
                  <a:pt x="2235506" y="113554"/>
                  <a:pt x="2235506" y="95197"/>
                </a:cubicBezTo>
                <a:cubicBezTo>
                  <a:pt x="2235506" y="76841"/>
                  <a:pt x="2220625" y="61960"/>
                  <a:pt x="2202268" y="61960"/>
                </a:cubicBezTo>
                <a:cubicBezTo>
                  <a:pt x="2183912" y="61960"/>
                  <a:pt x="2169031" y="76841"/>
                  <a:pt x="2169031" y="95197"/>
                </a:cubicBezTo>
                <a:moveTo>
                  <a:pt x="2304134" y="79679"/>
                </a:moveTo>
                <a:cubicBezTo>
                  <a:pt x="2304134" y="98036"/>
                  <a:pt x="2319015" y="112917"/>
                  <a:pt x="2337372" y="112917"/>
                </a:cubicBezTo>
                <a:cubicBezTo>
                  <a:pt x="2355729" y="112917"/>
                  <a:pt x="2370610" y="98036"/>
                  <a:pt x="2370610" y="79679"/>
                </a:cubicBezTo>
                <a:cubicBezTo>
                  <a:pt x="2370610" y="61322"/>
                  <a:pt x="2355729" y="46442"/>
                  <a:pt x="2337372" y="46442"/>
                </a:cubicBezTo>
                <a:cubicBezTo>
                  <a:pt x="2319015" y="46442"/>
                  <a:pt x="2304134" y="61322"/>
                  <a:pt x="2304134" y="79679"/>
                </a:cubicBezTo>
                <a:moveTo>
                  <a:pt x="2417126" y="69890"/>
                </a:moveTo>
                <a:cubicBezTo>
                  <a:pt x="2417126" y="88247"/>
                  <a:pt x="2432007" y="103128"/>
                  <a:pt x="2450363" y="103128"/>
                </a:cubicBezTo>
                <a:cubicBezTo>
                  <a:pt x="2468720" y="103128"/>
                  <a:pt x="2483601" y="88247"/>
                  <a:pt x="2483601" y="69890"/>
                </a:cubicBezTo>
                <a:cubicBezTo>
                  <a:pt x="2483601" y="51534"/>
                  <a:pt x="2468720" y="36652"/>
                  <a:pt x="2450363" y="36652"/>
                </a:cubicBezTo>
                <a:cubicBezTo>
                  <a:pt x="2432007" y="36652"/>
                  <a:pt x="2417126" y="51534"/>
                  <a:pt x="2417126" y="69890"/>
                </a:cubicBezTo>
                <a:moveTo>
                  <a:pt x="2559647" y="46702"/>
                </a:moveTo>
                <a:cubicBezTo>
                  <a:pt x="2559647" y="65058"/>
                  <a:pt x="2574528" y="79939"/>
                  <a:pt x="2592885" y="79939"/>
                </a:cubicBezTo>
                <a:cubicBezTo>
                  <a:pt x="2611241" y="79939"/>
                  <a:pt x="2626122" y="65058"/>
                  <a:pt x="2626122" y="46702"/>
                </a:cubicBezTo>
                <a:cubicBezTo>
                  <a:pt x="2626122" y="28345"/>
                  <a:pt x="2611241" y="13464"/>
                  <a:pt x="2592885" y="13464"/>
                </a:cubicBezTo>
                <a:cubicBezTo>
                  <a:pt x="2574528" y="13464"/>
                  <a:pt x="2559647" y="28345"/>
                  <a:pt x="2559647" y="46702"/>
                </a:cubicBezTo>
                <a:moveTo>
                  <a:pt x="2672727" y="35957"/>
                </a:moveTo>
                <a:cubicBezTo>
                  <a:pt x="2672727" y="54314"/>
                  <a:pt x="2687609" y="69195"/>
                  <a:pt x="2705965" y="69195"/>
                </a:cubicBezTo>
                <a:cubicBezTo>
                  <a:pt x="2724322" y="69195"/>
                  <a:pt x="2739203" y="54314"/>
                  <a:pt x="2739203" y="35957"/>
                </a:cubicBezTo>
                <a:cubicBezTo>
                  <a:pt x="2739203" y="17601"/>
                  <a:pt x="2724322" y="2720"/>
                  <a:pt x="2705965" y="2720"/>
                </a:cubicBezTo>
                <a:cubicBezTo>
                  <a:pt x="2687609" y="2720"/>
                  <a:pt x="2672727" y="17601"/>
                  <a:pt x="2672727" y="35957"/>
                </a:cubicBezTo>
                <a:moveTo>
                  <a:pt x="2807795" y="33238"/>
                </a:moveTo>
                <a:cubicBezTo>
                  <a:pt x="2807795" y="51594"/>
                  <a:pt x="2822677" y="66476"/>
                  <a:pt x="2841033" y="66476"/>
                </a:cubicBezTo>
                <a:cubicBezTo>
                  <a:pt x="2859390" y="66476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D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32C66-94F6-402B-BCF3-6E415898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142181"/>
            <a:ext cx="2807795" cy="969564"/>
          </a:xfrm>
          <a:custGeom xmlns:a="http://schemas.openxmlformats.org/drawingml/2006/main">
            <a:pathLst>
              <a:path w="2807795" h="969564" fill="none">
                <a:moveTo>
                  <a:pt x="0" y="969564"/>
                </a:moveTo>
                <a:lnTo>
                  <a:pt x="125972" y="893073"/>
                </a:lnTo>
                <a:lnTo>
                  <a:pt x="256820" y="836593"/>
                </a:lnTo>
                <a:lnTo>
                  <a:pt x="364594" y="787187"/>
                </a:lnTo>
                <a:lnTo>
                  <a:pt x="504257" y="706160"/>
                </a:lnTo>
                <a:lnTo>
                  <a:pt x="614446" y="674373"/>
                </a:lnTo>
                <a:lnTo>
                  <a:pt x="769626" y="613652"/>
                </a:lnTo>
                <a:lnTo>
                  <a:pt x="890079" y="551655"/>
                </a:lnTo>
                <a:lnTo>
                  <a:pt x="1002990" y="501557"/>
                </a:lnTo>
                <a:lnTo>
                  <a:pt x="1132309" y="474700"/>
                </a:lnTo>
                <a:lnTo>
                  <a:pt x="1277565" y="445713"/>
                </a:lnTo>
                <a:lnTo>
                  <a:pt x="1392633" y="418794"/>
                </a:lnTo>
                <a:lnTo>
                  <a:pt x="1532657" y="364171"/>
                </a:lnTo>
                <a:lnTo>
                  <a:pt x="1648158" y="231428"/>
                </a:lnTo>
                <a:lnTo>
                  <a:pt x="1790589" y="216284"/>
                </a:lnTo>
                <a:lnTo>
                  <a:pt x="1908513" y="152681"/>
                </a:lnTo>
                <a:lnTo>
                  <a:pt x="2051090" y="127716"/>
                </a:lnTo>
                <a:lnTo>
                  <a:pt x="2169031" y="127295"/>
                </a:lnTo>
                <a:lnTo>
                  <a:pt x="2304134" y="61162"/>
                </a:lnTo>
                <a:lnTo>
                  <a:pt x="2417126" y="62922"/>
                </a:lnTo>
                <a:lnTo>
                  <a:pt x="2559647" y="32568"/>
                </a:lnTo>
                <a:lnTo>
                  <a:pt x="2672727" y="15601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D0FF"/>
            </a:solidFill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664294-E520-467E-A5D0-3FCA931A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108943"/>
            <a:ext cx="2874271" cy="1036040"/>
          </a:xfrm>
          <a:custGeom xmlns:a="http://schemas.openxmlformats.org/drawingml/2006/main">
            <a:pathLst>
              <a:path w="2874271" h="1036040">
                <a:moveTo>
                  <a:pt x="0" y="1002802"/>
                </a:moveTo>
                <a:cubicBezTo>
                  <a:pt x="0" y="1021158"/>
                  <a:pt x="14881" y="1036040"/>
                  <a:pt x="33238" y="1036040"/>
                </a:cubicBezTo>
                <a:cubicBezTo>
                  <a:pt x="51594" y="1036040"/>
                  <a:pt x="66475" y="1021158"/>
                  <a:pt x="66475" y="1002802"/>
                </a:cubicBezTo>
                <a:cubicBezTo>
                  <a:pt x="66475" y="984445"/>
                  <a:pt x="51594" y="969564"/>
                  <a:pt x="33238" y="969564"/>
                </a:cubicBezTo>
                <a:cubicBezTo>
                  <a:pt x="14881" y="969564"/>
                  <a:pt x="0" y="984445"/>
                  <a:pt x="0" y="1002802"/>
                </a:cubicBezTo>
                <a:moveTo>
                  <a:pt x="125972" y="926311"/>
                </a:moveTo>
                <a:cubicBezTo>
                  <a:pt x="125972" y="944667"/>
                  <a:pt x="140853" y="959549"/>
                  <a:pt x="159210" y="959549"/>
                </a:cubicBezTo>
                <a:cubicBezTo>
                  <a:pt x="177567" y="959549"/>
                  <a:pt x="192448" y="944667"/>
                  <a:pt x="192448" y="926311"/>
                </a:cubicBezTo>
                <a:cubicBezTo>
                  <a:pt x="192448" y="907954"/>
                  <a:pt x="177567" y="893073"/>
                  <a:pt x="159210" y="893073"/>
                </a:cubicBezTo>
                <a:cubicBezTo>
                  <a:pt x="140853" y="893073"/>
                  <a:pt x="125972" y="907954"/>
                  <a:pt x="125972" y="926311"/>
                </a:cubicBezTo>
                <a:moveTo>
                  <a:pt x="256820" y="869831"/>
                </a:moveTo>
                <a:cubicBezTo>
                  <a:pt x="256820" y="888188"/>
                  <a:pt x="271701" y="903069"/>
                  <a:pt x="290058" y="903069"/>
                </a:cubicBezTo>
                <a:cubicBezTo>
                  <a:pt x="308415" y="903069"/>
                  <a:pt x="323295" y="888188"/>
                  <a:pt x="323295" y="869831"/>
                </a:cubicBezTo>
                <a:cubicBezTo>
                  <a:pt x="323295" y="851474"/>
                  <a:pt x="308415" y="836594"/>
                  <a:pt x="290058" y="836594"/>
                </a:cubicBezTo>
                <a:cubicBezTo>
                  <a:pt x="271701" y="836594"/>
                  <a:pt x="256820" y="851474"/>
                  <a:pt x="256820" y="869831"/>
                </a:cubicBezTo>
                <a:moveTo>
                  <a:pt x="364594" y="820424"/>
                </a:moveTo>
                <a:cubicBezTo>
                  <a:pt x="364594" y="838781"/>
                  <a:pt x="379475" y="853662"/>
                  <a:pt x="397832" y="853662"/>
                </a:cubicBezTo>
                <a:cubicBezTo>
                  <a:pt x="416188" y="853662"/>
                  <a:pt x="431069" y="838781"/>
                  <a:pt x="431069" y="820424"/>
                </a:cubicBezTo>
                <a:cubicBezTo>
                  <a:pt x="431069" y="802068"/>
                  <a:pt x="416188" y="787187"/>
                  <a:pt x="397832" y="787187"/>
                </a:cubicBezTo>
                <a:cubicBezTo>
                  <a:pt x="379475" y="787187"/>
                  <a:pt x="364594" y="802068"/>
                  <a:pt x="364594" y="820424"/>
                </a:cubicBezTo>
                <a:moveTo>
                  <a:pt x="504257" y="739398"/>
                </a:moveTo>
                <a:cubicBezTo>
                  <a:pt x="504257" y="757755"/>
                  <a:pt x="519138" y="772636"/>
                  <a:pt x="537495" y="772636"/>
                </a:cubicBezTo>
                <a:cubicBezTo>
                  <a:pt x="555851" y="772636"/>
                  <a:pt x="570732" y="757755"/>
                  <a:pt x="570732" y="739398"/>
                </a:cubicBezTo>
                <a:cubicBezTo>
                  <a:pt x="570732" y="721042"/>
                  <a:pt x="555851" y="706161"/>
                  <a:pt x="537495" y="706161"/>
                </a:cubicBezTo>
                <a:cubicBezTo>
                  <a:pt x="519138" y="706161"/>
                  <a:pt x="504257" y="721042"/>
                  <a:pt x="504257" y="739398"/>
                </a:cubicBezTo>
                <a:moveTo>
                  <a:pt x="614446" y="707611"/>
                </a:moveTo>
                <a:cubicBezTo>
                  <a:pt x="614446" y="725968"/>
                  <a:pt x="629327" y="740849"/>
                  <a:pt x="647684" y="740849"/>
                </a:cubicBezTo>
                <a:cubicBezTo>
                  <a:pt x="666040" y="740849"/>
                  <a:pt x="680921" y="725968"/>
                  <a:pt x="680921" y="707611"/>
                </a:cubicBezTo>
                <a:cubicBezTo>
                  <a:pt x="680921" y="689255"/>
                  <a:pt x="666040" y="674374"/>
                  <a:pt x="647684" y="674374"/>
                </a:cubicBezTo>
                <a:cubicBezTo>
                  <a:pt x="629327" y="674374"/>
                  <a:pt x="614446" y="689255"/>
                  <a:pt x="614446" y="707611"/>
                </a:cubicBezTo>
                <a:moveTo>
                  <a:pt x="769626" y="646890"/>
                </a:moveTo>
                <a:cubicBezTo>
                  <a:pt x="769626" y="665247"/>
                  <a:pt x="784506" y="680127"/>
                  <a:pt x="802863" y="680127"/>
                </a:cubicBezTo>
                <a:cubicBezTo>
                  <a:pt x="821220" y="680127"/>
                  <a:pt x="836101" y="665247"/>
                  <a:pt x="836101" y="646890"/>
                </a:cubicBezTo>
                <a:cubicBezTo>
                  <a:pt x="836101" y="628533"/>
                  <a:pt x="821220" y="613652"/>
                  <a:pt x="802863" y="613652"/>
                </a:cubicBezTo>
                <a:cubicBezTo>
                  <a:pt x="784506" y="613652"/>
                  <a:pt x="769626" y="628533"/>
                  <a:pt x="769626" y="646890"/>
                </a:cubicBezTo>
                <a:moveTo>
                  <a:pt x="890079" y="584893"/>
                </a:moveTo>
                <a:cubicBezTo>
                  <a:pt x="890079" y="603250"/>
                  <a:pt x="904960" y="618130"/>
                  <a:pt x="923317" y="618130"/>
                </a:cubicBezTo>
                <a:cubicBezTo>
                  <a:pt x="941673" y="618130"/>
                  <a:pt x="956554" y="603250"/>
                  <a:pt x="956554" y="584893"/>
                </a:cubicBezTo>
                <a:cubicBezTo>
                  <a:pt x="956554" y="566537"/>
                  <a:pt x="941673" y="551655"/>
                  <a:pt x="923317" y="551655"/>
                </a:cubicBezTo>
                <a:cubicBezTo>
                  <a:pt x="904960" y="551655"/>
                  <a:pt x="890079" y="566537"/>
                  <a:pt x="890079" y="584893"/>
                </a:cubicBezTo>
                <a:moveTo>
                  <a:pt x="1002990" y="534795"/>
                </a:moveTo>
                <a:cubicBezTo>
                  <a:pt x="1002990" y="553152"/>
                  <a:pt x="1017871" y="568032"/>
                  <a:pt x="1036227" y="568032"/>
                </a:cubicBezTo>
                <a:cubicBezTo>
                  <a:pt x="1054584" y="568032"/>
                  <a:pt x="1069465" y="553152"/>
                  <a:pt x="1069465" y="534795"/>
                </a:cubicBezTo>
                <a:cubicBezTo>
                  <a:pt x="1069465" y="516438"/>
                  <a:pt x="1054584" y="501557"/>
                  <a:pt x="1036227" y="501557"/>
                </a:cubicBezTo>
                <a:cubicBezTo>
                  <a:pt x="1017871" y="501557"/>
                  <a:pt x="1002990" y="516438"/>
                  <a:pt x="1002990" y="534795"/>
                </a:cubicBezTo>
                <a:moveTo>
                  <a:pt x="1132309" y="507938"/>
                </a:moveTo>
                <a:cubicBezTo>
                  <a:pt x="1132309" y="526294"/>
                  <a:pt x="1147190" y="541176"/>
                  <a:pt x="1165547" y="541176"/>
                </a:cubicBezTo>
                <a:cubicBezTo>
                  <a:pt x="1183903" y="541176"/>
                  <a:pt x="1198784" y="526294"/>
                  <a:pt x="1198784" y="507938"/>
                </a:cubicBezTo>
                <a:cubicBezTo>
                  <a:pt x="1198784" y="489581"/>
                  <a:pt x="1183903" y="474700"/>
                  <a:pt x="1165547" y="474700"/>
                </a:cubicBezTo>
                <a:cubicBezTo>
                  <a:pt x="1147190" y="474700"/>
                  <a:pt x="1132309" y="489581"/>
                  <a:pt x="1132309" y="507938"/>
                </a:cubicBezTo>
                <a:moveTo>
                  <a:pt x="1277565" y="478951"/>
                </a:moveTo>
                <a:cubicBezTo>
                  <a:pt x="1277565" y="497307"/>
                  <a:pt x="1292446" y="512188"/>
                  <a:pt x="1310802" y="512188"/>
                </a:cubicBezTo>
                <a:cubicBezTo>
                  <a:pt x="1329159" y="512188"/>
                  <a:pt x="1344040" y="497307"/>
                  <a:pt x="1344040" y="478951"/>
                </a:cubicBezTo>
                <a:cubicBezTo>
                  <a:pt x="1344040" y="460594"/>
                  <a:pt x="1329159" y="445713"/>
                  <a:pt x="1310802" y="445713"/>
                </a:cubicBezTo>
                <a:cubicBezTo>
                  <a:pt x="1292446" y="445713"/>
                  <a:pt x="1277565" y="460594"/>
                  <a:pt x="1277565" y="478951"/>
                </a:cubicBezTo>
                <a:moveTo>
                  <a:pt x="1392633" y="452032"/>
                </a:moveTo>
                <a:cubicBezTo>
                  <a:pt x="1392633" y="470389"/>
                  <a:pt x="1407514" y="485270"/>
                  <a:pt x="1425870" y="485270"/>
                </a:cubicBezTo>
                <a:cubicBezTo>
                  <a:pt x="1444227" y="485270"/>
                  <a:pt x="1459108" y="470389"/>
                  <a:pt x="1459108" y="452032"/>
                </a:cubicBezTo>
                <a:cubicBezTo>
                  <a:pt x="1459108" y="433676"/>
                  <a:pt x="1444227" y="418795"/>
                  <a:pt x="1425870" y="418795"/>
                </a:cubicBezTo>
                <a:cubicBezTo>
                  <a:pt x="1407514" y="418795"/>
                  <a:pt x="1392633" y="433676"/>
                  <a:pt x="1392633" y="452032"/>
                </a:cubicBezTo>
                <a:moveTo>
                  <a:pt x="1532657" y="397409"/>
                </a:moveTo>
                <a:cubicBezTo>
                  <a:pt x="1532657" y="415766"/>
                  <a:pt x="1547538" y="430647"/>
                  <a:pt x="1565895" y="430647"/>
                </a:cubicBezTo>
                <a:cubicBezTo>
                  <a:pt x="1584252" y="430647"/>
                  <a:pt x="1599132" y="415766"/>
                  <a:pt x="1599132" y="397409"/>
                </a:cubicBezTo>
                <a:cubicBezTo>
                  <a:pt x="1599132" y="379052"/>
                  <a:pt x="1584252" y="364172"/>
                  <a:pt x="1565895" y="364172"/>
                </a:cubicBezTo>
                <a:cubicBezTo>
                  <a:pt x="1547538" y="364172"/>
                  <a:pt x="1532657" y="379052"/>
                  <a:pt x="1532657" y="397409"/>
                </a:cubicBezTo>
                <a:moveTo>
                  <a:pt x="1648158" y="264666"/>
                </a:moveTo>
                <a:cubicBezTo>
                  <a:pt x="1648158" y="283022"/>
                  <a:pt x="1663039" y="297903"/>
                  <a:pt x="1681396" y="297903"/>
                </a:cubicBezTo>
                <a:cubicBezTo>
                  <a:pt x="1699752" y="297903"/>
                  <a:pt x="1714633" y="283022"/>
                  <a:pt x="1714633" y="264666"/>
                </a:cubicBezTo>
                <a:cubicBezTo>
                  <a:pt x="1714633" y="246309"/>
                  <a:pt x="1699752" y="231428"/>
                  <a:pt x="1681396" y="231428"/>
                </a:cubicBezTo>
                <a:cubicBezTo>
                  <a:pt x="1663039" y="231428"/>
                  <a:pt x="1648158" y="246309"/>
                  <a:pt x="1648158" y="264666"/>
                </a:cubicBezTo>
                <a:moveTo>
                  <a:pt x="1790589" y="249522"/>
                </a:moveTo>
                <a:cubicBezTo>
                  <a:pt x="1790589" y="267878"/>
                  <a:pt x="1805470" y="282759"/>
                  <a:pt x="1823827" y="282759"/>
                </a:cubicBezTo>
                <a:cubicBezTo>
                  <a:pt x="1842183" y="282759"/>
                  <a:pt x="1857064" y="267878"/>
                  <a:pt x="1857064" y="249522"/>
                </a:cubicBezTo>
                <a:cubicBezTo>
                  <a:pt x="1857064" y="231165"/>
                  <a:pt x="1842183" y="216284"/>
                  <a:pt x="1823827" y="216284"/>
                </a:cubicBezTo>
                <a:cubicBezTo>
                  <a:pt x="1805470" y="216284"/>
                  <a:pt x="1790589" y="231165"/>
                  <a:pt x="1790589" y="249522"/>
                </a:cubicBezTo>
                <a:moveTo>
                  <a:pt x="1908513" y="185919"/>
                </a:moveTo>
                <a:cubicBezTo>
                  <a:pt x="1908513" y="204276"/>
                  <a:pt x="1923394" y="219157"/>
                  <a:pt x="1941751" y="219157"/>
                </a:cubicBezTo>
                <a:cubicBezTo>
                  <a:pt x="1960107" y="219157"/>
                  <a:pt x="1974988" y="204276"/>
                  <a:pt x="1974988" y="185919"/>
                </a:cubicBezTo>
                <a:cubicBezTo>
                  <a:pt x="1974988" y="167563"/>
                  <a:pt x="1960107" y="152682"/>
                  <a:pt x="1941751" y="152682"/>
                </a:cubicBezTo>
                <a:cubicBezTo>
                  <a:pt x="1923394" y="152682"/>
                  <a:pt x="1908513" y="167563"/>
                  <a:pt x="1908513" y="185919"/>
                </a:cubicBezTo>
                <a:moveTo>
                  <a:pt x="2051090" y="160954"/>
                </a:moveTo>
                <a:cubicBezTo>
                  <a:pt x="2051090" y="179310"/>
                  <a:pt x="2065971" y="194191"/>
                  <a:pt x="2084327" y="194191"/>
                </a:cubicBezTo>
                <a:cubicBezTo>
                  <a:pt x="2102684" y="194191"/>
                  <a:pt x="2117565" y="179310"/>
                  <a:pt x="2117565" y="160954"/>
                </a:cubicBezTo>
                <a:cubicBezTo>
                  <a:pt x="2117565" y="142597"/>
                  <a:pt x="2102684" y="127716"/>
                  <a:pt x="2084327" y="127716"/>
                </a:cubicBezTo>
                <a:cubicBezTo>
                  <a:pt x="2065971" y="127716"/>
                  <a:pt x="2051090" y="142597"/>
                  <a:pt x="2051090" y="160954"/>
                </a:cubicBezTo>
                <a:moveTo>
                  <a:pt x="2169031" y="160533"/>
                </a:moveTo>
                <a:cubicBezTo>
                  <a:pt x="2169031" y="178889"/>
                  <a:pt x="2183912" y="193770"/>
                  <a:pt x="2202268" y="193770"/>
                </a:cubicBezTo>
                <a:cubicBezTo>
                  <a:pt x="2220625" y="193770"/>
                  <a:pt x="2235506" y="178889"/>
                  <a:pt x="2235506" y="160533"/>
                </a:cubicBezTo>
                <a:cubicBezTo>
                  <a:pt x="2235506" y="142176"/>
                  <a:pt x="2220625" y="127295"/>
                  <a:pt x="2202268" y="127295"/>
                </a:cubicBezTo>
                <a:cubicBezTo>
                  <a:pt x="2183912" y="127295"/>
                  <a:pt x="2169031" y="142176"/>
                  <a:pt x="2169031" y="160533"/>
                </a:cubicBezTo>
                <a:moveTo>
                  <a:pt x="2304134" y="94400"/>
                </a:moveTo>
                <a:cubicBezTo>
                  <a:pt x="2304134" y="112756"/>
                  <a:pt x="2319015" y="127637"/>
                  <a:pt x="2337372" y="127637"/>
                </a:cubicBezTo>
                <a:cubicBezTo>
                  <a:pt x="2355728" y="127637"/>
                  <a:pt x="2370609" y="112756"/>
                  <a:pt x="2370609" y="94400"/>
                </a:cubicBezTo>
                <a:cubicBezTo>
                  <a:pt x="2370609" y="76043"/>
                  <a:pt x="2355728" y="61162"/>
                  <a:pt x="2337372" y="61162"/>
                </a:cubicBezTo>
                <a:cubicBezTo>
                  <a:pt x="2319015" y="61162"/>
                  <a:pt x="2304134" y="76043"/>
                  <a:pt x="2304134" y="94400"/>
                </a:cubicBezTo>
                <a:moveTo>
                  <a:pt x="2417126" y="96160"/>
                </a:moveTo>
                <a:cubicBezTo>
                  <a:pt x="2417126" y="114516"/>
                  <a:pt x="2432007" y="129397"/>
                  <a:pt x="2450363" y="129397"/>
                </a:cubicBezTo>
                <a:cubicBezTo>
                  <a:pt x="2468720" y="129397"/>
                  <a:pt x="2483601" y="114516"/>
                  <a:pt x="2483601" y="96160"/>
                </a:cubicBezTo>
                <a:cubicBezTo>
                  <a:pt x="2483601" y="77803"/>
                  <a:pt x="2468720" y="62922"/>
                  <a:pt x="2450363" y="62922"/>
                </a:cubicBezTo>
                <a:cubicBezTo>
                  <a:pt x="2432007" y="62922"/>
                  <a:pt x="2417126" y="77803"/>
                  <a:pt x="2417126" y="96160"/>
                </a:cubicBezTo>
                <a:moveTo>
                  <a:pt x="2559647" y="65806"/>
                </a:moveTo>
                <a:cubicBezTo>
                  <a:pt x="2559647" y="84163"/>
                  <a:pt x="2574528" y="99044"/>
                  <a:pt x="2592885" y="99044"/>
                </a:cubicBezTo>
                <a:cubicBezTo>
                  <a:pt x="2611241" y="99044"/>
                  <a:pt x="2626122" y="84163"/>
                  <a:pt x="2626122" y="65806"/>
                </a:cubicBezTo>
                <a:cubicBezTo>
                  <a:pt x="2626122" y="47449"/>
                  <a:pt x="2611241" y="32568"/>
                  <a:pt x="2592885" y="32568"/>
                </a:cubicBezTo>
                <a:cubicBezTo>
                  <a:pt x="2574528" y="32568"/>
                  <a:pt x="2559647" y="47449"/>
                  <a:pt x="2559647" y="65806"/>
                </a:cubicBezTo>
                <a:moveTo>
                  <a:pt x="2672727" y="48839"/>
                </a:moveTo>
                <a:cubicBezTo>
                  <a:pt x="2672727" y="67196"/>
                  <a:pt x="2687608" y="82077"/>
                  <a:pt x="2705965" y="82077"/>
                </a:cubicBezTo>
                <a:cubicBezTo>
                  <a:pt x="2724322" y="82077"/>
                  <a:pt x="2739203" y="67196"/>
                  <a:pt x="2739203" y="48839"/>
                </a:cubicBezTo>
                <a:cubicBezTo>
                  <a:pt x="2739203" y="30482"/>
                  <a:pt x="2724322" y="15601"/>
                  <a:pt x="2705965" y="15601"/>
                </a:cubicBezTo>
                <a:cubicBezTo>
                  <a:pt x="2687608" y="15601"/>
                  <a:pt x="2672727" y="30482"/>
                  <a:pt x="2672727" y="48839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D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309F17-9DC5-44EF-A5AF-B925E61F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3760241"/>
            <a:ext cx="2807795" cy="704155"/>
          </a:xfrm>
          <a:custGeom xmlns:a="http://schemas.openxmlformats.org/drawingml/2006/main">
            <a:pathLst>
              <a:path w="2807795" h="704155" fill="none">
                <a:moveTo>
                  <a:pt x="0" y="704155"/>
                </a:moveTo>
                <a:lnTo>
                  <a:pt x="125972" y="657787"/>
                </a:lnTo>
                <a:lnTo>
                  <a:pt x="256820" y="615165"/>
                </a:lnTo>
                <a:lnTo>
                  <a:pt x="364594" y="582569"/>
                </a:lnTo>
                <a:lnTo>
                  <a:pt x="504257" y="526387"/>
                </a:lnTo>
                <a:lnTo>
                  <a:pt x="614446" y="495180"/>
                </a:lnTo>
                <a:lnTo>
                  <a:pt x="769625" y="446609"/>
                </a:lnTo>
                <a:lnTo>
                  <a:pt x="890079" y="411699"/>
                </a:lnTo>
                <a:lnTo>
                  <a:pt x="1002990" y="303878"/>
                </a:lnTo>
                <a:lnTo>
                  <a:pt x="1132309" y="283611"/>
                </a:lnTo>
                <a:lnTo>
                  <a:pt x="1277565" y="248255"/>
                </a:lnTo>
                <a:lnTo>
                  <a:pt x="1392633" y="239656"/>
                </a:lnTo>
                <a:lnTo>
                  <a:pt x="1532658" y="207408"/>
                </a:lnTo>
                <a:lnTo>
                  <a:pt x="1648158" y="186610"/>
                </a:lnTo>
                <a:lnTo>
                  <a:pt x="1790589" y="164387"/>
                </a:lnTo>
                <a:lnTo>
                  <a:pt x="1908513" y="137240"/>
                </a:lnTo>
                <a:lnTo>
                  <a:pt x="2051090" y="110456"/>
                </a:lnTo>
                <a:lnTo>
                  <a:pt x="2169030" y="97034"/>
                </a:lnTo>
                <a:lnTo>
                  <a:pt x="2304134" y="76415"/>
                </a:lnTo>
                <a:lnTo>
                  <a:pt x="2417126" y="64158"/>
                </a:lnTo>
                <a:lnTo>
                  <a:pt x="2559647" y="42727"/>
                </a:lnTo>
                <a:lnTo>
                  <a:pt x="2672727" y="36525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00D0FF"/>
            </a:solidFill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5E4EB4-3B24-409C-B198-1FF67FA6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3727003"/>
            <a:ext cx="2874271" cy="770630"/>
          </a:xfrm>
          <a:custGeom xmlns:a="http://schemas.openxmlformats.org/drawingml/2006/main">
            <a:pathLst>
              <a:path w="2874271" h="770630">
                <a:moveTo>
                  <a:pt x="0" y="737392"/>
                </a:moveTo>
                <a:cubicBezTo>
                  <a:pt x="0" y="755749"/>
                  <a:pt x="14881" y="770630"/>
                  <a:pt x="33238" y="770630"/>
                </a:cubicBezTo>
                <a:cubicBezTo>
                  <a:pt x="51594" y="770630"/>
                  <a:pt x="66475" y="755749"/>
                  <a:pt x="66475" y="737392"/>
                </a:cubicBezTo>
                <a:cubicBezTo>
                  <a:pt x="66475" y="719036"/>
                  <a:pt x="51594" y="704155"/>
                  <a:pt x="33238" y="704155"/>
                </a:cubicBezTo>
                <a:cubicBezTo>
                  <a:pt x="14881" y="704155"/>
                  <a:pt x="0" y="719036"/>
                  <a:pt x="0" y="737392"/>
                </a:cubicBezTo>
                <a:moveTo>
                  <a:pt x="125972" y="691025"/>
                </a:moveTo>
                <a:cubicBezTo>
                  <a:pt x="125972" y="709381"/>
                  <a:pt x="140853" y="724262"/>
                  <a:pt x="159210" y="724262"/>
                </a:cubicBezTo>
                <a:cubicBezTo>
                  <a:pt x="177567" y="724262"/>
                  <a:pt x="192448" y="709381"/>
                  <a:pt x="192448" y="691025"/>
                </a:cubicBezTo>
                <a:cubicBezTo>
                  <a:pt x="192448" y="672668"/>
                  <a:pt x="177567" y="657787"/>
                  <a:pt x="159210" y="657787"/>
                </a:cubicBezTo>
                <a:cubicBezTo>
                  <a:pt x="140853" y="657787"/>
                  <a:pt x="125972" y="672668"/>
                  <a:pt x="125972" y="691025"/>
                </a:cubicBezTo>
                <a:moveTo>
                  <a:pt x="256821" y="648403"/>
                </a:moveTo>
                <a:cubicBezTo>
                  <a:pt x="256821" y="666759"/>
                  <a:pt x="271701" y="681640"/>
                  <a:pt x="290058" y="681640"/>
                </a:cubicBezTo>
                <a:cubicBezTo>
                  <a:pt x="308415" y="681640"/>
                  <a:pt x="323296" y="666759"/>
                  <a:pt x="323296" y="648403"/>
                </a:cubicBezTo>
                <a:cubicBezTo>
                  <a:pt x="323296" y="630046"/>
                  <a:pt x="308415" y="615165"/>
                  <a:pt x="290058" y="615165"/>
                </a:cubicBezTo>
                <a:cubicBezTo>
                  <a:pt x="271701" y="615165"/>
                  <a:pt x="256821" y="630046"/>
                  <a:pt x="256821" y="648403"/>
                </a:cubicBezTo>
                <a:moveTo>
                  <a:pt x="364594" y="615806"/>
                </a:moveTo>
                <a:cubicBezTo>
                  <a:pt x="364594" y="634163"/>
                  <a:pt x="379475" y="649043"/>
                  <a:pt x="397832" y="649043"/>
                </a:cubicBezTo>
                <a:cubicBezTo>
                  <a:pt x="416188" y="649043"/>
                  <a:pt x="431070" y="634163"/>
                  <a:pt x="431070" y="615806"/>
                </a:cubicBezTo>
                <a:cubicBezTo>
                  <a:pt x="431070" y="597449"/>
                  <a:pt x="416188" y="582568"/>
                  <a:pt x="397832" y="582568"/>
                </a:cubicBezTo>
                <a:cubicBezTo>
                  <a:pt x="379475" y="582568"/>
                  <a:pt x="364594" y="597449"/>
                  <a:pt x="364594" y="615806"/>
                </a:cubicBezTo>
                <a:moveTo>
                  <a:pt x="504257" y="559625"/>
                </a:moveTo>
                <a:cubicBezTo>
                  <a:pt x="504257" y="577981"/>
                  <a:pt x="519138" y="592863"/>
                  <a:pt x="537495" y="592863"/>
                </a:cubicBezTo>
                <a:cubicBezTo>
                  <a:pt x="555851" y="592863"/>
                  <a:pt x="570732" y="577981"/>
                  <a:pt x="570732" y="559625"/>
                </a:cubicBezTo>
                <a:cubicBezTo>
                  <a:pt x="570732" y="541268"/>
                  <a:pt x="555851" y="526388"/>
                  <a:pt x="537495" y="526388"/>
                </a:cubicBezTo>
                <a:cubicBezTo>
                  <a:pt x="519138" y="526388"/>
                  <a:pt x="504257" y="541268"/>
                  <a:pt x="504257" y="559625"/>
                </a:cubicBezTo>
                <a:moveTo>
                  <a:pt x="614446" y="528418"/>
                </a:moveTo>
                <a:cubicBezTo>
                  <a:pt x="614446" y="546775"/>
                  <a:pt x="629327" y="561656"/>
                  <a:pt x="647684" y="561656"/>
                </a:cubicBezTo>
                <a:cubicBezTo>
                  <a:pt x="666041" y="561656"/>
                  <a:pt x="680922" y="546775"/>
                  <a:pt x="680922" y="528418"/>
                </a:cubicBezTo>
                <a:cubicBezTo>
                  <a:pt x="680922" y="510061"/>
                  <a:pt x="666041" y="495181"/>
                  <a:pt x="647684" y="495181"/>
                </a:cubicBezTo>
                <a:cubicBezTo>
                  <a:pt x="629327" y="495181"/>
                  <a:pt x="614446" y="510061"/>
                  <a:pt x="614446" y="528418"/>
                </a:cubicBezTo>
                <a:moveTo>
                  <a:pt x="769626" y="479847"/>
                </a:moveTo>
                <a:cubicBezTo>
                  <a:pt x="769626" y="498203"/>
                  <a:pt x="784507" y="513084"/>
                  <a:pt x="802863" y="513084"/>
                </a:cubicBezTo>
                <a:cubicBezTo>
                  <a:pt x="821220" y="513084"/>
                  <a:pt x="836101" y="498203"/>
                  <a:pt x="836101" y="479847"/>
                </a:cubicBezTo>
                <a:cubicBezTo>
                  <a:pt x="836101" y="461490"/>
                  <a:pt x="821220" y="446609"/>
                  <a:pt x="802863" y="446609"/>
                </a:cubicBezTo>
                <a:cubicBezTo>
                  <a:pt x="784507" y="446609"/>
                  <a:pt x="769626" y="461490"/>
                  <a:pt x="769626" y="479847"/>
                </a:cubicBezTo>
                <a:moveTo>
                  <a:pt x="890079" y="444936"/>
                </a:moveTo>
                <a:cubicBezTo>
                  <a:pt x="890079" y="463293"/>
                  <a:pt x="904960" y="478174"/>
                  <a:pt x="923317" y="478174"/>
                </a:cubicBezTo>
                <a:cubicBezTo>
                  <a:pt x="941673" y="478174"/>
                  <a:pt x="956554" y="463293"/>
                  <a:pt x="956554" y="444936"/>
                </a:cubicBezTo>
                <a:cubicBezTo>
                  <a:pt x="956554" y="426580"/>
                  <a:pt x="941673" y="411699"/>
                  <a:pt x="923317" y="411699"/>
                </a:cubicBezTo>
                <a:cubicBezTo>
                  <a:pt x="904960" y="411699"/>
                  <a:pt x="890079" y="426580"/>
                  <a:pt x="890079" y="444936"/>
                </a:cubicBezTo>
                <a:moveTo>
                  <a:pt x="1002990" y="337116"/>
                </a:moveTo>
                <a:cubicBezTo>
                  <a:pt x="1002990" y="355472"/>
                  <a:pt x="1017871" y="370353"/>
                  <a:pt x="1036227" y="370353"/>
                </a:cubicBezTo>
                <a:cubicBezTo>
                  <a:pt x="1054584" y="370353"/>
                  <a:pt x="1069465" y="355472"/>
                  <a:pt x="1069465" y="337116"/>
                </a:cubicBezTo>
                <a:cubicBezTo>
                  <a:pt x="1069465" y="318759"/>
                  <a:pt x="1054584" y="303878"/>
                  <a:pt x="1036227" y="303878"/>
                </a:cubicBezTo>
                <a:cubicBezTo>
                  <a:pt x="1017871" y="303878"/>
                  <a:pt x="1002990" y="318759"/>
                  <a:pt x="1002990" y="337116"/>
                </a:cubicBezTo>
                <a:moveTo>
                  <a:pt x="1132309" y="316848"/>
                </a:moveTo>
                <a:cubicBezTo>
                  <a:pt x="1132309" y="335205"/>
                  <a:pt x="1147190" y="350086"/>
                  <a:pt x="1165547" y="350086"/>
                </a:cubicBezTo>
                <a:cubicBezTo>
                  <a:pt x="1183904" y="350086"/>
                  <a:pt x="1198784" y="335205"/>
                  <a:pt x="1198784" y="316848"/>
                </a:cubicBezTo>
                <a:cubicBezTo>
                  <a:pt x="1198784" y="298492"/>
                  <a:pt x="1183904" y="283611"/>
                  <a:pt x="1165547" y="283611"/>
                </a:cubicBezTo>
                <a:cubicBezTo>
                  <a:pt x="1147190" y="283611"/>
                  <a:pt x="1132309" y="298492"/>
                  <a:pt x="1132309" y="316848"/>
                </a:cubicBezTo>
                <a:moveTo>
                  <a:pt x="1277565" y="281492"/>
                </a:moveTo>
                <a:cubicBezTo>
                  <a:pt x="1277565" y="299849"/>
                  <a:pt x="1292446" y="314730"/>
                  <a:pt x="1310802" y="314730"/>
                </a:cubicBezTo>
                <a:cubicBezTo>
                  <a:pt x="1329159" y="314730"/>
                  <a:pt x="1344040" y="299849"/>
                  <a:pt x="1344040" y="281492"/>
                </a:cubicBezTo>
                <a:cubicBezTo>
                  <a:pt x="1344040" y="263136"/>
                  <a:pt x="1329159" y="248255"/>
                  <a:pt x="1310802" y="248255"/>
                </a:cubicBezTo>
                <a:cubicBezTo>
                  <a:pt x="1292446" y="248255"/>
                  <a:pt x="1277565" y="263136"/>
                  <a:pt x="1277565" y="281492"/>
                </a:cubicBezTo>
                <a:moveTo>
                  <a:pt x="1392633" y="272893"/>
                </a:moveTo>
                <a:cubicBezTo>
                  <a:pt x="1392633" y="291250"/>
                  <a:pt x="1407514" y="306131"/>
                  <a:pt x="1425871" y="306131"/>
                </a:cubicBezTo>
                <a:cubicBezTo>
                  <a:pt x="1444227" y="306131"/>
                  <a:pt x="1459108" y="291250"/>
                  <a:pt x="1459108" y="272893"/>
                </a:cubicBezTo>
                <a:cubicBezTo>
                  <a:pt x="1459108" y="254537"/>
                  <a:pt x="1444227" y="239655"/>
                  <a:pt x="1425871" y="239655"/>
                </a:cubicBezTo>
                <a:cubicBezTo>
                  <a:pt x="1407514" y="239655"/>
                  <a:pt x="1392633" y="254537"/>
                  <a:pt x="1392633" y="272893"/>
                </a:cubicBezTo>
                <a:moveTo>
                  <a:pt x="1532658" y="240646"/>
                </a:moveTo>
                <a:cubicBezTo>
                  <a:pt x="1532658" y="259003"/>
                  <a:pt x="1547539" y="273884"/>
                  <a:pt x="1565895" y="273884"/>
                </a:cubicBezTo>
                <a:cubicBezTo>
                  <a:pt x="1584252" y="273884"/>
                  <a:pt x="1599133" y="259003"/>
                  <a:pt x="1599133" y="240646"/>
                </a:cubicBezTo>
                <a:cubicBezTo>
                  <a:pt x="1599133" y="222289"/>
                  <a:pt x="1584252" y="207409"/>
                  <a:pt x="1565895" y="207409"/>
                </a:cubicBezTo>
                <a:cubicBezTo>
                  <a:pt x="1547539" y="207409"/>
                  <a:pt x="1532658" y="222289"/>
                  <a:pt x="1532658" y="240646"/>
                </a:cubicBezTo>
                <a:moveTo>
                  <a:pt x="1648158" y="219848"/>
                </a:moveTo>
                <a:cubicBezTo>
                  <a:pt x="1648158" y="238204"/>
                  <a:pt x="1663039" y="253085"/>
                  <a:pt x="1681396" y="253085"/>
                </a:cubicBezTo>
                <a:cubicBezTo>
                  <a:pt x="1699752" y="253085"/>
                  <a:pt x="1714634" y="238204"/>
                  <a:pt x="1714634" y="219848"/>
                </a:cubicBezTo>
                <a:cubicBezTo>
                  <a:pt x="1714634" y="201491"/>
                  <a:pt x="1699752" y="186610"/>
                  <a:pt x="1681396" y="186610"/>
                </a:cubicBezTo>
                <a:cubicBezTo>
                  <a:pt x="1663039" y="186610"/>
                  <a:pt x="1648158" y="201491"/>
                  <a:pt x="1648158" y="219848"/>
                </a:cubicBezTo>
                <a:moveTo>
                  <a:pt x="1790589" y="197624"/>
                </a:moveTo>
                <a:cubicBezTo>
                  <a:pt x="1790589" y="215981"/>
                  <a:pt x="1805470" y="230862"/>
                  <a:pt x="1823827" y="230862"/>
                </a:cubicBezTo>
                <a:cubicBezTo>
                  <a:pt x="1842184" y="230862"/>
                  <a:pt x="1857064" y="215981"/>
                  <a:pt x="1857064" y="197624"/>
                </a:cubicBezTo>
                <a:cubicBezTo>
                  <a:pt x="1857064" y="179268"/>
                  <a:pt x="1842184" y="164386"/>
                  <a:pt x="1823827" y="164386"/>
                </a:cubicBezTo>
                <a:cubicBezTo>
                  <a:pt x="1805470" y="164386"/>
                  <a:pt x="1790589" y="179268"/>
                  <a:pt x="1790589" y="197624"/>
                </a:cubicBezTo>
                <a:moveTo>
                  <a:pt x="1908514" y="170478"/>
                </a:moveTo>
                <a:cubicBezTo>
                  <a:pt x="1908514" y="188835"/>
                  <a:pt x="1923394" y="203715"/>
                  <a:pt x="1941751" y="203715"/>
                </a:cubicBezTo>
                <a:cubicBezTo>
                  <a:pt x="1960107" y="203715"/>
                  <a:pt x="1974989" y="188835"/>
                  <a:pt x="1974989" y="170478"/>
                </a:cubicBezTo>
                <a:cubicBezTo>
                  <a:pt x="1974989" y="152121"/>
                  <a:pt x="1960107" y="137240"/>
                  <a:pt x="1941751" y="137240"/>
                </a:cubicBezTo>
                <a:cubicBezTo>
                  <a:pt x="1923394" y="137240"/>
                  <a:pt x="1908514" y="152121"/>
                  <a:pt x="1908514" y="170478"/>
                </a:cubicBezTo>
                <a:moveTo>
                  <a:pt x="2051090" y="143694"/>
                </a:moveTo>
                <a:cubicBezTo>
                  <a:pt x="2051090" y="162050"/>
                  <a:pt x="2065971" y="176932"/>
                  <a:pt x="2084327" y="176932"/>
                </a:cubicBezTo>
                <a:cubicBezTo>
                  <a:pt x="2102684" y="176932"/>
                  <a:pt x="2117565" y="162050"/>
                  <a:pt x="2117565" y="143694"/>
                </a:cubicBezTo>
                <a:cubicBezTo>
                  <a:pt x="2117565" y="125337"/>
                  <a:pt x="2102684" y="110456"/>
                  <a:pt x="2084327" y="110456"/>
                </a:cubicBezTo>
                <a:cubicBezTo>
                  <a:pt x="2065971" y="110456"/>
                  <a:pt x="2051090" y="125337"/>
                  <a:pt x="2051090" y="143694"/>
                </a:cubicBezTo>
                <a:moveTo>
                  <a:pt x="2169031" y="130271"/>
                </a:moveTo>
                <a:cubicBezTo>
                  <a:pt x="2169031" y="148628"/>
                  <a:pt x="2183912" y="163509"/>
                  <a:pt x="2202268" y="163509"/>
                </a:cubicBezTo>
                <a:cubicBezTo>
                  <a:pt x="2220625" y="163509"/>
                  <a:pt x="2235506" y="148628"/>
                  <a:pt x="2235506" y="130271"/>
                </a:cubicBezTo>
                <a:cubicBezTo>
                  <a:pt x="2235506" y="111915"/>
                  <a:pt x="2220625" y="97034"/>
                  <a:pt x="2202268" y="97034"/>
                </a:cubicBezTo>
                <a:cubicBezTo>
                  <a:pt x="2183912" y="97034"/>
                  <a:pt x="2169031" y="111915"/>
                  <a:pt x="2169031" y="130271"/>
                </a:cubicBezTo>
                <a:moveTo>
                  <a:pt x="2304134" y="109653"/>
                </a:moveTo>
                <a:cubicBezTo>
                  <a:pt x="2304134" y="128010"/>
                  <a:pt x="2319015" y="142891"/>
                  <a:pt x="2337372" y="142891"/>
                </a:cubicBezTo>
                <a:cubicBezTo>
                  <a:pt x="2355729" y="142891"/>
                  <a:pt x="2370610" y="128010"/>
                  <a:pt x="2370610" y="109653"/>
                </a:cubicBezTo>
                <a:cubicBezTo>
                  <a:pt x="2370610" y="91297"/>
                  <a:pt x="2355729" y="76416"/>
                  <a:pt x="2337372" y="76416"/>
                </a:cubicBezTo>
                <a:cubicBezTo>
                  <a:pt x="2319015" y="76416"/>
                  <a:pt x="2304134" y="91297"/>
                  <a:pt x="2304134" y="109653"/>
                </a:cubicBezTo>
                <a:moveTo>
                  <a:pt x="2417126" y="97395"/>
                </a:moveTo>
                <a:cubicBezTo>
                  <a:pt x="2417126" y="115752"/>
                  <a:pt x="2432007" y="130633"/>
                  <a:pt x="2450363" y="130633"/>
                </a:cubicBezTo>
                <a:cubicBezTo>
                  <a:pt x="2468720" y="130633"/>
                  <a:pt x="2483601" y="115752"/>
                  <a:pt x="2483601" y="97395"/>
                </a:cubicBezTo>
                <a:cubicBezTo>
                  <a:pt x="2483601" y="79039"/>
                  <a:pt x="2468720" y="64158"/>
                  <a:pt x="2450363" y="64158"/>
                </a:cubicBezTo>
                <a:cubicBezTo>
                  <a:pt x="2432007" y="64158"/>
                  <a:pt x="2417126" y="79039"/>
                  <a:pt x="2417126" y="97395"/>
                </a:cubicBezTo>
                <a:moveTo>
                  <a:pt x="2559647" y="75964"/>
                </a:moveTo>
                <a:cubicBezTo>
                  <a:pt x="2559647" y="94321"/>
                  <a:pt x="2574528" y="109202"/>
                  <a:pt x="2592885" y="109202"/>
                </a:cubicBezTo>
                <a:cubicBezTo>
                  <a:pt x="2611241" y="109202"/>
                  <a:pt x="2626122" y="94321"/>
                  <a:pt x="2626122" y="75964"/>
                </a:cubicBezTo>
                <a:cubicBezTo>
                  <a:pt x="2626122" y="57608"/>
                  <a:pt x="2611241" y="42727"/>
                  <a:pt x="2592885" y="42727"/>
                </a:cubicBezTo>
                <a:cubicBezTo>
                  <a:pt x="2574528" y="42727"/>
                  <a:pt x="2559647" y="57608"/>
                  <a:pt x="2559647" y="75964"/>
                </a:cubicBezTo>
                <a:moveTo>
                  <a:pt x="2672727" y="69763"/>
                </a:moveTo>
                <a:cubicBezTo>
                  <a:pt x="2672727" y="88119"/>
                  <a:pt x="2687609" y="103001"/>
                  <a:pt x="2705965" y="103001"/>
                </a:cubicBezTo>
                <a:cubicBezTo>
                  <a:pt x="2724322" y="103001"/>
                  <a:pt x="2739203" y="88119"/>
                  <a:pt x="2739203" y="69763"/>
                </a:cubicBezTo>
                <a:cubicBezTo>
                  <a:pt x="2739203" y="51406"/>
                  <a:pt x="2724322" y="36526"/>
                  <a:pt x="2705965" y="36526"/>
                </a:cubicBezTo>
                <a:cubicBezTo>
                  <a:pt x="2687609" y="36526"/>
                  <a:pt x="2672727" y="51406"/>
                  <a:pt x="2672727" y="69763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00D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703DC0-EBBB-4B52-AD55-E120536A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1561232"/>
            <a:ext cx="2807795" cy="611272"/>
          </a:xfrm>
          <a:custGeom xmlns:a="http://schemas.openxmlformats.org/drawingml/2006/main">
            <a:pathLst>
              <a:path w="2807795" h="611272" fill="none">
                <a:moveTo>
                  <a:pt x="0" y="611272"/>
                </a:moveTo>
                <a:lnTo>
                  <a:pt x="125972" y="581553"/>
                </a:lnTo>
                <a:lnTo>
                  <a:pt x="256820" y="540985"/>
                </a:lnTo>
                <a:lnTo>
                  <a:pt x="364594" y="513479"/>
                </a:lnTo>
                <a:lnTo>
                  <a:pt x="504257" y="462591"/>
                </a:lnTo>
                <a:lnTo>
                  <a:pt x="614446" y="387029"/>
                </a:lnTo>
                <a:lnTo>
                  <a:pt x="769626" y="349370"/>
                </a:lnTo>
                <a:lnTo>
                  <a:pt x="890079" y="286061"/>
                </a:lnTo>
                <a:lnTo>
                  <a:pt x="1002990" y="259830"/>
                </a:lnTo>
                <a:lnTo>
                  <a:pt x="1132309" y="251181"/>
                </a:lnTo>
                <a:lnTo>
                  <a:pt x="1277565" y="205807"/>
                </a:lnTo>
                <a:lnTo>
                  <a:pt x="1392633" y="184514"/>
                </a:lnTo>
                <a:lnTo>
                  <a:pt x="1532657" y="147529"/>
                </a:lnTo>
                <a:lnTo>
                  <a:pt x="1648158" y="145386"/>
                </a:lnTo>
                <a:lnTo>
                  <a:pt x="1790589" y="146655"/>
                </a:lnTo>
                <a:lnTo>
                  <a:pt x="1908513" y="135708"/>
                </a:lnTo>
                <a:lnTo>
                  <a:pt x="2051090" y="114092"/>
                </a:lnTo>
                <a:lnTo>
                  <a:pt x="2169031" y="99244"/>
                </a:lnTo>
                <a:lnTo>
                  <a:pt x="2304134" y="64671"/>
                </a:lnTo>
                <a:lnTo>
                  <a:pt x="2417126" y="24587"/>
                </a:lnTo>
                <a:lnTo>
                  <a:pt x="2559647" y="7414"/>
                </a:lnTo>
                <a:lnTo>
                  <a:pt x="2672727" y="0"/>
                </a:lnTo>
                <a:lnTo>
                  <a:pt x="2807795" y="4583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FF0000"/>
            </a:solidFill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6D0C2-9544-4243-A97D-8AF83AE0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1527994"/>
            <a:ext cx="2874271" cy="677747"/>
          </a:xfrm>
          <a:custGeom xmlns:a="http://schemas.openxmlformats.org/drawingml/2006/main">
            <a:pathLst>
              <a:path w="2874271" h="677747">
                <a:moveTo>
                  <a:pt x="0" y="644509"/>
                </a:moveTo>
                <a:cubicBezTo>
                  <a:pt x="0" y="662866"/>
                  <a:pt x="14881" y="677747"/>
                  <a:pt x="33238" y="677747"/>
                </a:cubicBezTo>
                <a:cubicBezTo>
                  <a:pt x="51594" y="677747"/>
                  <a:pt x="66475" y="662866"/>
                  <a:pt x="66475" y="644509"/>
                </a:cubicBezTo>
                <a:cubicBezTo>
                  <a:pt x="66475" y="626153"/>
                  <a:pt x="51594" y="611272"/>
                  <a:pt x="33238" y="611272"/>
                </a:cubicBezTo>
                <a:cubicBezTo>
                  <a:pt x="14881" y="611272"/>
                  <a:pt x="0" y="626153"/>
                  <a:pt x="0" y="644509"/>
                </a:cubicBezTo>
                <a:moveTo>
                  <a:pt x="125972" y="614791"/>
                </a:moveTo>
                <a:cubicBezTo>
                  <a:pt x="125972" y="633148"/>
                  <a:pt x="140853" y="648029"/>
                  <a:pt x="159210" y="648029"/>
                </a:cubicBezTo>
                <a:cubicBezTo>
                  <a:pt x="177567" y="648029"/>
                  <a:pt x="192448" y="633148"/>
                  <a:pt x="192448" y="614791"/>
                </a:cubicBezTo>
                <a:cubicBezTo>
                  <a:pt x="192448" y="596435"/>
                  <a:pt x="177567" y="581554"/>
                  <a:pt x="159210" y="581554"/>
                </a:cubicBezTo>
                <a:cubicBezTo>
                  <a:pt x="140853" y="581554"/>
                  <a:pt x="125972" y="596435"/>
                  <a:pt x="125972" y="614791"/>
                </a:cubicBezTo>
                <a:moveTo>
                  <a:pt x="256820" y="574223"/>
                </a:moveTo>
                <a:cubicBezTo>
                  <a:pt x="256820" y="592579"/>
                  <a:pt x="271701" y="607460"/>
                  <a:pt x="290058" y="607460"/>
                </a:cubicBezTo>
                <a:cubicBezTo>
                  <a:pt x="308415" y="607460"/>
                  <a:pt x="323295" y="592579"/>
                  <a:pt x="323295" y="574223"/>
                </a:cubicBezTo>
                <a:cubicBezTo>
                  <a:pt x="323295" y="555866"/>
                  <a:pt x="308415" y="540986"/>
                  <a:pt x="290058" y="540986"/>
                </a:cubicBezTo>
                <a:cubicBezTo>
                  <a:pt x="271701" y="540986"/>
                  <a:pt x="256820" y="555866"/>
                  <a:pt x="256820" y="574223"/>
                </a:cubicBezTo>
                <a:moveTo>
                  <a:pt x="364594" y="546717"/>
                </a:moveTo>
                <a:cubicBezTo>
                  <a:pt x="364594" y="565074"/>
                  <a:pt x="379475" y="579955"/>
                  <a:pt x="397832" y="579955"/>
                </a:cubicBezTo>
                <a:cubicBezTo>
                  <a:pt x="416188" y="579955"/>
                  <a:pt x="431069" y="565074"/>
                  <a:pt x="431069" y="546717"/>
                </a:cubicBezTo>
                <a:cubicBezTo>
                  <a:pt x="431069" y="528361"/>
                  <a:pt x="416188" y="513480"/>
                  <a:pt x="397832" y="513480"/>
                </a:cubicBezTo>
                <a:cubicBezTo>
                  <a:pt x="379475" y="513480"/>
                  <a:pt x="364594" y="528361"/>
                  <a:pt x="364594" y="546717"/>
                </a:cubicBezTo>
                <a:moveTo>
                  <a:pt x="504257" y="495829"/>
                </a:moveTo>
                <a:cubicBezTo>
                  <a:pt x="504257" y="514186"/>
                  <a:pt x="519138" y="529066"/>
                  <a:pt x="537495" y="529066"/>
                </a:cubicBezTo>
                <a:cubicBezTo>
                  <a:pt x="555851" y="529066"/>
                  <a:pt x="570732" y="514186"/>
                  <a:pt x="570732" y="495829"/>
                </a:cubicBezTo>
                <a:cubicBezTo>
                  <a:pt x="570732" y="477472"/>
                  <a:pt x="555851" y="462591"/>
                  <a:pt x="537495" y="462591"/>
                </a:cubicBezTo>
                <a:cubicBezTo>
                  <a:pt x="519138" y="462591"/>
                  <a:pt x="504257" y="477472"/>
                  <a:pt x="504257" y="495829"/>
                </a:cubicBezTo>
                <a:moveTo>
                  <a:pt x="614446" y="420267"/>
                </a:moveTo>
                <a:cubicBezTo>
                  <a:pt x="614446" y="438624"/>
                  <a:pt x="629327" y="453505"/>
                  <a:pt x="647684" y="453505"/>
                </a:cubicBezTo>
                <a:cubicBezTo>
                  <a:pt x="666040" y="453505"/>
                  <a:pt x="680921" y="438624"/>
                  <a:pt x="680921" y="420267"/>
                </a:cubicBezTo>
                <a:cubicBezTo>
                  <a:pt x="680921" y="401910"/>
                  <a:pt x="666040" y="387030"/>
                  <a:pt x="647684" y="387030"/>
                </a:cubicBezTo>
                <a:cubicBezTo>
                  <a:pt x="629327" y="387030"/>
                  <a:pt x="614446" y="401910"/>
                  <a:pt x="614446" y="420267"/>
                </a:cubicBezTo>
                <a:moveTo>
                  <a:pt x="769626" y="382608"/>
                </a:moveTo>
                <a:cubicBezTo>
                  <a:pt x="769626" y="400965"/>
                  <a:pt x="784506" y="415846"/>
                  <a:pt x="802863" y="415846"/>
                </a:cubicBezTo>
                <a:cubicBezTo>
                  <a:pt x="821220" y="415846"/>
                  <a:pt x="836101" y="400965"/>
                  <a:pt x="836101" y="382608"/>
                </a:cubicBezTo>
                <a:cubicBezTo>
                  <a:pt x="836101" y="364251"/>
                  <a:pt x="821220" y="349370"/>
                  <a:pt x="802863" y="349370"/>
                </a:cubicBezTo>
                <a:cubicBezTo>
                  <a:pt x="784506" y="349370"/>
                  <a:pt x="769626" y="364251"/>
                  <a:pt x="769626" y="382608"/>
                </a:cubicBezTo>
                <a:moveTo>
                  <a:pt x="890079" y="319298"/>
                </a:moveTo>
                <a:cubicBezTo>
                  <a:pt x="890079" y="337655"/>
                  <a:pt x="904960" y="352536"/>
                  <a:pt x="923317" y="352536"/>
                </a:cubicBezTo>
                <a:cubicBezTo>
                  <a:pt x="941673" y="352536"/>
                  <a:pt x="956554" y="337655"/>
                  <a:pt x="956554" y="319298"/>
                </a:cubicBezTo>
                <a:cubicBezTo>
                  <a:pt x="956554" y="300941"/>
                  <a:pt x="941673" y="286061"/>
                  <a:pt x="923317" y="286061"/>
                </a:cubicBezTo>
                <a:cubicBezTo>
                  <a:pt x="904960" y="286061"/>
                  <a:pt x="890079" y="300941"/>
                  <a:pt x="890079" y="319298"/>
                </a:cubicBezTo>
                <a:moveTo>
                  <a:pt x="1002990" y="293068"/>
                </a:moveTo>
                <a:cubicBezTo>
                  <a:pt x="1002990" y="311424"/>
                  <a:pt x="1017871" y="326306"/>
                  <a:pt x="1036227" y="326306"/>
                </a:cubicBezTo>
                <a:cubicBezTo>
                  <a:pt x="1054584" y="326306"/>
                  <a:pt x="1069465" y="311424"/>
                  <a:pt x="1069465" y="293068"/>
                </a:cubicBezTo>
                <a:cubicBezTo>
                  <a:pt x="1069465" y="274711"/>
                  <a:pt x="1054584" y="259830"/>
                  <a:pt x="1036227" y="259830"/>
                </a:cubicBezTo>
                <a:cubicBezTo>
                  <a:pt x="1017871" y="259830"/>
                  <a:pt x="1002990" y="274711"/>
                  <a:pt x="1002990" y="293068"/>
                </a:cubicBezTo>
                <a:moveTo>
                  <a:pt x="1132309" y="284419"/>
                </a:moveTo>
                <a:cubicBezTo>
                  <a:pt x="1132309" y="302775"/>
                  <a:pt x="1147190" y="317656"/>
                  <a:pt x="1165547" y="317656"/>
                </a:cubicBezTo>
                <a:cubicBezTo>
                  <a:pt x="1183903" y="317656"/>
                  <a:pt x="1198784" y="302775"/>
                  <a:pt x="1198784" y="284419"/>
                </a:cubicBezTo>
                <a:cubicBezTo>
                  <a:pt x="1198784" y="266062"/>
                  <a:pt x="1183903" y="251181"/>
                  <a:pt x="1165547" y="251181"/>
                </a:cubicBezTo>
                <a:cubicBezTo>
                  <a:pt x="1147190" y="251181"/>
                  <a:pt x="1132309" y="266062"/>
                  <a:pt x="1132309" y="284419"/>
                </a:cubicBezTo>
                <a:moveTo>
                  <a:pt x="1277565" y="239045"/>
                </a:moveTo>
                <a:cubicBezTo>
                  <a:pt x="1277565" y="257401"/>
                  <a:pt x="1292446" y="272282"/>
                  <a:pt x="1310802" y="272282"/>
                </a:cubicBezTo>
                <a:cubicBezTo>
                  <a:pt x="1329159" y="272282"/>
                  <a:pt x="1344040" y="257401"/>
                  <a:pt x="1344040" y="239045"/>
                </a:cubicBezTo>
                <a:cubicBezTo>
                  <a:pt x="1344040" y="220688"/>
                  <a:pt x="1329159" y="205807"/>
                  <a:pt x="1310802" y="205807"/>
                </a:cubicBezTo>
                <a:cubicBezTo>
                  <a:pt x="1292446" y="205807"/>
                  <a:pt x="1277565" y="220688"/>
                  <a:pt x="1277565" y="239045"/>
                </a:cubicBezTo>
                <a:moveTo>
                  <a:pt x="1392633" y="217752"/>
                </a:moveTo>
                <a:cubicBezTo>
                  <a:pt x="1392633" y="236109"/>
                  <a:pt x="1407514" y="250990"/>
                  <a:pt x="1425870" y="250990"/>
                </a:cubicBezTo>
                <a:cubicBezTo>
                  <a:pt x="1444227" y="250990"/>
                  <a:pt x="1459108" y="236109"/>
                  <a:pt x="1459108" y="217752"/>
                </a:cubicBezTo>
                <a:cubicBezTo>
                  <a:pt x="1459108" y="199396"/>
                  <a:pt x="1444227" y="184515"/>
                  <a:pt x="1425870" y="184515"/>
                </a:cubicBezTo>
                <a:cubicBezTo>
                  <a:pt x="1407514" y="184515"/>
                  <a:pt x="1392633" y="199396"/>
                  <a:pt x="1392633" y="217752"/>
                </a:cubicBezTo>
                <a:moveTo>
                  <a:pt x="1532657" y="180767"/>
                </a:moveTo>
                <a:cubicBezTo>
                  <a:pt x="1532657" y="199124"/>
                  <a:pt x="1547538" y="214005"/>
                  <a:pt x="1565895" y="214005"/>
                </a:cubicBezTo>
                <a:cubicBezTo>
                  <a:pt x="1584252" y="214005"/>
                  <a:pt x="1599132" y="199124"/>
                  <a:pt x="1599132" y="180767"/>
                </a:cubicBezTo>
                <a:cubicBezTo>
                  <a:pt x="1599132" y="162410"/>
                  <a:pt x="1584252" y="147529"/>
                  <a:pt x="1565895" y="147529"/>
                </a:cubicBezTo>
                <a:cubicBezTo>
                  <a:pt x="1547538" y="147529"/>
                  <a:pt x="1532657" y="162410"/>
                  <a:pt x="1532657" y="180767"/>
                </a:cubicBezTo>
                <a:moveTo>
                  <a:pt x="1648158" y="178624"/>
                </a:moveTo>
                <a:cubicBezTo>
                  <a:pt x="1648158" y="196980"/>
                  <a:pt x="1663039" y="211861"/>
                  <a:pt x="1681396" y="211861"/>
                </a:cubicBezTo>
                <a:cubicBezTo>
                  <a:pt x="1699752" y="211861"/>
                  <a:pt x="1714633" y="196980"/>
                  <a:pt x="1714633" y="178624"/>
                </a:cubicBezTo>
                <a:cubicBezTo>
                  <a:pt x="1714633" y="160267"/>
                  <a:pt x="1699752" y="145386"/>
                  <a:pt x="1681396" y="145386"/>
                </a:cubicBezTo>
                <a:cubicBezTo>
                  <a:pt x="1663039" y="145386"/>
                  <a:pt x="1648158" y="160267"/>
                  <a:pt x="1648158" y="178624"/>
                </a:cubicBezTo>
                <a:moveTo>
                  <a:pt x="1790589" y="179893"/>
                </a:moveTo>
                <a:cubicBezTo>
                  <a:pt x="1790589" y="198249"/>
                  <a:pt x="1805470" y="213130"/>
                  <a:pt x="1823827" y="213130"/>
                </a:cubicBezTo>
                <a:cubicBezTo>
                  <a:pt x="1842183" y="213130"/>
                  <a:pt x="1857064" y="198249"/>
                  <a:pt x="1857064" y="179893"/>
                </a:cubicBezTo>
                <a:cubicBezTo>
                  <a:pt x="1857064" y="161536"/>
                  <a:pt x="1842183" y="146655"/>
                  <a:pt x="1823827" y="146655"/>
                </a:cubicBezTo>
                <a:cubicBezTo>
                  <a:pt x="1805470" y="146655"/>
                  <a:pt x="1790589" y="161536"/>
                  <a:pt x="1790589" y="179893"/>
                </a:cubicBezTo>
                <a:moveTo>
                  <a:pt x="1908513" y="168946"/>
                </a:moveTo>
                <a:cubicBezTo>
                  <a:pt x="1908513" y="187302"/>
                  <a:pt x="1923394" y="202184"/>
                  <a:pt x="1941751" y="202184"/>
                </a:cubicBezTo>
                <a:cubicBezTo>
                  <a:pt x="1960107" y="202184"/>
                  <a:pt x="1974988" y="187302"/>
                  <a:pt x="1974988" y="168946"/>
                </a:cubicBezTo>
                <a:cubicBezTo>
                  <a:pt x="1974988" y="150589"/>
                  <a:pt x="1960107" y="135708"/>
                  <a:pt x="1941751" y="135708"/>
                </a:cubicBezTo>
                <a:cubicBezTo>
                  <a:pt x="1923394" y="135708"/>
                  <a:pt x="1908513" y="150589"/>
                  <a:pt x="1908513" y="168946"/>
                </a:cubicBezTo>
                <a:moveTo>
                  <a:pt x="2051090" y="147330"/>
                </a:moveTo>
                <a:cubicBezTo>
                  <a:pt x="2051090" y="165687"/>
                  <a:pt x="2065971" y="180568"/>
                  <a:pt x="2084327" y="180568"/>
                </a:cubicBezTo>
                <a:cubicBezTo>
                  <a:pt x="2102684" y="180568"/>
                  <a:pt x="2117565" y="165687"/>
                  <a:pt x="2117565" y="147330"/>
                </a:cubicBezTo>
                <a:cubicBezTo>
                  <a:pt x="2117565" y="128974"/>
                  <a:pt x="2102684" y="114092"/>
                  <a:pt x="2084327" y="114092"/>
                </a:cubicBezTo>
                <a:cubicBezTo>
                  <a:pt x="2065971" y="114092"/>
                  <a:pt x="2051090" y="128974"/>
                  <a:pt x="2051090" y="147330"/>
                </a:cubicBezTo>
                <a:moveTo>
                  <a:pt x="2169031" y="132481"/>
                </a:moveTo>
                <a:cubicBezTo>
                  <a:pt x="2169031" y="150838"/>
                  <a:pt x="2183912" y="165719"/>
                  <a:pt x="2202268" y="165719"/>
                </a:cubicBezTo>
                <a:cubicBezTo>
                  <a:pt x="2220625" y="165719"/>
                  <a:pt x="2235506" y="150838"/>
                  <a:pt x="2235506" y="132481"/>
                </a:cubicBezTo>
                <a:cubicBezTo>
                  <a:pt x="2235506" y="114125"/>
                  <a:pt x="2220625" y="99244"/>
                  <a:pt x="2202268" y="99244"/>
                </a:cubicBezTo>
                <a:cubicBezTo>
                  <a:pt x="2183912" y="99244"/>
                  <a:pt x="2169031" y="114125"/>
                  <a:pt x="2169031" y="132481"/>
                </a:cubicBezTo>
                <a:moveTo>
                  <a:pt x="2304134" y="97909"/>
                </a:moveTo>
                <a:cubicBezTo>
                  <a:pt x="2304134" y="116265"/>
                  <a:pt x="2319015" y="131147"/>
                  <a:pt x="2337372" y="131147"/>
                </a:cubicBezTo>
                <a:cubicBezTo>
                  <a:pt x="2355728" y="131147"/>
                  <a:pt x="2370609" y="116265"/>
                  <a:pt x="2370609" y="97909"/>
                </a:cubicBezTo>
                <a:cubicBezTo>
                  <a:pt x="2370609" y="79552"/>
                  <a:pt x="2355728" y="64671"/>
                  <a:pt x="2337372" y="64671"/>
                </a:cubicBezTo>
                <a:cubicBezTo>
                  <a:pt x="2319015" y="64671"/>
                  <a:pt x="2304134" y="79552"/>
                  <a:pt x="2304134" y="97909"/>
                </a:cubicBezTo>
                <a:moveTo>
                  <a:pt x="2417126" y="57825"/>
                </a:moveTo>
                <a:cubicBezTo>
                  <a:pt x="2417126" y="76181"/>
                  <a:pt x="2432007" y="91063"/>
                  <a:pt x="2450363" y="91063"/>
                </a:cubicBezTo>
                <a:cubicBezTo>
                  <a:pt x="2468720" y="91063"/>
                  <a:pt x="2483601" y="76181"/>
                  <a:pt x="2483601" y="57825"/>
                </a:cubicBezTo>
                <a:cubicBezTo>
                  <a:pt x="2483601" y="39468"/>
                  <a:pt x="2468720" y="24587"/>
                  <a:pt x="2450363" y="24587"/>
                </a:cubicBezTo>
                <a:cubicBezTo>
                  <a:pt x="2432007" y="24587"/>
                  <a:pt x="2417126" y="39468"/>
                  <a:pt x="2417126" y="57825"/>
                </a:cubicBezTo>
                <a:moveTo>
                  <a:pt x="2559647" y="40651"/>
                </a:moveTo>
                <a:cubicBezTo>
                  <a:pt x="2559647" y="59008"/>
                  <a:pt x="2574528" y="73889"/>
                  <a:pt x="2592885" y="73889"/>
                </a:cubicBezTo>
                <a:cubicBezTo>
                  <a:pt x="2611241" y="73889"/>
                  <a:pt x="2626122" y="59008"/>
                  <a:pt x="2626122" y="40651"/>
                </a:cubicBezTo>
                <a:cubicBezTo>
                  <a:pt x="2626122" y="22295"/>
                  <a:pt x="2611241" y="7414"/>
                  <a:pt x="2592885" y="7414"/>
                </a:cubicBezTo>
                <a:cubicBezTo>
                  <a:pt x="2574528" y="7414"/>
                  <a:pt x="2559647" y="22295"/>
                  <a:pt x="2559647" y="40651"/>
                </a:cubicBezTo>
                <a:moveTo>
                  <a:pt x="2672727" y="33238"/>
                </a:moveTo>
                <a:cubicBezTo>
                  <a:pt x="2672727" y="51594"/>
                  <a:pt x="2687608" y="66475"/>
                  <a:pt x="2705965" y="66475"/>
                </a:cubicBezTo>
                <a:cubicBezTo>
                  <a:pt x="2724322" y="66475"/>
                  <a:pt x="2739203" y="51594"/>
                  <a:pt x="2739203" y="33238"/>
                </a:cubicBezTo>
                <a:cubicBezTo>
                  <a:pt x="2739203" y="14881"/>
                  <a:pt x="2724322" y="0"/>
                  <a:pt x="2705965" y="0"/>
                </a:cubicBezTo>
                <a:cubicBezTo>
                  <a:pt x="2687608" y="0"/>
                  <a:pt x="2672727" y="14881"/>
                  <a:pt x="2672727" y="33238"/>
                </a:cubicBezTo>
                <a:moveTo>
                  <a:pt x="2807795" y="37821"/>
                </a:moveTo>
                <a:cubicBezTo>
                  <a:pt x="2807795" y="56177"/>
                  <a:pt x="2822676" y="71059"/>
                  <a:pt x="2841033" y="71059"/>
                </a:cubicBezTo>
                <a:cubicBezTo>
                  <a:pt x="2859390" y="71059"/>
                  <a:pt x="2874271" y="56177"/>
                  <a:pt x="2874271" y="37821"/>
                </a:cubicBezTo>
                <a:cubicBezTo>
                  <a:pt x="2874271" y="19464"/>
                  <a:pt x="2859390" y="4583"/>
                  <a:pt x="2841033" y="4583"/>
                </a:cubicBezTo>
                <a:cubicBezTo>
                  <a:pt x="2822676" y="4583"/>
                  <a:pt x="2807795" y="19464"/>
                  <a:pt x="2807795" y="37821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6D4398-7D71-4E7E-8F0C-5E732F83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953944"/>
            <a:ext cx="2807795" cy="394597"/>
          </a:xfrm>
          <a:custGeom xmlns:a="http://schemas.openxmlformats.org/drawingml/2006/main">
            <a:pathLst>
              <a:path w="2807795" h="394597" fill="none">
                <a:moveTo>
                  <a:pt x="0" y="394597"/>
                </a:moveTo>
                <a:lnTo>
                  <a:pt x="125972" y="374581"/>
                </a:lnTo>
                <a:lnTo>
                  <a:pt x="256820" y="349874"/>
                </a:lnTo>
                <a:lnTo>
                  <a:pt x="364594" y="343062"/>
                </a:lnTo>
                <a:lnTo>
                  <a:pt x="504257" y="312182"/>
                </a:lnTo>
                <a:lnTo>
                  <a:pt x="614446" y="288914"/>
                </a:lnTo>
                <a:lnTo>
                  <a:pt x="769625" y="260654"/>
                </a:lnTo>
                <a:lnTo>
                  <a:pt x="890079" y="241307"/>
                </a:lnTo>
                <a:lnTo>
                  <a:pt x="1002990" y="189947"/>
                </a:lnTo>
                <a:lnTo>
                  <a:pt x="1132309" y="180610"/>
                </a:lnTo>
                <a:lnTo>
                  <a:pt x="1277565" y="157963"/>
                </a:lnTo>
                <a:lnTo>
                  <a:pt x="1392633" y="146385"/>
                </a:lnTo>
                <a:lnTo>
                  <a:pt x="1532658" y="126330"/>
                </a:lnTo>
                <a:lnTo>
                  <a:pt x="1648158" y="110059"/>
                </a:lnTo>
                <a:lnTo>
                  <a:pt x="1790589" y="93120"/>
                </a:lnTo>
                <a:lnTo>
                  <a:pt x="1908513" y="75676"/>
                </a:lnTo>
                <a:lnTo>
                  <a:pt x="2051090" y="64898"/>
                </a:lnTo>
                <a:lnTo>
                  <a:pt x="2169030" y="49677"/>
                </a:lnTo>
                <a:lnTo>
                  <a:pt x="2304134" y="33565"/>
                </a:lnTo>
                <a:lnTo>
                  <a:pt x="2417126" y="29558"/>
                </a:lnTo>
                <a:lnTo>
                  <a:pt x="2559647" y="16060"/>
                </a:lnTo>
                <a:lnTo>
                  <a:pt x="2672727" y="5010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FF0000"/>
            </a:solidFill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FB5248-FA64-4756-9F4A-86BC0CE0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920707"/>
            <a:ext cx="2874271" cy="461072"/>
          </a:xfrm>
          <a:custGeom xmlns:a="http://schemas.openxmlformats.org/drawingml/2006/main">
            <a:pathLst>
              <a:path w="2874271" h="461072">
                <a:moveTo>
                  <a:pt x="0" y="427835"/>
                </a:moveTo>
                <a:cubicBezTo>
                  <a:pt x="0" y="446191"/>
                  <a:pt x="14881" y="461072"/>
                  <a:pt x="33238" y="461072"/>
                </a:cubicBezTo>
                <a:cubicBezTo>
                  <a:pt x="51594" y="461072"/>
                  <a:pt x="66475" y="446191"/>
                  <a:pt x="66475" y="427835"/>
                </a:cubicBezTo>
                <a:cubicBezTo>
                  <a:pt x="66475" y="409478"/>
                  <a:pt x="51594" y="394597"/>
                  <a:pt x="33238" y="394597"/>
                </a:cubicBezTo>
                <a:cubicBezTo>
                  <a:pt x="14881" y="394597"/>
                  <a:pt x="0" y="409478"/>
                  <a:pt x="0" y="427835"/>
                </a:cubicBezTo>
                <a:moveTo>
                  <a:pt x="125972" y="407818"/>
                </a:moveTo>
                <a:cubicBezTo>
                  <a:pt x="125972" y="426175"/>
                  <a:pt x="140853" y="441056"/>
                  <a:pt x="159210" y="441056"/>
                </a:cubicBezTo>
                <a:cubicBezTo>
                  <a:pt x="177567" y="441056"/>
                  <a:pt x="192448" y="426175"/>
                  <a:pt x="192448" y="407818"/>
                </a:cubicBezTo>
                <a:cubicBezTo>
                  <a:pt x="192448" y="389462"/>
                  <a:pt x="177567" y="374581"/>
                  <a:pt x="159210" y="374581"/>
                </a:cubicBezTo>
                <a:cubicBezTo>
                  <a:pt x="140853" y="374581"/>
                  <a:pt x="125972" y="389462"/>
                  <a:pt x="125972" y="407818"/>
                </a:cubicBezTo>
                <a:moveTo>
                  <a:pt x="256821" y="383111"/>
                </a:moveTo>
                <a:cubicBezTo>
                  <a:pt x="256821" y="401468"/>
                  <a:pt x="271701" y="416349"/>
                  <a:pt x="290058" y="416349"/>
                </a:cubicBezTo>
                <a:cubicBezTo>
                  <a:pt x="308415" y="416349"/>
                  <a:pt x="323296" y="401468"/>
                  <a:pt x="323296" y="383111"/>
                </a:cubicBezTo>
                <a:cubicBezTo>
                  <a:pt x="323296" y="364754"/>
                  <a:pt x="308415" y="349874"/>
                  <a:pt x="290058" y="349874"/>
                </a:cubicBezTo>
                <a:cubicBezTo>
                  <a:pt x="271701" y="349874"/>
                  <a:pt x="256821" y="364754"/>
                  <a:pt x="256821" y="383111"/>
                </a:cubicBezTo>
                <a:moveTo>
                  <a:pt x="364594" y="376299"/>
                </a:moveTo>
                <a:cubicBezTo>
                  <a:pt x="364594" y="394656"/>
                  <a:pt x="379475" y="409537"/>
                  <a:pt x="397832" y="409537"/>
                </a:cubicBezTo>
                <a:cubicBezTo>
                  <a:pt x="416188" y="409537"/>
                  <a:pt x="431070" y="394656"/>
                  <a:pt x="431070" y="376299"/>
                </a:cubicBezTo>
                <a:cubicBezTo>
                  <a:pt x="431070" y="357943"/>
                  <a:pt x="416188" y="343062"/>
                  <a:pt x="397832" y="343062"/>
                </a:cubicBezTo>
                <a:cubicBezTo>
                  <a:pt x="379475" y="343062"/>
                  <a:pt x="364594" y="357943"/>
                  <a:pt x="364594" y="376299"/>
                </a:cubicBezTo>
                <a:moveTo>
                  <a:pt x="504257" y="345419"/>
                </a:moveTo>
                <a:cubicBezTo>
                  <a:pt x="504257" y="363776"/>
                  <a:pt x="519138" y="378657"/>
                  <a:pt x="537495" y="378657"/>
                </a:cubicBezTo>
                <a:cubicBezTo>
                  <a:pt x="555851" y="378657"/>
                  <a:pt x="570732" y="363776"/>
                  <a:pt x="570732" y="345419"/>
                </a:cubicBezTo>
                <a:cubicBezTo>
                  <a:pt x="570732" y="327063"/>
                  <a:pt x="555851" y="312182"/>
                  <a:pt x="537495" y="312182"/>
                </a:cubicBezTo>
                <a:cubicBezTo>
                  <a:pt x="519138" y="312182"/>
                  <a:pt x="504257" y="327063"/>
                  <a:pt x="504257" y="345419"/>
                </a:cubicBezTo>
                <a:moveTo>
                  <a:pt x="614446" y="322151"/>
                </a:moveTo>
                <a:cubicBezTo>
                  <a:pt x="614446" y="340508"/>
                  <a:pt x="629327" y="355389"/>
                  <a:pt x="647684" y="355389"/>
                </a:cubicBezTo>
                <a:cubicBezTo>
                  <a:pt x="666041" y="355389"/>
                  <a:pt x="680922" y="340508"/>
                  <a:pt x="680922" y="322151"/>
                </a:cubicBezTo>
                <a:cubicBezTo>
                  <a:pt x="680922" y="303794"/>
                  <a:pt x="666041" y="288913"/>
                  <a:pt x="647684" y="288913"/>
                </a:cubicBezTo>
                <a:cubicBezTo>
                  <a:pt x="629327" y="288913"/>
                  <a:pt x="614446" y="303794"/>
                  <a:pt x="614446" y="322151"/>
                </a:cubicBezTo>
                <a:moveTo>
                  <a:pt x="769626" y="293891"/>
                </a:moveTo>
                <a:cubicBezTo>
                  <a:pt x="769626" y="312248"/>
                  <a:pt x="784507" y="327129"/>
                  <a:pt x="802863" y="327129"/>
                </a:cubicBezTo>
                <a:cubicBezTo>
                  <a:pt x="821220" y="327129"/>
                  <a:pt x="836101" y="312248"/>
                  <a:pt x="836101" y="293891"/>
                </a:cubicBezTo>
                <a:cubicBezTo>
                  <a:pt x="836101" y="275535"/>
                  <a:pt x="821220" y="260654"/>
                  <a:pt x="802863" y="260654"/>
                </a:cubicBezTo>
                <a:cubicBezTo>
                  <a:pt x="784507" y="260654"/>
                  <a:pt x="769626" y="275535"/>
                  <a:pt x="769626" y="293891"/>
                </a:cubicBezTo>
                <a:moveTo>
                  <a:pt x="890079" y="274544"/>
                </a:moveTo>
                <a:cubicBezTo>
                  <a:pt x="890079" y="292901"/>
                  <a:pt x="904960" y="307782"/>
                  <a:pt x="923317" y="307782"/>
                </a:cubicBezTo>
                <a:cubicBezTo>
                  <a:pt x="941673" y="307782"/>
                  <a:pt x="956554" y="292901"/>
                  <a:pt x="956554" y="274544"/>
                </a:cubicBezTo>
                <a:cubicBezTo>
                  <a:pt x="956554" y="256187"/>
                  <a:pt x="941673" y="241307"/>
                  <a:pt x="923317" y="241307"/>
                </a:cubicBezTo>
                <a:cubicBezTo>
                  <a:pt x="904960" y="241307"/>
                  <a:pt x="890079" y="256187"/>
                  <a:pt x="890079" y="274544"/>
                </a:cubicBezTo>
                <a:moveTo>
                  <a:pt x="1002990" y="223184"/>
                </a:moveTo>
                <a:cubicBezTo>
                  <a:pt x="1002990" y="241541"/>
                  <a:pt x="1017871" y="256422"/>
                  <a:pt x="1036227" y="256422"/>
                </a:cubicBezTo>
                <a:cubicBezTo>
                  <a:pt x="1054584" y="256422"/>
                  <a:pt x="1069465" y="241541"/>
                  <a:pt x="1069465" y="223184"/>
                </a:cubicBezTo>
                <a:cubicBezTo>
                  <a:pt x="1069465" y="204828"/>
                  <a:pt x="1054584" y="189946"/>
                  <a:pt x="1036227" y="189946"/>
                </a:cubicBezTo>
                <a:cubicBezTo>
                  <a:pt x="1017871" y="189946"/>
                  <a:pt x="1002990" y="204828"/>
                  <a:pt x="1002990" y="223184"/>
                </a:cubicBezTo>
                <a:moveTo>
                  <a:pt x="1132309" y="213848"/>
                </a:moveTo>
                <a:cubicBezTo>
                  <a:pt x="1132309" y="232204"/>
                  <a:pt x="1147190" y="247085"/>
                  <a:pt x="1165547" y="247085"/>
                </a:cubicBezTo>
                <a:cubicBezTo>
                  <a:pt x="1183904" y="247085"/>
                  <a:pt x="1198784" y="232204"/>
                  <a:pt x="1198784" y="213848"/>
                </a:cubicBezTo>
                <a:cubicBezTo>
                  <a:pt x="1198784" y="195491"/>
                  <a:pt x="1183904" y="180610"/>
                  <a:pt x="1165547" y="180610"/>
                </a:cubicBezTo>
                <a:cubicBezTo>
                  <a:pt x="1147190" y="180610"/>
                  <a:pt x="1132309" y="195491"/>
                  <a:pt x="1132309" y="213848"/>
                </a:cubicBezTo>
                <a:moveTo>
                  <a:pt x="1277565" y="191201"/>
                </a:moveTo>
                <a:cubicBezTo>
                  <a:pt x="1277565" y="209557"/>
                  <a:pt x="1292446" y="224438"/>
                  <a:pt x="1310802" y="224438"/>
                </a:cubicBezTo>
                <a:cubicBezTo>
                  <a:pt x="1329159" y="224438"/>
                  <a:pt x="1344040" y="209557"/>
                  <a:pt x="1344040" y="191201"/>
                </a:cubicBezTo>
                <a:cubicBezTo>
                  <a:pt x="1344040" y="172844"/>
                  <a:pt x="1329159" y="157963"/>
                  <a:pt x="1310802" y="157963"/>
                </a:cubicBezTo>
                <a:cubicBezTo>
                  <a:pt x="1292446" y="157963"/>
                  <a:pt x="1277565" y="172844"/>
                  <a:pt x="1277565" y="191201"/>
                </a:cubicBezTo>
                <a:moveTo>
                  <a:pt x="1392633" y="179622"/>
                </a:moveTo>
                <a:cubicBezTo>
                  <a:pt x="1392633" y="197979"/>
                  <a:pt x="1407514" y="212860"/>
                  <a:pt x="1425871" y="212860"/>
                </a:cubicBezTo>
                <a:cubicBezTo>
                  <a:pt x="1444227" y="212860"/>
                  <a:pt x="1459108" y="197979"/>
                  <a:pt x="1459108" y="179622"/>
                </a:cubicBezTo>
                <a:cubicBezTo>
                  <a:pt x="1459108" y="161266"/>
                  <a:pt x="1444227" y="146384"/>
                  <a:pt x="1425871" y="146384"/>
                </a:cubicBezTo>
                <a:cubicBezTo>
                  <a:pt x="1407514" y="146384"/>
                  <a:pt x="1392633" y="161266"/>
                  <a:pt x="1392633" y="179622"/>
                </a:cubicBezTo>
                <a:moveTo>
                  <a:pt x="1532658" y="159568"/>
                </a:moveTo>
                <a:cubicBezTo>
                  <a:pt x="1532658" y="177924"/>
                  <a:pt x="1547539" y="192805"/>
                  <a:pt x="1565895" y="192805"/>
                </a:cubicBezTo>
                <a:cubicBezTo>
                  <a:pt x="1584252" y="192805"/>
                  <a:pt x="1599133" y="177924"/>
                  <a:pt x="1599133" y="159568"/>
                </a:cubicBezTo>
                <a:cubicBezTo>
                  <a:pt x="1599133" y="141211"/>
                  <a:pt x="1584252" y="126330"/>
                  <a:pt x="1565895" y="126330"/>
                </a:cubicBezTo>
                <a:cubicBezTo>
                  <a:pt x="1547539" y="126330"/>
                  <a:pt x="1532658" y="141211"/>
                  <a:pt x="1532658" y="159568"/>
                </a:cubicBezTo>
                <a:moveTo>
                  <a:pt x="1648158" y="143297"/>
                </a:moveTo>
                <a:cubicBezTo>
                  <a:pt x="1648158" y="161653"/>
                  <a:pt x="1663039" y="176535"/>
                  <a:pt x="1681396" y="176535"/>
                </a:cubicBezTo>
                <a:cubicBezTo>
                  <a:pt x="1699752" y="176535"/>
                  <a:pt x="1714634" y="161653"/>
                  <a:pt x="1714634" y="143297"/>
                </a:cubicBezTo>
                <a:cubicBezTo>
                  <a:pt x="1714634" y="124940"/>
                  <a:pt x="1699752" y="110059"/>
                  <a:pt x="1681396" y="110059"/>
                </a:cubicBezTo>
                <a:cubicBezTo>
                  <a:pt x="1663039" y="110059"/>
                  <a:pt x="1648158" y="124940"/>
                  <a:pt x="1648158" y="143297"/>
                </a:cubicBezTo>
                <a:moveTo>
                  <a:pt x="1790589" y="126357"/>
                </a:moveTo>
                <a:cubicBezTo>
                  <a:pt x="1790589" y="144714"/>
                  <a:pt x="1805470" y="159595"/>
                  <a:pt x="1823827" y="159595"/>
                </a:cubicBezTo>
                <a:cubicBezTo>
                  <a:pt x="1842184" y="159595"/>
                  <a:pt x="1857064" y="144714"/>
                  <a:pt x="1857064" y="126357"/>
                </a:cubicBezTo>
                <a:cubicBezTo>
                  <a:pt x="1857064" y="108001"/>
                  <a:pt x="1842184" y="93120"/>
                  <a:pt x="1823827" y="93120"/>
                </a:cubicBezTo>
                <a:cubicBezTo>
                  <a:pt x="1805470" y="93120"/>
                  <a:pt x="1790589" y="108001"/>
                  <a:pt x="1790589" y="126357"/>
                </a:cubicBezTo>
                <a:moveTo>
                  <a:pt x="1908514" y="108914"/>
                </a:moveTo>
                <a:cubicBezTo>
                  <a:pt x="1908514" y="127270"/>
                  <a:pt x="1923394" y="142151"/>
                  <a:pt x="1941751" y="142151"/>
                </a:cubicBezTo>
                <a:cubicBezTo>
                  <a:pt x="1960107" y="142151"/>
                  <a:pt x="1974989" y="127270"/>
                  <a:pt x="1974989" y="108914"/>
                </a:cubicBezTo>
                <a:cubicBezTo>
                  <a:pt x="1974989" y="90557"/>
                  <a:pt x="1960107" y="75676"/>
                  <a:pt x="1941751" y="75676"/>
                </a:cubicBezTo>
                <a:cubicBezTo>
                  <a:pt x="1923394" y="75676"/>
                  <a:pt x="1908514" y="90557"/>
                  <a:pt x="1908514" y="108914"/>
                </a:cubicBezTo>
                <a:moveTo>
                  <a:pt x="2051090" y="98136"/>
                </a:moveTo>
                <a:cubicBezTo>
                  <a:pt x="2051090" y="116493"/>
                  <a:pt x="2065971" y="131374"/>
                  <a:pt x="2084327" y="131374"/>
                </a:cubicBezTo>
                <a:cubicBezTo>
                  <a:pt x="2102684" y="131374"/>
                  <a:pt x="2117565" y="116493"/>
                  <a:pt x="2117565" y="98136"/>
                </a:cubicBezTo>
                <a:cubicBezTo>
                  <a:pt x="2117565" y="79779"/>
                  <a:pt x="2102684" y="64899"/>
                  <a:pt x="2084327" y="64899"/>
                </a:cubicBezTo>
                <a:cubicBezTo>
                  <a:pt x="2065971" y="64899"/>
                  <a:pt x="2051090" y="79779"/>
                  <a:pt x="2051090" y="98136"/>
                </a:cubicBezTo>
                <a:moveTo>
                  <a:pt x="2169031" y="82914"/>
                </a:moveTo>
                <a:cubicBezTo>
                  <a:pt x="2169031" y="101271"/>
                  <a:pt x="2183912" y="116152"/>
                  <a:pt x="2202268" y="116152"/>
                </a:cubicBezTo>
                <a:cubicBezTo>
                  <a:pt x="2220625" y="116152"/>
                  <a:pt x="2235506" y="101271"/>
                  <a:pt x="2235506" y="82914"/>
                </a:cubicBezTo>
                <a:cubicBezTo>
                  <a:pt x="2235506" y="64558"/>
                  <a:pt x="2220625" y="49677"/>
                  <a:pt x="2202268" y="49677"/>
                </a:cubicBezTo>
                <a:cubicBezTo>
                  <a:pt x="2183912" y="49677"/>
                  <a:pt x="2169031" y="64558"/>
                  <a:pt x="2169031" y="82914"/>
                </a:cubicBezTo>
                <a:moveTo>
                  <a:pt x="2304134" y="66803"/>
                </a:moveTo>
                <a:cubicBezTo>
                  <a:pt x="2304134" y="85160"/>
                  <a:pt x="2319015" y="100041"/>
                  <a:pt x="2337372" y="100041"/>
                </a:cubicBezTo>
                <a:cubicBezTo>
                  <a:pt x="2355729" y="100041"/>
                  <a:pt x="2370610" y="85160"/>
                  <a:pt x="2370610" y="66803"/>
                </a:cubicBezTo>
                <a:cubicBezTo>
                  <a:pt x="2370610" y="48446"/>
                  <a:pt x="2355729" y="33566"/>
                  <a:pt x="2337372" y="33566"/>
                </a:cubicBezTo>
                <a:cubicBezTo>
                  <a:pt x="2319015" y="33566"/>
                  <a:pt x="2304134" y="48446"/>
                  <a:pt x="2304134" y="66803"/>
                </a:cubicBezTo>
                <a:moveTo>
                  <a:pt x="2417126" y="62795"/>
                </a:moveTo>
                <a:cubicBezTo>
                  <a:pt x="2417126" y="81152"/>
                  <a:pt x="2432007" y="96033"/>
                  <a:pt x="2450363" y="96033"/>
                </a:cubicBezTo>
                <a:cubicBezTo>
                  <a:pt x="2468720" y="96033"/>
                  <a:pt x="2483601" y="81152"/>
                  <a:pt x="2483601" y="62795"/>
                </a:cubicBezTo>
                <a:cubicBezTo>
                  <a:pt x="2483601" y="44438"/>
                  <a:pt x="2468720" y="29558"/>
                  <a:pt x="2450363" y="29558"/>
                </a:cubicBezTo>
                <a:cubicBezTo>
                  <a:pt x="2432007" y="29558"/>
                  <a:pt x="2417126" y="44438"/>
                  <a:pt x="2417126" y="62795"/>
                </a:cubicBezTo>
                <a:moveTo>
                  <a:pt x="2559647" y="49297"/>
                </a:moveTo>
                <a:cubicBezTo>
                  <a:pt x="2559647" y="67654"/>
                  <a:pt x="2574528" y="82535"/>
                  <a:pt x="2592885" y="82535"/>
                </a:cubicBezTo>
                <a:cubicBezTo>
                  <a:pt x="2611241" y="82535"/>
                  <a:pt x="2626122" y="67654"/>
                  <a:pt x="2626122" y="49297"/>
                </a:cubicBezTo>
                <a:cubicBezTo>
                  <a:pt x="2626122" y="30941"/>
                  <a:pt x="2611241" y="16060"/>
                  <a:pt x="2592885" y="16060"/>
                </a:cubicBezTo>
                <a:cubicBezTo>
                  <a:pt x="2574528" y="16060"/>
                  <a:pt x="2559647" y="30941"/>
                  <a:pt x="2559647" y="49297"/>
                </a:cubicBezTo>
                <a:moveTo>
                  <a:pt x="2672727" y="38247"/>
                </a:moveTo>
                <a:cubicBezTo>
                  <a:pt x="2672727" y="56604"/>
                  <a:pt x="2687609" y="71485"/>
                  <a:pt x="2705965" y="71485"/>
                </a:cubicBezTo>
                <a:cubicBezTo>
                  <a:pt x="2724322" y="71485"/>
                  <a:pt x="2739203" y="56604"/>
                  <a:pt x="2739203" y="38247"/>
                </a:cubicBezTo>
                <a:cubicBezTo>
                  <a:pt x="2739203" y="19890"/>
                  <a:pt x="2724322" y="5009"/>
                  <a:pt x="2705965" y="5009"/>
                </a:cubicBezTo>
                <a:cubicBezTo>
                  <a:pt x="2687609" y="5009"/>
                  <a:pt x="2672727" y="19890"/>
                  <a:pt x="2672727" y="38247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998FD8-41E6-4928-AED9-71CA3FB7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917265"/>
            <a:ext cx="2807795" cy="516869"/>
          </a:xfrm>
          <a:custGeom xmlns:a="http://schemas.openxmlformats.org/drawingml/2006/main">
            <a:pathLst>
              <a:path w="2807795" h="516869" fill="none">
                <a:moveTo>
                  <a:pt x="0" y="516869"/>
                </a:moveTo>
                <a:lnTo>
                  <a:pt x="125972" y="478560"/>
                </a:lnTo>
                <a:lnTo>
                  <a:pt x="256820" y="444527"/>
                </a:lnTo>
                <a:lnTo>
                  <a:pt x="364594" y="419176"/>
                </a:lnTo>
                <a:lnTo>
                  <a:pt x="504257" y="377589"/>
                </a:lnTo>
                <a:lnTo>
                  <a:pt x="614446" y="346277"/>
                </a:lnTo>
                <a:lnTo>
                  <a:pt x="769626" y="311646"/>
                </a:lnTo>
                <a:lnTo>
                  <a:pt x="890079" y="283039"/>
                </a:lnTo>
                <a:lnTo>
                  <a:pt x="1002990" y="250005"/>
                </a:lnTo>
                <a:lnTo>
                  <a:pt x="1132309" y="233870"/>
                </a:lnTo>
                <a:lnTo>
                  <a:pt x="1277565" y="212854"/>
                </a:lnTo>
                <a:lnTo>
                  <a:pt x="1392633" y="165747"/>
                </a:lnTo>
                <a:lnTo>
                  <a:pt x="1532657" y="146777"/>
                </a:lnTo>
                <a:lnTo>
                  <a:pt x="1648158" y="109153"/>
                </a:lnTo>
                <a:lnTo>
                  <a:pt x="1790589" y="97518"/>
                </a:lnTo>
                <a:lnTo>
                  <a:pt x="1908513" y="66264"/>
                </a:lnTo>
                <a:lnTo>
                  <a:pt x="2051090" y="62070"/>
                </a:lnTo>
                <a:lnTo>
                  <a:pt x="2169031" y="51423"/>
                </a:lnTo>
                <a:lnTo>
                  <a:pt x="2304134" y="53045"/>
                </a:lnTo>
                <a:lnTo>
                  <a:pt x="2417126" y="41282"/>
                </a:lnTo>
                <a:lnTo>
                  <a:pt x="2559647" y="28078"/>
                </a:lnTo>
                <a:lnTo>
                  <a:pt x="2672727" y="15036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FF0000"/>
            </a:solidFill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666626-896C-4152-8E6A-35DE5109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884028"/>
            <a:ext cx="2874271" cy="583344"/>
          </a:xfrm>
          <a:custGeom xmlns:a="http://schemas.openxmlformats.org/drawingml/2006/main">
            <a:pathLst>
              <a:path w="2874271" h="583344">
                <a:moveTo>
                  <a:pt x="0" y="550107"/>
                </a:moveTo>
                <a:cubicBezTo>
                  <a:pt x="0" y="568463"/>
                  <a:pt x="14881" y="583344"/>
                  <a:pt x="33238" y="583344"/>
                </a:cubicBezTo>
                <a:cubicBezTo>
                  <a:pt x="51594" y="583344"/>
                  <a:pt x="66475" y="568463"/>
                  <a:pt x="66475" y="550107"/>
                </a:cubicBezTo>
                <a:cubicBezTo>
                  <a:pt x="66475" y="531750"/>
                  <a:pt x="51594" y="516869"/>
                  <a:pt x="33238" y="516869"/>
                </a:cubicBezTo>
                <a:cubicBezTo>
                  <a:pt x="14881" y="516869"/>
                  <a:pt x="0" y="531750"/>
                  <a:pt x="0" y="550107"/>
                </a:cubicBezTo>
                <a:moveTo>
                  <a:pt x="125972" y="511798"/>
                </a:moveTo>
                <a:cubicBezTo>
                  <a:pt x="125972" y="530154"/>
                  <a:pt x="140853" y="545035"/>
                  <a:pt x="159210" y="545035"/>
                </a:cubicBezTo>
                <a:cubicBezTo>
                  <a:pt x="177567" y="545035"/>
                  <a:pt x="192448" y="530154"/>
                  <a:pt x="192448" y="511798"/>
                </a:cubicBezTo>
                <a:cubicBezTo>
                  <a:pt x="192448" y="493441"/>
                  <a:pt x="177567" y="478560"/>
                  <a:pt x="159210" y="478560"/>
                </a:cubicBezTo>
                <a:cubicBezTo>
                  <a:pt x="140853" y="478560"/>
                  <a:pt x="125972" y="493441"/>
                  <a:pt x="125972" y="511798"/>
                </a:cubicBezTo>
                <a:moveTo>
                  <a:pt x="256820" y="477765"/>
                </a:moveTo>
                <a:cubicBezTo>
                  <a:pt x="256820" y="496121"/>
                  <a:pt x="271701" y="511002"/>
                  <a:pt x="290058" y="511002"/>
                </a:cubicBezTo>
                <a:cubicBezTo>
                  <a:pt x="308415" y="511002"/>
                  <a:pt x="323295" y="496121"/>
                  <a:pt x="323295" y="477765"/>
                </a:cubicBezTo>
                <a:cubicBezTo>
                  <a:pt x="323295" y="459408"/>
                  <a:pt x="308415" y="444527"/>
                  <a:pt x="290058" y="444527"/>
                </a:cubicBezTo>
                <a:cubicBezTo>
                  <a:pt x="271701" y="444527"/>
                  <a:pt x="256820" y="459408"/>
                  <a:pt x="256820" y="477765"/>
                </a:cubicBezTo>
                <a:moveTo>
                  <a:pt x="364594" y="452413"/>
                </a:moveTo>
                <a:cubicBezTo>
                  <a:pt x="364594" y="470770"/>
                  <a:pt x="379475" y="485651"/>
                  <a:pt x="397832" y="485651"/>
                </a:cubicBezTo>
                <a:cubicBezTo>
                  <a:pt x="416188" y="485651"/>
                  <a:pt x="431069" y="470770"/>
                  <a:pt x="431069" y="452413"/>
                </a:cubicBezTo>
                <a:cubicBezTo>
                  <a:pt x="431069" y="434057"/>
                  <a:pt x="416188" y="419176"/>
                  <a:pt x="397832" y="419176"/>
                </a:cubicBezTo>
                <a:cubicBezTo>
                  <a:pt x="379475" y="419176"/>
                  <a:pt x="364594" y="434057"/>
                  <a:pt x="364594" y="452413"/>
                </a:cubicBezTo>
                <a:moveTo>
                  <a:pt x="504257" y="410826"/>
                </a:moveTo>
                <a:cubicBezTo>
                  <a:pt x="504257" y="429183"/>
                  <a:pt x="519138" y="444064"/>
                  <a:pt x="537495" y="444064"/>
                </a:cubicBezTo>
                <a:cubicBezTo>
                  <a:pt x="555851" y="444064"/>
                  <a:pt x="570732" y="429183"/>
                  <a:pt x="570732" y="410826"/>
                </a:cubicBezTo>
                <a:cubicBezTo>
                  <a:pt x="570732" y="392470"/>
                  <a:pt x="555851" y="377589"/>
                  <a:pt x="537495" y="377589"/>
                </a:cubicBezTo>
                <a:cubicBezTo>
                  <a:pt x="519138" y="377589"/>
                  <a:pt x="504257" y="392470"/>
                  <a:pt x="504257" y="410826"/>
                </a:cubicBezTo>
                <a:moveTo>
                  <a:pt x="614446" y="379514"/>
                </a:moveTo>
                <a:cubicBezTo>
                  <a:pt x="614446" y="397871"/>
                  <a:pt x="629327" y="412752"/>
                  <a:pt x="647684" y="412752"/>
                </a:cubicBezTo>
                <a:cubicBezTo>
                  <a:pt x="666040" y="412752"/>
                  <a:pt x="680921" y="397871"/>
                  <a:pt x="680921" y="379514"/>
                </a:cubicBezTo>
                <a:cubicBezTo>
                  <a:pt x="680921" y="361158"/>
                  <a:pt x="666040" y="346277"/>
                  <a:pt x="647684" y="346277"/>
                </a:cubicBezTo>
                <a:cubicBezTo>
                  <a:pt x="629327" y="346277"/>
                  <a:pt x="614446" y="361158"/>
                  <a:pt x="614446" y="379514"/>
                </a:cubicBezTo>
                <a:moveTo>
                  <a:pt x="769626" y="344884"/>
                </a:moveTo>
                <a:cubicBezTo>
                  <a:pt x="769626" y="363240"/>
                  <a:pt x="784506" y="378121"/>
                  <a:pt x="802863" y="378121"/>
                </a:cubicBezTo>
                <a:cubicBezTo>
                  <a:pt x="821220" y="378121"/>
                  <a:pt x="836101" y="363240"/>
                  <a:pt x="836101" y="344884"/>
                </a:cubicBezTo>
                <a:cubicBezTo>
                  <a:pt x="836101" y="326527"/>
                  <a:pt x="821220" y="311646"/>
                  <a:pt x="802863" y="311646"/>
                </a:cubicBezTo>
                <a:cubicBezTo>
                  <a:pt x="784506" y="311646"/>
                  <a:pt x="769626" y="326527"/>
                  <a:pt x="769626" y="344884"/>
                </a:cubicBezTo>
                <a:moveTo>
                  <a:pt x="890079" y="316277"/>
                </a:moveTo>
                <a:cubicBezTo>
                  <a:pt x="890079" y="334633"/>
                  <a:pt x="904960" y="349514"/>
                  <a:pt x="923317" y="349514"/>
                </a:cubicBezTo>
                <a:cubicBezTo>
                  <a:pt x="941673" y="349514"/>
                  <a:pt x="956554" y="334633"/>
                  <a:pt x="956554" y="316277"/>
                </a:cubicBezTo>
                <a:cubicBezTo>
                  <a:pt x="956554" y="297920"/>
                  <a:pt x="941673" y="283039"/>
                  <a:pt x="923317" y="283039"/>
                </a:cubicBezTo>
                <a:cubicBezTo>
                  <a:pt x="904960" y="283039"/>
                  <a:pt x="890079" y="297920"/>
                  <a:pt x="890079" y="316277"/>
                </a:cubicBezTo>
                <a:moveTo>
                  <a:pt x="1002990" y="283242"/>
                </a:moveTo>
                <a:cubicBezTo>
                  <a:pt x="1002990" y="301599"/>
                  <a:pt x="1017871" y="316480"/>
                  <a:pt x="1036227" y="316480"/>
                </a:cubicBezTo>
                <a:cubicBezTo>
                  <a:pt x="1054584" y="316480"/>
                  <a:pt x="1069465" y="301599"/>
                  <a:pt x="1069465" y="283242"/>
                </a:cubicBezTo>
                <a:cubicBezTo>
                  <a:pt x="1069465" y="264886"/>
                  <a:pt x="1054584" y="250005"/>
                  <a:pt x="1036227" y="250005"/>
                </a:cubicBezTo>
                <a:cubicBezTo>
                  <a:pt x="1017871" y="250005"/>
                  <a:pt x="1002990" y="264886"/>
                  <a:pt x="1002990" y="283242"/>
                </a:cubicBezTo>
                <a:moveTo>
                  <a:pt x="1132309" y="267108"/>
                </a:moveTo>
                <a:cubicBezTo>
                  <a:pt x="1132309" y="285464"/>
                  <a:pt x="1147190" y="300345"/>
                  <a:pt x="1165547" y="300345"/>
                </a:cubicBezTo>
                <a:cubicBezTo>
                  <a:pt x="1183903" y="300345"/>
                  <a:pt x="1198784" y="285464"/>
                  <a:pt x="1198784" y="267108"/>
                </a:cubicBezTo>
                <a:cubicBezTo>
                  <a:pt x="1198784" y="248751"/>
                  <a:pt x="1183903" y="233870"/>
                  <a:pt x="1165547" y="233870"/>
                </a:cubicBezTo>
                <a:cubicBezTo>
                  <a:pt x="1147190" y="233870"/>
                  <a:pt x="1132309" y="248751"/>
                  <a:pt x="1132309" y="267108"/>
                </a:cubicBezTo>
                <a:moveTo>
                  <a:pt x="1277565" y="246092"/>
                </a:moveTo>
                <a:cubicBezTo>
                  <a:pt x="1277565" y="264448"/>
                  <a:pt x="1292446" y="279329"/>
                  <a:pt x="1310802" y="279329"/>
                </a:cubicBezTo>
                <a:cubicBezTo>
                  <a:pt x="1329159" y="279329"/>
                  <a:pt x="1344040" y="264448"/>
                  <a:pt x="1344040" y="246092"/>
                </a:cubicBezTo>
                <a:cubicBezTo>
                  <a:pt x="1344040" y="227735"/>
                  <a:pt x="1329159" y="212854"/>
                  <a:pt x="1310802" y="212854"/>
                </a:cubicBezTo>
                <a:cubicBezTo>
                  <a:pt x="1292446" y="212854"/>
                  <a:pt x="1277565" y="227735"/>
                  <a:pt x="1277565" y="246092"/>
                </a:cubicBezTo>
                <a:moveTo>
                  <a:pt x="1392633" y="198984"/>
                </a:moveTo>
                <a:cubicBezTo>
                  <a:pt x="1392633" y="217341"/>
                  <a:pt x="1407514" y="232222"/>
                  <a:pt x="1425870" y="232222"/>
                </a:cubicBezTo>
                <a:cubicBezTo>
                  <a:pt x="1444227" y="232222"/>
                  <a:pt x="1459108" y="217341"/>
                  <a:pt x="1459108" y="198984"/>
                </a:cubicBezTo>
                <a:cubicBezTo>
                  <a:pt x="1459108" y="180628"/>
                  <a:pt x="1444227" y="165747"/>
                  <a:pt x="1425870" y="165747"/>
                </a:cubicBezTo>
                <a:cubicBezTo>
                  <a:pt x="1407514" y="165747"/>
                  <a:pt x="1392633" y="180628"/>
                  <a:pt x="1392633" y="198984"/>
                </a:cubicBezTo>
                <a:moveTo>
                  <a:pt x="1532657" y="180015"/>
                </a:moveTo>
                <a:cubicBezTo>
                  <a:pt x="1532657" y="198371"/>
                  <a:pt x="1547538" y="213252"/>
                  <a:pt x="1565895" y="213252"/>
                </a:cubicBezTo>
                <a:cubicBezTo>
                  <a:pt x="1584252" y="213252"/>
                  <a:pt x="1599132" y="198371"/>
                  <a:pt x="1599132" y="180015"/>
                </a:cubicBezTo>
                <a:cubicBezTo>
                  <a:pt x="1599132" y="161658"/>
                  <a:pt x="1584252" y="146777"/>
                  <a:pt x="1565895" y="146777"/>
                </a:cubicBezTo>
                <a:cubicBezTo>
                  <a:pt x="1547538" y="146777"/>
                  <a:pt x="1532657" y="161658"/>
                  <a:pt x="1532657" y="180015"/>
                </a:cubicBezTo>
                <a:moveTo>
                  <a:pt x="1648158" y="142390"/>
                </a:moveTo>
                <a:cubicBezTo>
                  <a:pt x="1648158" y="160747"/>
                  <a:pt x="1663039" y="175628"/>
                  <a:pt x="1681396" y="175628"/>
                </a:cubicBezTo>
                <a:cubicBezTo>
                  <a:pt x="1699752" y="175628"/>
                  <a:pt x="1714633" y="160747"/>
                  <a:pt x="1714633" y="142390"/>
                </a:cubicBezTo>
                <a:cubicBezTo>
                  <a:pt x="1714633" y="124034"/>
                  <a:pt x="1699752" y="109153"/>
                  <a:pt x="1681396" y="109153"/>
                </a:cubicBezTo>
                <a:cubicBezTo>
                  <a:pt x="1663039" y="109153"/>
                  <a:pt x="1648158" y="124034"/>
                  <a:pt x="1648158" y="142390"/>
                </a:cubicBezTo>
                <a:moveTo>
                  <a:pt x="1790589" y="130756"/>
                </a:moveTo>
                <a:cubicBezTo>
                  <a:pt x="1790589" y="149112"/>
                  <a:pt x="1805470" y="163993"/>
                  <a:pt x="1823827" y="163993"/>
                </a:cubicBezTo>
                <a:cubicBezTo>
                  <a:pt x="1842183" y="163993"/>
                  <a:pt x="1857064" y="149112"/>
                  <a:pt x="1857064" y="130756"/>
                </a:cubicBezTo>
                <a:cubicBezTo>
                  <a:pt x="1857064" y="112399"/>
                  <a:pt x="1842183" y="97518"/>
                  <a:pt x="1823827" y="97518"/>
                </a:cubicBezTo>
                <a:cubicBezTo>
                  <a:pt x="1805470" y="97518"/>
                  <a:pt x="1790589" y="112399"/>
                  <a:pt x="1790589" y="130756"/>
                </a:cubicBezTo>
                <a:moveTo>
                  <a:pt x="1908513" y="99501"/>
                </a:moveTo>
                <a:cubicBezTo>
                  <a:pt x="1908513" y="117858"/>
                  <a:pt x="1923394" y="132739"/>
                  <a:pt x="1941751" y="132739"/>
                </a:cubicBezTo>
                <a:cubicBezTo>
                  <a:pt x="1960107" y="132739"/>
                  <a:pt x="1974988" y="117858"/>
                  <a:pt x="1974988" y="99501"/>
                </a:cubicBezTo>
                <a:cubicBezTo>
                  <a:pt x="1974988" y="81145"/>
                  <a:pt x="1960107" y="66263"/>
                  <a:pt x="1941751" y="66263"/>
                </a:cubicBezTo>
                <a:cubicBezTo>
                  <a:pt x="1923394" y="66263"/>
                  <a:pt x="1908513" y="81145"/>
                  <a:pt x="1908513" y="99501"/>
                </a:cubicBezTo>
                <a:moveTo>
                  <a:pt x="2051090" y="95308"/>
                </a:moveTo>
                <a:cubicBezTo>
                  <a:pt x="2051090" y="113665"/>
                  <a:pt x="2065971" y="128545"/>
                  <a:pt x="2084327" y="128545"/>
                </a:cubicBezTo>
                <a:cubicBezTo>
                  <a:pt x="2102684" y="128545"/>
                  <a:pt x="2117565" y="113665"/>
                  <a:pt x="2117565" y="95308"/>
                </a:cubicBezTo>
                <a:cubicBezTo>
                  <a:pt x="2117565" y="76951"/>
                  <a:pt x="2102684" y="62070"/>
                  <a:pt x="2084327" y="62070"/>
                </a:cubicBezTo>
                <a:cubicBezTo>
                  <a:pt x="2065971" y="62070"/>
                  <a:pt x="2051090" y="76951"/>
                  <a:pt x="2051090" y="95308"/>
                </a:cubicBezTo>
                <a:moveTo>
                  <a:pt x="2169031" y="84660"/>
                </a:moveTo>
                <a:cubicBezTo>
                  <a:pt x="2169031" y="103017"/>
                  <a:pt x="2183912" y="117897"/>
                  <a:pt x="2202268" y="117897"/>
                </a:cubicBezTo>
                <a:cubicBezTo>
                  <a:pt x="2220625" y="117897"/>
                  <a:pt x="2235506" y="103017"/>
                  <a:pt x="2235506" y="84660"/>
                </a:cubicBezTo>
                <a:cubicBezTo>
                  <a:pt x="2235506" y="66303"/>
                  <a:pt x="2220625" y="51422"/>
                  <a:pt x="2202268" y="51422"/>
                </a:cubicBezTo>
                <a:cubicBezTo>
                  <a:pt x="2183912" y="51422"/>
                  <a:pt x="2169031" y="66303"/>
                  <a:pt x="2169031" y="84660"/>
                </a:cubicBezTo>
                <a:moveTo>
                  <a:pt x="2304134" y="86282"/>
                </a:moveTo>
                <a:cubicBezTo>
                  <a:pt x="2304134" y="104639"/>
                  <a:pt x="2319015" y="119520"/>
                  <a:pt x="2337372" y="119520"/>
                </a:cubicBezTo>
                <a:cubicBezTo>
                  <a:pt x="2355728" y="119520"/>
                  <a:pt x="2370609" y="104639"/>
                  <a:pt x="2370609" y="86282"/>
                </a:cubicBezTo>
                <a:cubicBezTo>
                  <a:pt x="2370609" y="67926"/>
                  <a:pt x="2355728" y="53045"/>
                  <a:pt x="2337372" y="53045"/>
                </a:cubicBezTo>
                <a:cubicBezTo>
                  <a:pt x="2319015" y="53045"/>
                  <a:pt x="2304134" y="67926"/>
                  <a:pt x="2304134" y="86282"/>
                </a:cubicBezTo>
                <a:moveTo>
                  <a:pt x="2417126" y="74519"/>
                </a:moveTo>
                <a:cubicBezTo>
                  <a:pt x="2417126" y="92876"/>
                  <a:pt x="2432007" y="107757"/>
                  <a:pt x="2450363" y="107757"/>
                </a:cubicBezTo>
                <a:cubicBezTo>
                  <a:pt x="2468720" y="107757"/>
                  <a:pt x="2483601" y="92876"/>
                  <a:pt x="2483601" y="74519"/>
                </a:cubicBezTo>
                <a:cubicBezTo>
                  <a:pt x="2483601" y="56163"/>
                  <a:pt x="2468720" y="41282"/>
                  <a:pt x="2450363" y="41282"/>
                </a:cubicBezTo>
                <a:cubicBezTo>
                  <a:pt x="2432007" y="41282"/>
                  <a:pt x="2417126" y="56163"/>
                  <a:pt x="2417126" y="74519"/>
                </a:cubicBezTo>
                <a:moveTo>
                  <a:pt x="2559647" y="61315"/>
                </a:moveTo>
                <a:cubicBezTo>
                  <a:pt x="2559647" y="79672"/>
                  <a:pt x="2574528" y="94553"/>
                  <a:pt x="2592885" y="94553"/>
                </a:cubicBezTo>
                <a:cubicBezTo>
                  <a:pt x="2611241" y="94553"/>
                  <a:pt x="2626122" y="79672"/>
                  <a:pt x="2626122" y="61315"/>
                </a:cubicBezTo>
                <a:cubicBezTo>
                  <a:pt x="2626122" y="42959"/>
                  <a:pt x="2611241" y="28078"/>
                  <a:pt x="2592885" y="28078"/>
                </a:cubicBezTo>
                <a:cubicBezTo>
                  <a:pt x="2574528" y="28078"/>
                  <a:pt x="2559647" y="42959"/>
                  <a:pt x="2559647" y="61315"/>
                </a:cubicBezTo>
                <a:moveTo>
                  <a:pt x="2672727" y="48273"/>
                </a:moveTo>
                <a:cubicBezTo>
                  <a:pt x="2672727" y="66630"/>
                  <a:pt x="2687608" y="81511"/>
                  <a:pt x="2705965" y="81511"/>
                </a:cubicBezTo>
                <a:cubicBezTo>
                  <a:pt x="2724322" y="81511"/>
                  <a:pt x="2739203" y="66630"/>
                  <a:pt x="2739203" y="48273"/>
                </a:cubicBezTo>
                <a:cubicBezTo>
                  <a:pt x="2739203" y="29917"/>
                  <a:pt x="2724322" y="15036"/>
                  <a:pt x="2705965" y="15036"/>
                </a:cubicBezTo>
                <a:cubicBezTo>
                  <a:pt x="2687608" y="15036"/>
                  <a:pt x="2672727" y="29917"/>
                  <a:pt x="2672727" y="48273"/>
                </a:cubicBezTo>
                <a:moveTo>
                  <a:pt x="2807795" y="33237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CD7D66-A0F7-4029-B0B7-0D5A8823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4112618"/>
            <a:ext cx="2807795" cy="471047"/>
          </a:xfrm>
          <a:custGeom xmlns:a="http://schemas.openxmlformats.org/drawingml/2006/main">
            <a:pathLst>
              <a:path w="2807795" h="471047" fill="none">
                <a:moveTo>
                  <a:pt x="0" y="471047"/>
                </a:moveTo>
                <a:lnTo>
                  <a:pt x="125972" y="444973"/>
                </a:lnTo>
                <a:lnTo>
                  <a:pt x="256820" y="412642"/>
                </a:lnTo>
                <a:lnTo>
                  <a:pt x="364594" y="388918"/>
                </a:lnTo>
                <a:lnTo>
                  <a:pt x="504257" y="359641"/>
                </a:lnTo>
                <a:lnTo>
                  <a:pt x="614446" y="335279"/>
                </a:lnTo>
                <a:lnTo>
                  <a:pt x="769625" y="303798"/>
                </a:lnTo>
                <a:lnTo>
                  <a:pt x="890079" y="288576"/>
                </a:lnTo>
                <a:lnTo>
                  <a:pt x="1002990" y="203738"/>
                </a:lnTo>
                <a:lnTo>
                  <a:pt x="1132309" y="189793"/>
                </a:lnTo>
                <a:lnTo>
                  <a:pt x="1277565" y="167393"/>
                </a:lnTo>
                <a:lnTo>
                  <a:pt x="1392633" y="157858"/>
                </a:lnTo>
                <a:lnTo>
                  <a:pt x="1532658" y="136552"/>
                </a:lnTo>
                <a:lnTo>
                  <a:pt x="1648158" y="121731"/>
                </a:lnTo>
                <a:lnTo>
                  <a:pt x="1790589" y="99816"/>
                </a:lnTo>
                <a:lnTo>
                  <a:pt x="1908513" y="87017"/>
                </a:lnTo>
                <a:lnTo>
                  <a:pt x="2051090" y="71163"/>
                </a:lnTo>
                <a:lnTo>
                  <a:pt x="2169030" y="60482"/>
                </a:lnTo>
                <a:lnTo>
                  <a:pt x="2304134" y="42369"/>
                </a:lnTo>
                <a:lnTo>
                  <a:pt x="2417126" y="33515"/>
                </a:lnTo>
                <a:lnTo>
                  <a:pt x="2559647" y="16326"/>
                </a:lnTo>
                <a:lnTo>
                  <a:pt x="2672727" y="15869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FF0000"/>
            </a:solidFill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EF9EDB-496A-4C22-8225-88CE2496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4079380"/>
            <a:ext cx="2874271" cy="537523"/>
          </a:xfrm>
          <a:custGeom xmlns:a="http://schemas.openxmlformats.org/drawingml/2006/main">
            <a:pathLst>
              <a:path w="2874271" h="537523">
                <a:moveTo>
                  <a:pt x="0" y="504285"/>
                </a:moveTo>
                <a:cubicBezTo>
                  <a:pt x="0" y="522642"/>
                  <a:pt x="14881" y="537523"/>
                  <a:pt x="33238" y="537523"/>
                </a:cubicBezTo>
                <a:cubicBezTo>
                  <a:pt x="51594" y="537523"/>
                  <a:pt x="66475" y="522642"/>
                  <a:pt x="66475" y="504285"/>
                </a:cubicBezTo>
                <a:cubicBezTo>
                  <a:pt x="66475" y="485928"/>
                  <a:pt x="51594" y="471047"/>
                  <a:pt x="33238" y="471047"/>
                </a:cubicBezTo>
                <a:cubicBezTo>
                  <a:pt x="14881" y="471047"/>
                  <a:pt x="0" y="485928"/>
                  <a:pt x="0" y="504285"/>
                </a:cubicBezTo>
                <a:moveTo>
                  <a:pt x="125972" y="478210"/>
                </a:moveTo>
                <a:cubicBezTo>
                  <a:pt x="125972" y="496567"/>
                  <a:pt x="140853" y="511448"/>
                  <a:pt x="159210" y="511448"/>
                </a:cubicBezTo>
                <a:cubicBezTo>
                  <a:pt x="177567" y="511448"/>
                  <a:pt x="192448" y="496567"/>
                  <a:pt x="192448" y="478210"/>
                </a:cubicBezTo>
                <a:cubicBezTo>
                  <a:pt x="192448" y="459854"/>
                  <a:pt x="177567" y="444973"/>
                  <a:pt x="159210" y="444973"/>
                </a:cubicBezTo>
                <a:cubicBezTo>
                  <a:pt x="140853" y="444973"/>
                  <a:pt x="125972" y="459854"/>
                  <a:pt x="125972" y="478210"/>
                </a:cubicBezTo>
                <a:moveTo>
                  <a:pt x="256821" y="445880"/>
                </a:moveTo>
                <a:cubicBezTo>
                  <a:pt x="256821" y="464237"/>
                  <a:pt x="271701" y="479118"/>
                  <a:pt x="290058" y="479118"/>
                </a:cubicBezTo>
                <a:cubicBezTo>
                  <a:pt x="308415" y="479118"/>
                  <a:pt x="323296" y="464237"/>
                  <a:pt x="323296" y="445880"/>
                </a:cubicBezTo>
                <a:cubicBezTo>
                  <a:pt x="323296" y="427523"/>
                  <a:pt x="308415" y="412642"/>
                  <a:pt x="290058" y="412642"/>
                </a:cubicBezTo>
                <a:cubicBezTo>
                  <a:pt x="271701" y="412642"/>
                  <a:pt x="256821" y="427523"/>
                  <a:pt x="256821" y="445880"/>
                </a:cubicBezTo>
                <a:moveTo>
                  <a:pt x="364594" y="422155"/>
                </a:moveTo>
                <a:cubicBezTo>
                  <a:pt x="364594" y="440512"/>
                  <a:pt x="379475" y="455393"/>
                  <a:pt x="397832" y="455393"/>
                </a:cubicBezTo>
                <a:cubicBezTo>
                  <a:pt x="416188" y="455393"/>
                  <a:pt x="431070" y="440512"/>
                  <a:pt x="431070" y="422155"/>
                </a:cubicBezTo>
                <a:cubicBezTo>
                  <a:pt x="431070" y="403799"/>
                  <a:pt x="416188" y="388918"/>
                  <a:pt x="397832" y="388918"/>
                </a:cubicBezTo>
                <a:cubicBezTo>
                  <a:pt x="379475" y="388918"/>
                  <a:pt x="364594" y="403799"/>
                  <a:pt x="364594" y="422155"/>
                </a:cubicBezTo>
                <a:moveTo>
                  <a:pt x="504257" y="392879"/>
                </a:moveTo>
                <a:cubicBezTo>
                  <a:pt x="504257" y="411236"/>
                  <a:pt x="519138" y="426116"/>
                  <a:pt x="537495" y="426116"/>
                </a:cubicBezTo>
                <a:cubicBezTo>
                  <a:pt x="555851" y="426116"/>
                  <a:pt x="570732" y="411236"/>
                  <a:pt x="570732" y="392879"/>
                </a:cubicBezTo>
                <a:cubicBezTo>
                  <a:pt x="570732" y="374522"/>
                  <a:pt x="555851" y="359641"/>
                  <a:pt x="537495" y="359641"/>
                </a:cubicBezTo>
                <a:cubicBezTo>
                  <a:pt x="519138" y="359641"/>
                  <a:pt x="504257" y="374522"/>
                  <a:pt x="504257" y="392879"/>
                </a:cubicBezTo>
                <a:moveTo>
                  <a:pt x="614446" y="368517"/>
                </a:moveTo>
                <a:cubicBezTo>
                  <a:pt x="614446" y="386874"/>
                  <a:pt x="629327" y="401755"/>
                  <a:pt x="647684" y="401755"/>
                </a:cubicBezTo>
                <a:cubicBezTo>
                  <a:pt x="666041" y="401755"/>
                  <a:pt x="680922" y="386874"/>
                  <a:pt x="680922" y="368517"/>
                </a:cubicBezTo>
                <a:cubicBezTo>
                  <a:pt x="680922" y="350161"/>
                  <a:pt x="666041" y="335280"/>
                  <a:pt x="647684" y="335280"/>
                </a:cubicBezTo>
                <a:cubicBezTo>
                  <a:pt x="629327" y="335280"/>
                  <a:pt x="614446" y="350161"/>
                  <a:pt x="614446" y="368517"/>
                </a:cubicBezTo>
                <a:moveTo>
                  <a:pt x="769626" y="337035"/>
                </a:moveTo>
                <a:cubicBezTo>
                  <a:pt x="769626" y="355392"/>
                  <a:pt x="784507" y="370273"/>
                  <a:pt x="802863" y="370273"/>
                </a:cubicBezTo>
                <a:cubicBezTo>
                  <a:pt x="821220" y="370273"/>
                  <a:pt x="836101" y="355392"/>
                  <a:pt x="836101" y="337035"/>
                </a:cubicBezTo>
                <a:cubicBezTo>
                  <a:pt x="836101" y="318678"/>
                  <a:pt x="821220" y="303798"/>
                  <a:pt x="802863" y="303798"/>
                </a:cubicBezTo>
                <a:cubicBezTo>
                  <a:pt x="784507" y="303798"/>
                  <a:pt x="769626" y="318678"/>
                  <a:pt x="769626" y="337035"/>
                </a:cubicBezTo>
                <a:moveTo>
                  <a:pt x="890079" y="321813"/>
                </a:moveTo>
                <a:cubicBezTo>
                  <a:pt x="890079" y="340170"/>
                  <a:pt x="904960" y="355051"/>
                  <a:pt x="923317" y="355051"/>
                </a:cubicBezTo>
                <a:cubicBezTo>
                  <a:pt x="941673" y="355051"/>
                  <a:pt x="956554" y="340170"/>
                  <a:pt x="956554" y="321813"/>
                </a:cubicBezTo>
                <a:cubicBezTo>
                  <a:pt x="956554" y="303457"/>
                  <a:pt x="941673" y="288576"/>
                  <a:pt x="923317" y="288576"/>
                </a:cubicBezTo>
                <a:cubicBezTo>
                  <a:pt x="904960" y="288576"/>
                  <a:pt x="890079" y="303457"/>
                  <a:pt x="890079" y="321813"/>
                </a:cubicBezTo>
                <a:moveTo>
                  <a:pt x="1002990" y="236975"/>
                </a:moveTo>
                <a:cubicBezTo>
                  <a:pt x="1002990" y="255332"/>
                  <a:pt x="1017871" y="270213"/>
                  <a:pt x="1036227" y="270213"/>
                </a:cubicBezTo>
                <a:cubicBezTo>
                  <a:pt x="1054584" y="270213"/>
                  <a:pt x="1069465" y="255332"/>
                  <a:pt x="1069465" y="236975"/>
                </a:cubicBezTo>
                <a:cubicBezTo>
                  <a:pt x="1069465" y="218619"/>
                  <a:pt x="1054584" y="203738"/>
                  <a:pt x="1036227" y="203738"/>
                </a:cubicBezTo>
                <a:cubicBezTo>
                  <a:pt x="1017871" y="203738"/>
                  <a:pt x="1002990" y="218619"/>
                  <a:pt x="1002990" y="236975"/>
                </a:cubicBezTo>
                <a:moveTo>
                  <a:pt x="1132309" y="223030"/>
                </a:moveTo>
                <a:cubicBezTo>
                  <a:pt x="1132309" y="241387"/>
                  <a:pt x="1147190" y="256268"/>
                  <a:pt x="1165547" y="256268"/>
                </a:cubicBezTo>
                <a:cubicBezTo>
                  <a:pt x="1183904" y="256268"/>
                  <a:pt x="1198784" y="241387"/>
                  <a:pt x="1198784" y="223030"/>
                </a:cubicBezTo>
                <a:cubicBezTo>
                  <a:pt x="1198784" y="204674"/>
                  <a:pt x="1183904" y="189793"/>
                  <a:pt x="1165547" y="189793"/>
                </a:cubicBezTo>
                <a:cubicBezTo>
                  <a:pt x="1147190" y="189793"/>
                  <a:pt x="1132309" y="204674"/>
                  <a:pt x="1132309" y="223030"/>
                </a:cubicBezTo>
                <a:moveTo>
                  <a:pt x="1277565" y="200630"/>
                </a:moveTo>
                <a:cubicBezTo>
                  <a:pt x="1277565" y="218987"/>
                  <a:pt x="1292446" y="233868"/>
                  <a:pt x="1310802" y="233868"/>
                </a:cubicBezTo>
                <a:cubicBezTo>
                  <a:pt x="1329159" y="233868"/>
                  <a:pt x="1344040" y="218987"/>
                  <a:pt x="1344040" y="200630"/>
                </a:cubicBezTo>
                <a:cubicBezTo>
                  <a:pt x="1344040" y="182274"/>
                  <a:pt x="1329159" y="167393"/>
                  <a:pt x="1310802" y="167393"/>
                </a:cubicBezTo>
                <a:cubicBezTo>
                  <a:pt x="1292446" y="167393"/>
                  <a:pt x="1277565" y="182274"/>
                  <a:pt x="1277565" y="200630"/>
                </a:cubicBezTo>
                <a:moveTo>
                  <a:pt x="1392633" y="191096"/>
                </a:moveTo>
                <a:cubicBezTo>
                  <a:pt x="1392633" y="209452"/>
                  <a:pt x="1407514" y="224333"/>
                  <a:pt x="1425871" y="224333"/>
                </a:cubicBezTo>
                <a:cubicBezTo>
                  <a:pt x="1444227" y="224333"/>
                  <a:pt x="1459108" y="209452"/>
                  <a:pt x="1459108" y="191096"/>
                </a:cubicBezTo>
                <a:cubicBezTo>
                  <a:pt x="1459108" y="172739"/>
                  <a:pt x="1444227" y="157858"/>
                  <a:pt x="1425871" y="157858"/>
                </a:cubicBezTo>
                <a:cubicBezTo>
                  <a:pt x="1407514" y="157858"/>
                  <a:pt x="1392633" y="172739"/>
                  <a:pt x="1392633" y="191096"/>
                </a:cubicBezTo>
                <a:moveTo>
                  <a:pt x="1532658" y="169790"/>
                </a:moveTo>
                <a:cubicBezTo>
                  <a:pt x="1532658" y="188147"/>
                  <a:pt x="1547539" y="203028"/>
                  <a:pt x="1565895" y="203028"/>
                </a:cubicBezTo>
                <a:cubicBezTo>
                  <a:pt x="1584252" y="203028"/>
                  <a:pt x="1599133" y="188147"/>
                  <a:pt x="1599133" y="169790"/>
                </a:cubicBezTo>
                <a:cubicBezTo>
                  <a:pt x="1599133" y="151434"/>
                  <a:pt x="1584252" y="136553"/>
                  <a:pt x="1565895" y="136553"/>
                </a:cubicBezTo>
                <a:cubicBezTo>
                  <a:pt x="1547539" y="136553"/>
                  <a:pt x="1532658" y="151434"/>
                  <a:pt x="1532658" y="169790"/>
                </a:cubicBezTo>
                <a:moveTo>
                  <a:pt x="1648158" y="154969"/>
                </a:moveTo>
                <a:cubicBezTo>
                  <a:pt x="1648158" y="173326"/>
                  <a:pt x="1663039" y="188207"/>
                  <a:pt x="1681396" y="188207"/>
                </a:cubicBezTo>
                <a:cubicBezTo>
                  <a:pt x="1699752" y="188207"/>
                  <a:pt x="1714634" y="173326"/>
                  <a:pt x="1714634" y="154969"/>
                </a:cubicBezTo>
                <a:cubicBezTo>
                  <a:pt x="1714634" y="136612"/>
                  <a:pt x="1699752" y="121731"/>
                  <a:pt x="1681396" y="121731"/>
                </a:cubicBezTo>
                <a:cubicBezTo>
                  <a:pt x="1663039" y="121731"/>
                  <a:pt x="1648158" y="136612"/>
                  <a:pt x="1648158" y="154969"/>
                </a:cubicBezTo>
                <a:moveTo>
                  <a:pt x="1790589" y="133054"/>
                </a:moveTo>
                <a:cubicBezTo>
                  <a:pt x="1790589" y="151411"/>
                  <a:pt x="1805470" y="166292"/>
                  <a:pt x="1823827" y="166292"/>
                </a:cubicBezTo>
                <a:cubicBezTo>
                  <a:pt x="1842184" y="166292"/>
                  <a:pt x="1857064" y="151411"/>
                  <a:pt x="1857064" y="133054"/>
                </a:cubicBezTo>
                <a:cubicBezTo>
                  <a:pt x="1857064" y="114698"/>
                  <a:pt x="1842184" y="99817"/>
                  <a:pt x="1823827" y="99817"/>
                </a:cubicBezTo>
                <a:cubicBezTo>
                  <a:pt x="1805470" y="99817"/>
                  <a:pt x="1790589" y="114698"/>
                  <a:pt x="1790589" y="133054"/>
                </a:cubicBezTo>
                <a:moveTo>
                  <a:pt x="1908514" y="120255"/>
                </a:moveTo>
                <a:cubicBezTo>
                  <a:pt x="1908514" y="138612"/>
                  <a:pt x="1923394" y="153493"/>
                  <a:pt x="1941751" y="153493"/>
                </a:cubicBezTo>
                <a:cubicBezTo>
                  <a:pt x="1960107" y="153493"/>
                  <a:pt x="1974989" y="138612"/>
                  <a:pt x="1974989" y="120255"/>
                </a:cubicBezTo>
                <a:cubicBezTo>
                  <a:pt x="1974989" y="101899"/>
                  <a:pt x="1960107" y="87018"/>
                  <a:pt x="1941751" y="87018"/>
                </a:cubicBezTo>
                <a:cubicBezTo>
                  <a:pt x="1923394" y="87018"/>
                  <a:pt x="1908514" y="101899"/>
                  <a:pt x="1908514" y="120255"/>
                </a:cubicBezTo>
                <a:moveTo>
                  <a:pt x="2051090" y="104401"/>
                </a:moveTo>
                <a:cubicBezTo>
                  <a:pt x="2051090" y="122758"/>
                  <a:pt x="2065971" y="137638"/>
                  <a:pt x="2084327" y="137638"/>
                </a:cubicBezTo>
                <a:cubicBezTo>
                  <a:pt x="2102684" y="137638"/>
                  <a:pt x="2117565" y="122758"/>
                  <a:pt x="2117565" y="104401"/>
                </a:cubicBezTo>
                <a:cubicBezTo>
                  <a:pt x="2117565" y="86044"/>
                  <a:pt x="2102684" y="71163"/>
                  <a:pt x="2084327" y="71163"/>
                </a:cubicBezTo>
                <a:cubicBezTo>
                  <a:pt x="2065971" y="71163"/>
                  <a:pt x="2051090" y="86044"/>
                  <a:pt x="2051090" y="104401"/>
                </a:cubicBezTo>
                <a:moveTo>
                  <a:pt x="2169031" y="93720"/>
                </a:moveTo>
                <a:cubicBezTo>
                  <a:pt x="2169031" y="112076"/>
                  <a:pt x="2183912" y="126957"/>
                  <a:pt x="2202268" y="126957"/>
                </a:cubicBezTo>
                <a:cubicBezTo>
                  <a:pt x="2220625" y="126957"/>
                  <a:pt x="2235506" y="112076"/>
                  <a:pt x="2235506" y="93720"/>
                </a:cubicBezTo>
                <a:cubicBezTo>
                  <a:pt x="2235506" y="75363"/>
                  <a:pt x="2220625" y="60482"/>
                  <a:pt x="2202268" y="60482"/>
                </a:cubicBezTo>
                <a:cubicBezTo>
                  <a:pt x="2183912" y="60482"/>
                  <a:pt x="2169031" y="75363"/>
                  <a:pt x="2169031" y="93720"/>
                </a:cubicBezTo>
                <a:moveTo>
                  <a:pt x="2304134" y="75607"/>
                </a:moveTo>
                <a:cubicBezTo>
                  <a:pt x="2304134" y="93964"/>
                  <a:pt x="2319015" y="108845"/>
                  <a:pt x="2337372" y="108845"/>
                </a:cubicBezTo>
                <a:cubicBezTo>
                  <a:pt x="2355729" y="108845"/>
                  <a:pt x="2370610" y="93964"/>
                  <a:pt x="2370610" y="75607"/>
                </a:cubicBezTo>
                <a:cubicBezTo>
                  <a:pt x="2370610" y="57250"/>
                  <a:pt x="2355729" y="42369"/>
                  <a:pt x="2337372" y="42369"/>
                </a:cubicBezTo>
                <a:cubicBezTo>
                  <a:pt x="2319015" y="42369"/>
                  <a:pt x="2304134" y="57250"/>
                  <a:pt x="2304134" y="75607"/>
                </a:cubicBezTo>
                <a:moveTo>
                  <a:pt x="2417126" y="66753"/>
                </a:moveTo>
                <a:cubicBezTo>
                  <a:pt x="2417126" y="85110"/>
                  <a:pt x="2432007" y="99990"/>
                  <a:pt x="2450363" y="99990"/>
                </a:cubicBezTo>
                <a:cubicBezTo>
                  <a:pt x="2468720" y="99990"/>
                  <a:pt x="2483601" y="85110"/>
                  <a:pt x="2483601" y="66753"/>
                </a:cubicBezTo>
                <a:cubicBezTo>
                  <a:pt x="2483601" y="48396"/>
                  <a:pt x="2468720" y="33515"/>
                  <a:pt x="2450363" y="33515"/>
                </a:cubicBezTo>
                <a:cubicBezTo>
                  <a:pt x="2432007" y="33515"/>
                  <a:pt x="2417126" y="48396"/>
                  <a:pt x="2417126" y="66753"/>
                </a:cubicBezTo>
                <a:moveTo>
                  <a:pt x="2559647" y="49564"/>
                </a:moveTo>
                <a:cubicBezTo>
                  <a:pt x="2559647" y="67921"/>
                  <a:pt x="2574528" y="82802"/>
                  <a:pt x="2592885" y="82802"/>
                </a:cubicBezTo>
                <a:cubicBezTo>
                  <a:pt x="2611241" y="82802"/>
                  <a:pt x="2626122" y="67921"/>
                  <a:pt x="2626122" y="49564"/>
                </a:cubicBezTo>
                <a:cubicBezTo>
                  <a:pt x="2626122" y="31208"/>
                  <a:pt x="2611241" y="16326"/>
                  <a:pt x="2592885" y="16326"/>
                </a:cubicBezTo>
                <a:cubicBezTo>
                  <a:pt x="2574528" y="16326"/>
                  <a:pt x="2559647" y="31208"/>
                  <a:pt x="2559647" y="49564"/>
                </a:cubicBezTo>
                <a:moveTo>
                  <a:pt x="2672727" y="49107"/>
                </a:moveTo>
                <a:cubicBezTo>
                  <a:pt x="2672727" y="67464"/>
                  <a:pt x="2687609" y="82345"/>
                  <a:pt x="2705965" y="82345"/>
                </a:cubicBezTo>
                <a:cubicBezTo>
                  <a:pt x="2724322" y="82345"/>
                  <a:pt x="2739203" y="67464"/>
                  <a:pt x="2739203" y="49107"/>
                </a:cubicBezTo>
                <a:cubicBezTo>
                  <a:pt x="2739203" y="30751"/>
                  <a:pt x="2724322" y="15869"/>
                  <a:pt x="2705965" y="15869"/>
                </a:cubicBezTo>
                <a:cubicBezTo>
                  <a:pt x="2687609" y="15869"/>
                  <a:pt x="2672727" y="30751"/>
                  <a:pt x="2672727" y="49107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B7C88C-694D-4AF9-B6FC-C116DDE0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1561238"/>
            <a:ext cx="2807795" cy="607367"/>
          </a:xfrm>
          <a:custGeom xmlns:a="http://schemas.openxmlformats.org/drawingml/2006/main">
            <a:pathLst>
              <a:path w="2807795" h="607367" fill="none">
                <a:moveTo>
                  <a:pt x="0" y="607367"/>
                </a:moveTo>
                <a:lnTo>
                  <a:pt x="125972" y="579016"/>
                </a:lnTo>
                <a:lnTo>
                  <a:pt x="256820" y="535699"/>
                </a:lnTo>
                <a:lnTo>
                  <a:pt x="364594" y="508835"/>
                </a:lnTo>
                <a:lnTo>
                  <a:pt x="504257" y="458082"/>
                </a:lnTo>
                <a:lnTo>
                  <a:pt x="614446" y="383994"/>
                </a:lnTo>
                <a:lnTo>
                  <a:pt x="769626" y="348037"/>
                </a:lnTo>
                <a:lnTo>
                  <a:pt x="890079" y="281168"/>
                </a:lnTo>
                <a:lnTo>
                  <a:pt x="1002990" y="254859"/>
                </a:lnTo>
                <a:lnTo>
                  <a:pt x="1132309" y="247927"/>
                </a:lnTo>
                <a:lnTo>
                  <a:pt x="1277565" y="201354"/>
                </a:lnTo>
                <a:lnTo>
                  <a:pt x="1392633" y="178371"/>
                </a:lnTo>
                <a:lnTo>
                  <a:pt x="1532657" y="148117"/>
                </a:lnTo>
                <a:lnTo>
                  <a:pt x="1648158" y="139577"/>
                </a:lnTo>
                <a:lnTo>
                  <a:pt x="1790589" y="142298"/>
                </a:lnTo>
                <a:lnTo>
                  <a:pt x="1908513" y="130747"/>
                </a:lnTo>
                <a:lnTo>
                  <a:pt x="2051090" y="110667"/>
                </a:lnTo>
                <a:lnTo>
                  <a:pt x="2169031" y="95066"/>
                </a:lnTo>
                <a:lnTo>
                  <a:pt x="2304134" y="58494"/>
                </a:lnTo>
                <a:lnTo>
                  <a:pt x="2417126" y="23114"/>
                </a:lnTo>
                <a:lnTo>
                  <a:pt x="2559647" y="6912"/>
                </a:lnTo>
                <a:lnTo>
                  <a:pt x="2672727" y="0"/>
                </a:lnTo>
                <a:lnTo>
                  <a:pt x="2807795" y="3661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FF2A00"/>
            </a:solidFill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B9217-CDCD-4763-BB8D-979FC9BB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1528000"/>
            <a:ext cx="2874271" cy="673843"/>
          </a:xfrm>
          <a:custGeom xmlns:a="http://schemas.openxmlformats.org/drawingml/2006/main">
            <a:pathLst>
              <a:path w="2874271" h="673843">
                <a:moveTo>
                  <a:pt x="0" y="640605"/>
                </a:moveTo>
                <a:cubicBezTo>
                  <a:pt x="0" y="658962"/>
                  <a:pt x="14881" y="673843"/>
                  <a:pt x="33238" y="673843"/>
                </a:cubicBezTo>
                <a:cubicBezTo>
                  <a:pt x="51594" y="673843"/>
                  <a:pt x="66475" y="658962"/>
                  <a:pt x="66475" y="640605"/>
                </a:cubicBezTo>
                <a:cubicBezTo>
                  <a:pt x="66475" y="622248"/>
                  <a:pt x="51594" y="607368"/>
                  <a:pt x="33238" y="607368"/>
                </a:cubicBezTo>
                <a:cubicBezTo>
                  <a:pt x="14881" y="607368"/>
                  <a:pt x="0" y="622248"/>
                  <a:pt x="0" y="640605"/>
                </a:cubicBezTo>
                <a:moveTo>
                  <a:pt x="125972" y="612254"/>
                </a:moveTo>
                <a:cubicBezTo>
                  <a:pt x="125972" y="630611"/>
                  <a:pt x="140853" y="645492"/>
                  <a:pt x="159210" y="645492"/>
                </a:cubicBezTo>
                <a:cubicBezTo>
                  <a:pt x="177567" y="645492"/>
                  <a:pt x="192448" y="630611"/>
                  <a:pt x="192448" y="612254"/>
                </a:cubicBezTo>
                <a:cubicBezTo>
                  <a:pt x="192448" y="593898"/>
                  <a:pt x="177567" y="579016"/>
                  <a:pt x="159210" y="579016"/>
                </a:cubicBezTo>
                <a:cubicBezTo>
                  <a:pt x="140853" y="579016"/>
                  <a:pt x="125972" y="593898"/>
                  <a:pt x="125972" y="612254"/>
                </a:cubicBezTo>
                <a:moveTo>
                  <a:pt x="256820" y="568937"/>
                </a:moveTo>
                <a:cubicBezTo>
                  <a:pt x="256820" y="587294"/>
                  <a:pt x="271701" y="602174"/>
                  <a:pt x="290058" y="602174"/>
                </a:cubicBezTo>
                <a:cubicBezTo>
                  <a:pt x="308415" y="602174"/>
                  <a:pt x="323295" y="587294"/>
                  <a:pt x="323295" y="568937"/>
                </a:cubicBezTo>
                <a:cubicBezTo>
                  <a:pt x="323295" y="550581"/>
                  <a:pt x="308415" y="535700"/>
                  <a:pt x="290058" y="535700"/>
                </a:cubicBezTo>
                <a:cubicBezTo>
                  <a:pt x="271701" y="535700"/>
                  <a:pt x="256820" y="550581"/>
                  <a:pt x="256820" y="568937"/>
                </a:cubicBezTo>
                <a:moveTo>
                  <a:pt x="364594" y="542072"/>
                </a:moveTo>
                <a:cubicBezTo>
                  <a:pt x="364594" y="560429"/>
                  <a:pt x="379475" y="575310"/>
                  <a:pt x="397832" y="575310"/>
                </a:cubicBezTo>
                <a:cubicBezTo>
                  <a:pt x="416188" y="575310"/>
                  <a:pt x="431069" y="560429"/>
                  <a:pt x="431069" y="542072"/>
                </a:cubicBezTo>
                <a:cubicBezTo>
                  <a:pt x="431069" y="523716"/>
                  <a:pt x="416188" y="508835"/>
                  <a:pt x="397832" y="508835"/>
                </a:cubicBezTo>
                <a:cubicBezTo>
                  <a:pt x="379475" y="508835"/>
                  <a:pt x="364594" y="523716"/>
                  <a:pt x="364594" y="542072"/>
                </a:cubicBezTo>
                <a:moveTo>
                  <a:pt x="504257" y="491320"/>
                </a:moveTo>
                <a:cubicBezTo>
                  <a:pt x="504257" y="509677"/>
                  <a:pt x="519138" y="524558"/>
                  <a:pt x="537495" y="524558"/>
                </a:cubicBezTo>
                <a:cubicBezTo>
                  <a:pt x="555851" y="524558"/>
                  <a:pt x="570732" y="509677"/>
                  <a:pt x="570732" y="491320"/>
                </a:cubicBezTo>
                <a:cubicBezTo>
                  <a:pt x="570732" y="472964"/>
                  <a:pt x="555851" y="458083"/>
                  <a:pt x="537495" y="458083"/>
                </a:cubicBezTo>
                <a:cubicBezTo>
                  <a:pt x="519138" y="458083"/>
                  <a:pt x="504257" y="472964"/>
                  <a:pt x="504257" y="491320"/>
                </a:cubicBezTo>
                <a:moveTo>
                  <a:pt x="614446" y="417232"/>
                </a:moveTo>
                <a:cubicBezTo>
                  <a:pt x="614446" y="435589"/>
                  <a:pt x="629327" y="450470"/>
                  <a:pt x="647684" y="450470"/>
                </a:cubicBezTo>
                <a:cubicBezTo>
                  <a:pt x="666040" y="450470"/>
                  <a:pt x="680921" y="435589"/>
                  <a:pt x="680921" y="417232"/>
                </a:cubicBezTo>
                <a:cubicBezTo>
                  <a:pt x="680921" y="398875"/>
                  <a:pt x="666040" y="383995"/>
                  <a:pt x="647684" y="383995"/>
                </a:cubicBezTo>
                <a:cubicBezTo>
                  <a:pt x="629327" y="383995"/>
                  <a:pt x="614446" y="398875"/>
                  <a:pt x="614446" y="417232"/>
                </a:cubicBezTo>
                <a:moveTo>
                  <a:pt x="769626" y="381275"/>
                </a:moveTo>
                <a:cubicBezTo>
                  <a:pt x="769626" y="399632"/>
                  <a:pt x="784506" y="414512"/>
                  <a:pt x="802863" y="414512"/>
                </a:cubicBezTo>
                <a:cubicBezTo>
                  <a:pt x="821220" y="414512"/>
                  <a:pt x="836101" y="399632"/>
                  <a:pt x="836101" y="381275"/>
                </a:cubicBezTo>
                <a:cubicBezTo>
                  <a:pt x="836101" y="362918"/>
                  <a:pt x="821220" y="348037"/>
                  <a:pt x="802863" y="348037"/>
                </a:cubicBezTo>
                <a:cubicBezTo>
                  <a:pt x="784506" y="348037"/>
                  <a:pt x="769626" y="362918"/>
                  <a:pt x="769626" y="381275"/>
                </a:cubicBezTo>
                <a:moveTo>
                  <a:pt x="890079" y="314406"/>
                </a:moveTo>
                <a:cubicBezTo>
                  <a:pt x="890079" y="332763"/>
                  <a:pt x="904960" y="347643"/>
                  <a:pt x="923317" y="347643"/>
                </a:cubicBezTo>
                <a:cubicBezTo>
                  <a:pt x="941673" y="347643"/>
                  <a:pt x="956554" y="332763"/>
                  <a:pt x="956554" y="314406"/>
                </a:cubicBezTo>
                <a:cubicBezTo>
                  <a:pt x="956554" y="296049"/>
                  <a:pt x="941673" y="281168"/>
                  <a:pt x="923317" y="281168"/>
                </a:cubicBezTo>
                <a:cubicBezTo>
                  <a:pt x="904960" y="281168"/>
                  <a:pt x="890079" y="296049"/>
                  <a:pt x="890079" y="314406"/>
                </a:cubicBezTo>
                <a:moveTo>
                  <a:pt x="1002990" y="288097"/>
                </a:moveTo>
                <a:cubicBezTo>
                  <a:pt x="1002990" y="306454"/>
                  <a:pt x="1017871" y="321334"/>
                  <a:pt x="1036227" y="321334"/>
                </a:cubicBezTo>
                <a:cubicBezTo>
                  <a:pt x="1054584" y="321334"/>
                  <a:pt x="1069465" y="306454"/>
                  <a:pt x="1069465" y="288097"/>
                </a:cubicBezTo>
                <a:cubicBezTo>
                  <a:pt x="1069465" y="269740"/>
                  <a:pt x="1054584" y="254859"/>
                  <a:pt x="1036227" y="254859"/>
                </a:cubicBezTo>
                <a:cubicBezTo>
                  <a:pt x="1017871" y="254859"/>
                  <a:pt x="1002990" y="269740"/>
                  <a:pt x="1002990" y="288097"/>
                </a:cubicBezTo>
                <a:moveTo>
                  <a:pt x="1132309" y="281165"/>
                </a:moveTo>
                <a:cubicBezTo>
                  <a:pt x="1132309" y="299522"/>
                  <a:pt x="1147190" y="314403"/>
                  <a:pt x="1165547" y="314403"/>
                </a:cubicBezTo>
                <a:cubicBezTo>
                  <a:pt x="1183903" y="314403"/>
                  <a:pt x="1198784" y="299522"/>
                  <a:pt x="1198784" y="281165"/>
                </a:cubicBezTo>
                <a:cubicBezTo>
                  <a:pt x="1198784" y="262809"/>
                  <a:pt x="1183903" y="247928"/>
                  <a:pt x="1165547" y="247928"/>
                </a:cubicBezTo>
                <a:cubicBezTo>
                  <a:pt x="1147190" y="247928"/>
                  <a:pt x="1132309" y="262809"/>
                  <a:pt x="1132309" y="281165"/>
                </a:cubicBezTo>
                <a:moveTo>
                  <a:pt x="1277565" y="234592"/>
                </a:moveTo>
                <a:cubicBezTo>
                  <a:pt x="1277565" y="252948"/>
                  <a:pt x="1292446" y="267829"/>
                  <a:pt x="1310802" y="267829"/>
                </a:cubicBezTo>
                <a:cubicBezTo>
                  <a:pt x="1329159" y="267829"/>
                  <a:pt x="1344040" y="252948"/>
                  <a:pt x="1344040" y="234592"/>
                </a:cubicBezTo>
                <a:cubicBezTo>
                  <a:pt x="1344040" y="216235"/>
                  <a:pt x="1329159" y="201354"/>
                  <a:pt x="1310802" y="201354"/>
                </a:cubicBezTo>
                <a:cubicBezTo>
                  <a:pt x="1292446" y="201354"/>
                  <a:pt x="1277565" y="216235"/>
                  <a:pt x="1277565" y="234592"/>
                </a:cubicBezTo>
                <a:moveTo>
                  <a:pt x="1392633" y="211608"/>
                </a:moveTo>
                <a:cubicBezTo>
                  <a:pt x="1392633" y="229965"/>
                  <a:pt x="1407514" y="244846"/>
                  <a:pt x="1425870" y="244846"/>
                </a:cubicBezTo>
                <a:cubicBezTo>
                  <a:pt x="1444227" y="244846"/>
                  <a:pt x="1459108" y="229965"/>
                  <a:pt x="1459108" y="211608"/>
                </a:cubicBezTo>
                <a:cubicBezTo>
                  <a:pt x="1459108" y="193252"/>
                  <a:pt x="1444227" y="178371"/>
                  <a:pt x="1425870" y="178371"/>
                </a:cubicBezTo>
                <a:cubicBezTo>
                  <a:pt x="1407514" y="178371"/>
                  <a:pt x="1392633" y="193252"/>
                  <a:pt x="1392633" y="211608"/>
                </a:cubicBezTo>
                <a:moveTo>
                  <a:pt x="1532657" y="181354"/>
                </a:moveTo>
                <a:cubicBezTo>
                  <a:pt x="1532657" y="199711"/>
                  <a:pt x="1547538" y="214592"/>
                  <a:pt x="1565895" y="214592"/>
                </a:cubicBezTo>
                <a:cubicBezTo>
                  <a:pt x="1584252" y="214592"/>
                  <a:pt x="1599132" y="199711"/>
                  <a:pt x="1599132" y="181354"/>
                </a:cubicBezTo>
                <a:cubicBezTo>
                  <a:pt x="1599132" y="162997"/>
                  <a:pt x="1584252" y="148117"/>
                  <a:pt x="1565895" y="148117"/>
                </a:cubicBezTo>
                <a:cubicBezTo>
                  <a:pt x="1547538" y="148117"/>
                  <a:pt x="1532657" y="162997"/>
                  <a:pt x="1532657" y="181354"/>
                </a:cubicBezTo>
                <a:moveTo>
                  <a:pt x="1648158" y="172815"/>
                </a:moveTo>
                <a:cubicBezTo>
                  <a:pt x="1648158" y="191172"/>
                  <a:pt x="1663039" y="206053"/>
                  <a:pt x="1681396" y="206053"/>
                </a:cubicBezTo>
                <a:cubicBezTo>
                  <a:pt x="1699752" y="206053"/>
                  <a:pt x="1714633" y="191172"/>
                  <a:pt x="1714633" y="172815"/>
                </a:cubicBezTo>
                <a:cubicBezTo>
                  <a:pt x="1714633" y="154459"/>
                  <a:pt x="1699752" y="139577"/>
                  <a:pt x="1681396" y="139577"/>
                </a:cubicBezTo>
                <a:cubicBezTo>
                  <a:pt x="1663039" y="139577"/>
                  <a:pt x="1648158" y="154459"/>
                  <a:pt x="1648158" y="172815"/>
                </a:cubicBezTo>
                <a:moveTo>
                  <a:pt x="1790589" y="175535"/>
                </a:moveTo>
                <a:cubicBezTo>
                  <a:pt x="1790589" y="193892"/>
                  <a:pt x="1805470" y="208773"/>
                  <a:pt x="1823827" y="208773"/>
                </a:cubicBezTo>
                <a:cubicBezTo>
                  <a:pt x="1842183" y="208773"/>
                  <a:pt x="1857064" y="193892"/>
                  <a:pt x="1857064" y="175535"/>
                </a:cubicBezTo>
                <a:cubicBezTo>
                  <a:pt x="1857064" y="157178"/>
                  <a:pt x="1842183" y="142298"/>
                  <a:pt x="1823827" y="142298"/>
                </a:cubicBezTo>
                <a:cubicBezTo>
                  <a:pt x="1805470" y="142298"/>
                  <a:pt x="1790589" y="157178"/>
                  <a:pt x="1790589" y="175535"/>
                </a:cubicBezTo>
                <a:moveTo>
                  <a:pt x="1908513" y="163985"/>
                </a:moveTo>
                <a:cubicBezTo>
                  <a:pt x="1908513" y="182341"/>
                  <a:pt x="1923394" y="197222"/>
                  <a:pt x="1941751" y="197222"/>
                </a:cubicBezTo>
                <a:cubicBezTo>
                  <a:pt x="1960107" y="197222"/>
                  <a:pt x="1974988" y="182341"/>
                  <a:pt x="1974988" y="163985"/>
                </a:cubicBezTo>
                <a:cubicBezTo>
                  <a:pt x="1974988" y="145628"/>
                  <a:pt x="1960107" y="130747"/>
                  <a:pt x="1941751" y="130747"/>
                </a:cubicBezTo>
                <a:cubicBezTo>
                  <a:pt x="1923394" y="130747"/>
                  <a:pt x="1908513" y="145628"/>
                  <a:pt x="1908513" y="163985"/>
                </a:cubicBezTo>
                <a:moveTo>
                  <a:pt x="2051090" y="143905"/>
                </a:moveTo>
                <a:cubicBezTo>
                  <a:pt x="2051090" y="162262"/>
                  <a:pt x="2065971" y="177142"/>
                  <a:pt x="2084327" y="177142"/>
                </a:cubicBezTo>
                <a:cubicBezTo>
                  <a:pt x="2102684" y="177142"/>
                  <a:pt x="2117565" y="162262"/>
                  <a:pt x="2117565" y="143905"/>
                </a:cubicBezTo>
                <a:cubicBezTo>
                  <a:pt x="2117565" y="125548"/>
                  <a:pt x="2102684" y="110667"/>
                  <a:pt x="2084327" y="110667"/>
                </a:cubicBezTo>
                <a:cubicBezTo>
                  <a:pt x="2065971" y="110667"/>
                  <a:pt x="2051090" y="125548"/>
                  <a:pt x="2051090" y="143905"/>
                </a:cubicBezTo>
                <a:moveTo>
                  <a:pt x="2169031" y="128304"/>
                </a:moveTo>
                <a:cubicBezTo>
                  <a:pt x="2169031" y="146661"/>
                  <a:pt x="2183912" y="161541"/>
                  <a:pt x="2202268" y="161541"/>
                </a:cubicBezTo>
                <a:cubicBezTo>
                  <a:pt x="2220625" y="161541"/>
                  <a:pt x="2235506" y="146661"/>
                  <a:pt x="2235506" y="128304"/>
                </a:cubicBezTo>
                <a:cubicBezTo>
                  <a:pt x="2235506" y="109947"/>
                  <a:pt x="2220625" y="95066"/>
                  <a:pt x="2202268" y="95066"/>
                </a:cubicBezTo>
                <a:cubicBezTo>
                  <a:pt x="2183912" y="95066"/>
                  <a:pt x="2169031" y="109947"/>
                  <a:pt x="2169031" y="128304"/>
                </a:cubicBezTo>
                <a:moveTo>
                  <a:pt x="2304134" y="91732"/>
                </a:moveTo>
                <a:cubicBezTo>
                  <a:pt x="2304134" y="110089"/>
                  <a:pt x="2319015" y="124969"/>
                  <a:pt x="2337372" y="124969"/>
                </a:cubicBezTo>
                <a:cubicBezTo>
                  <a:pt x="2355728" y="124969"/>
                  <a:pt x="2370609" y="110089"/>
                  <a:pt x="2370609" y="91732"/>
                </a:cubicBezTo>
                <a:cubicBezTo>
                  <a:pt x="2370609" y="73375"/>
                  <a:pt x="2355728" y="58494"/>
                  <a:pt x="2337372" y="58494"/>
                </a:cubicBezTo>
                <a:cubicBezTo>
                  <a:pt x="2319015" y="58494"/>
                  <a:pt x="2304134" y="73375"/>
                  <a:pt x="2304134" y="91732"/>
                </a:cubicBezTo>
                <a:moveTo>
                  <a:pt x="2417126" y="56351"/>
                </a:moveTo>
                <a:cubicBezTo>
                  <a:pt x="2417126" y="74708"/>
                  <a:pt x="2432007" y="89589"/>
                  <a:pt x="2450363" y="89589"/>
                </a:cubicBezTo>
                <a:cubicBezTo>
                  <a:pt x="2468720" y="89589"/>
                  <a:pt x="2483601" y="74708"/>
                  <a:pt x="2483601" y="56351"/>
                </a:cubicBezTo>
                <a:cubicBezTo>
                  <a:pt x="2483601" y="37995"/>
                  <a:pt x="2468720" y="23114"/>
                  <a:pt x="2450363" y="23114"/>
                </a:cubicBezTo>
                <a:cubicBezTo>
                  <a:pt x="2432007" y="23114"/>
                  <a:pt x="2417126" y="37995"/>
                  <a:pt x="2417126" y="56351"/>
                </a:cubicBezTo>
                <a:moveTo>
                  <a:pt x="2559647" y="40150"/>
                </a:moveTo>
                <a:cubicBezTo>
                  <a:pt x="2559647" y="58507"/>
                  <a:pt x="2574528" y="73388"/>
                  <a:pt x="2592885" y="73388"/>
                </a:cubicBezTo>
                <a:cubicBezTo>
                  <a:pt x="2611241" y="73388"/>
                  <a:pt x="2626122" y="58507"/>
                  <a:pt x="2626122" y="40150"/>
                </a:cubicBezTo>
                <a:cubicBezTo>
                  <a:pt x="2626122" y="21794"/>
                  <a:pt x="2611241" y="6912"/>
                  <a:pt x="2592885" y="6912"/>
                </a:cubicBezTo>
                <a:cubicBezTo>
                  <a:pt x="2574528" y="6912"/>
                  <a:pt x="2559647" y="21794"/>
                  <a:pt x="2559647" y="40150"/>
                </a:cubicBezTo>
                <a:moveTo>
                  <a:pt x="2672727" y="33238"/>
                </a:moveTo>
                <a:cubicBezTo>
                  <a:pt x="2672727" y="51594"/>
                  <a:pt x="2687608" y="66475"/>
                  <a:pt x="2705965" y="66475"/>
                </a:cubicBezTo>
                <a:cubicBezTo>
                  <a:pt x="2724322" y="66475"/>
                  <a:pt x="2739203" y="51594"/>
                  <a:pt x="2739203" y="33238"/>
                </a:cubicBezTo>
                <a:cubicBezTo>
                  <a:pt x="2739203" y="14881"/>
                  <a:pt x="2724322" y="0"/>
                  <a:pt x="2705965" y="0"/>
                </a:cubicBezTo>
                <a:cubicBezTo>
                  <a:pt x="2687608" y="0"/>
                  <a:pt x="2672727" y="14881"/>
                  <a:pt x="2672727" y="33238"/>
                </a:cubicBezTo>
                <a:moveTo>
                  <a:pt x="2807795" y="36899"/>
                </a:moveTo>
                <a:cubicBezTo>
                  <a:pt x="2807795" y="55256"/>
                  <a:pt x="2822676" y="70136"/>
                  <a:pt x="2841033" y="70136"/>
                </a:cubicBezTo>
                <a:cubicBezTo>
                  <a:pt x="2859390" y="70136"/>
                  <a:pt x="2874271" y="55256"/>
                  <a:pt x="2874271" y="36899"/>
                </a:cubicBezTo>
                <a:cubicBezTo>
                  <a:pt x="2874271" y="18542"/>
                  <a:pt x="2859390" y="3661"/>
                  <a:pt x="2841033" y="3661"/>
                </a:cubicBezTo>
                <a:cubicBezTo>
                  <a:pt x="2822676" y="3661"/>
                  <a:pt x="2807795" y="18542"/>
                  <a:pt x="2807795" y="36899"/>
                </a:cubicBezTo>
                <a:close/>
              </a:path>
            </a:pathLst>
          </a:custGeom>
          <a:solidFill xmlns:a="http://schemas.openxmlformats.org/drawingml/2006/main">
            <a:srgbClr val="FF2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DAE7E2-6E95-4AC6-A588-57BE8A3B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947365"/>
            <a:ext cx="2807795" cy="398552"/>
          </a:xfrm>
          <a:custGeom xmlns:a="http://schemas.openxmlformats.org/drawingml/2006/main">
            <a:pathLst>
              <a:path w="2807795" h="398552" fill="none">
                <a:moveTo>
                  <a:pt x="0" y="398552"/>
                </a:moveTo>
                <a:lnTo>
                  <a:pt x="125972" y="378590"/>
                </a:lnTo>
                <a:lnTo>
                  <a:pt x="256820" y="351282"/>
                </a:lnTo>
                <a:lnTo>
                  <a:pt x="364594" y="347688"/>
                </a:lnTo>
                <a:lnTo>
                  <a:pt x="504257" y="315289"/>
                </a:lnTo>
                <a:lnTo>
                  <a:pt x="614446" y="291917"/>
                </a:lnTo>
                <a:lnTo>
                  <a:pt x="769625" y="264227"/>
                </a:lnTo>
                <a:lnTo>
                  <a:pt x="890079" y="244858"/>
                </a:lnTo>
                <a:lnTo>
                  <a:pt x="1002990" y="193797"/>
                </a:lnTo>
                <a:lnTo>
                  <a:pt x="1132309" y="181904"/>
                </a:lnTo>
                <a:lnTo>
                  <a:pt x="1277565" y="161348"/>
                </a:lnTo>
                <a:lnTo>
                  <a:pt x="1392633" y="147508"/>
                </a:lnTo>
                <a:lnTo>
                  <a:pt x="1532658" y="128493"/>
                </a:lnTo>
                <a:lnTo>
                  <a:pt x="1648158" y="114830"/>
                </a:lnTo>
                <a:lnTo>
                  <a:pt x="1790589" y="95804"/>
                </a:lnTo>
                <a:lnTo>
                  <a:pt x="1908513" y="77327"/>
                </a:lnTo>
                <a:lnTo>
                  <a:pt x="2051090" y="67621"/>
                </a:lnTo>
                <a:lnTo>
                  <a:pt x="2169030" y="53206"/>
                </a:lnTo>
                <a:lnTo>
                  <a:pt x="2304134" y="38123"/>
                </a:lnTo>
                <a:lnTo>
                  <a:pt x="2417126" y="30474"/>
                </a:lnTo>
                <a:lnTo>
                  <a:pt x="2559647" y="19352"/>
                </a:lnTo>
                <a:lnTo>
                  <a:pt x="2672727" y="7132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FF2A00"/>
            </a:solidFill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B24909-52EF-4323-B7AF-3576AEB7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914128"/>
            <a:ext cx="2874271" cy="465027"/>
          </a:xfrm>
          <a:custGeom xmlns:a="http://schemas.openxmlformats.org/drawingml/2006/main">
            <a:pathLst>
              <a:path w="2874271" h="465027">
                <a:moveTo>
                  <a:pt x="0" y="431789"/>
                </a:moveTo>
                <a:cubicBezTo>
                  <a:pt x="0" y="450146"/>
                  <a:pt x="14881" y="465027"/>
                  <a:pt x="33238" y="465027"/>
                </a:cubicBezTo>
                <a:cubicBezTo>
                  <a:pt x="51594" y="465027"/>
                  <a:pt x="66475" y="450146"/>
                  <a:pt x="66475" y="431789"/>
                </a:cubicBezTo>
                <a:cubicBezTo>
                  <a:pt x="66475" y="413433"/>
                  <a:pt x="51594" y="398551"/>
                  <a:pt x="33238" y="398551"/>
                </a:cubicBezTo>
                <a:cubicBezTo>
                  <a:pt x="14881" y="398551"/>
                  <a:pt x="0" y="413433"/>
                  <a:pt x="0" y="431789"/>
                </a:cubicBezTo>
                <a:moveTo>
                  <a:pt x="125972" y="411827"/>
                </a:moveTo>
                <a:cubicBezTo>
                  <a:pt x="125972" y="430184"/>
                  <a:pt x="140853" y="445065"/>
                  <a:pt x="159210" y="445065"/>
                </a:cubicBezTo>
                <a:cubicBezTo>
                  <a:pt x="177567" y="445065"/>
                  <a:pt x="192448" y="430184"/>
                  <a:pt x="192448" y="411827"/>
                </a:cubicBezTo>
                <a:cubicBezTo>
                  <a:pt x="192448" y="393471"/>
                  <a:pt x="177567" y="378589"/>
                  <a:pt x="159210" y="378589"/>
                </a:cubicBezTo>
                <a:cubicBezTo>
                  <a:pt x="140853" y="378589"/>
                  <a:pt x="125972" y="393471"/>
                  <a:pt x="125972" y="411827"/>
                </a:cubicBezTo>
                <a:moveTo>
                  <a:pt x="256821" y="384519"/>
                </a:moveTo>
                <a:cubicBezTo>
                  <a:pt x="256821" y="402876"/>
                  <a:pt x="271701" y="417757"/>
                  <a:pt x="290058" y="417757"/>
                </a:cubicBezTo>
                <a:cubicBezTo>
                  <a:pt x="308415" y="417757"/>
                  <a:pt x="323296" y="402876"/>
                  <a:pt x="323296" y="384519"/>
                </a:cubicBezTo>
                <a:cubicBezTo>
                  <a:pt x="323296" y="366163"/>
                  <a:pt x="308415" y="351281"/>
                  <a:pt x="290058" y="351281"/>
                </a:cubicBezTo>
                <a:cubicBezTo>
                  <a:pt x="271701" y="351281"/>
                  <a:pt x="256821" y="366163"/>
                  <a:pt x="256821" y="384519"/>
                </a:cubicBezTo>
                <a:moveTo>
                  <a:pt x="364594" y="380925"/>
                </a:moveTo>
                <a:cubicBezTo>
                  <a:pt x="364594" y="399281"/>
                  <a:pt x="379475" y="414163"/>
                  <a:pt x="397832" y="414163"/>
                </a:cubicBezTo>
                <a:cubicBezTo>
                  <a:pt x="416188" y="414163"/>
                  <a:pt x="431070" y="399281"/>
                  <a:pt x="431070" y="380925"/>
                </a:cubicBezTo>
                <a:cubicBezTo>
                  <a:pt x="431070" y="362568"/>
                  <a:pt x="416188" y="347687"/>
                  <a:pt x="397832" y="347687"/>
                </a:cubicBezTo>
                <a:cubicBezTo>
                  <a:pt x="379475" y="347687"/>
                  <a:pt x="364594" y="362568"/>
                  <a:pt x="364594" y="380925"/>
                </a:cubicBezTo>
                <a:moveTo>
                  <a:pt x="504257" y="348527"/>
                </a:moveTo>
                <a:cubicBezTo>
                  <a:pt x="504257" y="366883"/>
                  <a:pt x="519138" y="381764"/>
                  <a:pt x="537495" y="381764"/>
                </a:cubicBezTo>
                <a:cubicBezTo>
                  <a:pt x="555851" y="381764"/>
                  <a:pt x="570732" y="366883"/>
                  <a:pt x="570732" y="348527"/>
                </a:cubicBezTo>
                <a:cubicBezTo>
                  <a:pt x="570732" y="330170"/>
                  <a:pt x="555851" y="315289"/>
                  <a:pt x="537495" y="315289"/>
                </a:cubicBezTo>
                <a:cubicBezTo>
                  <a:pt x="519138" y="315289"/>
                  <a:pt x="504257" y="330170"/>
                  <a:pt x="504257" y="348527"/>
                </a:cubicBezTo>
                <a:moveTo>
                  <a:pt x="614446" y="325154"/>
                </a:moveTo>
                <a:cubicBezTo>
                  <a:pt x="614446" y="343511"/>
                  <a:pt x="629327" y="358392"/>
                  <a:pt x="647684" y="358392"/>
                </a:cubicBezTo>
                <a:cubicBezTo>
                  <a:pt x="666041" y="358392"/>
                  <a:pt x="680922" y="343511"/>
                  <a:pt x="680922" y="325154"/>
                </a:cubicBezTo>
                <a:cubicBezTo>
                  <a:pt x="680922" y="306798"/>
                  <a:pt x="666041" y="291917"/>
                  <a:pt x="647684" y="291917"/>
                </a:cubicBezTo>
                <a:cubicBezTo>
                  <a:pt x="629327" y="291917"/>
                  <a:pt x="614446" y="306798"/>
                  <a:pt x="614446" y="325154"/>
                </a:cubicBezTo>
                <a:moveTo>
                  <a:pt x="769626" y="297465"/>
                </a:moveTo>
                <a:cubicBezTo>
                  <a:pt x="769626" y="315821"/>
                  <a:pt x="784507" y="330702"/>
                  <a:pt x="802863" y="330702"/>
                </a:cubicBezTo>
                <a:cubicBezTo>
                  <a:pt x="821220" y="330702"/>
                  <a:pt x="836101" y="315821"/>
                  <a:pt x="836101" y="297465"/>
                </a:cubicBezTo>
                <a:cubicBezTo>
                  <a:pt x="836101" y="279108"/>
                  <a:pt x="821220" y="264227"/>
                  <a:pt x="802863" y="264227"/>
                </a:cubicBezTo>
                <a:cubicBezTo>
                  <a:pt x="784507" y="264227"/>
                  <a:pt x="769626" y="279108"/>
                  <a:pt x="769626" y="297465"/>
                </a:cubicBezTo>
                <a:moveTo>
                  <a:pt x="890079" y="278095"/>
                </a:moveTo>
                <a:cubicBezTo>
                  <a:pt x="890079" y="296452"/>
                  <a:pt x="904960" y="311333"/>
                  <a:pt x="923317" y="311333"/>
                </a:cubicBezTo>
                <a:cubicBezTo>
                  <a:pt x="941673" y="311333"/>
                  <a:pt x="956554" y="296452"/>
                  <a:pt x="956554" y="278095"/>
                </a:cubicBezTo>
                <a:cubicBezTo>
                  <a:pt x="956554" y="259738"/>
                  <a:pt x="941673" y="244857"/>
                  <a:pt x="923317" y="244857"/>
                </a:cubicBezTo>
                <a:cubicBezTo>
                  <a:pt x="904960" y="244857"/>
                  <a:pt x="890079" y="259738"/>
                  <a:pt x="890079" y="278095"/>
                </a:cubicBezTo>
                <a:moveTo>
                  <a:pt x="1002990" y="227034"/>
                </a:moveTo>
                <a:cubicBezTo>
                  <a:pt x="1002990" y="245391"/>
                  <a:pt x="1017871" y="260271"/>
                  <a:pt x="1036227" y="260271"/>
                </a:cubicBezTo>
                <a:cubicBezTo>
                  <a:pt x="1054584" y="260271"/>
                  <a:pt x="1069465" y="245391"/>
                  <a:pt x="1069465" y="227034"/>
                </a:cubicBezTo>
                <a:cubicBezTo>
                  <a:pt x="1069465" y="208678"/>
                  <a:pt x="1054584" y="193796"/>
                  <a:pt x="1036227" y="193796"/>
                </a:cubicBezTo>
                <a:cubicBezTo>
                  <a:pt x="1017871" y="193796"/>
                  <a:pt x="1002990" y="208678"/>
                  <a:pt x="1002990" y="227034"/>
                </a:cubicBezTo>
                <a:moveTo>
                  <a:pt x="1132309" y="215141"/>
                </a:moveTo>
                <a:cubicBezTo>
                  <a:pt x="1132309" y="233498"/>
                  <a:pt x="1147190" y="248379"/>
                  <a:pt x="1165547" y="248379"/>
                </a:cubicBezTo>
                <a:cubicBezTo>
                  <a:pt x="1183904" y="248379"/>
                  <a:pt x="1198784" y="233498"/>
                  <a:pt x="1198784" y="215141"/>
                </a:cubicBezTo>
                <a:cubicBezTo>
                  <a:pt x="1198784" y="196785"/>
                  <a:pt x="1183904" y="181904"/>
                  <a:pt x="1165547" y="181904"/>
                </a:cubicBezTo>
                <a:cubicBezTo>
                  <a:pt x="1147190" y="181904"/>
                  <a:pt x="1132309" y="196785"/>
                  <a:pt x="1132309" y="215141"/>
                </a:cubicBezTo>
                <a:moveTo>
                  <a:pt x="1277565" y="194585"/>
                </a:moveTo>
                <a:cubicBezTo>
                  <a:pt x="1277565" y="212942"/>
                  <a:pt x="1292446" y="227823"/>
                  <a:pt x="1310802" y="227823"/>
                </a:cubicBezTo>
                <a:cubicBezTo>
                  <a:pt x="1329159" y="227823"/>
                  <a:pt x="1344040" y="212942"/>
                  <a:pt x="1344040" y="194585"/>
                </a:cubicBezTo>
                <a:cubicBezTo>
                  <a:pt x="1344040" y="176229"/>
                  <a:pt x="1329159" y="161347"/>
                  <a:pt x="1310802" y="161347"/>
                </a:cubicBezTo>
                <a:cubicBezTo>
                  <a:pt x="1292446" y="161347"/>
                  <a:pt x="1277565" y="176229"/>
                  <a:pt x="1277565" y="194585"/>
                </a:cubicBezTo>
                <a:moveTo>
                  <a:pt x="1392633" y="180745"/>
                </a:moveTo>
                <a:cubicBezTo>
                  <a:pt x="1392633" y="199102"/>
                  <a:pt x="1407514" y="213983"/>
                  <a:pt x="1425871" y="213983"/>
                </a:cubicBezTo>
                <a:cubicBezTo>
                  <a:pt x="1444227" y="213983"/>
                  <a:pt x="1459108" y="199102"/>
                  <a:pt x="1459108" y="180745"/>
                </a:cubicBezTo>
                <a:cubicBezTo>
                  <a:pt x="1459108" y="162389"/>
                  <a:pt x="1444227" y="147508"/>
                  <a:pt x="1425871" y="147508"/>
                </a:cubicBezTo>
                <a:cubicBezTo>
                  <a:pt x="1407514" y="147508"/>
                  <a:pt x="1392633" y="162389"/>
                  <a:pt x="1392633" y="180745"/>
                </a:cubicBezTo>
                <a:moveTo>
                  <a:pt x="1532658" y="161731"/>
                </a:moveTo>
                <a:cubicBezTo>
                  <a:pt x="1532658" y="180087"/>
                  <a:pt x="1547539" y="194968"/>
                  <a:pt x="1565895" y="194968"/>
                </a:cubicBezTo>
                <a:cubicBezTo>
                  <a:pt x="1584252" y="194968"/>
                  <a:pt x="1599133" y="180087"/>
                  <a:pt x="1599133" y="161731"/>
                </a:cubicBezTo>
                <a:cubicBezTo>
                  <a:pt x="1599133" y="143374"/>
                  <a:pt x="1584252" y="128493"/>
                  <a:pt x="1565895" y="128493"/>
                </a:cubicBezTo>
                <a:cubicBezTo>
                  <a:pt x="1547539" y="128493"/>
                  <a:pt x="1532658" y="143374"/>
                  <a:pt x="1532658" y="161731"/>
                </a:cubicBezTo>
                <a:moveTo>
                  <a:pt x="1648158" y="148068"/>
                </a:moveTo>
                <a:cubicBezTo>
                  <a:pt x="1648158" y="166424"/>
                  <a:pt x="1663039" y="181306"/>
                  <a:pt x="1681396" y="181306"/>
                </a:cubicBezTo>
                <a:cubicBezTo>
                  <a:pt x="1699752" y="181306"/>
                  <a:pt x="1714634" y="166424"/>
                  <a:pt x="1714634" y="148068"/>
                </a:cubicBezTo>
                <a:cubicBezTo>
                  <a:pt x="1714634" y="129711"/>
                  <a:pt x="1699752" y="114830"/>
                  <a:pt x="1681396" y="114830"/>
                </a:cubicBezTo>
                <a:cubicBezTo>
                  <a:pt x="1663039" y="114830"/>
                  <a:pt x="1648158" y="129711"/>
                  <a:pt x="1648158" y="148068"/>
                </a:cubicBezTo>
                <a:moveTo>
                  <a:pt x="1790589" y="129042"/>
                </a:moveTo>
                <a:cubicBezTo>
                  <a:pt x="1790589" y="147398"/>
                  <a:pt x="1805470" y="162279"/>
                  <a:pt x="1823827" y="162279"/>
                </a:cubicBezTo>
                <a:cubicBezTo>
                  <a:pt x="1842184" y="162279"/>
                  <a:pt x="1857064" y="147398"/>
                  <a:pt x="1857064" y="129042"/>
                </a:cubicBezTo>
                <a:cubicBezTo>
                  <a:pt x="1857064" y="110685"/>
                  <a:pt x="1842184" y="95804"/>
                  <a:pt x="1823827" y="95804"/>
                </a:cubicBezTo>
                <a:cubicBezTo>
                  <a:pt x="1805470" y="95804"/>
                  <a:pt x="1790589" y="110685"/>
                  <a:pt x="1790589" y="129042"/>
                </a:cubicBezTo>
                <a:moveTo>
                  <a:pt x="1908514" y="110564"/>
                </a:moveTo>
                <a:cubicBezTo>
                  <a:pt x="1908514" y="128920"/>
                  <a:pt x="1923394" y="143802"/>
                  <a:pt x="1941751" y="143802"/>
                </a:cubicBezTo>
                <a:cubicBezTo>
                  <a:pt x="1960107" y="143802"/>
                  <a:pt x="1974989" y="128920"/>
                  <a:pt x="1974989" y="110564"/>
                </a:cubicBezTo>
                <a:cubicBezTo>
                  <a:pt x="1974989" y="92207"/>
                  <a:pt x="1960107" y="77326"/>
                  <a:pt x="1941751" y="77326"/>
                </a:cubicBezTo>
                <a:cubicBezTo>
                  <a:pt x="1923394" y="77326"/>
                  <a:pt x="1908514" y="92207"/>
                  <a:pt x="1908514" y="110564"/>
                </a:cubicBezTo>
                <a:moveTo>
                  <a:pt x="2051090" y="100859"/>
                </a:moveTo>
                <a:cubicBezTo>
                  <a:pt x="2051090" y="119215"/>
                  <a:pt x="2065971" y="134096"/>
                  <a:pt x="2084327" y="134096"/>
                </a:cubicBezTo>
                <a:cubicBezTo>
                  <a:pt x="2102684" y="134096"/>
                  <a:pt x="2117565" y="119215"/>
                  <a:pt x="2117565" y="100859"/>
                </a:cubicBezTo>
                <a:cubicBezTo>
                  <a:pt x="2117565" y="82502"/>
                  <a:pt x="2102684" y="67621"/>
                  <a:pt x="2084327" y="67621"/>
                </a:cubicBezTo>
                <a:cubicBezTo>
                  <a:pt x="2065971" y="67621"/>
                  <a:pt x="2051090" y="82502"/>
                  <a:pt x="2051090" y="100859"/>
                </a:cubicBezTo>
                <a:moveTo>
                  <a:pt x="2169031" y="86444"/>
                </a:moveTo>
                <a:cubicBezTo>
                  <a:pt x="2169031" y="104800"/>
                  <a:pt x="2183912" y="119681"/>
                  <a:pt x="2202268" y="119681"/>
                </a:cubicBezTo>
                <a:cubicBezTo>
                  <a:pt x="2220625" y="119681"/>
                  <a:pt x="2235506" y="104800"/>
                  <a:pt x="2235506" y="86444"/>
                </a:cubicBezTo>
                <a:cubicBezTo>
                  <a:pt x="2235506" y="68087"/>
                  <a:pt x="2220625" y="53206"/>
                  <a:pt x="2202268" y="53206"/>
                </a:cubicBezTo>
                <a:cubicBezTo>
                  <a:pt x="2183912" y="53206"/>
                  <a:pt x="2169031" y="68087"/>
                  <a:pt x="2169031" y="86444"/>
                </a:cubicBezTo>
                <a:moveTo>
                  <a:pt x="2304134" y="71361"/>
                </a:moveTo>
                <a:cubicBezTo>
                  <a:pt x="2304134" y="89717"/>
                  <a:pt x="2319015" y="104598"/>
                  <a:pt x="2337372" y="104598"/>
                </a:cubicBezTo>
                <a:cubicBezTo>
                  <a:pt x="2355729" y="104598"/>
                  <a:pt x="2370610" y="89717"/>
                  <a:pt x="2370610" y="71361"/>
                </a:cubicBezTo>
                <a:cubicBezTo>
                  <a:pt x="2370610" y="53004"/>
                  <a:pt x="2355729" y="38123"/>
                  <a:pt x="2337372" y="38123"/>
                </a:cubicBezTo>
                <a:cubicBezTo>
                  <a:pt x="2319015" y="38123"/>
                  <a:pt x="2304134" y="53004"/>
                  <a:pt x="2304134" y="71361"/>
                </a:cubicBezTo>
                <a:moveTo>
                  <a:pt x="2417126" y="63711"/>
                </a:moveTo>
                <a:cubicBezTo>
                  <a:pt x="2417126" y="82068"/>
                  <a:pt x="2432007" y="96949"/>
                  <a:pt x="2450363" y="96949"/>
                </a:cubicBezTo>
                <a:cubicBezTo>
                  <a:pt x="2468720" y="96949"/>
                  <a:pt x="2483601" y="82068"/>
                  <a:pt x="2483601" y="63711"/>
                </a:cubicBezTo>
                <a:cubicBezTo>
                  <a:pt x="2483601" y="45355"/>
                  <a:pt x="2468720" y="30474"/>
                  <a:pt x="2450363" y="30474"/>
                </a:cubicBezTo>
                <a:cubicBezTo>
                  <a:pt x="2432007" y="30474"/>
                  <a:pt x="2417126" y="45355"/>
                  <a:pt x="2417126" y="63711"/>
                </a:cubicBezTo>
                <a:moveTo>
                  <a:pt x="2559647" y="52590"/>
                </a:moveTo>
                <a:cubicBezTo>
                  <a:pt x="2559647" y="70946"/>
                  <a:pt x="2574528" y="85827"/>
                  <a:pt x="2592885" y="85827"/>
                </a:cubicBezTo>
                <a:cubicBezTo>
                  <a:pt x="2611241" y="85827"/>
                  <a:pt x="2626122" y="70946"/>
                  <a:pt x="2626122" y="52590"/>
                </a:cubicBezTo>
                <a:cubicBezTo>
                  <a:pt x="2626122" y="34233"/>
                  <a:pt x="2611241" y="19352"/>
                  <a:pt x="2592885" y="19352"/>
                </a:cubicBezTo>
                <a:cubicBezTo>
                  <a:pt x="2574528" y="19352"/>
                  <a:pt x="2559647" y="34233"/>
                  <a:pt x="2559647" y="52590"/>
                </a:cubicBezTo>
                <a:moveTo>
                  <a:pt x="2672727" y="40370"/>
                </a:moveTo>
                <a:cubicBezTo>
                  <a:pt x="2672727" y="58726"/>
                  <a:pt x="2687609" y="73607"/>
                  <a:pt x="2705965" y="73607"/>
                </a:cubicBezTo>
                <a:cubicBezTo>
                  <a:pt x="2724322" y="73607"/>
                  <a:pt x="2739203" y="58726"/>
                  <a:pt x="2739203" y="40370"/>
                </a:cubicBezTo>
                <a:cubicBezTo>
                  <a:pt x="2739203" y="22013"/>
                  <a:pt x="2724322" y="7132"/>
                  <a:pt x="2705965" y="7132"/>
                </a:cubicBezTo>
                <a:cubicBezTo>
                  <a:pt x="2687609" y="7132"/>
                  <a:pt x="2672727" y="22013"/>
                  <a:pt x="2672727" y="40370"/>
                </a:cubicBezTo>
                <a:moveTo>
                  <a:pt x="2807795" y="33237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FF2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E43CE2-85C0-4F82-A2C7-52DD3703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922843"/>
            <a:ext cx="2807795" cy="505986"/>
          </a:xfrm>
          <a:custGeom xmlns:a="http://schemas.openxmlformats.org/drawingml/2006/main">
            <a:pathLst>
              <a:path w="2807795" h="505986" fill="none">
                <a:moveTo>
                  <a:pt x="0" y="505986"/>
                </a:moveTo>
                <a:lnTo>
                  <a:pt x="125972" y="469635"/>
                </a:lnTo>
                <a:lnTo>
                  <a:pt x="256820" y="438969"/>
                </a:lnTo>
                <a:lnTo>
                  <a:pt x="364594" y="409698"/>
                </a:lnTo>
                <a:lnTo>
                  <a:pt x="504257" y="370319"/>
                </a:lnTo>
                <a:lnTo>
                  <a:pt x="614446" y="331111"/>
                </a:lnTo>
                <a:lnTo>
                  <a:pt x="769626" y="298892"/>
                </a:lnTo>
                <a:lnTo>
                  <a:pt x="890079" y="270399"/>
                </a:lnTo>
                <a:lnTo>
                  <a:pt x="1002990" y="246195"/>
                </a:lnTo>
                <a:lnTo>
                  <a:pt x="1132309" y="230524"/>
                </a:lnTo>
                <a:lnTo>
                  <a:pt x="1277565" y="198738"/>
                </a:lnTo>
                <a:lnTo>
                  <a:pt x="1392633" y="154550"/>
                </a:lnTo>
                <a:lnTo>
                  <a:pt x="1532657" y="130621"/>
                </a:lnTo>
                <a:lnTo>
                  <a:pt x="1648158" y="107020"/>
                </a:lnTo>
                <a:lnTo>
                  <a:pt x="1790589" y="79976"/>
                </a:lnTo>
                <a:lnTo>
                  <a:pt x="1908513" y="44920"/>
                </a:lnTo>
                <a:lnTo>
                  <a:pt x="2051090" y="51252"/>
                </a:lnTo>
                <a:lnTo>
                  <a:pt x="2169031" y="29199"/>
                </a:lnTo>
                <a:lnTo>
                  <a:pt x="2304134" y="37402"/>
                </a:lnTo>
                <a:lnTo>
                  <a:pt x="2417126" y="33856"/>
                </a:lnTo>
                <a:lnTo>
                  <a:pt x="2559647" y="15763"/>
                </a:lnTo>
                <a:lnTo>
                  <a:pt x="2672727" y="4743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FF2A00"/>
            </a:solidFill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7A0AF-AAC9-4563-85F3-7959BA0A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889605"/>
            <a:ext cx="2874271" cy="572462"/>
          </a:xfrm>
          <a:custGeom xmlns:a="http://schemas.openxmlformats.org/drawingml/2006/main">
            <a:pathLst>
              <a:path w="2874271" h="572462">
                <a:moveTo>
                  <a:pt x="0" y="539224"/>
                </a:moveTo>
                <a:cubicBezTo>
                  <a:pt x="0" y="557581"/>
                  <a:pt x="14881" y="572462"/>
                  <a:pt x="33238" y="572462"/>
                </a:cubicBezTo>
                <a:cubicBezTo>
                  <a:pt x="51594" y="572462"/>
                  <a:pt x="66475" y="557581"/>
                  <a:pt x="66475" y="539224"/>
                </a:cubicBezTo>
                <a:cubicBezTo>
                  <a:pt x="66475" y="520867"/>
                  <a:pt x="51594" y="505986"/>
                  <a:pt x="33238" y="505986"/>
                </a:cubicBezTo>
                <a:cubicBezTo>
                  <a:pt x="14881" y="505986"/>
                  <a:pt x="0" y="520867"/>
                  <a:pt x="0" y="539224"/>
                </a:cubicBezTo>
                <a:moveTo>
                  <a:pt x="125972" y="502872"/>
                </a:moveTo>
                <a:cubicBezTo>
                  <a:pt x="125972" y="521229"/>
                  <a:pt x="140853" y="536110"/>
                  <a:pt x="159210" y="536110"/>
                </a:cubicBezTo>
                <a:cubicBezTo>
                  <a:pt x="177567" y="536110"/>
                  <a:pt x="192448" y="521229"/>
                  <a:pt x="192448" y="502872"/>
                </a:cubicBezTo>
                <a:cubicBezTo>
                  <a:pt x="192448" y="484516"/>
                  <a:pt x="177567" y="469635"/>
                  <a:pt x="159210" y="469635"/>
                </a:cubicBezTo>
                <a:cubicBezTo>
                  <a:pt x="140853" y="469635"/>
                  <a:pt x="125972" y="484516"/>
                  <a:pt x="125972" y="502872"/>
                </a:cubicBezTo>
                <a:moveTo>
                  <a:pt x="256820" y="472207"/>
                </a:moveTo>
                <a:cubicBezTo>
                  <a:pt x="256820" y="490564"/>
                  <a:pt x="271701" y="505445"/>
                  <a:pt x="290058" y="505445"/>
                </a:cubicBezTo>
                <a:cubicBezTo>
                  <a:pt x="308415" y="505445"/>
                  <a:pt x="323295" y="490564"/>
                  <a:pt x="323295" y="472207"/>
                </a:cubicBezTo>
                <a:cubicBezTo>
                  <a:pt x="323295" y="453851"/>
                  <a:pt x="308415" y="438970"/>
                  <a:pt x="290058" y="438970"/>
                </a:cubicBezTo>
                <a:cubicBezTo>
                  <a:pt x="271701" y="438970"/>
                  <a:pt x="256820" y="453851"/>
                  <a:pt x="256820" y="472207"/>
                </a:cubicBezTo>
                <a:moveTo>
                  <a:pt x="364594" y="442936"/>
                </a:moveTo>
                <a:cubicBezTo>
                  <a:pt x="364594" y="461293"/>
                  <a:pt x="379475" y="476173"/>
                  <a:pt x="397832" y="476173"/>
                </a:cubicBezTo>
                <a:cubicBezTo>
                  <a:pt x="416188" y="476173"/>
                  <a:pt x="431069" y="461293"/>
                  <a:pt x="431069" y="442936"/>
                </a:cubicBezTo>
                <a:cubicBezTo>
                  <a:pt x="431069" y="424579"/>
                  <a:pt x="416188" y="409698"/>
                  <a:pt x="397832" y="409698"/>
                </a:cubicBezTo>
                <a:cubicBezTo>
                  <a:pt x="379475" y="409698"/>
                  <a:pt x="364594" y="424579"/>
                  <a:pt x="364594" y="442936"/>
                </a:cubicBezTo>
                <a:moveTo>
                  <a:pt x="504257" y="403557"/>
                </a:moveTo>
                <a:cubicBezTo>
                  <a:pt x="504257" y="421913"/>
                  <a:pt x="519138" y="436794"/>
                  <a:pt x="537495" y="436794"/>
                </a:cubicBezTo>
                <a:cubicBezTo>
                  <a:pt x="555851" y="436794"/>
                  <a:pt x="570732" y="421913"/>
                  <a:pt x="570732" y="403557"/>
                </a:cubicBezTo>
                <a:cubicBezTo>
                  <a:pt x="570732" y="385200"/>
                  <a:pt x="555851" y="370319"/>
                  <a:pt x="537495" y="370319"/>
                </a:cubicBezTo>
                <a:cubicBezTo>
                  <a:pt x="519138" y="370319"/>
                  <a:pt x="504257" y="385200"/>
                  <a:pt x="504257" y="403557"/>
                </a:cubicBezTo>
                <a:moveTo>
                  <a:pt x="614446" y="364349"/>
                </a:moveTo>
                <a:cubicBezTo>
                  <a:pt x="614446" y="382705"/>
                  <a:pt x="629327" y="397586"/>
                  <a:pt x="647684" y="397586"/>
                </a:cubicBezTo>
                <a:cubicBezTo>
                  <a:pt x="666040" y="397586"/>
                  <a:pt x="680921" y="382705"/>
                  <a:pt x="680921" y="364349"/>
                </a:cubicBezTo>
                <a:cubicBezTo>
                  <a:pt x="680921" y="345992"/>
                  <a:pt x="666040" y="331111"/>
                  <a:pt x="647684" y="331111"/>
                </a:cubicBezTo>
                <a:cubicBezTo>
                  <a:pt x="629327" y="331111"/>
                  <a:pt x="614446" y="345992"/>
                  <a:pt x="614446" y="364349"/>
                </a:cubicBezTo>
                <a:moveTo>
                  <a:pt x="769626" y="332130"/>
                </a:moveTo>
                <a:cubicBezTo>
                  <a:pt x="769626" y="350487"/>
                  <a:pt x="784506" y="365368"/>
                  <a:pt x="802863" y="365368"/>
                </a:cubicBezTo>
                <a:cubicBezTo>
                  <a:pt x="821220" y="365368"/>
                  <a:pt x="836101" y="350487"/>
                  <a:pt x="836101" y="332130"/>
                </a:cubicBezTo>
                <a:cubicBezTo>
                  <a:pt x="836101" y="313774"/>
                  <a:pt x="821220" y="298893"/>
                  <a:pt x="802863" y="298893"/>
                </a:cubicBezTo>
                <a:cubicBezTo>
                  <a:pt x="784506" y="298893"/>
                  <a:pt x="769626" y="313774"/>
                  <a:pt x="769626" y="332130"/>
                </a:cubicBezTo>
                <a:moveTo>
                  <a:pt x="890079" y="303637"/>
                </a:moveTo>
                <a:cubicBezTo>
                  <a:pt x="890079" y="321993"/>
                  <a:pt x="904960" y="336875"/>
                  <a:pt x="923317" y="336875"/>
                </a:cubicBezTo>
                <a:cubicBezTo>
                  <a:pt x="941673" y="336875"/>
                  <a:pt x="956554" y="321993"/>
                  <a:pt x="956554" y="303637"/>
                </a:cubicBezTo>
                <a:cubicBezTo>
                  <a:pt x="956554" y="285280"/>
                  <a:pt x="941673" y="270399"/>
                  <a:pt x="923317" y="270399"/>
                </a:cubicBezTo>
                <a:cubicBezTo>
                  <a:pt x="904960" y="270399"/>
                  <a:pt x="890079" y="285280"/>
                  <a:pt x="890079" y="303637"/>
                </a:cubicBezTo>
                <a:moveTo>
                  <a:pt x="1002990" y="279433"/>
                </a:moveTo>
                <a:cubicBezTo>
                  <a:pt x="1002990" y="297790"/>
                  <a:pt x="1017871" y="312671"/>
                  <a:pt x="1036227" y="312671"/>
                </a:cubicBezTo>
                <a:cubicBezTo>
                  <a:pt x="1054584" y="312671"/>
                  <a:pt x="1069465" y="297790"/>
                  <a:pt x="1069465" y="279433"/>
                </a:cubicBezTo>
                <a:cubicBezTo>
                  <a:pt x="1069465" y="261076"/>
                  <a:pt x="1054584" y="246196"/>
                  <a:pt x="1036227" y="246196"/>
                </a:cubicBezTo>
                <a:cubicBezTo>
                  <a:pt x="1017871" y="246196"/>
                  <a:pt x="1002990" y="261076"/>
                  <a:pt x="1002990" y="279433"/>
                </a:cubicBezTo>
                <a:moveTo>
                  <a:pt x="1132309" y="263761"/>
                </a:moveTo>
                <a:cubicBezTo>
                  <a:pt x="1132309" y="282118"/>
                  <a:pt x="1147190" y="296999"/>
                  <a:pt x="1165547" y="296999"/>
                </a:cubicBezTo>
                <a:cubicBezTo>
                  <a:pt x="1183903" y="296999"/>
                  <a:pt x="1198784" y="282118"/>
                  <a:pt x="1198784" y="263761"/>
                </a:cubicBezTo>
                <a:cubicBezTo>
                  <a:pt x="1198784" y="245405"/>
                  <a:pt x="1183903" y="230524"/>
                  <a:pt x="1165547" y="230524"/>
                </a:cubicBezTo>
                <a:cubicBezTo>
                  <a:pt x="1147190" y="230524"/>
                  <a:pt x="1132309" y="245405"/>
                  <a:pt x="1132309" y="263761"/>
                </a:cubicBezTo>
                <a:moveTo>
                  <a:pt x="1277565" y="231976"/>
                </a:moveTo>
                <a:cubicBezTo>
                  <a:pt x="1277565" y="250332"/>
                  <a:pt x="1292446" y="265213"/>
                  <a:pt x="1310802" y="265213"/>
                </a:cubicBezTo>
                <a:cubicBezTo>
                  <a:pt x="1329159" y="265213"/>
                  <a:pt x="1344040" y="250332"/>
                  <a:pt x="1344040" y="231976"/>
                </a:cubicBezTo>
                <a:cubicBezTo>
                  <a:pt x="1344040" y="213619"/>
                  <a:pt x="1329159" y="198738"/>
                  <a:pt x="1310802" y="198738"/>
                </a:cubicBezTo>
                <a:cubicBezTo>
                  <a:pt x="1292446" y="198738"/>
                  <a:pt x="1277565" y="213619"/>
                  <a:pt x="1277565" y="231976"/>
                </a:cubicBezTo>
                <a:moveTo>
                  <a:pt x="1392633" y="187788"/>
                </a:moveTo>
                <a:cubicBezTo>
                  <a:pt x="1392633" y="206144"/>
                  <a:pt x="1407514" y="221026"/>
                  <a:pt x="1425870" y="221026"/>
                </a:cubicBezTo>
                <a:cubicBezTo>
                  <a:pt x="1444227" y="221026"/>
                  <a:pt x="1459108" y="206144"/>
                  <a:pt x="1459108" y="187788"/>
                </a:cubicBezTo>
                <a:cubicBezTo>
                  <a:pt x="1459108" y="169431"/>
                  <a:pt x="1444227" y="154550"/>
                  <a:pt x="1425870" y="154550"/>
                </a:cubicBezTo>
                <a:cubicBezTo>
                  <a:pt x="1407514" y="154550"/>
                  <a:pt x="1392633" y="169431"/>
                  <a:pt x="1392633" y="187788"/>
                </a:cubicBezTo>
                <a:moveTo>
                  <a:pt x="1532657" y="163859"/>
                </a:moveTo>
                <a:cubicBezTo>
                  <a:pt x="1532657" y="182216"/>
                  <a:pt x="1547538" y="197097"/>
                  <a:pt x="1565895" y="197097"/>
                </a:cubicBezTo>
                <a:cubicBezTo>
                  <a:pt x="1584252" y="197097"/>
                  <a:pt x="1599132" y="182216"/>
                  <a:pt x="1599132" y="163859"/>
                </a:cubicBezTo>
                <a:cubicBezTo>
                  <a:pt x="1599132" y="145503"/>
                  <a:pt x="1584252" y="130622"/>
                  <a:pt x="1565895" y="130622"/>
                </a:cubicBezTo>
                <a:cubicBezTo>
                  <a:pt x="1547538" y="130622"/>
                  <a:pt x="1532657" y="145503"/>
                  <a:pt x="1532657" y="163859"/>
                </a:cubicBezTo>
                <a:moveTo>
                  <a:pt x="1648158" y="140258"/>
                </a:moveTo>
                <a:cubicBezTo>
                  <a:pt x="1648158" y="158615"/>
                  <a:pt x="1663039" y="173495"/>
                  <a:pt x="1681396" y="173495"/>
                </a:cubicBezTo>
                <a:cubicBezTo>
                  <a:pt x="1699752" y="173495"/>
                  <a:pt x="1714633" y="158615"/>
                  <a:pt x="1714633" y="140258"/>
                </a:cubicBezTo>
                <a:cubicBezTo>
                  <a:pt x="1714633" y="121901"/>
                  <a:pt x="1699752" y="107020"/>
                  <a:pt x="1681396" y="107020"/>
                </a:cubicBezTo>
                <a:cubicBezTo>
                  <a:pt x="1663039" y="107020"/>
                  <a:pt x="1648158" y="121901"/>
                  <a:pt x="1648158" y="140258"/>
                </a:cubicBezTo>
                <a:moveTo>
                  <a:pt x="1790589" y="113214"/>
                </a:moveTo>
                <a:cubicBezTo>
                  <a:pt x="1790589" y="131571"/>
                  <a:pt x="1805470" y="146452"/>
                  <a:pt x="1823827" y="146452"/>
                </a:cubicBezTo>
                <a:cubicBezTo>
                  <a:pt x="1842183" y="146452"/>
                  <a:pt x="1857064" y="131571"/>
                  <a:pt x="1857064" y="113214"/>
                </a:cubicBezTo>
                <a:cubicBezTo>
                  <a:pt x="1857064" y="94858"/>
                  <a:pt x="1842183" y="79977"/>
                  <a:pt x="1823827" y="79977"/>
                </a:cubicBezTo>
                <a:cubicBezTo>
                  <a:pt x="1805470" y="79977"/>
                  <a:pt x="1790589" y="94858"/>
                  <a:pt x="1790589" y="113214"/>
                </a:cubicBezTo>
                <a:moveTo>
                  <a:pt x="1908513" y="78158"/>
                </a:moveTo>
                <a:cubicBezTo>
                  <a:pt x="1908513" y="96514"/>
                  <a:pt x="1923394" y="111395"/>
                  <a:pt x="1941751" y="111395"/>
                </a:cubicBezTo>
                <a:cubicBezTo>
                  <a:pt x="1960107" y="111395"/>
                  <a:pt x="1974988" y="96514"/>
                  <a:pt x="1974988" y="78158"/>
                </a:cubicBezTo>
                <a:cubicBezTo>
                  <a:pt x="1974988" y="59801"/>
                  <a:pt x="1960107" y="44920"/>
                  <a:pt x="1941751" y="44920"/>
                </a:cubicBezTo>
                <a:cubicBezTo>
                  <a:pt x="1923394" y="44920"/>
                  <a:pt x="1908513" y="59801"/>
                  <a:pt x="1908513" y="78158"/>
                </a:cubicBezTo>
                <a:moveTo>
                  <a:pt x="2051090" y="84489"/>
                </a:moveTo>
                <a:cubicBezTo>
                  <a:pt x="2051090" y="102846"/>
                  <a:pt x="2065971" y="117727"/>
                  <a:pt x="2084327" y="117727"/>
                </a:cubicBezTo>
                <a:cubicBezTo>
                  <a:pt x="2102684" y="117727"/>
                  <a:pt x="2117565" y="102846"/>
                  <a:pt x="2117565" y="84489"/>
                </a:cubicBezTo>
                <a:cubicBezTo>
                  <a:pt x="2117565" y="66132"/>
                  <a:pt x="2102684" y="51252"/>
                  <a:pt x="2084327" y="51252"/>
                </a:cubicBezTo>
                <a:cubicBezTo>
                  <a:pt x="2065971" y="51252"/>
                  <a:pt x="2051090" y="66132"/>
                  <a:pt x="2051090" y="84489"/>
                </a:cubicBezTo>
                <a:moveTo>
                  <a:pt x="2169031" y="62437"/>
                </a:moveTo>
                <a:cubicBezTo>
                  <a:pt x="2169031" y="80793"/>
                  <a:pt x="2183912" y="95674"/>
                  <a:pt x="2202268" y="95674"/>
                </a:cubicBezTo>
                <a:cubicBezTo>
                  <a:pt x="2220625" y="95674"/>
                  <a:pt x="2235506" y="80793"/>
                  <a:pt x="2235506" y="62437"/>
                </a:cubicBezTo>
                <a:cubicBezTo>
                  <a:pt x="2235506" y="44080"/>
                  <a:pt x="2220625" y="29199"/>
                  <a:pt x="2202268" y="29199"/>
                </a:cubicBezTo>
                <a:cubicBezTo>
                  <a:pt x="2183912" y="29199"/>
                  <a:pt x="2169031" y="44080"/>
                  <a:pt x="2169031" y="62437"/>
                </a:cubicBezTo>
                <a:moveTo>
                  <a:pt x="2304134" y="70640"/>
                </a:moveTo>
                <a:cubicBezTo>
                  <a:pt x="2304134" y="88997"/>
                  <a:pt x="2319015" y="103878"/>
                  <a:pt x="2337372" y="103878"/>
                </a:cubicBezTo>
                <a:cubicBezTo>
                  <a:pt x="2355728" y="103878"/>
                  <a:pt x="2370609" y="88997"/>
                  <a:pt x="2370609" y="70640"/>
                </a:cubicBezTo>
                <a:cubicBezTo>
                  <a:pt x="2370609" y="52283"/>
                  <a:pt x="2355728" y="37402"/>
                  <a:pt x="2337372" y="37402"/>
                </a:cubicBezTo>
                <a:cubicBezTo>
                  <a:pt x="2319015" y="37402"/>
                  <a:pt x="2304134" y="52283"/>
                  <a:pt x="2304134" y="70640"/>
                </a:cubicBezTo>
                <a:moveTo>
                  <a:pt x="2417126" y="67094"/>
                </a:moveTo>
                <a:cubicBezTo>
                  <a:pt x="2417126" y="85450"/>
                  <a:pt x="2432007" y="100332"/>
                  <a:pt x="2450363" y="100332"/>
                </a:cubicBezTo>
                <a:cubicBezTo>
                  <a:pt x="2468720" y="100332"/>
                  <a:pt x="2483601" y="85450"/>
                  <a:pt x="2483601" y="67094"/>
                </a:cubicBezTo>
                <a:cubicBezTo>
                  <a:pt x="2483601" y="48737"/>
                  <a:pt x="2468720" y="33856"/>
                  <a:pt x="2450363" y="33856"/>
                </a:cubicBezTo>
                <a:cubicBezTo>
                  <a:pt x="2432007" y="33856"/>
                  <a:pt x="2417126" y="48737"/>
                  <a:pt x="2417126" y="67094"/>
                </a:cubicBezTo>
                <a:moveTo>
                  <a:pt x="2559647" y="49001"/>
                </a:moveTo>
                <a:cubicBezTo>
                  <a:pt x="2559647" y="67357"/>
                  <a:pt x="2574528" y="82238"/>
                  <a:pt x="2592885" y="82238"/>
                </a:cubicBezTo>
                <a:cubicBezTo>
                  <a:pt x="2611241" y="82238"/>
                  <a:pt x="2626122" y="67357"/>
                  <a:pt x="2626122" y="49001"/>
                </a:cubicBezTo>
                <a:cubicBezTo>
                  <a:pt x="2626122" y="30644"/>
                  <a:pt x="2611241" y="15763"/>
                  <a:pt x="2592885" y="15763"/>
                </a:cubicBezTo>
                <a:cubicBezTo>
                  <a:pt x="2574528" y="15763"/>
                  <a:pt x="2559647" y="30644"/>
                  <a:pt x="2559647" y="49001"/>
                </a:cubicBezTo>
                <a:moveTo>
                  <a:pt x="2672727" y="37980"/>
                </a:moveTo>
                <a:cubicBezTo>
                  <a:pt x="2672727" y="56337"/>
                  <a:pt x="2687608" y="71218"/>
                  <a:pt x="2705965" y="71218"/>
                </a:cubicBezTo>
                <a:cubicBezTo>
                  <a:pt x="2724322" y="71218"/>
                  <a:pt x="2739203" y="56337"/>
                  <a:pt x="2739203" y="37980"/>
                </a:cubicBezTo>
                <a:cubicBezTo>
                  <a:pt x="2739203" y="19624"/>
                  <a:pt x="2724322" y="4743"/>
                  <a:pt x="2705965" y="4743"/>
                </a:cubicBezTo>
                <a:cubicBezTo>
                  <a:pt x="2687608" y="4743"/>
                  <a:pt x="2672727" y="19624"/>
                  <a:pt x="2672727" y="37980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FF2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AA0E1D-D08F-45D2-A4A2-91AEDEE8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4108821"/>
            <a:ext cx="2807795" cy="469312"/>
          </a:xfrm>
          <a:custGeom xmlns:a="http://schemas.openxmlformats.org/drawingml/2006/main">
            <a:pathLst>
              <a:path w="2807795" h="469312" fill="none">
                <a:moveTo>
                  <a:pt x="0" y="469312"/>
                </a:moveTo>
                <a:lnTo>
                  <a:pt x="125972" y="445407"/>
                </a:lnTo>
                <a:lnTo>
                  <a:pt x="256820" y="416647"/>
                </a:lnTo>
                <a:lnTo>
                  <a:pt x="364594" y="386578"/>
                </a:lnTo>
                <a:lnTo>
                  <a:pt x="504257" y="362331"/>
                </a:lnTo>
                <a:lnTo>
                  <a:pt x="614446" y="333754"/>
                </a:lnTo>
                <a:lnTo>
                  <a:pt x="769625" y="307050"/>
                </a:lnTo>
                <a:lnTo>
                  <a:pt x="890079" y="284091"/>
                </a:lnTo>
                <a:lnTo>
                  <a:pt x="1002990" y="204631"/>
                </a:lnTo>
                <a:lnTo>
                  <a:pt x="1132309" y="188749"/>
                </a:lnTo>
                <a:lnTo>
                  <a:pt x="1277565" y="165624"/>
                </a:lnTo>
                <a:lnTo>
                  <a:pt x="1392633" y="160504"/>
                </a:lnTo>
                <a:lnTo>
                  <a:pt x="1532658" y="138364"/>
                </a:lnTo>
                <a:lnTo>
                  <a:pt x="1648158" y="119800"/>
                </a:lnTo>
                <a:lnTo>
                  <a:pt x="1790589" y="100909"/>
                </a:lnTo>
                <a:lnTo>
                  <a:pt x="1908513" y="89836"/>
                </a:lnTo>
                <a:lnTo>
                  <a:pt x="2051090" y="69526"/>
                </a:lnTo>
                <a:lnTo>
                  <a:pt x="2169030" y="60893"/>
                </a:lnTo>
                <a:lnTo>
                  <a:pt x="2304134" y="48831"/>
                </a:lnTo>
                <a:lnTo>
                  <a:pt x="2417126" y="36389"/>
                </a:lnTo>
                <a:lnTo>
                  <a:pt x="2559647" y="19877"/>
                </a:lnTo>
                <a:lnTo>
                  <a:pt x="2672727" y="16279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FF2A00"/>
            </a:solidFill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0297A1-9B12-4A4E-9910-E7DD0D74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4075583"/>
            <a:ext cx="2874271" cy="535787"/>
          </a:xfrm>
          <a:custGeom xmlns:a="http://schemas.openxmlformats.org/drawingml/2006/main">
            <a:pathLst>
              <a:path w="2874271" h="535787">
                <a:moveTo>
                  <a:pt x="0" y="502550"/>
                </a:moveTo>
                <a:cubicBezTo>
                  <a:pt x="0" y="520907"/>
                  <a:pt x="14881" y="535787"/>
                  <a:pt x="33238" y="535787"/>
                </a:cubicBezTo>
                <a:cubicBezTo>
                  <a:pt x="51594" y="535787"/>
                  <a:pt x="66475" y="520907"/>
                  <a:pt x="66475" y="502550"/>
                </a:cubicBezTo>
                <a:cubicBezTo>
                  <a:pt x="66475" y="484193"/>
                  <a:pt x="51594" y="469312"/>
                  <a:pt x="33238" y="469312"/>
                </a:cubicBezTo>
                <a:cubicBezTo>
                  <a:pt x="14881" y="469312"/>
                  <a:pt x="0" y="484193"/>
                  <a:pt x="0" y="502550"/>
                </a:cubicBezTo>
                <a:moveTo>
                  <a:pt x="125972" y="478644"/>
                </a:moveTo>
                <a:cubicBezTo>
                  <a:pt x="125972" y="497001"/>
                  <a:pt x="140853" y="511882"/>
                  <a:pt x="159210" y="511882"/>
                </a:cubicBezTo>
                <a:cubicBezTo>
                  <a:pt x="177567" y="511882"/>
                  <a:pt x="192448" y="497001"/>
                  <a:pt x="192448" y="478644"/>
                </a:cubicBezTo>
                <a:cubicBezTo>
                  <a:pt x="192448" y="460288"/>
                  <a:pt x="177567" y="445407"/>
                  <a:pt x="159210" y="445407"/>
                </a:cubicBezTo>
                <a:cubicBezTo>
                  <a:pt x="140853" y="445407"/>
                  <a:pt x="125972" y="460288"/>
                  <a:pt x="125972" y="478644"/>
                </a:cubicBezTo>
                <a:moveTo>
                  <a:pt x="256821" y="449885"/>
                </a:moveTo>
                <a:cubicBezTo>
                  <a:pt x="256821" y="468241"/>
                  <a:pt x="271701" y="483123"/>
                  <a:pt x="290058" y="483123"/>
                </a:cubicBezTo>
                <a:cubicBezTo>
                  <a:pt x="308415" y="483123"/>
                  <a:pt x="323296" y="468241"/>
                  <a:pt x="323296" y="449885"/>
                </a:cubicBezTo>
                <a:cubicBezTo>
                  <a:pt x="323296" y="431528"/>
                  <a:pt x="308415" y="416648"/>
                  <a:pt x="290058" y="416648"/>
                </a:cubicBezTo>
                <a:cubicBezTo>
                  <a:pt x="271701" y="416648"/>
                  <a:pt x="256821" y="431528"/>
                  <a:pt x="256821" y="449885"/>
                </a:cubicBezTo>
                <a:moveTo>
                  <a:pt x="364594" y="419816"/>
                </a:moveTo>
                <a:cubicBezTo>
                  <a:pt x="364594" y="438173"/>
                  <a:pt x="379475" y="453054"/>
                  <a:pt x="397832" y="453054"/>
                </a:cubicBezTo>
                <a:cubicBezTo>
                  <a:pt x="416188" y="453054"/>
                  <a:pt x="431070" y="438173"/>
                  <a:pt x="431070" y="419816"/>
                </a:cubicBezTo>
                <a:cubicBezTo>
                  <a:pt x="431070" y="401459"/>
                  <a:pt x="416188" y="386579"/>
                  <a:pt x="397832" y="386579"/>
                </a:cubicBezTo>
                <a:cubicBezTo>
                  <a:pt x="379475" y="386579"/>
                  <a:pt x="364594" y="401459"/>
                  <a:pt x="364594" y="419816"/>
                </a:cubicBezTo>
                <a:moveTo>
                  <a:pt x="504257" y="395569"/>
                </a:moveTo>
                <a:cubicBezTo>
                  <a:pt x="504257" y="413925"/>
                  <a:pt x="519138" y="428807"/>
                  <a:pt x="537495" y="428807"/>
                </a:cubicBezTo>
                <a:cubicBezTo>
                  <a:pt x="555851" y="428807"/>
                  <a:pt x="570732" y="413925"/>
                  <a:pt x="570732" y="395569"/>
                </a:cubicBezTo>
                <a:cubicBezTo>
                  <a:pt x="570732" y="377212"/>
                  <a:pt x="555851" y="362331"/>
                  <a:pt x="537495" y="362331"/>
                </a:cubicBezTo>
                <a:cubicBezTo>
                  <a:pt x="519138" y="362331"/>
                  <a:pt x="504257" y="377212"/>
                  <a:pt x="504257" y="395569"/>
                </a:cubicBezTo>
                <a:moveTo>
                  <a:pt x="614446" y="366992"/>
                </a:moveTo>
                <a:cubicBezTo>
                  <a:pt x="614446" y="385348"/>
                  <a:pt x="629327" y="400229"/>
                  <a:pt x="647684" y="400229"/>
                </a:cubicBezTo>
                <a:cubicBezTo>
                  <a:pt x="666041" y="400229"/>
                  <a:pt x="680922" y="385348"/>
                  <a:pt x="680922" y="366992"/>
                </a:cubicBezTo>
                <a:cubicBezTo>
                  <a:pt x="680922" y="348635"/>
                  <a:pt x="666041" y="333754"/>
                  <a:pt x="647684" y="333754"/>
                </a:cubicBezTo>
                <a:cubicBezTo>
                  <a:pt x="629327" y="333754"/>
                  <a:pt x="614446" y="348635"/>
                  <a:pt x="614446" y="366992"/>
                </a:cubicBezTo>
                <a:moveTo>
                  <a:pt x="769626" y="340287"/>
                </a:moveTo>
                <a:cubicBezTo>
                  <a:pt x="769626" y="358644"/>
                  <a:pt x="784507" y="373525"/>
                  <a:pt x="802863" y="373525"/>
                </a:cubicBezTo>
                <a:cubicBezTo>
                  <a:pt x="821220" y="373525"/>
                  <a:pt x="836101" y="358644"/>
                  <a:pt x="836101" y="340287"/>
                </a:cubicBezTo>
                <a:cubicBezTo>
                  <a:pt x="836101" y="321931"/>
                  <a:pt x="821220" y="307050"/>
                  <a:pt x="802863" y="307050"/>
                </a:cubicBezTo>
                <a:cubicBezTo>
                  <a:pt x="784507" y="307050"/>
                  <a:pt x="769626" y="321931"/>
                  <a:pt x="769626" y="340287"/>
                </a:cubicBezTo>
                <a:moveTo>
                  <a:pt x="890079" y="317328"/>
                </a:moveTo>
                <a:cubicBezTo>
                  <a:pt x="890079" y="335685"/>
                  <a:pt x="904960" y="350565"/>
                  <a:pt x="923317" y="350565"/>
                </a:cubicBezTo>
                <a:cubicBezTo>
                  <a:pt x="941673" y="350565"/>
                  <a:pt x="956554" y="335685"/>
                  <a:pt x="956554" y="317328"/>
                </a:cubicBezTo>
                <a:cubicBezTo>
                  <a:pt x="956554" y="298971"/>
                  <a:pt x="941673" y="284090"/>
                  <a:pt x="923317" y="284090"/>
                </a:cubicBezTo>
                <a:cubicBezTo>
                  <a:pt x="904960" y="284090"/>
                  <a:pt x="890079" y="298971"/>
                  <a:pt x="890079" y="317328"/>
                </a:cubicBezTo>
                <a:moveTo>
                  <a:pt x="1002990" y="237868"/>
                </a:moveTo>
                <a:cubicBezTo>
                  <a:pt x="1002990" y="256225"/>
                  <a:pt x="1017871" y="271106"/>
                  <a:pt x="1036227" y="271106"/>
                </a:cubicBezTo>
                <a:cubicBezTo>
                  <a:pt x="1054584" y="271106"/>
                  <a:pt x="1069465" y="256225"/>
                  <a:pt x="1069465" y="237868"/>
                </a:cubicBezTo>
                <a:cubicBezTo>
                  <a:pt x="1069465" y="219512"/>
                  <a:pt x="1054584" y="204631"/>
                  <a:pt x="1036227" y="204631"/>
                </a:cubicBezTo>
                <a:cubicBezTo>
                  <a:pt x="1017871" y="204631"/>
                  <a:pt x="1002990" y="219512"/>
                  <a:pt x="1002990" y="237868"/>
                </a:cubicBezTo>
                <a:moveTo>
                  <a:pt x="1132309" y="221986"/>
                </a:moveTo>
                <a:cubicBezTo>
                  <a:pt x="1132309" y="240343"/>
                  <a:pt x="1147190" y="255224"/>
                  <a:pt x="1165547" y="255224"/>
                </a:cubicBezTo>
                <a:cubicBezTo>
                  <a:pt x="1183904" y="255224"/>
                  <a:pt x="1198784" y="240343"/>
                  <a:pt x="1198784" y="221986"/>
                </a:cubicBezTo>
                <a:cubicBezTo>
                  <a:pt x="1198784" y="203630"/>
                  <a:pt x="1183904" y="188749"/>
                  <a:pt x="1165547" y="188749"/>
                </a:cubicBezTo>
                <a:cubicBezTo>
                  <a:pt x="1147190" y="188749"/>
                  <a:pt x="1132309" y="203630"/>
                  <a:pt x="1132309" y="221986"/>
                </a:cubicBezTo>
                <a:moveTo>
                  <a:pt x="1277565" y="198862"/>
                </a:moveTo>
                <a:cubicBezTo>
                  <a:pt x="1277565" y="217218"/>
                  <a:pt x="1292446" y="232099"/>
                  <a:pt x="1310802" y="232099"/>
                </a:cubicBezTo>
                <a:cubicBezTo>
                  <a:pt x="1329159" y="232099"/>
                  <a:pt x="1344040" y="217218"/>
                  <a:pt x="1344040" y="198862"/>
                </a:cubicBezTo>
                <a:cubicBezTo>
                  <a:pt x="1344040" y="180505"/>
                  <a:pt x="1329159" y="165624"/>
                  <a:pt x="1310802" y="165624"/>
                </a:cubicBezTo>
                <a:cubicBezTo>
                  <a:pt x="1292446" y="165624"/>
                  <a:pt x="1277565" y="180505"/>
                  <a:pt x="1277565" y="198862"/>
                </a:cubicBezTo>
                <a:moveTo>
                  <a:pt x="1392633" y="193742"/>
                </a:moveTo>
                <a:cubicBezTo>
                  <a:pt x="1392633" y="212098"/>
                  <a:pt x="1407514" y="226979"/>
                  <a:pt x="1425871" y="226979"/>
                </a:cubicBezTo>
                <a:cubicBezTo>
                  <a:pt x="1444227" y="226979"/>
                  <a:pt x="1459108" y="212098"/>
                  <a:pt x="1459108" y="193742"/>
                </a:cubicBezTo>
                <a:cubicBezTo>
                  <a:pt x="1459108" y="175385"/>
                  <a:pt x="1444227" y="160504"/>
                  <a:pt x="1425871" y="160504"/>
                </a:cubicBezTo>
                <a:cubicBezTo>
                  <a:pt x="1407514" y="160504"/>
                  <a:pt x="1392633" y="175385"/>
                  <a:pt x="1392633" y="193742"/>
                </a:cubicBezTo>
                <a:moveTo>
                  <a:pt x="1532658" y="171602"/>
                </a:moveTo>
                <a:cubicBezTo>
                  <a:pt x="1532658" y="189958"/>
                  <a:pt x="1547539" y="204839"/>
                  <a:pt x="1565895" y="204839"/>
                </a:cubicBezTo>
                <a:cubicBezTo>
                  <a:pt x="1584252" y="204839"/>
                  <a:pt x="1599133" y="189958"/>
                  <a:pt x="1599133" y="171602"/>
                </a:cubicBezTo>
                <a:cubicBezTo>
                  <a:pt x="1599133" y="153245"/>
                  <a:pt x="1584252" y="138364"/>
                  <a:pt x="1565895" y="138364"/>
                </a:cubicBezTo>
                <a:cubicBezTo>
                  <a:pt x="1547539" y="138364"/>
                  <a:pt x="1532658" y="153245"/>
                  <a:pt x="1532658" y="171602"/>
                </a:cubicBezTo>
                <a:moveTo>
                  <a:pt x="1648158" y="153037"/>
                </a:moveTo>
                <a:cubicBezTo>
                  <a:pt x="1648158" y="171394"/>
                  <a:pt x="1663039" y="186275"/>
                  <a:pt x="1681396" y="186275"/>
                </a:cubicBezTo>
                <a:cubicBezTo>
                  <a:pt x="1699752" y="186275"/>
                  <a:pt x="1714634" y="171394"/>
                  <a:pt x="1714634" y="153037"/>
                </a:cubicBezTo>
                <a:cubicBezTo>
                  <a:pt x="1714634" y="134681"/>
                  <a:pt x="1699752" y="119799"/>
                  <a:pt x="1681396" y="119799"/>
                </a:cubicBezTo>
                <a:cubicBezTo>
                  <a:pt x="1663039" y="119799"/>
                  <a:pt x="1648158" y="134681"/>
                  <a:pt x="1648158" y="153037"/>
                </a:cubicBezTo>
                <a:moveTo>
                  <a:pt x="1790589" y="134146"/>
                </a:moveTo>
                <a:cubicBezTo>
                  <a:pt x="1790589" y="152503"/>
                  <a:pt x="1805470" y="167384"/>
                  <a:pt x="1823827" y="167384"/>
                </a:cubicBezTo>
                <a:cubicBezTo>
                  <a:pt x="1842184" y="167384"/>
                  <a:pt x="1857064" y="152503"/>
                  <a:pt x="1857064" y="134146"/>
                </a:cubicBezTo>
                <a:cubicBezTo>
                  <a:pt x="1857064" y="115790"/>
                  <a:pt x="1842184" y="100909"/>
                  <a:pt x="1823827" y="100909"/>
                </a:cubicBezTo>
                <a:cubicBezTo>
                  <a:pt x="1805470" y="100909"/>
                  <a:pt x="1790589" y="115790"/>
                  <a:pt x="1790589" y="134146"/>
                </a:cubicBezTo>
                <a:moveTo>
                  <a:pt x="1908514" y="123073"/>
                </a:moveTo>
                <a:cubicBezTo>
                  <a:pt x="1908514" y="141430"/>
                  <a:pt x="1923394" y="156311"/>
                  <a:pt x="1941751" y="156311"/>
                </a:cubicBezTo>
                <a:cubicBezTo>
                  <a:pt x="1960107" y="156311"/>
                  <a:pt x="1974989" y="141430"/>
                  <a:pt x="1974989" y="123073"/>
                </a:cubicBezTo>
                <a:cubicBezTo>
                  <a:pt x="1974989" y="104717"/>
                  <a:pt x="1960107" y="89835"/>
                  <a:pt x="1941751" y="89835"/>
                </a:cubicBezTo>
                <a:cubicBezTo>
                  <a:pt x="1923394" y="89835"/>
                  <a:pt x="1908514" y="104717"/>
                  <a:pt x="1908514" y="123073"/>
                </a:cubicBezTo>
                <a:moveTo>
                  <a:pt x="2051090" y="102763"/>
                </a:moveTo>
                <a:cubicBezTo>
                  <a:pt x="2051090" y="121120"/>
                  <a:pt x="2065971" y="136001"/>
                  <a:pt x="2084327" y="136001"/>
                </a:cubicBezTo>
                <a:cubicBezTo>
                  <a:pt x="2102684" y="136001"/>
                  <a:pt x="2117565" y="121120"/>
                  <a:pt x="2117565" y="102763"/>
                </a:cubicBezTo>
                <a:cubicBezTo>
                  <a:pt x="2117565" y="84407"/>
                  <a:pt x="2102684" y="69526"/>
                  <a:pt x="2084327" y="69526"/>
                </a:cubicBezTo>
                <a:cubicBezTo>
                  <a:pt x="2065971" y="69526"/>
                  <a:pt x="2051090" y="84407"/>
                  <a:pt x="2051090" y="102763"/>
                </a:cubicBezTo>
                <a:moveTo>
                  <a:pt x="2169031" y="94131"/>
                </a:moveTo>
                <a:cubicBezTo>
                  <a:pt x="2169031" y="112487"/>
                  <a:pt x="2183912" y="127369"/>
                  <a:pt x="2202268" y="127369"/>
                </a:cubicBezTo>
                <a:cubicBezTo>
                  <a:pt x="2220625" y="127369"/>
                  <a:pt x="2235506" y="112487"/>
                  <a:pt x="2235506" y="94131"/>
                </a:cubicBezTo>
                <a:cubicBezTo>
                  <a:pt x="2235506" y="75774"/>
                  <a:pt x="2220625" y="60893"/>
                  <a:pt x="2202268" y="60893"/>
                </a:cubicBezTo>
                <a:cubicBezTo>
                  <a:pt x="2183912" y="60893"/>
                  <a:pt x="2169031" y="75774"/>
                  <a:pt x="2169031" y="94131"/>
                </a:cubicBezTo>
                <a:moveTo>
                  <a:pt x="2304134" y="82068"/>
                </a:moveTo>
                <a:cubicBezTo>
                  <a:pt x="2304134" y="100425"/>
                  <a:pt x="2319015" y="115306"/>
                  <a:pt x="2337372" y="115306"/>
                </a:cubicBezTo>
                <a:cubicBezTo>
                  <a:pt x="2355729" y="115306"/>
                  <a:pt x="2370610" y="100425"/>
                  <a:pt x="2370610" y="82068"/>
                </a:cubicBezTo>
                <a:cubicBezTo>
                  <a:pt x="2370610" y="63712"/>
                  <a:pt x="2355729" y="48830"/>
                  <a:pt x="2337372" y="48830"/>
                </a:cubicBezTo>
                <a:cubicBezTo>
                  <a:pt x="2319015" y="48830"/>
                  <a:pt x="2304134" y="63712"/>
                  <a:pt x="2304134" y="82068"/>
                </a:cubicBezTo>
                <a:moveTo>
                  <a:pt x="2417126" y="69626"/>
                </a:moveTo>
                <a:cubicBezTo>
                  <a:pt x="2417126" y="87983"/>
                  <a:pt x="2432007" y="102864"/>
                  <a:pt x="2450363" y="102864"/>
                </a:cubicBezTo>
                <a:cubicBezTo>
                  <a:pt x="2468720" y="102864"/>
                  <a:pt x="2483601" y="87983"/>
                  <a:pt x="2483601" y="69626"/>
                </a:cubicBezTo>
                <a:cubicBezTo>
                  <a:pt x="2483601" y="51270"/>
                  <a:pt x="2468720" y="36389"/>
                  <a:pt x="2450363" y="36389"/>
                </a:cubicBezTo>
                <a:cubicBezTo>
                  <a:pt x="2432007" y="36389"/>
                  <a:pt x="2417126" y="51270"/>
                  <a:pt x="2417126" y="69626"/>
                </a:cubicBezTo>
                <a:moveTo>
                  <a:pt x="2559647" y="53115"/>
                </a:moveTo>
                <a:cubicBezTo>
                  <a:pt x="2559647" y="71472"/>
                  <a:pt x="2574528" y="86353"/>
                  <a:pt x="2592885" y="86353"/>
                </a:cubicBezTo>
                <a:cubicBezTo>
                  <a:pt x="2611241" y="86353"/>
                  <a:pt x="2626122" y="71472"/>
                  <a:pt x="2626122" y="53115"/>
                </a:cubicBezTo>
                <a:cubicBezTo>
                  <a:pt x="2626122" y="34758"/>
                  <a:pt x="2611241" y="19877"/>
                  <a:pt x="2592885" y="19877"/>
                </a:cubicBezTo>
                <a:cubicBezTo>
                  <a:pt x="2574528" y="19877"/>
                  <a:pt x="2559647" y="34758"/>
                  <a:pt x="2559647" y="53115"/>
                </a:cubicBezTo>
                <a:moveTo>
                  <a:pt x="2672727" y="49517"/>
                </a:moveTo>
                <a:cubicBezTo>
                  <a:pt x="2672727" y="67874"/>
                  <a:pt x="2687609" y="82755"/>
                  <a:pt x="2705965" y="82755"/>
                </a:cubicBezTo>
                <a:cubicBezTo>
                  <a:pt x="2724322" y="82755"/>
                  <a:pt x="2739203" y="67874"/>
                  <a:pt x="2739203" y="49517"/>
                </a:cubicBezTo>
                <a:cubicBezTo>
                  <a:pt x="2739203" y="31160"/>
                  <a:pt x="2724322" y="16279"/>
                  <a:pt x="2705965" y="16279"/>
                </a:cubicBezTo>
                <a:cubicBezTo>
                  <a:pt x="2687609" y="16279"/>
                  <a:pt x="2672727" y="31160"/>
                  <a:pt x="2672727" y="49517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FF2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14CDD9-C4D1-4EF0-9B66-17B3E406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1561214"/>
            <a:ext cx="2807795" cy="607552"/>
          </a:xfrm>
          <a:custGeom xmlns:a="http://schemas.openxmlformats.org/drawingml/2006/main">
            <a:pathLst>
              <a:path w="2807795" h="607552" fill="none">
                <a:moveTo>
                  <a:pt x="0" y="607552"/>
                </a:moveTo>
                <a:lnTo>
                  <a:pt x="125972" y="578938"/>
                </a:lnTo>
                <a:lnTo>
                  <a:pt x="256820" y="537730"/>
                </a:lnTo>
                <a:lnTo>
                  <a:pt x="364594" y="512315"/>
                </a:lnTo>
                <a:lnTo>
                  <a:pt x="504257" y="458840"/>
                </a:lnTo>
                <a:lnTo>
                  <a:pt x="614446" y="383970"/>
                </a:lnTo>
                <a:lnTo>
                  <a:pt x="769626" y="347433"/>
                </a:lnTo>
                <a:lnTo>
                  <a:pt x="890079" y="280495"/>
                </a:lnTo>
                <a:lnTo>
                  <a:pt x="1002990" y="254890"/>
                </a:lnTo>
                <a:lnTo>
                  <a:pt x="1132309" y="242981"/>
                </a:lnTo>
                <a:lnTo>
                  <a:pt x="1277565" y="202507"/>
                </a:lnTo>
                <a:lnTo>
                  <a:pt x="1392633" y="178568"/>
                </a:lnTo>
                <a:lnTo>
                  <a:pt x="1532657" y="146224"/>
                </a:lnTo>
                <a:lnTo>
                  <a:pt x="1648158" y="141145"/>
                </a:lnTo>
                <a:lnTo>
                  <a:pt x="1790589" y="138381"/>
                </a:lnTo>
                <a:lnTo>
                  <a:pt x="1908513" y="131849"/>
                </a:lnTo>
                <a:lnTo>
                  <a:pt x="2051090" y="114274"/>
                </a:lnTo>
                <a:lnTo>
                  <a:pt x="2169031" y="90971"/>
                </a:lnTo>
                <a:lnTo>
                  <a:pt x="2304134" y="63069"/>
                </a:lnTo>
                <a:lnTo>
                  <a:pt x="2417126" y="22145"/>
                </a:lnTo>
                <a:lnTo>
                  <a:pt x="2559647" y="8387"/>
                </a:lnTo>
                <a:lnTo>
                  <a:pt x="2672727" y="0"/>
                </a:lnTo>
                <a:lnTo>
                  <a:pt x="2807795" y="3534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FF5500"/>
            </a:solidFill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7FBEAD-A2C4-43C8-B394-4886EE94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1527976"/>
            <a:ext cx="2874271" cy="674027"/>
          </a:xfrm>
          <a:custGeom xmlns:a="http://schemas.openxmlformats.org/drawingml/2006/main">
            <a:pathLst>
              <a:path w="2874271" h="674027">
                <a:moveTo>
                  <a:pt x="0" y="640790"/>
                </a:moveTo>
                <a:cubicBezTo>
                  <a:pt x="0" y="659146"/>
                  <a:pt x="14881" y="674027"/>
                  <a:pt x="33238" y="674027"/>
                </a:cubicBezTo>
                <a:cubicBezTo>
                  <a:pt x="51594" y="674027"/>
                  <a:pt x="66475" y="659146"/>
                  <a:pt x="66475" y="640790"/>
                </a:cubicBezTo>
                <a:cubicBezTo>
                  <a:pt x="66475" y="622433"/>
                  <a:pt x="51594" y="607552"/>
                  <a:pt x="33238" y="607552"/>
                </a:cubicBezTo>
                <a:cubicBezTo>
                  <a:pt x="14881" y="607552"/>
                  <a:pt x="0" y="622433"/>
                  <a:pt x="0" y="640790"/>
                </a:cubicBezTo>
                <a:moveTo>
                  <a:pt x="125972" y="612176"/>
                </a:moveTo>
                <a:cubicBezTo>
                  <a:pt x="125972" y="630532"/>
                  <a:pt x="140853" y="645413"/>
                  <a:pt x="159210" y="645413"/>
                </a:cubicBezTo>
                <a:cubicBezTo>
                  <a:pt x="177567" y="645413"/>
                  <a:pt x="192448" y="630532"/>
                  <a:pt x="192448" y="612176"/>
                </a:cubicBezTo>
                <a:cubicBezTo>
                  <a:pt x="192448" y="593819"/>
                  <a:pt x="177567" y="578938"/>
                  <a:pt x="159210" y="578938"/>
                </a:cubicBezTo>
                <a:cubicBezTo>
                  <a:pt x="140853" y="578938"/>
                  <a:pt x="125972" y="593819"/>
                  <a:pt x="125972" y="612176"/>
                </a:cubicBezTo>
                <a:moveTo>
                  <a:pt x="256820" y="570967"/>
                </a:moveTo>
                <a:cubicBezTo>
                  <a:pt x="256820" y="589324"/>
                  <a:pt x="271701" y="604205"/>
                  <a:pt x="290058" y="604205"/>
                </a:cubicBezTo>
                <a:cubicBezTo>
                  <a:pt x="308415" y="604205"/>
                  <a:pt x="323295" y="589324"/>
                  <a:pt x="323295" y="570967"/>
                </a:cubicBezTo>
                <a:cubicBezTo>
                  <a:pt x="323295" y="552611"/>
                  <a:pt x="308415" y="537730"/>
                  <a:pt x="290058" y="537730"/>
                </a:cubicBezTo>
                <a:cubicBezTo>
                  <a:pt x="271701" y="537730"/>
                  <a:pt x="256820" y="552611"/>
                  <a:pt x="256820" y="570967"/>
                </a:cubicBezTo>
                <a:moveTo>
                  <a:pt x="364594" y="545553"/>
                </a:moveTo>
                <a:cubicBezTo>
                  <a:pt x="364594" y="563909"/>
                  <a:pt x="379475" y="578790"/>
                  <a:pt x="397832" y="578790"/>
                </a:cubicBezTo>
                <a:cubicBezTo>
                  <a:pt x="416188" y="578790"/>
                  <a:pt x="431069" y="563909"/>
                  <a:pt x="431069" y="545553"/>
                </a:cubicBezTo>
                <a:cubicBezTo>
                  <a:pt x="431069" y="527196"/>
                  <a:pt x="416188" y="512315"/>
                  <a:pt x="397832" y="512315"/>
                </a:cubicBezTo>
                <a:cubicBezTo>
                  <a:pt x="379475" y="512315"/>
                  <a:pt x="364594" y="527196"/>
                  <a:pt x="364594" y="545553"/>
                </a:cubicBezTo>
                <a:moveTo>
                  <a:pt x="504257" y="492078"/>
                </a:moveTo>
                <a:cubicBezTo>
                  <a:pt x="504257" y="510435"/>
                  <a:pt x="519138" y="525315"/>
                  <a:pt x="537495" y="525315"/>
                </a:cubicBezTo>
                <a:cubicBezTo>
                  <a:pt x="555851" y="525315"/>
                  <a:pt x="570732" y="510435"/>
                  <a:pt x="570732" y="492078"/>
                </a:cubicBezTo>
                <a:cubicBezTo>
                  <a:pt x="570732" y="473721"/>
                  <a:pt x="555851" y="458840"/>
                  <a:pt x="537495" y="458840"/>
                </a:cubicBezTo>
                <a:cubicBezTo>
                  <a:pt x="519138" y="458840"/>
                  <a:pt x="504257" y="473721"/>
                  <a:pt x="504257" y="492078"/>
                </a:cubicBezTo>
                <a:moveTo>
                  <a:pt x="614446" y="417207"/>
                </a:moveTo>
                <a:cubicBezTo>
                  <a:pt x="614446" y="435564"/>
                  <a:pt x="629327" y="450445"/>
                  <a:pt x="647684" y="450445"/>
                </a:cubicBezTo>
                <a:cubicBezTo>
                  <a:pt x="666040" y="450445"/>
                  <a:pt x="680921" y="435564"/>
                  <a:pt x="680921" y="417207"/>
                </a:cubicBezTo>
                <a:cubicBezTo>
                  <a:pt x="680921" y="398851"/>
                  <a:pt x="666040" y="383970"/>
                  <a:pt x="647684" y="383970"/>
                </a:cubicBezTo>
                <a:cubicBezTo>
                  <a:pt x="629327" y="383970"/>
                  <a:pt x="614446" y="398851"/>
                  <a:pt x="614446" y="417207"/>
                </a:cubicBezTo>
                <a:moveTo>
                  <a:pt x="769626" y="380670"/>
                </a:moveTo>
                <a:cubicBezTo>
                  <a:pt x="769626" y="399027"/>
                  <a:pt x="784506" y="413908"/>
                  <a:pt x="802863" y="413908"/>
                </a:cubicBezTo>
                <a:cubicBezTo>
                  <a:pt x="821220" y="413908"/>
                  <a:pt x="836101" y="399027"/>
                  <a:pt x="836101" y="380670"/>
                </a:cubicBezTo>
                <a:cubicBezTo>
                  <a:pt x="836101" y="362314"/>
                  <a:pt x="821220" y="347433"/>
                  <a:pt x="802863" y="347433"/>
                </a:cubicBezTo>
                <a:cubicBezTo>
                  <a:pt x="784506" y="347433"/>
                  <a:pt x="769626" y="362314"/>
                  <a:pt x="769626" y="380670"/>
                </a:cubicBezTo>
                <a:moveTo>
                  <a:pt x="890079" y="313732"/>
                </a:moveTo>
                <a:cubicBezTo>
                  <a:pt x="890079" y="332089"/>
                  <a:pt x="904960" y="346970"/>
                  <a:pt x="923317" y="346970"/>
                </a:cubicBezTo>
                <a:cubicBezTo>
                  <a:pt x="941673" y="346970"/>
                  <a:pt x="956554" y="332089"/>
                  <a:pt x="956554" y="313732"/>
                </a:cubicBezTo>
                <a:cubicBezTo>
                  <a:pt x="956554" y="295376"/>
                  <a:pt x="941673" y="280495"/>
                  <a:pt x="923317" y="280495"/>
                </a:cubicBezTo>
                <a:cubicBezTo>
                  <a:pt x="904960" y="280495"/>
                  <a:pt x="890079" y="295376"/>
                  <a:pt x="890079" y="313732"/>
                </a:cubicBezTo>
                <a:moveTo>
                  <a:pt x="1002990" y="288128"/>
                </a:moveTo>
                <a:cubicBezTo>
                  <a:pt x="1002990" y="306485"/>
                  <a:pt x="1017871" y="321365"/>
                  <a:pt x="1036227" y="321365"/>
                </a:cubicBezTo>
                <a:cubicBezTo>
                  <a:pt x="1054584" y="321365"/>
                  <a:pt x="1069465" y="306485"/>
                  <a:pt x="1069465" y="288128"/>
                </a:cubicBezTo>
                <a:cubicBezTo>
                  <a:pt x="1069465" y="269771"/>
                  <a:pt x="1054584" y="254890"/>
                  <a:pt x="1036227" y="254890"/>
                </a:cubicBezTo>
                <a:cubicBezTo>
                  <a:pt x="1017871" y="254890"/>
                  <a:pt x="1002990" y="269771"/>
                  <a:pt x="1002990" y="288128"/>
                </a:cubicBezTo>
                <a:moveTo>
                  <a:pt x="1132309" y="276219"/>
                </a:moveTo>
                <a:cubicBezTo>
                  <a:pt x="1132309" y="294576"/>
                  <a:pt x="1147190" y="309457"/>
                  <a:pt x="1165547" y="309457"/>
                </a:cubicBezTo>
                <a:cubicBezTo>
                  <a:pt x="1183903" y="309457"/>
                  <a:pt x="1198784" y="294576"/>
                  <a:pt x="1198784" y="276219"/>
                </a:cubicBezTo>
                <a:cubicBezTo>
                  <a:pt x="1198784" y="257862"/>
                  <a:pt x="1183903" y="242982"/>
                  <a:pt x="1165547" y="242982"/>
                </a:cubicBezTo>
                <a:cubicBezTo>
                  <a:pt x="1147190" y="242982"/>
                  <a:pt x="1132309" y="257862"/>
                  <a:pt x="1132309" y="276219"/>
                </a:cubicBezTo>
                <a:moveTo>
                  <a:pt x="1277565" y="235745"/>
                </a:moveTo>
                <a:cubicBezTo>
                  <a:pt x="1277565" y="254102"/>
                  <a:pt x="1292446" y="268983"/>
                  <a:pt x="1310802" y="268983"/>
                </a:cubicBezTo>
                <a:cubicBezTo>
                  <a:pt x="1329159" y="268983"/>
                  <a:pt x="1344040" y="254102"/>
                  <a:pt x="1344040" y="235745"/>
                </a:cubicBezTo>
                <a:cubicBezTo>
                  <a:pt x="1344040" y="217389"/>
                  <a:pt x="1329159" y="202507"/>
                  <a:pt x="1310802" y="202507"/>
                </a:cubicBezTo>
                <a:cubicBezTo>
                  <a:pt x="1292446" y="202507"/>
                  <a:pt x="1277565" y="217389"/>
                  <a:pt x="1277565" y="235745"/>
                </a:cubicBezTo>
                <a:moveTo>
                  <a:pt x="1392633" y="211806"/>
                </a:moveTo>
                <a:cubicBezTo>
                  <a:pt x="1392633" y="230163"/>
                  <a:pt x="1407514" y="245044"/>
                  <a:pt x="1425870" y="245044"/>
                </a:cubicBezTo>
                <a:cubicBezTo>
                  <a:pt x="1444227" y="245044"/>
                  <a:pt x="1459108" y="230163"/>
                  <a:pt x="1459108" y="211806"/>
                </a:cubicBezTo>
                <a:cubicBezTo>
                  <a:pt x="1459108" y="193449"/>
                  <a:pt x="1444227" y="178569"/>
                  <a:pt x="1425870" y="178569"/>
                </a:cubicBezTo>
                <a:cubicBezTo>
                  <a:pt x="1407514" y="178569"/>
                  <a:pt x="1392633" y="193449"/>
                  <a:pt x="1392633" y="211806"/>
                </a:cubicBezTo>
                <a:moveTo>
                  <a:pt x="1532657" y="179462"/>
                </a:moveTo>
                <a:cubicBezTo>
                  <a:pt x="1532657" y="197819"/>
                  <a:pt x="1547538" y="212700"/>
                  <a:pt x="1565895" y="212700"/>
                </a:cubicBezTo>
                <a:cubicBezTo>
                  <a:pt x="1584252" y="212700"/>
                  <a:pt x="1599132" y="197819"/>
                  <a:pt x="1599132" y="179462"/>
                </a:cubicBezTo>
                <a:cubicBezTo>
                  <a:pt x="1599132" y="161106"/>
                  <a:pt x="1584252" y="146224"/>
                  <a:pt x="1565895" y="146224"/>
                </a:cubicBezTo>
                <a:cubicBezTo>
                  <a:pt x="1547538" y="146224"/>
                  <a:pt x="1532657" y="161106"/>
                  <a:pt x="1532657" y="179462"/>
                </a:cubicBezTo>
                <a:moveTo>
                  <a:pt x="1648158" y="174382"/>
                </a:moveTo>
                <a:cubicBezTo>
                  <a:pt x="1648158" y="192739"/>
                  <a:pt x="1663039" y="207620"/>
                  <a:pt x="1681396" y="207620"/>
                </a:cubicBezTo>
                <a:cubicBezTo>
                  <a:pt x="1699752" y="207620"/>
                  <a:pt x="1714633" y="192739"/>
                  <a:pt x="1714633" y="174382"/>
                </a:cubicBezTo>
                <a:cubicBezTo>
                  <a:pt x="1714633" y="156026"/>
                  <a:pt x="1699752" y="141145"/>
                  <a:pt x="1681396" y="141145"/>
                </a:cubicBezTo>
                <a:cubicBezTo>
                  <a:pt x="1663039" y="141145"/>
                  <a:pt x="1648158" y="156026"/>
                  <a:pt x="1648158" y="174382"/>
                </a:cubicBezTo>
                <a:moveTo>
                  <a:pt x="1790589" y="171619"/>
                </a:moveTo>
                <a:cubicBezTo>
                  <a:pt x="1790589" y="189975"/>
                  <a:pt x="1805470" y="204856"/>
                  <a:pt x="1823827" y="204856"/>
                </a:cubicBezTo>
                <a:cubicBezTo>
                  <a:pt x="1842183" y="204856"/>
                  <a:pt x="1857064" y="189975"/>
                  <a:pt x="1857064" y="171619"/>
                </a:cubicBezTo>
                <a:cubicBezTo>
                  <a:pt x="1857064" y="153262"/>
                  <a:pt x="1842183" y="138381"/>
                  <a:pt x="1823827" y="138381"/>
                </a:cubicBezTo>
                <a:cubicBezTo>
                  <a:pt x="1805470" y="138381"/>
                  <a:pt x="1790589" y="153262"/>
                  <a:pt x="1790589" y="171619"/>
                </a:cubicBezTo>
                <a:moveTo>
                  <a:pt x="1908513" y="165087"/>
                </a:moveTo>
                <a:cubicBezTo>
                  <a:pt x="1908513" y="183444"/>
                  <a:pt x="1923394" y="198325"/>
                  <a:pt x="1941751" y="198325"/>
                </a:cubicBezTo>
                <a:cubicBezTo>
                  <a:pt x="1960107" y="198325"/>
                  <a:pt x="1974988" y="183444"/>
                  <a:pt x="1974988" y="165087"/>
                </a:cubicBezTo>
                <a:cubicBezTo>
                  <a:pt x="1974988" y="146730"/>
                  <a:pt x="1960107" y="131850"/>
                  <a:pt x="1941751" y="131850"/>
                </a:cubicBezTo>
                <a:cubicBezTo>
                  <a:pt x="1923394" y="131850"/>
                  <a:pt x="1908513" y="146730"/>
                  <a:pt x="1908513" y="165087"/>
                </a:cubicBezTo>
                <a:moveTo>
                  <a:pt x="2051090" y="147512"/>
                </a:moveTo>
                <a:cubicBezTo>
                  <a:pt x="2051090" y="165868"/>
                  <a:pt x="2065971" y="180749"/>
                  <a:pt x="2084327" y="180749"/>
                </a:cubicBezTo>
                <a:cubicBezTo>
                  <a:pt x="2102684" y="180749"/>
                  <a:pt x="2117565" y="165868"/>
                  <a:pt x="2117565" y="147512"/>
                </a:cubicBezTo>
                <a:cubicBezTo>
                  <a:pt x="2117565" y="129155"/>
                  <a:pt x="2102684" y="114274"/>
                  <a:pt x="2084327" y="114274"/>
                </a:cubicBezTo>
                <a:cubicBezTo>
                  <a:pt x="2065971" y="114274"/>
                  <a:pt x="2051090" y="129155"/>
                  <a:pt x="2051090" y="147512"/>
                </a:cubicBezTo>
                <a:moveTo>
                  <a:pt x="2169031" y="124209"/>
                </a:moveTo>
                <a:cubicBezTo>
                  <a:pt x="2169031" y="142565"/>
                  <a:pt x="2183912" y="157446"/>
                  <a:pt x="2202268" y="157446"/>
                </a:cubicBezTo>
                <a:cubicBezTo>
                  <a:pt x="2220625" y="157446"/>
                  <a:pt x="2235506" y="142565"/>
                  <a:pt x="2235506" y="124209"/>
                </a:cubicBezTo>
                <a:cubicBezTo>
                  <a:pt x="2235506" y="105852"/>
                  <a:pt x="2220625" y="90971"/>
                  <a:pt x="2202268" y="90971"/>
                </a:cubicBezTo>
                <a:cubicBezTo>
                  <a:pt x="2183912" y="90971"/>
                  <a:pt x="2169031" y="105852"/>
                  <a:pt x="2169031" y="124209"/>
                </a:cubicBezTo>
                <a:moveTo>
                  <a:pt x="2304134" y="96307"/>
                </a:moveTo>
                <a:cubicBezTo>
                  <a:pt x="2304134" y="114663"/>
                  <a:pt x="2319015" y="129544"/>
                  <a:pt x="2337372" y="129544"/>
                </a:cubicBezTo>
                <a:cubicBezTo>
                  <a:pt x="2355728" y="129544"/>
                  <a:pt x="2370609" y="114663"/>
                  <a:pt x="2370609" y="96307"/>
                </a:cubicBezTo>
                <a:cubicBezTo>
                  <a:pt x="2370609" y="77950"/>
                  <a:pt x="2355728" y="63069"/>
                  <a:pt x="2337372" y="63069"/>
                </a:cubicBezTo>
                <a:cubicBezTo>
                  <a:pt x="2319015" y="63069"/>
                  <a:pt x="2304134" y="77950"/>
                  <a:pt x="2304134" y="96307"/>
                </a:cubicBezTo>
                <a:moveTo>
                  <a:pt x="2417126" y="55383"/>
                </a:moveTo>
                <a:cubicBezTo>
                  <a:pt x="2417126" y="73740"/>
                  <a:pt x="2432007" y="88621"/>
                  <a:pt x="2450363" y="88621"/>
                </a:cubicBezTo>
                <a:cubicBezTo>
                  <a:pt x="2468720" y="88621"/>
                  <a:pt x="2483601" y="73740"/>
                  <a:pt x="2483601" y="55383"/>
                </a:cubicBezTo>
                <a:cubicBezTo>
                  <a:pt x="2483601" y="37027"/>
                  <a:pt x="2468720" y="22145"/>
                  <a:pt x="2450363" y="22145"/>
                </a:cubicBezTo>
                <a:cubicBezTo>
                  <a:pt x="2432007" y="22145"/>
                  <a:pt x="2417126" y="37027"/>
                  <a:pt x="2417126" y="55383"/>
                </a:cubicBezTo>
                <a:moveTo>
                  <a:pt x="2559647" y="41625"/>
                </a:moveTo>
                <a:cubicBezTo>
                  <a:pt x="2559647" y="59981"/>
                  <a:pt x="2574528" y="74862"/>
                  <a:pt x="2592885" y="74862"/>
                </a:cubicBezTo>
                <a:cubicBezTo>
                  <a:pt x="2611241" y="74862"/>
                  <a:pt x="2626122" y="59981"/>
                  <a:pt x="2626122" y="41625"/>
                </a:cubicBezTo>
                <a:cubicBezTo>
                  <a:pt x="2626122" y="23268"/>
                  <a:pt x="2611241" y="8387"/>
                  <a:pt x="2592885" y="8387"/>
                </a:cubicBezTo>
                <a:cubicBezTo>
                  <a:pt x="2574528" y="8387"/>
                  <a:pt x="2559647" y="23268"/>
                  <a:pt x="2559647" y="41625"/>
                </a:cubicBezTo>
                <a:moveTo>
                  <a:pt x="2672727" y="33238"/>
                </a:moveTo>
                <a:cubicBezTo>
                  <a:pt x="2672727" y="51594"/>
                  <a:pt x="2687608" y="66475"/>
                  <a:pt x="2705965" y="66475"/>
                </a:cubicBezTo>
                <a:cubicBezTo>
                  <a:pt x="2724322" y="66475"/>
                  <a:pt x="2739203" y="51594"/>
                  <a:pt x="2739203" y="33238"/>
                </a:cubicBezTo>
                <a:cubicBezTo>
                  <a:pt x="2739203" y="14881"/>
                  <a:pt x="2724322" y="0"/>
                  <a:pt x="2705965" y="0"/>
                </a:cubicBezTo>
                <a:cubicBezTo>
                  <a:pt x="2687608" y="0"/>
                  <a:pt x="2672727" y="14881"/>
                  <a:pt x="2672727" y="33238"/>
                </a:cubicBezTo>
                <a:moveTo>
                  <a:pt x="2807795" y="36771"/>
                </a:moveTo>
                <a:cubicBezTo>
                  <a:pt x="2807795" y="55128"/>
                  <a:pt x="2822676" y="70009"/>
                  <a:pt x="2841033" y="70009"/>
                </a:cubicBezTo>
                <a:cubicBezTo>
                  <a:pt x="2859390" y="70009"/>
                  <a:pt x="2874271" y="55128"/>
                  <a:pt x="2874271" y="36771"/>
                </a:cubicBezTo>
                <a:cubicBezTo>
                  <a:pt x="2874271" y="18415"/>
                  <a:pt x="2859390" y="3534"/>
                  <a:pt x="2841033" y="3534"/>
                </a:cubicBezTo>
                <a:cubicBezTo>
                  <a:pt x="2822676" y="3534"/>
                  <a:pt x="2807795" y="18415"/>
                  <a:pt x="2807795" y="36771"/>
                </a:cubicBez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9A8C19-1793-4F64-9B3D-F0D897CF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947115"/>
            <a:ext cx="2807795" cy="398545"/>
          </a:xfrm>
          <a:custGeom xmlns:a="http://schemas.openxmlformats.org/drawingml/2006/main">
            <a:pathLst>
              <a:path w="2807795" h="398545" fill="none">
                <a:moveTo>
                  <a:pt x="0" y="398545"/>
                </a:moveTo>
                <a:lnTo>
                  <a:pt x="125972" y="379049"/>
                </a:lnTo>
                <a:lnTo>
                  <a:pt x="256820" y="351807"/>
                </a:lnTo>
                <a:lnTo>
                  <a:pt x="364594" y="348012"/>
                </a:lnTo>
                <a:lnTo>
                  <a:pt x="504257" y="314778"/>
                </a:lnTo>
                <a:lnTo>
                  <a:pt x="614446" y="292019"/>
                </a:lnTo>
                <a:lnTo>
                  <a:pt x="769625" y="263610"/>
                </a:lnTo>
                <a:lnTo>
                  <a:pt x="890079" y="243098"/>
                </a:lnTo>
                <a:lnTo>
                  <a:pt x="1002990" y="193160"/>
                </a:lnTo>
                <a:lnTo>
                  <a:pt x="1132309" y="182831"/>
                </a:lnTo>
                <a:lnTo>
                  <a:pt x="1277565" y="160555"/>
                </a:lnTo>
                <a:lnTo>
                  <a:pt x="1392633" y="149666"/>
                </a:lnTo>
                <a:lnTo>
                  <a:pt x="1532658" y="131109"/>
                </a:lnTo>
                <a:lnTo>
                  <a:pt x="1648158" y="113615"/>
                </a:lnTo>
                <a:lnTo>
                  <a:pt x="1790589" y="98251"/>
                </a:lnTo>
                <a:lnTo>
                  <a:pt x="1908513" y="80112"/>
                </a:lnTo>
                <a:lnTo>
                  <a:pt x="2051090" y="66783"/>
                </a:lnTo>
                <a:lnTo>
                  <a:pt x="2169030" y="53299"/>
                </a:lnTo>
                <a:lnTo>
                  <a:pt x="2304134" y="40850"/>
                </a:lnTo>
                <a:lnTo>
                  <a:pt x="2417126" y="31071"/>
                </a:lnTo>
                <a:lnTo>
                  <a:pt x="2559647" y="20024"/>
                </a:lnTo>
                <a:lnTo>
                  <a:pt x="2672727" y="8853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FF5500"/>
            </a:solidFill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218907-8E43-482E-81F7-2EC31D6C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913877"/>
            <a:ext cx="2874271" cy="465020"/>
          </a:xfrm>
          <a:custGeom xmlns:a="http://schemas.openxmlformats.org/drawingml/2006/main">
            <a:pathLst>
              <a:path w="2874271" h="465020">
                <a:moveTo>
                  <a:pt x="0" y="431782"/>
                </a:moveTo>
                <a:cubicBezTo>
                  <a:pt x="0" y="450139"/>
                  <a:pt x="14881" y="465020"/>
                  <a:pt x="33238" y="465020"/>
                </a:cubicBezTo>
                <a:cubicBezTo>
                  <a:pt x="51594" y="465020"/>
                  <a:pt x="66475" y="450139"/>
                  <a:pt x="66475" y="431782"/>
                </a:cubicBezTo>
                <a:cubicBezTo>
                  <a:pt x="66475" y="413426"/>
                  <a:pt x="51594" y="398545"/>
                  <a:pt x="33238" y="398545"/>
                </a:cubicBezTo>
                <a:cubicBezTo>
                  <a:pt x="14881" y="398545"/>
                  <a:pt x="0" y="413426"/>
                  <a:pt x="0" y="431782"/>
                </a:cubicBezTo>
                <a:moveTo>
                  <a:pt x="125972" y="412287"/>
                </a:moveTo>
                <a:cubicBezTo>
                  <a:pt x="125972" y="430643"/>
                  <a:pt x="140853" y="445524"/>
                  <a:pt x="159210" y="445524"/>
                </a:cubicBezTo>
                <a:cubicBezTo>
                  <a:pt x="177567" y="445524"/>
                  <a:pt x="192448" y="430643"/>
                  <a:pt x="192448" y="412287"/>
                </a:cubicBezTo>
                <a:cubicBezTo>
                  <a:pt x="192448" y="393930"/>
                  <a:pt x="177567" y="379049"/>
                  <a:pt x="159210" y="379049"/>
                </a:cubicBezTo>
                <a:cubicBezTo>
                  <a:pt x="140853" y="379049"/>
                  <a:pt x="125972" y="393930"/>
                  <a:pt x="125972" y="412287"/>
                </a:cubicBezTo>
                <a:moveTo>
                  <a:pt x="256821" y="385044"/>
                </a:moveTo>
                <a:cubicBezTo>
                  <a:pt x="256821" y="403401"/>
                  <a:pt x="271701" y="418282"/>
                  <a:pt x="290058" y="418282"/>
                </a:cubicBezTo>
                <a:cubicBezTo>
                  <a:pt x="308415" y="418282"/>
                  <a:pt x="323296" y="403401"/>
                  <a:pt x="323296" y="385044"/>
                </a:cubicBezTo>
                <a:cubicBezTo>
                  <a:pt x="323296" y="366688"/>
                  <a:pt x="308415" y="351807"/>
                  <a:pt x="290058" y="351807"/>
                </a:cubicBezTo>
                <a:cubicBezTo>
                  <a:pt x="271701" y="351807"/>
                  <a:pt x="256821" y="366688"/>
                  <a:pt x="256821" y="385044"/>
                </a:cubicBezTo>
                <a:moveTo>
                  <a:pt x="364594" y="381250"/>
                </a:moveTo>
                <a:cubicBezTo>
                  <a:pt x="364594" y="399606"/>
                  <a:pt x="379475" y="414487"/>
                  <a:pt x="397832" y="414487"/>
                </a:cubicBezTo>
                <a:cubicBezTo>
                  <a:pt x="416188" y="414487"/>
                  <a:pt x="431070" y="399606"/>
                  <a:pt x="431070" y="381250"/>
                </a:cubicBezTo>
                <a:cubicBezTo>
                  <a:pt x="431070" y="362893"/>
                  <a:pt x="416188" y="348012"/>
                  <a:pt x="397832" y="348012"/>
                </a:cubicBezTo>
                <a:cubicBezTo>
                  <a:pt x="379475" y="348012"/>
                  <a:pt x="364594" y="362893"/>
                  <a:pt x="364594" y="381250"/>
                </a:cubicBezTo>
                <a:moveTo>
                  <a:pt x="504257" y="348016"/>
                </a:moveTo>
                <a:cubicBezTo>
                  <a:pt x="504257" y="366372"/>
                  <a:pt x="519138" y="381253"/>
                  <a:pt x="537495" y="381253"/>
                </a:cubicBezTo>
                <a:cubicBezTo>
                  <a:pt x="555851" y="381253"/>
                  <a:pt x="570732" y="366372"/>
                  <a:pt x="570732" y="348016"/>
                </a:cubicBezTo>
                <a:cubicBezTo>
                  <a:pt x="570732" y="329659"/>
                  <a:pt x="555851" y="314778"/>
                  <a:pt x="537495" y="314778"/>
                </a:cubicBezTo>
                <a:cubicBezTo>
                  <a:pt x="519138" y="314778"/>
                  <a:pt x="504257" y="329659"/>
                  <a:pt x="504257" y="348016"/>
                </a:cubicBezTo>
                <a:moveTo>
                  <a:pt x="614446" y="325256"/>
                </a:moveTo>
                <a:cubicBezTo>
                  <a:pt x="614446" y="343613"/>
                  <a:pt x="629327" y="358494"/>
                  <a:pt x="647684" y="358494"/>
                </a:cubicBezTo>
                <a:cubicBezTo>
                  <a:pt x="666041" y="358494"/>
                  <a:pt x="680922" y="343613"/>
                  <a:pt x="680922" y="325256"/>
                </a:cubicBezTo>
                <a:cubicBezTo>
                  <a:pt x="680922" y="306900"/>
                  <a:pt x="666041" y="292019"/>
                  <a:pt x="647684" y="292019"/>
                </a:cubicBezTo>
                <a:cubicBezTo>
                  <a:pt x="629327" y="292019"/>
                  <a:pt x="614446" y="306900"/>
                  <a:pt x="614446" y="325256"/>
                </a:cubicBezTo>
                <a:moveTo>
                  <a:pt x="769626" y="296848"/>
                </a:moveTo>
                <a:cubicBezTo>
                  <a:pt x="769626" y="315204"/>
                  <a:pt x="784507" y="330086"/>
                  <a:pt x="802863" y="330086"/>
                </a:cubicBezTo>
                <a:cubicBezTo>
                  <a:pt x="821220" y="330086"/>
                  <a:pt x="836101" y="315204"/>
                  <a:pt x="836101" y="296848"/>
                </a:cubicBezTo>
                <a:cubicBezTo>
                  <a:pt x="836101" y="278491"/>
                  <a:pt x="821220" y="263610"/>
                  <a:pt x="802863" y="263610"/>
                </a:cubicBezTo>
                <a:cubicBezTo>
                  <a:pt x="784507" y="263610"/>
                  <a:pt x="769626" y="278491"/>
                  <a:pt x="769626" y="296848"/>
                </a:cubicBezTo>
                <a:moveTo>
                  <a:pt x="890079" y="276335"/>
                </a:moveTo>
                <a:cubicBezTo>
                  <a:pt x="890079" y="294692"/>
                  <a:pt x="904960" y="309573"/>
                  <a:pt x="923317" y="309573"/>
                </a:cubicBezTo>
                <a:cubicBezTo>
                  <a:pt x="941673" y="309573"/>
                  <a:pt x="956554" y="294692"/>
                  <a:pt x="956554" y="276335"/>
                </a:cubicBezTo>
                <a:cubicBezTo>
                  <a:pt x="956554" y="257979"/>
                  <a:pt x="941673" y="243098"/>
                  <a:pt x="923317" y="243098"/>
                </a:cubicBezTo>
                <a:cubicBezTo>
                  <a:pt x="904960" y="243098"/>
                  <a:pt x="890079" y="257979"/>
                  <a:pt x="890079" y="276335"/>
                </a:cubicBezTo>
                <a:moveTo>
                  <a:pt x="1002990" y="226398"/>
                </a:moveTo>
                <a:cubicBezTo>
                  <a:pt x="1002990" y="244755"/>
                  <a:pt x="1017871" y="259636"/>
                  <a:pt x="1036227" y="259636"/>
                </a:cubicBezTo>
                <a:cubicBezTo>
                  <a:pt x="1054584" y="259636"/>
                  <a:pt x="1069465" y="244755"/>
                  <a:pt x="1069465" y="226398"/>
                </a:cubicBezTo>
                <a:cubicBezTo>
                  <a:pt x="1069465" y="208041"/>
                  <a:pt x="1054584" y="193161"/>
                  <a:pt x="1036227" y="193161"/>
                </a:cubicBezTo>
                <a:cubicBezTo>
                  <a:pt x="1017871" y="193161"/>
                  <a:pt x="1002990" y="208041"/>
                  <a:pt x="1002990" y="226398"/>
                </a:cubicBezTo>
                <a:moveTo>
                  <a:pt x="1132309" y="216068"/>
                </a:moveTo>
                <a:cubicBezTo>
                  <a:pt x="1132309" y="234425"/>
                  <a:pt x="1147190" y="249306"/>
                  <a:pt x="1165547" y="249306"/>
                </a:cubicBezTo>
                <a:cubicBezTo>
                  <a:pt x="1183904" y="249306"/>
                  <a:pt x="1198784" y="234425"/>
                  <a:pt x="1198784" y="216068"/>
                </a:cubicBezTo>
                <a:cubicBezTo>
                  <a:pt x="1198784" y="197712"/>
                  <a:pt x="1183904" y="182831"/>
                  <a:pt x="1165547" y="182831"/>
                </a:cubicBezTo>
                <a:cubicBezTo>
                  <a:pt x="1147190" y="182831"/>
                  <a:pt x="1132309" y="197712"/>
                  <a:pt x="1132309" y="216068"/>
                </a:cubicBezTo>
                <a:moveTo>
                  <a:pt x="1277565" y="193793"/>
                </a:moveTo>
                <a:cubicBezTo>
                  <a:pt x="1277565" y="212150"/>
                  <a:pt x="1292446" y="227031"/>
                  <a:pt x="1310802" y="227031"/>
                </a:cubicBezTo>
                <a:cubicBezTo>
                  <a:pt x="1329159" y="227031"/>
                  <a:pt x="1344040" y="212150"/>
                  <a:pt x="1344040" y="193793"/>
                </a:cubicBezTo>
                <a:cubicBezTo>
                  <a:pt x="1344040" y="175436"/>
                  <a:pt x="1329159" y="160555"/>
                  <a:pt x="1310802" y="160555"/>
                </a:cubicBezTo>
                <a:cubicBezTo>
                  <a:pt x="1292446" y="160555"/>
                  <a:pt x="1277565" y="175436"/>
                  <a:pt x="1277565" y="193793"/>
                </a:cubicBezTo>
                <a:moveTo>
                  <a:pt x="1392633" y="182904"/>
                </a:moveTo>
                <a:cubicBezTo>
                  <a:pt x="1392633" y="201261"/>
                  <a:pt x="1407514" y="216141"/>
                  <a:pt x="1425871" y="216141"/>
                </a:cubicBezTo>
                <a:cubicBezTo>
                  <a:pt x="1444227" y="216141"/>
                  <a:pt x="1459108" y="201261"/>
                  <a:pt x="1459108" y="182904"/>
                </a:cubicBezTo>
                <a:cubicBezTo>
                  <a:pt x="1459108" y="164547"/>
                  <a:pt x="1444227" y="149666"/>
                  <a:pt x="1425871" y="149666"/>
                </a:cubicBezTo>
                <a:cubicBezTo>
                  <a:pt x="1407514" y="149666"/>
                  <a:pt x="1392633" y="164547"/>
                  <a:pt x="1392633" y="182904"/>
                </a:cubicBezTo>
                <a:moveTo>
                  <a:pt x="1532658" y="164347"/>
                </a:moveTo>
                <a:cubicBezTo>
                  <a:pt x="1532658" y="182703"/>
                  <a:pt x="1547539" y="197584"/>
                  <a:pt x="1565895" y="197584"/>
                </a:cubicBezTo>
                <a:cubicBezTo>
                  <a:pt x="1584252" y="197584"/>
                  <a:pt x="1599133" y="182703"/>
                  <a:pt x="1599133" y="164347"/>
                </a:cubicBezTo>
                <a:cubicBezTo>
                  <a:pt x="1599133" y="145990"/>
                  <a:pt x="1584252" y="131109"/>
                  <a:pt x="1565895" y="131109"/>
                </a:cubicBezTo>
                <a:cubicBezTo>
                  <a:pt x="1547539" y="131109"/>
                  <a:pt x="1532658" y="145990"/>
                  <a:pt x="1532658" y="164347"/>
                </a:cubicBezTo>
                <a:moveTo>
                  <a:pt x="1648158" y="146852"/>
                </a:moveTo>
                <a:cubicBezTo>
                  <a:pt x="1648158" y="165209"/>
                  <a:pt x="1663039" y="180090"/>
                  <a:pt x="1681396" y="180090"/>
                </a:cubicBezTo>
                <a:cubicBezTo>
                  <a:pt x="1699752" y="180090"/>
                  <a:pt x="1714634" y="165209"/>
                  <a:pt x="1714634" y="146852"/>
                </a:cubicBezTo>
                <a:cubicBezTo>
                  <a:pt x="1714634" y="128496"/>
                  <a:pt x="1699752" y="113615"/>
                  <a:pt x="1681396" y="113615"/>
                </a:cubicBezTo>
                <a:cubicBezTo>
                  <a:pt x="1663039" y="113615"/>
                  <a:pt x="1648158" y="128496"/>
                  <a:pt x="1648158" y="146852"/>
                </a:cubicBezTo>
                <a:moveTo>
                  <a:pt x="1790589" y="131488"/>
                </a:moveTo>
                <a:cubicBezTo>
                  <a:pt x="1790589" y="149845"/>
                  <a:pt x="1805470" y="164726"/>
                  <a:pt x="1823827" y="164726"/>
                </a:cubicBezTo>
                <a:cubicBezTo>
                  <a:pt x="1842184" y="164726"/>
                  <a:pt x="1857064" y="149845"/>
                  <a:pt x="1857064" y="131488"/>
                </a:cubicBezTo>
                <a:cubicBezTo>
                  <a:pt x="1857064" y="113132"/>
                  <a:pt x="1842184" y="98251"/>
                  <a:pt x="1823827" y="98251"/>
                </a:cubicBezTo>
                <a:cubicBezTo>
                  <a:pt x="1805470" y="98251"/>
                  <a:pt x="1790589" y="113132"/>
                  <a:pt x="1790589" y="131488"/>
                </a:cubicBezTo>
                <a:moveTo>
                  <a:pt x="1908514" y="113350"/>
                </a:moveTo>
                <a:cubicBezTo>
                  <a:pt x="1908514" y="131707"/>
                  <a:pt x="1923394" y="146587"/>
                  <a:pt x="1941751" y="146587"/>
                </a:cubicBezTo>
                <a:cubicBezTo>
                  <a:pt x="1960107" y="146587"/>
                  <a:pt x="1974989" y="131707"/>
                  <a:pt x="1974989" y="113350"/>
                </a:cubicBezTo>
                <a:cubicBezTo>
                  <a:pt x="1974989" y="94993"/>
                  <a:pt x="1960107" y="80112"/>
                  <a:pt x="1941751" y="80112"/>
                </a:cubicBezTo>
                <a:cubicBezTo>
                  <a:pt x="1923394" y="80112"/>
                  <a:pt x="1908514" y="94993"/>
                  <a:pt x="1908514" y="113350"/>
                </a:cubicBezTo>
                <a:moveTo>
                  <a:pt x="2051090" y="100020"/>
                </a:moveTo>
                <a:cubicBezTo>
                  <a:pt x="2051090" y="118377"/>
                  <a:pt x="2065971" y="133258"/>
                  <a:pt x="2084327" y="133258"/>
                </a:cubicBezTo>
                <a:cubicBezTo>
                  <a:pt x="2102684" y="133258"/>
                  <a:pt x="2117565" y="118377"/>
                  <a:pt x="2117565" y="100020"/>
                </a:cubicBezTo>
                <a:cubicBezTo>
                  <a:pt x="2117565" y="81664"/>
                  <a:pt x="2102684" y="66783"/>
                  <a:pt x="2084327" y="66783"/>
                </a:cubicBezTo>
                <a:cubicBezTo>
                  <a:pt x="2065971" y="66783"/>
                  <a:pt x="2051090" y="81664"/>
                  <a:pt x="2051090" y="100020"/>
                </a:cubicBezTo>
                <a:moveTo>
                  <a:pt x="2169031" y="86537"/>
                </a:moveTo>
                <a:cubicBezTo>
                  <a:pt x="2169031" y="104894"/>
                  <a:pt x="2183912" y="119775"/>
                  <a:pt x="2202268" y="119775"/>
                </a:cubicBezTo>
                <a:cubicBezTo>
                  <a:pt x="2220625" y="119775"/>
                  <a:pt x="2235506" y="104894"/>
                  <a:pt x="2235506" y="86537"/>
                </a:cubicBezTo>
                <a:cubicBezTo>
                  <a:pt x="2235506" y="68181"/>
                  <a:pt x="2220625" y="53300"/>
                  <a:pt x="2202268" y="53300"/>
                </a:cubicBezTo>
                <a:cubicBezTo>
                  <a:pt x="2183912" y="53300"/>
                  <a:pt x="2169031" y="68181"/>
                  <a:pt x="2169031" y="86537"/>
                </a:cubicBezTo>
                <a:moveTo>
                  <a:pt x="2304134" y="74088"/>
                </a:moveTo>
                <a:cubicBezTo>
                  <a:pt x="2304134" y="92445"/>
                  <a:pt x="2319015" y="107326"/>
                  <a:pt x="2337372" y="107326"/>
                </a:cubicBezTo>
                <a:cubicBezTo>
                  <a:pt x="2355729" y="107326"/>
                  <a:pt x="2370610" y="92445"/>
                  <a:pt x="2370610" y="74088"/>
                </a:cubicBezTo>
                <a:cubicBezTo>
                  <a:pt x="2370610" y="55732"/>
                  <a:pt x="2355729" y="40851"/>
                  <a:pt x="2337372" y="40851"/>
                </a:cubicBezTo>
                <a:cubicBezTo>
                  <a:pt x="2319015" y="40851"/>
                  <a:pt x="2304134" y="55732"/>
                  <a:pt x="2304134" y="74088"/>
                </a:cubicBezTo>
                <a:moveTo>
                  <a:pt x="2417126" y="64308"/>
                </a:moveTo>
                <a:cubicBezTo>
                  <a:pt x="2417126" y="82665"/>
                  <a:pt x="2432007" y="97546"/>
                  <a:pt x="2450363" y="97546"/>
                </a:cubicBezTo>
                <a:cubicBezTo>
                  <a:pt x="2468720" y="97546"/>
                  <a:pt x="2483601" y="82665"/>
                  <a:pt x="2483601" y="64308"/>
                </a:cubicBezTo>
                <a:cubicBezTo>
                  <a:pt x="2483601" y="45951"/>
                  <a:pt x="2468720" y="31071"/>
                  <a:pt x="2450363" y="31071"/>
                </a:cubicBezTo>
                <a:cubicBezTo>
                  <a:pt x="2432007" y="31071"/>
                  <a:pt x="2417126" y="45951"/>
                  <a:pt x="2417126" y="64308"/>
                </a:cubicBezTo>
                <a:moveTo>
                  <a:pt x="2559647" y="53262"/>
                </a:moveTo>
                <a:cubicBezTo>
                  <a:pt x="2559647" y="71619"/>
                  <a:pt x="2574528" y="86500"/>
                  <a:pt x="2592885" y="86500"/>
                </a:cubicBezTo>
                <a:cubicBezTo>
                  <a:pt x="2611241" y="86500"/>
                  <a:pt x="2626122" y="71619"/>
                  <a:pt x="2626122" y="53262"/>
                </a:cubicBezTo>
                <a:cubicBezTo>
                  <a:pt x="2626122" y="34905"/>
                  <a:pt x="2611241" y="20024"/>
                  <a:pt x="2592885" y="20024"/>
                </a:cubicBezTo>
                <a:cubicBezTo>
                  <a:pt x="2574528" y="20024"/>
                  <a:pt x="2559647" y="34905"/>
                  <a:pt x="2559647" y="53262"/>
                </a:cubicBezTo>
                <a:moveTo>
                  <a:pt x="2672727" y="42090"/>
                </a:moveTo>
                <a:cubicBezTo>
                  <a:pt x="2672727" y="60447"/>
                  <a:pt x="2687609" y="75328"/>
                  <a:pt x="2705965" y="75328"/>
                </a:cubicBezTo>
                <a:cubicBezTo>
                  <a:pt x="2724322" y="75328"/>
                  <a:pt x="2739203" y="60447"/>
                  <a:pt x="2739203" y="42090"/>
                </a:cubicBezTo>
                <a:cubicBezTo>
                  <a:pt x="2739203" y="23734"/>
                  <a:pt x="2724322" y="8853"/>
                  <a:pt x="2705965" y="8853"/>
                </a:cubicBezTo>
                <a:cubicBezTo>
                  <a:pt x="2687609" y="8853"/>
                  <a:pt x="2672727" y="23734"/>
                  <a:pt x="2672727" y="42090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F67483-61AA-4E2E-B5BD-A5408FDF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3915057"/>
            <a:ext cx="2807795" cy="511073"/>
          </a:xfrm>
          <a:custGeom xmlns:a="http://schemas.openxmlformats.org/drawingml/2006/main">
            <a:pathLst>
              <a:path w="2807795" h="511073" fill="none">
                <a:moveTo>
                  <a:pt x="0" y="511073"/>
                </a:moveTo>
                <a:lnTo>
                  <a:pt x="125972" y="478611"/>
                </a:lnTo>
                <a:lnTo>
                  <a:pt x="256820" y="445592"/>
                </a:lnTo>
                <a:lnTo>
                  <a:pt x="364594" y="419433"/>
                </a:lnTo>
                <a:lnTo>
                  <a:pt x="504257" y="379356"/>
                </a:lnTo>
                <a:lnTo>
                  <a:pt x="614446" y="348963"/>
                </a:lnTo>
                <a:lnTo>
                  <a:pt x="769626" y="307861"/>
                </a:lnTo>
                <a:lnTo>
                  <a:pt x="890079" y="276785"/>
                </a:lnTo>
                <a:lnTo>
                  <a:pt x="1002990" y="253445"/>
                </a:lnTo>
                <a:lnTo>
                  <a:pt x="1132309" y="232997"/>
                </a:lnTo>
                <a:lnTo>
                  <a:pt x="1277565" y="208112"/>
                </a:lnTo>
                <a:lnTo>
                  <a:pt x="1392633" y="165903"/>
                </a:lnTo>
                <a:lnTo>
                  <a:pt x="1532657" y="145809"/>
                </a:lnTo>
                <a:lnTo>
                  <a:pt x="1648158" y="115309"/>
                </a:lnTo>
                <a:lnTo>
                  <a:pt x="1790589" y="89314"/>
                </a:lnTo>
                <a:lnTo>
                  <a:pt x="1908513" y="61238"/>
                </a:lnTo>
                <a:lnTo>
                  <a:pt x="2051090" y="58429"/>
                </a:lnTo>
                <a:lnTo>
                  <a:pt x="2169031" y="39134"/>
                </a:lnTo>
                <a:lnTo>
                  <a:pt x="2304134" y="49175"/>
                </a:lnTo>
                <a:lnTo>
                  <a:pt x="2417126" y="40420"/>
                </a:lnTo>
                <a:lnTo>
                  <a:pt x="2559647" y="28100"/>
                </a:lnTo>
                <a:lnTo>
                  <a:pt x="2672727" y="11154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FF5500"/>
            </a:solidFill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6198EE-BC3D-4FF4-B743-F208C9CC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881819"/>
            <a:ext cx="2874271" cy="577549"/>
          </a:xfrm>
          <a:custGeom xmlns:a="http://schemas.openxmlformats.org/drawingml/2006/main">
            <a:pathLst>
              <a:path w="2874271" h="577549">
                <a:moveTo>
                  <a:pt x="0" y="544311"/>
                </a:moveTo>
                <a:cubicBezTo>
                  <a:pt x="0" y="562668"/>
                  <a:pt x="14881" y="577549"/>
                  <a:pt x="33238" y="577549"/>
                </a:cubicBezTo>
                <a:cubicBezTo>
                  <a:pt x="51594" y="577549"/>
                  <a:pt x="66475" y="562668"/>
                  <a:pt x="66475" y="544311"/>
                </a:cubicBezTo>
                <a:cubicBezTo>
                  <a:pt x="66475" y="525954"/>
                  <a:pt x="51594" y="511074"/>
                  <a:pt x="33238" y="511074"/>
                </a:cubicBezTo>
                <a:cubicBezTo>
                  <a:pt x="14881" y="511074"/>
                  <a:pt x="0" y="525954"/>
                  <a:pt x="0" y="544311"/>
                </a:cubicBezTo>
                <a:moveTo>
                  <a:pt x="125972" y="511849"/>
                </a:moveTo>
                <a:cubicBezTo>
                  <a:pt x="125972" y="530205"/>
                  <a:pt x="140853" y="545086"/>
                  <a:pt x="159210" y="545086"/>
                </a:cubicBezTo>
                <a:cubicBezTo>
                  <a:pt x="177567" y="545086"/>
                  <a:pt x="192448" y="530205"/>
                  <a:pt x="192448" y="511849"/>
                </a:cubicBezTo>
                <a:cubicBezTo>
                  <a:pt x="192448" y="493492"/>
                  <a:pt x="177567" y="478611"/>
                  <a:pt x="159210" y="478611"/>
                </a:cubicBezTo>
                <a:cubicBezTo>
                  <a:pt x="140853" y="478611"/>
                  <a:pt x="125972" y="493492"/>
                  <a:pt x="125972" y="511849"/>
                </a:cubicBezTo>
                <a:moveTo>
                  <a:pt x="256820" y="478829"/>
                </a:moveTo>
                <a:cubicBezTo>
                  <a:pt x="256820" y="497186"/>
                  <a:pt x="271701" y="512067"/>
                  <a:pt x="290058" y="512067"/>
                </a:cubicBezTo>
                <a:cubicBezTo>
                  <a:pt x="308415" y="512067"/>
                  <a:pt x="323295" y="497186"/>
                  <a:pt x="323295" y="478829"/>
                </a:cubicBezTo>
                <a:cubicBezTo>
                  <a:pt x="323295" y="460473"/>
                  <a:pt x="308415" y="445592"/>
                  <a:pt x="290058" y="445592"/>
                </a:cubicBezTo>
                <a:cubicBezTo>
                  <a:pt x="271701" y="445592"/>
                  <a:pt x="256820" y="460473"/>
                  <a:pt x="256820" y="478829"/>
                </a:cubicBezTo>
                <a:moveTo>
                  <a:pt x="364594" y="452670"/>
                </a:moveTo>
                <a:cubicBezTo>
                  <a:pt x="364594" y="471027"/>
                  <a:pt x="379475" y="485908"/>
                  <a:pt x="397832" y="485908"/>
                </a:cubicBezTo>
                <a:cubicBezTo>
                  <a:pt x="416188" y="485908"/>
                  <a:pt x="431069" y="471027"/>
                  <a:pt x="431069" y="452670"/>
                </a:cubicBezTo>
                <a:cubicBezTo>
                  <a:pt x="431069" y="434314"/>
                  <a:pt x="416188" y="419433"/>
                  <a:pt x="397832" y="419433"/>
                </a:cubicBezTo>
                <a:cubicBezTo>
                  <a:pt x="379475" y="419433"/>
                  <a:pt x="364594" y="434314"/>
                  <a:pt x="364594" y="452670"/>
                </a:cubicBezTo>
                <a:moveTo>
                  <a:pt x="504257" y="412593"/>
                </a:moveTo>
                <a:cubicBezTo>
                  <a:pt x="504257" y="430950"/>
                  <a:pt x="519138" y="445831"/>
                  <a:pt x="537495" y="445831"/>
                </a:cubicBezTo>
                <a:cubicBezTo>
                  <a:pt x="555851" y="445831"/>
                  <a:pt x="570732" y="430950"/>
                  <a:pt x="570732" y="412593"/>
                </a:cubicBezTo>
                <a:cubicBezTo>
                  <a:pt x="570732" y="394237"/>
                  <a:pt x="555851" y="379356"/>
                  <a:pt x="537495" y="379356"/>
                </a:cubicBezTo>
                <a:cubicBezTo>
                  <a:pt x="519138" y="379356"/>
                  <a:pt x="504257" y="394237"/>
                  <a:pt x="504257" y="412593"/>
                </a:cubicBezTo>
                <a:moveTo>
                  <a:pt x="614446" y="382201"/>
                </a:moveTo>
                <a:cubicBezTo>
                  <a:pt x="614446" y="400557"/>
                  <a:pt x="629327" y="415438"/>
                  <a:pt x="647684" y="415438"/>
                </a:cubicBezTo>
                <a:cubicBezTo>
                  <a:pt x="666040" y="415438"/>
                  <a:pt x="680921" y="400557"/>
                  <a:pt x="680921" y="382201"/>
                </a:cubicBezTo>
                <a:cubicBezTo>
                  <a:pt x="680921" y="363844"/>
                  <a:pt x="666040" y="348963"/>
                  <a:pt x="647684" y="348963"/>
                </a:cubicBezTo>
                <a:cubicBezTo>
                  <a:pt x="629327" y="348963"/>
                  <a:pt x="614446" y="363844"/>
                  <a:pt x="614446" y="382201"/>
                </a:cubicBezTo>
                <a:moveTo>
                  <a:pt x="769626" y="341098"/>
                </a:moveTo>
                <a:cubicBezTo>
                  <a:pt x="769626" y="359455"/>
                  <a:pt x="784506" y="374336"/>
                  <a:pt x="802863" y="374336"/>
                </a:cubicBezTo>
                <a:cubicBezTo>
                  <a:pt x="821220" y="374336"/>
                  <a:pt x="836101" y="359455"/>
                  <a:pt x="836101" y="341098"/>
                </a:cubicBezTo>
                <a:cubicBezTo>
                  <a:pt x="836101" y="322742"/>
                  <a:pt x="821220" y="307861"/>
                  <a:pt x="802863" y="307861"/>
                </a:cubicBezTo>
                <a:cubicBezTo>
                  <a:pt x="784506" y="307861"/>
                  <a:pt x="769626" y="322742"/>
                  <a:pt x="769626" y="341098"/>
                </a:cubicBezTo>
                <a:moveTo>
                  <a:pt x="890079" y="310023"/>
                </a:moveTo>
                <a:cubicBezTo>
                  <a:pt x="890079" y="328380"/>
                  <a:pt x="904960" y="343260"/>
                  <a:pt x="923317" y="343260"/>
                </a:cubicBezTo>
                <a:cubicBezTo>
                  <a:pt x="941673" y="343260"/>
                  <a:pt x="956554" y="328380"/>
                  <a:pt x="956554" y="310023"/>
                </a:cubicBezTo>
                <a:cubicBezTo>
                  <a:pt x="956554" y="291666"/>
                  <a:pt x="941673" y="276785"/>
                  <a:pt x="923317" y="276785"/>
                </a:cubicBezTo>
                <a:cubicBezTo>
                  <a:pt x="904960" y="276785"/>
                  <a:pt x="890079" y="291666"/>
                  <a:pt x="890079" y="310023"/>
                </a:cubicBezTo>
                <a:moveTo>
                  <a:pt x="1002990" y="286683"/>
                </a:moveTo>
                <a:cubicBezTo>
                  <a:pt x="1002990" y="305040"/>
                  <a:pt x="1017871" y="319921"/>
                  <a:pt x="1036227" y="319921"/>
                </a:cubicBezTo>
                <a:cubicBezTo>
                  <a:pt x="1054584" y="319921"/>
                  <a:pt x="1069465" y="305040"/>
                  <a:pt x="1069465" y="286683"/>
                </a:cubicBezTo>
                <a:cubicBezTo>
                  <a:pt x="1069465" y="268326"/>
                  <a:pt x="1054584" y="253446"/>
                  <a:pt x="1036227" y="253446"/>
                </a:cubicBezTo>
                <a:cubicBezTo>
                  <a:pt x="1017871" y="253446"/>
                  <a:pt x="1002990" y="268326"/>
                  <a:pt x="1002990" y="286683"/>
                </a:cubicBezTo>
                <a:moveTo>
                  <a:pt x="1132309" y="266235"/>
                </a:moveTo>
                <a:cubicBezTo>
                  <a:pt x="1132309" y="284592"/>
                  <a:pt x="1147190" y="299473"/>
                  <a:pt x="1165547" y="299473"/>
                </a:cubicBezTo>
                <a:cubicBezTo>
                  <a:pt x="1183903" y="299473"/>
                  <a:pt x="1198784" y="284592"/>
                  <a:pt x="1198784" y="266235"/>
                </a:cubicBezTo>
                <a:cubicBezTo>
                  <a:pt x="1198784" y="247878"/>
                  <a:pt x="1183903" y="232998"/>
                  <a:pt x="1165547" y="232998"/>
                </a:cubicBezTo>
                <a:cubicBezTo>
                  <a:pt x="1147190" y="232998"/>
                  <a:pt x="1132309" y="247878"/>
                  <a:pt x="1132309" y="266235"/>
                </a:cubicBezTo>
                <a:moveTo>
                  <a:pt x="1277565" y="241350"/>
                </a:moveTo>
                <a:cubicBezTo>
                  <a:pt x="1277565" y="259707"/>
                  <a:pt x="1292446" y="274588"/>
                  <a:pt x="1310802" y="274588"/>
                </a:cubicBezTo>
                <a:cubicBezTo>
                  <a:pt x="1329159" y="274588"/>
                  <a:pt x="1344040" y="259707"/>
                  <a:pt x="1344040" y="241350"/>
                </a:cubicBezTo>
                <a:cubicBezTo>
                  <a:pt x="1344040" y="222994"/>
                  <a:pt x="1329159" y="208112"/>
                  <a:pt x="1310802" y="208112"/>
                </a:cubicBezTo>
                <a:cubicBezTo>
                  <a:pt x="1292446" y="208112"/>
                  <a:pt x="1277565" y="222994"/>
                  <a:pt x="1277565" y="241350"/>
                </a:cubicBezTo>
                <a:moveTo>
                  <a:pt x="1392633" y="199140"/>
                </a:moveTo>
                <a:cubicBezTo>
                  <a:pt x="1392633" y="217497"/>
                  <a:pt x="1407514" y="232378"/>
                  <a:pt x="1425870" y="232378"/>
                </a:cubicBezTo>
                <a:cubicBezTo>
                  <a:pt x="1444227" y="232378"/>
                  <a:pt x="1459108" y="217497"/>
                  <a:pt x="1459108" y="199140"/>
                </a:cubicBezTo>
                <a:cubicBezTo>
                  <a:pt x="1459108" y="180783"/>
                  <a:pt x="1444227" y="165903"/>
                  <a:pt x="1425870" y="165903"/>
                </a:cubicBezTo>
                <a:cubicBezTo>
                  <a:pt x="1407514" y="165903"/>
                  <a:pt x="1392633" y="180783"/>
                  <a:pt x="1392633" y="199140"/>
                </a:cubicBezTo>
                <a:moveTo>
                  <a:pt x="1532657" y="179047"/>
                </a:moveTo>
                <a:cubicBezTo>
                  <a:pt x="1532657" y="197403"/>
                  <a:pt x="1547538" y="212284"/>
                  <a:pt x="1565895" y="212284"/>
                </a:cubicBezTo>
                <a:cubicBezTo>
                  <a:pt x="1584252" y="212284"/>
                  <a:pt x="1599132" y="197403"/>
                  <a:pt x="1599132" y="179047"/>
                </a:cubicBezTo>
                <a:cubicBezTo>
                  <a:pt x="1599132" y="160690"/>
                  <a:pt x="1584252" y="145809"/>
                  <a:pt x="1565895" y="145809"/>
                </a:cubicBezTo>
                <a:cubicBezTo>
                  <a:pt x="1547538" y="145809"/>
                  <a:pt x="1532657" y="160690"/>
                  <a:pt x="1532657" y="179047"/>
                </a:cubicBezTo>
                <a:moveTo>
                  <a:pt x="1648158" y="148546"/>
                </a:moveTo>
                <a:cubicBezTo>
                  <a:pt x="1648158" y="166903"/>
                  <a:pt x="1663039" y="181784"/>
                  <a:pt x="1681396" y="181784"/>
                </a:cubicBezTo>
                <a:cubicBezTo>
                  <a:pt x="1699752" y="181784"/>
                  <a:pt x="1714633" y="166903"/>
                  <a:pt x="1714633" y="148546"/>
                </a:cubicBezTo>
                <a:cubicBezTo>
                  <a:pt x="1714633" y="130190"/>
                  <a:pt x="1699752" y="115309"/>
                  <a:pt x="1681396" y="115309"/>
                </a:cubicBezTo>
                <a:cubicBezTo>
                  <a:pt x="1663039" y="115309"/>
                  <a:pt x="1648158" y="130190"/>
                  <a:pt x="1648158" y="148546"/>
                </a:cubicBezTo>
                <a:moveTo>
                  <a:pt x="1790589" y="122551"/>
                </a:moveTo>
                <a:cubicBezTo>
                  <a:pt x="1790589" y="140908"/>
                  <a:pt x="1805470" y="155789"/>
                  <a:pt x="1823827" y="155789"/>
                </a:cubicBezTo>
                <a:cubicBezTo>
                  <a:pt x="1842183" y="155789"/>
                  <a:pt x="1857064" y="140908"/>
                  <a:pt x="1857064" y="122551"/>
                </a:cubicBezTo>
                <a:cubicBezTo>
                  <a:pt x="1857064" y="104195"/>
                  <a:pt x="1842183" y="89314"/>
                  <a:pt x="1823827" y="89314"/>
                </a:cubicBezTo>
                <a:cubicBezTo>
                  <a:pt x="1805470" y="89314"/>
                  <a:pt x="1790589" y="104195"/>
                  <a:pt x="1790589" y="122551"/>
                </a:cubicBezTo>
                <a:moveTo>
                  <a:pt x="1908513" y="94476"/>
                </a:moveTo>
                <a:cubicBezTo>
                  <a:pt x="1908513" y="112832"/>
                  <a:pt x="1923394" y="127713"/>
                  <a:pt x="1941751" y="127713"/>
                </a:cubicBezTo>
                <a:cubicBezTo>
                  <a:pt x="1960107" y="127713"/>
                  <a:pt x="1974988" y="112832"/>
                  <a:pt x="1974988" y="94476"/>
                </a:cubicBezTo>
                <a:cubicBezTo>
                  <a:pt x="1974988" y="76119"/>
                  <a:pt x="1960107" y="61238"/>
                  <a:pt x="1941751" y="61238"/>
                </a:cubicBezTo>
                <a:cubicBezTo>
                  <a:pt x="1923394" y="61238"/>
                  <a:pt x="1908513" y="76119"/>
                  <a:pt x="1908513" y="94476"/>
                </a:cubicBezTo>
                <a:moveTo>
                  <a:pt x="2051090" y="91667"/>
                </a:moveTo>
                <a:cubicBezTo>
                  <a:pt x="2051090" y="110024"/>
                  <a:pt x="2065971" y="124905"/>
                  <a:pt x="2084327" y="124905"/>
                </a:cubicBezTo>
                <a:cubicBezTo>
                  <a:pt x="2102684" y="124905"/>
                  <a:pt x="2117565" y="110024"/>
                  <a:pt x="2117565" y="91667"/>
                </a:cubicBezTo>
                <a:cubicBezTo>
                  <a:pt x="2117565" y="73310"/>
                  <a:pt x="2102684" y="58430"/>
                  <a:pt x="2084327" y="58430"/>
                </a:cubicBezTo>
                <a:cubicBezTo>
                  <a:pt x="2065971" y="58430"/>
                  <a:pt x="2051090" y="73310"/>
                  <a:pt x="2051090" y="91667"/>
                </a:cubicBezTo>
                <a:moveTo>
                  <a:pt x="2169031" y="72372"/>
                </a:moveTo>
                <a:cubicBezTo>
                  <a:pt x="2169031" y="90728"/>
                  <a:pt x="2183912" y="105610"/>
                  <a:pt x="2202268" y="105610"/>
                </a:cubicBezTo>
                <a:cubicBezTo>
                  <a:pt x="2220625" y="105610"/>
                  <a:pt x="2235506" y="90728"/>
                  <a:pt x="2235506" y="72372"/>
                </a:cubicBezTo>
                <a:cubicBezTo>
                  <a:pt x="2235506" y="54015"/>
                  <a:pt x="2220625" y="39134"/>
                  <a:pt x="2202268" y="39134"/>
                </a:cubicBezTo>
                <a:cubicBezTo>
                  <a:pt x="2183912" y="39134"/>
                  <a:pt x="2169031" y="54015"/>
                  <a:pt x="2169031" y="72372"/>
                </a:cubicBezTo>
                <a:moveTo>
                  <a:pt x="2304134" y="82413"/>
                </a:moveTo>
                <a:cubicBezTo>
                  <a:pt x="2304134" y="100770"/>
                  <a:pt x="2319015" y="115651"/>
                  <a:pt x="2337372" y="115651"/>
                </a:cubicBezTo>
                <a:cubicBezTo>
                  <a:pt x="2355728" y="115651"/>
                  <a:pt x="2370609" y="100770"/>
                  <a:pt x="2370609" y="82413"/>
                </a:cubicBezTo>
                <a:cubicBezTo>
                  <a:pt x="2370609" y="64056"/>
                  <a:pt x="2355728" y="49175"/>
                  <a:pt x="2337372" y="49175"/>
                </a:cubicBezTo>
                <a:cubicBezTo>
                  <a:pt x="2319015" y="49175"/>
                  <a:pt x="2304134" y="64056"/>
                  <a:pt x="2304134" y="82413"/>
                </a:cubicBezTo>
                <a:moveTo>
                  <a:pt x="2417126" y="73657"/>
                </a:moveTo>
                <a:cubicBezTo>
                  <a:pt x="2417126" y="92014"/>
                  <a:pt x="2432007" y="106895"/>
                  <a:pt x="2450363" y="106895"/>
                </a:cubicBezTo>
                <a:cubicBezTo>
                  <a:pt x="2468720" y="106895"/>
                  <a:pt x="2483601" y="92014"/>
                  <a:pt x="2483601" y="73657"/>
                </a:cubicBezTo>
                <a:cubicBezTo>
                  <a:pt x="2483601" y="55301"/>
                  <a:pt x="2468720" y="40419"/>
                  <a:pt x="2450363" y="40419"/>
                </a:cubicBezTo>
                <a:cubicBezTo>
                  <a:pt x="2432007" y="40419"/>
                  <a:pt x="2417126" y="55301"/>
                  <a:pt x="2417126" y="73657"/>
                </a:cubicBezTo>
                <a:moveTo>
                  <a:pt x="2559647" y="61338"/>
                </a:moveTo>
                <a:cubicBezTo>
                  <a:pt x="2559647" y="79695"/>
                  <a:pt x="2574528" y="94576"/>
                  <a:pt x="2592885" y="94576"/>
                </a:cubicBezTo>
                <a:cubicBezTo>
                  <a:pt x="2611241" y="94576"/>
                  <a:pt x="2626122" y="79695"/>
                  <a:pt x="2626122" y="61338"/>
                </a:cubicBezTo>
                <a:cubicBezTo>
                  <a:pt x="2626122" y="42981"/>
                  <a:pt x="2611241" y="28101"/>
                  <a:pt x="2592885" y="28101"/>
                </a:cubicBezTo>
                <a:cubicBezTo>
                  <a:pt x="2574528" y="28101"/>
                  <a:pt x="2559647" y="42981"/>
                  <a:pt x="2559647" y="61338"/>
                </a:cubicBezTo>
                <a:moveTo>
                  <a:pt x="2672727" y="44392"/>
                </a:moveTo>
                <a:cubicBezTo>
                  <a:pt x="2672727" y="62748"/>
                  <a:pt x="2687608" y="77629"/>
                  <a:pt x="2705965" y="77629"/>
                </a:cubicBezTo>
                <a:cubicBezTo>
                  <a:pt x="2724322" y="77629"/>
                  <a:pt x="2739203" y="62748"/>
                  <a:pt x="2739203" y="44392"/>
                </a:cubicBezTo>
                <a:cubicBezTo>
                  <a:pt x="2739203" y="26035"/>
                  <a:pt x="2724322" y="11154"/>
                  <a:pt x="2705965" y="11154"/>
                </a:cubicBezTo>
                <a:cubicBezTo>
                  <a:pt x="2687608" y="11154"/>
                  <a:pt x="2672727" y="26035"/>
                  <a:pt x="2672727" y="44392"/>
                </a:cubicBezTo>
                <a:moveTo>
                  <a:pt x="2807795" y="33238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87820D-D613-4B26-BEF3-71C0BD92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4105334"/>
            <a:ext cx="2807795" cy="476443"/>
          </a:xfrm>
          <a:custGeom xmlns:a="http://schemas.openxmlformats.org/drawingml/2006/main">
            <a:pathLst>
              <a:path w="2807795" h="476443" fill="none">
                <a:moveTo>
                  <a:pt x="0" y="476443"/>
                </a:moveTo>
                <a:lnTo>
                  <a:pt x="125972" y="447748"/>
                </a:lnTo>
                <a:lnTo>
                  <a:pt x="256820" y="416875"/>
                </a:lnTo>
                <a:lnTo>
                  <a:pt x="364594" y="394096"/>
                </a:lnTo>
                <a:lnTo>
                  <a:pt x="504257" y="366051"/>
                </a:lnTo>
                <a:lnTo>
                  <a:pt x="614446" y="341573"/>
                </a:lnTo>
                <a:lnTo>
                  <a:pt x="769625" y="306698"/>
                </a:lnTo>
                <a:lnTo>
                  <a:pt x="890079" y="287918"/>
                </a:lnTo>
                <a:lnTo>
                  <a:pt x="1002990" y="210094"/>
                </a:lnTo>
                <a:lnTo>
                  <a:pt x="1132309" y="196308"/>
                </a:lnTo>
                <a:lnTo>
                  <a:pt x="1277565" y="171399"/>
                </a:lnTo>
                <a:lnTo>
                  <a:pt x="1392633" y="167722"/>
                </a:lnTo>
                <a:lnTo>
                  <a:pt x="1532658" y="139073"/>
                </a:lnTo>
                <a:lnTo>
                  <a:pt x="1648158" y="124004"/>
                </a:lnTo>
                <a:lnTo>
                  <a:pt x="1790589" y="101845"/>
                </a:lnTo>
                <a:lnTo>
                  <a:pt x="1908513" y="89567"/>
                </a:lnTo>
                <a:lnTo>
                  <a:pt x="2051090" y="71282"/>
                </a:lnTo>
                <a:lnTo>
                  <a:pt x="2169030" y="60399"/>
                </a:lnTo>
                <a:lnTo>
                  <a:pt x="2304134" y="49066"/>
                </a:lnTo>
                <a:lnTo>
                  <a:pt x="2417126" y="43164"/>
                </a:lnTo>
                <a:lnTo>
                  <a:pt x="2559647" y="30220"/>
                </a:lnTo>
                <a:lnTo>
                  <a:pt x="2672727" y="18973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FF5500"/>
            </a:solidFill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75774C-459D-4BAA-86D1-18436ABA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4072097"/>
            <a:ext cx="2874271" cy="542918"/>
          </a:xfrm>
          <a:custGeom xmlns:a="http://schemas.openxmlformats.org/drawingml/2006/main">
            <a:pathLst>
              <a:path w="2874271" h="542918">
                <a:moveTo>
                  <a:pt x="0" y="509680"/>
                </a:moveTo>
                <a:cubicBezTo>
                  <a:pt x="0" y="528037"/>
                  <a:pt x="14881" y="542918"/>
                  <a:pt x="33238" y="542918"/>
                </a:cubicBezTo>
                <a:cubicBezTo>
                  <a:pt x="51594" y="542918"/>
                  <a:pt x="66475" y="528037"/>
                  <a:pt x="66475" y="509680"/>
                </a:cubicBezTo>
                <a:cubicBezTo>
                  <a:pt x="66475" y="491324"/>
                  <a:pt x="51594" y="476443"/>
                  <a:pt x="33238" y="476443"/>
                </a:cubicBezTo>
                <a:cubicBezTo>
                  <a:pt x="14881" y="476443"/>
                  <a:pt x="0" y="491324"/>
                  <a:pt x="0" y="509680"/>
                </a:cubicBezTo>
                <a:moveTo>
                  <a:pt x="125972" y="480985"/>
                </a:moveTo>
                <a:cubicBezTo>
                  <a:pt x="125972" y="499342"/>
                  <a:pt x="140853" y="514222"/>
                  <a:pt x="159210" y="514222"/>
                </a:cubicBezTo>
                <a:cubicBezTo>
                  <a:pt x="177567" y="514222"/>
                  <a:pt x="192448" y="499342"/>
                  <a:pt x="192448" y="480985"/>
                </a:cubicBezTo>
                <a:cubicBezTo>
                  <a:pt x="192448" y="462628"/>
                  <a:pt x="177567" y="447747"/>
                  <a:pt x="159210" y="447747"/>
                </a:cubicBezTo>
                <a:cubicBezTo>
                  <a:pt x="140853" y="447747"/>
                  <a:pt x="125972" y="462628"/>
                  <a:pt x="125972" y="480985"/>
                </a:cubicBezTo>
                <a:moveTo>
                  <a:pt x="256821" y="450112"/>
                </a:moveTo>
                <a:cubicBezTo>
                  <a:pt x="256821" y="468469"/>
                  <a:pt x="271701" y="483350"/>
                  <a:pt x="290058" y="483350"/>
                </a:cubicBezTo>
                <a:cubicBezTo>
                  <a:pt x="308415" y="483350"/>
                  <a:pt x="323296" y="468469"/>
                  <a:pt x="323296" y="450112"/>
                </a:cubicBezTo>
                <a:cubicBezTo>
                  <a:pt x="323296" y="431756"/>
                  <a:pt x="308415" y="416875"/>
                  <a:pt x="290058" y="416875"/>
                </a:cubicBezTo>
                <a:cubicBezTo>
                  <a:pt x="271701" y="416875"/>
                  <a:pt x="256821" y="431756"/>
                  <a:pt x="256821" y="450112"/>
                </a:cubicBezTo>
                <a:moveTo>
                  <a:pt x="364594" y="427333"/>
                </a:moveTo>
                <a:cubicBezTo>
                  <a:pt x="364594" y="445690"/>
                  <a:pt x="379475" y="460571"/>
                  <a:pt x="397832" y="460571"/>
                </a:cubicBezTo>
                <a:cubicBezTo>
                  <a:pt x="416188" y="460571"/>
                  <a:pt x="431070" y="445690"/>
                  <a:pt x="431070" y="427333"/>
                </a:cubicBezTo>
                <a:cubicBezTo>
                  <a:pt x="431070" y="408977"/>
                  <a:pt x="416188" y="394096"/>
                  <a:pt x="397832" y="394096"/>
                </a:cubicBezTo>
                <a:cubicBezTo>
                  <a:pt x="379475" y="394096"/>
                  <a:pt x="364594" y="408977"/>
                  <a:pt x="364594" y="427333"/>
                </a:cubicBezTo>
                <a:moveTo>
                  <a:pt x="504257" y="399288"/>
                </a:moveTo>
                <a:cubicBezTo>
                  <a:pt x="504257" y="417645"/>
                  <a:pt x="519138" y="432526"/>
                  <a:pt x="537495" y="432526"/>
                </a:cubicBezTo>
                <a:cubicBezTo>
                  <a:pt x="555851" y="432526"/>
                  <a:pt x="570732" y="417645"/>
                  <a:pt x="570732" y="399288"/>
                </a:cubicBezTo>
                <a:cubicBezTo>
                  <a:pt x="570732" y="380932"/>
                  <a:pt x="555851" y="366051"/>
                  <a:pt x="537495" y="366051"/>
                </a:cubicBezTo>
                <a:cubicBezTo>
                  <a:pt x="519138" y="366051"/>
                  <a:pt x="504257" y="380932"/>
                  <a:pt x="504257" y="399288"/>
                </a:cubicBezTo>
                <a:moveTo>
                  <a:pt x="614446" y="374810"/>
                </a:moveTo>
                <a:cubicBezTo>
                  <a:pt x="614446" y="393167"/>
                  <a:pt x="629327" y="408048"/>
                  <a:pt x="647684" y="408048"/>
                </a:cubicBezTo>
                <a:cubicBezTo>
                  <a:pt x="666041" y="408048"/>
                  <a:pt x="680922" y="393167"/>
                  <a:pt x="680922" y="374810"/>
                </a:cubicBezTo>
                <a:cubicBezTo>
                  <a:pt x="680922" y="356454"/>
                  <a:pt x="666041" y="341573"/>
                  <a:pt x="647684" y="341573"/>
                </a:cubicBezTo>
                <a:cubicBezTo>
                  <a:pt x="629327" y="341573"/>
                  <a:pt x="614446" y="356454"/>
                  <a:pt x="614446" y="374810"/>
                </a:cubicBezTo>
                <a:moveTo>
                  <a:pt x="769626" y="339935"/>
                </a:moveTo>
                <a:cubicBezTo>
                  <a:pt x="769626" y="358292"/>
                  <a:pt x="784507" y="373173"/>
                  <a:pt x="802863" y="373173"/>
                </a:cubicBezTo>
                <a:cubicBezTo>
                  <a:pt x="821220" y="373173"/>
                  <a:pt x="836101" y="358292"/>
                  <a:pt x="836101" y="339935"/>
                </a:cubicBezTo>
                <a:cubicBezTo>
                  <a:pt x="836101" y="321579"/>
                  <a:pt x="821220" y="306698"/>
                  <a:pt x="802863" y="306698"/>
                </a:cubicBezTo>
                <a:cubicBezTo>
                  <a:pt x="784507" y="306698"/>
                  <a:pt x="769626" y="321579"/>
                  <a:pt x="769626" y="339935"/>
                </a:cubicBezTo>
                <a:moveTo>
                  <a:pt x="890079" y="321155"/>
                </a:moveTo>
                <a:cubicBezTo>
                  <a:pt x="890079" y="339512"/>
                  <a:pt x="904960" y="354393"/>
                  <a:pt x="923317" y="354393"/>
                </a:cubicBezTo>
                <a:cubicBezTo>
                  <a:pt x="941673" y="354393"/>
                  <a:pt x="956554" y="339512"/>
                  <a:pt x="956554" y="321155"/>
                </a:cubicBezTo>
                <a:cubicBezTo>
                  <a:pt x="956554" y="302799"/>
                  <a:pt x="941673" y="287918"/>
                  <a:pt x="923317" y="287918"/>
                </a:cubicBezTo>
                <a:cubicBezTo>
                  <a:pt x="904960" y="287918"/>
                  <a:pt x="890079" y="302799"/>
                  <a:pt x="890079" y="321155"/>
                </a:cubicBezTo>
                <a:moveTo>
                  <a:pt x="1002990" y="243331"/>
                </a:moveTo>
                <a:cubicBezTo>
                  <a:pt x="1002990" y="261688"/>
                  <a:pt x="1017871" y="276569"/>
                  <a:pt x="1036227" y="276569"/>
                </a:cubicBezTo>
                <a:cubicBezTo>
                  <a:pt x="1054584" y="276569"/>
                  <a:pt x="1069465" y="261688"/>
                  <a:pt x="1069465" y="243331"/>
                </a:cubicBezTo>
                <a:cubicBezTo>
                  <a:pt x="1069465" y="224974"/>
                  <a:pt x="1054584" y="210093"/>
                  <a:pt x="1036227" y="210093"/>
                </a:cubicBezTo>
                <a:cubicBezTo>
                  <a:pt x="1017871" y="210093"/>
                  <a:pt x="1002990" y="224974"/>
                  <a:pt x="1002990" y="243331"/>
                </a:cubicBezTo>
                <a:moveTo>
                  <a:pt x="1132309" y="229546"/>
                </a:moveTo>
                <a:cubicBezTo>
                  <a:pt x="1132309" y="247903"/>
                  <a:pt x="1147190" y="262784"/>
                  <a:pt x="1165547" y="262784"/>
                </a:cubicBezTo>
                <a:cubicBezTo>
                  <a:pt x="1183904" y="262784"/>
                  <a:pt x="1198784" y="247903"/>
                  <a:pt x="1198784" y="229546"/>
                </a:cubicBezTo>
                <a:cubicBezTo>
                  <a:pt x="1198784" y="211189"/>
                  <a:pt x="1183904" y="196308"/>
                  <a:pt x="1165547" y="196308"/>
                </a:cubicBezTo>
                <a:cubicBezTo>
                  <a:pt x="1147190" y="196308"/>
                  <a:pt x="1132309" y="211189"/>
                  <a:pt x="1132309" y="229546"/>
                </a:cubicBezTo>
                <a:moveTo>
                  <a:pt x="1277565" y="204637"/>
                </a:moveTo>
                <a:cubicBezTo>
                  <a:pt x="1277565" y="222993"/>
                  <a:pt x="1292446" y="237874"/>
                  <a:pt x="1310802" y="237874"/>
                </a:cubicBezTo>
                <a:cubicBezTo>
                  <a:pt x="1329159" y="237874"/>
                  <a:pt x="1344040" y="222993"/>
                  <a:pt x="1344040" y="204637"/>
                </a:cubicBezTo>
                <a:cubicBezTo>
                  <a:pt x="1344040" y="186280"/>
                  <a:pt x="1329159" y="171399"/>
                  <a:pt x="1310802" y="171399"/>
                </a:cubicBezTo>
                <a:cubicBezTo>
                  <a:pt x="1292446" y="171399"/>
                  <a:pt x="1277565" y="186280"/>
                  <a:pt x="1277565" y="204637"/>
                </a:cubicBezTo>
                <a:moveTo>
                  <a:pt x="1392633" y="200960"/>
                </a:moveTo>
                <a:cubicBezTo>
                  <a:pt x="1392633" y="219316"/>
                  <a:pt x="1407514" y="234198"/>
                  <a:pt x="1425871" y="234198"/>
                </a:cubicBezTo>
                <a:cubicBezTo>
                  <a:pt x="1444227" y="234198"/>
                  <a:pt x="1459108" y="219316"/>
                  <a:pt x="1459108" y="200960"/>
                </a:cubicBezTo>
                <a:cubicBezTo>
                  <a:pt x="1459108" y="182603"/>
                  <a:pt x="1444227" y="167722"/>
                  <a:pt x="1425871" y="167722"/>
                </a:cubicBezTo>
                <a:cubicBezTo>
                  <a:pt x="1407514" y="167722"/>
                  <a:pt x="1392633" y="182603"/>
                  <a:pt x="1392633" y="200960"/>
                </a:cubicBezTo>
                <a:moveTo>
                  <a:pt x="1532658" y="172310"/>
                </a:moveTo>
                <a:cubicBezTo>
                  <a:pt x="1532658" y="190666"/>
                  <a:pt x="1547539" y="205547"/>
                  <a:pt x="1565895" y="205547"/>
                </a:cubicBezTo>
                <a:cubicBezTo>
                  <a:pt x="1584252" y="205547"/>
                  <a:pt x="1599133" y="190666"/>
                  <a:pt x="1599133" y="172310"/>
                </a:cubicBezTo>
                <a:cubicBezTo>
                  <a:pt x="1599133" y="153953"/>
                  <a:pt x="1584252" y="139072"/>
                  <a:pt x="1565895" y="139072"/>
                </a:cubicBezTo>
                <a:cubicBezTo>
                  <a:pt x="1547539" y="139072"/>
                  <a:pt x="1532658" y="153953"/>
                  <a:pt x="1532658" y="172310"/>
                </a:cubicBezTo>
                <a:moveTo>
                  <a:pt x="1648158" y="157241"/>
                </a:moveTo>
                <a:cubicBezTo>
                  <a:pt x="1648158" y="175598"/>
                  <a:pt x="1663039" y="190478"/>
                  <a:pt x="1681396" y="190478"/>
                </a:cubicBezTo>
                <a:cubicBezTo>
                  <a:pt x="1699752" y="190478"/>
                  <a:pt x="1714634" y="175598"/>
                  <a:pt x="1714634" y="157241"/>
                </a:cubicBezTo>
                <a:cubicBezTo>
                  <a:pt x="1714634" y="138884"/>
                  <a:pt x="1699752" y="124003"/>
                  <a:pt x="1681396" y="124003"/>
                </a:cubicBezTo>
                <a:cubicBezTo>
                  <a:pt x="1663039" y="124003"/>
                  <a:pt x="1648158" y="138884"/>
                  <a:pt x="1648158" y="157241"/>
                </a:cubicBezTo>
                <a:moveTo>
                  <a:pt x="1790589" y="135083"/>
                </a:moveTo>
                <a:cubicBezTo>
                  <a:pt x="1790589" y="153439"/>
                  <a:pt x="1805470" y="168320"/>
                  <a:pt x="1823827" y="168320"/>
                </a:cubicBezTo>
                <a:cubicBezTo>
                  <a:pt x="1842184" y="168320"/>
                  <a:pt x="1857064" y="153439"/>
                  <a:pt x="1857064" y="135083"/>
                </a:cubicBezTo>
                <a:cubicBezTo>
                  <a:pt x="1857064" y="116726"/>
                  <a:pt x="1842184" y="101845"/>
                  <a:pt x="1823827" y="101845"/>
                </a:cubicBezTo>
                <a:cubicBezTo>
                  <a:pt x="1805470" y="101845"/>
                  <a:pt x="1790589" y="116726"/>
                  <a:pt x="1790589" y="135083"/>
                </a:cubicBezTo>
                <a:moveTo>
                  <a:pt x="1908514" y="122805"/>
                </a:moveTo>
                <a:cubicBezTo>
                  <a:pt x="1908514" y="141161"/>
                  <a:pt x="1923394" y="156043"/>
                  <a:pt x="1941751" y="156043"/>
                </a:cubicBezTo>
                <a:cubicBezTo>
                  <a:pt x="1960107" y="156043"/>
                  <a:pt x="1974989" y="141161"/>
                  <a:pt x="1974989" y="122805"/>
                </a:cubicBezTo>
                <a:cubicBezTo>
                  <a:pt x="1974989" y="104448"/>
                  <a:pt x="1960107" y="89567"/>
                  <a:pt x="1941751" y="89567"/>
                </a:cubicBezTo>
                <a:cubicBezTo>
                  <a:pt x="1923394" y="89567"/>
                  <a:pt x="1908514" y="104448"/>
                  <a:pt x="1908514" y="122805"/>
                </a:cubicBezTo>
                <a:moveTo>
                  <a:pt x="2051090" y="104519"/>
                </a:moveTo>
                <a:cubicBezTo>
                  <a:pt x="2051090" y="122876"/>
                  <a:pt x="2065971" y="137757"/>
                  <a:pt x="2084327" y="137757"/>
                </a:cubicBezTo>
                <a:cubicBezTo>
                  <a:pt x="2102684" y="137757"/>
                  <a:pt x="2117565" y="122876"/>
                  <a:pt x="2117565" y="104519"/>
                </a:cubicBezTo>
                <a:cubicBezTo>
                  <a:pt x="2117565" y="86162"/>
                  <a:pt x="2102684" y="71282"/>
                  <a:pt x="2084327" y="71282"/>
                </a:cubicBezTo>
                <a:cubicBezTo>
                  <a:pt x="2065971" y="71282"/>
                  <a:pt x="2051090" y="86162"/>
                  <a:pt x="2051090" y="104519"/>
                </a:cubicBezTo>
                <a:moveTo>
                  <a:pt x="2169031" y="93637"/>
                </a:moveTo>
                <a:cubicBezTo>
                  <a:pt x="2169031" y="111993"/>
                  <a:pt x="2183912" y="126874"/>
                  <a:pt x="2202268" y="126874"/>
                </a:cubicBezTo>
                <a:cubicBezTo>
                  <a:pt x="2220625" y="126874"/>
                  <a:pt x="2235506" y="111993"/>
                  <a:pt x="2235506" y="93637"/>
                </a:cubicBezTo>
                <a:cubicBezTo>
                  <a:pt x="2235506" y="75280"/>
                  <a:pt x="2220625" y="60399"/>
                  <a:pt x="2202268" y="60399"/>
                </a:cubicBezTo>
                <a:cubicBezTo>
                  <a:pt x="2183912" y="60399"/>
                  <a:pt x="2169031" y="75280"/>
                  <a:pt x="2169031" y="93637"/>
                </a:cubicBezTo>
                <a:moveTo>
                  <a:pt x="2304134" y="82303"/>
                </a:moveTo>
                <a:cubicBezTo>
                  <a:pt x="2304134" y="100660"/>
                  <a:pt x="2319015" y="115541"/>
                  <a:pt x="2337372" y="115541"/>
                </a:cubicBezTo>
                <a:cubicBezTo>
                  <a:pt x="2355729" y="115541"/>
                  <a:pt x="2370610" y="100660"/>
                  <a:pt x="2370610" y="82303"/>
                </a:cubicBezTo>
                <a:cubicBezTo>
                  <a:pt x="2370610" y="63947"/>
                  <a:pt x="2355729" y="49066"/>
                  <a:pt x="2337372" y="49066"/>
                </a:cubicBezTo>
                <a:cubicBezTo>
                  <a:pt x="2319015" y="49066"/>
                  <a:pt x="2304134" y="63947"/>
                  <a:pt x="2304134" y="82303"/>
                </a:cubicBezTo>
                <a:moveTo>
                  <a:pt x="2417126" y="76401"/>
                </a:moveTo>
                <a:cubicBezTo>
                  <a:pt x="2417126" y="94758"/>
                  <a:pt x="2432007" y="109639"/>
                  <a:pt x="2450363" y="109639"/>
                </a:cubicBezTo>
                <a:cubicBezTo>
                  <a:pt x="2468720" y="109639"/>
                  <a:pt x="2483601" y="94758"/>
                  <a:pt x="2483601" y="76401"/>
                </a:cubicBezTo>
                <a:cubicBezTo>
                  <a:pt x="2483601" y="58045"/>
                  <a:pt x="2468720" y="43164"/>
                  <a:pt x="2450363" y="43164"/>
                </a:cubicBezTo>
                <a:cubicBezTo>
                  <a:pt x="2432007" y="43164"/>
                  <a:pt x="2417126" y="58045"/>
                  <a:pt x="2417126" y="76401"/>
                </a:cubicBezTo>
                <a:moveTo>
                  <a:pt x="2559647" y="63458"/>
                </a:moveTo>
                <a:cubicBezTo>
                  <a:pt x="2559647" y="81814"/>
                  <a:pt x="2574528" y="96695"/>
                  <a:pt x="2592885" y="96695"/>
                </a:cubicBezTo>
                <a:cubicBezTo>
                  <a:pt x="2611241" y="96695"/>
                  <a:pt x="2626122" y="81814"/>
                  <a:pt x="2626122" y="63458"/>
                </a:cubicBezTo>
                <a:cubicBezTo>
                  <a:pt x="2626122" y="45101"/>
                  <a:pt x="2611241" y="30220"/>
                  <a:pt x="2592885" y="30220"/>
                </a:cubicBezTo>
                <a:cubicBezTo>
                  <a:pt x="2574528" y="30220"/>
                  <a:pt x="2559647" y="45101"/>
                  <a:pt x="2559647" y="63458"/>
                </a:cubicBezTo>
                <a:moveTo>
                  <a:pt x="2672727" y="52210"/>
                </a:moveTo>
                <a:cubicBezTo>
                  <a:pt x="2672727" y="70567"/>
                  <a:pt x="2687609" y="85448"/>
                  <a:pt x="2705965" y="85448"/>
                </a:cubicBezTo>
                <a:cubicBezTo>
                  <a:pt x="2724322" y="85448"/>
                  <a:pt x="2739203" y="70567"/>
                  <a:pt x="2739203" y="52210"/>
                </a:cubicBezTo>
                <a:cubicBezTo>
                  <a:pt x="2739203" y="33854"/>
                  <a:pt x="2724322" y="18973"/>
                  <a:pt x="2705965" y="18973"/>
                </a:cubicBezTo>
                <a:cubicBezTo>
                  <a:pt x="2687609" y="18973"/>
                  <a:pt x="2672727" y="33854"/>
                  <a:pt x="2672727" y="52210"/>
                </a:cubicBezTo>
                <a:moveTo>
                  <a:pt x="2807795" y="33237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75B1EA-DBE2-42F8-830D-F52B458B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534810"/>
            <a:ext cx="2807795" cy="827297"/>
          </a:xfrm>
          <a:custGeom xmlns:a="http://schemas.openxmlformats.org/drawingml/2006/main">
            <a:pathLst>
              <a:path w="2807795" h="827297" fill="none">
                <a:moveTo>
                  <a:pt x="0" y="827297"/>
                </a:moveTo>
                <a:lnTo>
                  <a:pt x="125972" y="719051"/>
                </a:lnTo>
                <a:lnTo>
                  <a:pt x="256820" y="617464"/>
                </a:lnTo>
                <a:lnTo>
                  <a:pt x="364594" y="509256"/>
                </a:lnTo>
                <a:lnTo>
                  <a:pt x="504257" y="458872"/>
                </a:lnTo>
                <a:lnTo>
                  <a:pt x="614446" y="404938"/>
                </a:lnTo>
                <a:lnTo>
                  <a:pt x="769626" y="290034"/>
                </a:lnTo>
                <a:lnTo>
                  <a:pt x="890079" y="229939"/>
                </a:lnTo>
                <a:lnTo>
                  <a:pt x="1002990" y="172189"/>
                </a:lnTo>
                <a:lnTo>
                  <a:pt x="1132309" y="134192"/>
                </a:lnTo>
                <a:lnTo>
                  <a:pt x="1277565" y="38812"/>
                </a:lnTo>
                <a:lnTo>
                  <a:pt x="1392633" y="2405"/>
                </a:lnTo>
                <a:lnTo>
                  <a:pt x="1532657" y="1641"/>
                </a:lnTo>
                <a:lnTo>
                  <a:pt x="1648158" y="1662"/>
                </a:lnTo>
                <a:lnTo>
                  <a:pt x="1790589" y="1640"/>
                </a:lnTo>
                <a:lnTo>
                  <a:pt x="1908513" y="1400"/>
                </a:lnTo>
                <a:lnTo>
                  <a:pt x="2051090" y="1104"/>
                </a:lnTo>
                <a:lnTo>
                  <a:pt x="2169031" y="1124"/>
                </a:lnTo>
                <a:lnTo>
                  <a:pt x="2304134" y="856"/>
                </a:lnTo>
                <a:lnTo>
                  <a:pt x="2417126" y="670"/>
                </a:lnTo>
                <a:lnTo>
                  <a:pt x="2559647" y="711"/>
                </a:lnTo>
                <a:lnTo>
                  <a:pt x="2672727" y="431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FF7F00"/>
            </a:solidFill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F4618A-5503-4BC1-BA5F-B9710904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501572"/>
            <a:ext cx="2874271" cy="893772"/>
          </a:xfrm>
          <a:custGeom xmlns:a="http://schemas.openxmlformats.org/drawingml/2006/main">
            <a:pathLst>
              <a:path w="2874271" h="893772">
                <a:moveTo>
                  <a:pt x="0" y="860534"/>
                </a:moveTo>
                <a:cubicBezTo>
                  <a:pt x="0" y="878891"/>
                  <a:pt x="14881" y="893772"/>
                  <a:pt x="33238" y="893772"/>
                </a:cubicBezTo>
                <a:cubicBezTo>
                  <a:pt x="51594" y="893772"/>
                  <a:pt x="66475" y="878891"/>
                  <a:pt x="66475" y="860534"/>
                </a:cubicBezTo>
                <a:cubicBezTo>
                  <a:pt x="66475" y="842178"/>
                  <a:pt x="51594" y="827297"/>
                  <a:pt x="33238" y="827297"/>
                </a:cubicBezTo>
                <a:cubicBezTo>
                  <a:pt x="14881" y="827297"/>
                  <a:pt x="0" y="842178"/>
                  <a:pt x="0" y="860534"/>
                </a:cubicBezTo>
                <a:moveTo>
                  <a:pt x="125972" y="752288"/>
                </a:moveTo>
                <a:cubicBezTo>
                  <a:pt x="125972" y="770645"/>
                  <a:pt x="140853" y="785525"/>
                  <a:pt x="159210" y="785525"/>
                </a:cubicBezTo>
                <a:cubicBezTo>
                  <a:pt x="177567" y="785525"/>
                  <a:pt x="192448" y="770645"/>
                  <a:pt x="192448" y="752288"/>
                </a:cubicBezTo>
                <a:cubicBezTo>
                  <a:pt x="192448" y="733931"/>
                  <a:pt x="177567" y="719050"/>
                  <a:pt x="159210" y="719050"/>
                </a:cubicBezTo>
                <a:cubicBezTo>
                  <a:pt x="140853" y="719050"/>
                  <a:pt x="125972" y="733931"/>
                  <a:pt x="125972" y="752288"/>
                </a:cubicBezTo>
                <a:moveTo>
                  <a:pt x="256820" y="650702"/>
                </a:moveTo>
                <a:cubicBezTo>
                  <a:pt x="256820" y="669058"/>
                  <a:pt x="271701" y="683939"/>
                  <a:pt x="290058" y="683939"/>
                </a:cubicBezTo>
                <a:cubicBezTo>
                  <a:pt x="308415" y="683939"/>
                  <a:pt x="323295" y="669058"/>
                  <a:pt x="323295" y="650702"/>
                </a:cubicBezTo>
                <a:cubicBezTo>
                  <a:pt x="323295" y="632345"/>
                  <a:pt x="308415" y="617464"/>
                  <a:pt x="290058" y="617464"/>
                </a:cubicBezTo>
                <a:cubicBezTo>
                  <a:pt x="271701" y="617464"/>
                  <a:pt x="256820" y="632345"/>
                  <a:pt x="256820" y="650702"/>
                </a:cubicBezTo>
                <a:moveTo>
                  <a:pt x="364594" y="542493"/>
                </a:moveTo>
                <a:cubicBezTo>
                  <a:pt x="364594" y="560850"/>
                  <a:pt x="379475" y="575731"/>
                  <a:pt x="397832" y="575731"/>
                </a:cubicBezTo>
                <a:cubicBezTo>
                  <a:pt x="416188" y="575731"/>
                  <a:pt x="431069" y="560850"/>
                  <a:pt x="431069" y="542493"/>
                </a:cubicBezTo>
                <a:cubicBezTo>
                  <a:pt x="431069" y="524136"/>
                  <a:pt x="416188" y="509255"/>
                  <a:pt x="397832" y="509255"/>
                </a:cubicBezTo>
                <a:cubicBezTo>
                  <a:pt x="379475" y="509255"/>
                  <a:pt x="364594" y="524136"/>
                  <a:pt x="364594" y="542493"/>
                </a:cubicBezTo>
                <a:moveTo>
                  <a:pt x="504257" y="492109"/>
                </a:moveTo>
                <a:cubicBezTo>
                  <a:pt x="504257" y="510466"/>
                  <a:pt x="519138" y="525347"/>
                  <a:pt x="537495" y="525347"/>
                </a:cubicBezTo>
                <a:cubicBezTo>
                  <a:pt x="555851" y="525347"/>
                  <a:pt x="570732" y="510466"/>
                  <a:pt x="570732" y="492109"/>
                </a:cubicBezTo>
                <a:cubicBezTo>
                  <a:pt x="570732" y="473753"/>
                  <a:pt x="555851" y="458872"/>
                  <a:pt x="537495" y="458872"/>
                </a:cubicBezTo>
                <a:cubicBezTo>
                  <a:pt x="519138" y="458872"/>
                  <a:pt x="504257" y="473753"/>
                  <a:pt x="504257" y="492109"/>
                </a:cubicBezTo>
                <a:moveTo>
                  <a:pt x="614446" y="438176"/>
                </a:moveTo>
                <a:cubicBezTo>
                  <a:pt x="614446" y="456532"/>
                  <a:pt x="629327" y="471413"/>
                  <a:pt x="647684" y="471413"/>
                </a:cubicBezTo>
                <a:cubicBezTo>
                  <a:pt x="666040" y="471413"/>
                  <a:pt x="680921" y="456532"/>
                  <a:pt x="680921" y="438176"/>
                </a:cubicBezTo>
                <a:cubicBezTo>
                  <a:pt x="680921" y="419819"/>
                  <a:pt x="666040" y="404938"/>
                  <a:pt x="647684" y="404938"/>
                </a:cubicBezTo>
                <a:cubicBezTo>
                  <a:pt x="629327" y="404938"/>
                  <a:pt x="614446" y="419819"/>
                  <a:pt x="614446" y="438176"/>
                </a:cubicBezTo>
                <a:moveTo>
                  <a:pt x="769626" y="323272"/>
                </a:moveTo>
                <a:cubicBezTo>
                  <a:pt x="769626" y="341629"/>
                  <a:pt x="784506" y="356509"/>
                  <a:pt x="802863" y="356509"/>
                </a:cubicBezTo>
                <a:cubicBezTo>
                  <a:pt x="821220" y="356509"/>
                  <a:pt x="836101" y="341629"/>
                  <a:pt x="836101" y="323272"/>
                </a:cubicBezTo>
                <a:cubicBezTo>
                  <a:pt x="836101" y="304915"/>
                  <a:pt x="821220" y="290034"/>
                  <a:pt x="802863" y="290034"/>
                </a:cubicBezTo>
                <a:cubicBezTo>
                  <a:pt x="784506" y="290034"/>
                  <a:pt x="769626" y="304915"/>
                  <a:pt x="769626" y="323272"/>
                </a:cubicBezTo>
                <a:moveTo>
                  <a:pt x="890079" y="263176"/>
                </a:moveTo>
                <a:cubicBezTo>
                  <a:pt x="890079" y="281532"/>
                  <a:pt x="904960" y="296413"/>
                  <a:pt x="923317" y="296413"/>
                </a:cubicBezTo>
                <a:cubicBezTo>
                  <a:pt x="941673" y="296413"/>
                  <a:pt x="956554" y="281532"/>
                  <a:pt x="956554" y="263176"/>
                </a:cubicBezTo>
                <a:cubicBezTo>
                  <a:pt x="956554" y="244819"/>
                  <a:pt x="941673" y="229938"/>
                  <a:pt x="923317" y="229938"/>
                </a:cubicBezTo>
                <a:cubicBezTo>
                  <a:pt x="904960" y="229938"/>
                  <a:pt x="890079" y="244819"/>
                  <a:pt x="890079" y="263176"/>
                </a:cubicBezTo>
                <a:moveTo>
                  <a:pt x="1002990" y="205426"/>
                </a:moveTo>
                <a:cubicBezTo>
                  <a:pt x="1002990" y="223783"/>
                  <a:pt x="1017871" y="238664"/>
                  <a:pt x="1036227" y="238664"/>
                </a:cubicBezTo>
                <a:cubicBezTo>
                  <a:pt x="1054584" y="238664"/>
                  <a:pt x="1069465" y="223783"/>
                  <a:pt x="1069465" y="205426"/>
                </a:cubicBezTo>
                <a:cubicBezTo>
                  <a:pt x="1069465" y="187069"/>
                  <a:pt x="1054584" y="172188"/>
                  <a:pt x="1036227" y="172188"/>
                </a:cubicBezTo>
                <a:cubicBezTo>
                  <a:pt x="1017871" y="172188"/>
                  <a:pt x="1002990" y="187069"/>
                  <a:pt x="1002990" y="205426"/>
                </a:cubicBezTo>
                <a:moveTo>
                  <a:pt x="1132309" y="167429"/>
                </a:moveTo>
                <a:cubicBezTo>
                  <a:pt x="1132309" y="185786"/>
                  <a:pt x="1147190" y="200667"/>
                  <a:pt x="1165547" y="200667"/>
                </a:cubicBezTo>
                <a:cubicBezTo>
                  <a:pt x="1183903" y="200667"/>
                  <a:pt x="1198784" y="185786"/>
                  <a:pt x="1198784" y="167429"/>
                </a:cubicBezTo>
                <a:cubicBezTo>
                  <a:pt x="1198784" y="149072"/>
                  <a:pt x="1183903" y="134191"/>
                  <a:pt x="1165547" y="134191"/>
                </a:cubicBezTo>
                <a:cubicBezTo>
                  <a:pt x="1147190" y="134191"/>
                  <a:pt x="1132309" y="149072"/>
                  <a:pt x="1132309" y="167429"/>
                </a:cubicBezTo>
                <a:moveTo>
                  <a:pt x="1277565" y="72049"/>
                </a:moveTo>
                <a:cubicBezTo>
                  <a:pt x="1277565" y="90406"/>
                  <a:pt x="1292446" y="105286"/>
                  <a:pt x="1310802" y="105286"/>
                </a:cubicBezTo>
                <a:cubicBezTo>
                  <a:pt x="1329159" y="105286"/>
                  <a:pt x="1344040" y="90406"/>
                  <a:pt x="1344040" y="72049"/>
                </a:cubicBezTo>
                <a:cubicBezTo>
                  <a:pt x="1344040" y="53692"/>
                  <a:pt x="1329159" y="38811"/>
                  <a:pt x="1310802" y="38811"/>
                </a:cubicBezTo>
                <a:cubicBezTo>
                  <a:pt x="1292446" y="38811"/>
                  <a:pt x="1277565" y="53692"/>
                  <a:pt x="1277565" y="72049"/>
                </a:cubicBezTo>
                <a:moveTo>
                  <a:pt x="1392633" y="35643"/>
                </a:moveTo>
                <a:cubicBezTo>
                  <a:pt x="1392633" y="54000"/>
                  <a:pt x="1407514" y="68881"/>
                  <a:pt x="1425870" y="68881"/>
                </a:cubicBezTo>
                <a:cubicBezTo>
                  <a:pt x="1444227" y="68881"/>
                  <a:pt x="1459108" y="54000"/>
                  <a:pt x="1459108" y="35643"/>
                </a:cubicBezTo>
                <a:cubicBezTo>
                  <a:pt x="1459108" y="17286"/>
                  <a:pt x="1444227" y="2405"/>
                  <a:pt x="1425870" y="2405"/>
                </a:cubicBezTo>
                <a:cubicBezTo>
                  <a:pt x="1407514" y="2405"/>
                  <a:pt x="1392633" y="17286"/>
                  <a:pt x="1392633" y="35643"/>
                </a:cubicBezTo>
                <a:moveTo>
                  <a:pt x="1532657" y="34879"/>
                </a:moveTo>
                <a:cubicBezTo>
                  <a:pt x="1532657" y="53235"/>
                  <a:pt x="1547538" y="68116"/>
                  <a:pt x="1565895" y="68116"/>
                </a:cubicBezTo>
                <a:cubicBezTo>
                  <a:pt x="1584252" y="68116"/>
                  <a:pt x="1599132" y="53235"/>
                  <a:pt x="1599132" y="34879"/>
                </a:cubicBezTo>
                <a:cubicBezTo>
                  <a:pt x="1599132" y="16522"/>
                  <a:pt x="1584252" y="1641"/>
                  <a:pt x="1565895" y="1641"/>
                </a:cubicBezTo>
                <a:cubicBezTo>
                  <a:pt x="1547538" y="1641"/>
                  <a:pt x="1532657" y="16522"/>
                  <a:pt x="1532657" y="34879"/>
                </a:cubicBezTo>
                <a:moveTo>
                  <a:pt x="1648158" y="34899"/>
                </a:moveTo>
                <a:cubicBezTo>
                  <a:pt x="1648158" y="53255"/>
                  <a:pt x="1663039" y="68137"/>
                  <a:pt x="1681396" y="68137"/>
                </a:cubicBezTo>
                <a:cubicBezTo>
                  <a:pt x="1699752" y="68137"/>
                  <a:pt x="1714633" y="53255"/>
                  <a:pt x="1714633" y="34899"/>
                </a:cubicBezTo>
                <a:cubicBezTo>
                  <a:pt x="1714633" y="16542"/>
                  <a:pt x="1699752" y="1661"/>
                  <a:pt x="1681396" y="1661"/>
                </a:cubicBezTo>
                <a:cubicBezTo>
                  <a:pt x="1663039" y="1661"/>
                  <a:pt x="1648158" y="16542"/>
                  <a:pt x="1648158" y="34899"/>
                </a:cubicBezTo>
                <a:moveTo>
                  <a:pt x="1790589" y="34878"/>
                </a:moveTo>
                <a:cubicBezTo>
                  <a:pt x="1790589" y="53234"/>
                  <a:pt x="1805470" y="68115"/>
                  <a:pt x="1823827" y="68115"/>
                </a:cubicBezTo>
                <a:cubicBezTo>
                  <a:pt x="1842183" y="68115"/>
                  <a:pt x="1857064" y="53234"/>
                  <a:pt x="1857064" y="34878"/>
                </a:cubicBezTo>
                <a:cubicBezTo>
                  <a:pt x="1857064" y="16521"/>
                  <a:pt x="1842183" y="1640"/>
                  <a:pt x="1823827" y="1640"/>
                </a:cubicBezTo>
                <a:cubicBezTo>
                  <a:pt x="1805470" y="1640"/>
                  <a:pt x="1790589" y="16521"/>
                  <a:pt x="1790589" y="34878"/>
                </a:cubicBezTo>
                <a:moveTo>
                  <a:pt x="1908513" y="34637"/>
                </a:moveTo>
                <a:cubicBezTo>
                  <a:pt x="1908513" y="52994"/>
                  <a:pt x="1923394" y="67874"/>
                  <a:pt x="1941751" y="67874"/>
                </a:cubicBezTo>
                <a:cubicBezTo>
                  <a:pt x="1960107" y="67874"/>
                  <a:pt x="1974988" y="52994"/>
                  <a:pt x="1974988" y="34637"/>
                </a:cubicBezTo>
                <a:cubicBezTo>
                  <a:pt x="1974988" y="16280"/>
                  <a:pt x="1960107" y="1399"/>
                  <a:pt x="1941751" y="1399"/>
                </a:cubicBezTo>
                <a:cubicBezTo>
                  <a:pt x="1923394" y="1399"/>
                  <a:pt x="1908513" y="16280"/>
                  <a:pt x="1908513" y="34637"/>
                </a:cubicBezTo>
                <a:moveTo>
                  <a:pt x="2051090" y="34341"/>
                </a:moveTo>
                <a:cubicBezTo>
                  <a:pt x="2051090" y="52698"/>
                  <a:pt x="2065971" y="67579"/>
                  <a:pt x="2084327" y="67579"/>
                </a:cubicBezTo>
                <a:cubicBezTo>
                  <a:pt x="2102684" y="67579"/>
                  <a:pt x="2117565" y="52698"/>
                  <a:pt x="2117565" y="34341"/>
                </a:cubicBezTo>
                <a:cubicBezTo>
                  <a:pt x="2117565" y="15985"/>
                  <a:pt x="2102684" y="1104"/>
                  <a:pt x="2084327" y="1104"/>
                </a:cubicBezTo>
                <a:cubicBezTo>
                  <a:pt x="2065971" y="1104"/>
                  <a:pt x="2051090" y="15985"/>
                  <a:pt x="2051090" y="34341"/>
                </a:cubicBezTo>
                <a:moveTo>
                  <a:pt x="2169031" y="34362"/>
                </a:moveTo>
                <a:cubicBezTo>
                  <a:pt x="2169031" y="52718"/>
                  <a:pt x="2183912" y="67599"/>
                  <a:pt x="2202268" y="67599"/>
                </a:cubicBezTo>
                <a:cubicBezTo>
                  <a:pt x="2220625" y="67599"/>
                  <a:pt x="2235506" y="52718"/>
                  <a:pt x="2235506" y="34362"/>
                </a:cubicBezTo>
                <a:cubicBezTo>
                  <a:pt x="2235506" y="16005"/>
                  <a:pt x="2220625" y="1124"/>
                  <a:pt x="2202268" y="1124"/>
                </a:cubicBezTo>
                <a:cubicBezTo>
                  <a:pt x="2183912" y="1124"/>
                  <a:pt x="2169031" y="16005"/>
                  <a:pt x="2169031" y="34362"/>
                </a:cubicBezTo>
                <a:moveTo>
                  <a:pt x="2304134" y="34094"/>
                </a:moveTo>
                <a:cubicBezTo>
                  <a:pt x="2304134" y="52450"/>
                  <a:pt x="2319015" y="67331"/>
                  <a:pt x="2337372" y="67331"/>
                </a:cubicBezTo>
                <a:cubicBezTo>
                  <a:pt x="2355728" y="67331"/>
                  <a:pt x="2370609" y="52450"/>
                  <a:pt x="2370609" y="34094"/>
                </a:cubicBezTo>
                <a:cubicBezTo>
                  <a:pt x="2370609" y="15737"/>
                  <a:pt x="2355728" y="856"/>
                  <a:pt x="2337372" y="856"/>
                </a:cubicBezTo>
                <a:cubicBezTo>
                  <a:pt x="2319015" y="856"/>
                  <a:pt x="2304134" y="15737"/>
                  <a:pt x="2304134" y="34094"/>
                </a:cubicBezTo>
                <a:moveTo>
                  <a:pt x="2417126" y="33908"/>
                </a:moveTo>
                <a:cubicBezTo>
                  <a:pt x="2417126" y="52264"/>
                  <a:pt x="2432007" y="67145"/>
                  <a:pt x="2450363" y="67145"/>
                </a:cubicBezTo>
                <a:cubicBezTo>
                  <a:pt x="2468720" y="67145"/>
                  <a:pt x="2483601" y="52264"/>
                  <a:pt x="2483601" y="33908"/>
                </a:cubicBezTo>
                <a:cubicBezTo>
                  <a:pt x="2483601" y="15551"/>
                  <a:pt x="2468720" y="670"/>
                  <a:pt x="2450363" y="670"/>
                </a:cubicBezTo>
                <a:cubicBezTo>
                  <a:pt x="2432007" y="670"/>
                  <a:pt x="2417126" y="15551"/>
                  <a:pt x="2417126" y="33908"/>
                </a:cubicBezTo>
                <a:moveTo>
                  <a:pt x="2559647" y="33949"/>
                </a:moveTo>
                <a:cubicBezTo>
                  <a:pt x="2559647" y="52305"/>
                  <a:pt x="2574528" y="67186"/>
                  <a:pt x="2592885" y="67186"/>
                </a:cubicBezTo>
                <a:cubicBezTo>
                  <a:pt x="2611241" y="67186"/>
                  <a:pt x="2626122" y="52305"/>
                  <a:pt x="2626122" y="33949"/>
                </a:cubicBezTo>
                <a:cubicBezTo>
                  <a:pt x="2626122" y="15592"/>
                  <a:pt x="2611241" y="711"/>
                  <a:pt x="2592885" y="711"/>
                </a:cubicBezTo>
                <a:cubicBezTo>
                  <a:pt x="2574528" y="711"/>
                  <a:pt x="2559647" y="15592"/>
                  <a:pt x="2559647" y="33949"/>
                </a:cubicBezTo>
                <a:moveTo>
                  <a:pt x="2672727" y="33668"/>
                </a:moveTo>
                <a:cubicBezTo>
                  <a:pt x="2672727" y="52025"/>
                  <a:pt x="2687608" y="66906"/>
                  <a:pt x="2705965" y="66906"/>
                </a:cubicBezTo>
                <a:cubicBezTo>
                  <a:pt x="2724322" y="66906"/>
                  <a:pt x="2739203" y="52025"/>
                  <a:pt x="2739203" y="33668"/>
                </a:cubicBezTo>
                <a:cubicBezTo>
                  <a:pt x="2739203" y="15312"/>
                  <a:pt x="2724322" y="430"/>
                  <a:pt x="2705965" y="430"/>
                </a:cubicBezTo>
                <a:cubicBezTo>
                  <a:pt x="2687608" y="430"/>
                  <a:pt x="2672727" y="15312"/>
                  <a:pt x="2672727" y="33668"/>
                </a:cubicBezTo>
                <a:moveTo>
                  <a:pt x="2807795" y="33237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FF7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4EECF2-92B5-4192-A5E8-F2267FB3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833190"/>
            <a:ext cx="2807795" cy="1003679"/>
          </a:xfrm>
          <a:custGeom xmlns:a="http://schemas.openxmlformats.org/drawingml/2006/main">
            <a:pathLst>
              <a:path w="2807795" h="1003679" fill="none">
                <a:moveTo>
                  <a:pt x="0" y="1003679"/>
                </a:moveTo>
                <a:lnTo>
                  <a:pt x="125972" y="952850"/>
                </a:lnTo>
                <a:lnTo>
                  <a:pt x="256820" y="889094"/>
                </a:lnTo>
                <a:lnTo>
                  <a:pt x="364594" y="941437"/>
                </a:lnTo>
                <a:lnTo>
                  <a:pt x="504257" y="889048"/>
                </a:lnTo>
                <a:lnTo>
                  <a:pt x="614446" y="817843"/>
                </a:lnTo>
                <a:lnTo>
                  <a:pt x="769625" y="762672"/>
                </a:lnTo>
                <a:lnTo>
                  <a:pt x="890079" y="744047"/>
                </a:lnTo>
                <a:lnTo>
                  <a:pt x="1002990" y="658269"/>
                </a:lnTo>
                <a:lnTo>
                  <a:pt x="1132309" y="634095"/>
                </a:lnTo>
                <a:lnTo>
                  <a:pt x="1277565" y="590057"/>
                </a:lnTo>
                <a:lnTo>
                  <a:pt x="1392633" y="517309"/>
                </a:lnTo>
                <a:lnTo>
                  <a:pt x="1532658" y="478595"/>
                </a:lnTo>
                <a:lnTo>
                  <a:pt x="1648158" y="444714"/>
                </a:lnTo>
                <a:lnTo>
                  <a:pt x="1790589" y="418460"/>
                </a:lnTo>
                <a:lnTo>
                  <a:pt x="1908513" y="345591"/>
                </a:lnTo>
                <a:lnTo>
                  <a:pt x="2051090" y="318142"/>
                </a:lnTo>
                <a:lnTo>
                  <a:pt x="2169030" y="281351"/>
                </a:lnTo>
                <a:lnTo>
                  <a:pt x="2304134" y="243633"/>
                </a:lnTo>
                <a:lnTo>
                  <a:pt x="2417126" y="182383"/>
                </a:lnTo>
                <a:lnTo>
                  <a:pt x="2559647" y="69343"/>
                </a:lnTo>
                <a:lnTo>
                  <a:pt x="2672727" y="32901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FF7F00"/>
            </a:solidFill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156DE0-5DAB-4686-84C6-B3F4FC1F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799953"/>
            <a:ext cx="2874271" cy="1070155"/>
          </a:xfrm>
          <a:custGeom xmlns:a="http://schemas.openxmlformats.org/drawingml/2006/main">
            <a:pathLst>
              <a:path w="2874271" h="1070155">
                <a:moveTo>
                  <a:pt x="0" y="1036917"/>
                </a:moveTo>
                <a:cubicBezTo>
                  <a:pt x="0" y="1055274"/>
                  <a:pt x="14881" y="1070155"/>
                  <a:pt x="33238" y="1070155"/>
                </a:cubicBezTo>
                <a:cubicBezTo>
                  <a:pt x="51594" y="1070155"/>
                  <a:pt x="66475" y="1055274"/>
                  <a:pt x="66475" y="1036917"/>
                </a:cubicBezTo>
                <a:cubicBezTo>
                  <a:pt x="66475" y="1018560"/>
                  <a:pt x="51594" y="1003680"/>
                  <a:pt x="33238" y="1003680"/>
                </a:cubicBezTo>
                <a:cubicBezTo>
                  <a:pt x="14881" y="1003680"/>
                  <a:pt x="0" y="1018560"/>
                  <a:pt x="0" y="1036917"/>
                </a:cubicBezTo>
                <a:moveTo>
                  <a:pt x="125972" y="986088"/>
                </a:moveTo>
                <a:cubicBezTo>
                  <a:pt x="125972" y="1004444"/>
                  <a:pt x="140853" y="1019325"/>
                  <a:pt x="159210" y="1019325"/>
                </a:cubicBezTo>
                <a:cubicBezTo>
                  <a:pt x="177567" y="1019325"/>
                  <a:pt x="192448" y="1004444"/>
                  <a:pt x="192448" y="986088"/>
                </a:cubicBezTo>
                <a:cubicBezTo>
                  <a:pt x="192448" y="967731"/>
                  <a:pt x="177567" y="952850"/>
                  <a:pt x="159210" y="952850"/>
                </a:cubicBezTo>
                <a:cubicBezTo>
                  <a:pt x="140853" y="952850"/>
                  <a:pt x="125972" y="967731"/>
                  <a:pt x="125972" y="986088"/>
                </a:cubicBezTo>
                <a:moveTo>
                  <a:pt x="256821" y="922332"/>
                </a:moveTo>
                <a:cubicBezTo>
                  <a:pt x="256821" y="940689"/>
                  <a:pt x="271701" y="955570"/>
                  <a:pt x="290058" y="955570"/>
                </a:cubicBezTo>
                <a:cubicBezTo>
                  <a:pt x="308415" y="955570"/>
                  <a:pt x="323296" y="940689"/>
                  <a:pt x="323296" y="922332"/>
                </a:cubicBezTo>
                <a:cubicBezTo>
                  <a:pt x="323296" y="903975"/>
                  <a:pt x="308415" y="889094"/>
                  <a:pt x="290058" y="889094"/>
                </a:cubicBezTo>
                <a:cubicBezTo>
                  <a:pt x="271701" y="889094"/>
                  <a:pt x="256821" y="903975"/>
                  <a:pt x="256821" y="922332"/>
                </a:cubicBezTo>
                <a:moveTo>
                  <a:pt x="364594" y="974675"/>
                </a:moveTo>
                <a:cubicBezTo>
                  <a:pt x="364594" y="993032"/>
                  <a:pt x="379475" y="1007913"/>
                  <a:pt x="397832" y="1007913"/>
                </a:cubicBezTo>
                <a:cubicBezTo>
                  <a:pt x="416188" y="1007913"/>
                  <a:pt x="431070" y="993032"/>
                  <a:pt x="431070" y="974675"/>
                </a:cubicBezTo>
                <a:cubicBezTo>
                  <a:pt x="431070" y="956319"/>
                  <a:pt x="416188" y="941438"/>
                  <a:pt x="397832" y="941438"/>
                </a:cubicBezTo>
                <a:cubicBezTo>
                  <a:pt x="379475" y="941438"/>
                  <a:pt x="364594" y="956319"/>
                  <a:pt x="364594" y="974675"/>
                </a:cubicBezTo>
                <a:moveTo>
                  <a:pt x="504257" y="922285"/>
                </a:moveTo>
                <a:cubicBezTo>
                  <a:pt x="504257" y="940642"/>
                  <a:pt x="519138" y="955523"/>
                  <a:pt x="537495" y="955523"/>
                </a:cubicBezTo>
                <a:cubicBezTo>
                  <a:pt x="555851" y="955523"/>
                  <a:pt x="570732" y="940642"/>
                  <a:pt x="570732" y="922285"/>
                </a:cubicBezTo>
                <a:cubicBezTo>
                  <a:pt x="570732" y="903929"/>
                  <a:pt x="555851" y="889048"/>
                  <a:pt x="537495" y="889048"/>
                </a:cubicBezTo>
                <a:cubicBezTo>
                  <a:pt x="519138" y="889048"/>
                  <a:pt x="504257" y="903929"/>
                  <a:pt x="504257" y="922285"/>
                </a:cubicBezTo>
                <a:moveTo>
                  <a:pt x="614446" y="851081"/>
                </a:moveTo>
                <a:cubicBezTo>
                  <a:pt x="614446" y="869437"/>
                  <a:pt x="629327" y="884318"/>
                  <a:pt x="647684" y="884318"/>
                </a:cubicBezTo>
                <a:cubicBezTo>
                  <a:pt x="666041" y="884318"/>
                  <a:pt x="680922" y="869437"/>
                  <a:pt x="680922" y="851081"/>
                </a:cubicBezTo>
                <a:cubicBezTo>
                  <a:pt x="680922" y="832724"/>
                  <a:pt x="666041" y="817843"/>
                  <a:pt x="647684" y="817843"/>
                </a:cubicBezTo>
                <a:cubicBezTo>
                  <a:pt x="629327" y="817843"/>
                  <a:pt x="614446" y="832724"/>
                  <a:pt x="614446" y="851081"/>
                </a:cubicBezTo>
                <a:moveTo>
                  <a:pt x="769626" y="795909"/>
                </a:moveTo>
                <a:cubicBezTo>
                  <a:pt x="769626" y="814266"/>
                  <a:pt x="784507" y="829147"/>
                  <a:pt x="802863" y="829147"/>
                </a:cubicBezTo>
                <a:cubicBezTo>
                  <a:pt x="821220" y="829147"/>
                  <a:pt x="836101" y="814266"/>
                  <a:pt x="836101" y="795909"/>
                </a:cubicBezTo>
                <a:cubicBezTo>
                  <a:pt x="836101" y="777553"/>
                  <a:pt x="821220" y="762672"/>
                  <a:pt x="802863" y="762672"/>
                </a:cubicBezTo>
                <a:cubicBezTo>
                  <a:pt x="784507" y="762672"/>
                  <a:pt x="769626" y="777553"/>
                  <a:pt x="769626" y="795909"/>
                </a:cubicBezTo>
                <a:moveTo>
                  <a:pt x="890079" y="777285"/>
                </a:moveTo>
                <a:cubicBezTo>
                  <a:pt x="890079" y="795642"/>
                  <a:pt x="904960" y="810523"/>
                  <a:pt x="923317" y="810523"/>
                </a:cubicBezTo>
                <a:cubicBezTo>
                  <a:pt x="941673" y="810523"/>
                  <a:pt x="956554" y="795642"/>
                  <a:pt x="956554" y="777285"/>
                </a:cubicBezTo>
                <a:cubicBezTo>
                  <a:pt x="956554" y="758929"/>
                  <a:pt x="941673" y="744048"/>
                  <a:pt x="923317" y="744048"/>
                </a:cubicBezTo>
                <a:cubicBezTo>
                  <a:pt x="904960" y="744048"/>
                  <a:pt x="890079" y="758929"/>
                  <a:pt x="890079" y="777285"/>
                </a:cubicBezTo>
                <a:moveTo>
                  <a:pt x="1002990" y="691507"/>
                </a:moveTo>
                <a:cubicBezTo>
                  <a:pt x="1002990" y="709864"/>
                  <a:pt x="1017871" y="724745"/>
                  <a:pt x="1036227" y="724745"/>
                </a:cubicBezTo>
                <a:cubicBezTo>
                  <a:pt x="1054584" y="724745"/>
                  <a:pt x="1069465" y="709864"/>
                  <a:pt x="1069465" y="691507"/>
                </a:cubicBezTo>
                <a:cubicBezTo>
                  <a:pt x="1069465" y="673151"/>
                  <a:pt x="1054584" y="658270"/>
                  <a:pt x="1036227" y="658270"/>
                </a:cubicBezTo>
                <a:cubicBezTo>
                  <a:pt x="1017871" y="658270"/>
                  <a:pt x="1002990" y="673151"/>
                  <a:pt x="1002990" y="691507"/>
                </a:cubicBezTo>
                <a:moveTo>
                  <a:pt x="1132309" y="667333"/>
                </a:moveTo>
                <a:cubicBezTo>
                  <a:pt x="1132309" y="685689"/>
                  <a:pt x="1147190" y="700570"/>
                  <a:pt x="1165547" y="700570"/>
                </a:cubicBezTo>
                <a:cubicBezTo>
                  <a:pt x="1183904" y="700570"/>
                  <a:pt x="1198784" y="685689"/>
                  <a:pt x="1198784" y="667333"/>
                </a:cubicBezTo>
                <a:cubicBezTo>
                  <a:pt x="1198784" y="648976"/>
                  <a:pt x="1183904" y="634095"/>
                  <a:pt x="1165547" y="634095"/>
                </a:cubicBezTo>
                <a:cubicBezTo>
                  <a:pt x="1147190" y="634095"/>
                  <a:pt x="1132309" y="648976"/>
                  <a:pt x="1132309" y="667333"/>
                </a:cubicBezTo>
                <a:moveTo>
                  <a:pt x="1277565" y="623295"/>
                </a:moveTo>
                <a:cubicBezTo>
                  <a:pt x="1277565" y="641652"/>
                  <a:pt x="1292446" y="656532"/>
                  <a:pt x="1310802" y="656532"/>
                </a:cubicBezTo>
                <a:cubicBezTo>
                  <a:pt x="1329159" y="656532"/>
                  <a:pt x="1344040" y="641652"/>
                  <a:pt x="1344040" y="623295"/>
                </a:cubicBezTo>
                <a:cubicBezTo>
                  <a:pt x="1344040" y="604938"/>
                  <a:pt x="1329159" y="590057"/>
                  <a:pt x="1310802" y="590057"/>
                </a:cubicBezTo>
                <a:cubicBezTo>
                  <a:pt x="1292446" y="590057"/>
                  <a:pt x="1277565" y="604938"/>
                  <a:pt x="1277565" y="623295"/>
                </a:cubicBezTo>
                <a:moveTo>
                  <a:pt x="1392633" y="550547"/>
                </a:moveTo>
                <a:cubicBezTo>
                  <a:pt x="1392633" y="568904"/>
                  <a:pt x="1407514" y="583785"/>
                  <a:pt x="1425871" y="583785"/>
                </a:cubicBezTo>
                <a:cubicBezTo>
                  <a:pt x="1444227" y="583785"/>
                  <a:pt x="1459108" y="568904"/>
                  <a:pt x="1459108" y="550547"/>
                </a:cubicBezTo>
                <a:cubicBezTo>
                  <a:pt x="1459108" y="532190"/>
                  <a:pt x="1444227" y="517309"/>
                  <a:pt x="1425871" y="517309"/>
                </a:cubicBezTo>
                <a:cubicBezTo>
                  <a:pt x="1407514" y="517309"/>
                  <a:pt x="1392633" y="532190"/>
                  <a:pt x="1392633" y="550547"/>
                </a:cubicBezTo>
                <a:moveTo>
                  <a:pt x="1532658" y="511833"/>
                </a:moveTo>
                <a:cubicBezTo>
                  <a:pt x="1532658" y="530190"/>
                  <a:pt x="1547539" y="545070"/>
                  <a:pt x="1565895" y="545070"/>
                </a:cubicBezTo>
                <a:cubicBezTo>
                  <a:pt x="1584252" y="545070"/>
                  <a:pt x="1599133" y="530190"/>
                  <a:pt x="1599133" y="511833"/>
                </a:cubicBezTo>
                <a:cubicBezTo>
                  <a:pt x="1599133" y="493477"/>
                  <a:pt x="1584252" y="478595"/>
                  <a:pt x="1565895" y="478595"/>
                </a:cubicBezTo>
                <a:cubicBezTo>
                  <a:pt x="1547539" y="478595"/>
                  <a:pt x="1532658" y="493477"/>
                  <a:pt x="1532658" y="511833"/>
                </a:cubicBezTo>
                <a:moveTo>
                  <a:pt x="1648158" y="477952"/>
                </a:moveTo>
                <a:cubicBezTo>
                  <a:pt x="1648158" y="496308"/>
                  <a:pt x="1663039" y="511189"/>
                  <a:pt x="1681396" y="511189"/>
                </a:cubicBezTo>
                <a:cubicBezTo>
                  <a:pt x="1699752" y="511189"/>
                  <a:pt x="1714634" y="496308"/>
                  <a:pt x="1714634" y="477952"/>
                </a:cubicBezTo>
                <a:cubicBezTo>
                  <a:pt x="1714634" y="459595"/>
                  <a:pt x="1699752" y="444714"/>
                  <a:pt x="1681396" y="444714"/>
                </a:cubicBezTo>
                <a:cubicBezTo>
                  <a:pt x="1663039" y="444714"/>
                  <a:pt x="1648158" y="459595"/>
                  <a:pt x="1648158" y="477952"/>
                </a:cubicBezTo>
                <a:moveTo>
                  <a:pt x="1790589" y="451698"/>
                </a:moveTo>
                <a:cubicBezTo>
                  <a:pt x="1790589" y="470054"/>
                  <a:pt x="1805470" y="484935"/>
                  <a:pt x="1823827" y="484935"/>
                </a:cubicBezTo>
                <a:cubicBezTo>
                  <a:pt x="1842184" y="484935"/>
                  <a:pt x="1857064" y="470054"/>
                  <a:pt x="1857064" y="451698"/>
                </a:cubicBezTo>
                <a:cubicBezTo>
                  <a:pt x="1857064" y="433341"/>
                  <a:pt x="1842184" y="418460"/>
                  <a:pt x="1823827" y="418460"/>
                </a:cubicBezTo>
                <a:cubicBezTo>
                  <a:pt x="1805470" y="418460"/>
                  <a:pt x="1790589" y="433341"/>
                  <a:pt x="1790589" y="451698"/>
                </a:cubicBezTo>
                <a:moveTo>
                  <a:pt x="1908514" y="378829"/>
                </a:moveTo>
                <a:cubicBezTo>
                  <a:pt x="1908514" y="397186"/>
                  <a:pt x="1923394" y="412067"/>
                  <a:pt x="1941751" y="412067"/>
                </a:cubicBezTo>
                <a:cubicBezTo>
                  <a:pt x="1960107" y="412067"/>
                  <a:pt x="1974989" y="397186"/>
                  <a:pt x="1974989" y="378829"/>
                </a:cubicBezTo>
                <a:cubicBezTo>
                  <a:pt x="1974989" y="360473"/>
                  <a:pt x="1960107" y="345592"/>
                  <a:pt x="1941751" y="345592"/>
                </a:cubicBezTo>
                <a:cubicBezTo>
                  <a:pt x="1923394" y="345592"/>
                  <a:pt x="1908514" y="360473"/>
                  <a:pt x="1908514" y="378829"/>
                </a:cubicBezTo>
                <a:moveTo>
                  <a:pt x="2051090" y="351380"/>
                </a:moveTo>
                <a:cubicBezTo>
                  <a:pt x="2051090" y="369736"/>
                  <a:pt x="2065971" y="384617"/>
                  <a:pt x="2084327" y="384617"/>
                </a:cubicBezTo>
                <a:cubicBezTo>
                  <a:pt x="2102684" y="384617"/>
                  <a:pt x="2117565" y="369736"/>
                  <a:pt x="2117565" y="351380"/>
                </a:cubicBezTo>
                <a:cubicBezTo>
                  <a:pt x="2117565" y="333023"/>
                  <a:pt x="2102684" y="318142"/>
                  <a:pt x="2084327" y="318142"/>
                </a:cubicBezTo>
                <a:cubicBezTo>
                  <a:pt x="2065971" y="318142"/>
                  <a:pt x="2051090" y="333023"/>
                  <a:pt x="2051090" y="351380"/>
                </a:cubicBezTo>
                <a:moveTo>
                  <a:pt x="2169031" y="314589"/>
                </a:moveTo>
                <a:cubicBezTo>
                  <a:pt x="2169031" y="332945"/>
                  <a:pt x="2183912" y="347826"/>
                  <a:pt x="2202268" y="347826"/>
                </a:cubicBezTo>
                <a:cubicBezTo>
                  <a:pt x="2220625" y="347826"/>
                  <a:pt x="2235506" y="332945"/>
                  <a:pt x="2235506" y="314589"/>
                </a:cubicBezTo>
                <a:cubicBezTo>
                  <a:pt x="2235506" y="296232"/>
                  <a:pt x="2220625" y="281351"/>
                  <a:pt x="2202268" y="281351"/>
                </a:cubicBezTo>
                <a:cubicBezTo>
                  <a:pt x="2183912" y="281351"/>
                  <a:pt x="2169031" y="296232"/>
                  <a:pt x="2169031" y="314589"/>
                </a:cubicBezTo>
                <a:moveTo>
                  <a:pt x="2304134" y="276871"/>
                </a:moveTo>
                <a:cubicBezTo>
                  <a:pt x="2304134" y="295228"/>
                  <a:pt x="2319015" y="310109"/>
                  <a:pt x="2337372" y="310109"/>
                </a:cubicBezTo>
                <a:cubicBezTo>
                  <a:pt x="2355729" y="310109"/>
                  <a:pt x="2370610" y="295228"/>
                  <a:pt x="2370610" y="276871"/>
                </a:cubicBezTo>
                <a:cubicBezTo>
                  <a:pt x="2370610" y="258515"/>
                  <a:pt x="2355729" y="243633"/>
                  <a:pt x="2337372" y="243633"/>
                </a:cubicBezTo>
                <a:cubicBezTo>
                  <a:pt x="2319015" y="243633"/>
                  <a:pt x="2304134" y="258515"/>
                  <a:pt x="2304134" y="276871"/>
                </a:cubicBezTo>
                <a:moveTo>
                  <a:pt x="2417126" y="215621"/>
                </a:moveTo>
                <a:cubicBezTo>
                  <a:pt x="2417126" y="233978"/>
                  <a:pt x="2432007" y="248859"/>
                  <a:pt x="2450363" y="248859"/>
                </a:cubicBezTo>
                <a:cubicBezTo>
                  <a:pt x="2468720" y="248859"/>
                  <a:pt x="2483601" y="233978"/>
                  <a:pt x="2483601" y="215621"/>
                </a:cubicBezTo>
                <a:cubicBezTo>
                  <a:pt x="2483601" y="197265"/>
                  <a:pt x="2468720" y="182383"/>
                  <a:pt x="2450363" y="182383"/>
                </a:cubicBezTo>
                <a:cubicBezTo>
                  <a:pt x="2432007" y="182383"/>
                  <a:pt x="2417126" y="197265"/>
                  <a:pt x="2417126" y="215621"/>
                </a:cubicBezTo>
                <a:moveTo>
                  <a:pt x="2559647" y="102581"/>
                </a:moveTo>
                <a:cubicBezTo>
                  <a:pt x="2559647" y="120938"/>
                  <a:pt x="2574528" y="135819"/>
                  <a:pt x="2592885" y="135819"/>
                </a:cubicBezTo>
                <a:cubicBezTo>
                  <a:pt x="2611241" y="135819"/>
                  <a:pt x="2626122" y="120938"/>
                  <a:pt x="2626122" y="102581"/>
                </a:cubicBezTo>
                <a:cubicBezTo>
                  <a:pt x="2626122" y="84225"/>
                  <a:pt x="2611241" y="69343"/>
                  <a:pt x="2592885" y="69343"/>
                </a:cubicBezTo>
                <a:cubicBezTo>
                  <a:pt x="2574528" y="69343"/>
                  <a:pt x="2559647" y="84225"/>
                  <a:pt x="2559647" y="102581"/>
                </a:cubicBezTo>
                <a:moveTo>
                  <a:pt x="2672727" y="66139"/>
                </a:moveTo>
                <a:cubicBezTo>
                  <a:pt x="2672727" y="84496"/>
                  <a:pt x="2687609" y="99377"/>
                  <a:pt x="2705965" y="99377"/>
                </a:cubicBezTo>
                <a:cubicBezTo>
                  <a:pt x="2724322" y="99377"/>
                  <a:pt x="2739203" y="84496"/>
                  <a:pt x="2739203" y="66139"/>
                </a:cubicBezTo>
                <a:cubicBezTo>
                  <a:pt x="2739203" y="47782"/>
                  <a:pt x="2724322" y="32901"/>
                  <a:pt x="2705965" y="32901"/>
                </a:cubicBezTo>
                <a:cubicBezTo>
                  <a:pt x="2687609" y="32901"/>
                  <a:pt x="2672727" y="47782"/>
                  <a:pt x="2672727" y="66139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FF7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6A5725-9AEA-44C0-8934-1E1295CA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2787272"/>
            <a:ext cx="2807795" cy="795212"/>
          </a:xfrm>
          <a:custGeom xmlns:a="http://schemas.openxmlformats.org/drawingml/2006/main">
            <a:pathLst>
              <a:path w="2807795" h="795212" fill="none">
                <a:moveTo>
                  <a:pt x="0" y="795212"/>
                </a:moveTo>
                <a:lnTo>
                  <a:pt x="125972" y="693301"/>
                </a:lnTo>
                <a:lnTo>
                  <a:pt x="256820" y="601897"/>
                </a:lnTo>
                <a:lnTo>
                  <a:pt x="364594" y="539175"/>
                </a:lnTo>
                <a:lnTo>
                  <a:pt x="504257" y="423434"/>
                </a:lnTo>
                <a:lnTo>
                  <a:pt x="614446" y="364458"/>
                </a:lnTo>
                <a:lnTo>
                  <a:pt x="769626" y="254319"/>
                </a:lnTo>
                <a:lnTo>
                  <a:pt x="890079" y="183197"/>
                </a:lnTo>
                <a:lnTo>
                  <a:pt x="1002990" y="115379"/>
                </a:lnTo>
                <a:lnTo>
                  <a:pt x="1132309" y="52870"/>
                </a:lnTo>
                <a:lnTo>
                  <a:pt x="1277565" y="815"/>
                </a:lnTo>
                <a:lnTo>
                  <a:pt x="1392633" y="863"/>
                </a:lnTo>
                <a:lnTo>
                  <a:pt x="1532657" y="852"/>
                </a:lnTo>
                <a:lnTo>
                  <a:pt x="1648158" y="895"/>
                </a:lnTo>
                <a:lnTo>
                  <a:pt x="1790589" y="931"/>
                </a:lnTo>
                <a:lnTo>
                  <a:pt x="1908513" y="153"/>
                </a:lnTo>
                <a:lnTo>
                  <a:pt x="2051090" y="93"/>
                </a:lnTo>
                <a:lnTo>
                  <a:pt x="2169031" y="21"/>
                </a:lnTo>
                <a:lnTo>
                  <a:pt x="2304134" y="45"/>
                </a:lnTo>
                <a:lnTo>
                  <a:pt x="2417126" y="0"/>
                </a:lnTo>
                <a:lnTo>
                  <a:pt x="2559647" y="46"/>
                </a:lnTo>
                <a:lnTo>
                  <a:pt x="2672727" y="34"/>
                </a:lnTo>
                <a:lnTo>
                  <a:pt x="2807795" y="34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FF7F00"/>
            </a:solidFill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39A10-9C86-49F7-A0D0-A0B12ADF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2754035"/>
            <a:ext cx="2874271" cy="861687"/>
          </a:xfrm>
          <a:custGeom xmlns:a="http://schemas.openxmlformats.org/drawingml/2006/main">
            <a:pathLst>
              <a:path w="2874271" h="861687">
                <a:moveTo>
                  <a:pt x="0" y="828450"/>
                </a:moveTo>
                <a:cubicBezTo>
                  <a:pt x="0" y="846807"/>
                  <a:pt x="14881" y="861687"/>
                  <a:pt x="33238" y="861687"/>
                </a:cubicBezTo>
                <a:cubicBezTo>
                  <a:pt x="51594" y="861687"/>
                  <a:pt x="66475" y="846807"/>
                  <a:pt x="66475" y="828450"/>
                </a:cubicBezTo>
                <a:cubicBezTo>
                  <a:pt x="66475" y="810093"/>
                  <a:pt x="51594" y="795212"/>
                  <a:pt x="33238" y="795212"/>
                </a:cubicBezTo>
                <a:cubicBezTo>
                  <a:pt x="14881" y="795212"/>
                  <a:pt x="0" y="810093"/>
                  <a:pt x="0" y="828450"/>
                </a:cubicBezTo>
                <a:moveTo>
                  <a:pt x="125972" y="726538"/>
                </a:moveTo>
                <a:cubicBezTo>
                  <a:pt x="125972" y="744895"/>
                  <a:pt x="140853" y="759776"/>
                  <a:pt x="159210" y="759776"/>
                </a:cubicBezTo>
                <a:cubicBezTo>
                  <a:pt x="177567" y="759776"/>
                  <a:pt x="192448" y="744895"/>
                  <a:pt x="192448" y="726538"/>
                </a:cubicBezTo>
                <a:cubicBezTo>
                  <a:pt x="192448" y="708181"/>
                  <a:pt x="177567" y="693301"/>
                  <a:pt x="159210" y="693301"/>
                </a:cubicBezTo>
                <a:cubicBezTo>
                  <a:pt x="140853" y="693301"/>
                  <a:pt x="125972" y="708181"/>
                  <a:pt x="125972" y="726538"/>
                </a:cubicBezTo>
                <a:moveTo>
                  <a:pt x="256820" y="635134"/>
                </a:moveTo>
                <a:cubicBezTo>
                  <a:pt x="256820" y="653491"/>
                  <a:pt x="271701" y="668372"/>
                  <a:pt x="290058" y="668372"/>
                </a:cubicBezTo>
                <a:cubicBezTo>
                  <a:pt x="308415" y="668372"/>
                  <a:pt x="323295" y="653491"/>
                  <a:pt x="323295" y="635134"/>
                </a:cubicBezTo>
                <a:cubicBezTo>
                  <a:pt x="323295" y="616778"/>
                  <a:pt x="308415" y="601897"/>
                  <a:pt x="290058" y="601897"/>
                </a:cubicBezTo>
                <a:cubicBezTo>
                  <a:pt x="271701" y="601897"/>
                  <a:pt x="256820" y="616778"/>
                  <a:pt x="256820" y="635134"/>
                </a:cubicBezTo>
                <a:moveTo>
                  <a:pt x="364594" y="572413"/>
                </a:moveTo>
                <a:cubicBezTo>
                  <a:pt x="364594" y="590769"/>
                  <a:pt x="379475" y="605650"/>
                  <a:pt x="397832" y="605650"/>
                </a:cubicBezTo>
                <a:cubicBezTo>
                  <a:pt x="416188" y="605650"/>
                  <a:pt x="431069" y="590769"/>
                  <a:pt x="431069" y="572413"/>
                </a:cubicBezTo>
                <a:cubicBezTo>
                  <a:pt x="431069" y="554056"/>
                  <a:pt x="416188" y="539175"/>
                  <a:pt x="397832" y="539175"/>
                </a:cubicBezTo>
                <a:cubicBezTo>
                  <a:pt x="379475" y="539175"/>
                  <a:pt x="364594" y="554056"/>
                  <a:pt x="364594" y="572413"/>
                </a:cubicBezTo>
                <a:moveTo>
                  <a:pt x="504257" y="456672"/>
                </a:moveTo>
                <a:cubicBezTo>
                  <a:pt x="504257" y="475028"/>
                  <a:pt x="519138" y="489910"/>
                  <a:pt x="537495" y="489910"/>
                </a:cubicBezTo>
                <a:cubicBezTo>
                  <a:pt x="555851" y="489910"/>
                  <a:pt x="570732" y="475028"/>
                  <a:pt x="570732" y="456672"/>
                </a:cubicBezTo>
                <a:cubicBezTo>
                  <a:pt x="570732" y="438315"/>
                  <a:pt x="555851" y="423434"/>
                  <a:pt x="537495" y="423434"/>
                </a:cubicBezTo>
                <a:cubicBezTo>
                  <a:pt x="519138" y="423434"/>
                  <a:pt x="504257" y="438315"/>
                  <a:pt x="504257" y="456672"/>
                </a:cubicBezTo>
                <a:moveTo>
                  <a:pt x="614446" y="397696"/>
                </a:moveTo>
                <a:cubicBezTo>
                  <a:pt x="614446" y="416052"/>
                  <a:pt x="629327" y="430933"/>
                  <a:pt x="647684" y="430933"/>
                </a:cubicBezTo>
                <a:cubicBezTo>
                  <a:pt x="666040" y="430933"/>
                  <a:pt x="680921" y="416052"/>
                  <a:pt x="680921" y="397696"/>
                </a:cubicBezTo>
                <a:cubicBezTo>
                  <a:pt x="680921" y="379339"/>
                  <a:pt x="666040" y="364458"/>
                  <a:pt x="647684" y="364458"/>
                </a:cubicBezTo>
                <a:cubicBezTo>
                  <a:pt x="629327" y="364458"/>
                  <a:pt x="614446" y="379339"/>
                  <a:pt x="614446" y="397696"/>
                </a:cubicBezTo>
                <a:moveTo>
                  <a:pt x="769626" y="287557"/>
                </a:moveTo>
                <a:cubicBezTo>
                  <a:pt x="769626" y="305913"/>
                  <a:pt x="784506" y="320794"/>
                  <a:pt x="802863" y="320794"/>
                </a:cubicBezTo>
                <a:cubicBezTo>
                  <a:pt x="821220" y="320794"/>
                  <a:pt x="836101" y="305913"/>
                  <a:pt x="836101" y="287557"/>
                </a:cubicBezTo>
                <a:cubicBezTo>
                  <a:pt x="836101" y="269200"/>
                  <a:pt x="821220" y="254319"/>
                  <a:pt x="802863" y="254319"/>
                </a:cubicBezTo>
                <a:cubicBezTo>
                  <a:pt x="784506" y="254319"/>
                  <a:pt x="769626" y="269200"/>
                  <a:pt x="769626" y="287557"/>
                </a:cubicBezTo>
                <a:moveTo>
                  <a:pt x="890079" y="216435"/>
                </a:moveTo>
                <a:cubicBezTo>
                  <a:pt x="890079" y="234792"/>
                  <a:pt x="904960" y="249673"/>
                  <a:pt x="923317" y="249673"/>
                </a:cubicBezTo>
                <a:cubicBezTo>
                  <a:pt x="941673" y="249673"/>
                  <a:pt x="956554" y="234792"/>
                  <a:pt x="956554" y="216435"/>
                </a:cubicBezTo>
                <a:cubicBezTo>
                  <a:pt x="956554" y="198079"/>
                  <a:pt x="941673" y="183198"/>
                  <a:pt x="923317" y="183198"/>
                </a:cubicBezTo>
                <a:cubicBezTo>
                  <a:pt x="904960" y="183198"/>
                  <a:pt x="890079" y="198079"/>
                  <a:pt x="890079" y="216435"/>
                </a:cubicBezTo>
                <a:moveTo>
                  <a:pt x="1002990" y="148617"/>
                </a:moveTo>
                <a:cubicBezTo>
                  <a:pt x="1002990" y="166973"/>
                  <a:pt x="1017871" y="181855"/>
                  <a:pt x="1036227" y="181855"/>
                </a:cubicBezTo>
                <a:cubicBezTo>
                  <a:pt x="1054584" y="181855"/>
                  <a:pt x="1069465" y="166973"/>
                  <a:pt x="1069465" y="148617"/>
                </a:cubicBezTo>
                <a:cubicBezTo>
                  <a:pt x="1069465" y="130260"/>
                  <a:pt x="1054584" y="115379"/>
                  <a:pt x="1036227" y="115379"/>
                </a:cubicBezTo>
                <a:cubicBezTo>
                  <a:pt x="1017871" y="115379"/>
                  <a:pt x="1002990" y="130260"/>
                  <a:pt x="1002990" y="148617"/>
                </a:cubicBezTo>
                <a:moveTo>
                  <a:pt x="1132309" y="86108"/>
                </a:moveTo>
                <a:cubicBezTo>
                  <a:pt x="1132309" y="104464"/>
                  <a:pt x="1147190" y="119345"/>
                  <a:pt x="1165547" y="119345"/>
                </a:cubicBezTo>
                <a:cubicBezTo>
                  <a:pt x="1183903" y="119345"/>
                  <a:pt x="1198784" y="104464"/>
                  <a:pt x="1198784" y="86108"/>
                </a:cubicBezTo>
                <a:cubicBezTo>
                  <a:pt x="1198784" y="67751"/>
                  <a:pt x="1183903" y="52870"/>
                  <a:pt x="1165547" y="52870"/>
                </a:cubicBezTo>
                <a:cubicBezTo>
                  <a:pt x="1147190" y="52870"/>
                  <a:pt x="1132309" y="67751"/>
                  <a:pt x="1132309" y="86108"/>
                </a:cubicBezTo>
                <a:moveTo>
                  <a:pt x="1277565" y="34053"/>
                </a:moveTo>
                <a:cubicBezTo>
                  <a:pt x="1277565" y="52409"/>
                  <a:pt x="1292446" y="67290"/>
                  <a:pt x="1310802" y="67290"/>
                </a:cubicBezTo>
                <a:cubicBezTo>
                  <a:pt x="1329159" y="67290"/>
                  <a:pt x="1344040" y="52409"/>
                  <a:pt x="1344040" y="34053"/>
                </a:cubicBezTo>
                <a:cubicBezTo>
                  <a:pt x="1344040" y="15696"/>
                  <a:pt x="1329159" y="815"/>
                  <a:pt x="1310802" y="815"/>
                </a:cubicBezTo>
                <a:cubicBezTo>
                  <a:pt x="1292446" y="815"/>
                  <a:pt x="1277565" y="15696"/>
                  <a:pt x="1277565" y="34053"/>
                </a:cubicBezTo>
                <a:moveTo>
                  <a:pt x="1392633" y="34100"/>
                </a:moveTo>
                <a:cubicBezTo>
                  <a:pt x="1392633" y="52457"/>
                  <a:pt x="1407514" y="67338"/>
                  <a:pt x="1425870" y="67338"/>
                </a:cubicBezTo>
                <a:cubicBezTo>
                  <a:pt x="1444227" y="67338"/>
                  <a:pt x="1459108" y="52457"/>
                  <a:pt x="1459108" y="34100"/>
                </a:cubicBezTo>
                <a:cubicBezTo>
                  <a:pt x="1459108" y="15744"/>
                  <a:pt x="1444227" y="863"/>
                  <a:pt x="1425870" y="863"/>
                </a:cubicBezTo>
                <a:cubicBezTo>
                  <a:pt x="1407514" y="863"/>
                  <a:pt x="1392633" y="15744"/>
                  <a:pt x="1392633" y="34100"/>
                </a:cubicBezTo>
                <a:moveTo>
                  <a:pt x="1532657" y="34089"/>
                </a:moveTo>
                <a:cubicBezTo>
                  <a:pt x="1532657" y="52446"/>
                  <a:pt x="1547538" y="67327"/>
                  <a:pt x="1565895" y="67327"/>
                </a:cubicBezTo>
                <a:cubicBezTo>
                  <a:pt x="1584252" y="67327"/>
                  <a:pt x="1599132" y="52446"/>
                  <a:pt x="1599132" y="34089"/>
                </a:cubicBezTo>
                <a:cubicBezTo>
                  <a:pt x="1599132" y="15733"/>
                  <a:pt x="1584252" y="852"/>
                  <a:pt x="1565895" y="852"/>
                </a:cubicBezTo>
                <a:cubicBezTo>
                  <a:pt x="1547538" y="852"/>
                  <a:pt x="1532657" y="15733"/>
                  <a:pt x="1532657" y="34089"/>
                </a:cubicBezTo>
                <a:moveTo>
                  <a:pt x="1648158" y="34132"/>
                </a:moveTo>
                <a:cubicBezTo>
                  <a:pt x="1648158" y="52489"/>
                  <a:pt x="1663039" y="67370"/>
                  <a:pt x="1681396" y="67370"/>
                </a:cubicBezTo>
                <a:cubicBezTo>
                  <a:pt x="1699752" y="67370"/>
                  <a:pt x="1714633" y="52489"/>
                  <a:pt x="1714633" y="34132"/>
                </a:cubicBezTo>
                <a:cubicBezTo>
                  <a:pt x="1714633" y="15776"/>
                  <a:pt x="1699752" y="895"/>
                  <a:pt x="1681396" y="895"/>
                </a:cubicBezTo>
                <a:cubicBezTo>
                  <a:pt x="1663039" y="895"/>
                  <a:pt x="1648158" y="15776"/>
                  <a:pt x="1648158" y="34132"/>
                </a:cubicBezTo>
                <a:moveTo>
                  <a:pt x="1790589" y="34169"/>
                </a:moveTo>
                <a:cubicBezTo>
                  <a:pt x="1790589" y="52525"/>
                  <a:pt x="1805470" y="67406"/>
                  <a:pt x="1823827" y="67406"/>
                </a:cubicBezTo>
                <a:cubicBezTo>
                  <a:pt x="1842183" y="67406"/>
                  <a:pt x="1857064" y="52525"/>
                  <a:pt x="1857064" y="34169"/>
                </a:cubicBezTo>
                <a:cubicBezTo>
                  <a:pt x="1857064" y="15812"/>
                  <a:pt x="1842183" y="931"/>
                  <a:pt x="1823827" y="931"/>
                </a:cubicBezTo>
                <a:cubicBezTo>
                  <a:pt x="1805470" y="931"/>
                  <a:pt x="1790589" y="15812"/>
                  <a:pt x="1790589" y="34169"/>
                </a:cubicBezTo>
                <a:moveTo>
                  <a:pt x="1908513" y="33390"/>
                </a:moveTo>
                <a:cubicBezTo>
                  <a:pt x="1908513" y="51747"/>
                  <a:pt x="1923394" y="66628"/>
                  <a:pt x="1941751" y="66628"/>
                </a:cubicBezTo>
                <a:cubicBezTo>
                  <a:pt x="1960107" y="66628"/>
                  <a:pt x="1974988" y="51747"/>
                  <a:pt x="1974988" y="33390"/>
                </a:cubicBezTo>
                <a:cubicBezTo>
                  <a:pt x="1974988" y="15034"/>
                  <a:pt x="1960107" y="153"/>
                  <a:pt x="1941751" y="153"/>
                </a:cubicBezTo>
                <a:cubicBezTo>
                  <a:pt x="1923394" y="153"/>
                  <a:pt x="1908513" y="15034"/>
                  <a:pt x="1908513" y="33390"/>
                </a:cubicBezTo>
                <a:moveTo>
                  <a:pt x="2051090" y="33331"/>
                </a:moveTo>
                <a:cubicBezTo>
                  <a:pt x="2051090" y="51687"/>
                  <a:pt x="2065971" y="66568"/>
                  <a:pt x="2084327" y="66568"/>
                </a:cubicBezTo>
                <a:cubicBezTo>
                  <a:pt x="2102684" y="66568"/>
                  <a:pt x="2117565" y="51687"/>
                  <a:pt x="2117565" y="33331"/>
                </a:cubicBezTo>
                <a:cubicBezTo>
                  <a:pt x="2117565" y="14974"/>
                  <a:pt x="2102684" y="93"/>
                  <a:pt x="2084327" y="93"/>
                </a:cubicBezTo>
                <a:cubicBezTo>
                  <a:pt x="2065971" y="93"/>
                  <a:pt x="2051090" y="14974"/>
                  <a:pt x="2051090" y="33331"/>
                </a:cubicBezTo>
                <a:moveTo>
                  <a:pt x="2169031" y="33258"/>
                </a:moveTo>
                <a:cubicBezTo>
                  <a:pt x="2169031" y="51615"/>
                  <a:pt x="2183912" y="66496"/>
                  <a:pt x="2202268" y="66496"/>
                </a:cubicBezTo>
                <a:cubicBezTo>
                  <a:pt x="2220625" y="66496"/>
                  <a:pt x="2235506" y="51615"/>
                  <a:pt x="2235506" y="33258"/>
                </a:cubicBezTo>
                <a:cubicBezTo>
                  <a:pt x="2235506" y="14902"/>
                  <a:pt x="2220625" y="21"/>
                  <a:pt x="2202268" y="21"/>
                </a:cubicBezTo>
                <a:cubicBezTo>
                  <a:pt x="2183912" y="21"/>
                  <a:pt x="2169031" y="14902"/>
                  <a:pt x="2169031" y="33258"/>
                </a:cubicBezTo>
                <a:moveTo>
                  <a:pt x="2304134" y="33282"/>
                </a:moveTo>
                <a:cubicBezTo>
                  <a:pt x="2304134" y="51639"/>
                  <a:pt x="2319015" y="66520"/>
                  <a:pt x="2337372" y="66520"/>
                </a:cubicBezTo>
                <a:cubicBezTo>
                  <a:pt x="2355728" y="66520"/>
                  <a:pt x="2370609" y="51639"/>
                  <a:pt x="2370609" y="33282"/>
                </a:cubicBezTo>
                <a:cubicBezTo>
                  <a:pt x="2370609" y="14926"/>
                  <a:pt x="2355728" y="45"/>
                  <a:pt x="2337372" y="45"/>
                </a:cubicBezTo>
                <a:cubicBezTo>
                  <a:pt x="2319015" y="45"/>
                  <a:pt x="2304134" y="14926"/>
                  <a:pt x="2304134" y="33282"/>
                </a:cubicBezTo>
                <a:moveTo>
                  <a:pt x="2417126" y="33238"/>
                </a:moveTo>
                <a:cubicBezTo>
                  <a:pt x="2417126" y="51594"/>
                  <a:pt x="2432007" y="66475"/>
                  <a:pt x="2450363" y="66475"/>
                </a:cubicBezTo>
                <a:cubicBezTo>
                  <a:pt x="2468720" y="66475"/>
                  <a:pt x="2483601" y="51594"/>
                  <a:pt x="2483601" y="33238"/>
                </a:cubicBezTo>
                <a:cubicBezTo>
                  <a:pt x="2483601" y="14881"/>
                  <a:pt x="2468720" y="0"/>
                  <a:pt x="2450363" y="0"/>
                </a:cubicBezTo>
                <a:cubicBezTo>
                  <a:pt x="2432007" y="0"/>
                  <a:pt x="2417126" y="14881"/>
                  <a:pt x="2417126" y="33238"/>
                </a:cubicBezTo>
                <a:moveTo>
                  <a:pt x="2559647" y="33283"/>
                </a:moveTo>
                <a:cubicBezTo>
                  <a:pt x="2559647" y="51640"/>
                  <a:pt x="2574528" y="66521"/>
                  <a:pt x="2592885" y="66521"/>
                </a:cubicBezTo>
                <a:cubicBezTo>
                  <a:pt x="2611241" y="66521"/>
                  <a:pt x="2626122" y="51640"/>
                  <a:pt x="2626122" y="33283"/>
                </a:cubicBezTo>
                <a:cubicBezTo>
                  <a:pt x="2626122" y="14927"/>
                  <a:pt x="2611241" y="46"/>
                  <a:pt x="2592885" y="46"/>
                </a:cubicBezTo>
                <a:cubicBezTo>
                  <a:pt x="2574528" y="46"/>
                  <a:pt x="2559647" y="14927"/>
                  <a:pt x="2559647" y="33283"/>
                </a:cubicBezTo>
                <a:moveTo>
                  <a:pt x="2672727" y="33271"/>
                </a:moveTo>
                <a:cubicBezTo>
                  <a:pt x="2672727" y="51628"/>
                  <a:pt x="2687608" y="66509"/>
                  <a:pt x="2705965" y="66509"/>
                </a:cubicBezTo>
                <a:cubicBezTo>
                  <a:pt x="2724322" y="66509"/>
                  <a:pt x="2739203" y="51628"/>
                  <a:pt x="2739203" y="33271"/>
                </a:cubicBezTo>
                <a:cubicBezTo>
                  <a:pt x="2739203" y="14915"/>
                  <a:pt x="2724322" y="34"/>
                  <a:pt x="2705965" y="34"/>
                </a:cubicBezTo>
                <a:cubicBezTo>
                  <a:pt x="2687608" y="34"/>
                  <a:pt x="2672727" y="14915"/>
                  <a:pt x="2672727" y="33271"/>
                </a:cubicBezTo>
                <a:moveTo>
                  <a:pt x="2807795" y="33271"/>
                </a:moveTo>
                <a:cubicBezTo>
                  <a:pt x="2807795" y="51628"/>
                  <a:pt x="2822676" y="66509"/>
                  <a:pt x="2841033" y="66509"/>
                </a:cubicBezTo>
                <a:cubicBezTo>
                  <a:pt x="2859390" y="66509"/>
                  <a:pt x="2874271" y="51628"/>
                  <a:pt x="2874271" y="33271"/>
                </a:cubicBezTo>
                <a:cubicBezTo>
                  <a:pt x="2874271" y="14915"/>
                  <a:pt x="2859390" y="34"/>
                  <a:pt x="2841033" y="34"/>
                </a:cubicBezTo>
                <a:cubicBezTo>
                  <a:pt x="2822676" y="34"/>
                  <a:pt x="2807795" y="14915"/>
                  <a:pt x="2807795" y="33271"/>
                </a:cubicBezTo>
                <a:close/>
              </a:path>
            </a:pathLst>
          </a:custGeom>
          <a:solidFill xmlns:a="http://schemas.openxmlformats.org/drawingml/2006/main">
            <a:srgbClr val="FF7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C1E702-82C1-4B1B-9467-641A8E38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3081135"/>
            <a:ext cx="2807795" cy="1016418"/>
          </a:xfrm>
          <a:custGeom xmlns:a="http://schemas.openxmlformats.org/drawingml/2006/main">
            <a:pathLst>
              <a:path w="2807795" h="1016418" fill="none">
                <a:moveTo>
                  <a:pt x="0" y="1016418"/>
                </a:moveTo>
                <a:lnTo>
                  <a:pt x="125972" y="968911"/>
                </a:lnTo>
                <a:lnTo>
                  <a:pt x="256820" y="908454"/>
                </a:lnTo>
                <a:lnTo>
                  <a:pt x="364594" y="844219"/>
                </a:lnTo>
                <a:lnTo>
                  <a:pt x="504257" y="787523"/>
                </a:lnTo>
                <a:lnTo>
                  <a:pt x="614446" y="738296"/>
                </a:lnTo>
                <a:lnTo>
                  <a:pt x="769625" y="691255"/>
                </a:lnTo>
                <a:lnTo>
                  <a:pt x="890079" y="656500"/>
                </a:lnTo>
                <a:lnTo>
                  <a:pt x="1002990" y="486755"/>
                </a:lnTo>
                <a:lnTo>
                  <a:pt x="1132309" y="478101"/>
                </a:lnTo>
                <a:lnTo>
                  <a:pt x="1277565" y="403597"/>
                </a:lnTo>
                <a:lnTo>
                  <a:pt x="1392633" y="405096"/>
                </a:lnTo>
                <a:lnTo>
                  <a:pt x="1532658" y="353203"/>
                </a:lnTo>
                <a:lnTo>
                  <a:pt x="1648158" y="315414"/>
                </a:lnTo>
                <a:lnTo>
                  <a:pt x="1790589" y="268258"/>
                </a:lnTo>
                <a:lnTo>
                  <a:pt x="1908513" y="199937"/>
                </a:lnTo>
                <a:lnTo>
                  <a:pt x="2051090" y="169049"/>
                </a:lnTo>
                <a:lnTo>
                  <a:pt x="2169030" y="136787"/>
                </a:lnTo>
                <a:lnTo>
                  <a:pt x="2304134" y="101536"/>
                </a:lnTo>
                <a:lnTo>
                  <a:pt x="2417126" y="83341"/>
                </a:lnTo>
                <a:lnTo>
                  <a:pt x="2559647" y="47118"/>
                </a:lnTo>
                <a:lnTo>
                  <a:pt x="2672727" y="31101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FF7F00"/>
            </a:solidFill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5887A2-6F5D-4D0C-9AC1-153C0B94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3047898"/>
            <a:ext cx="2874271" cy="1082893"/>
          </a:xfrm>
          <a:custGeom xmlns:a="http://schemas.openxmlformats.org/drawingml/2006/main">
            <a:pathLst>
              <a:path w="2874271" h="1082893">
                <a:moveTo>
                  <a:pt x="0" y="1049656"/>
                </a:moveTo>
                <a:cubicBezTo>
                  <a:pt x="0" y="1068013"/>
                  <a:pt x="14881" y="1082893"/>
                  <a:pt x="33238" y="1082893"/>
                </a:cubicBezTo>
                <a:cubicBezTo>
                  <a:pt x="51594" y="1082893"/>
                  <a:pt x="66475" y="1068013"/>
                  <a:pt x="66475" y="1049656"/>
                </a:cubicBezTo>
                <a:cubicBezTo>
                  <a:pt x="66475" y="1031299"/>
                  <a:pt x="51594" y="1016418"/>
                  <a:pt x="33238" y="1016418"/>
                </a:cubicBezTo>
                <a:cubicBezTo>
                  <a:pt x="14881" y="1016418"/>
                  <a:pt x="0" y="1031299"/>
                  <a:pt x="0" y="1049656"/>
                </a:cubicBezTo>
                <a:moveTo>
                  <a:pt x="125972" y="1002149"/>
                </a:moveTo>
                <a:cubicBezTo>
                  <a:pt x="125972" y="1020505"/>
                  <a:pt x="140853" y="1035386"/>
                  <a:pt x="159210" y="1035386"/>
                </a:cubicBezTo>
                <a:cubicBezTo>
                  <a:pt x="177567" y="1035386"/>
                  <a:pt x="192448" y="1020505"/>
                  <a:pt x="192448" y="1002149"/>
                </a:cubicBezTo>
                <a:cubicBezTo>
                  <a:pt x="192448" y="983792"/>
                  <a:pt x="177567" y="968911"/>
                  <a:pt x="159210" y="968911"/>
                </a:cubicBezTo>
                <a:cubicBezTo>
                  <a:pt x="140853" y="968911"/>
                  <a:pt x="125972" y="983792"/>
                  <a:pt x="125972" y="1002149"/>
                </a:cubicBezTo>
                <a:moveTo>
                  <a:pt x="256821" y="941691"/>
                </a:moveTo>
                <a:cubicBezTo>
                  <a:pt x="256821" y="960047"/>
                  <a:pt x="271701" y="974928"/>
                  <a:pt x="290058" y="974928"/>
                </a:cubicBezTo>
                <a:cubicBezTo>
                  <a:pt x="308415" y="974928"/>
                  <a:pt x="323296" y="960047"/>
                  <a:pt x="323296" y="941691"/>
                </a:cubicBezTo>
                <a:cubicBezTo>
                  <a:pt x="323296" y="923334"/>
                  <a:pt x="308415" y="908453"/>
                  <a:pt x="290058" y="908453"/>
                </a:cubicBezTo>
                <a:cubicBezTo>
                  <a:pt x="271701" y="908453"/>
                  <a:pt x="256821" y="923334"/>
                  <a:pt x="256821" y="941691"/>
                </a:cubicBezTo>
                <a:moveTo>
                  <a:pt x="364594" y="877456"/>
                </a:moveTo>
                <a:cubicBezTo>
                  <a:pt x="364594" y="895813"/>
                  <a:pt x="379475" y="910694"/>
                  <a:pt x="397832" y="910694"/>
                </a:cubicBezTo>
                <a:cubicBezTo>
                  <a:pt x="416188" y="910694"/>
                  <a:pt x="431070" y="895813"/>
                  <a:pt x="431070" y="877456"/>
                </a:cubicBezTo>
                <a:cubicBezTo>
                  <a:pt x="431070" y="859099"/>
                  <a:pt x="416188" y="844219"/>
                  <a:pt x="397832" y="844219"/>
                </a:cubicBezTo>
                <a:cubicBezTo>
                  <a:pt x="379475" y="844219"/>
                  <a:pt x="364594" y="859099"/>
                  <a:pt x="364594" y="877456"/>
                </a:cubicBezTo>
                <a:moveTo>
                  <a:pt x="504257" y="820760"/>
                </a:moveTo>
                <a:cubicBezTo>
                  <a:pt x="504257" y="839117"/>
                  <a:pt x="519138" y="853998"/>
                  <a:pt x="537495" y="853998"/>
                </a:cubicBezTo>
                <a:cubicBezTo>
                  <a:pt x="555851" y="853998"/>
                  <a:pt x="570732" y="839117"/>
                  <a:pt x="570732" y="820760"/>
                </a:cubicBezTo>
                <a:cubicBezTo>
                  <a:pt x="570732" y="802404"/>
                  <a:pt x="555851" y="787523"/>
                  <a:pt x="537495" y="787523"/>
                </a:cubicBezTo>
                <a:cubicBezTo>
                  <a:pt x="519138" y="787523"/>
                  <a:pt x="504257" y="802404"/>
                  <a:pt x="504257" y="820760"/>
                </a:cubicBezTo>
                <a:moveTo>
                  <a:pt x="614446" y="771533"/>
                </a:moveTo>
                <a:cubicBezTo>
                  <a:pt x="614446" y="789889"/>
                  <a:pt x="629327" y="804771"/>
                  <a:pt x="647684" y="804771"/>
                </a:cubicBezTo>
                <a:cubicBezTo>
                  <a:pt x="666041" y="804771"/>
                  <a:pt x="680922" y="789889"/>
                  <a:pt x="680922" y="771533"/>
                </a:cubicBezTo>
                <a:cubicBezTo>
                  <a:pt x="680922" y="753176"/>
                  <a:pt x="666041" y="738296"/>
                  <a:pt x="647684" y="738296"/>
                </a:cubicBezTo>
                <a:cubicBezTo>
                  <a:pt x="629327" y="738296"/>
                  <a:pt x="614446" y="753176"/>
                  <a:pt x="614446" y="771533"/>
                </a:cubicBezTo>
                <a:moveTo>
                  <a:pt x="769626" y="724493"/>
                </a:moveTo>
                <a:cubicBezTo>
                  <a:pt x="769626" y="742849"/>
                  <a:pt x="784507" y="757730"/>
                  <a:pt x="802863" y="757730"/>
                </a:cubicBezTo>
                <a:cubicBezTo>
                  <a:pt x="821220" y="757730"/>
                  <a:pt x="836101" y="742849"/>
                  <a:pt x="836101" y="724493"/>
                </a:cubicBezTo>
                <a:cubicBezTo>
                  <a:pt x="836101" y="706136"/>
                  <a:pt x="821220" y="691255"/>
                  <a:pt x="802863" y="691255"/>
                </a:cubicBezTo>
                <a:cubicBezTo>
                  <a:pt x="784507" y="691255"/>
                  <a:pt x="769626" y="706136"/>
                  <a:pt x="769626" y="724493"/>
                </a:cubicBezTo>
                <a:moveTo>
                  <a:pt x="890079" y="689737"/>
                </a:moveTo>
                <a:cubicBezTo>
                  <a:pt x="890079" y="708094"/>
                  <a:pt x="904960" y="722975"/>
                  <a:pt x="923317" y="722975"/>
                </a:cubicBezTo>
                <a:cubicBezTo>
                  <a:pt x="941673" y="722975"/>
                  <a:pt x="956554" y="708094"/>
                  <a:pt x="956554" y="689737"/>
                </a:cubicBezTo>
                <a:cubicBezTo>
                  <a:pt x="956554" y="671380"/>
                  <a:pt x="941673" y="656500"/>
                  <a:pt x="923317" y="656500"/>
                </a:cubicBezTo>
                <a:cubicBezTo>
                  <a:pt x="904960" y="656500"/>
                  <a:pt x="890079" y="671380"/>
                  <a:pt x="890079" y="689737"/>
                </a:cubicBezTo>
                <a:moveTo>
                  <a:pt x="1002990" y="519992"/>
                </a:moveTo>
                <a:cubicBezTo>
                  <a:pt x="1002990" y="538349"/>
                  <a:pt x="1017871" y="553230"/>
                  <a:pt x="1036227" y="553230"/>
                </a:cubicBezTo>
                <a:cubicBezTo>
                  <a:pt x="1054584" y="553230"/>
                  <a:pt x="1069465" y="538349"/>
                  <a:pt x="1069465" y="519992"/>
                </a:cubicBezTo>
                <a:cubicBezTo>
                  <a:pt x="1069465" y="501635"/>
                  <a:pt x="1054584" y="486755"/>
                  <a:pt x="1036227" y="486755"/>
                </a:cubicBezTo>
                <a:cubicBezTo>
                  <a:pt x="1017871" y="486755"/>
                  <a:pt x="1002990" y="501635"/>
                  <a:pt x="1002990" y="519992"/>
                </a:cubicBezTo>
                <a:moveTo>
                  <a:pt x="1132309" y="511338"/>
                </a:moveTo>
                <a:cubicBezTo>
                  <a:pt x="1132309" y="529695"/>
                  <a:pt x="1147190" y="544576"/>
                  <a:pt x="1165547" y="544576"/>
                </a:cubicBezTo>
                <a:cubicBezTo>
                  <a:pt x="1183904" y="544576"/>
                  <a:pt x="1198784" y="529695"/>
                  <a:pt x="1198784" y="511338"/>
                </a:cubicBezTo>
                <a:cubicBezTo>
                  <a:pt x="1198784" y="492982"/>
                  <a:pt x="1183904" y="478101"/>
                  <a:pt x="1165547" y="478101"/>
                </a:cubicBezTo>
                <a:cubicBezTo>
                  <a:pt x="1147190" y="478101"/>
                  <a:pt x="1132309" y="492982"/>
                  <a:pt x="1132309" y="511338"/>
                </a:cubicBezTo>
                <a:moveTo>
                  <a:pt x="1277565" y="436834"/>
                </a:moveTo>
                <a:cubicBezTo>
                  <a:pt x="1277565" y="455190"/>
                  <a:pt x="1292446" y="470071"/>
                  <a:pt x="1310802" y="470071"/>
                </a:cubicBezTo>
                <a:cubicBezTo>
                  <a:pt x="1329159" y="470071"/>
                  <a:pt x="1344040" y="455190"/>
                  <a:pt x="1344040" y="436834"/>
                </a:cubicBezTo>
                <a:cubicBezTo>
                  <a:pt x="1344040" y="418477"/>
                  <a:pt x="1329159" y="403596"/>
                  <a:pt x="1310802" y="403596"/>
                </a:cubicBezTo>
                <a:cubicBezTo>
                  <a:pt x="1292446" y="403596"/>
                  <a:pt x="1277565" y="418477"/>
                  <a:pt x="1277565" y="436834"/>
                </a:cubicBezTo>
                <a:moveTo>
                  <a:pt x="1392633" y="438334"/>
                </a:moveTo>
                <a:cubicBezTo>
                  <a:pt x="1392633" y="456690"/>
                  <a:pt x="1407514" y="471571"/>
                  <a:pt x="1425871" y="471571"/>
                </a:cubicBezTo>
                <a:cubicBezTo>
                  <a:pt x="1444227" y="471571"/>
                  <a:pt x="1459108" y="456690"/>
                  <a:pt x="1459108" y="438334"/>
                </a:cubicBezTo>
                <a:cubicBezTo>
                  <a:pt x="1459108" y="419977"/>
                  <a:pt x="1444227" y="405096"/>
                  <a:pt x="1425871" y="405096"/>
                </a:cubicBezTo>
                <a:cubicBezTo>
                  <a:pt x="1407514" y="405096"/>
                  <a:pt x="1392633" y="419977"/>
                  <a:pt x="1392633" y="438334"/>
                </a:cubicBezTo>
                <a:moveTo>
                  <a:pt x="1532658" y="386440"/>
                </a:moveTo>
                <a:cubicBezTo>
                  <a:pt x="1532658" y="404797"/>
                  <a:pt x="1547539" y="419678"/>
                  <a:pt x="1565895" y="419678"/>
                </a:cubicBezTo>
                <a:cubicBezTo>
                  <a:pt x="1584252" y="419678"/>
                  <a:pt x="1599133" y="404797"/>
                  <a:pt x="1599133" y="386440"/>
                </a:cubicBezTo>
                <a:cubicBezTo>
                  <a:pt x="1599133" y="368084"/>
                  <a:pt x="1584252" y="353203"/>
                  <a:pt x="1565895" y="353203"/>
                </a:cubicBezTo>
                <a:cubicBezTo>
                  <a:pt x="1547539" y="353203"/>
                  <a:pt x="1532658" y="368084"/>
                  <a:pt x="1532658" y="386440"/>
                </a:cubicBezTo>
                <a:moveTo>
                  <a:pt x="1648158" y="348651"/>
                </a:moveTo>
                <a:cubicBezTo>
                  <a:pt x="1648158" y="367008"/>
                  <a:pt x="1663039" y="381889"/>
                  <a:pt x="1681396" y="381889"/>
                </a:cubicBezTo>
                <a:cubicBezTo>
                  <a:pt x="1699752" y="381889"/>
                  <a:pt x="1714634" y="367008"/>
                  <a:pt x="1714634" y="348651"/>
                </a:cubicBezTo>
                <a:cubicBezTo>
                  <a:pt x="1714634" y="330295"/>
                  <a:pt x="1699752" y="315414"/>
                  <a:pt x="1681396" y="315414"/>
                </a:cubicBezTo>
                <a:cubicBezTo>
                  <a:pt x="1663039" y="315414"/>
                  <a:pt x="1648158" y="330295"/>
                  <a:pt x="1648158" y="348651"/>
                </a:cubicBezTo>
                <a:moveTo>
                  <a:pt x="1790589" y="301495"/>
                </a:moveTo>
                <a:cubicBezTo>
                  <a:pt x="1790589" y="319852"/>
                  <a:pt x="1805470" y="334733"/>
                  <a:pt x="1823827" y="334733"/>
                </a:cubicBezTo>
                <a:cubicBezTo>
                  <a:pt x="1842184" y="334733"/>
                  <a:pt x="1857064" y="319852"/>
                  <a:pt x="1857064" y="301495"/>
                </a:cubicBezTo>
                <a:cubicBezTo>
                  <a:pt x="1857064" y="283138"/>
                  <a:pt x="1842184" y="268257"/>
                  <a:pt x="1823827" y="268257"/>
                </a:cubicBezTo>
                <a:cubicBezTo>
                  <a:pt x="1805470" y="268257"/>
                  <a:pt x="1790589" y="283138"/>
                  <a:pt x="1790589" y="301495"/>
                </a:cubicBezTo>
                <a:moveTo>
                  <a:pt x="1908514" y="233175"/>
                </a:moveTo>
                <a:cubicBezTo>
                  <a:pt x="1908514" y="251531"/>
                  <a:pt x="1923394" y="266412"/>
                  <a:pt x="1941751" y="266412"/>
                </a:cubicBezTo>
                <a:cubicBezTo>
                  <a:pt x="1960107" y="266412"/>
                  <a:pt x="1974989" y="251531"/>
                  <a:pt x="1974989" y="233175"/>
                </a:cubicBezTo>
                <a:cubicBezTo>
                  <a:pt x="1974989" y="214818"/>
                  <a:pt x="1960107" y="199937"/>
                  <a:pt x="1941751" y="199937"/>
                </a:cubicBezTo>
                <a:cubicBezTo>
                  <a:pt x="1923394" y="199937"/>
                  <a:pt x="1908514" y="214818"/>
                  <a:pt x="1908514" y="233175"/>
                </a:cubicBezTo>
                <a:moveTo>
                  <a:pt x="2051090" y="202286"/>
                </a:moveTo>
                <a:cubicBezTo>
                  <a:pt x="2051090" y="220642"/>
                  <a:pt x="2065971" y="235523"/>
                  <a:pt x="2084327" y="235523"/>
                </a:cubicBezTo>
                <a:cubicBezTo>
                  <a:pt x="2102684" y="235523"/>
                  <a:pt x="2117565" y="220642"/>
                  <a:pt x="2117565" y="202286"/>
                </a:cubicBezTo>
                <a:cubicBezTo>
                  <a:pt x="2117565" y="183929"/>
                  <a:pt x="2102684" y="169048"/>
                  <a:pt x="2084327" y="169048"/>
                </a:cubicBezTo>
                <a:cubicBezTo>
                  <a:pt x="2065971" y="169048"/>
                  <a:pt x="2051090" y="183929"/>
                  <a:pt x="2051090" y="202286"/>
                </a:cubicBezTo>
                <a:moveTo>
                  <a:pt x="2169031" y="170025"/>
                </a:moveTo>
                <a:cubicBezTo>
                  <a:pt x="2169031" y="188381"/>
                  <a:pt x="2183912" y="203263"/>
                  <a:pt x="2202268" y="203263"/>
                </a:cubicBezTo>
                <a:cubicBezTo>
                  <a:pt x="2220625" y="203263"/>
                  <a:pt x="2235506" y="188381"/>
                  <a:pt x="2235506" y="170025"/>
                </a:cubicBezTo>
                <a:cubicBezTo>
                  <a:pt x="2235506" y="151668"/>
                  <a:pt x="2220625" y="136787"/>
                  <a:pt x="2202268" y="136787"/>
                </a:cubicBezTo>
                <a:cubicBezTo>
                  <a:pt x="2183912" y="136787"/>
                  <a:pt x="2169031" y="151668"/>
                  <a:pt x="2169031" y="170025"/>
                </a:cubicBezTo>
                <a:moveTo>
                  <a:pt x="2304134" y="134773"/>
                </a:moveTo>
                <a:cubicBezTo>
                  <a:pt x="2304134" y="153129"/>
                  <a:pt x="2319015" y="168011"/>
                  <a:pt x="2337372" y="168011"/>
                </a:cubicBezTo>
                <a:cubicBezTo>
                  <a:pt x="2355729" y="168011"/>
                  <a:pt x="2370610" y="153129"/>
                  <a:pt x="2370610" y="134773"/>
                </a:cubicBezTo>
                <a:cubicBezTo>
                  <a:pt x="2370610" y="116416"/>
                  <a:pt x="2355729" y="101536"/>
                  <a:pt x="2337372" y="101536"/>
                </a:cubicBezTo>
                <a:cubicBezTo>
                  <a:pt x="2319015" y="101536"/>
                  <a:pt x="2304134" y="116416"/>
                  <a:pt x="2304134" y="134773"/>
                </a:cubicBezTo>
                <a:moveTo>
                  <a:pt x="2417126" y="116579"/>
                </a:moveTo>
                <a:cubicBezTo>
                  <a:pt x="2417126" y="134935"/>
                  <a:pt x="2432007" y="149816"/>
                  <a:pt x="2450363" y="149816"/>
                </a:cubicBezTo>
                <a:cubicBezTo>
                  <a:pt x="2468720" y="149816"/>
                  <a:pt x="2483601" y="134935"/>
                  <a:pt x="2483601" y="116579"/>
                </a:cubicBezTo>
                <a:cubicBezTo>
                  <a:pt x="2483601" y="98222"/>
                  <a:pt x="2468720" y="83341"/>
                  <a:pt x="2450363" y="83341"/>
                </a:cubicBezTo>
                <a:cubicBezTo>
                  <a:pt x="2432007" y="83341"/>
                  <a:pt x="2417126" y="98222"/>
                  <a:pt x="2417126" y="116579"/>
                </a:cubicBezTo>
                <a:moveTo>
                  <a:pt x="2559647" y="80355"/>
                </a:moveTo>
                <a:cubicBezTo>
                  <a:pt x="2559647" y="98712"/>
                  <a:pt x="2574528" y="113593"/>
                  <a:pt x="2592885" y="113593"/>
                </a:cubicBezTo>
                <a:cubicBezTo>
                  <a:pt x="2611241" y="113593"/>
                  <a:pt x="2626122" y="98712"/>
                  <a:pt x="2626122" y="80355"/>
                </a:cubicBezTo>
                <a:cubicBezTo>
                  <a:pt x="2626122" y="61998"/>
                  <a:pt x="2611241" y="47118"/>
                  <a:pt x="2592885" y="47118"/>
                </a:cubicBezTo>
                <a:cubicBezTo>
                  <a:pt x="2574528" y="47118"/>
                  <a:pt x="2559647" y="61998"/>
                  <a:pt x="2559647" y="80355"/>
                </a:cubicBezTo>
                <a:moveTo>
                  <a:pt x="2672727" y="64339"/>
                </a:moveTo>
                <a:cubicBezTo>
                  <a:pt x="2672727" y="82696"/>
                  <a:pt x="2687609" y="97576"/>
                  <a:pt x="2705965" y="97576"/>
                </a:cubicBezTo>
                <a:cubicBezTo>
                  <a:pt x="2724322" y="97576"/>
                  <a:pt x="2739203" y="82696"/>
                  <a:pt x="2739203" y="64339"/>
                </a:cubicBezTo>
                <a:cubicBezTo>
                  <a:pt x="2739203" y="45982"/>
                  <a:pt x="2724322" y="31101"/>
                  <a:pt x="2705965" y="31101"/>
                </a:cubicBezTo>
                <a:cubicBezTo>
                  <a:pt x="2687609" y="31101"/>
                  <a:pt x="2672727" y="45982"/>
                  <a:pt x="2672727" y="64339"/>
                </a:cubicBezTo>
                <a:moveTo>
                  <a:pt x="2807795" y="33237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FF7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CF7AB-F97A-4C00-B8E9-BC343646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1005931"/>
            <a:ext cx="2807795" cy="1171878"/>
          </a:xfrm>
          <a:custGeom xmlns:a="http://schemas.openxmlformats.org/drawingml/2006/main">
            <a:pathLst>
              <a:path w="2807795" h="1171878" fill="none">
                <a:moveTo>
                  <a:pt x="0" y="1171878"/>
                </a:moveTo>
                <a:lnTo>
                  <a:pt x="125972" y="1141868"/>
                </a:lnTo>
                <a:lnTo>
                  <a:pt x="256820" y="1094444"/>
                </a:lnTo>
                <a:lnTo>
                  <a:pt x="364594" y="1069608"/>
                </a:lnTo>
                <a:lnTo>
                  <a:pt x="504257" y="383076"/>
                </a:lnTo>
                <a:lnTo>
                  <a:pt x="614446" y="351421"/>
                </a:lnTo>
                <a:lnTo>
                  <a:pt x="769626" y="359921"/>
                </a:lnTo>
                <a:lnTo>
                  <a:pt x="890079" y="244124"/>
                </a:lnTo>
                <a:lnTo>
                  <a:pt x="1002990" y="216758"/>
                </a:lnTo>
                <a:lnTo>
                  <a:pt x="1132309" y="872355"/>
                </a:lnTo>
                <a:lnTo>
                  <a:pt x="1277565" y="846331"/>
                </a:lnTo>
                <a:lnTo>
                  <a:pt x="1392633" y="825968"/>
                </a:lnTo>
                <a:lnTo>
                  <a:pt x="1532657" y="801208"/>
                </a:lnTo>
                <a:lnTo>
                  <a:pt x="1648158" y="779432"/>
                </a:lnTo>
                <a:lnTo>
                  <a:pt x="1790589" y="758654"/>
                </a:lnTo>
                <a:lnTo>
                  <a:pt x="1908513" y="742041"/>
                </a:lnTo>
                <a:lnTo>
                  <a:pt x="2051090" y="726512"/>
                </a:lnTo>
                <a:lnTo>
                  <a:pt x="2169031" y="714111"/>
                </a:lnTo>
                <a:lnTo>
                  <a:pt x="2304134" y="22715"/>
                </a:lnTo>
                <a:lnTo>
                  <a:pt x="2417126" y="17648"/>
                </a:lnTo>
                <a:lnTo>
                  <a:pt x="2559647" y="10680"/>
                </a:lnTo>
                <a:lnTo>
                  <a:pt x="2672727" y="4172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FFAA00"/>
            </a:solidFill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3D1702-4407-47A3-B30C-5E4DAF95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972694"/>
            <a:ext cx="2874271" cy="1238353"/>
          </a:xfrm>
          <a:custGeom xmlns:a="http://schemas.openxmlformats.org/drawingml/2006/main">
            <a:pathLst>
              <a:path w="2874271" h="1238353">
                <a:moveTo>
                  <a:pt x="0" y="1205115"/>
                </a:moveTo>
                <a:cubicBezTo>
                  <a:pt x="0" y="1223472"/>
                  <a:pt x="14881" y="1238353"/>
                  <a:pt x="33238" y="1238353"/>
                </a:cubicBezTo>
                <a:cubicBezTo>
                  <a:pt x="51594" y="1238353"/>
                  <a:pt x="66475" y="1223472"/>
                  <a:pt x="66475" y="1205115"/>
                </a:cubicBezTo>
                <a:cubicBezTo>
                  <a:pt x="66475" y="1186759"/>
                  <a:pt x="51594" y="1171878"/>
                  <a:pt x="33238" y="1171878"/>
                </a:cubicBezTo>
                <a:cubicBezTo>
                  <a:pt x="14881" y="1171878"/>
                  <a:pt x="0" y="1186759"/>
                  <a:pt x="0" y="1205115"/>
                </a:cubicBezTo>
                <a:moveTo>
                  <a:pt x="125972" y="1175106"/>
                </a:moveTo>
                <a:cubicBezTo>
                  <a:pt x="125972" y="1193462"/>
                  <a:pt x="140853" y="1208343"/>
                  <a:pt x="159210" y="1208343"/>
                </a:cubicBezTo>
                <a:cubicBezTo>
                  <a:pt x="177567" y="1208343"/>
                  <a:pt x="192448" y="1193462"/>
                  <a:pt x="192448" y="1175106"/>
                </a:cubicBezTo>
                <a:cubicBezTo>
                  <a:pt x="192448" y="1156749"/>
                  <a:pt x="177567" y="1141868"/>
                  <a:pt x="159210" y="1141868"/>
                </a:cubicBezTo>
                <a:cubicBezTo>
                  <a:pt x="140853" y="1141868"/>
                  <a:pt x="125972" y="1156749"/>
                  <a:pt x="125972" y="1175106"/>
                </a:cubicBezTo>
                <a:moveTo>
                  <a:pt x="256820" y="1127682"/>
                </a:moveTo>
                <a:cubicBezTo>
                  <a:pt x="256820" y="1146038"/>
                  <a:pt x="271701" y="1160919"/>
                  <a:pt x="290058" y="1160919"/>
                </a:cubicBezTo>
                <a:cubicBezTo>
                  <a:pt x="308415" y="1160919"/>
                  <a:pt x="323295" y="1146038"/>
                  <a:pt x="323295" y="1127682"/>
                </a:cubicBezTo>
                <a:cubicBezTo>
                  <a:pt x="323295" y="1109325"/>
                  <a:pt x="308415" y="1094444"/>
                  <a:pt x="290058" y="1094444"/>
                </a:cubicBezTo>
                <a:cubicBezTo>
                  <a:pt x="271701" y="1094444"/>
                  <a:pt x="256820" y="1109325"/>
                  <a:pt x="256820" y="1127682"/>
                </a:cubicBezTo>
                <a:moveTo>
                  <a:pt x="364594" y="1102845"/>
                </a:moveTo>
                <a:cubicBezTo>
                  <a:pt x="364594" y="1121202"/>
                  <a:pt x="379475" y="1136083"/>
                  <a:pt x="397832" y="1136083"/>
                </a:cubicBezTo>
                <a:cubicBezTo>
                  <a:pt x="416188" y="1136083"/>
                  <a:pt x="431069" y="1121202"/>
                  <a:pt x="431069" y="1102845"/>
                </a:cubicBezTo>
                <a:cubicBezTo>
                  <a:pt x="431069" y="1084488"/>
                  <a:pt x="416188" y="1069607"/>
                  <a:pt x="397832" y="1069607"/>
                </a:cubicBezTo>
                <a:cubicBezTo>
                  <a:pt x="379475" y="1069607"/>
                  <a:pt x="364594" y="1084488"/>
                  <a:pt x="364594" y="1102845"/>
                </a:cubicBezTo>
                <a:moveTo>
                  <a:pt x="504257" y="416313"/>
                </a:moveTo>
                <a:cubicBezTo>
                  <a:pt x="504257" y="434670"/>
                  <a:pt x="519138" y="449551"/>
                  <a:pt x="537495" y="449551"/>
                </a:cubicBezTo>
                <a:cubicBezTo>
                  <a:pt x="555851" y="449551"/>
                  <a:pt x="570732" y="434670"/>
                  <a:pt x="570732" y="416313"/>
                </a:cubicBezTo>
                <a:cubicBezTo>
                  <a:pt x="570732" y="397956"/>
                  <a:pt x="555851" y="383076"/>
                  <a:pt x="537495" y="383076"/>
                </a:cubicBezTo>
                <a:cubicBezTo>
                  <a:pt x="519138" y="383076"/>
                  <a:pt x="504257" y="397956"/>
                  <a:pt x="504257" y="416313"/>
                </a:cubicBezTo>
                <a:moveTo>
                  <a:pt x="614446" y="384659"/>
                </a:moveTo>
                <a:cubicBezTo>
                  <a:pt x="614446" y="403015"/>
                  <a:pt x="629327" y="417896"/>
                  <a:pt x="647684" y="417896"/>
                </a:cubicBezTo>
                <a:cubicBezTo>
                  <a:pt x="666040" y="417896"/>
                  <a:pt x="680921" y="403015"/>
                  <a:pt x="680921" y="384659"/>
                </a:cubicBezTo>
                <a:cubicBezTo>
                  <a:pt x="680921" y="366302"/>
                  <a:pt x="666040" y="351421"/>
                  <a:pt x="647684" y="351421"/>
                </a:cubicBezTo>
                <a:cubicBezTo>
                  <a:pt x="629327" y="351421"/>
                  <a:pt x="614446" y="366302"/>
                  <a:pt x="614446" y="384659"/>
                </a:cubicBezTo>
                <a:moveTo>
                  <a:pt x="769626" y="393158"/>
                </a:moveTo>
                <a:cubicBezTo>
                  <a:pt x="769626" y="411514"/>
                  <a:pt x="784506" y="426396"/>
                  <a:pt x="802863" y="426396"/>
                </a:cubicBezTo>
                <a:cubicBezTo>
                  <a:pt x="821220" y="426396"/>
                  <a:pt x="836101" y="411514"/>
                  <a:pt x="836101" y="393158"/>
                </a:cubicBezTo>
                <a:cubicBezTo>
                  <a:pt x="836101" y="374801"/>
                  <a:pt x="821220" y="359920"/>
                  <a:pt x="802863" y="359920"/>
                </a:cubicBezTo>
                <a:cubicBezTo>
                  <a:pt x="784506" y="359920"/>
                  <a:pt x="769626" y="374801"/>
                  <a:pt x="769626" y="393158"/>
                </a:cubicBezTo>
                <a:moveTo>
                  <a:pt x="890079" y="277362"/>
                </a:moveTo>
                <a:cubicBezTo>
                  <a:pt x="890079" y="295718"/>
                  <a:pt x="904960" y="310599"/>
                  <a:pt x="923317" y="310599"/>
                </a:cubicBezTo>
                <a:cubicBezTo>
                  <a:pt x="941673" y="310599"/>
                  <a:pt x="956554" y="295718"/>
                  <a:pt x="956554" y="277362"/>
                </a:cubicBezTo>
                <a:cubicBezTo>
                  <a:pt x="956554" y="259005"/>
                  <a:pt x="941673" y="244124"/>
                  <a:pt x="923317" y="244124"/>
                </a:cubicBezTo>
                <a:cubicBezTo>
                  <a:pt x="904960" y="244124"/>
                  <a:pt x="890079" y="259005"/>
                  <a:pt x="890079" y="277362"/>
                </a:cubicBezTo>
                <a:moveTo>
                  <a:pt x="1002990" y="249996"/>
                </a:moveTo>
                <a:cubicBezTo>
                  <a:pt x="1002990" y="268352"/>
                  <a:pt x="1017871" y="283233"/>
                  <a:pt x="1036227" y="283233"/>
                </a:cubicBezTo>
                <a:cubicBezTo>
                  <a:pt x="1054584" y="283233"/>
                  <a:pt x="1069465" y="268352"/>
                  <a:pt x="1069465" y="249996"/>
                </a:cubicBezTo>
                <a:cubicBezTo>
                  <a:pt x="1069465" y="231639"/>
                  <a:pt x="1054584" y="216758"/>
                  <a:pt x="1036227" y="216758"/>
                </a:cubicBezTo>
                <a:cubicBezTo>
                  <a:pt x="1017871" y="216758"/>
                  <a:pt x="1002990" y="231639"/>
                  <a:pt x="1002990" y="249996"/>
                </a:cubicBezTo>
                <a:moveTo>
                  <a:pt x="1132309" y="905592"/>
                </a:moveTo>
                <a:cubicBezTo>
                  <a:pt x="1132309" y="923949"/>
                  <a:pt x="1147190" y="938830"/>
                  <a:pt x="1165547" y="938830"/>
                </a:cubicBezTo>
                <a:cubicBezTo>
                  <a:pt x="1183903" y="938830"/>
                  <a:pt x="1198784" y="923949"/>
                  <a:pt x="1198784" y="905592"/>
                </a:cubicBezTo>
                <a:cubicBezTo>
                  <a:pt x="1198784" y="887236"/>
                  <a:pt x="1183903" y="872354"/>
                  <a:pt x="1165547" y="872354"/>
                </a:cubicBezTo>
                <a:cubicBezTo>
                  <a:pt x="1147190" y="872354"/>
                  <a:pt x="1132309" y="887236"/>
                  <a:pt x="1132309" y="905592"/>
                </a:cubicBezTo>
                <a:moveTo>
                  <a:pt x="1277565" y="879569"/>
                </a:moveTo>
                <a:cubicBezTo>
                  <a:pt x="1277565" y="897925"/>
                  <a:pt x="1292446" y="912806"/>
                  <a:pt x="1310802" y="912806"/>
                </a:cubicBezTo>
                <a:cubicBezTo>
                  <a:pt x="1329159" y="912806"/>
                  <a:pt x="1344040" y="897925"/>
                  <a:pt x="1344040" y="879569"/>
                </a:cubicBezTo>
                <a:cubicBezTo>
                  <a:pt x="1344040" y="861212"/>
                  <a:pt x="1329159" y="846331"/>
                  <a:pt x="1310802" y="846331"/>
                </a:cubicBezTo>
                <a:cubicBezTo>
                  <a:pt x="1292446" y="846331"/>
                  <a:pt x="1277565" y="861212"/>
                  <a:pt x="1277565" y="879569"/>
                </a:cubicBezTo>
                <a:moveTo>
                  <a:pt x="1392633" y="859205"/>
                </a:moveTo>
                <a:cubicBezTo>
                  <a:pt x="1392633" y="877562"/>
                  <a:pt x="1407514" y="892443"/>
                  <a:pt x="1425870" y="892443"/>
                </a:cubicBezTo>
                <a:cubicBezTo>
                  <a:pt x="1444227" y="892443"/>
                  <a:pt x="1459108" y="877562"/>
                  <a:pt x="1459108" y="859205"/>
                </a:cubicBezTo>
                <a:cubicBezTo>
                  <a:pt x="1459108" y="840849"/>
                  <a:pt x="1444227" y="825968"/>
                  <a:pt x="1425870" y="825968"/>
                </a:cubicBezTo>
                <a:cubicBezTo>
                  <a:pt x="1407514" y="825968"/>
                  <a:pt x="1392633" y="840849"/>
                  <a:pt x="1392633" y="859205"/>
                </a:cubicBezTo>
                <a:moveTo>
                  <a:pt x="1532657" y="834445"/>
                </a:moveTo>
                <a:cubicBezTo>
                  <a:pt x="1532657" y="852801"/>
                  <a:pt x="1547538" y="867683"/>
                  <a:pt x="1565895" y="867683"/>
                </a:cubicBezTo>
                <a:cubicBezTo>
                  <a:pt x="1584252" y="867683"/>
                  <a:pt x="1599132" y="852801"/>
                  <a:pt x="1599132" y="834445"/>
                </a:cubicBezTo>
                <a:cubicBezTo>
                  <a:pt x="1599132" y="816088"/>
                  <a:pt x="1584252" y="801207"/>
                  <a:pt x="1565895" y="801207"/>
                </a:cubicBezTo>
                <a:cubicBezTo>
                  <a:pt x="1547538" y="801207"/>
                  <a:pt x="1532657" y="816088"/>
                  <a:pt x="1532657" y="834445"/>
                </a:cubicBezTo>
                <a:moveTo>
                  <a:pt x="1648158" y="812669"/>
                </a:moveTo>
                <a:cubicBezTo>
                  <a:pt x="1648158" y="831026"/>
                  <a:pt x="1663039" y="845906"/>
                  <a:pt x="1681396" y="845906"/>
                </a:cubicBezTo>
                <a:cubicBezTo>
                  <a:pt x="1699752" y="845906"/>
                  <a:pt x="1714633" y="831026"/>
                  <a:pt x="1714633" y="812669"/>
                </a:cubicBezTo>
                <a:cubicBezTo>
                  <a:pt x="1714633" y="794313"/>
                  <a:pt x="1699752" y="779431"/>
                  <a:pt x="1681396" y="779431"/>
                </a:cubicBezTo>
                <a:cubicBezTo>
                  <a:pt x="1663039" y="779431"/>
                  <a:pt x="1648158" y="794313"/>
                  <a:pt x="1648158" y="812669"/>
                </a:cubicBezTo>
                <a:moveTo>
                  <a:pt x="1790589" y="791891"/>
                </a:moveTo>
                <a:cubicBezTo>
                  <a:pt x="1790589" y="810248"/>
                  <a:pt x="1805470" y="825128"/>
                  <a:pt x="1823827" y="825128"/>
                </a:cubicBezTo>
                <a:cubicBezTo>
                  <a:pt x="1842183" y="825128"/>
                  <a:pt x="1857064" y="810248"/>
                  <a:pt x="1857064" y="791891"/>
                </a:cubicBezTo>
                <a:cubicBezTo>
                  <a:pt x="1857064" y="773534"/>
                  <a:pt x="1842183" y="758653"/>
                  <a:pt x="1823827" y="758653"/>
                </a:cubicBezTo>
                <a:cubicBezTo>
                  <a:pt x="1805470" y="758653"/>
                  <a:pt x="1790589" y="773534"/>
                  <a:pt x="1790589" y="791891"/>
                </a:cubicBezTo>
                <a:moveTo>
                  <a:pt x="1908513" y="775278"/>
                </a:moveTo>
                <a:cubicBezTo>
                  <a:pt x="1908513" y="793635"/>
                  <a:pt x="1923394" y="808516"/>
                  <a:pt x="1941751" y="808516"/>
                </a:cubicBezTo>
                <a:cubicBezTo>
                  <a:pt x="1960107" y="808516"/>
                  <a:pt x="1974988" y="793635"/>
                  <a:pt x="1974988" y="775278"/>
                </a:cubicBezTo>
                <a:cubicBezTo>
                  <a:pt x="1974988" y="756922"/>
                  <a:pt x="1960107" y="742040"/>
                  <a:pt x="1941751" y="742040"/>
                </a:cubicBezTo>
                <a:cubicBezTo>
                  <a:pt x="1923394" y="742040"/>
                  <a:pt x="1908513" y="756922"/>
                  <a:pt x="1908513" y="775278"/>
                </a:cubicBezTo>
                <a:moveTo>
                  <a:pt x="2051090" y="759749"/>
                </a:moveTo>
                <a:cubicBezTo>
                  <a:pt x="2051090" y="778106"/>
                  <a:pt x="2065971" y="792987"/>
                  <a:pt x="2084327" y="792987"/>
                </a:cubicBezTo>
                <a:cubicBezTo>
                  <a:pt x="2102684" y="792987"/>
                  <a:pt x="2117565" y="778106"/>
                  <a:pt x="2117565" y="759749"/>
                </a:cubicBezTo>
                <a:cubicBezTo>
                  <a:pt x="2117565" y="741392"/>
                  <a:pt x="2102684" y="726512"/>
                  <a:pt x="2084327" y="726512"/>
                </a:cubicBezTo>
                <a:cubicBezTo>
                  <a:pt x="2065971" y="726512"/>
                  <a:pt x="2051090" y="741392"/>
                  <a:pt x="2051090" y="759749"/>
                </a:cubicBezTo>
                <a:moveTo>
                  <a:pt x="2169031" y="747348"/>
                </a:moveTo>
                <a:cubicBezTo>
                  <a:pt x="2169031" y="765705"/>
                  <a:pt x="2183912" y="780586"/>
                  <a:pt x="2202268" y="780586"/>
                </a:cubicBezTo>
                <a:cubicBezTo>
                  <a:pt x="2220625" y="780586"/>
                  <a:pt x="2235506" y="765705"/>
                  <a:pt x="2235506" y="747348"/>
                </a:cubicBezTo>
                <a:cubicBezTo>
                  <a:pt x="2235506" y="728992"/>
                  <a:pt x="2220625" y="714111"/>
                  <a:pt x="2202268" y="714111"/>
                </a:cubicBezTo>
                <a:cubicBezTo>
                  <a:pt x="2183912" y="714111"/>
                  <a:pt x="2169031" y="728992"/>
                  <a:pt x="2169031" y="747348"/>
                </a:cubicBezTo>
                <a:moveTo>
                  <a:pt x="2304134" y="55953"/>
                </a:moveTo>
                <a:cubicBezTo>
                  <a:pt x="2304134" y="74309"/>
                  <a:pt x="2319015" y="89191"/>
                  <a:pt x="2337372" y="89191"/>
                </a:cubicBezTo>
                <a:cubicBezTo>
                  <a:pt x="2355728" y="89191"/>
                  <a:pt x="2370609" y="74309"/>
                  <a:pt x="2370609" y="55953"/>
                </a:cubicBezTo>
                <a:cubicBezTo>
                  <a:pt x="2370609" y="37596"/>
                  <a:pt x="2355728" y="22715"/>
                  <a:pt x="2337372" y="22715"/>
                </a:cubicBezTo>
                <a:cubicBezTo>
                  <a:pt x="2319015" y="22715"/>
                  <a:pt x="2304134" y="37596"/>
                  <a:pt x="2304134" y="55953"/>
                </a:cubicBezTo>
                <a:moveTo>
                  <a:pt x="2417126" y="50885"/>
                </a:moveTo>
                <a:cubicBezTo>
                  <a:pt x="2417126" y="69242"/>
                  <a:pt x="2432007" y="84123"/>
                  <a:pt x="2450363" y="84123"/>
                </a:cubicBezTo>
                <a:cubicBezTo>
                  <a:pt x="2468720" y="84123"/>
                  <a:pt x="2483601" y="69242"/>
                  <a:pt x="2483601" y="50885"/>
                </a:cubicBezTo>
                <a:cubicBezTo>
                  <a:pt x="2483601" y="32529"/>
                  <a:pt x="2468720" y="17648"/>
                  <a:pt x="2450363" y="17648"/>
                </a:cubicBezTo>
                <a:cubicBezTo>
                  <a:pt x="2432007" y="17648"/>
                  <a:pt x="2417126" y="32529"/>
                  <a:pt x="2417126" y="50885"/>
                </a:cubicBezTo>
                <a:moveTo>
                  <a:pt x="2559647" y="43917"/>
                </a:moveTo>
                <a:cubicBezTo>
                  <a:pt x="2559647" y="62274"/>
                  <a:pt x="2574528" y="77154"/>
                  <a:pt x="2592885" y="77154"/>
                </a:cubicBezTo>
                <a:cubicBezTo>
                  <a:pt x="2611241" y="77154"/>
                  <a:pt x="2626122" y="62274"/>
                  <a:pt x="2626122" y="43917"/>
                </a:cubicBezTo>
                <a:cubicBezTo>
                  <a:pt x="2626122" y="25560"/>
                  <a:pt x="2611241" y="10679"/>
                  <a:pt x="2592885" y="10679"/>
                </a:cubicBezTo>
                <a:cubicBezTo>
                  <a:pt x="2574528" y="10679"/>
                  <a:pt x="2559647" y="25560"/>
                  <a:pt x="2559647" y="43917"/>
                </a:cubicBezTo>
                <a:moveTo>
                  <a:pt x="2672727" y="37409"/>
                </a:moveTo>
                <a:cubicBezTo>
                  <a:pt x="2672727" y="55765"/>
                  <a:pt x="2687608" y="70646"/>
                  <a:pt x="2705965" y="70646"/>
                </a:cubicBezTo>
                <a:cubicBezTo>
                  <a:pt x="2724322" y="70646"/>
                  <a:pt x="2739203" y="55765"/>
                  <a:pt x="2739203" y="37409"/>
                </a:cubicBezTo>
                <a:cubicBezTo>
                  <a:pt x="2739203" y="19052"/>
                  <a:pt x="2724322" y="4171"/>
                  <a:pt x="2705965" y="4171"/>
                </a:cubicBezTo>
                <a:cubicBezTo>
                  <a:pt x="2687608" y="4171"/>
                  <a:pt x="2672727" y="19052"/>
                  <a:pt x="2672727" y="37409"/>
                </a:cubicBezTo>
                <a:moveTo>
                  <a:pt x="2807795" y="33237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FFA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A0A6DA-928A-4B76-9665-FA74D1F5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1384699"/>
            <a:ext cx="2807795" cy="966691"/>
          </a:xfrm>
          <a:custGeom xmlns:a="http://schemas.openxmlformats.org/drawingml/2006/main">
            <a:pathLst>
              <a:path w="2807795" h="966691" fill="none">
                <a:moveTo>
                  <a:pt x="0" y="966691"/>
                </a:moveTo>
                <a:lnTo>
                  <a:pt x="125972" y="947884"/>
                </a:lnTo>
                <a:lnTo>
                  <a:pt x="256820" y="921372"/>
                </a:lnTo>
                <a:lnTo>
                  <a:pt x="364594" y="913223"/>
                </a:lnTo>
                <a:lnTo>
                  <a:pt x="504257" y="884368"/>
                </a:lnTo>
                <a:lnTo>
                  <a:pt x="614446" y="861608"/>
                </a:lnTo>
                <a:lnTo>
                  <a:pt x="769625" y="831997"/>
                </a:lnTo>
                <a:lnTo>
                  <a:pt x="890079" y="813669"/>
                </a:lnTo>
                <a:lnTo>
                  <a:pt x="1002990" y="766452"/>
                </a:lnTo>
                <a:lnTo>
                  <a:pt x="1132309" y="756705"/>
                </a:lnTo>
                <a:lnTo>
                  <a:pt x="1277565" y="734209"/>
                </a:lnTo>
                <a:lnTo>
                  <a:pt x="1392633" y="719982"/>
                </a:lnTo>
                <a:lnTo>
                  <a:pt x="1532658" y="701207"/>
                </a:lnTo>
                <a:lnTo>
                  <a:pt x="1648158" y="685340"/>
                </a:lnTo>
                <a:lnTo>
                  <a:pt x="1790589" y="670908"/>
                </a:lnTo>
                <a:lnTo>
                  <a:pt x="1908513" y="654107"/>
                </a:lnTo>
                <a:lnTo>
                  <a:pt x="2051090" y="636734"/>
                </a:lnTo>
                <a:lnTo>
                  <a:pt x="2169030" y="632371"/>
                </a:lnTo>
                <a:lnTo>
                  <a:pt x="2304134" y="612282"/>
                </a:lnTo>
                <a:lnTo>
                  <a:pt x="2417126" y="603958"/>
                </a:lnTo>
                <a:lnTo>
                  <a:pt x="2559647" y="596885"/>
                </a:lnTo>
                <a:lnTo>
                  <a:pt x="2672727" y="9108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FFAA00"/>
            </a:solidFill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3D188D-F6CA-46A5-87A9-8DEDB3E8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1351462"/>
            <a:ext cx="2874271" cy="1033167"/>
          </a:xfrm>
          <a:custGeom xmlns:a="http://schemas.openxmlformats.org/drawingml/2006/main">
            <a:pathLst>
              <a:path w="2874271" h="1033167">
                <a:moveTo>
                  <a:pt x="0" y="999929"/>
                </a:moveTo>
                <a:cubicBezTo>
                  <a:pt x="0" y="1018286"/>
                  <a:pt x="14881" y="1033167"/>
                  <a:pt x="33238" y="1033167"/>
                </a:cubicBezTo>
                <a:cubicBezTo>
                  <a:pt x="51594" y="1033167"/>
                  <a:pt x="66475" y="1018286"/>
                  <a:pt x="66475" y="999929"/>
                </a:cubicBezTo>
                <a:cubicBezTo>
                  <a:pt x="66475" y="981572"/>
                  <a:pt x="51594" y="966691"/>
                  <a:pt x="33238" y="966691"/>
                </a:cubicBezTo>
                <a:cubicBezTo>
                  <a:pt x="14881" y="966691"/>
                  <a:pt x="0" y="981572"/>
                  <a:pt x="0" y="999929"/>
                </a:cubicBezTo>
                <a:moveTo>
                  <a:pt x="125972" y="981121"/>
                </a:moveTo>
                <a:cubicBezTo>
                  <a:pt x="125972" y="999478"/>
                  <a:pt x="140853" y="1014359"/>
                  <a:pt x="159210" y="1014359"/>
                </a:cubicBezTo>
                <a:cubicBezTo>
                  <a:pt x="177567" y="1014359"/>
                  <a:pt x="192448" y="999478"/>
                  <a:pt x="192448" y="981121"/>
                </a:cubicBezTo>
                <a:cubicBezTo>
                  <a:pt x="192448" y="962765"/>
                  <a:pt x="177567" y="947884"/>
                  <a:pt x="159210" y="947884"/>
                </a:cubicBezTo>
                <a:cubicBezTo>
                  <a:pt x="140853" y="947884"/>
                  <a:pt x="125972" y="962765"/>
                  <a:pt x="125972" y="981121"/>
                </a:cubicBezTo>
                <a:moveTo>
                  <a:pt x="256821" y="954610"/>
                </a:moveTo>
                <a:cubicBezTo>
                  <a:pt x="256821" y="972966"/>
                  <a:pt x="271701" y="987847"/>
                  <a:pt x="290058" y="987847"/>
                </a:cubicBezTo>
                <a:cubicBezTo>
                  <a:pt x="308415" y="987847"/>
                  <a:pt x="323296" y="972966"/>
                  <a:pt x="323296" y="954610"/>
                </a:cubicBezTo>
                <a:cubicBezTo>
                  <a:pt x="323296" y="936253"/>
                  <a:pt x="308415" y="921372"/>
                  <a:pt x="290058" y="921372"/>
                </a:cubicBezTo>
                <a:cubicBezTo>
                  <a:pt x="271701" y="921372"/>
                  <a:pt x="256821" y="936253"/>
                  <a:pt x="256821" y="954610"/>
                </a:cubicBezTo>
                <a:moveTo>
                  <a:pt x="364594" y="946460"/>
                </a:moveTo>
                <a:cubicBezTo>
                  <a:pt x="364594" y="964817"/>
                  <a:pt x="379475" y="979698"/>
                  <a:pt x="397832" y="979698"/>
                </a:cubicBezTo>
                <a:cubicBezTo>
                  <a:pt x="416188" y="979698"/>
                  <a:pt x="431070" y="964817"/>
                  <a:pt x="431070" y="946460"/>
                </a:cubicBezTo>
                <a:cubicBezTo>
                  <a:pt x="431070" y="928104"/>
                  <a:pt x="416188" y="913223"/>
                  <a:pt x="397832" y="913223"/>
                </a:cubicBezTo>
                <a:cubicBezTo>
                  <a:pt x="379475" y="913223"/>
                  <a:pt x="364594" y="928104"/>
                  <a:pt x="364594" y="946460"/>
                </a:cubicBezTo>
                <a:moveTo>
                  <a:pt x="504257" y="917606"/>
                </a:moveTo>
                <a:cubicBezTo>
                  <a:pt x="504257" y="935963"/>
                  <a:pt x="519138" y="950844"/>
                  <a:pt x="537495" y="950844"/>
                </a:cubicBezTo>
                <a:cubicBezTo>
                  <a:pt x="555851" y="950844"/>
                  <a:pt x="570732" y="935963"/>
                  <a:pt x="570732" y="917606"/>
                </a:cubicBezTo>
                <a:cubicBezTo>
                  <a:pt x="570732" y="899249"/>
                  <a:pt x="555851" y="884369"/>
                  <a:pt x="537495" y="884369"/>
                </a:cubicBezTo>
                <a:cubicBezTo>
                  <a:pt x="519138" y="884369"/>
                  <a:pt x="504257" y="899249"/>
                  <a:pt x="504257" y="917606"/>
                </a:cubicBezTo>
                <a:moveTo>
                  <a:pt x="614446" y="894845"/>
                </a:moveTo>
                <a:cubicBezTo>
                  <a:pt x="614446" y="913202"/>
                  <a:pt x="629327" y="928082"/>
                  <a:pt x="647684" y="928082"/>
                </a:cubicBezTo>
                <a:cubicBezTo>
                  <a:pt x="666041" y="928082"/>
                  <a:pt x="680922" y="913202"/>
                  <a:pt x="680922" y="894845"/>
                </a:cubicBezTo>
                <a:cubicBezTo>
                  <a:pt x="680922" y="876489"/>
                  <a:pt x="666041" y="861607"/>
                  <a:pt x="647684" y="861607"/>
                </a:cubicBezTo>
                <a:cubicBezTo>
                  <a:pt x="629327" y="861607"/>
                  <a:pt x="614446" y="876489"/>
                  <a:pt x="614446" y="894845"/>
                </a:cubicBezTo>
                <a:moveTo>
                  <a:pt x="769626" y="865235"/>
                </a:moveTo>
                <a:cubicBezTo>
                  <a:pt x="769626" y="883592"/>
                  <a:pt x="784507" y="898472"/>
                  <a:pt x="802863" y="898472"/>
                </a:cubicBezTo>
                <a:cubicBezTo>
                  <a:pt x="821220" y="898472"/>
                  <a:pt x="836101" y="883592"/>
                  <a:pt x="836101" y="865235"/>
                </a:cubicBezTo>
                <a:cubicBezTo>
                  <a:pt x="836101" y="846878"/>
                  <a:pt x="821220" y="831997"/>
                  <a:pt x="802863" y="831997"/>
                </a:cubicBezTo>
                <a:cubicBezTo>
                  <a:pt x="784507" y="831997"/>
                  <a:pt x="769626" y="846878"/>
                  <a:pt x="769626" y="865235"/>
                </a:cubicBezTo>
                <a:moveTo>
                  <a:pt x="890079" y="846907"/>
                </a:moveTo>
                <a:cubicBezTo>
                  <a:pt x="890079" y="865264"/>
                  <a:pt x="904960" y="880144"/>
                  <a:pt x="923317" y="880144"/>
                </a:cubicBezTo>
                <a:cubicBezTo>
                  <a:pt x="941673" y="880144"/>
                  <a:pt x="956554" y="865264"/>
                  <a:pt x="956554" y="846907"/>
                </a:cubicBezTo>
                <a:cubicBezTo>
                  <a:pt x="956554" y="828550"/>
                  <a:pt x="941673" y="813669"/>
                  <a:pt x="923317" y="813669"/>
                </a:cubicBezTo>
                <a:cubicBezTo>
                  <a:pt x="904960" y="813669"/>
                  <a:pt x="890079" y="828550"/>
                  <a:pt x="890079" y="846907"/>
                </a:cubicBezTo>
                <a:moveTo>
                  <a:pt x="1002990" y="799690"/>
                </a:moveTo>
                <a:cubicBezTo>
                  <a:pt x="1002990" y="818046"/>
                  <a:pt x="1017871" y="832927"/>
                  <a:pt x="1036227" y="832927"/>
                </a:cubicBezTo>
                <a:cubicBezTo>
                  <a:pt x="1054584" y="832927"/>
                  <a:pt x="1069465" y="818046"/>
                  <a:pt x="1069465" y="799690"/>
                </a:cubicBezTo>
                <a:cubicBezTo>
                  <a:pt x="1069465" y="781333"/>
                  <a:pt x="1054584" y="766452"/>
                  <a:pt x="1036227" y="766452"/>
                </a:cubicBezTo>
                <a:cubicBezTo>
                  <a:pt x="1017871" y="766452"/>
                  <a:pt x="1002990" y="781333"/>
                  <a:pt x="1002990" y="799690"/>
                </a:cubicBezTo>
                <a:moveTo>
                  <a:pt x="1132309" y="789942"/>
                </a:moveTo>
                <a:cubicBezTo>
                  <a:pt x="1132309" y="808299"/>
                  <a:pt x="1147190" y="823180"/>
                  <a:pt x="1165547" y="823180"/>
                </a:cubicBezTo>
                <a:cubicBezTo>
                  <a:pt x="1183904" y="823180"/>
                  <a:pt x="1198784" y="808299"/>
                  <a:pt x="1198784" y="789942"/>
                </a:cubicBezTo>
                <a:cubicBezTo>
                  <a:pt x="1198784" y="771586"/>
                  <a:pt x="1183904" y="756704"/>
                  <a:pt x="1165547" y="756704"/>
                </a:cubicBezTo>
                <a:cubicBezTo>
                  <a:pt x="1147190" y="756704"/>
                  <a:pt x="1132309" y="771586"/>
                  <a:pt x="1132309" y="789942"/>
                </a:cubicBezTo>
                <a:moveTo>
                  <a:pt x="1277565" y="767446"/>
                </a:moveTo>
                <a:cubicBezTo>
                  <a:pt x="1277565" y="785803"/>
                  <a:pt x="1292446" y="800684"/>
                  <a:pt x="1310802" y="800684"/>
                </a:cubicBezTo>
                <a:cubicBezTo>
                  <a:pt x="1329159" y="800684"/>
                  <a:pt x="1344040" y="785803"/>
                  <a:pt x="1344040" y="767446"/>
                </a:cubicBezTo>
                <a:cubicBezTo>
                  <a:pt x="1344040" y="749090"/>
                  <a:pt x="1329159" y="734209"/>
                  <a:pt x="1310802" y="734209"/>
                </a:cubicBezTo>
                <a:cubicBezTo>
                  <a:pt x="1292446" y="734209"/>
                  <a:pt x="1277565" y="749090"/>
                  <a:pt x="1277565" y="767446"/>
                </a:cubicBezTo>
                <a:moveTo>
                  <a:pt x="1392633" y="753219"/>
                </a:moveTo>
                <a:cubicBezTo>
                  <a:pt x="1392633" y="771576"/>
                  <a:pt x="1407514" y="786457"/>
                  <a:pt x="1425871" y="786457"/>
                </a:cubicBezTo>
                <a:cubicBezTo>
                  <a:pt x="1444227" y="786457"/>
                  <a:pt x="1459108" y="771576"/>
                  <a:pt x="1459108" y="753219"/>
                </a:cubicBezTo>
                <a:cubicBezTo>
                  <a:pt x="1459108" y="734862"/>
                  <a:pt x="1444227" y="719981"/>
                  <a:pt x="1425871" y="719981"/>
                </a:cubicBezTo>
                <a:cubicBezTo>
                  <a:pt x="1407514" y="719981"/>
                  <a:pt x="1392633" y="734862"/>
                  <a:pt x="1392633" y="753219"/>
                </a:cubicBezTo>
                <a:moveTo>
                  <a:pt x="1532658" y="734444"/>
                </a:moveTo>
                <a:cubicBezTo>
                  <a:pt x="1532658" y="752801"/>
                  <a:pt x="1547539" y="767682"/>
                  <a:pt x="1565895" y="767682"/>
                </a:cubicBezTo>
                <a:cubicBezTo>
                  <a:pt x="1584252" y="767682"/>
                  <a:pt x="1599133" y="752801"/>
                  <a:pt x="1599133" y="734444"/>
                </a:cubicBezTo>
                <a:cubicBezTo>
                  <a:pt x="1599133" y="716088"/>
                  <a:pt x="1584252" y="701207"/>
                  <a:pt x="1565895" y="701207"/>
                </a:cubicBezTo>
                <a:cubicBezTo>
                  <a:pt x="1547539" y="701207"/>
                  <a:pt x="1532658" y="716088"/>
                  <a:pt x="1532658" y="734444"/>
                </a:cubicBezTo>
                <a:moveTo>
                  <a:pt x="1648158" y="718577"/>
                </a:moveTo>
                <a:cubicBezTo>
                  <a:pt x="1648158" y="736934"/>
                  <a:pt x="1663039" y="751815"/>
                  <a:pt x="1681396" y="751815"/>
                </a:cubicBezTo>
                <a:cubicBezTo>
                  <a:pt x="1699752" y="751815"/>
                  <a:pt x="1714634" y="736934"/>
                  <a:pt x="1714634" y="718577"/>
                </a:cubicBezTo>
                <a:cubicBezTo>
                  <a:pt x="1714634" y="700221"/>
                  <a:pt x="1699752" y="685340"/>
                  <a:pt x="1681396" y="685340"/>
                </a:cubicBezTo>
                <a:cubicBezTo>
                  <a:pt x="1663039" y="685340"/>
                  <a:pt x="1648158" y="700221"/>
                  <a:pt x="1648158" y="718577"/>
                </a:cubicBezTo>
                <a:moveTo>
                  <a:pt x="1790589" y="704146"/>
                </a:moveTo>
                <a:cubicBezTo>
                  <a:pt x="1790589" y="722502"/>
                  <a:pt x="1805470" y="737383"/>
                  <a:pt x="1823827" y="737383"/>
                </a:cubicBezTo>
                <a:cubicBezTo>
                  <a:pt x="1842184" y="737383"/>
                  <a:pt x="1857064" y="722502"/>
                  <a:pt x="1857064" y="704146"/>
                </a:cubicBezTo>
                <a:cubicBezTo>
                  <a:pt x="1857064" y="685789"/>
                  <a:pt x="1842184" y="670908"/>
                  <a:pt x="1823827" y="670908"/>
                </a:cubicBezTo>
                <a:cubicBezTo>
                  <a:pt x="1805470" y="670908"/>
                  <a:pt x="1790589" y="685789"/>
                  <a:pt x="1790589" y="704146"/>
                </a:cubicBezTo>
                <a:moveTo>
                  <a:pt x="1908514" y="687345"/>
                </a:moveTo>
                <a:cubicBezTo>
                  <a:pt x="1908514" y="705701"/>
                  <a:pt x="1923394" y="720582"/>
                  <a:pt x="1941751" y="720582"/>
                </a:cubicBezTo>
                <a:cubicBezTo>
                  <a:pt x="1960107" y="720582"/>
                  <a:pt x="1974989" y="705701"/>
                  <a:pt x="1974989" y="687345"/>
                </a:cubicBezTo>
                <a:cubicBezTo>
                  <a:pt x="1974989" y="668988"/>
                  <a:pt x="1960107" y="654107"/>
                  <a:pt x="1941751" y="654107"/>
                </a:cubicBezTo>
                <a:cubicBezTo>
                  <a:pt x="1923394" y="654107"/>
                  <a:pt x="1908514" y="668988"/>
                  <a:pt x="1908514" y="687345"/>
                </a:cubicBezTo>
                <a:moveTo>
                  <a:pt x="2051090" y="669972"/>
                </a:moveTo>
                <a:cubicBezTo>
                  <a:pt x="2051090" y="688328"/>
                  <a:pt x="2065971" y="703209"/>
                  <a:pt x="2084327" y="703209"/>
                </a:cubicBezTo>
                <a:cubicBezTo>
                  <a:pt x="2102684" y="703209"/>
                  <a:pt x="2117565" y="688328"/>
                  <a:pt x="2117565" y="669972"/>
                </a:cubicBezTo>
                <a:cubicBezTo>
                  <a:pt x="2117565" y="651615"/>
                  <a:pt x="2102684" y="636734"/>
                  <a:pt x="2084327" y="636734"/>
                </a:cubicBezTo>
                <a:cubicBezTo>
                  <a:pt x="2065971" y="636734"/>
                  <a:pt x="2051090" y="651615"/>
                  <a:pt x="2051090" y="669972"/>
                </a:cubicBezTo>
                <a:moveTo>
                  <a:pt x="2169031" y="665608"/>
                </a:moveTo>
                <a:cubicBezTo>
                  <a:pt x="2169031" y="683965"/>
                  <a:pt x="2183912" y="698846"/>
                  <a:pt x="2202268" y="698846"/>
                </a:cubicBezTo>
                <a:cubicBezTo>
                  <a:pt x="2220625" y="698846"/>
                  <a:pt x="2235506" y="683965"/>
                  <a:pt x="2235506" y="665608"/>
                </a:cubicBezTo>
                <a:cubicBezTo>
                  <a:pt x="2235506" y="647252"/>
                  <a:pt x="2220625" y="632371"/>
                  <a:pt x="2202268" y="632371"/>
                </a:cubicBezTo>
                <a:cubicBezTo>
                  <a:pt x="2183912" y="632371"/>
                  <a:pt x="2169031" y="647252"/>
                  <a:pt x="2169031" y="665608"/>
                </a:cubicBezTo>
                <a:moveTo>
                  <a:pt x="2304134" y="645520"/>
                </a:moveTo>
                <a:cubicBezTo>
                  <a:pt x="2304134" y="663876"/>
                  <a:pt x="2319015" y="678757"/>
                  <a:pt x="2337372" y="678757"/>
                </a:cubicBezTo>
                <a:cubicBezTo>
                  <a:pt x="2355729" y="678757"/>
                  <a:pt x="2370610" y="663876"/>
                  <a:pt x="2370610" y="645520"/>
                </a:cubicBezTo>
                <a:cubicBezTo>
                  <a:pt x="2370610" y="627163"/>
                  <a:pt x="2355729" y="612282"/>
                  <a:pt x="2337372" y="612282"/>
                </a:cubicBezTo>
                <a:cubicBezTo>
                  <a:pt x="2319015" y="612282"/>
                  <a:pt x="2304134" y="627163"/>
                  <a:pt x="2304134" y="645520"/>
                </a:cubicBezTo>
                <a:moveTo>
                  <a:pt x="2417126" y="637195"/>
                </a:moveTo>
                <a:cubicBezTo>
                  <a:pt x="2417126" y="655552"/>
                  <a:pt x="2432007" y="670433"/>
                  <a:pt x="2450363" y="670433"/>
                </a:cubicBezTo>
                <a:cubicBezTo>
                  <a:pt x="2468720" y="670433"/>
                  <a:pt x="2483601" y="655552"/>
                  <a:pt x="2483601" y="637195"/>
                </a:cubicBezTo>
                <a:cubicBezTo>
                  <a:pt x="2483601" y="618839"/>
                  <a:pt x="2468720" y="603957"/>
                  <a:pt x="2450363" y="603957"/>
                </a:cubicBezTo>
                <a:cubicBezTo>
                  <a:pt x="2432007" y="603957"/>
                  <a:pt x="2417126" y="618839"/>
                  <a:pt x="2417126" y="637195"/>
                </a:cubicBezTo>
                <a:moveTo>
                  <a:pt x="2559647" y="630123"/>
                </a:moveTo>
                <a:cubicBezTo>
                  <a:pt x="2559647" y="648479"/>
                  <a:pt x="2574528" y="663361"/>
                  <a:pt x="2592885" y="663361"/>
                </a:cubicBezTo>
                <a:cubicBezTo>
                  <a:pt x="2611241" y="663361"/>
                  <a:pt x="2626122" y="648479"/>
                  <a:pt x="2626122" y="630123"/>
                </a:cubicBezTo>
                <a:cubicBezTo>
                  <a:pt x="2626122" y="611766"/>
                  <a:pt x="2611241" y="596885"/>
                  <a:pt x="2592885" y="596885"/>
                </a:cubicBezTo>
                <a:cubicBezTo>
                  <a:pt x="2574528" y="596885"/>
                  <a:pt x="2559647" y="611766"/>
                  <a:pt x="2559647" y="630123"/>
                </a:cubicBezTo>
                <a:moveTo>
                  <a:pt x="2672727" y="42346"/>
                </a:moveTo>
                <a:cubicBezTo>
                  <a:pt x="2672727" y="60702"/>
                  <a:pt x="2687609" y="75583"/>
                  <a:pt x="2705965" y="75583"/>
                </a:cubicBezTo>
                <a:cubicBezTo>
                  <a:pt x="2724322" y="75583"/>
                  <a:pt x="2739203" y="60702"/>
                  <a:pt x="2739203" y="42346"/>
                </a:cubicBezTo>
                <a:cubicBezTo>
                  <a:pt x="2739203" y="23989"/>
                  <a:pt x="2724322" y="9108"/>
                  <a:pt x="2705965" y="9108"/>
                </a:cubicBezTo>
                <a:cubicBezTo>
                  <a:pt x="2687609" y="9108"/>
                  <a:pt x="2672727" y="23989"/>
                  <a:pt x="2672727" y="42346"/>
                </a:cubicBezTo>
                <a:moveTo>
                  <a:pt x="2807795" y="33238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8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8"/>
                </a:cubicBezTo>
                <a:close/>
              </a:path>
            </a:pathLst>
          </a:custGeom>
          <a:solidFill xmlns:a="http://schemas.openxmlformats.org/drawingml/2006/main">
            <a:srgbClr val="FFA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74E7AB-0276-4B1D-A9FB-0688DDB1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79" y="4000213"/>
            <a:ext cx="2807795" cy="447046"/>
          </a:xfrm>
          <a:custGeom xmlns:a="http://schemas.openxmlformats.org/drawingml/2006/main">
            <a:pathLst>
              <a:path w="2807795" h="447046" fill="none">
                <a:moveTo>
                  <a:pt x="0" y="447046"/>
                </a:moveTo>
                <a:lnTo>
                  <a:pt x="125972" y="411226"/>
                </a:lnTo>
                <a:lnTo>
                  <a:pt x="256820" y="383137"/>
                </a:lnTo>
                <a:lnTo>
                  <a:pt x="364594" y="363020"/>
                </a:lnTo>
                <a:lnTo>
                  <a:pt x="504257" y="324880"/>
                </a:lnTo>
                <a:lnTo>
                  <a:pt x="614446" y="296238"/>
                </a:lnTo>
                <a:lnTo>
                  <a:pt x="769626" y="260429"/>
                </a:lnTo>
                <a:lnTo>
                  <a:pt x="890079" y="233679"/>
                </a:lnTo>
                <a:lnTo>
                  <a:pt x="1002990" y="209864"/>
                </a:lnTo>
                <a:lnTo>
                  <a:pt x="1132309" y="198356"/>
                </a:lnTo>
                <a:lnTo>
                  <a:pt x="1277565" y="176476"/>
                </a:lnTo>
                <a:lnTo>
                  <a:pt x="1392633" y="162841"/>
                </a:lnTo>
                <a:lnTo>
                  <a:pt x="1532657" y="141109"/>
                </a:lnTo>
                <a:lnTo>
                  <a:pt x="1648158" y="125350"/>
                </a:lnTo>
                <a:lnTo>
                  <a:pt x="1790589" y="103011"/>
                </a:lnTo>
                <a:lnTo>
                  <a:pt x="1908513" y="86023"/>
                </a:lnTo>
                <a:lnTo>
                  <a:pt x="2051090" y="69678"/>
                </a:lnTo>
                <a:lnTo>
                  <a:pt x="2169031" y="58659"/>
                </a:lnTo>
                <a:lnTo>
                  <a:pt x="2304134" y="41773"/>
                </a:lnTo>
                <a:lnTo>
                  <a:pt x="2417126" y="30740"/>
                </a:lnTo>
                <a:lnTo>
                  <a:pt x="2559647" y="18931"/>
                </a:lnTo>
                <a:lnTo>
                  <a:pt x="2672727" y="10308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FFAA00"/>
            </a:solidFill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3B7478-504D-4E61-A2CA-DDA6577B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41" y="3966976"/>
            <a:ext cx="2874271" cy="513521"/>
          </a:xfrm>
          <a:custGeom xmlns:a="http://schemas.openxmlformats.org/drawingml/2006/main">
            <a:pathLst>
              <a:path w="2874271" h="513521">
                <a:moveTo>
                  <a:pt x="0" y="480284"/>
                </a:moveTo>
                <a:cubicBezTo>
                  <a:pt x="0" y="498641"/>
                  <a:pt x="14881" y="513521"/>
                  <a:pt x="33238" y="513521"/>
                </a:cubicBezTo>
                <a:cubicBezTo>
                  <a:pt x="51594" y="513521"/>
                  <a:pt x="66475" y="498641"/>
                  <a:pt x="66475" y="480284"/>
                </a:cubicBezTo>
                <a:cubicBezTo>
                  <a:pt x="66475" y="461927"/>
                  <a:pt x="51594" y="447046"/>
                  <a:pt x="33238" y="447046"/>
                </a:cubicBezTo>
                <a:cubicBezTo>
                  <a:pt x="14881" y="447046"/>
                  <a:pt x="0" y="461927"/>
                  <a:pt x="0" y="480284"/>
                </a:cubicBezTo>
                <a:moveTo>
                  <a:pt x="125972" y="444464"/>
                </a:moveTo>
                <a:cubicBezTo>
                  <a:pt x="125972" y="462820"/>
                  <a:pt x="140853" y="477701"/>
                  <a:pt x="159210" y="477701"/>
                </a:cubicBezTo>
                <a:cubicBezTo>
                  <a:pt x="177567" y="477701"/>
                  <a:pt x="192448" y="462820"/>
                  <a:pt x="192448" y="444464"/>
                </a:cubicBezTo>
                <a:cubicBezTo>
                  <a:pt x="192448" y="426107"/>
                  <a:pt x="177567" y="411226"/>
                  <a:pt x="159210" y="411226"/>
                </a:cubicBezTo>
                <a:cubicBezTo>
                  <a:pt x="140853" y="411226"/>
                  <a:pt x="125972" y="426107"/>
                  <a:pt x="125972" y="444464"/>
                </a:cubicBezTo>
                <a:moveTo>
                  <a:pt x="256820" y="416374"/>
                </a:moveTo>
                <a:cubicBezTo>
                  <a:pt x="256820" y="434730"/>
                  <a:pt x="271701" y="449612"/>
                  <a:pt x="290058" y="449612"/>
                </a:cubicBezTo>
                <a:cubicBezTo>
                  <a:pt x="308415" y="449612"/>
                  <a:pt x="323295" y="434730"/>
                  <a:pt x="323295" y="416374"/>
                </a:cubicBezTo>
                <a:cubicBezTo>
                  <a:pt x="323295" y="398017"/>
                  <a:pt x="308415" y="383136"/>
                  <a:pt x="290058" y="383136"/>
                </a:cubicBezTo>
                <a:cubicBezTo>
                  <a:pt x="271701" y="383136"/>
                  <a:pt x="256820" y="398017"/>
                  <a:pt x="256820" y="416374"/>
                </a:cubicBezTo>
                <a:moveTo>
                  <a:pt x="364594" y="396257"/>
                </a:moveTo>
                <a:cubicBezTo>
                  <a:pt x="364594" y="414613"/>
                  <a:pt x="379475" y="429494"/>
                  <a:pt x="397832" y="429494"/>
                </a:cubicBezTo>
                <a:cubicBezTo>
                  <a:pt x="416188" y="429494"/>
                  <a:pt x="431069" y="414613"/>
                  <a:pt x="431069" y="396257"/>
                </a:cubicBezTo>
                <a:cubicBezTo>
                  <a:pt x="431069" y="377900"/>
                  <a:pt x="416188" y="363019"/>
                  <a:pt x="397832" y="363019"/>
                </a:cubicBezTo>
                <a:cubicBezTo>
                  <a:pt x="379475" y="363019"/>
                  <a:pt x="364594" y="377900"/>
                  <a:pt x="364594" y="396257"/>
                </a:cubicBezTo>
                <a:moveTo>
                  <a:pt x="504257" y="358117"/>
                </a:moveTo>
                <a:cubicBezTo>
                  <a:pt x="504257" y="376473"/>
                  <a:pt x="519138" y="391355"/>
                  <a:pt x="537495" y="391355"/>
                </a:cubicBezTo>
                <a:cubicBezTo>
                  <a:pt x="555851" y="391355"/>
                  <a:pt x="570732" y="376473"/>
                  <a:pt x="570732" y="358117"/>
                </a:cubicBezTo>
                <a:cubicBezTo>
                  <a:pt x="570732" y="339760"/>
                  <a:pt x="555851" y="324879"/>
                  <a:pt x="537495" y="324879"/>
                </a:cubicBezTo>
                <a:cubicBezTo>
                  <a:pt x="519138" y="324879"/>
                  <a:pt x="504257" y="339760"/>
                  <a:pt x="504257" y="358117"/>
                </a:cubicBezTo>
                <a:moveTo>
                  <a:pt x="614446" y="329475"/>
                </a:moveTo>
                <a:cubicBezTo>
                  <a:pt x="614446" y="347832"/>
                  <a:pt x="629327" y="362712"/>
                  <a:pt x="647684" y="362712"/>
                </a:cubicBezTo>
                <a:cubicBezTo>
                  <a:pt x="666040" y="362712"/>
                  <a:pt x="680921" y="347832"/>
                  <a:pt x="680921" y="329475"/>
                </a:cubicBezTo>
                <a:cubicBezTo>
                  <a:pt x="680921" y="311118"/>
                  <a:pt x="666040" y="296237"/>
                  <a:pt x="647684" y="296237"/>
                </a:cubicBezTo>
                <a:cubicBezTo>
                  <a:pt x="629327" y="296237"/>
                  <a:pt x="614446" y="311118"/>
                  <a:pt x="614446" y="329475"/>
                </a:cubicBezTo>
                <a:moveTo>
                  <a:pt x="769626" y="293666"/>
                </a:moveTo>
                <a:cubicBezTo>
                  <a:pt x="769626" y="312023"/>
                  <a:pt x="784506" y="326903"/>
                  <a:pt x="802863" y="326903"/>
                </a:cubicBezTo>
                <a:cubicBezTo>
                  <a:pt x="821220" y="326903"/>
                  <a:pt x="836101" y="312023"/>
                  <a:pt x="836101" y="293666"/>
                </a:cubicBezTo>
                <a:cubicBezTo>
                  <a:pt x="836101" y="275309"/>
                  <a:pt x="821220" y="260428"/>
                  <a:pt x="802863" y="260428"/>
                </a:cubicBezTo>
                <a:cubicBezTo>
                  <a:pt x="784506" y="260428"/>
                  <a:pt x="769626" y="275309"/>
                  <a:pt x="769626" y="293666"/>
                </a:cubicBezTo>
                <a:moveTo>
                  <a:pt x="890079" y="266916"/>
                </a:moveTo>
                <a:cubicBezTo>
                  <a:pt x="890079" y="285273"/>
                  <a:pt x="904960" y="300154"/>
                  <a:pt x="923317" y="300154"/>
                </a:cubicBezTo>
                <a:cubicBezTo>
                  <a:pt x="941673" y="300154"/>
                  <a:pt x="956554" y="285273"/>
                  <a:pt x="956554" y="266916"/>
                </a:cubicBezTo>
                <a:cubicBezTo>
                  <a:pt x="956554" y="248560"/>
                  <a:pt x="941673" y="233678"/>
                  <a:pt x="923317" y="233678"/>
                </a:cubicBezTo>
                <a:cubicBezTo>
                  <a:pt x="904960" y="233678"/>
                  <a:pt x="890079" y="248560"/>
                  <a:pt x="890079" y="266916"/>
                </a:cubicBezTo>
                <a:moveTo>
                  <a:pt x="1002990" y="243101"/>
                </a:moveTo>
                <a:cubicBezTo>
                  <a:pt x="1002990" y="261458"/>
                  <a:pt x="1017871" y="276339"/>
                  <a:pt x="1036227" y="276339"/>
                </a:cubicBezTo>
                <a:cubicBezTo>
                  <a:pt x="1054584" y="276339"/>
                  <a:pt x="1069465" y="261458"/>
                  <a:pt x="1069465" y="243101"/>
                </a:cubicBezTo>
                <a:cubicBezTo>
                  <a:pt x="1069465" y="224744"/>
                  <a:pt x="1054584" y="209864"/>
                  <a:pt x="1036227" y="209864"/>
                </a:cubicBezTo>
                <a:cubicBezTo>
                  <a:pt x="1017871" y="209864"/>
                  <a:pt x="1002990" y="224744"/>
                  <a:pt x="1002990" y="243101"/>
                </a:cubicBezTo>
                <a:moveTo>
                  <a:pt x="1132309" y="231594"/>
                </a:moveTo>
                <a:cubicBezTo>
                  <a:pt x="1132309" y="249950"/>
                  <a:pt x="1147190" y="264831"/>
                  <a:pt x="1165547" y="264831"/>
                </a:cubicBezTo>
                <a:cubicBezTo>
                  <a:pt x="1183903" y="264831"/>
                  <a:pt x="1198784" y="249950"/>
                  <a:pt x="1198784" y="231594"/>
                </a:cubicBezTo>
                <a:cubicBezTo>
                  <a:pt x="1198784" y="213237"/>
                  <a:pt x="1183903" y="198356"/>
                  <a:pt x="1165547" y="198356"/>
                </a:cubicBezTo>
                <a:cubicBezTo>
                  <a:pt x="1147190" y="198356"/>
                  <a:pt x="1132309" y="213237"/>
                  <a:pt x="1132309" y="231594"/>
                </a:cubicBezTo>
                <a:moveTo>
                  <a:pt x="1277565" y="209713"/>
                </a:moveTo>
                <a:cubicBezTo>
                  <a:pt x="1277565" y="228070"/>
                  <a:pt x="1292446" y="242951"/>
                  <a:pt x="1310802" y="242951"/>
                </a:cubicBezTo>
                <a:cubicBezTo>
                  <a:pt x="1329159" y="242951"/>
                  <a:pt x="1344040" y="228070"/>
                  <a:pt x="1344040" y="209713"/>
                </a:cubicBezTo>
                <a:cubicBezTo>
                  <a:pt x="1344040" y="191356"/>
                  <a:pt x="1329159" y="176476"/>
                  <a:pt x="1310802" y="176476"/>
                </a:cubicBezTo>
                <a:cubicBezTo>
                  <a:pt x="1292446" y="176476"/>
                  <a:pt x="1277565" y="191356"/>
                  <a:pt x="1277565" y="209713"/>
                </a:cubicBezTo>
                <a:moveTo>
                  <a:pt x="1392633" y="196079"/>
                </a:moveTo>
                <a:cubicBezTo>
                  <a:pt x="1392633" y="214435"/>
                  <a:pt x="1407514" y="229316"/>
                  <a:pt x="1425870" y="229316"/>
                </a:cubicBezTo>
                <a:cubicBezTo>
                  <a:pt x="1444227" y="229316"/>
                  <a:pt x="1459108" y="214435"/>
                  <a:pt x="1459108" y="196079"/>
                </a:cubicBezTo>
                <a:cubicBezTo>
                  <a:pt x="1459108" y="177722"/>
                  <a:pt x="1444227" y="162841"/>
                  <a:pt x="1425870" y="162841"/>
                </a:cubicBezTo>
                <a:cubicBezTo>
                  <a:pt x="1407514" y="162841"/>
                  <a:pt x="1392633" y="177722"/>
                  <a:pt x="1392633" y="196079"/>
                </a:cubicBezTo>
                <a:moveTo>
                  <a:pt x="1532657" y="174346"/>
                </a:moveTo>
                <a:cubicBezTo>
                  <a:pt x="1532657" y="192703"/>
                  <a:pt x="1547538" y="207584"/>
                  <a:pt x="1565895" y="207584"/>
                </a:cubicBezTo>
                <a:cubicBezTo>
                  <a:pt x="1584252" y="207584"/>
                  <a:pt x="1599132" y="192703"/>
                  <a:pt x="1599132" y="174346"/>
                </a:cubicBezTo>
                <a:cubicBezTo>
                  <a:pt x="1599132" y="155989"/>
                  <a:pt x="1584252" y="141109"/>
                  <a:pt x="1565895" y="141109"/>
                </a:cubicBezTo>
                <a:cubicBezTo>
                  <a:pt x="1547538" y="141109"/>
                  <a:pt x="1532657" y="155989"/>
                  <a:pt x="1532657" y="174346"/>
                </a:cubicBezTo>
                <a:moveTo>
                  <a:pt x="1648158" y="158587"/>
                </a:moveTo>
                <a:cubicBezTo>
                  <a:pt x="1648158" y="176944"/>
                  <a:pt x="1663039" y="191825"/>
                  <a:pt x="1681396" y="191825"/>
                </a:cubicBezTo>
                <a:cubicBezTo>
                  <a:pt x="1699752" y="191825"/>
                  <a:pt x="1714633" y="176944"/>
                  <a:pt x="1714633" y="158587"/>
                </a:cubicBezTo>
                <a:cubicBezTo>
                  <a:pt x="1714633" y="140231"/>
                  <a:pt x="1699752" y="125350"/>
                  <a:pt x="1681396" y="125350"/>
                </a:cubicBezTo>
                <a:cubicBezTo>
                  <a:pt x="1663039" y="125350"/>
                  <a:pt x="1648158" y="140231"/>
                  <a:pt x="1648158" y="158587"/>
                </a:cubicBezTo>
                <a:moveTo>
                  <a:pt x="1790589" y="136248"/>
                </a:moveTo>
                <a:cubicBezTo>
                  <a:pt x="1790589" y="154605"/>
                  <a:pt x="1805470" y="169486"/>
                  <a:pt x="1823827" y="169486"/>
                </a:cubicBezTo>
                <a:cubicBezTo>
                  <a:pt x="1842183" y="169486"/>
                  <a:pt x="1857064" y="154605"/>
                  <a:pt x="1857064" y="136248"/>
                </a:cubicBezTo>
                <a:cubicBezTo>
                  <a:pt x="1857064" y="117892"/>
                  <a:pt x="1842183" y="103011"/>
                  <a:pt x="1823827" y="103011"/>
                </a:cubicBezTo>
                <a:cubicBezTo>
                  <a:pt x="1805470" y="103011"/>
                  <a:pt x="1790589" y="117892"/>
                  <a:pt x="1790589" y="136248"/>
                </a:cubicBezTo>
                <a:moveTo>
                  <a:pt x="1908513" y="119261"/>
                </a:moveTo>
                <a:cubicBezTo>
                  <a:pt x="1908513" y="137617"/>
                  <a:pt x="1923394" y="152498"/>
                  <a:pt x="1941751" y="152498"/>
                </a:cubicBezTo>
                <a:cubicBezTo>
                  <a:pt x="1960107" y="152498"/>
                  <a:pt x="1974988" y="137617"/>
                  <a:pt x="1974988" y="119261"/>
                </a:cubicBezTo>
                <a:cubicBezTo>
                  <a:pt x="1974988" y="100904"/>
                  <a:pt x="1960107" y="86023"/>
                  <a:pt x="1941751" y="86023"/>
                </a:cubicBezTo>
                <a:cubicBezTo>
                  <a:pt x="1923394" y="86023"/>
                  <a:pt x="1908513" y="100904"/>
                  <a:pt x="1908513" y="119261"/>
                </a:cubicBezTo>
                <a:moveTo>
                  <a:pt x="2051090" y="102916"/>
                </a:moveTo>
                <a:cubicBezTo>
                  <a:pt x="2051090" y="121272"/>
                  <a:pt x="2065971" y="136153"/>
                  <a:pt x="2084327" y="136153"/>
                </a:cubicBezTo>
                <a:cubicBezTo>
                  <a:pt x="2102684" y="136153"/>
                  <a:pt x="2117565" y="121272"/>
                  <a:pt x="2117565" y="102916"/>
                </a:cubicBezTo>
                <a:cubicBezTo>
                  <a:pt x="2117565" y="84559"/>
                  <a:pt x="2102684" y="69678"/>
                  <a:pt x="2084327" y="69678"/>
                </a:cubicBezTo>
                <a:cubicBezTo>
                  <a:pt x="2065971" y="69678"/>
                  <a:pt x="2051090" y="84559"/>
                  <a:pt x="2051090" y="102916"/>
                </a:cubicBezTo>
                <a:moveTo>
                  <a:pt x="2169031" y="91896"/>
                </a:moveTo>
                <a:cubicBezTo>
                  <a:pt x="2169031" y="110253"/>
                  <a:pt x="2183912" y="125134"/>
                  <a:pt x="2202268" y="125134"/>
                </a:cubicBezTo>
                <a:cubicBezTo>
                  <a:pt x="2220625" y="125134"/>
                  <a:pt x="2235506" y="110253"/>
                  <a:pt x="2235506" y="91896"/>
                </a:cubicBezTo>
                <a:cubicBezTo>
                  <a:pt x="2235506" y="73540"/>
                  <a:pt x="2220625" y="58659"/>
                  <a:pt x="2202268" y="58659"/>
                </a:cubicBezTo>
                <a:cubicBezTo>
                  <a:pt x="2183912" y="58659"/>
                  <a:pt x="2169031" y="73540"/>
                  <a:pt x="2169031" y="91896"/>
                </a:cubicBezTo>
                <a:moveTo>
                  <a:pt x="2304134" y="75010"/>
                </a:moveTo>
                <a:cubicBezTo>
                  <a:pt x="2304134" y="93367"/>
                  <a:pt x="2319015" y="108248"/>
                  <a:pt x="2337372" y="108248"/>
                </a:cubicBezTo>
                <a:cubicBezTo>
                  <a:pt x="2355728" y="108248"/>
                  <a:pt x="2370609" y="93367"/>
                  <a:pt x="2370609" y="75010"/>
                </a:cubicBezTo>
                <a:cubicBezTo>
                  <a:pt x="2370609" y="56654"/>
                  <a:pt x="2355728" y="41773"/>
                  <a:pt x="2337372" y="41773"/>
                </a:cubicBezTo>
                <a:cubicBezTo>
                  <a:pt x="2319015" y="41773"/>
                  <a:pt x="2304134" y="56654"/>
                  <a:pt x="2304134" y="75010"/>
                </a:cubicBezTo>
                <a:moveTo>
                  <a:pt x="2417126" y="63977"/>
                </a:moveTo>
                <a:cubicBezTo>
                  <a:pt x="2417126" y="82334"/>
                  <a:pt x="2432007" y="97215"/>
                  <a:pt x="2450363" y="97215"/>
                </a:cubicBezTo>
                <a:cubicBezTo>
                  <a:pt x="2468720" y="97215"/>
                  <a:pt x="2483601" y="82334"/>
                  <a:pt x="2483601" y="63977"/>
                </a:cubicBezTo>
                <a:cubicBezTo>
                  <a:pt x="2483601" y="45621"/>
                  <a:pt x="2468720" y="30740"/>
                  <a:pt x="2450363" y="30740"/>
                </a:cubicBezTo>
                <a:cubicBezTo>
                  <a:pt x="2432007" y="30740"/>
                  <a:pt x="2417126" y="45621"/>
                  <a:pt x="2417126" y="63977"/>
                </a:cubicBezTo>
                <a:moveTo>
                  <a:pt x="2559647" y="52168"/>
                </a:moveTo>
                <a:cubicBezTo>
                  <a:pt x="2559647" y="70525"/>
                  <a:pt x="2574528" y="85406"/>
                  <a:pt x="2592885" y="85406"/>
                </a:cubicBezTo>
                <a:cubicBezTo>
                  <a:pt x="2611241" y="85406"/>
                  <a:pt x="2626122" y="70525"/>
                  <a:pt x="2626122" y="52168"/>
                </a:cubicBezTo>
                <a:cubicBezTo>
                  <a:pt x="2626122" y="33812"/>
                  <a:pt x="2611241" y="18931"/>
                  <a:pt x="2592885" y="18931"/>
                </a:cubicBezTo>
                <a:cubicBezTo>
                  <a:pt x="2574528" y="18931"/>
                  <a:pt x="2559647" y="33812"/>
                  <a:pt x="2559647" y="52168"/>
                </a:cubicBezTo>
                <a:moveTo>
                  <a:pt x="2672727" y="43545"/>
                </a:moveTo>
                <a:cubicBezTo>
                  <a:pt x="2672727" y="61902"/>
                  <a:pt x="2687608" y="76783"/>
                  <a:pt x="2705965" y="76783"/>
                </a:cubicBezTo>
                <a:cubicBezTo>
                  <a:pt x="2724322" y="76783"/>
                  <a:pt x="2739203" y="61902"/>
                  <a:pt x="2739203" y="43545"/>
                </a:cubicBezTo>
                <a:cubicBezTo>
                  <a:pt x="2739203" y="25188"/>
                  <a:pt x="2724322" y="10307"/>
                  <a:pt x="2705965" y="10307"/>
                </a:cubicBezTo>
                <a:cubicBezTo>
                  <a:pt x="2687608" y="10307"/>
                  <a:pt x="2672727" y="25188"/>
                  <a:pt x="2672727" y="43545"/>
                </a:cubicBezTo>
                <a:moveTo>
                  <a:pt x="2807795" y="33237"/>
                </a:moveTo>
                <a:cubicBezTo>
                  <a:pt x="2807795" y="51594"/>
                  <a:pt x="2822676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6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FFA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6BD90-F384-4F2E-BBAA-9B8D20B3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86" y="3654702"/>
            <a:ext cx="2807795" cy="933972"/>
          </a:xfrm>
          <a:custGeom xmlns:a="http://schemas.openxmlformats.org/drawingml/2006/main">
            <a:pathLst>
              <a:path w="2807795" h="933972" fill="none">
                <a:moveTo>
                  <a:pt x="0" y="933972"/>
                </a:moveTo>
                <a:lnTo>
                  <a:pt x="125972" y="909211"/>
                </a:lnTo>
                <a:lnTo>
                  <a:pt x="256820" y="878195"/>
                </a:lnTo>
                <a:lnTo>
                  <a:pt x="364594" y="854954"/>
                </a:lnTo>
                <a:lnTo>
                  <a:pt x="504257" y="826995"/>
                </a:lnTo>
                <a:lnTo>
                  <a:pt x="614446" y="806381"/>
                </a:lnTo>
                <a:lnTo>
                  <a:pt x="769625" y="770381"/>
                </a:lnTo>
                <a:lnTo>
                  <a:pt x="890079" y="758147"/>
                </a:lnTo>
                <a:lnTo>
                  <a:pt x="1002990" y="680635"/>
                </a:lnTo>
                <a:lnTo>
                  <a:pt x="1132309" y="663554"/>
                </a:lnTo>
                <a:lnTo>
                  <a:pt x="1277565" y="645577"/>
                </a:lnTo>
                <a:lnTo>
                  <a:pt x="1392633" y="633979"/>
                </a:lnTo>
                <a:lnTo>
                  <a:pt x="1532658" y="614562"/>
                </a:lnTo>
                <a:lnTo>
                  <a:pt x="1648158" y="602553"/>
                </a:lnTo>
                <a:lnTo>
                  <a:pt x="1790589" y="588262"/>
                </a:lnTo>
                <a:lnTo>
                  <a:pt x="1908513" y="570586"/>
                </a:lnTo>
                <a:lnTo>
                  <a:pt x="2051090" y="559274"/>
                </a:lnTo>
                <a:lnTo>
                  <a:pt x="2169030" y="540263"/>
                </a:lnTo>
                <a:lnTo>
                  <a:pt x="2304134" y="529718"/>
                </a:lnTo>
                <a:lnTo>
                  <a:pt x="2417126" y="522644"/>
                </a:lnTo>
                <a:lnTo>
                  <a:pt x="2559647" y="511754"/>
                </a:lnTo>
                <a:lnTo>
                  <a:pt x="2672727" y="504866"/>
                </a:lnTo>
                <a:lnTo>
                  <a:pt x="28077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619" cap="flat">
            <a:solidFill>
              <a:srgbClr val="FFAA00"/>
            </a:solidFill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F28A30-C621-44B9-A328-20661EF4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448" y="3621464"/>
            <a:ext cx="2874271" cy="1000447"/>
          </a:xfrm>
          <a:custGeom xmlns:a="http://schemas.openxmlformats.org/drawingml/2006/main">
            <a:pathLst>
              <a:path w="2874271" h="1000447">
                <a:moveTo>
                  <a:pt x="0" y="967210"/>
                </a:moveTo>
                <a:cubicBezTo>
                  <a:pt x="0" y="985567"/>
                  <a:pt x="14881" y="1000447"/>
                  <a:pt x="33238" y="1000447"/>
                </a:cubicBezTo>
                <a:cubicBezTo>
                  <a:pt x="51594" y="1000447"/>
                  <a:pt x="66475" y="985567"/>
                  <a:pt x="66475" y="967210"/>
                </a:cubicBezTo>
                <a:cubicBezTo>
                  <a:pt x="66475" y="948853"/>
                  <a:pt x="51594" y="933972"/>
                  <a:pt x="33238" y="933972"/>
                </a:cubicBezTo>
                <a:cubicBezTo>
                  <a:pt x="14881" y="933972"/>
                  <a:pt x="0" y="948853"/>
                  <a:pt x="0" y="967210"/>
                </a:cubicBezTo>
                <a:moveTo>
                  <a:pt x="125972" y="942448"/>
                </a:moveTo>
                <a:cubicBezTo>
                  <a:pt x="125972" y="960804"/>
                  <a:pt x="140853" y="975686"/>
                  <a:pt x="159210" y="975686"/>
                </a:cubicBezTo>
                <a:cubicBezTo>
                  <a:pt x="177567" y="975686"/>
                  <a:pt x="192448" y="960804"/>
                  <a:pt x="192448" y="942448"/>
                </a:cubicBezTo>
                <a:cubicBezTo>
                  <a:pt x="192448" y="924091"/>
                  <a:pt x="177567" y="909210"/>
                  <a:pt x="159210" y="909210"/>
                </a:cubicBezTo>
                <a:cubicBezTo>
                  <a:pt x="140853" y="909210"/>
                  <a:pt x="125972" y="924091"/>
                  <a:pt x="125972" y="942448"/>
                </a:cubicBezTo>
                <a:moveTo>
                  <a:pt x="256821" y="911433"/>
                </a:moveTo>
                <a:cubicBezTo>
                  <a:pt x="256821" y="929789"/>
                  <a:pt x="271701" y="944670"/>
                  <a:pt x="290058" y="944670"/>
                </a:cubicBezTo>
                <a:cubicBezTo>
                  <a:pt x="308415" y="944670"/>
                  <a:pt x="323296" y="929789"/>
                  <a:pt x="323296" y="911433"/>
                </a:cubicBezTo>
                <a:cubicBezTo>
                  <a:pt x="323296" y="893076"/>
                  <a:pt x="308415" y="878195"/>
                  <a:pt x="290058" y="878195"/>
                </a:cubicBezTo>
                <a:cubicBezTo>
                  <a:pt x="271701" y="878195"/>
                  <a:pt x="256821" y="893076"/>
                  <a:pt x="256821" y="911433"/>
                </a:cubicBezTo>
                <a:moveTo>
                  <a:pt x="364594" y="888191"/>
                </a:moveTo>
                <a:cubicBezTo>
                  <a:pt x="364594" y="906548"/>
                  <a:pt x="379475" y="921429"/>
                  <a:pt x="397832" y="921429"/>
                </a:cubicBezTo>
                <a:cubicBezTo>
                  <a:pt x="416188" y="921429"/>
                  <a:pt x="431070" y="906548"/>
                  <a:pt x="431070" y="888191"/>
                </a:cubicBezTo>
                <a:cubicBezTo>
                  <a:pt x="431070" y="869835"/>
                  <a:pt x="416188" y="854954"/>
                  <a:pt x="397832" y="854954"/>
                </a:cubicBezTo>
                <a:cubicBezTo>
                  <a:pt x="379475" y="854954"/>
                  <a:pt x="364594" y="869835"/>
                  <a:pt x="364594" y="888191"/>
                </a:cubicBezTo>
                <a:moveTo>
                  <a:pt x="504257" y="860232"/>
                </a:moveTo>
                <a:cubicBezTo>
                  <a:pt x="504257" y="878589"/>
                  <a:pt x="519138" y="893470"/>
                  <a:pt x="537495" y="893470"/>
                </a:cubicBezTo>
                <a:cubicBezTo>
                  <a:pt x="555851" y="893470"/>
                  <a:pt x="570732" y="878589"/>
                  <a:pt x="570732" y="860232"/>
                </a:cubicBezTo>
                <a:cubicBezTo>
                  <a:pt x="570732" y="841876"/>
                  <a:pt x="555851" y="826995"/>
                  <a:pt x="537495" y="826995"/>
                </a:cubicBezTo>
                <a:cubicBezTo>
                  <a:pt x="519138" y="826995"/>
                  <a:pt x="504257" y="841876"/>
                  <a:pt x="504257" y="860232"/>
                </a:cubicBezTo>
                <a:moveTo>
                  <a:pt x="614446" y="839618"/>
                </a:moveTo>
                <a:cubicBezTo>
                  <a:pt x="614446" y="857975"/>
                  <a:pt x="629327" y="872856"/>
                  <a:pt x="647684" y="872856"/>
                </a:cubicBezTo>
                <a:cubicBezTo>
                  <a:pt x="666041" y="872856"/>
                  <a:pt x="680922" y="857975"/>
                  <a:pt x="680922" y="839618"/>
                </a:cubicBezTo>
                <a:cubicBezTo>
                  <a:pt x="680922" y="821262"/>
                  <a:pt x="666041" y="806381"/>
                  <a:pt x="647684" y="806381"/>
                </a:cubicBezTo>
                <a:cubicBezTo>
                  <a:pt x="629327" y="806381"/>
                  <a:pt x="614446" y="821262"/>
                  <a:pt x="614446" y="839618"/>
                </a:cubicBezTo>
                <a:moveTo>
                  <a:pt x="769626" y="803618"/>
                </a:moveTo>
                <a:cubicBezTo>
                  <a:pt x="769626" y="821975"/>
                  <a:pt x="784507" y="836856"/>
                  <a:pt x="802863" y="836856"/>
                </a:cubicBezTo>
                <a:cubicBezTo>
                  <a:pt x="821220" y="836856"/>
                  <a:pt x="836101" y="821975"/>
                  <a:pt x="836101" y="803618"/>
                </a:cubicBezTo>
                <a:cubicBezTo>
                  <a:pt x="836101" y="785261"/>
                  <a:pt x="821220" y="770380"/>
                  <a:pt x="802863" y="770380"/>
                </a:cubicBezTo>
                <a:cubicBezTo>
                  <a:pt x="784507" y="770380"/>
                  <a:pt x="769626" y="785261"/>
                  <a:pt x="769626" y="803618"/>
                </a:cubicBezTo>
                <a:moveTo>
                  <a:pt x="890079" y="791384"/>
                </a:moveTo>
                <a:cubicBezTo>
                  <a:pt x="890079" y="809740"/>
                  <a:pt x="904960" y="824622"/>
                  <a:pt x="923317" y="824622"/>
                </a:cubicBezTo>
                <a:cubicBezTo>
                  <a:pt x="941673" y="824622"/>
                  <a:pt x="956554" y="809740"/>
                  <a:pt x="956554" y="791384"/>
                </a:cubicBezTo>
                <a:cubicBezTo>
                  <a:pt x="956554" y="773027"/>
                  <a:pt x="941673" y="758146"/>
                  <a:pt x="923317" y="758146"/>
                </a:cubicBezTo>
                <a:cubicBezTo>
                  <a:pt x="904960" y="758146"/>
                  <a:pt x="890079" y="773027"/>
                  <a:pt x="890079" y="791384"/>
                </a:cubicBezTo>
                <a:moveTo>
                  <a:pt x="1002990" y="713872"/>
                </a:moveTo>
                <a:cubicBezTo>
                  <a:pt x="1002990" y="732229"/>
                  <a:pt x="1017871" y="747110"/>
                  <a:pt x="1036227" y="747110"/>
                </a:cubicBezTo>
                <a:cubicBezTo>
                  <a:pt x="1054584" y="747110"/>
                  <a:pt x="1069465" y="732229"/>
                  <a:pt x="1069465" y="713872"/>
                </a:cubicBezTo>
                <a:cubicBezTo>
                  <a:pt x="1069465" y="695516"/>
                  <a:pt x="1054584" y="680634"/>
                  <a:pt x="1036227" y="680634"/>
                </a:cubicBezTo>
                <a:cubicBezTo>
                  <a:pt x="1017871" y="680634"/>
                  <a:pt x="1002990" y="695516"/>
                  <a:pt x="1002990" y="713872"/>
                </a:cubicBezTo>
                <a:moveTo>
                  <a:pt x="1132309" y="696792"/>
                </a:moveTo>
                <a:cubicBezTo>
                  <a:pt x="1132309" y="715148"/>
                  <a:pt x="1147190" y="730029"/>
                  <a:pt x="1165547" y="730029"/>
                </a:cubicBezTo>
                <a:cubicBezTo>
                  <a:pt x="1183904" y="730029"/>
                  <a:pt x="1198784" y="715148"/>
                  <a:pt x="1198784" y="696792"/>
                </a:cubicBezTo>
                <a:cubicBezTo>
                  <a:pt x="1198784" y="678435"/>
                  <a:pt x="1183904" y="663554"/>
                  <a:pt x="1165547" y="663554"/>
                </a:cubicBezTo>
                <a:cubicBezTo>
                  <a:pt x="1147190" y="663554"/>
                  <a:pt x="1132309" y="678435"/>
                  <a:pt x="1132309" y="696792"/>
                </a:cubicBezTo>
                <a:moveTo>
                  <a:pt x="1277565" y="678814"/>
                </a:moveTo>
                <a:cubicBezTo>
                  <a:pt x="1277565" y="697171"/>
                  <a:pt x="1292446" y="712052"/>
                  <a:pt x="1310802" y="712052"/>
                </a:cubicBezTo>
                <a:cubicBezTo>
                  <a:pt x="1329159" y="712052"/>
                  <a:pt x="1344040" y="697171"/>
                  <a:pt x="1344040" y="678814"/>
                </a:cubicBezTo>
                <a:cubicBezTo>
                  <a:pt x="1344040" y="660457"/>
                  <a:pt x="1329159" y="645577"/>
                  <a:pt x="1310802" y="645577"/>
                </a:cubicBezTo>
                <a:cubicBezTo>
                  <a:pt x="1292446" y="645577"/>
                  <a:pt x="1277565" y="660457"/>
                  <a:pt x="1277565" y="678814"/>
                </a:cubicBezTo>
                <a:moveTo>
                  <a:pt x="1392633" y="667216"/>
                </a:moveTo>
                <a:cubicBezTo>
                  <a:pt x="1392633" y="685573"/>
                  <a:pt x="1407514" y="700454"/>
                  <a:pt x="1425871" y="700454"/>
                </a:cubicBezTo>
                <a:cubicBezTo>
                  <a:pt x="1444227" y="700454"/>
                  <a:pt x="1459108" y="685573"/>
                  <a:pt x="1459108" y="667216"/>
                </a:cubicBezTo>
                <a:cubicBezTo>
                  <a:pt x="1459108" y="648860"/>
                  <a:pt x="1444227" y="633979"/>
                  <a:pt x="1425871" y="633979"/>
                </a:cubicBezTo>
                <a:cubicBezTo>
                  <a:pt x="1407514" y="633979"/>
                  <a:pt x="1392633" y="648860"/>
                  <a:pt x="1392633" y="667216"/>
                </a:cubicBezTo>
                <a:moveTo>
                  <a:pt x="1532658" y="647800"/>
                </a:moveTo>
                <a:cubicBezTo>
                  <a:pt x="1532658" y="666156"/>
                  <a:pt x="1547539" y="681037"/>
                  <a:pt x="1565895" y="681037"/>
                </a:cubicBezTo>
                <a:cubicBezTo>
                  <a:pt x="1584252" y="681037"/>
                  <a:pt x="1599133" y="666156"/>
                  <a:pt x="1599133" y="647800"/>
                </a:cubicBezTo>
                <a:cubicBezTo>
                  <a:pt x="1599133" y="629443"/>
                  <a:pt x="1584252" y="614562"/>
                  <a:pt x="1565895" y="614562"/>
                </a:cubicBezTo>
                <a:cubicBezTo>
                  <a:pt x="1547539" y="614562"/>
                  <a:pt x="1532658" y="629443"/>
                  <a:pt x="1532658" y="647800"/>
                </a:cubicBezTo>
                <a:moveTo>
                  <a:pt x="1648158" y="635791"/>
                </a:moveTo>
                <a:cubicBezTo>
                  <a:pt x="1648158" y="654147"/>
                  <a:pt x="1663039" y="669028"/>
                  <a:pt x="1681396" y="669028"/>
                </a:cubicBezTo>
                <a:cubicBezTo>
                  <a:pt x="1699752" y="669028"/>
                  <a:pt x="1714634" y="654147"/>
                  <a:pt x="1714634" y="635791"/>
                </a:cubicBezTo>
                <a:cubicBezTo>
                  <a:pt x="1714634" y="617434"/>
                  <a:pt x="1699752" y="602553"/>
                  <a:pt x="1681396" y="602553"/>
                </a:cubicBezTo>
                <a:cubicBezTo>
                  <a:pt x="1663039" y="602553"/>
                  <a:pt x="1648158" y="617434"/>
                  <a:pt x="1648158" y="635791"/>
                </a:cubicBezTo>
                <a:moveTo>
                  <a:pt x="1790589" y="621499"/>
                </a:moveTo>
                <a:cubicBezTo>
                  <a:pt x="1790589" y="639856"/>
                  <a:pt x="1805470" y="654737"/>
                  <a:pt x="1823827" y="654737"/>
                </a:cubicBezTo>
                <a:cubicBezTo>
                  <a:pt x="1842184" y="654737"/>
                  <a:pt x="1857064" y="639856"/>
                  <a:pt x="1857064" y="621499"/>
                </a:cubicBezTo>
                <a:cubicBezTo>
                  <a:pt x="1857064" y="603143"/>
                  <a:pt x="1842184" y="588261"/>
                  <a:pt x="1823827" y="588261"/>
                </a:cubicBezTo>
                <a:cubicBezTo>
                  <a:pt x="1805470" y="588261"/>
                  <a:pt x="1790589" y="603143"/>
                  <a:pt x="1790589" y="621499"/>
                </a:cubicBezTo>
                <a:moveTo>
                  <a:pt x="1908514" y="603823"/>
                </a:moveTo>
                <a:cubicBezTo>
                  <a:pt x="1908514" y="622180"/>
                  <a:pt x="1923394" y="637060"/>
                  <a:pt x="1941751" y="637060"/>
                </a:cubicBezTo>
                <a:cubicBezTo>
                  <a:pt x="1960107" y="637060"/>
                  <a:pt x="1974989" y="622180"/>
                  <a:pt x="1974989" y="603823"/>
                </a:cubicBezTo>
                <a:cubicBezTo>
                  <a:pt x="1974989" y="585467"/>
                  <a:pt x="1960107" y="570585"/>
                  <a:pt x="1941751" y="570585"/>
                </a:cubicBezTo>
                <a:cubicBezTo>
                  <a:pt x="1923394" y="570585"/>
                  <a:pt x="1908514" y="585467"/>
                  <a:pt x="1908514" y="603823"/>
                </a:cubicBezTo>
                <a:moveTo>
                  <a:pt x="2051090" y="592511"/>
                </a:moveTo>
                <a:cubicBezTo>
                  <a:pt x="2051090" y="610868"/>
                  <a:pt x="2065971" y="625749"/>
                  <a:pt x="2084327" y="625749"/>
                </a:cubicBezTo>
                <a:cubicBezTo>
                  <a:pt x="2102684" y="625749"/>
                  <a:pt x="2117565" y="610868"/>
                  <a:pt x="2117565" y="592511"/>
                </a:cubicBezTo>
                <a:cubicBezTo>
                  <a:pt x="2117565" y="574155"/>
                  <a:pt x="2102684" y="559274"/>
                  <a:pt x="2084327" y="559274"/>
                </a:cubicBezTo>
                <a:cubicBezTo>
                  <a:pt x="2065971" y="559274"/>
                  <a:pt x="2051090" y="574155"/>
                  <a:pt x="2051090" y="592511"/>
                </a:cubicBezTo>
                <a:moveTo>
                  <a:pt x="2169031" y="573501"/>
                </a:moveTo>
                <a:cubicBezTo>
                  <a:pt x="2169031" y="591857"/>
                  <a:pt x="2183912" y="606738"/>
                  <a:pt x="2202268" y="606738"/>
                </a:cubicBezTo>
                <a:cubicBezTo>
                  <a:pt x="2220625" y="606738"/>
                  <a:pt x="2235506" y="591857"/>
                  <a:pt x="2235506" y="573501"/>
                </a:cubicBezTo>
                <a:cubicBezTo>
                  <a:pt x="2235506" y="555144"/>
                  <a:pt x="2220625" y="540263"/>
                  <a:pt x="2202268" y="540263"/>
                </a:cubicBezTo>
                <a:cubicBezTo>
                  <a:pt x="2183912" y="540263"/>
                  <a:pt x="2169031" y="555144"/>
                  <a:pt x="2169031" y="573501"/>
                </a:cubicBezTo>
                <a:moveTo>
                  <a:pt x="2304134" y="562955"/>
                </a:moveTo>
                <a:cubicBezTo>
                  <a:pt x="2304134" y="581312"/>
                  <a:pt x="2319015" y="596193"/>
                  <a:pt x="2337372" y="596193"/>
                </a:cubicBezTo>
                <a:cubicBezTo>
                  <a:pt x="2355729" y="596193"/>
                  <a:pt x="2370610" y="581312"/>
                  <a:pt x="2370610" y="562955"/>
                </a:cubicBezTo>
                <a:cubicBezTo>
                  <a:pt x="2370610" y="544599"/>
                  <a:pt x="2355729" y="529718"/>
                  <a:pt x="2337372" y="529718"/>
                </a:cubicBezTo>
                <a:cubicBezTo>
                  <a:pt x="2319015" y="529718"/>
                  <a:pt x="2304134" y="544599"/>
                  <a:pt x="2304134" y="562955"/>
                </a:cubicBezTo>
                <a:moveTo>
                  <a:pt x="2417126" y="555882"/>
                </a:moveTo>
                <a:cubicBezTo>
                  <a:pt x="2417126" y="574238"/>
                  <a:pt x="2432007" y="589119"/>
                  <a:pt x="2450363" y="589119"/>
                </a:cubicBezTo>
                <a:cubicBezTo>
                  <a:pt x="2468720" y="589119"/>
                  <a:pt x="2483601" y="574238"/>
                  <a:pt x="2483601" y="555882"/>
                </a:cubicBezTo>
                <a:cubicBezTo>
                  <a:pt x="2483601" y="537525"/>
                  <a:pt x="2468720" y="522644"/>
                  <a:pt x="2450363" y="522644"/>
                </a:cubicBezTo>
                <a:cubicBezTo>
                  <a:pt x="2432007" y="522644"/>
                  <a:pt x="2417126" y="537525"/>
                  <a:pt x="2417126" y="555882"/>
                </a:cubicBezTo>
                <a:moveTo>
                  <a:pt x="2559647" y="544991"/>
                </a:moveTo>
                <a:cubicBezTo>
                  <a:pt x="2559647" y="563348"/>
                  <a:pt x="2574528" y="578229"/>
                  <a:pt x="2592885" y="578229"/>
                </a:cubicBezTo>
                <a:cubicBezTo>
                  <a:pt x="2611241" y="578229"/>
                  <a:pt x="2626122" y="563348"/>
                  <a:pt x="2626122" y="544991"/>
                </a:cubicBezTo>
                <a:cubicBezTo>
                  <a:pt x="2626122" y="526635"/>
                  <a:pt x="2611241" y="511754"/>
                  <a:pt x="2592885" y="511754"/>
                </a:cubicBezTo>
                <a:cubicBezTo>
                  <a:pt x="2574528" y="511754"/>
                  <a:pt x="2559647" y="526635"/>
                  <a:pt x="2559647" y="544991"/>
                </a:cubicBezTo>
                <a:moveTo>
                  <a:pt x="2672727" y="538104"/>
                </a:moveTo>
                <a:cubicBezTo>
                  <a:pt x="2672727" y="556460"/>
                  <a:pt x="2687609" y="571342"/>
                  <a:pt x="2705965" y="571342"/>
                </a:cubicBezTo>
                <a:cubicBezTo>
                  <a:pt x="2724322" y="571342"/>
                  <a:pt x="2739203" y="556460"/>
                  <a:pt x="2739203" y="538104"/>
                </a:cubicBezTo>
                <a:cubicBezTo>
                  <a:pt x="2739203" y="519747"/>
                  <a:pt x="2724322" y="504866"/>
                  <a:pt x="2705965" y="504866"/>
                </a:cubicBezTo>
                <a:cubicBezTo>
                  <a:pt x="2687609" y="504866"/>
                  <a:pt x="2672727" y="519747"/>
                  <a:pt x="2672727" y="538104"/>
                </a:cubicBezTo>
                <a:moveTo>
                  <a:pt x="2807795" y="33237"/>
                </a:moveTo>
                <a:cubicBezTo>
                  <a:pt x="2807795" y="51594"/>
                  <a:pt x="2822677" y="66475"/>
                  <a:pt x="2841033" y="66475"/>
                </a:cubicBezTo>
                <a:cubicBezTo>
                  <a:pt x="2859390" y="66475"/>
                  <a:pt x="2874271" y="51594"/>
                  <a:pt x="2874271" y="33237"/>
                </a:cubicBezTo>
                <a:cubicBezTo>
                  <a:pt x="2874271" y="14881"/>
                  <a:pt x="2859390" y="0"/>
                  <a:pt x="2841033" y="0"/>
                </a:cubicBezTo>
                <a:cubicBezTo>
                  <a:pt x="2822677" y="0"/>
                  <a:pt x="2807795" y="14881"/>
                  <a:pt x="2807795" y="33237"/>
                </a:cubicBezTo>
                <a:close/>
              </a:path>
            </a:pathLst>
          </a:custGeom>
          <a:solidFill xmlns:a="http://schemas.openxmlformats.org/drawingml/2006/main">
            <a:srgbClr val="FFA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Text (a)SA">
            <a:extLst xmlns:a="http://schemas.openxmlformats.org/drawingml/2006/main">
              <a:ext uri="{FF2B5EF4-FFF2-40B4-BE49-F238E27FC236}">
                <a16:creationId xmlns:a16="http://schemas.microsoft.com/office/drawing/2014/main" id="{1C1CD6E6-3987-41EB-92D0-9BA1F5DF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764" y="5628179"/>
            <a:ext cx="587127" cy="213154"/>
          </a:xfrm>
          <a:custGeom xmlns:a="http://schemas.openxmlformats.org/drawingml/2006/main">
            <a:pathLst>
              <a:path w="587127" h="213154">
                <a:moveTo>
                  <a:pt x="0" y="106360"/>
                </a:moveTo>
                <a:cubicBezTo>
                  <a:pt x="0" y="116608"/>
                  <a:pt x="1136" y="167848"/>
                  <a:pt x="52836" y="212486"/>
                </a:cubicBezTo>
                <a:lnTo>
                  <a:pt x="59668" y="205199"/>
                </a:lnTo>
                <a:cubicBezTo>
                  <a:pt x="52381" y="197001"/>
                  <a:pt x="26189" y="166483"/>
                  <a:pt x="26189" y="106360"/>
                </a:cubicBezTo>
                <a:cubicBezTo>
                  <a:pt x="26189" y="46233"/>
                  <a:pt x="52836" y="15715"/>
                  <a:pt x="59668" y="7746"/>
                </a:cubicBezTo>
                <a:lnTo>
                  <a:pt x="53291" y="0"/>
                </a:lnTo>
                <a:cubicBezTo>
                  <a:pt x="23457" y="25737"/>
                  <a:pt x="0" y="64908"/>
                  <a:pt x="0" y="106360"/>
                </a:cubicBezTo>
                <a:close/>
                <a:moveTo>
                  <a:pt x="127993" y="152791"/>
                </a:moveTo>
                <a:cubicBezTo>
                  <a:pt x="129585" y="162128"/>
                  <a:pt x="135736" y="166226"/>
                  <a:pt x="145755" y="166226"/>
                </a:cubicBezTo>
                <a:cubicBezTo>
                  <a:pt x="158283" y="166226"/>
                  <a:pt x="167165" y="161444"/>
                  <a:pt x="175592" y="153472"/>
                </a:cubicBezTo>
                <a:cubicBezTo>
                  <a:pt x="175137" y="150740"/>
                  <a:pt x="174223" y="148919"/>
                  <a:pt x="171491" y="147095"/>
                </a:cubicBezTo>
                <a:cubicBezTo>
                  <a:pt x="168531" y="149375"/>
                  <a:pt x="166254" y="150285"/>
                  <a:pt x="161928" y="150285"/>
                </a:cubicBezTo>
                <a:cubicBezTo>
                  <a:pt x="156917" y="150285"/>
                  <a:pt x="155551" y="146184"/>
                  <a:pt x="155551" y="135022"/>
                </a:cubicBezTo>
                <a:lnTo>
                  <a:pt x="156006" y="102217"/>
                </a:lnTo>
                <a:cubicBezTo>
                  <a:pt x="156006" y="69412"/>
                  <a:pt x="135736" y="62806"/>
                  <a:pt x="117061" y="62806"/>
                </a:cubicBezTo>
                <a:cubicBezTo>
                  <a:pt x="100436" y="62806"/>
                  <a:pt x="74928" y="72373"/>
                  <a:pt x="74928" y="87410"/>
                </a:cubicBezTo>
                <a:cubicBezTo>
                  <a:pt x="74928" y="93787"/>
                  <a:pt x="77660" y="98798"/>
                  <a:pt x="86542" y="98798"/>
                </a:cubicBezTo>
                <a:cubicBezTo>
                  <a:pt x="94740" y="98798"/>
                  <a:pt x="100662" y="93787"/>
                  <a:pt x="100662" y="88320"/>
                </a:cubicBezTo>
                <a:cubicBezTo>
                  <a:pt x="100662" y="85359"/>
                  <a:pt x="99070" y="81485"/>
                  <a:pt x="99751" y="77613"/>
                </a:cubicBezTo>
                <a:cubicBezTo>
                  <a:pt x="99980" y="75108"/>
                  <a:pt x="101801" y="72373"/>
                  <a:pt x="109318" y="72373"/>
                </a:cubicBezTo>
                <a:cubicBezTo>
                  <a:pt x="118882" y="72373"/>
                  <a:pt x="126854" y="76474"/>
                  <a:pt x="126854" y="105407"/>
                </a:cubicBezTo>
                <a:lnTo>
                  <a:pt x="111594" y="110189"/>
                </a:lnTo>
                <a:cubicBezTo>
                  <a:pt x="87682" y="117706"/>
                  <a:pt x="70828" y="124316"/>
                  <a:pt x="70828" y="142310"/>
                </a:cubicBezTo>
                <a:cubicBezTo>
                  <a:pt x="70828" y="158028"/>
                  <a:pt x="79481" y="166226"/>
                  <a:pt x="99296" y="166226"/>
                </a:cubicBezTo>
                <a:cubicBezTo>
                  <a:pt x="105902" y="166226"/>
                  <a:pt x="119111" y="158938"/>
                  <a:pt x="126624" y="153017"/>
                </a:cubicBezTo>
                <a:lnTo>
                  <a:pt x="127993" y="152791"/>
                </a:lnTo>
                <a:moveTo>
                  <a:pt x="126854" y="114290"/>
                </a:moveTo>
                <a:lnTo>
                  <a:pt x="126854" y="144360"/>
                </a:lnTo>
                <a:cubicBezTo>
                  <a:pt x="121161" y="148916"/>
                  <a:pt x="115466" y="152561"/>
                  <a:pt x="111368" y="152561"/>
                </a:cubicBezTo>
                <a:cubicBezTo>
                  <a:pt x="101572" y="152561"/>
                  <a:pt x="98156" y="145955"/>
                  <a:pt x="98156" y="138894"/>
                </a:cubicBezTo>
                <a:cubicBezTo>
                  <a:pt x="98156" y="130467"/>
                  <a:pt x="98841" y="123402"/>
                  <a:pt x="115010" y="118165"/>
                </a:cubicBezTo>
                <a:lnTo>
                  <a:pt x="126854" y="114290"/>
                </a:lnTo>
                <a:close/>
                <a:moveTo>
                  <a:pt x="239587" y="106797"/>
                </a:moveTo>
                <a:cubicBezTo>
                  <a:pt x="239587" y="96549"/>
                  <a:pt x="238447" y="45305"/>
                  <a:pt x="186751" y="667"/>
                </a:cubicBezTo>
                <a:lnTo>
                  <a:pt x="179919" y="7955"/>
                </a:lnTo>
                <a:cubicBezTo>
                  <a:pt x="187207" y="16156"/>
                  <a:pt x="213395" y="46674"/>
                  <a:pt x="213395" y="106797"/>
                </a:cubicBezTo>
                <a:cubicBezTo>
                  <a:pt x="213395" y="166924"/>
                  <a:pt x="186751" y="197443"/>
                  <a:pt x="179919" y="205411"/>
                </a:cubicBezTo>
                <a:lnTo>
                  <a:pt x="186296" y="213154"/>
                </a:lnTo>
                <a:cubicBezTo>
                  <a:pt x="216130" y="187420"/>
                  <a:pt x="239587" y="148249"/>
                  <a:pt x="239587" y="106797"/>
                </a:cubicBezTo>
                <a:close/>
                <a:moveTo>
                  <a:pt x="400603" y="20250"/>
                </a:moveTo>
                <a:cubicBezTo>
                  <a:pt x="388078" y="18429"/>
                  <a:pt x="383293" y="14099"/>
                  <a:pt x="362116" y="14099"/>
                </a:cubicBezTo>
                <a:cubicBezTo>
                  <a:pt x="351864" y="14099"/>
                  <a:pt x="338429" y="17289"/>
                  <a:pt x="328862" y="25031"/>
                </a:cubicBezTo>
                <a:cubicBezTo>
                  <a:pt x="320435" y="31863"/>
                  <a:pt x="314058" y="42341"/>
                  <a:pt x="314058" y="53500"/>
                </a:cubicBezTo>
                <a:cubicBezTo>
                  <a:pt x="314058" y="62153"/>
                  <a:pt x="316338" y="73085"/>
                  <a:pt x="321575" y="79917"/>
                </a:cubicBezTo>
                <a:cubicBezTo>
                  <a:pt x="332052" y="94037"/>
                  <a:pt x="350953" y="101779"/>
                  <a:pt x="360746" y="108611"/>
                </a:cubicBezTo>
                <a:cubicBezTo>
                  <a:pt x="371224" y="115899"/>
                  <a:pt x="381472" y="125007"/>
                  <a:pt x="381472" y="137761"/>
                </a:cubicBezTo>
                <a:cubicBezTo>
                  <a:pt x="381472" y="148919"/>
                  <a:pt x="371679" y="156662"/>
                  <a:pt x="357786" y="156662"/>
                </a:cubicBezTo>
                <a:cubicBezTo>
                  <a:pt x="342526" y="156662"/>
                  <a:pt x="326815" y="144138"/>
                  <a:pt x="322259" y="123412"/>
                </a:cubicBezTo>
                <a:cubicBezTo>
                  <a:pt x="318388" y="122046"/>
                  <a:pt x="314517" y="123186"/>
                  <a:pt x="310871" y="124097"/>
                </a:cubicBezTo>
                <a:cubicBezTo>
                  <a:pt x="310871" y="141177"/>
                  <a:pt x="312692" y="153246"/>
                  <a:pt x="315198" y="161673"/>
                </a:cubicBezTo>
                <a:cubicBezTo>
                  <a:pt x="328181" y="161673"/>
                  <a:pt x="328862" y="166226"/>
                  <a:pt x="360291" y="166226"/>
                </a:cubicBezTo>
                <a:cubicBezTo>
                  <a:pt x="374185" y="166226"/>
                  <a:pt x="385343" y="162128"/>
                  <a:pt x="394681" y="153701"/>
                </a:cubicBezTo>
                <a:cubicBezTo>
                  <a:pt x="402882" y="146643"/>
                  <a:pt x="410170" y="136166"/>
                  <a:pt x="410170" y="122046"/>
                </a:cubicBezTo>
                <a:cubicBezTo>
                  <a:pt x="410170" y="110203"/>
                  <a:pt x="405158" y="102235"/>
                  <a:pt x="398326" y="94718"/>
                </a:cubicBezTo>
                <a:cubicBezTo>
                  <a:pt x="389444" y="84925"/>
                  <a:pt x="376690" y="77867"/>
                  <a:pt x="367808" y="73311"/>
                </a:cubicBezTo>
                <a:cubicBezTo>
                  <a:pt x="358699" y="68759"/>
                  <a:pt x="342526" y="56916"/>
                  <a:pt x="342526" y="43936"/>
                </a:cubicBezTo>
                <a:cubicBezTo>
                  <a:pt x="342526" y="31182"/>
                  <a:pt x="350272" y="23436"/>
                  <a:pt x="361886" y="23436"/>
                </a:cubicBezTo>
                <a:cubicBezTo>
                  <a:pt x="381246" y="23436"/>
                  <a:pt x="387623" y="40975"/>
                  <a:pt x="391720" y="56005"/>
                </a:cubicBezTo>
                <a:cubicBezTo>
                  <a:pt x="394910" y="56916"/>
                  <a:pt x="400603" y="56916"/>
                  <a:pt x="403108" y="54865"/>
                </a:cubicBezTo>
                <a:cubicBezTo>
                  <a:pt x="403108" y="42796"/>
                  <a:pt x="402198" y="33458"/>
                  <a:pt x="400603" y="20250"/>
                </a:cubicBezTo>
                <a:close/>
                <a:moveTo>
                  <a:pt x="481681" y="99503"/>
                </a:moveTo>
                <a:cubicBezTo>
                  <a:pt x="476670" y="99503"/>
                  <a:pt x="475075" y="98822"/>
                  <a:pt x="475986" y="96546"/>
                </a:cubicBezTo>
                <a:lnTo>
                  <a:pt x="496030" y="45528"/>
                </a:lnTo>
                <a:lnTo>
                  <a:pt x="497622" y="45528"/>
                </a:lnTo>
                <a:lnTo>
                  <a:pt x="516297" y="99503"/>
                </a:lnTo>
                <a:lnTo>
                  <a:pt x="481681" y="99503"/>
                </a:lnTo>
                <a:moveTo>
                  <a:pt x="457084" y="145993"/>
                </a:moveTo>
                <a:lnTo>
                  <a:pt x="469154" y="114311"/>
                </a:lnTo>
                <a:cubicBezTo>
                  <a:pt x="470293" y="111350"/>
                  <a:pt x="471659" y="110436"/>
                  <a:pt x="477125" y="110436"/>
                </a:cubicBezTo>
                <a:lnTo>
                  <a:pt x="520398" y="110436"/>
                </a:lnTo>
                <a:lnTo>
                  <a:pt x="533151" y="147588"/>
                </a:lnTo>
                <a:cubicBezTo>
                  <a:pt x="536342" y="156933"/>
                  <a:pt x="527230" y="156023"/>
                  <a:pt x="516297" y="156704"/>
                </a:cubicBezTo>
                <a:cubicBezTo>
                  <a:pt x="514931" y="158069"/>
                  <a:pt x="514931" y="163081"/>
                  <a:pt x="516297" y="164446"/>
                </a:cubicBezTo>
                <a:cubicBezTo>
                  <a:pt x="524724" y="164220"/>
                  <a:pt x="546360" y="163991"/>
                  <a:pt x="555243" y="163991"/>
                </a:cubicBezTo>
                <a:cubicBezTo>
                  <a:pt x="564580" y="163991"/>
                  <a:pt x="577334" y="164220"/>
                  <a:pt x="585761" y="164446"/>
                </a:cubicBezTo>
                <a:cubicBezTo>
                  <a:pt x="587127" y="163081"/>
                  <a:pt x="587127" y="158069"/>
                  <a:pt x="585761" y="156704"/>
                </a:cubicBezTo>
                <a:cubicBezTo>
                  <a:pt x="576879" y="155793"/>
                  <a:pt x="569362" y="156023"/>
                  <a:pt x="565265" y="144398"/>
                </a:cubicBezTo>
                <a:lnTo>
                  <a:pt x="518347" y="14099"/>
                </a:lnTo>
                <a:cubicBezTo>
                  <a:pt x="514931" y="16149"/>
                  <a:pt x="501267" y="24121"/>
                  <a:pt x="493295" y="24121"/>
                </a:cubicBezTo>
                <a:lnTo>
                  <a:pt x="443876" y="140749"/>
                </a:lnTo>
                <a:cubicBezTo>
                  <a:pt x="437954" y="154883"/>
                  <a:pt x="431122" y="156023"/>
                  <a:pt x="421100" y="156704"/>
                </a:cubicBezTo>
                <a:cubicBezTo>
                  <a:pt x="419734" y="158069"/>
                  <a:pt x="419734" y="163081"/>
                  <a:pt x="421100" y="164446"/>
                </a:cubicBezTo>
                <a:cubicBezTo>
                  <a:pt x="429527" y="164220"/>
                  <a:pt x="433627" y="163991"/>
                  <a:pt x="442510" y="163991"/>
                </a:cubicBezTo>
                <a:cubicBezTo>
                  <a:pt x="451847" y="163991"/>
                  <a:pt x="464372" y="164220"/>
                  <a:pt x="472799" y="164446"/>
                </a:cubicBezTo>
                <a:cubicBezTo>
                  <a:pt x="474165" y="163081"/>
                  <a:pt x="474165" y="158069"/>
                  <a:pt x="472799" y="156704"/>
                </a:cubicBezTo>
                <a:cubicBezTo>
                  <a:pt x="464146" y="156023"/>
                  <a:pt x="453439" y="155338"/>
                  <a:pt x="457084" y="1459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Text T-SolverPerspective">
            <a:extLst xmlns:a="http://schemas.openxmlformats.org/drawingml/2006/main">
              <a:ext uri="{FF2B5EF4-FFF2-40B4-BE49-F238E27FC236}">
                <a16:creationId xmlns:a16="http://schemas.microsoft.com/office/drawing/2014/main" id="{62E930CE-2CB8-4C76-8E05-56F9A747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136" y="5633159"/>
            <a:ext cx="2086381" cy="212399"/>
          </a:xfrm>
          <a:custGeom xmlns:a="http://schemas.openxmlformats.org/drawingml/2006/main">
            <a:pathLst>
              <a:path w="2086381" h="212399">
                <a:moveTo>
                  <a:pt x="91556" y="131019"/>
                </a:moveTo>
                <a:lnTo>
                  <a:pt x="91556" y="44555"/>
                </a:lnTo>
                <a:cubicBezTo>
                  <a:pt x="91556" y="29990"/>
                  <a:pt x="93832" y="21570"/>
                  <a:pt x="102030" y="21570"/>
                </a:cubicBezTo>
                <a:lnTo>
                  <a:pt x="107041" y="21570"/>
                </a:lnTo>
                <a:cubicBezTo>
                  <a:pt x="124121" y="21570"/>
                  <a:pt x="133688" y="27262"/>
                  <a:pt x="137559" y="44780"/>
                </a:cubicBezTo>
                <a:cubicBezTo>
                  <a:pt x="140065" y="44780"/>
                  <a:pt x="144391" y="44555"/>
                  <a:pt x="146442" y="43644"/>
                </a:cubicBezTo>
                <a:cubicBezTo>
                  <a:pt x="144847" y="33177"/>
                  <a:pt x="143707" y="21344"/>
                  <a:pt x="143481" y="11096"/>
                </a:cubicBezTo>
                <a:cubicBezTo>
                  <a:pt x="143481" y="10867"/>
                  <a:pt x="143026" y="10411"/>
                  <a:pt x="142796" y="10411"/>
                </a:cubicBezTo>
                <a:cubicBezTo>
                  <a:pt x="135054" y="11096"/>
                  <a:pt x="109776" y="12232"/>
                  <a:pt x="91781" y="12232"/>
                </a:cubicBezTo>
                <a:lnTo>
                  <a:pt x="59671" y="12232"/>
                </a:lnTo>
                <a:cubicBezTo>
                  <a:pt x="42132" y="12232"/>
                  <a:pt x="15259" y="11096"/>
                  <a:pt x="6606" y="10411"/>
                </a:cubicBezTo>
                <a:cubicBezTo>
                  <a:pt x="6151" y="10411"/>
                  <a:pt x="5696" y="10867"/>
                  <a:pt x="5696" y="11096"/>
                </a:cubicBezTo>
                <a:cubicBezTo>
                  <a:pt x="4782" y="21344"/>
                  <a:pt x="2506" y="33403"/>
                  <a:pt x="0" y="44325"/>
                </a:cubicBezTo>
                <a:cubicBezTo>
                  <a:pt x="2276" y="45236"/>
                  <a:pt x="6151" y="45465"/>
                  <a:pt x="8882" y="45465"/>
                </a:cubicBezTo>
                <a:cubicBezTo>
                  <a:pt x="13438" y="27262"/>
                  <a:pt x="22776" y="21570"/>
                  <a:pt x="37806" y="21570"/>
                </a:cubicBezTo>
                <a:lnTo>
                  <a:pt x="48964" y="21570"/>
                </a:lnTo>
                <a:cubicBezTo>
                  <a:pt x="57392" y="21570"/>
                  <a:pt x="59671" y="29990"/>
                  <a:pt x="59671" y="43870"/>
                </a:cubicBezTo>
                <a:lnTo>
                  <a:pt x="59671" y="131019"/>
                </a:lnTo>
                <a:cubicBezTo>
                  <a:pt x="59671" y="149903"/>
                  <a:pt x="55797" y="151043"/>
                  <a:pt x="37580" y="151724"/>
                </a:cubicBezTo>
                <a:cubicBezTo>
                  <a:pt x="36211" y="153090"/>
                  <a:pt x="36211" y="158101"/>
                  <a:pt x="37580" y="159466"/>
                </a:cubicBezTo>
                <a:cubicBezTo>
                  <a:pt x="48739" y="159241"/>
                  <a:pt x="60582" y="159011"/>
                  <a:pt x="75156" y="159011"/>
                </a:cubicBezTo>
                <a:cubicBezTo>
                  <a:pt x="90186" y="159011"/>
                  <a:pt x="102259" y="159241"/>
                  <a:pt x="113647" y="159466"/>
                </a:cubicBezTo>
                <a:cubicBezTo>
                  <a:pt x="115013" y="158101"/>
                  <a:pt x="115013" y="153090"/>
                  <a:pt x="113647" y="151724"/>
                </a:cubicBezTo>
                <a:cubicBezTo>
                  <a:pt x="95427" y="151043"/>
                  <a:pt x="91556" y="149903"/>
                  <a:pt x="91556" y="131019"/>
                </a:cubicBezTo>
                <a:close/>
                <a:moveTo>
                  <a:pt x="196546" y="110071"/>
                </a:moveTo>
                <a:cubicBezTo>
                  <a:pt x="201783" y="110071"/>
                  <a:pt x="207249" y="99823"/>
                  <a:pt x="207249" y="96862"/>
                </a:cubicBezTo>
                <a:cubicBezTo>
                  <a:pt x="207249" y="94357"/>
                  <a:pt x="205428" y="92077"/>
                  <a:pt x="199051" y="92077"/>
                </a:cubicBezTo>
                <a:lnTo>
                  <a:pt x="153503" y="92077"/>
                </a:lnTo>
                <a:cubicBezTo>
                  <a:pt x="148718" y="92077"/>
                  <a:pt x="143025" y="101414"/>
                  <a:pt x="143025" y="105289"/>
                </a:cubicBezTo>
                <a:cubicBezTo>
                  <a:pt x="143025" y="107791"/>
                  <a:pt x="145986" y="110071"/>
                  <a:pt x="151452" y="110071"/>
                </a:cubicBezTo>
                <a:lnTo>
                  <a:pt x="196546" y="110071"/>
                </a:lnTo>
                <a:close/>
                <a:moveTo>
                  <a:pt x="311784" y="15270"/>
                </a:moveTo>
                <a:cubicBezTo>
                  <a:pt x="299260" y="13449"/>
                  <a:pt x="294474" y="9119"/>
                  <a:pt x="273297" y="9119"/>
                </a:cubicBezTo>
                <a:cubicBezTo>
                  <a:pt x="263045" y="9119"/>
                  <a:pt x="249611" y="12309"/>
                  <a:pt x="240044" y="20051"/>
                </a:cubicBezTo>
                <a:cubicBezTo>
                  <a:pt x="231616" y="26884"/>
                  <a:pt x="225240" y="37361"/>
                  <a:pt x="225240" y="48520"/>
                </a:cubicBezTo>
                <a:cubicBezTo>
                  <a:pt x="225240" y="57173"/>
                  <a:pt x="227519" y="68105"/>
                  <a:pt x="232756" y="74938"/>
                </a:cubicBezTo>
                <a:cubicBezTo>
                  <a:pt x="243234" y="89057"/>
                  <a:pt x="262135" y="96800"/>
                  <a:pt x="271928" y="103632"/>
                </a:cubicBezTo>
                <a:cubicBezTo>
                  <a:pt x="282405" y="110919"/>
                  <a:pt x="292653" y="120027"/>
                  <a:pt x="292653" y="132781"/>
                </a:cubicBezTo>
                <a:cubicBezTo>
                  <a:pt x="292653" y="143940"/>
                  <a:pt x="282861" y="151682"/>
                  <a:pt x="268967" y="151682"/>
                </a:cubicBezTo>
                <a:cubicBezTo>
                  <a:pt x="253708" y="151682"/>
                  <a:pt x="237997" y="139158"/>
                  <a:pt x="233441" y="118432"/>
                </a:cubicBezTo>
                <a:cubicBezTo>
                  <a:pt x="229570" y="117066"/>
                  <a:pt x="225698" y="118206"/>
                  <a:pt x="222053" y="119117"/>
                </a:cubicBezTo>
                <a:cubicBezTo>
                  <a:pt x="222053" y="136197"/>
                  <a:pt x="223874" y="148266"/>
                  <a:pt x="226379" y="156693"/>
                </a:cubicBezTo>
                <a:cubicBezTo>
                  <a:pt x="239362" y="156693"/>
                  <a:pt x="240044" y="161246"/>
                  <a:pt x="271473" y="161246"/>
                </a:cubicBezTo>
                <a:cubicBezTo>
                  <a:pt x="285366" y="161246"/>
                  <a:pt x="296525" y="157149"/>
                  <a:pt x="305862" y="148721"/>
                </a:cubicBezTo>
                <a:cubicBezTo>
                  <a:pt x="314064" y="141663"/>
                  <a:pt x="321351" y="131186"/>
                  <a:pt x="321351" y="117066"/>
                </a:cubicBezTo>
                <a:cubicBezTo>
                  <a:pt x="321351" y="105223"/>
                  <a:pt x="316340" y="97255"/>
                  <a:pt x="309508" y="89738"/>
                </a:cubicBezTo>
                <a:cubicBezTo>
                  <a:pt x="300625" y="79945"/>
                  <a:pt x="287872" y="72887"/>
                  <a:pt x="278989" y="68331"/>
                </a:cubicBezTo>
                <a:cubicBezTo>
                  <a:pt x="269881" y="63779"/>
                  <a:pt x="253708" y="51936"/>
                  <a:pt x="253708" y="38956"/>
                </a:cubicBezTo>
                <a:cubicBezTo>
                  <a:pt x="253708" y="26202"/>
                  <a:pt x="261454" y="18456"/>
                  <a:pt x="273068" y="18456"/>
                </a:cubicBezTo>
                <a:cubicBezTo>
                  <a:pt x="292428" y="18456"/>
                  <a:pt x="298804" y="35995"/>
                  <a:pt x="302902" y="51025"/>
                </a:cubicBezTo>
                <a:cubicBezTo>
                  <a:pt x="306092" y="51936"/>
                  <a:pt x="311784" y="51936"/>
                  <a:pt x="314290" y="49885"/>
                </a:cubicBezTo>
                <a:cubicBezTo>
                  <a:pt x="314290" y="37816"/>
                  <a:pt x="313379" y="28479"/>
                  <a:pt x="311784" y="15270"/>
                </a:cubicBezTo>
                <a:close/>
                <a:moveTo>
                  <a:pt x="389902" y="67393"/>
                </a:moveTo>
                <a:cubicBezTo>
                  <a:pt x="405387" y="67393"/>
                  <a:pt x="415865" y="85846"/>
                  <a:pt x="415865" y="117056"/>
                </a:cubicBezTo>
                <a:cubicBezTo>
                  <a:pt x="415865" y="144391"/>
                  <a:pt x="405161" y="151682"/>
                  <a:pt x="396963" y="151682"/>
                </a:cubicBezTo>
                <a:cubicBezTo>
                  <a:pt x="378288" y="151682"/>
                  <a:pt x="370997" y="123662"/>
                  <a:pt x="370997" y="106804"/>
                </a:cubicBezTo>
                <a:cubicBezTo>
                  <a:pt x="370997" y="85846"/>
                  <a:pt x="374643" y="67393"/>
                  <a:pt x="389902" y="67393"/>
                </a:cubicBezTo>
                <a:moveTo>
                  <a:pt x="339113" y="111816"/>
                </a:moveTo>
                <a:cubicBezTo>
                  <a:pt x="339113" y="141660"/>
                  <a:pt x="362800" y="161246"/>
                  <a:pt x="393318" y="161246"/>
                </a:cubicBezTo>
                <a:cubicBezTo>
                  <a:pt x="409488" y="161246"/>
                  <a:pt x="422926" y="156693"/>
                  <a:pt x="432264" y="148266"/>
                </a:cubicBezTo>
                <a:cubicBezTo>
                  <a:pt x="443878" y="138014"/>
                  <a:pt x="447749" y="122522"/>
                  <a:pt x="447749" y="109765"/>
                </a:cubicBezTo>
                <a:cubicBezTo>
                  <a:pt x="447749" y="79924"/>
                  <a:pt x="427478" y="57826"/>
                  <a:pt x="393544" y="57826"/>
                </a:cubicBezTo>
                <a:cubicBezTo>
                  <a:pt x="374643" y="57826"/>
                  <a:pt x="360523" y="64432"/>
                  <a:pt x="351641" y="74684"/>
                </a:cubicBezTo>
                <a:cubicBezTo>
                  <a:pt x="342984" y="84706"/>
                  <a:pt x="339113" y="98374"/>
                  <a:pt x="339113" y="111816"/>
                </a:cubicBezTo>
                <a:close/>
                <a:moveTo>
                  <a:pt x="478950" y="130095"/>
                </a:moveTo>
                <a:cubicBezTo>
                  <a:pt x="478950" y="148992"/>
                  <a:pt x="475308" y="151043"/>
                  <a:pt x="461414" y="151724"/>
                </a:cubicBezTo>
                <a:cubicBezTo>
                  <a:pt x="460048" y="153090"/>
                  <a:pt x="460048" y="158101"/>
                  <a:pt x="461414" y="159466"/>
                </a:cubicBezTo>
                <a:cubicBezTo>
                  <a:pt x="470978" y="159241"/>
                  <a:pt x="481226" y="159011"/>
                  <a:pt x="493754" y="159011"/>
                </a:cubicBezTo>
                <a:cubicBezTo>
                  <a:pt x="506278" y="159011"/>
                  <a:pt x="516300" y="159241"/>
                  <a:pt x="526093" y="159466"/>
                </a:cubicBezTo>
                <a:cubicBezTo>
                  <a:pt x="527459" y="158101"/>
                  <a:pt x="527459" y="153090"/>
                  <a:pt x="526093" y="151724"/>
                </a:cubicBezTo>
                <a:cubicBezTo>
                  <a:pt x="512200" y="151043"/>
                  <a:pt x="508558" y="148992"/>
                  <a:pt x="508558" y="130095"/>
                </a:cubicBezTo>
                <a:lnTo>
                  <a:pt x="508558" y="26272"/>
                </a:lnTo>
                <a:cubicBezTo>
                  <a:pt x="508558" y="11471"/>
                  <a:pt x="509239" y="3003"/>
                  <a:pt x="509239" y="3003"/>
                </a:cubicBezTo>
                <a:cubicBezTo>
                  <a:pt x="509239" y="924"/>
                  <a:pt x="507647" y="0"/>
                  <a:pt x="505597" y="0"/>
                </a:cubicBezTo>
                <a:cubicBezTo>
                  <a:pt x="497170" y="2773"/>
                  <a:pt x="478950" y="5313"/>
                  <a:pt x="462780" y="6005"/>
                </a:cubicBezTo>
                <a:cubicBezTo>
                  <a:pt x="462095" y="8740"/>
                  <a:pt x="462325" y="11245"/>
                  <a:pt x="463464" y="13296"/>
                </a:cubicBezTo>
                <a:cubicBezTo>
                  <a:pt x="477810" y="14432"/>
                  <a:pt x="478950" y="14662"/>
                  <a:pt x="478950" y="30369"/>
                </a:cubicBezTo>
                <a:lnTo>
                  <a:pt x="478950" y="130095"/>
                </a:lnTo>
                <a:close/>
                <a:moveTo>
                  <a:pt x="608083" y="67574"/>
                </a:moveTo>
                <a:cubicBezTo>
                  <a:pt x="620381" y="68481"/>
                  <a:pt x="621976" y="72119"/>
                  <a:pt x="616965" y="83712"/>
                </a:cubicBezTo>
                <a:lnTo>
                  <a:pt x="598971" y="125316"/>
                </a:lnTo>
                <a:cubicBezTo>
                  <a:pt x="598060" y="127363"/>
                  <a:pt x="597150" y="125772"/>
                  <a:pt x="596469" y="124180"/>
                </a:cubicBezTo>
                <a:lnTo>
                  <a:pt x="582120" y="83712"/>
                </a:lnTo>
                <a:cubicBezTo>
                  <a:pt x="578249" y="72800"/>
                  <a:pt x="575058" y="68710"/>
                  <a:pt x="589178" y="67574"/>
                </a:cubicBezTo>
                <a:cubicBezTo>
                  <a:pt x="590547" y="66208"/>
                  <a:pt x="590547" y="61197"/>
                  <a:pt x="589178" y="59828"/>
                </a:cubicBezTo>
                <a:cubicBezTo>
                  <a:pt x="580754" y="60057"/>
                  <a:pt x="571642" y="60286"/>
                  <a:pt x="560484" y="60286"/>
                </a:cubicBezTo>
                <a:cubicBezTo>
                  <a:pt x="552512" y="60286"/>
                  <a:pt x="540898" y="60057"/>
                  <a:pt x="532471" y="59828"/>
                </a:cubicBezTo>
                <a:cubicBezTo>
                  <a:pt x="531105" y="61197"/>
                  <a:pt x="531105" y="66208"/>
                  <a:pt x="532471" y="67574"/>
                </a:cubicBezTo>
                <a:cubicBezTo>
                  <a:pt x="545680" y="69165"/>
                  <a:pt x="546135" y="73711"/>
                  <a:pt x="550691" y="85078"/>
                </a:cubicBezTo>
                <a:lnTo>
                  <a:pt x="580525" y="156919"/>
                </a:lnTo>
                <a:cubicBezTo>
                  <a:pt x="581891" y="160328"/>
                  <a:pt x="585762" y="161690"/>
                  <a:pt x="588723" y="161690"/>
                </a:cubicBezTo>
                <a:cubicBezTo>
                  <a:pt x="591002" y="161690"/>
                  <a:pt x="595555" y="161239"/>
                  <a:pt x="597605" y="156464"/>
                </a:cubicBezTo>
                <a:lnTo>
                  <a:pt x="628808" y="85304"/>
                </a:lnTo>
                <a:cubicBezTo>
                  <a:pt x="633361" y="75077"/>
                  <a:pt x="636321" y="68710"/>
                  <a:pt x="648394" y="67574"/>
                </a:cubicBezTo>
                <a:cubicBezTo>
                  <a:pt x="649760" y="66208"/>
                  <a:pt x="649760" y="61197"/>
                  <a:pt x="648394" y="59828"/>
                </a:cubicBezTo>
                <a:cubicBezTo>
                  <a:pt x="643383" y="60057"/>
                  <a:pt x="636096" y="60286"/>
                  <a:pt x="631084" y="60286"/>
                </a:cubicBezTo>
                <a:cubicBezTo>
                  <a:pt x="622657" y="60286"/>
                  <a:pt x="614230" y="60057"/>
                  <a:pt x="608083" y="59828"/>
                </a:cubicBezTo>
                <a:cubicBezTo>
                  <a:pt x="606717" y="61197"/>
                  <a:pt x="606717" y="66208"/>
                  <a:pt x="608083" y="67574"/>
                </a:cubicBezTo>
                <a:close/>
                <a:moveTo>
                  <a:pt x="689158" y="96313"/>
                </a:moveTo>
                <a:cubicBezTo>
                  <a:pt x="689387" y="88345"/>
                  <a:pt x="690527" y="79688"/>
                  <a:pt x="693714" y="75136"/>
                </a:cubicBezTo>
                <a:cubicBezTo>
                  <a:pt x="697359" y="69669"/>
                  <a:pt x="703507" y="67393"/>
                  <a:pt x="706012" y="67393"/>
                </a:cubicBezTo>
                <a:cubicBezTo>
                  <a:pt x="712163" y="67393"/>
                  <a:pt x="720587" y="73315"/>
                  <a:pt x="720587" y="91531"/>
                </a:cubicBezTo>
                <a:cubicBezTo>
                  <a:pt x="720587" y="92897"/>
                  <a:pt x="720587" y="95858"/>
                  <a:pt x="720132" y="96313"/>
                </a:cubicBezTo>
                <a:lnTo>
                  <a:pt x="689158" y="96313"/>
                </a:lnTo>
                <a:moveTo>
                  <a:pt x="747008" y="129580"/>
                </a:moveTo>
                <a:cubicBezTo>
                  <a:pt x="737671" y="139154"/>
                  <a:pt x="725372" y="141660"/>
                  <a:pt x="716716" y="141660"/>
                </a:cubicBezTo>
                <a:cubicBezTo>
                  <a:pt x="698951" y="141660"/>
                  <a:pt x="688022" y="131405"/>
                  <a:pt x="688022" y="109070"/>
                </a:cubicBezTo>
                <a:cubicBezTo>
                  <a:pt x="688022" y="107475"/>
                  <a:pt x="688248" y="106561"/>
                  <a:pt x="688248" y="105421"/>
                </a:cubicBezTo>
                <a:lnTo>
                  <a:pt x="742908" y="105421"/>
                </a:lnTo>
                <a:cubicBezTo>
                  <a:pt x="748374" y="105421"/>
                  <a:pt x="749510" y="101550"/>
                  <a:pt x="749510" y="98363"/>
                </a:cubicBezTo>
                <a:cubicBezTo>
                  <a:pt x="749510" y="79007"/>
                  <a:pt x="741997" y="57826"/>
                  <a:pt x="708518" y="57826"/>
                </a:cubicBezTo>
                <a:cubicBezTo>
                  <a:pt x="684606" y="57826"/>
                  <a:pt x="657274" y="79007"/>
                  <a:pt x="657274" y="113855"/>
                </a:cubicBezTo>
                <a:cubicBezTo>
                  <a:pt x="657274" y="127075"/>
                  <a:pt x="662059" y="140979"/>
                  <a:pt x="671852" y="149861"/>
                </a:cubicBezTo>
                <a:cubicBezTo>
                  <a:pt x="680505" y="157604"/>
                  <a:pt x="691664" y="161246"/>
                  <a:pt x="707833" y="161246"/>
                </a:cubicBezTo>
                <a:cubicBezTo>
                  <a:pt x="723548" y="161246"/>
                  <a:pt x="739036" y="153277"/>
                  <a:pt x="750424" y="136649"/>
                </a:cubicBezTo>
                <a:cubicBezTo>
                  <a:pt x="750424" y="133684"/>
                  <a:pt x="749285" y="129580"/>
                  <a:pt x="747008" y="129580"/>
                </a:cubicBezTo>
                <a:close/>
                <a:moveTo>
                  <a:pt x="812143" y="97929"/>
                </a:moveTo>
                <a:cubicBezTo>
                  <a:pt x="812143" y="89721"/>
                  <a:pt x="814649" y="86301"/>
                  <a:pt x="817609" y="82882"/>
                </a:cubicBezTo>
                <a:cubicBezTo>
                  <a:pt x="819430" y="80602"/>
                  <a:pt x="821481" y="79007"/>
                  <a:pt x="824897" y="79007"/>
                </a:cubicBezTo>
                <a:cubicBezTo>
                  <a:pt x="826947" y="79007"/>
                  <a:pt x="829449" y="81061"/>
                  <a:pt x="831274" y="83340"/>
                </a:cubicBezTo>
                <a:cubicBezTo>
                  <a:pt x="832869" y="85161"/>
                  <a:pt x="836740" y="86986"/>
                  <a:pt x="841977" y="86986"/>
                </a:cubicBezTo>
                <a:cubicBezTo>
                  <a:pt x="848583" y="86986"/>
                  <a:pt x="854960" y="80147"/>
                  <a:pt x="854960" y="70583"/>
                </a:cubicBezTo>
                <a:cubicBezTo>
                  <a:pt x="854960" y="64662"/>
                  <a:pt x="848124" y="57826"/>
                  <a:pt x="839927" y="57826"/>
                </a:cubicBezTo>
                <a:cubicBezTo>
                  <a:pt x="831955" y="57826"/>
                  <a:pt x="823302" y="64662"/>
                  <a:pt x="812824" y="79692"/>
                </a:cubicBezTo>
                <a:lnTo>
                  <a:pt x="811914" y="79692"/>
                </a:lnTo>
                <a:cubicBezTo>
                  <a:pt x="811458" y="72859"/>
                  <a:pt x="810319" y="61701"/>
                  <a:pt x="810319" y="61701"/>
                </a:cubicBezTo>
                <a:cubicBezTo>
                  <a:pt x="810093" y="59650"/>
                  <a:pt x="808272" y="57826"/>
                  <a:pt x="805082" y="57826"/>
                </a:cubicBezTo>
                <a:cubicBezTo>
                  <a:pt x="794378" y="60606"/>
                  <a:pt x="782309" y="63796"/>
                  <a:pt x="767276" y="65388"/>
                </a:cubicBezTo>
                <a:cubicBezTo>
                  <a:pt x="766820" y="66757"/>
                  <a:pt x="767276" y="71084"/>
                  <a:pt x="767731" y="72449"/>
                </a:cubicBezTo>
                <a:cubicBezTo>
                  <a:pt x="780259" y="73589"/>
                  <a:pt x="782535" y="75640"/>
                  <a:pt x="782535" y="88623"/>
                </a:cubicBezTo>
                <a:lnTo>
                  <a:pt x="782535" y="131224"/>
                </a:lnTo>
                <a:cubicBezTo>
                  <a:pt x="782535" y="150129"/>
                  <a:pt x="780029" y="150587"/>
                  <a:pt x="766136" y="151724"/>
                </a:cubicBezTo>
                <a:cubicBezTo>
                  <a:pt x="764770" y="153090"/>
                  <a:pt x="764770" y="158101"/>
                  <a:pt x="766136" y="159466"/>
                </a:cubicBezTo>
                <a:cubicBezTo>
                  <a:pt x="775703" y="159241"/>
                  <a:pt x="785266" y="159011"/>
                  <a:pt x="797339" y="159011"/>
                </a:cubicBezTo>
                <a:cubicBezTo>
                  <a:pt x="809408" y="159011"/>
                  <a:pt x="818746" y="159241"/>
                  <a:pt x="828539" y="159466"/>
                </a:cubicBezTo>
                <a:cubicBezTo>
                  <a:pt x="829908" y="158101"/>
                  <a:pt x="829908" y="153090"/>
                  <a:pt x="828539" y="151724"/>
                </a:cubicBezTo>
                <a:cubicBezTo>
                  <a:pt x="814649" y="150813"/>
                  <a:pt x="812143" y="150129"/>
                  <a:pt x="812143" y="131224"/>
                </a:cubicBezTo>
                <a:lnTo>
                  <a:pt x="812143" y="97929"/>
                </a:lnTo>
                <a:close/>
                <a:moveTo>
                  <a:pt x="993428" y="9974"/>
                </a:moveTo>
                <a:cubicBezTo>
                  <a:pt x="984320" y="9974"/>
                  <a:pt x="930799" y="11565"/>
                  <a:pt x="921688" y="11565"/>
                </a:cubicBezTo>
                <a:cubicBezTo>
                  <a:pt x="919411" y="12934"/>
                  <a:pt x="919411" y="17946"/>
                  <a:pt x="921688" y="19311"/>
                </a:cubicBezTo>
                <a:cubicBezTo>
                  <a:pt x="934215" y="19996"/>
                  <a:pt x="940592" y="20906"/>
                  <a:pt x="940592" y="39818"/>
                </a:cubicBezTo>
                <a:lnTo>
                  <a:pt x="940592" y="131203"/>
                </a:lnTo>
                <a:cubicBezTo>
                  <a:pt x="940592" y="150129"/>
                  <a:pt x="934215" y="151039"/>
                  <a:pt x="921688" y="151724"/>
                </a:cubicBezTo>
                <a:cubicBezTo>
                  <a:pt x="919411" y="153090"/>
                  <a:pt x="919411" y="158101"/>
                  <a:pt x="921688" y="159466"/>
                </a:cubicBezTo>
                <a:cubicBezTo>
                  <a:pt x="930799" y="159241"/>
                  <a:pt x="947650" y="159011"/>
                  <a:pt x="956762" y="159011"/>
                </a:cubicBezTo>
                <a:cubicBezTo>
                  <a:pt x="965870" y="159011"/>
                  <a:pt x="982269" y="159241"/>
                  <a:pt x="991378" y="159466"/>
                </a:cubicBezTo>
                <a:cubicBezTo>
                  <a:pt x="993657" y="158101"/>
                  <a:pt x="993657" y="153090"/>
                  <a:pt x="991378" y="151724"/>
                </a:cubicBezTo>
                <a:cubicBezTo>
                  <a:pt x="978853" y="151039"/>
                  <a:pt x="972476" y="150129"/>
                  <a:pt x="972476" y="131203"/>
                </a:cubicBezTo>
                <a:lnTo>
                  <a:pt x="972476" y="39589"/>
                </a:lnTo>
                <a:cubicBezTo>
                  <a:pt x="972476" y="24131"/>
                  <a:pt x="974068" y="19346"/>
                  <a:pt x="986141" y="19346"/>
                </a:cubicBezTo>
                <a:cubicBezTo>
                  <a:pt x="999350" y="19346"/>
                  <a:pt x="1014609" y="24812"/>
                  <a:pt x="1014609" y="52593"/>
                </a:cubicBezTo>
                <a:cubicBezTo>
                  <a:pt x="1014609" y="76275"/>
                  <a:pt x="1008003" y="86294"/>
                  <a:pt x="989327" y="86294"/>
                </a:cubicBezTo>
                <a:cubicBezTo>
                  <a:pt x="985911" y="86294"/>
                  <a:pt x="981130" y="86068"/>
                  <a:pt x="977943" y="85613"/>
                </a:cubicBezTo>
                <a:cubicBezTo>
                  <a:pt x="977943" y="89940"/>
                  <a:pt x="979309" y="93130"/>
                  <a:pt x="982495" y="95177"/>
                </a:cubicBezTo>
                <a:cubicBezTo>
                  <a:pt x="985685" y="95632"/>
                  <a:pt x="985001" y="95861"/>
                  <a:pt x="990467" y="95861"/>
                </a:cubicBezTo>
                <a:cubicBezTo>
                  <a:pt x="1010508" y="95861"/>
                  <a:pt x="1024628" y="92445"/>
                  <a:pt x="1033739" y="84929"/>
                </a:cubicBezTo>
                <a:cubicBezTo>
                  <a:pt x="1045127" y="75594"/>
                  <a:pt x="1048999" y="60790"/>
                  <a:pt x="1048999" y="48721"/>
                </a:cubicBezTo>
                <a:cubicBezTo>
                  <a:pt x="1048999" y="39613"/>
                  <a:pt x="1045583" y="25952"/>
                  <a:pt x="1031463" y="17525"/>
                </a:cubicBezTo>
                <a:cubicBezTo>
                  <a:pt x="1023036" y="12479"/>
                  <a:pt x="1010508" y="9974"/>
                  <a:pt x="993428" y="9974"/>
                </a:cubicBezTo>
                <a:close/>
                <a:moveTo>
                  <a:pt x="1094773" y="96313"/>
                </a:moveTo>
                <a:cubicBezTo>
                  <a:pt x="1095003" y="88345"/>
                  <a:pt x="1096142" y="79688"/>
                  <a:pt x="1099329" y="75136"/>
                </a:cubicBezTo>
                <a:cubicBezTo>
                  <a:pt x="1102975" y="69669"/>
                  <a:pt x="1109122" y="67393"/>
                  <a:pt x="1111628" y="67393"/>
                </a:cubicBezTo>
                <a:cubicBezTo>
                  <a:pt x="1117779" y="67393"/>
                  <a:pt x="1126202" y="73315"/>
                  <a:pt x="1126202" y="91531"/>
                </a:cubicBezTo>
                <a:cubicBezTo>
                  <a:pt x="1126202" y="92897"/>
                  <a:pt x="1126202" y="95858"/>
                  <a:pt x="1125747" y="96313"/>
                </a:cubicBezTo>
                <a:lnTo>
                  <a:pt x="1094773" y="96313"/>
                </a:lnTo>
                <a:moveTo>
                  <a:pt x="1152624" y="129580"/>
                </a:moveTo>
                <a:cubicBezTo>
                  <a:pt x="1143286" y="139154"/>
                  <a:pt x="1130988" y="141660"/>
                  <a:pt x="1122331" y="141660"/>
                </a:cubicBezTo>
                <a:cubicBezTo>
                  <a:pt x="1104566" y="141660"/>
                  <a:pt x="1093637" y="131405"/>
                  <a:pt x="1093637" y="109070"/>
                </a:cubicBezTo>
                <a:cubicBezTo>
                  <a:pt x="1093637" y="107475"/>
                  <a:pt x="1093863" y="106561"/>
                  <a:pt x="1093863" y="105421"/>
                </a:cubicBezTo>
                <a:lnTo>
                  <a:pt x="1148523" y="105421"/>
                </a:lnTo>
                <a:cubicBezTo>
                  <a:pt x="1153989" y="105421"/>
                  <a:pt x="1155126" y="101550"/>
                  <a:pt x="1155126" y="98363"/>
                </a:cubicBezTo>
                <a:cubicBezTo>
                  <a:pt x="1155126" y="79007"/>
                  <a:pt x="1147613" y="57826"/>
                  <a:pt x="1114133" y="57826"/>
                </a:cubicBezTo>
                <a:cubicBezTo>
                  <a:pt x="1090221" y="57826"/>
                  <a:pt x="1062889" y="79007"/>
                  <a:pt x="1062889" y="113855"/>
                </a:cubicBezTo>
                <a:cubicBezTo>
                  <a:pt x="1062889" y="127075"/>
                  <a:pt x="1067674" y="140979"/>
                  <a:pt x="1077467" y="149861"/>
                </a:cubicBezTo>
                <a:cubicBezTo>
                  <a:pt x="1086120" y="157604"/>
                  <a:pt x="1097279" y="161246"/>
                  <a:pt x="1113449" y="161246"/>
                </a:cubicBezTo>
                <a:cubicBezTo>
                  <a:pt x="1129163" y="161246"/>
                  <a:pt x="1144652" y="153277"/>
                  <a:pt x="1156040" y="136649"/>
                </a:cubicBezTo>
                <a:cubicBezTo>
                  <a:pt x="1156040" y="133684"/>
                  <a:pt x="1154900" y="129580"/>
                  <a:pt x="1152624" y="129580"/>
                </a:cubicBezTo>
                <a:close/>
                <a:moveTo>
                  <a:pt x="1217759" y="97929"/>
                </a:moveTo>
                <a:cubicBezTo>
                  <a:pt x="1217759" y="89721"/>
                  <a:pt x="1220264" y="86301"/>
                  <a:pt x="1223225" y="82882"/>
                </a:cubicBezTo>
                <a:cubicBezTo>
                  <a:pt x="1225046" y="80602"/>
                  <a:pt x="1227096" y="79007"/>
                  <a:pt x="1230512" y="79007"/>
                </a:cubicBezTo>
                <a:cubicBezTo>
                  <a:pt x="1232563" y="79007"/>
                  <a:pt x="1235065" y="81061"/>
                  <a:pt x="1236889" y="83340"/>
                </a:cubicBezTo>
                <a:cubicBezTo>
                  <a:pt x="1238484" y="85161"/>
                  <a:pt x="1242355" y="86986"/>
                  <a:pt x="1247592" y="86986"/>
                </a:cubicBezTo>
                <a:cubicBezTo>
                  <a:pt x="1254199" y="86986"/>
                  <a:pt x="1260576" y="80147"/>
                  <a:pt x="1260576" y="70583"/>
                </a:cubicBezTo>
                <a:cubicBezTo>
                  <a:pt x="1260576" y="64662"/>
                  <a:pt x="1253740" y="57826"/>
                  <a:pt x="1245542" y="57826"/>
                </a:cubicBezTo>
                <a:cubicBezTo>
                  <a:pt x="1237570" y="57826"/>
                  <a:pt x="1228917" y="64662"/>
                  <a:pt x="1218440" y="79692"/>
                </a:cubicBezTo>
                <a:lnTo>
                  <a:pt x="1217529" y="79692"/>
                </a:lnTo>
                <a:cubicBezTo>
                  <a:pt x="1217074" y="72859"/>
                  <a:pt x="1215934" y="61701"/>
                  <a:pt x="1215934" y="61701"/>
                </a:cubicBezTo>
                <a:cubicBezTo>
                  <a:pt x="1215708" y="59650"/>
                  <a:pt x="1213887" y="57826"/>
                  <a:pt x="1210697" y="57826"/>
                </a:cubicBezTo>
                <a:cubicBezTo>
                  <a:pt x="1199994" y="60606"/>
                  <a:pt x="1187925" y="63796"/>
                  <a:pt x="1172891" y="65388"/>
                </a:cubicBezTo>
                <a:cubicBezTo>
                  <a:pt x="1172436" y="66757"/>
                  <a:pt x="1172891" y="71084"/>
                  <a:pt x="1173346" y="72449"/>
                </a:cubicBezTo>
                <a:cubicBezTo>
                  <a:pt x="1185874" y="73589"/>
                  <a:pt x="1188150" y="75640"/>
                  <a:pt x="1188150" y="88623"/>
                </a:cubicBezTo>
                <a:lnTo>
                  <a:pt x="1188150" y="131224"/>
                </a:lnTo>
                <a:cubicBezTo>
                  <a:pt x="1188150" y="150129"/>
                  <a:pt x="1185645" y="150587"/>
                  <a:pt x="1171751" y="151724"/>
                </a:cubicBezTo>
                <a:cubicBezTo>
                  <a:pt x="1170386" y="153090"/>
                  <a:pt x="1170386" y="158101"/>
                  <a:pt x="1171751" y="159466"/>
                </a:cubicBezTo>
                <a:cubicBezTo>
                  <a:pt x="1181318" y="159241"/>
                  <a:pt x="1190882" y="159011"/>
                  <a:pt x="1202954" y="159011"/>
                </a:cubicBezTo>
                <a:cubicBezTo>
                  <a:pt x="1215024" y="159011"/>
                  <a:pt x="1224361" y="159241"/>
                  <a:pt x="1234154" y="159466"/>
                </a:cubicBezTo>
                <a:cubicBezTo>
                  <a:pt x="1235523" y="158101"/>
                  <a:pt x="1235523" y="153090"/>
                  <a:pt x="1234154" y="151724"/>
                </a:cubicBezTo>
                <a:cubicBezTo>
                  <a:pt x="1220264" y="150813"/>
                  <a:pt x="1217759" y="150129"/>
                  <a:pt x="1217759" y="131224"/>
                </a:cubicBezTo>
                <a:lnTo>
                  <a:pt x="1217759" y="97929"/>
                </a:lnTo>
                <a:close/>
                <a:moveTo>
                  <a:pt x="1274238" y="125713"/>
                </a:moveTo>
                <a:cubicBezTo>
                  <a:pt x="1275148" y="136875"/>
                  <a:pt x="1276288" y="147581"/>
                  <a:pt x="1278109" y="156238"/>
                </a:cubicBezTo>
                <a:cubicBezTo>
                  <a:pt x="1282439" y="157604"/>
                  <a:pt x="1297014" y="161246"/>
                  <a:pt x="1309767" y="161246"/>
                </a:cubicBezTo>
                <a:cubicBezTo>
                  <a:pt x="1327303" y="161246"/>
                  <a:pt x="1349168" y="151682"/>
                  <a:pt x="1349168" y="131864"/>
                </a:cubicBezTo>
                <a:cubicBezTo>
                  <a:pt x="1349168" y="124117"/>
                  <a:pt x="1347344" y="117966"/>
                  <a:pt x="1342107" y="112271"/>
                </a:cubicBezTo>
                <a:cubicBezTo>
                  <a:pt x="1335501" y="104980"/>
                  <a:pt x="1326163" y="99288"/>
                  <a:pt x="1315689" y="94732"/>
                </a:cubicBezTo>
                <a:cubicBezTo>
                  <a:pt x="1306577" y="90857"/>
                  <a:pt x="1303391" y="83566"/>
                  <a:pt x="1303391" y="76960"/>
                </a:cubicBezTo>
                <a:cubicBezTo>
                  <a:pt x="1303391" y="71723"/>
                  <a:pt x="1307717" y="67393"/>
                  <a:pt x="1314323" y="67393"/>
                </a:cubicBezTo>
                <a:cubicBezTo>
                  <a:pt x="1322292" y="67393"/>
                  <a:pt x="1330038" y="74684"/>
                  <a:pt x="1335730" y="88581"/>
                </a:cubicBezTo>
                <a:cubicBezTo>
                  <a:pt x="1339831" y="89262"/>
                  <a:pt x="1342336" y="89036"/>
                  <a:pt x="1344613" y="87441"/>
                </a:cubicBezTo>
                <a:cubicBezTo>
                  <a:pt x="1344613" y="79240"/>
                  <a:pt x="1343702" y="70583"/>
                  <a:pt x="1341652" y="63292"/>
                </a:cubicBezTo>
                <a:cubicBezTo>
                  <a:pt x="1334364" y="60106"/>
                  <a:pt x="1328669" y="57826"/>
                  <a:pt x="1316144" y="57826"/>
                </a:cubicBezTo>
                <a:cubicBezTo>
                  <a:pt x="1304072" y="57826"/>
                  <a:pt x="1292687" y="62382"/>
                  <a:pt x="1285400" y="69673"/>
                </a:cubicBezTo>
                <a:cubicBezTo>
                  <a:pt x="1280159" y="74910"/>
                  <a:pt x="1277654" y="81290"/>
                  <a:pt x="1277654" y="87441"/>
                </a:cubicBezTo>
                <a:cubicBezTo>
                  <a:pt x="1277654" y="94273"/>
                  <a:pt x="1280159" y="99743"/>
                  <a:pt x="1284715" y="104525"/>
                </a:cubicBezTo>
                <a:cubicBezTo>
                  <a:pt x="1291777" y="112271"/>
                  <a:pt x="1304072" y="120246"/>
                  <a:pt x="1311133" y="123433"/>
                </a:cubicBezTo>
                <a:cubicBezTo>
                  <a:pt x="1320245" y="127534"/>
                  <a:pt x="1322747" y="135735"/>
                  <a:pt x="1322747" y="141201"/>
                </a:cubicBezTo>
                <a:cubicBezTo>
                  <a:pt x="1322747" y="148492"/>
                  <a:pt x="1315460" y="152367"/>
                  <a:pt x="1309312" y="152367"/>
                </a:cubicBezTo>
                <a:cubicBezTo>
                  <a:pt x="1299064" y="152367"/>
                  <a:pt x="1288131" y="142115"/>
                  <a:pt x="1283350" y="125257"/>
                </a:cubicBezTo>
                <a:cubicBezTo>
                  <a:pt x="1279704" y="124573"/>
                  <a:pt x="1277883" y="124802"/>
                  <a:pt x="1274238" y="125713"/>
                </a:cubicBezTo>
                <a:close/>
                <a:moveTo>
                  <a:pt x="1382188" y="88577"/>
                </a:moveTo>
                <a:lnTo>
                  <a:pt x="1382188" y="184095"/>
                </a:lnTo>
                <a:cubicBezTo>
                  <a:pt x="1382188" y="203058"/>
                  <a:pt x="1379686" y="203517"/>
                  <a:pt x="1365793" y="204657"/>
                </a:cubicBezTo>
                <a:cubicBezTo>
                  <a:pt x="1364427" y="206023"/>
                  <a:pt x="1364427" y="211034"/>
                  <a:pt x="1365793" y="212399"/>
                </a:cubicBezTo>
                <a:cubicBezTo>
                  <a:pt x="1375356" y="212174"/>
                  <a:pt x="1384923" y="211944"/>
                  <a:pt x="1396992" y="211944"/>
                </a:cubicBezTo>
                <a:cubicBezTo>
                  <a:pt x="1409065" y="211944"/>
                  <a:pt x="1418402" y="212174"/>
                  <a:pt x="1428195" y="212399"/>
                </a:cubicBezTo>
                <a:cubicBezTo>
                  <a:pt x="1429561" y="211034"/>
                  <a:pt x="1429561" y="206023"/>
                  <a:pt x="1428195" y="204657"/>
                </a:cubicBezTo>
                <a:cubicBezTo>
                  <a:pt x="1414302" y="203743"/>
                  <a:pt x="1411796" y="203058"/>
                  <a:pt x="1411796" y="184095"/>
                </a:cubicBezTo>
                <a:lnTo>
                  <a:pt x="1411796" y="157374"/>
                </a:lnTo>
                <a:cubicBezTo>
                  <a:pt x="1416807" y="159880"/>
                  <a:pt x="1421589" y="161246"/>
                  <a:pt x="1427056" y="161246"/>
                </a:cubicBezTo>
                <a:cubicBezTo>
                  <a:pt x="1461675" y="161246"/>
                  <a:pt x="1484221" y="138470"/>
                  <a:pt x="1484221" y="104980"/>
                </a:cubicBezTo>
                <a:cubicBezTo>
                  <a:pt x="1484221" y="92223"/>
                  <a:pt x="1479436" y="78100"/>
                  <a:pt x="1470554" y="69214"/>
                </a:cubicBezTo>
                <a:cubicBezTo>
                  <a:pt x="1462585" y="61246"/>
                  <a:pt x="1451197" y="57826"/>
                  <a:pt x="1439354" y="57826"/>
                </a:cubicBezTo>
                <a:cubicBezTo>
                  <a:pt x="1432748" y="57826"/>
                  <a:pt x="1420453" y="65798"/>
                  <a:pt x="1412481" y="73085"/>
                </a:cubicBezTo>
                <a:lnTo>
                  <a:pt x="1411115" y="73085"/>
                </a:lnTo>
                <a:cubicBezTo>
                  <a:pt x="1410656" y="66708"/>
                  <a:pt x="1409975" y="61701"/>
                  <a:pt x="1409975" y="61701"/>
                </a:cubicBezTo>
                <a:cubicBezTo>
                  <a:pt x="1409746" y="58966"/>
                  <a:pt x="1407925" y="57826"/>
                  <a:pt x="1404738" y="57826"/>
                </a:cubicBezTo>
                <a:cubicBezTo>
                  <a:pt x="1396311" y="60151"/>
                  <a:pt x="1382647" y="63341"/>
                  <a:pt x="1366932" y="65388"/>
                </a:cubicBezTo>
                <a:cubicBezTo>
                  <a:pt x="1366474" y="66757"/>
                  <a:pt x="1366932" y="71310"/>
                  <a:pt x="1367388" y="72679"/>
                </a:cubicBezTo>
                <a:cubicBezTo>
                  <a:pt x="1379912" y="73770"/>
                  <a:pt x="1382188" y="75591"/>
                  <a:pt x="1382188" y="88577"/>
                </a:cubicBezTo>
                <a:moveTo>
                  <a:pt x="1411796" y="144165"/>
                </a:moveTo>
                <a:lnTo>
                  <a:pt x="1411796" y="85842"/>
                </a:lnTo>
                <a:cubicBezTo>
                  <a:pt x="1411796" y="84477"/>
                  <a:pt x="1411796" y="83337"/>
                  <a:pt x="1411796" y="81971"/>
                </a:cubicBezTo>
                <a:cubicBezTo>
                  <a:pt x="1418402" y="76050"/>
                  <a:pt x="1426830" y="73085"/>
                  <a:pt x="1432067" y="73085"/>
                </a:cubicBezTo>
                <a:cubicBezTo>
                  <a:pt x="1441404" y="73085"/>
                  <a:pt x="1452337" y="84477"/>
                  <a:pt x="1452337" y="111131"/>
                </a:cubicBezTo>
                <a:cubicBezTo>
                  <a:pt x="1452337" y="130268"/>
                  <a:pt x="1445501" y="151682"/>
                  <a:pt x="1425690" y="151682"/>
                </a:cubicBezTo>
                <a:cubicBezTo>
                  <a:pt x="1423184" y="151682"/>
                  <a:pt x="1417492" y="150316"/>
                  <a:pt x="1411796" y="144165"/>
                </a:cubicBezTo>
                <a:close/>
                <a:moveTo>
                  <a:pt x="1534778" y="96313"/>
                </a:moveTo>
                <a:cubicBezTo>
                  <a:pt x="1535007" y="88345"/>
                  <a:pt x="1536147" y="79688"/>
                  <a:pt x="1539334" y="75136"/>
                </a:cubicBezTo>
                <a:cubicBezTo>
                  <a:pt x="1542979" y="69669"/>
                  <a:pt x="1549127" y="67393"/>
                  <a:pt x="1551632" y="67393"/>
                </a:cubicBezTo>
                <a:cubicBezTo>
                  <a:pt x="1557783" y="67393"/>
                  <a:pt x="1566207" y="73315"/>
                  <a:pt x="1566207" y="91531"/>
                </a:cubicBezTo>
                <a:cubicBezTo>
                  <a:pt x="1566207" y="92897"/>
                  <a:pt x="1566207" y="95858"/>
                  <a:pt x="1565752" y="96313"/>
                </a:cubicBezTo>
                <a:lnTo>
                  <a:pt x="1534778" y="96313"/>
                </a:lnTo>
                <a:moveTo>
                  <a:pt x="1592628" y="129580"/>
                </a:moveTo>
                <a:cubicBezTo>
                  <a:pt x="1583291" y="139154"/>
                  <a:pt x="1570992" y="141660"/>
                  <a:pt x="1562336" y="141660"/>
                </a:cubicBezTo>
                <a:cubicBezTo>
                  <a:pt x="1544571" y="141660"/>
                  <a:pt x="1533642" y="131405"/>
                  <a:pt x="1533642" y="109070"/>
                </a:cubicBezTo>
                <a:cubicBezTo>
                  <a:pt x="1533642" y="107475"/>
                  <a:pt x="1533867" y="106561"/>
                  <a:pt x="1533867" y="105421"/>
                </a:cubicBezTo>
                <a:lnTo>
                  <a:pt x="1588528" y="105421"/>
                </a:lnTo>
                <a:cubicBezTo>
                  <a:pt x="1593994" y="105421"/>
                  <a:pt x="1595130" y="101550"/>
                  <a:pt x="1595130" y="98363"/>
                </a:cubicBezTo>
                <a:cubicBezTo>
                  <a:pt x="1595130" y="79007"/>
                  <a:pt x="1587617" y="57826"/>
                  <a:pt x="1554138" y="57826"/>
                </a:cubicBezTo>
                <a:cubicBezTo>
                  <a:pt x="1530226" y="57826"/>
                  <a:pt x="1502894" y="79007"/>
                  <a:pt x="1502894" y="113855"/>
                </a:cubicBezTo>
                <a:cubicBezTo>
                  <a:pt x="1502894" y="127075"/>
                  <a:pt x="1507679" y="140979"/>
                  <a:pt x="1517472" y="149861"/>
                </a:cubicBezTo>
                <a:cubicBezTo>
                  <a:pt x="1526125" y="157604"/>
                  <a:pt x="1537284" y="161246"/>
                  <a:pt x="1553453" y="161246"/>
                </a:cubicBezTo>
                <a:cubicBezTo>
                  <a:pt x="1569168" y="161246"/>
                  <a:pt x="1584656" y="153277"/>
                  <a:pt x="1596044" y="136649"/>
                </a:cubicBezTo>
                <a:cubicBezTo>
                  <a:pt x="1596044" y="133684"/>
                  <a:pt x="1594905" y="129580"/>
                  <a:pt x="1592628" y="129580"/>
                </a:cubicBezTo>
                <a:close/>
                <a:moveTo>
                  <a:pt x="1703540" y="139154"/>
                </a:moveTo>
                <a:cubicBezTo>
                  <a:pt x="1703540" y="136419"/>
                  <a:pt x="1703085" y="132093"/>
                  <a:pt x="1700579" y="132093"/>
                </a:cubicBezTo>
                <a:cubicBezTo>
                  <a:pt x="1691467" y="140520"/>
                  <a:pt x="1683725" y="144850"/>
                  <a:pt x="1677122" y="144850"/>
                </a:cubicBezTo>
                <a:cubicBezTo>
                  <a:pt x="1660038" y="144850"/>
                  <a:pt x="1646603" y="132548"/>
                  <a:pt x="1646603" y="105209"/>
                </a:cubicBezTo>
                <a:cubicBezTo>
                  <a:pt x="1646603" y="79924"/>
                  <a:pt x="1652296" y="67393"/>
                  <a:pt x="1664368" y="67393"/>
                </a:cubicBezTo>
                <a:cubicBezTo>
                  <a:pt x="1672792" y="67393"/>
                  <a:pt x="1676208" y="76279"/>
                  <a:pt x="1676893" y="83566"/>
                </a:cubicBezTo>
                <a:cubicBezTo>
                  <a:pt x="1677577" y="89717"/>
                  <a:pt x="1683725" y="94277"/>
                  <a:pt x="1691012" y="94277"/>
                </a:cubicBezTo>
                <a:cubicBezTo>
                  <a:pt x="1698299" y="94277"/>
                  <a:pt x="1703540" y="88581"/>
                  <a:pt x="1703540" y="81516"/>
                </a:cubicBezTo>
                <a:cubicBezTo>
                  <a:pt x="1703540" y="71264"/>
                  <a:pt x="1691241" y="57826"/>
                  <a:pt x="1666415" y="57826"/>
                </a:cubicBezTo>
                <a:cubicBezTo>
                  <a:pt x="1639542" y="57826"/>
                  <a:pt x="1615856" y="79466"/>
                  <a:pt x="1615856" y="113185"/>
                </a:cubicBezTo>
                <a:cubicBezTo>
                  <a:pt x="1615856" y="127992"/>
                  <a:pt x="1621096" y="140975"/>
                  <a:pt x="1629978" y="149406"/>
                </a:cubicBezTo>
                <a:cubicBezTo>
                  <a:pt x="1638857" y="157830"/>
                  <a:pt x="1649335" y="161246"/>
                  <a:pt x="1665505" y="161246"/>
                </a:cubicBezTo>
                <a:cubicBezTo>
                  <a:pt x="1679169" y="161246"/>
                  <a:pt x="1694883" y="151682"/>
                  <a:pt x="1703540" y="139154"/>
                </a:cubicBezTo>
                <a:close/>
                <a:moveTo>
                  <a:pt x="1725629" y="60273"/>
                </a:moveTo>
                <a:cubicBezTo>
                  <a:pt x="1722443" y="60273"/>
                  <a:pt x="1719027" y="61186"/>
                  <a:pt x="1716066" y="63692"/>
                </a:cubicBezTo>
                <a:lnTo>
                  <a:pt x="1716066" y="70295"/>
                </a:lnTo>
                <a:cubicBezTo>
                  <a:pt x="1716066" y="71435"/>
                  <a:pt x="1716292" y="71660"/>
                  <a:pt x="1717202" y="71660"/>
                </a:cubicBezTo>
                <a:lnTo>
                  <a:pt x="1732006" y="71660"/>
                </a:lnTo>
                <a:cubicBezTo>
                  <a:pt x="1731551" y="94617"/>
                  <a:pt x="1731325" y="123711"/>
                  <a:pt x="1731325" y="135078"/>
                </a:cubicBezTo>
                <a:cubicBezTo>
                  <a:pt x="1731325" y="143033"/>
                  <a:pt x="1733375" y="150772"/>
                  <a:pt x="1738157" y="154869"/>
                </a:cubicBezTo>
                <a:cubicBezTo>
                  <a:pt x="1743394" y="159199"/>
                  <a:pt x="1751592" y="161246"/>
                  <a:pt x="1757058" y="161246"/>
                </a:cubicBezTo>
                <a:cubicBezTo>
                  <a:pt x="1769586" y="161246"/>
                  <a:pt x="1783476" y="154869"/>
                  <a:pt x="1788032" y="148492"/>
                </a:cubicBezTo>
                <a:cubicBezTo>
                  <a:pt x="1788032" y="145761"/>
                  <a:pt x="1786666" y="144395"/>
                  <a:pt x="1783935" y="142122"/>
                </a:cubicBezTo>
                <a:cubicBezTo>
                  <a:pt x="1780974" y="144395"/>
                  <a:pt x="1775278" y="145305"/>
                  <a:pt x="1770952" y="145305"/>
                </a:cubicBezTo>
                <a:cubicBezTo>
                  <a:pt x="1765941" y="145305"/>
                  <a:pt x="1760930" y="141441"/>
                  <a:pt x="1760930" y="130077"/>
                </a:cubicBezTo>
                <a:cubicBezTo>
                  <a:pt x="1760930" y="118710"/>
                  <a:pt x="1760704" y="94391"/>
                  <a:pt x="1760704" y="71660"/>
                </a:cubicBezTo>
                <a:lnTo>
                  <a:pt x="1783706" y="71660"/>
                </a:lnTo>
                <a:cubicBezTo>
                  <a:pt x="1785982" y="71660"/>
                  <a:pt x="1789172" y="70750"/>
                  <a:pt x="1789172" y="68700"/>
                </a:cubicBezTo>
                <a:lnTo>
                  <a:pt x="1789172" y="61642"/>
                </a:lnTo>
                <a:cubicBezTo>
                  <a:pt x="1789172" y="60731"/>
                  <a:pt x="1788487" y="60273"/>
                  <a:pt x="1787351" y="60273"/>
                </a:cubicBezTo>
                <a:lnTo>
                  <a:pt x="1760704" y="60273"/>
                </a:lnTo>
                <a:lnTo>
                  <a:pt x="1760930" y="52530"/>
                </a:lnTo>
                <a:cubicBezTo>
                  <a:pt x="1761385" y="37271"/>
                  <a:pt x="1762069" y="26797"/>
                  <a:pt x="1762069" y="26797"/>
                </a:cubicBezTo>
                <a:cubicBezTo>
                  <a:pt x="1762069" y="25427"/>
                  <a:pt x="1761385" y="24746"/>
                  <a:pt x="1760248" y="24746"/>
                </a:cubicBezTo>
                <a:cubicBezTo>
                  <a:pt x="1758653" y="24746"/>
                  <a:pt x="1750226" y="27252"/>
                  <a:pt x="1746584" y="28847"/>
                </a:cubicBezTo>
                <a:cubicBezTo>
                  <a:pt x="1742710" y="30439"/>
                  <a:pt x="1736107" y="31804"/>
                  <a:pt x="1734512" y="33855"/>
                </a:cubicBezTo>
                <a:cubicBezTo>
                  <a:pt x="1732917" y="35905"/>
                  <a:pt x="1732006" y="42056"/>
                  <a:pt x="1732006" y="60273"/>
                </a:cubicBezTo>
                <a:lnTo>
                  <a:pt x="1725629" y="60273"/>
                </a:lnTo>
                <a:close/>
                <a:moveTo>
                  <a:pt x="1845653" y="131231"/>
                </a:moveTo>
                <a:lnTo>
                  <a:pt x="1845653" y="85912"/>
                </a:lnTo>
                <a:cubicBezTo>
                  <a:pt x="1845653" y="74527"/>
                  <a:pt x="1846563" y="61742"/>
                  <a:pt x="1846563" y="61742"/>
                </a:cubicBezTo>
                <a:cubicBezTo>
                  <a:pt x="1846563" y="59209"/>
                  <a:pt x="1844513" y="57826"/>
                  <a:pt x="1841326" y="57826"/>
                </a:cubicBezTo>
                <a:cubicBezTo>
                  <a:pt x="1834949" y="60363"/>
                  <a:pt x="1816500" y="62205"/>
                  <a:pt x="1800785" y="64276"/>
                </a:cubicBezTo>
                <a:cubicBezTo>
                  <a:pt x="1800330" y="65645"/>
                  <a:pt x="1800785" y="70197"/>
                  <a:pt x="1801241" y="71567"/>
                </a:cubicBezTo>
                <a:cubicBezTo>
                  <a:pt x="1813769" y="72703"/>
                  <a:pt x="1816045" y="74527"/>
                  <a:pt x="1816045" y="87507"/>
                </a:cubicBezTo>
                <a:lnTo>
                  <a:pt x="1816045" y="131231"/>
                </a:lnTo>
                <a:cubicBezTo>
                  <a:pt x="1816045" y="150132"/>
                  <a:pt x="1813539" y="150587"/>
                  <a:pt x="1799649" y="151724"/>
                </a:cubicBezTo>
                <a:cubicBezTo>
                  <a:pt x="1798280" y="153090"/>
                  <a:pt x="1798280" y="158101"/>
                  <a:pt x="1799649" y="159466"/>
                </a:cubicBezTo>
                <a:cubicBezTo>
                  <a:pt x="1809213" y="159241"/>
                  <a:pt x="1818780" y="159011"/>
                  <a:pt x="1830849" y="159011"/>
                </a:cubicBezTo>
                <a:cubicBezTo>
                  <a:pt x="1842918" y="159011"/>
                  <a:pt x="1852256" y="159241"/>
                  <a:pt x="1862048" y="159466"/>
                </a:cubicBezTo>
                <a:cubicBezTo>
                  <a:pt x="1863418" y="158101"/>
                  <a:pt x="1863418" y="153090"/>
                  <a:pt x="1862048" y="151724"/>
                </a:cubicBezTo>
                <a:cubicBezTo>
                  <a:pt x="1848158" y="150813"/>
                  <a:pt x="1845653" y="150132"/>
                  <a:pt x="1845653" y="131231"/>
                </a:cubicBezTo>
                <a:moveTo>
                  <a:pt x="1814908" y="23242"/>
                </a:moveTo>
                <a:cubicBezTo>
                  <a:pt x="1814908" y="30755"/>
                  <a:pt x="1820371" y="38272"/>
                  <a:pt x="1829483" y="38272"/>
                </a:cubicBezTo>
                <a:cubicBezTo>
                  <a:pt x="1839731" y="38272"/>
                  <a:pt x="1845653" y="30074"/>
                  <a:pt x="1845653" y="24152"/>
                </a:cubicBezTo>
                <a:cubicBezTo>
                  <a:pt x="1845653" y="17320"/>
                  <a:pt x="1840416" y="9119"/>
                  <a:pt x="1830849" y="9119"/>
                </a:cubicBezTo>
                <a:cubicBezTo>
                  <a:pt x="1820145" y="9119"/>
                  <a:pt x="1814908" y="16410"/>
                  <a:pt x="1814908" y="23242"/>
                </a:cubicBezTo>
                <a:close/>
                <a:moveTo>
                  <a:pt x="1944039" y="67574"/>
                </a:moveTo>
                <a:cubicBezTo>
                  <a:pt x="1956338" y="68481"/>
                  <a:pt x="1957933" y="72119"/>
                  <a:pt x="1952922" y="83712"/>
                </a:cubicBezTo>
                <a:lnTo>
                  <a:pt x="1934927" y="125316"/>
                </a:lnTo>
                <a:cubicBezTo>
                  <a:pt x="1934017" y="127363"/>
                  <a:pt x="1933107" y="125772"/>
                  <a:pt x="1932425" y="124180"/>
                </a:cubicBezTo>
                <a:lnTo>
                  <a:pt x="1918077" y="83712"/>
                </a:lnTo>
                <a:cubicBezTo>
                  <a:pt x="1914205" y="72800"/>
                  <a:pt x="1911015" y="68710"/>
                  <a:pt x="1925135" y="67574"/>
                </a:cubicBezTo>
                <a:cubicBezTo>
                  <a:pt x="1926504" y="66208"/>
                  <a:pt x="1926504" y="61197"/>
                  <a:pt x="1925135" y="59828"/>
                </a:cubicBezTo>
                <a:cubicBezTo>
                  <a:pt x="1916711" y="60057"/>
                  <a:pt x="1907599" y="60286"/>
                  <a:pt x="1896441" y="60286"/>
                </a:cubicBezTo>
                <a:cubicBezTo>
                  <a:pt x="1888469" y="60286"/>
                  <a:pt x="1876855" y="60057"/>
                  <a:pt x="1868428" y="59828"/>
                </a:cubicBezTo>
                <a:cubicBezTo>
                  <a:pt x="1867062" y="61197"/>
                  <a:pt x="1867062" y="66208"/>
                  <a:pt x="1868428" y="67574"/>
                </a:cubicBezTo>
                <a:cubicBezTo>
                  <a:pt x="1881636" y="69165"/>
                  <a:pt x="1882092" y="73711"/>
                  <a:pt x="1886648" y="85078"/>
                </a:cubicBezTo>
                <a:lnTo>
                  <a:pt x="1916482" y="156919"/>
                </a:lnTo>
                <a:cubicBezTo>
                  <a:pt x="1917847" y="160328"/>
                  <a:pt x="1921719" y="161690"/>
                  <a:pt x="1924679" y="161690"/>
                </a:cubicBezTo>
                <a:cubicBezTo>
                  <a:pt x="1926959" y="161690"/>
                  <a:pt x="1931511" y="161239"/>
                  <a:pt x="1933562" y="156464"/>
                </a:cubicBezTo>
                <a:lnTo>
                  <a:pt x="1964765" y="85304"/>
                </a:lnTo>
                <a:cubicBezTo>
                  <a:pt x="1969317" y="75077"/>
                  <a:pt x="1972278" y="68710"/>
                  <a:pt x="1984351" y="67574"/>
                </a:cubicBezTo>
                <a:cubicBezTo>
                  <a:pt x="1985716" y="66208"/>
                  <a:pt x="1985716" y="61197"/>
                  <a:pt x="1984351" y="59828"/>
                </a:cubicBezTo>
                <a:cubicBezTo>
                  <a:pt x="1979340" y="60057"/>
                  <a:pt x="1972052" y="60286"/>
                  <a:pt x="1967041" y="60286"/>
                </a:cubicBezTo>
                <a:cubicBezTo>
                  <a:pt x="1958614" y="60286"/>
                  <a:pt x="1950187" y="60057"/>
                  <a:pt x="1944039" y="59828"/>
                </a:cubicBezTo>
                <a:cubicBezTo>
                  <a:pt x="1942674" y="61197"/>
                  <a:pt x="1942674" y="66208"/>
                  <a:pt x="1944039" y="67574"/>
                </a:cubicBezTo>
                <a:close/>
                <a:moveTo>
                  <a:pt x="2025115" y="96313"/>
                </a:moveTo>
                <a:cubicBezTo>
                  <a:pt x="2025344" y="88345"/>
                  <a:pt x="2026484" y="79688"/>
                  <a:pt x="2029671" y="75136"/>
                </a:cubicBezTo>
                <a:cubicBezTo>
                  <a:pt x="2033316" y="69669"/>
                  <a:pt x="2039463" y="67393"/>
                  <a:pt x="2041969" y="67393"/>
                </a:cubicBezTo>
                <a:cubicBezTo>
                  <a:pt x="2048120" y="67393"/>
                  <a:pt x="2056544" y="73315"/>
                  <a:pt x="2056544" y="91531"/>
                </a:cubicBezTo>
                <a:cubicBezTo>
                  <a:pt x="2056544" y="92897"/>
                  <a:pt x="2056544" y="95858"/>
                  <a:pt x="2056088" y="96313"/>
                </a:cubicBezTo>
                <a:lnTo>
                  <a:pt x="2025115" y="96313"/>
                </a:lnTo>
                <a:moveTo>
                  <a:pt x="2082965" y="129580"/>
                </a:moveTo>
                <a:cubicBezTo>
                  <a:pt x="2073627" y="139154"/>
                  <a:pt x="2061329" y="141660"/>
                  <a:pt x="2052672" y="141660"/>
                </a:cubicBezTo>
                <a:cubicBezTo>
                  <a:pt x="2034908" y="141660"/>
                  <a:pt x="2023978" y="131405"/>
                  <a:pt x="2023978" y="109070"/>
                </a:cubicBezTo>
                <a:cubicBezTo>
                  <a:pt x="2023978" y="107475"/>
                  <a:pt x="2024204" y="106561"/>
                  <a:pt x="2024204" y="105421"/>
                </a:cubicBezTo>
                <a:lnTo>
                  <a:pt x="2078864" y="105421"/>
                </a:lnTo>
                <a:cubicBezTo>
                  <a:pt x="2084331" y="105421"/>
                  <a:pt x="2085467" y="101550"/>
                  <a:pt x="2085467" y="98363"/>
                </a:cubicBezTo>
                <a:cubicBezTo>
                  <a:pt x="2085467" y="79007"/>
                  <a:pt x="2077954" y="57826"/>
                  <a:pt x="2044475" y="57826"/>
                </a:cubicBezTo>
                <a:cubicBezTo>
                  <a:pt x="2020562" y="57826"/>
                  <a:pt x="1993230" y="79007"/>
                  <a:pt x="1993230" y="113855"/>
                </a:cubicBezTo>
                <a:cubicBezTo>
                  <a:pt x="1993230" y="127075"/>
                  <a:pt x="1998016" y="140979"/>
                  <a:pt x="2007809" y="149861"/>
                </a:cubicBezTo>
                <a:cubicBezTo>
                  <a:pt x="2016462" y="157604"/>
                  <a:pt x="2027620" y="161246"/>
                  <a:pt x="2043790" y="161246"/>
                </a:cubicBezTo>
                <a:cubicBezTo>
                  <a:pt x="2059504" y="161246"/>
                  <a:pt x="2074993" y="153277"/>
                  <a:pt x="2086381" y="136649"/>
                </a:cubicBezTo>
                <a:cubicBezTo>
                  <a:pt x="2086381" y="133684"/>
                  <a:pt x="2085241" y="129580"/>
                  <a:pt x="2082965" y="1295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7FEBE-FA04-4919-8264-2B89735C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216" y="54545"/>
            <a:ext cx="6872628" cy="5367533"/>
          </a:xfrm>
          <a:custGeom xmlns:a="http://schemas.openxmlformats.org/drawingml/2006/main">
            <a:pathLst>
              <a:path w="6872628" h="5367533">
                <a:moveTo>
                  <a:pt x="6872628" y="0"/>
                </a:moveTo>
                <a:lnTo>
                  <a:pt x="0" y="0"/>
                </a:lnTo>
                <a:lnTo>
                  <a:pt x="0" y="5367533"/>
                </a:lnTo>
                <a:lnTo>
                  <a:pt x="6872628" y="5367533"/>
                </a:lnTo>
                <a:lnTo>
                  <a:pt x="687262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AFC461-F80A-4EC3-84EE-A6055396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216" y="2630979"/>
            <a:ext cx="3216246" cy="2114188"/>
          </a:xfrm>
          <a:custGeom xmlns:a="http://schemas.openxmlformats.org/drawingml/2006/main">
            <a:pathLst>
              <a:path w="3216246" h="2114188">
                <a:moveTo>
                  <a:pt x="3216246" y="2114188"/>
                </a:moveTo>
                <a:lnTo>
                  <a:pt x="3216246" y="0"/>
                </a:lnTo>
                <a:lnTo>
                  <a:pt x="0" y="0"/>
                </a:lnTo>
                <a:lnTo>
                  <a:pt x="0" y="2114188"/>
                </a:lnTo>
                <a:lnTo>
                  <a:pt x="3216246" y="21141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5D289-9CA8-4A42-B4F9-D77991E3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718" y="2630979"/>
            <a:ext cx="3222124" cy="2114188"/>
          </a:xfrm>
          <a:custGeom xmlns:a="http://schemas.openxmlformats.org/drawingml/2006/main">
            <a:pathLst>
              <a:path w="3222124" h="2114188">
                <a:moveTo>
                  <a:pt x="0" y="0"/>
                </a:moveTo>
                <a:lnTo>
                  <a:pt x="3222124" y="0"/>
                </a:lnTo>
                <a:lnTo>
                  <a:pt x="3222124" y="2114188"/>
                </a:lnTo>
                <a:lnTo>
                  <a:pt x="0" y="21141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D7F509-3FF9-433F-8A9F-4C03BF37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216" y="386017"/>
            <a:ext cx="3216246" cy="2114188"/>
          </a:xfrm>
          <a:custGeom xmlns:a="http://schemas.openxmlformats.org/drawingml/2006/main">
            <a:pathLst>
              <a:path w="3216246" h="2114188">
                <a:moveTo>
                  <a:pt x="3216246" y="2114188"/>
                </a:moveTo>
                <a:lnTo>
                  <a:pt x="3216246" y="0"/>
                </a:lnTo>
                <a:lnTo>
                  <a:pt x="0" y="0"/>
                </a:lnTo>
                <a:lnTo>
                  <a:pt x="0" y="2114188"/>
                </a:lnTo>
                <a:lnTo>
                  <a:pt x="3216246" y="21141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3E1BB2-DFE8-4C49-B7A9-85E48E27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718" y="386017"/>
            <a:ext cx="3222124" cy="2114188"/>
          </a:xfrm>
          <a:custGeom xmlns:a="http://schemas.openxmlformats.org/drawingml/2006/main">
            <a:pathLst>
              <a:path w="3222124" h="2114188">
                <a:moveTo>
                  <a:pt x="0" y="0"/>
                </a:moveTo>
                <a:lnTo>
                  <a:pt x="3222124" y="0"/>
                </a:lnTo>
                <a:lnTo>
                  <a:pt x="3222124" y="2114188"/>
                </a:lnTo>
                <a:lnTo>
                  <a:pt x="0" y="21141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80E8FC-5704-447B-9328-462F79BB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519" y="2630979"/>
            <a:ext cx="10" cy="2114188"/>
          </a:xfrm>
          <a:custGeom xmlns:a="http://schemas.openxmlformats.org/drawingml/2006/main">
            <a:pathLst>
              <a:path w="1" h="2114188" fill="none">
                <a:moveTo>
                  <a:pt x="0" y="0"/>
                </a:moveTo>
                <a:lnTo>
                  <a:pt x="0" y="2114188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EBF0F8"/>
            </a:solidFill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D0A504-8EAE-4662-8E1F-A83A8090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457" y="2630979"/>
            <a:ext cx="10" cy="2114188"/>
          </a:xfrm>
          <a:custGeom xmlns:a="http://schemas.openxmlformats.org/drawingml/2006/main">
            <a:pathLst>
              <a:path w="1" h="2114188" fill="none">
                <a:moveTo>
                  <a:pt x="0" y="0"/>
                </a:moveTo>
                <a:lnTo>
                  <a:pt x="0" y="2114188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EBF0F8"/>
            </a:solidFill>
            <a:miter/>
          </a:ln>
        </p:spPr>
      </p:sp>
      <p:sp>
        <p:nvSpPr>
          <p:cNvPr id="28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D0E22E02-32D4-4835-8FFF-E2406D26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216" y="4608011"/>
            <a:ext cx="3216246" cy="16575"/>
          </a:xfrm>
          <a:custGeom xmlns:a="http://schemas.openxmlformats.org/drawingml/2006/main">
            <a:pathLst>
              <a:path w="3216246" h="16575">
                <a:moveTo>
                  <a:pt x="3216246" y="0"/>
                </a:moveTo>
                <a:lnTo>
                  <a:pt x="3216246" y="16575"/>
                </a:lnTo>
                <a:lnTo>
                  <a:pt x="0" y="16575"/>
                </a:lnTo>
                <a:lnTo>
                  <a:pt x="0" y="0"/>
                </a:lnTo>
                <a:lnTo>
                  <a:pt x="3216246" y="0"/>
                </a:lnTo>
                <a:close/>
              </a:path>
            </a:pathLst>
          </a:custGeom>
          <a:solidFill xmlns:a="http://schemas.openxmlformats.org/drawingml/2006/main">
            <a:srgbClr val="EBF0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D42F812-7862-4A22-B2D4-3DED7611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216" y="4182870"/>
            <a:ext cx="3216246" cy="16575"/>
          </a:xfrm>
          <a:custGeom xmlns:a="http://schemas.openxmlformats.org/drawingml/2006/main">
            <a:pathLst>
              <a:path w="3216246" h="16575">
                <a:moveTo>
                  <a:pt x="3216246" y="0"/>
                </a:moveTo>
                <a:lnTo>
                  <a:pt x="3216246" y="16575"/>
                </a:lnTo>
                <a:lnTo>
                  <a:pt x="0" y="16575"/>
                </a:lnTo>
                <a:lnTo>
                  <a:pt x="0" y="0"/>
                </a:lnTo>
                <a:lnTo>
                  <a:pt x="3216246" y="0"/>
                </a:lnTo>
                <a:close/>
              </a:path>
            </a:pathLst>
          </a:custGeom>
          <a:solidFill xmlns:a="http://schemas.openxmlformats.org/drawingml/2006/main">
            <a:srgbClr val="EBF0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104C12A1-446E-47E6-BE92-CF3331F3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216" y="3757562"/>
            <a:ext cx="3216246" cy="16575"/>
          </a:xfrm>
          <a:custGeom xmlns:a="http://schemas.openxmlformats.org/drawingml/2006/main">
            <a:pathLst>
              <a:path w="3216246" h="16575">
                <a:moveTo>
                  <a:pt x="3216246" y="0"/>
                </a:moveTo>
                <a:lnTo>
                  <a:pt x="3216246" y="16575"/>
                </a:lnTo>
                <a:lnTo>
                  <a:pt x="0" y="16575"/>
                </a:lnTo>
                <a:lnTo>
                  <a:pt x="0" y="0"/>
                </a:lnTo>
                <a:lnTo>
                  <a:pt x="3216246" y="0"/>
                </a:lnTo>
                <a:close/>
              </a:path>
            </a:pathLst>
          </a:custGeom>
          <a:solidFill xmlns:a="http://schemas.openxmlformats.org/drawingml/2006/main">
            <a:srgbClr val="EBF0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F0DDC294-ED5C-4578-B586-774E8EF6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216" y="3332255"/>
            <a:ext cx="3216246" cy="16575"/>
          </a:xfrm>
          <a:custGeom xmlns:a="http://schemas.openxmlformats.org/drawingml/2006/main">
            <a:pathLst>
              <a:path w="3216246" h="16575">
                <a:moveTo>
                  <a:pt x="3216246" y="0"/>
                </a:moveTo>
                <a:lnTo>
                  <a:pt x="3216246" y="16575"/>
                </a:lnTo>
                <a:lnTo>
                  <a:pt x="0" y="16575"/>
                </a:lnTo>
                <a:lnTo>
                  <a:pt x="0" y="0"/>
                </a:lnTo>
                <a:lnTo>
                  <a:pt x="3216246" y="0"/>
                </a:lnTo>
                <a:close/>
              </a:path>
            </a:pathLst>
          </a:custGeom>
          <a:solidFill xmlns:a="http://schemas.openxmlformats.org/drawingml/2006/main">
            <a:srgbClr val="EBF0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CF53F017-05D9-4BC0-BAA6-95443CC5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216" y="2906948"/>
            <a:ext cx="3216246" cy="16575"/>
          </a:xfrm>
          <a:custGeom xmlns:a="http://schemas.openxmlformats.org/drawingml/2006/main">
            <a:pathLst>
              <a:path w="3216246" h="16575">
                <a:moveTo>
                  <a:pt x="3216246" y="0"/>
                </a:moveTo>
                <a:lnTo>
                  <a:pt x="3216246" y="16575"/>
                </a:lnTo>
                <a:lnTo>
                  <a:pt x="0" y="16575"/>
                </a:lnTo>
                <a:lnTo>
                  <a:pt x="0" y="0"/>
                </a:lnTo>
                <a:lnTo>
                  <a:pt x="3216246" y="0"/>
                </a:lnTo>
                <a:close/>
              </a:path>
            </a:pathLst>
          </a:custGeom>
          <a:solidFill xmlns:a="http://schemas.openxmlformats.org/drawingml/2006/main">
            <a:srgbClr val="EBF0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Text 2010">
            <a:extLst xmlns:a="http://schemas.openxmlformats.org/drawingml/2006/main">
              <a:ext uri="{FF2B5EF4-FFF2-40B4-BE49-F238E27FC236}">
                <a16:creationId xmlns:a16="http://schemas.microsoft.com/office/drawing/2014/main" id="{A718067A-4417-4319-92A5-5E62105B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032" y="4839339"/>
            <a:ext cx="350752" cy="123242"/>
          </a:xfrm>
          <a:custGeom xmlns:a="http://schemas.openxmlformats.org/drawingml/2006/main">
            <a:pathLst>
              <a:path w="350752" h="123242">
                <a:moveTo>
                  <a:pt x="33765" y="11266"/>
                </a:moveTo>
                <a:cubicBezTo>
                  <a:pt x="27419" y="11266"/>
                  <a:pt x="22305" y="12820"/>
                  <a:pt x="18420" y="15927"/>
                </a:cubicBezTo>
                <a:cubicBezTo>
                  <a:pt x="17190" y="16898"/>
                  <a:pt x="16105" y="17999"/>
                  <a:pt x="15167" y="19229"/>
                </a:cubicBezTo>
                <a:cubicBezTo>
                  <a:pt x="14228" y="20459"/>
                  <a:pt x="13580" y="21382"/>
                  <a:pt x="13224" y="21997"/>
                </a:cubicBezTo>
                <a:cubicBezTo>
                  <a:pt x="12868" y="22612"/>
                  <a:pt x="12253" y="23956"/>
                  <a:pt x="11379" y="26027"/>
                </a:cubicBezTo>
                <a:cubicBezTo>
                  <a:pt x="10505" y="28099"/>
                  <a:pt x="9938" y="29427"/>
                  <a:pt x="9679" y="30009"/>
                </a:cubicBezTo>
                <a:lnTo>
                  <a:pt x="7057" y="29815"/>
                </a:lnTo>
                <a:lnTo>
                  <a:pt x="2687" y="16122"/>
                </a:lnTo>
                <a:cubicBezTo>
                  <a:pt x="5730" y="12107"/>
                  <a:pt x="10197" y="8417"/>
                  <a:pt x="16089" y="5050"/>
                </a:cubicBezTo>
                <a:cubicBezTo>
                  <a:pt x="21981" y="1683"/>
                  <a:pt x="28941" y="0"/>
                  <a:pt x="36969" y="0"/>
                </a:cubicBezTo>
                <a:cubicBezTo>
                  <a:pt x="47847" y="0"/>
                  <a:pt x="56377" y="2946"/>
                  <a:pt x="62560" y="8838"/>
                </a:cubicBezTo>
                <a:cubicBezTo>
                  <a:pt x="68743" y="14729"/>
                  <a:pt x="71835" y="22483"/>
                  <a:pt x="71835" y="32097"/>
                </a:cubicBezTo>
                <a:cubicBezTo>
                  <a:pt x="71835" y="41712"/>
                  <a:pt x="67043" y="53026"/>
                  <a:pt x="57461" y="66040"/>
                </a:cubicBezTo>
                <a:cubicBezTo>
                  <a:pt x="53382" y="71543"/>
                  <a:pt x="49255" y="76690"/>
                  <a:pt x="45079" y="81482"/>
                </a:cubicBezTo>
                <a:cubicBezTo>
                  <a:pt x="40903" y="86273"/>
                  <a:pt x="37649" y="89834"/>
                  <a:pt x="35318" y="92164"/>
                </a:cubicBezTo>
                <a:cubicBezTo>
                  <a:pt x="32988" y="94495"/>
                  <a:pt x="29621" y="97765"/>
                  <a:pt x="25218" y="101973"/>
                </a:cubicBezTo>
                <a:cubicBezTo>
                  <a:pt x="22887" y="104239"/>
                  <a:pt x="21722" y="106052"/>
                  <a:pt x="21722" y="107412"/>
                </a:cubicBezTo>
                <a:cubicBezTo>
                  <a:pt x="21722" y="107736"/>
                  <a:pt x="21819" y="108059"/>
                  <a:pt x="22013" y="108383"/>
                </a:cubicBezTo>
                <a:cubicBezTo>
                  <a:pt x="25639" y="108124"/>
                  <a:pt x="31045" y="107995"/>
                  <a:pt x="38232" y="107995"/>
                </a:cubicBezTo>
                <a:cubicBezTo>
                  <a:pt x="50533" y="107995"/>
                  <a:pt x="62673" y="107444"/>
                  <a:pt x="74651" y="106344"/>
                </a:cubicBezTo>
                <a:cubicBezTo>
                  <a:pt x="74004" y="108998"/>
                  <a:pt x="73647" y="112138"/>
                  <a:pt x="73583" y="115764"/>
                </a:cubicBezTo>
                <a:cubicBezTo>
                  <a:pt x="73583" y="117318"/>
                  <a:pt x="73809" y="119487"/>
                  <a:pt x="74262" y="122271"/>
                </a:cubicBezTo>
                <a:cubicBezTo>
                  <a:pt x="58465" y="121623"/>
                  <a:pt x="46940" y="121300"/>
                  <a:pt x="39689" y="121300"/>
                </a:cubicBezTo>
                <a:cubicBezTo>
                  <a:pt x="39041" y="121300"/>
                  <a:pt x="26481" y="121623"/>
                  <a:pt x="2007" y="122271"/>
                </a:cubicBezTo>
                <a:cubicBezTo>
                  <a:pt x="647" y="120070"/>
                  <a:pt x="0" y="117480"/>
                  <a:pt x="65" y="114501"/>
                </a:cubicBezTo>
                <a:cubicBezTo>
                  <a:pt x="65" y="113595"/>
                  <a:pt x="162" y="112753"/>
                  <a:pt x="356" y="111976"/>
                </a:cubicBezTo>
                <a:cubicBezTo>
                  <a:pt x="615" y="111717"/>
                  <a:pt x="2914" y="109565"/>
                  <a:pt x="7251" y="105518"/>
                </a:cubicBezTo>
                <a:cubicBezTo>
                  <a:pt x="11589" y="101472"/>
                  <a:pt x="14940" y="98267"/>
                  <a:pt x="17303" y="95904"/>
                </a:cubicBezTo>
                <a:cubicBezTo>
                  <a:pt x="19666" y="93540"/>
                  <a:pt x="22904" y="90255"/>
                  <a:pt x="27015" y="86046"/>
                </a:cubicBezTo>
                <a:cubicBezTo>
                  <a:pt x="31126" y="81838"/>
                  <a:pt x="34849" y="77694"/>
                  <a:pt x="38183" y="73615"/>
                </a:cubicBezTo>
                <a:cubicBezTo>
                  <a:pt x="41518" y="69536"/>
                  <a:pt x="44512" y="65490"/>
                  <a:pt x="47167" y="61475"/>
                </a:cubicBezTo>
                <a:cubicBezTo>
                  <a:pt x="52217" y="53900"/>
                  <a:pt x="54742" y="44998"/>
                  <a:pt x="54742" y="34768"/>
                </a:cubicBezTo>
                <a:cubicBezTo>
                  <a:pt x="54742" y="28035"/>
                  <a:pt x="52605" y="22434"/>
                  <a:pt x="48332" y="17967"/>
                </a:cubicBezTo>
                <a:cubicBezTo>
                  <a:pt x="44059" y="13499"/>
                  <a:pt x="39203" y="11266"/>
                  <a:pt x="33765" y="11266"/>
                </a:cubicBezTo>
                <a:close/>
                <a:moveTo>
                  <a:pt x="128388" y="7769"/>
                </a:moveTo>
                <a:cubicBezTo>
                  <a:pt x="114079" y="7769"/>
                  <a:pt x="106925" y="26578"/>
                  <a:pt x="106925" y="64195"/>
                </a:cubicBezTo>
                <a:cubicBezTo>
                  <a:pt x="106925" y="68274"/>
                  <a:pt x="107022" y="72288"/>
                  <a:pt x="107216" y="76237"/>
                </a:cubicBezTo>
                <a:cubicBezTo>
                  <a:pt x="107410" y="80187"/>
                  <a:pt x="107945" y="84670"/>
                  <a:pt x="108819" y="89688"/>
                </a:cubicBezTo>
                <a:cubicBezTo>
                  <a:pt x="109693" y="94706"/>
                  <a:pt x="110858" y="99011"/>
                  <a:pt x="112315" y="102605"/>
                </a:cubicBezTo>
                <a:cubicBezTo>
                  <a:pt x="113772" y="106198"/>
                  <a:pt x="115795" y="109257"/>
                  <a:pt x="118385" y="111782"/>
                </a:cubicBezTo>
                <a:cubicBezTo>
                  <a:pt x="120974" y="114307"/>
                  <a:pt x="124050" y="115570"/>
                  <a:pt x="127611" y="115570"/>
                </a:cubicBezTo>
                <a:cubicBezTo>
                  <a:pt x="129359" y="115570"/>
                  <a:pt x="131123" y="115230"/>
                  <a:pt x="132904" y="114550"/>
                </a:cubicBezTo>
                <a:cubicBezTo>
                  <a:pt x="134684" y="113870"/>
                  <a:pt x="136869" y="112041"/>
                  <a:pt x="139459" y="109063"/>
                </a:cubicBezTo>
                <a:cubicBezTo>
                  <a:pt x="142049" y="106085"/>
                  <a:pt x="143991" y="102070"/>
                  <a:pt x="145286" y="97020"/>
                </a:cubicBezTo>
                <a:cubicBezTo>
                  <a:pt x="147552" y="88798"/>
                  <a:pt x="148685" y="75881"/>
                  <a:pt x="148685" y="58270"/>
                </a:cubicBezTo>
                <a:cubicBezTo>
                  <a:pt x="148685" y="45645"/>
                  <a:pt x="147585" y="35286"/>
                  <a:pt x="145383" y="27193"/>
                </a:cubicBezTo>
                <a:cubicBezTo>
                  <a:pt x="143182" y="19100"/>
                  <a:pt x="140430" y="13661"/>
                  <a:pt x="137128" y="10877"/>
                </a:cubicBezTo>
                <a:cubicBezTo>
                  <a:pt x="134733" y="8805"/>
                  <a:pt x="131819" y="7769"/>
                  <a:pt x="128388" y="7769"/>
                </a:cubicBezTo>
                <a:moveTo>
                  <a:pt x="127417" y="123242"/>
                </a:moveTo>
                <a:cubicBezTo>
                  <a:pt x="115633" y="123242"/>
                  <a:pt x="106423" y="117577"/>
                  <a:pt x="99787" y="106247"/>
                </a:cubicBezTo>
                <a:cubicBezTo>
                  <a:pt x="93150" y="94916"/>
                  <a:pt x="89832" y="80769"/>
                  <a:pt x="89832" y="63806"/>
                </a:cubicBezTo>
                <a:cubicBezTo>
                  <a:pt x="89832" y="44965"/>
                  <a:pt x="93668" y="29621"/>
                  <a:pt x="101341" y="17773"/>
                </a:cubicBezTo>
                <a:cubicBezTo>
                  <a:pt x="109013" y="5924"/>
                  <a:pt x="118029" y="0"/>
                  <a:pt x="128388" y="0"/>
                </a:cubicBezTo>
                <a:cubicBezTo>
                  <a:pt x="135963" y="0"/>
                  <a:pt x="142276" y="2298"/>
                  <a:pt x="147326" y="6895"/>
                </a:cubicBezTo>
                <a:cubicBezTo>
                  <a:pt x="159627" y="18161"/>
                  <a:pt x="165778" y="35804"/>
                  <a:pt x="165778" y="59824"/>
                </a:cubicBezTo>
                <a:cubicBezTo>
                  <a:pt x="165778" y="70831"/>
                  <a:pt x="164515" y="80608"/>
                  <a:pt x="161990" y="89154"/>
                </a:cubicBezTo>
                <a:cubicBezTo>
                  <a:pt x="159465" y="97700"/>
                  <a:pt x="156228" y="104369"/>
                  <a:pt x="152279" y="109160"/>
                </a:cubicBezTo>
                <a:cubicBezTo>
                  <a:pt x="148329" y="113951"/>
                  <a:pt x="144218" y="117496"/>
                  <a:pt x="139945" y="119794"/>
                </a:cubicBezTo>
                <a:cubicBezTo>
                  <a:pt x="135672" y="122093"/>
                  <a:pt x="131496" y="123242"/>
                  <a:pt x="127417" y="123242"/>
                </a:cubicBezTo>
                <a:close/>
                <a:moveTo>
                  <a:pt x="239424" y="83715"/>
                </a:moveTo>
                <a:cubicBezTo>
                  <a:pt x="239424" y="98542"/>
                  <a:pt x="240006" y="111070"/>
                  <a:pt x="241172" y="121300"/>
                </a:cubicBezTo>
                <a:lnTo>
                  <a:pt x="240783" y="121882"/>
                </a:lnTo>
                <a:cubicBezTo>
                  <a:pt x="237093" y="121494"/>
                  <a:pt x="233920" y="121300"/>
                  <a:pt x="231266" y="121300"/>
                </a:cubicBezTo>
                <a:lnTo>
                  <a:pt x="222040" y="121882"/>
                </a:lnTo>
                <a:lnTo>
                  <a:pt x="221845" y="121300"/>
                </a:lnTo>
                <a:cubicBezTo>
                  <a:pt x="222881" y="112689"/>
                  <a:pt x="223432" y="100160"/>
                  <a:pt x="223496" y="83715"/>
                </a:cubicBezTo>
                <a:lnTo>
                  <a:pt x="223496" y="34380"/>
                </a:lnTo>
                <a:cubicBezTo>
                  <a:pt x="223496" y="24279"/>
                  <a:pt x="222299" y="19229"/>
                  <a:pt x="219903" y="19229"/>
                </a:cubicBezTo>
                <a:cubicBezTo>
                  <a:pt x="218414" y="19229"/>
                  <a:pt x="214950" y="19699"/>
                  <a:pt x="209511" y="20637"/>
                </a:cubicBezTo>
                <a:cubicBezTo>
                  <a:pt x="204073" y="21576"/>
                  <a:pt x="199962" y="22175"/>
                  <a:pt x="197178" y="22434"/>
                </a:cubicBezTo>
                <a:lnTo>
                  <a:pt x="196012" y="16704"/>
                </a:lnTo>
                <a:cubicBezTo>
                  <a:pt x="201580" y="14956"/>
                  <a:pt x="209269" y="12026"/>
                  <a:pt x="219078" y="7915"/>
                </a:cubicBezTo>
                <a:cubicBezTo>
                  <a:pt x="228886" y="3804"/>
                  <a:pt x="235733" y="1165"/>
                  <a:pt x="239618" y="0"/>
                </a:cubicBezTo>
                <a:cubicBezTo>
                  <a:pt x="240524" y="0"/>
                  <a:pt x="240978" y="324"/>
                  <a:pt x="240978" y="971"/>
                </a:cubicBezTo>
                <a:cubicBezTo>
                  <a:pt x="239942" y="8417"/>
                  <a:pt x="239424" y="19165"/>
                  <a:pt x="239424" y="33214"/>
                </a:cubicBezTo>
                <a:lnTo>
                  <a:pt x="239424" y="83715"/>
                </a:lnTo>
                <a:close/>
                <a:moveTo>
                  <a:pt x="313361" y="7769"/>
                </a:moveTo>
                <a:cubicBezTo>
                  <a:pt x="299053" y="7769"/>
                  <a:pt x="291899" y="26578"/>
                  <a:pt x="291899" y="64195"/>
                </a:cubicBezTo>
                <a:cubicBezTo>
                  <a:pt x="291899" y="68274"/>
                  <a:pt x="291996" y="72288"/>
                  <a:pt x="292190" y="76237"/>
                </a:cubicBezTo>
                <a:cubicBezTo>
                  <a:pt x="292384" y="80187"/>
                  <a:pt x="292918" y="84670"/>
                  <a:pt x="293792" y="89688"/>
                </a:cubicBezTo>
                <a:cubicBezTo>
                  <a:pt x="294666" y="94706"/>
                  <a:pt x="295832" y="99011"/>
                  <a:pt x="297289" y="102605"/>
                </a:cubicBezTo>
                <a:cubicBezTo>
                  <a:pt x="298745" y="106198"/>
                  <a:pt x="300769" y="109257"/>
                  <a:pt x="303358" y="111782"/>
                </a:cubicBezTo>
                <a:cubicBezTo>
                  <a:pt x="305948" y="114307"/>
                  <a:pt x="309024" y="115570"/>
                  <a:pt x="312585" y="115570"/>
                </a:cubicBezTo>
                <a:cubicBezTo>
                  <a:pt x="314333" y="115570"/>
                  <a:pt x="316097" y="115230"/>
                  <a:pt x="317877" y="114550"/>
                </a:cubicBezTo>
                <a:cubicBezTo>
                  <a:pt x="319658" y="113870"/>
                  <a:pt x="321843" y="112041"/>
                  <a:pt x="324433" y="109063"/>
                </a:cubicBezTo>
                <a:cubicBezTo>
                  <a:pt x="327023" y="106085"/>
                  <a:pt x="328965" y="102070"/>
                  <a:pt x="330260" y="97020"/>
                </a:cubicBezTo>
                <a:cubicBezTo>
                  <a:pt x="332526" y="88798"/>
                  <a:pt x="333659" y="75881"/>
                  <a:pt x="333659" y="58270"/>
                </a:cubicBezTo>
                <a:cubicBezTo>
                  <a:pt x="333659" y="45645"/>
                  <a:pt x="332558" y="35286"/>
                  <a:pt x="330357" y="27193"/>
                </a:cubicBezTo>
                <a:cubicBezTo>
                  <a:pt x="328156" y="19100"/>
                  <a:pt x="325404" y="13661"/>
                  <a:pt x="322102" y="10877"/>
                </a:cubicBezTo>
                <a:cubicBezTo>
                  <a:pt x="319706" y="8805"/>
                  <a:pt x="316793" y="7769"/>
                  <a:pt x="313361" y="7769"/>
                </a:cubicBezTo>
                <a:moveTo>
                  <a:pt x="312390" y="123242"/>
                </a:moveTo>
                <a:cubicBezTo>
                  <a:pt x="300607" y="123242"/>
                  <a:pt x="291397" y="117577"/>
                  <a:pt x="284760" y="106247"/>
                </a:cubicBezTo>
                <a:cubicBezTo>
                  <a:pt x="278124" y="94916"/>
                  <a:pt x="274806" y="80769"/>
                  <a:pt x="274806" y="63806"/>
                </a:cubicBezTo>
                <a:cubicBezTo>
                  <a:pt x="274806" y="44965"/>
                  <a:pt x="278642" y="29621"/>
                  <a:pt x="286314" y="17773"/>
                </a:cubicBezTo>
                <a:cubicBezTo>
                  <a:pt x="293987" y="5924"/>
                  <a:pt x="303002" y="0"/>
                  <a:pt x="313361" y="0"/>
                </a:cubicBezTo>
                <a:cubicBezTo>
                  <a:pt x="320937" y="0"/>
                  <a:pt x="327249" y="2298"/>
                  <a:pt x="332299" y="6895"/>
                </a:cubicBezTo>
                <a:cubicBezTo>
                  <a:pt x="344601" y="18161"/>
                  <a:pt x="350752" y="35804"/>
                  <a:pt x="350752" y="59824"/>
                </a:cubicBezTo>
                <a:cubicBezTo>
                  <a:pt x="350752" y="70831"/>
                  <a:pt x="349489" y="80608"/>
                  <a:pt x="346964" y="89154"/>
                </a:cubicBezTo>
                <a:cubicBezTo>
                  <a:pt x="344439" y="97700"/>
                  <a:pt x="341202" y="104369"/>
                  <a:pt x="337252" y="109160"/>
                </a:cubicBezTo>
                <a:cubicBezTo>
                  <a:pt x="333303" y="113951"/>
                  <a:pt x="329192" y="117496"/>
                  <a:pt x="324918" y="119794"/>
                </a:cubicBezTo>
                <a:cubicBezTo>
                  <a:pt x="320645" y="122093"/>
                  <a:pt x="316469" y="123242"/>
                  <a:pt x="312390" y="123242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Text 2020">
            <a:extLst xmlns:a="http://schemas.openxmlformats.org/drawingml/2006/main">
              <a:ext uri="{FF2B5EF4-FFF2-40B4-BE49-F238E27FC236}">
                <a16:creationId xmlns:a16="http://schemas.microsoft.com/office/drawing/2014/main" id="{6B1DE7BB-0B93-4383-BAAC-22D15084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969" y="4839339"/>
            <a:ext cx="350752" cy="123242"/>
          </a:xfrm>
          <a:custGeom xmlns:a="http://schemas.openxmlformats.org/drawingml/2006/main">
            <a:pathLst>
              <a:path w="350752" h="123242">
                <a:moveTo>
                  <a:pt x="33765" y="11266"/>
                </a:moveTo>
                <a:cubicBezTo>
                  <a:pt x="27419" y="11266"/>
                  <a:pt x="22305" y="12820"/>
                  <a:pt x="18420" y="15927"/>
                </a:cubicBezTo>
                <a:cubicBezTo>
                  <a:pt x="17190" y="16898"/>
                  <a:pt x="16105" y="17999"/>
                  <a:pt x="15167" y="19229"/>
                </a:cubicBezTo>
                <a:cubicBezTo>
                  <a:pt x="14228" y="20459"/>
                  <a:pt x="13580" y="21382"/>
                  <a:pt x="13224" y="21997"/>
                </a:cubicBezTo>
                <a:cubicBezTo>
                  <a:pt x="12868" y="22612"/>
                  <a:pt x="12253" y="23956"/>
                  <a:pt x="11379" y="26027"/>
                </a:cubicBezTo>
                <a:cubicBezTo>
                  <a:pt x="10505" y="28099"/>
                  <a:pt x="9938" y="29427"/>
                  <a:pt x="9679" y="30009"/>
                </a:cubicBezTo>
                <a:lnTo>
                  <a:pt x="7057" y="29815"/>
                </a:lnTo>
                <a:lnTo>
                  <a:pt x="2687" y="16122"/>
                </a:lnTo>
                <a:cubicBezTo>
                  <a:pt x="5730" y="12107"/>
                  <a:pt x="10197" y="8417"/>
                  <a:pt x="16089" y="5050"/>
                </a:cubicBezTo>
                <a:cubicBezTo>
                  <a:pt x="21981" y="1683"/>
                  <a:pt x="28941" y="0"/>
                  <a:pt x="36969" y="0"/>
                </a:cubicBezTo>
                <a:cubicBezTo>
                  <a:pt x="47847" y="0"/>
                  <a:pt x="56377" y="2946"/>
                  <a:pt x="62560" y="8838"/>
                </a:cubicBezTo>
                <a:cubicBezTo>
                  <a:pt x="68743" y="14729"/>
                  <a:pt x="71835" y="22483"/>
                  <a:pt x="71835" y="32097"/>
                </a:cubicBezTo>
                <a:cubicBezTo>
                  <a:pt x="71835" y="41712"/>
                  <a:pt x="67043" y="53026"/>
                  <a:pt x="57461" y="66040"/>
                </a:cubicBezTo>
                <a:cubicBezTo>
                  <a:pt x="53382" y="71543"/>
                  <a:pt x="49255" y="76690"/>
                  <a:pt x="45079" y="81482"/>
                </a:cubicBezTo>
                <a:cubicBezTo>
                  <a:pt x="40903" y="86273"/>
                  <a:pt x="37649" y="89834"/>
                  <a:pt x="35318" y="92164"/>
                </a:cubicBezTo>
                <a:cubicBezTo>
                  <a:pt x="32988" y="94495"/>
                  <a:pt x="29621" y="97765"/>
                  <a:pt x="25218" y="101973"/>
                </a:cubicBezTo>
                <a:cubicBezTo>
                  <a:pt x="22887" y="104239"/>
                  <a:pt x="21722" y="106052"/>
                  <a:pt x="21722" y="107412"/>
                </a:cubicBezTo>
                <a:cubicBezTo>
                  <a:pt x="21722" y="107736"/>
                  <a:pt x="21819" y="108059"/>
                  <a:pt x="22013" y="108383"/>
                </a:cubicBezTo>
                <a:cubicBezTo>
                  <a:pt x="25639" y="108124"/>
                  <a:pt x="31045" y="107995"/>
                  <a:pt x="38232" y="107995"/>
                </a:cubicBezTo>
                <a:cubicBezTo>
                  <a:pt x="50533" y="107995"/>
                  <a:pt x="62673" y="107444"/>
                  <a:pt x="74651" y="106344"/>
                </a:cubicBezTo>
                <a:cubicBezTo>
                  <a:pt x="74004" y="108998"/>
                  <a:pt x="73647" y="112138"/>
                  <a:pt x="73583" y="115764"/>
                </a:cubicBezTo>
                <a:cubicBezTo>
                  <a:pt x="73583" y="117318"/>
                  <a:pt x="73809" y="119487"/>
                  <a:pt x="74262" y="122271"/>
                </a:cubicBezTo>
                <a:cubicBezTo>
                  <a:pt x="58465" y="121623"/>
                  <a:pt x="46940" y="121300"/>
                  <a:pt x="39689" y="121300"/>
                </a:cubicBezTo>
                <a:cubicBezTo>
                  <a:pt x="39041" y="121300"/>
                  <a:pt x="26481" y="121623"/>
                  <a:pt x="2007" y="122271"/>
                </a:cubicBezTo>
                <a:cubicBezTo>
                  <a:pt x="647" y="120070"/>
                  <a:pt x="0" y="117480"/>
                  <a:pt x="65" y="114501"/>
                </a:cubicBezTo>
                <a:cubicBezTo>
                  <a:pt x="65" y="113595"/>
                  <a:pt x="162" y="112753"/>
                  <a:pt x="356" y="111976"/>
                </a:cubicBezTo>
                <a:cubicBezTo>
                  <a:pt x="615" y="111717"/>
                  <a:pt x="2914" y="109565"/>
                  <a:pt x="7251" y="105518"/>
                </a:cubicBezTo>
                <a:cubicBezTo>
                  <a:pt x="11589" y="101472"/>
                  <a:pt x="14940" y="98267"/>
                  <a:pt x="17303" y="95904"/>
                </a:cubicBezTo>
                <a:cubicBezTo>
                  <a:pt x="19666" y="93540"/>
                  <a:pt x="22904" y="90255"/>
                  <a:pt x="27015" y="86046"/>
                </a:cubicBezTo>
                <a:cubicBezTo>
                  <a:pt x="31126" y="81838"/>
                  <a:pt x="34849" y="77694"/>
                  <a:pt x="38183" y="73615"/>
                </a:cubicBezTo>
                <a:cubicBezTo>
                  <a:pt x="41518" y="69536"/>
                  <a:pt x="44512" y="65490"/>
                  <a:pt x="47167" y="61475"/>
                </a:cubicBezTo>
                <a:cubicBezTo>
                  <a:pt x="52217" y="53900"/>
                  <a:pt x="54742" y="44998"/>
                  <a:pt x="54742" y="34768"/>
                </a:cubicBezTo>
                <a:cubicBezTo>
                  <a:pt x="54742" y="28035"/>
                  <a:pt x="52605" y="22434"/>
                  <a:pt x="48332" y="17967"/>
                </a:cubicBezTo>
                <a:cubicBezTo>
                  <a:pt x="44059" y="13499"/>
                  <a:pt x="39203" y="11266"/>
                  <a:pt x="33765" y="11266"/>
                </a:cubicBezTo>
                <a:close/>
                <a:moveTo>
                  <a:pt x="128388" y="7769"/>
                </a:moveTo>
                <a:cubicBezTo>
                  <a:pt x="114079" y="7769"/>
                  <a:pt x="106925" y="26578"/>
                  <a:pt x="106925" y="64195"/>
                </a:cubicBezTo>
                <a:cubicBezTo>
                  <a:pt x="106925" y="68274"/>
                  <a:pt x="107022" y="72288"/>
                  <a:pt x="107216" y="76237"/>
                </a:cubicBezTo>
                <a:cubicBezTo>
                  <a:pt x="107411" y="80187"/>
                  <a:pt x="107945" y="84670"/>
                  <a:pt x="108819" y="89688"/>
                </a:cubicBezTo>
                <a:cubicBezTo>
                  <a:pt x="109693" y="94706"/>
                  <a:pt x="110858" y="99011"/>
                  <a:pt x="112315" y="102605"/>
                </a:cubicBezTo>
                <a:cubicBezTo>
                  <a:pt x="113772" y="106198"/>
                  <a:pt x="115795" y="109257"/>
                  <a:pt x="118385" y="111782"/>
                </a:cubicBezTo>
                <a:cubicBezTo>
                  <a:pt x="120975" y="114307"/>
                  <a:pt x="124050" y="115570"/>
                  <a:pt x="127611" y="115570"/>
                </a:cubicBezTo>
                <a:cubicBezTo>
                  <a:pt x="129359" y="115570"/>
                  <a:pt x="131124" y="115230"/>
                  <a:pt x="132904" y="114550"/>
                </a:cubicBezTo>
                <a:cubicBezTo>
                  <a:pt x="134685" y="113870"/>
                  <a:pt x="136870" y="112041"/>
                  <a:pt x="139459" y="109063"/>
                </a:cubicBezTo>
                <a:cubicBezTo>
                  <a:pt x="142049" y="106085"/>
                  <a:pt x="143992" y="102070"/>
                  <a:pt x="145287" y="97020"/>
                </a:cubicBezTo>
                <a:cubicBezTo>
                  <a:pt x="147553" y="88798"/>
                  <a:pt x="148686" y="75881"/>
                  <a:pt x="148686" y="58270"/>
                </a:cubicBezTo>
                <a:cubicBezTo>
                  <a:pt x="148686" y="45645"/>
                  <a:pt x="147585" y="35286"/>
                  <a:pt x="145384" y="27193"/>
                </a:cubicBezTo>
                <a:cubicBezTo>
                  <a:pt x="143182" y="19100"/>
                  <a:pt x="140431" y="13661"/>
                  <a:pt x="137129" y="10877"/>
                </a:cubicBezTo>
                <a:cubicBezTo>
                  <a:pt x="134733" y="8805"/>
                  <a:pt x="131820" y="7769"/>
                  <a:pt x="128388" y="7769"/>
                </a:cubicBezTo>
                <a:moveTo>
                  <a:pt x="127417" y="123242"/>
                </a:moveTo>
                <a:cubicBezTo>
                  <a:pt x="115633" y="123242"/>
                  <a:pt x="106423" y="117577"/>
                  <a:pt x="99787" y="106247"/>
                </a:cubicBezTo>
                <a:cubicBezTo>
                  <a:pt x="93151" y="94916"/>
                  <a:pt x="89832" y="80769"/>
                  <a:pt x="89832" y="63806"/>
                </a:cubicBezTo>
                <a:cubicBezTo>
                  <a:pt x="89832" y="44965"/>
                  <a:pt x="93669" y="29621"/>
                  <a:pt x="101341" y="17773"/>
                </a:cubicBezTo>
                <a:cubicBezTo>
                  <a:pt x="109013" y="5924"/>
                  <a:pt x="118029" y="0"/>
                  <a:pt x="128388" y="0"/>
                </a:cubicBezTo>
                <a:cubicBezTo>
                  <a:pt x="135963" y="0"/>
                  <a:pt x="142276" y="2298"/>
                  <a:pt x="147326" y="6895"/>
                </a:cubicBezTo>
                <a:cubicBezTo>
                  <a:pt x="159628" y="18161"/>
                  <a:pt x="165778" y="35804"/>
                  <a:pt x="165778" y="59824"/>
                </a:cubicBezTo>
                <a:cubicBezTo>
                  <a:pt x="165778" y="70831"/>
                  <a:pt x="164516" y="80608"/>
                  <a:pt x="161991" y="89154"/>
                </a:cubicBezTo>
                <a:cubicBezTo>
                  <a:pt x="159466" y="97700"/>
                  <a:pt x="156228" y="104369"/>
                  <a:pt x="152279" y="109160"/>
                </a:cubicBezTo>
                <a:cubicBezTo>
                  <a:pt x="148330" y="113951"/>
                  <a:pt x="144218" y="117496"/>
                  <a:pt x="139945" y="119794"/>
                </a:cubicBezTo>
                <a:cubicBezTo>
                  <a:pt x="135672" y="122093"/>
                  <a:pt x="131496" y="123242"/>
                  <a:pt x="127417" y="123242"/>
                </a:cubicBezTo>
                <a:close/>
                <a:moveTo>
                  <a:pt x="218738" y="11266"/>
                </a:moveTo>
                <a:cubicBezTo>
                  <a:pt x="212393" y="11266"/>
                  <a:pt x="207278" y="12820"/>
                  <a:pt x="203394" y="15927"/>
                </a:cubicBezTo>
                <a:cubicBezTo>
                  <a:pt x="202163" y="16898"/>
                  <a:pt x="201079" y="17999"/>
                  <a:pt x="200140" y="19229"/>
                </a:cubicBezTo>
                <a:cubicBezTo>
                  <a:pt x="199201" y="20459"/>
                  <a:pt x="198554" y="21382"/>
                  <a:pt x="198198" y="21997"/>
                </a:cubicBezTo>
                <a:cubicBezTo>
                  <a:pt x="197842" y="22612"/>
                  <a:pt x="197227" y="23956"/>
                  <a:pt x="196353" y="26027"/>
                </a:cubicBezTo>
                <a:cubicBezTo>
                  <a:pt x="195479" y="28099"/>
                  <a:pt x="194912" y="29427"/>
                  <a:pt x="194653" y="30009"/>
                </a:cubicBezTo>
                <a:lnTo>
                  <a:pt x="192031" y="29815"/>
                </a:lnTo>
                <a:lnTo>
                  <a:pt x="187661" y="16122"/>
                </a:lnTo>
                <a:cubicBezTo>
                  <a:pt x="190704" y="12107"/>
                  <a:pt x="195171" y="8417"/>
                  <a:pt x="201063" y="5050"/>
                </a:cubicBezTo>
                <a:cubicBezTo>
                  <a:pt x="206955" y="1683"/>
                  <a:pt x="213915" y="0"/>
                  <a:pt x="221943" y="0"/>
                </a:cubicBezTo>
                <a:cubicBezTo>
                  <a:pt x="232820" y="0"/>
                  <a:pt x="241350" y="2946"/>
                  <a:pt x="247534" y="8838"/>
                </a:cubicBezTo>
                <a:cubicBezTo>
                  <a:pt x="253717" y="14729"/>
                  <a:pt x="256808" y="22483"/>
                  <a:pt x="256808" y="32097"/>
                </a:cubicBezTo>
                <a:cubicBezTo>
                  <a:pt x="256808" y="41712"/>
                  <a:pt x="252017" y="53026"/>
                  <a:pt x="242435" y="66040"/>
                </a:cubicBezTo>
                <a:cubicBezTo>
                  <a:pt x="238356" y="71543"/>
                  <a:pt x="234228" y="76690"/>
                  <a:pt x="230052" y="81482"/>
                </a:cubicBezTo>
                <a:cubicBezTo>
                  <a:pt x="225876" y="86273"/>
                  <a:pt x="222623" y="89834"/>
                  <a:pt x="220292" y="92164"/>
                </a:cubicBezTo>
                <a:cubicBezTo>
                  <a:pt x="217961" y="94495"/>
                  <a:pt x="214595" y="97765"/>
                  <a:pt x="210192" y="101973"/>
                </a:cubicBezTo>
                <a:cubicBezTo>
                  <a:pt x="207861" y="104239"/>
                  <a:pt x="206696" y="106052"/>
                  <a:pt x="206696" y="107412"/>
                </a:cubicBezTo>
                <a:cubicBezTo>
                  <a:pt x="206696" y="107736"/>
                  <a:pt x="206793" y="108059"/>
                  <a:pt x="206987" y="108383"/>
                </a:cubicBezTo>
                <a:cubicBezTo>
                  <a:pt x="210613" y="108124"/>
                  <a:pt x="216019" y="107995"/>
                  <a:pt x="223206" y="107995"/>
                </a:cubicBezTo>
                <a:cubicBezTo>
                  <a:pt x="235507" y="107995"/>
                  <a:pt x="247647" y="107444"/>
                  <a:pt x="259625" y="106344"/>
                </a:cubicBezTo>
                <a:cubicBezTo>
                  <a:pt x="258977" y="108998"/>
                  <a:pt x="258621" y="112138"/>
                  <a:pt x="258556" y="115764"/>
                </a:cubicBezTo>
                <a:cubicBezTo>
                  <a:pt x="258556" y="117318"/>
                  <a:pt x="258783" y="119487"/>
                  <a:pt x="259236" y="122271"/>
                </a:cubicBezTo>
                <a:cubicBezTo>
                  <a:pt x="243438" y="121623"/>
                  <a:pt x="231914" y="121300"/>
                  <a:pt x="224662" y="121300"/>
                </a:cubicBezTo>
                <a:cubicBezTo>
                  <a:pt x="224015" y="121300"/>
                  <a:pt x="211454" y="121623"/>
                  <a:pt x="186981" y="122271"/>
                </a:cubicBezTo>
                <a:cubicBezTo>
                  <a:pt x="185621" y="120070"/>
                  <a:pt x="184974" y="117480"/>
                  <a:pt x="185038" y="114501"/>
                </a:cubicBezTo>
                <a:cubicBezTo>
                  <a:pt x="185038" y="113595"/>
                  <a:pt x="185136" y="112753"/>
                  <a:pt x="185330" y="111976"/>
                </a:cubicBezTo>
                <a:cubicBezTo>
                  <a:pt x="185589" y="111717"/>
                  <a:pt x="187887" y="109565"/>
                  <a:pt x="192225" y="105518"/>
                </a:cubicBezTo>
                <a:cubicBezTo>
                  <a:pt x="196563" y="101472"/>
                  <a:pt x="199914" y="98267"/>
                  <a:pt x="202277" y="95904"/>
                </a:cubicBezTo>
                <a:cubicBezTo>
                  <a:pt x="204640" y="93540"/>
                  <a:pt x="207877" y="90255"/>
                  <a:pt x="211989" y="86046"/>
                </a:cubicBezTo>
                <a:cubicBezTo>
                  <a:pt x="216100" y="81838"/>
                  <a:pt x="219823" y="77694"/>
                  <a:pt x="223157" y="73615"/>
                </a:cubicBezTo>
                <a:cubicBezTo>
                  <a:pt x="226491" y="69536"/>
                  <a:pt x="229486" y="65490"/>
                  <a:pt x="232140" y="61475"/>
                </a:cubicBezTo>
                <a:cubicBezTo>
                  <a:pt x="237191" y="53900"/>
                  <a:pt x="239716" y="44998"/>
                  <a:pt x="239716" y="34768"/>
                </a:cubicBezTo>
                <a:cubicBezTo>
                  <a:pt x="239716" y="28035"/>
                  <a:pt x="237579" y="22434"/>
                  <a:pt x="233306" y="17967"/>
                </a:cubicBezTo>
                <a:cubicBezTo>
                  <a:pt x="229033" y="13499"/>
                  <a:pt x="224177" y="11266"/>
                  <a:pt x="218738" y="11266"/>
                </a:cubicBezTo>
                <a:close/>
                <a:moveTo>
                  <a:pt x="313361" y="7769"/>
                </a:moveTo>
                <a:cubicBezTo>
                  <a:pt x="299053" y="7769"/>
                  <a:pt x="291899" y="26578"/>
                  <a:pt x="291899" y="64195"/>
                </a:cubicBezTo>
                <a:cubicBezTo>
                  <a:pt x="291899" y="68274"/>
                  <a:pt x="291996" y="72288"/>
                  <a:pt x="292190" y="76237"/>
                </a:cubicBezTo>
                <a:cubicBezTo>
                  <a:pt x="292384" y="80187"/>
                  <a:pt x="292918" y="84670"/>
                  <a:pt x="293792" y="89688"/>
                </a:cubicBezTo>
                <a:cubicBezTo>
                  <a:pt x="294666" y="94706"/>
                  <a:pt x="295832" y="99011"/>
                  <a:pt x="297289" y="102605"/>
                </a:cubicBezTo>
                <a:cubicBezTo>
                  <a:pt x="298745" y="106198"/>
                  <a:pt x="300769" y="109257"/>
                  <a:pt x="303358" y="111782"/>
                </a:cubicBezTo>
                <a:cubicBezTo>
                  <a:pt x="305948" y="114307"/>
                  <a:pt x="309024" y="115570"/>
                  <a:pt x="312585" y="115570"/>
                </a:cubicBezTo>
                <a:cubicBezTo>
                  <a:pt x="314333" y="115570"/>
                  <a:pt x="316097" y="115230"/>
                  <a:pt x="317877" y="114550"/>
                </a:cubicBezTo>
                <a:cubicBezTo>
                  <a:pt x="319658" y="113870"/>
                  <a:pt x="321843" y="112041"/>
                  <a:pt x="324433" y="109063"/>
                </a:cubicBezTo>
                <a:cubicBezTo>
                  <a:pt x="327023" y="106085"/>
                  <a:pt x="328965" y="102070"/>
                  <a:pt x="330260" y="97020"/>
                </a:cubicBezTo>
                <a:cubicBezTo>
                  <a:pt x="332526" y="88798"/>
                  <a:pt x="333659" y="75881"/>
                  <a:pt x="333659" y="58270"/>
                </a:cubicBezTo>
                <a:cubicBezTo>
                  <a:pt x="333659" y="45645"/>
                  <a:pt x="332558" y="35286"/>
                  <a:pt x="330357" y="27193"/>
                </a:cubicBezTo>
                <a:cubicBezTo>
                  <a:pt x="328156" y="19100"/>
                  <a:pt x="325404" y="13661"/>
                  <a:pt x="322102" y="10877"/>
                </a:cubicBezTo>
                <a:cubicBezTo>
                  <a:pt x="319706" y="8805"/>
                  <a:pt x="316793" y="7769"/>
                  <a:pt x="313361" y="7769"/>
                </a:cubicBezTo>
                <a:moveTo>
                  <a:pt x="312390" y="123242"/>
                </a:moveTo>
                <a:cubicBezTo>
                  <a:pt x="300607" y="123242"/>
                  <a:pt x="291397" y="117577"/>
                  <a:pt x="284760" y="106247"/>
                </a:cubicBezTo>
                <a:cubicBezTo>
                  <a:pt x="278124" y="94916"/>
                  <a:pt x="274806" y="80769"/>
                  <a:pt x="274806" y="63806"/>
                </a:cubicBezTo>
                <a:cubicBezTo>
                  <a:pt x="274806" y="44965"/>
                  <a:pt x="278642" y="29621"/>
                  <a:pt x="286314" y="17773"/>
                </a:cubicBezTo>
                <a:cubicBezTo>
                  <a:pt x="293987" y="5924"/>
                  <a:pt x="303002" y="0"/>
                  <a:pt x="313361" y="0"/>
                </a:cubicBezTo>
                <a:cubicBezTo>
                  <a:pt x="320937" y="0"/>
                  <a:pt x="327249" y="2298"/>
                  <a:pt x="332299" y="6895"/>
                </a:cubicBezTo>
                <a:cubicBezTo>
                  <a:pt x="344601" y="18161"/>
                  <a:pt x="350752" y="35804"/>
                  <a:pt x="350752" y="59824"/>
                </a:cubicBezTo>
                <a:cubicBezTo>
                  <a:pt x="350752" y="70831"/>
                  <a:pt x="349489" y="80608"/>
                  <a:pt x="346964" y="89154"/>
                </a:cubicBezTo>
                <a:cubicBezTo>
                  <a:pt x="344439" y="97700"/>
                  <a:pt x="341202" y="104369"/>
                  <a:pt x="337252" y="109160"/>
                </a:cubicBezTo>
                <a:cubicBezTo>
                  <a:pt x="333303" y="113951"/>
                  <a:pt x="329192" y="117496"/>
                  <a:pt x="324918" y="119794"/>
                </a:cubicBezTo>
                <a:cubicBezTo>
                  <a:pt x="320645" y="122093"/>
                  <a:pt x="316469" y="123242"/>
                  <a:pt x="312390" y="123242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728804-BB65-40B1-87F2-6C70F407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899" y="2630979"/>
            <a:ext cx="10" cy="2114188"/>
          </a:xfrm>
          <a:custGeom xmlns:a="http://schemas.openxmlformats.org/drawingml/2006/main">
            <a:pathLst>
              <a:path w="1" h="2114188" fill="none">
                <a:moveTo>
                  <a:pt x="0" y="0"/>
                </a:moveTo>
                <a:lnTo>
                  <a:pt x="0" y="2114188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EBF0F8"/>
            </a:solidFill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FD574-B6FF-4128-B780-3C415BC6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7836" y="2630979"/>
            <a:ext cx="10" cy="2114188"/>
          </a:xfrm>
          <a:custGeom xmlns:a="http://schemas.openxmlformats.org/drawingml/2006/main">
            <a:pathLst>
              <a:path w="1" h="2114188" fill="none">
                <a:moveTo>
                  <a:pt x="0" y="0"/>
                </a:moveTo>
                <a:lnTo>
                  <a:pt x="0" y="2114188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EBF0F8"/>
            </a:solidFill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C109E-2999-4CD8-9ED6-07D1CFCD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718" y="4616298"/>
            <a:ext cx="3222124" cy="10"/>
          </a:xfrm>
          <a:custGeom xmlns:a="http://schemas.openxmlformats.org/drawingml/2006/main">
            <a:pathLst>
              <a:path w="3222124" h="1" fill="none">
                <a:moveTo>
                  <a:pt x="0" y="0"/>
                </a:moveTo>
                <a:lnTo>
                  <a:pt x="3222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EBF0F8"/>
            </a:solidFill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BD357A-E1E7-4242-8B8F-DEE15819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718" y="4191157"/>
            <a:ext cx="3222124" cy="10"/>
          </a:xfrm>
          <a:custGeom xmlns:a="http://schemas.openxmlformats.org/drawingml/2006/main">
            <a:pathLst>
              <a:path w="3222124" h="1" fill="none">
                <a:moveTo>
                  <a:pt x="0" y="0"/>
                </a:moveTo>
                <a:lnTo>
                  <a:pt x="3222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EBF0F8"/>
            </a:solidFill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A1F0C7-4152-488E-8B14-F14038D0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718" y="3765850"/>
            <a:ext cx="3222124" cy="10"/>
          </a:xfrm>
          <a:custGeom xmlns:a="http://schemas.openxmlformats.org/drawingml/2006/main">
            <a:pathLst>
              <a:path w="3222124" h="1" fill="none">
                <a:moveTo>
                  <a:pt x="0" y="0"/>
                </a:moveTo>
                <a:lnTo>
                  <a:pt x="3222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EBF0F8"/>
            </a:solidFill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7BF19-CD92-469F-BEA8-DC662DB7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718" y="3340543"/>
            <a:ext cx="3222124" cy="10"/>
          </a:xfrm>
          <a:custGeom xmlns:a="http://schemas.openxmlformats.org/drawingml/2006/main">
            <a:pathLst>
              <a:path w="3222124" h="1" fill="none">
                <a:moveTo>
                  <a:pt x="0" y="0"/>
                </a:moveTo>
                <a:lnTo>
                  <a:pt x="3222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EBF0F8"/>
            </a:solidFill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9469FC-90A8-46DE-A727-00C335C6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718" y="2915236"/>
            <a:ext cx="3222124" cy="10"/>
          </a:xfrm>
          <a:custGeom xmlns:a="http://schemas.openxmlformats.org/drawingml/2006/main">
            <a:pathLst>
              <a:path w="3222124" h="1" fill="none">
                <a:moveTo>
                  <a:pt x="0" y="0"/>
                </a:moveTo>
                <a:lnTo>
                  <a:pt x="3222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EBF0F8"/>
            </a:solidFill>
            <a:miter/>
          </a:ln>
        </p:spPr>
      </p:sp>
      <p:sp>
        <p:nvSpPr>
          <p:cNvPr id="295" name="Text 2010">
            <a:extLst xmlns:a="http://schemas.openxmlformats.org/drawingml/2006/main">
              <a:ext uri="{FF2B5EF4-FFF2-40B4-BE49-F238E27FC236}">
                <a16:creationId xmlns:a16="http://schemas.microsoft.com/office/drawing/2014/main" id="{FF03B681-2060-48FE-BB1A-475648E4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0411" y="4839339"/>
            <a:ext cx="350752" cy="123242"/>
          </a:xfrm>
          <a:custGeom xmlns:a="http://schemas.openxmlformats.org/drawingml/2006/main">
            <a:pathLst>
              <a:path w="350752" h="123242">
                <a:moveTo>
                  <a:pt x="33765" y="11266"/>
                </a:moveTo>
                <a:cubicBezTo>
                  <a:pt x="27419" y="11266"/>
                  <a:pt x="22305" y="12820"/>
                  <a:pt x="18420" y="15927"/>
                </a:cubicBezTo>
                <a:cubicBezTo>
                  <a:pt x="17190" y="16898"/>
                  <a:pt x="16105" y="17999"/>
                  <a:pt x="15167" y="19229"/>
                </a:cubicBezTo>
                <a:cubicBezTo>
                  <a:pt x="14228" y="20459"/>
                  <a:pt x="13580" y="21382"/>
                  <a:pt x="13224" y="21997"/>
                </a:cubicBezTo>
                <a:cubicBezTo>
                  <a:pt x="12868" y="22612"/>
                  <a:pt x="12253" y="23956"/>
                  <a:pt x="11379" y="26027"/>
                </a:cubicBezTo>
                <a:cubicBezTo>
                  <a:pt x="10505" y="28099"/>
                  <a:pt x="9938" y="29427"/>
                  <a:pt x="9679" y="30009"/>
                </a:cubicBezTo>
                <a:lnTo>
                  <a:pt x="7057" y="29815"/>
                </a:lnTo>
                <a:lnTo>
                  <a:pt x="2687" y="16122"/>
                </a:lnTo>
                <a:cubicBezTo>
                  <a:pt x="5730" y="12107"/>
                  <a:pt x="10197" y="8417"/>
                  <a:pt x="16089" y="5050"/>
                </a:cubicBezTo>
                <a:cubicBezTo>
                  <a:pt x="21981" y="1683"/>
                  <a:pt x="28941" y="0"/>
                  <a:pt x="36969" y="0"/>
                </a:cubicBezTo>
                <a:cubicBezTo>
                  <a:pt x="47847" y="0"/>
                  <a:pt x="56377" y="2946"/>
                  <a:pt x="62560" y="8838"/>
                </a:cubicBezTo>
                <a:cubicBezTo>
                  <a:pt x="68743" y="14729"/>
                  <a:pt x="71835" y="22483"/>
                  <a:pt x="71835" y="32097"/>
                </a:cubicBezTo>
                <a:cubicBezTo>
                  <a:pt x="71835" y="41712"/>
                  <a:pt x="67043" y="53026"/>
                  <a:pt x="57461" y="66040"/>
                </a:cubicBezTo>
                <a:cubicBezTo>
                  <a:pt x="53382" y="71543"/>
                  <a:pt x="49255" y="76690"/>
                  <a:pt x="45079" y="81482"/>
                </a:cubicBezTo>
                <a:cubicBezTo>
                  <a:pt x="40903" y="86273"/>
                  <a:pt x="37649" y="89834"/>
                  <a:pt x="35318" y="92164"/>
                </a:cubicBezTo>
                <a:cubicBezTo>
                  <a:pt x="32988" y="94495"/>
                  <a:pt x="29621" y="97765"/>
                  <a:pt x="25218" y="101973"/>
                </a:cubicBezTo>
                <a:cubicBezTo>
                  <a:pt x="22887" y="104239"/>
                  <a:pt x="21722" y="106052"/>
                  <a:pt x="21722" y="107412"/>
                </a:cubicBezTo>
                <a:cubicBezTo>
                  <a:pt x="21722" y="107736"/>
                  <a:pt x="21819" y="108059"/>
                  <a:pt x="22013" y="108383"/>
                </a:cubicBezTo>
                <a:cubicBezTo>
                  <a:pt x="25639" y="108124"/>
                  <a:pt x="31045" y="107995"/>
                  <a:pt x="38232" y="107995"/>
                </a:cubicBezTo>
                <a:cubicBezTo>
                  <a:pt x="50533" y="107995"/>
                  <a:pt x="62673" y="107444"/>
                  <a:pt x="74651" y="106344"/>
                </a:cubicBezTo>
                <a:cubicBezTo>
                  <a:pt x="74004" y="108998"/>
                  <a:pt x="73647" y="112138"/>
                  <a:pt x="73583" y="115764"/>
                </a:cubicBezTo>
                <a:cubicBezTo>
                  <a:pt x="73583" y="117318"/>
                  <a:pt x="73809" y="119487"/>
                  <a:pt x="74262" y="122271"/>
                </a:cubicBezTo>
                <a:cubicBezTo>
                  <a:pt x="58465" y="121623"/>
                  <a:pt x="46940" y="121300"/>
                  <a:pt x="39689" y="121300"/>
                </a:cubicBezTo>
                <a:cubicBezTo>
                  <a:pt x="39041" y="121300"/>
                  <a:pt x="26481" y="121623"/>
                  <a:pt x="2007" y="122271"/>
                </a:cubicBezTo>
                <a:cubicBezTo>
                  <a:pt x="647" y="120070"/>
                  <a:pt x="0" y="117480"/>
                  <a:pt x="65" y="114501"/>
                </a:cubicBezTo>
                <a:cubicBezTo>
                  <a:pt x="65" y="113595"/>
                  <a:pt x="162" y="112753"/>
                  <a:pt x="356" y="111976"/>
                </a:cubicBezTo>
                <a:cubicBezTo>
                  <a:pt x="615" y="111717"/>
                  <a:pt x="2914" y="109565"/>
                  <a:pt x="7251" y="105518"/>
                </a:cubicBezTo>
                <a:cubicBezTo>
                  <a:pt x="11589" y="101472"/>
                  <a:pt x="14940" y="98267"/>
                  <a:pt x="17303" y="95904"/>
                </a:cubicBezTo>
                <a:cubicBezTo>
                  <a:pt x="19666" y="93540"/>
                  <a:pt x="22904" y="90255"/>
                  <a:pt x="27015" y="86046"/>
                </a:cubicBezTo>
                <a:cubicBezTo>
                  <a:pt x="31126" y="81838"/>
                  <a:pt x="34849" y="77694"/>
                  <a:pt x="38183" y="73615"/>
                </a:cubicBezTo>
                <a:cubicBezTo>
                  <a:pt x="41518" y="69536"/>
                  <a:pt x="44512" y="65490"/>
                  <a:pt x="47167" y="61475"/>
                </a:cubicBezTo>
                <a:cubicBezTo>
                  <a:pt x="52217" y="53900"/>
                  <a:pt x="54742" y="44998"/>
                  <a:pt x="54742" y="34768"/>
                </a:cubicBezTo>
                <a:cubicBezTo>
                  <a:pt x="54742" y="28035"/>
                  <a:pt x="52605" y="22434"/>
                  <a:pt x="48332" y="17967"/>
                </a:cubicBezTo>
                <a:cubicBezTo>
                  <a:pt x="44059" y="13499"/>
                  <a:pt x="39203" y="11266"/>
                  <a:pt x="33765" y="11266"/>
                </a:cubicBezTo>
                <a:close/>
                <a:moveTo>
                  <a:pt x="128388" y="7769"/>
                </a:moveTo>
                <a:cubicBezTo>
                  <a:pt x="114079" y="7769"/>
                  <a:pt x="106925" y="26578"/>
                  <a:pt x="106925" y="64195"/>
                </a:cubicBezTo>
                <a:cubicBezTo>
                  <a:pt x="106925" y="68274"/>
                  <a:pt x="107022" y="72288"/>
                  <a:pt x="107216" y="76237"/>
                </a:cubicBezTo>
                <a:cubicBezTo>
                  <a:pt x="107410" y="80187"/>
                  <a:pt x="107945" y="84670"/>
                  <a:pt x="108819" y="89688"/>
                </a:cubicBezTo>
                <a:cubicBezTo>
                  <a:pt x="109693" y="94706"/>
                  <a:pt x="110858" y="99011"/>
                  <a:pt x="112315" y="102605"/>
                </a:cubicBezTo>
                <a:cubicBezTo>
                  <a:pt x="113772" y="106198"/>
                  <a:pt x="115795" y="109257"/>
                  <a:pt x="118385" y="111782"/>
                </a:cubicBezTo>
                <a:cubicBezTo>
                  <a:pt x="120974" y="114307"/>
                  <a:pt x="124050" y="115570"/>
                  <a:pt x="127611" y="115570"/>
                </a:cubicBezTo>
                <a:cubicBezTo>
                  <a:pt x="129359" y="115570"/>
                  <a:pt x="131123" y="115230"/>
                  <a:pt x="132904" y="114550"/>
                </a:cubicBezTo>
                <a:cubicBezTo>
                  <a:pt x="134684" y="113870"/>
                  <a:pt x="136869" y="112041"/>
                  <a:pt x="139459" y="109063"/>
                </a:cubicBezTo>
                <a:cubicBezTo>
                  <a:pt x="142049" y="106085"/>
                  <a:pt x="143991" y="102070"/>
                  <a:pt x="145286" y="97020"/>
                </a:cubicBezTo>
                <a:cubicBezTo>
                  <a:pt x="147552" y="88798"/>
                  <a:pt x="148685" y="75881"/>
                  <a:pt x="148685" y="58270"/>
                </a:cubicBezTo>
                <a:cubicBezTo>
                  <a:pt x="148685" y="45645"/>
                  <a:pt x="147585" y="35286"/>
                  <a:pt x="145383" y="27193"/>
                </a:cubicBezTo>
                <a:cubicBezTo>
                  <a:pt x="143182" y="19100"/>
                  <a:pt x="140430" y="13661"/>
                  <a:pt x="137128" y="10877"/>
                </a:cubicBezTo>
                <a:cubicBezTo>
                  <a:pt x="134733" y="8805"/>
                  <a:pt x="131819" y="7769"/>
                  <a:pt x="128388" y="7769"/>
                </a:cubicBezTo>
                <a:moveTo>
                  <a:pt x="127417" y="123242"/>
                </a:moveTo>
                <a:cubicBezTo>
                  <a:pt x="115633" y="123242"/>
                  <a:pt x="106423" y="117577"/>
                  <a:pt x="99787" y="106247"/>
                </a:cubicBezTo>
                <a:cubicBezTo>
                  <a:pt x="93150" y="94916"/>
                  <a:pt x="89832" y="80769"/>
                  <a:pt x="89832" y="63806"/>
                </a:cubicBezTo>
                <a:cubicBezTo>
                  <a:pt x="89832" y="44965"/>
                  <a:pt x="93668" y="29621"/>
                  <a:pt x="101341" y="17773"/>
                </a:cubicBezTo>
                <a:cubicBezTo>
                  <a:pt x="109013" y="5924"/>
                  <a:pt x="118029" y="0"/>
                  <a:pt x="128388" y="0"/>
                </a:cubicBezTo>
                <a:cubicBezTo>
                  <a:pt x="135963" y="0"/>
                  <a:pt x="142276" y="2298"/>
                  <a:pt x="147326" y="6895"/>
                </a:cubicBezTo>
                <a:cubicBezTo>
                  <a:pt x="159627" y="18161"/>
                  <a:pt x="165778" y="35804"/>
                  <a:pt x="165778" y="59824"/>
                </a:cubicBezTo>
                <a:cubicBezTo>
                  <a:pt x="165778" y="70831"/>
                  <a:pt x="164515" y="80608"/>
                  <a:pt x="161990" y="89154"/>
                </a:cubicBezTo>
                <a:cubicBezTo>
                  <a:pt x="159465" y="97700"/>
                  <a:pt x="156228" y="104369"/>
                  <a:pt x="152279" y="109160"/>
                </a:cubicBezTo>
                <a:cubicBezTo>
                  <a:pt x="148329" y="113951"/>
                  <a:pt x="144218" y="117496"/>
                  <a:pt x="139945" y="119794"/>
                </a:cubicBezTo>
                <a:cubicBezTo>
                  <a:pt x="135672" y="122093"/>
                  <a:pt x="131496" y="123242"/>
                  <a:pt x="127417" y="123242"/>
                </a:cubicBezTo>
                <a:close/>
                <a:moveTo>
                  <a:pt x="239424" y="83715"/>
                </a:moveTo>
                <a:cubicBezTo>
                  <a:pt x="239424" y="98542"/>
                  <a:pt x="240007" y="111070"/>
                  <a:pt x="241172" y="121300"/>
                </a:cubicBezTo>
                <a:lnTo>
                  <a:pt x="240784" y="121882"/>
                </a:lnTo>
                <a:cubicBezTo>
                  <a:pt x="237093" y="121494"/>
                  <a:pt x="233921" y="121300"/>
                  <a:pt x="231266" y="121300"/>
                </a:cubicBezTo>
                <a:lnTo>
                  <a:pt x="222040" y="121882"/>
                </a:lnTo>
                <a:lnTo>
                  <a:pt x="221846" y="121300"/>
                </a:lnTo>
                <a:cubicBezTo>
                  <a:pt x="222882" y="112689"/>
                  <a:pt x="223432" y="100160"/>
                  <a:pt x="223497" y="83715"/>
                </a:cubicBezTo>
                <a:lnTo>
                  <a:pt x="223497" y="34380"/>
                </a:lnTo>
                <a:cubicBezTo>
                  <a:pt x="223497" y="24279"/>
                  <a:pt x="222299" y="19229"/>
                  <a:pt x="219903" y="19229"/>
                </a:cubicBezTo>
                <a:cubicBezTo>
                  <a:pt x="218414" y="19229"/>
                  <a:pt x="214950" y="19699"/>
                  <a:pt x="209512" y="20637"/>
                </a:cubicBezTo>
                <a:cubicBezTo>
                  <a:pt x="204073" y="21576"/>
                  <a:pt x="199962" y="22175"/>
                  <a:pt x="197178" y="22434"/>
                </a:cubicBezTo>
                <a:lnTo>
                  <a:pt x="196012" y="16704"/>
                </a:lnTo>
                <a:cubicBezTo>
                  <a:pt x="201580" y="14956"/>
                  <a:pt x="209269" y="12026"/>
                  <a:pt x="219078" y="7915"/>
                </a:cubicBezTo>
                <a:cubicBezTo>
                  <a:pt x="228887" y="3804"/>
                  <a:pt x="235733" y="1165"/>
                  <a:pt x="239618" y="0"/>
                </a:cubicBezTo>
                <a:cubicBezTo>
                  <a:pt x="240525" y="0"/>
                  <a:pt x="240978" y="324"/>
                  <a:pt x="240978" y="971"/>
                </a:cubicBezTo>
                <a:cubicBezTo>
                  <a:pt x="239942" y="8417"/>
                  <a:pt x="239424" y="19165"/>
                  <a:pt x="239424" y="33214"/>
                </a:cubicBezTo>
                <a:lnTo>
                  <a:pt x="239424" y="83715"/>
                </a:lnTo>
                <a:close/>
                <a:moveTo>
                  <a:pt x="313361" y="7769"/>
                </a:moveTo>
                <a:cubicBezTo>
                  <a:pt x="299053" y="7769"/>
                  <a:pt x="291899" y="26578"/>
                  <a:pt x="291899" y="64195"/>
                </a:cubicBezTo>
                <a:cubicBezTo>
                  <a:pt x="291899" y="68274"/>
                  <a:pt x="291996" y="72288"/>
                  <a:pt x="292190" y="76237"/>
                </a:cubicBezTo>
                <a:cubicBezTo>
                  <a:pt x="292384" y="80187"/>
                  <a:pt x="292918" y="84670"/>
                  <a:pt x="293792" y="89688"/>
                </a:cubicBezTo>
                <a:cubicBezTo>
                  <a:pt x="294666" y="94706"/>
                  <a:pt x="295832" y="99011"/>
                  <a:pt x="297289" y="102605"/>
                </a:cubicBezTo>
                <a:cubicBezTo>
                  <a:pt x="298745" y="106198"/>
                  <a:pt x="300769" y="109257"/>
                  <a:pt x="303358" y="111782"/>
                </a:cubicBezTo>
                <a:cubicBezTo>
                  <a:pt x="305948" y="114307"/>
                  <a:pt x="309024" y="115570"/>
                  <a:pt x="312585" y="115570"/>
                </a:cubicBezTo>
                <a:cubicBezTo>
                  <a:pt x="314333" y="115570"/>
                  <a:pt x="316097" y="115230"/>
                  <a:pt x="317877" y="114550"/>
                </a:cubicBezTo>
                <a:cubicBezTo>
                  <a:pt x="319658" y="113870"/>
                  <a:pt x="321843" y="112041"/>
                  <a:pt x="324433" y="109063"/>
                </a:cubicBezTo>
                <a:cubicBezTo>
                  <a:pt x="327023" y="106085"/>
                  <a:pt x="328965" y="102070"/>
                  <a:pt x="330260" y="97020"/>
                </a:cubicBezTo>
                <a:cubicBezTo>
                  <a:pt x="332526" y="88798"/>
                  <a:pt x="333659" y="75881"/>
                  <a:pt x="333659" y="58270"/>
                </a:cubicBezTo>
                <a:cubicBezTo>
                  <a:pt x="333659" y="45645"/>
                  <a:pt x="332558" y="35286"/>
                  <a:pt x="330357" y="27193"/>
                </a:cubicBezTo>
                <a:cubicBezTo>
                  <a:pt x="328156" y="19100"/>
                  <a:pt x="325404" y="13661"/>
                  <a:pt x="322102" y="10877"/>
                </a:cubicBezTo>
                <a:cubicBezTo>
                  <a:pt x="319706" y="8805"/>
                  <a:pt x="316793" y="7769"/>
                  <a:pt x="313361" y="7769"/>
                </a:cubicBezTo>
                <a:moveTo>
                  <a:pt x="312390" y="123242"/>
                </a:moveTo>
                <a:cubicBezTo>
                  <a:pt x="300607" y="123242"/>
                  <a:pt x="291397" y="117577"/>
                  <a:pt x="284760" y="106247"/>
                </a:cubicBezTo>
                <a:cubicBezTo>
                  <a:pt x="278124" y="94916"/>
                  <a:pt x="274806" y="80769"/>
                  <a:pt x="274806" y="63806"/>
                </a:cubicBezTo>
                <a:cubicBezTo>
                  <a:pt x="274806" y="44965"/>
                  <a:pt x="278642" y="29621"/>
                  <a:pt x="286314" y="17773"/>
                </a:cubicBezTo>
                <a:cubicBezTo>
                  <a:pt x="293987" y="5924"/>
                  <a:pt x="303002" y="0"/>
                  <a:pt x="313361" y="0"/>
                </a:cubicBezTo>
                <a:cubicBezTo>
                  <a:pt x="320937" y="0"/>
                  <a:pt x="327249" y="2298"/>
                  <a:pt x="332299" y="6895"/>
                </a:cubicBezTo>
                <a:cubicBezTo>
                  <a:pt x="344601" y="18161"/>
                  <a:pt x="350752" y="35804"/>
                  <a:pt x="350752" y="59824"/>
                </a:cubicBezTo>
                <a:cubicBezTo>
                  <a:pt x="350752" y="70831"/>
                  <a:pt x="349489" y="80608"/>
                  <a:pt x="346964" y="89154"/>
                </a:cubicBezTo>
                <a:cubicBezTo>
                  <a:pt x="344439" y="97700"/>
                  <a:pt x="341202" y="104369"/>
                  <a:pt x="337252" y="109160"/>
                </a:cubicBezTo>
                <a:cubicBezTo>
                  <a:pt x="333303" y="113951"/>
                  <a:pt x="329192" y="117496"/>
                  <a:pt x="324918" y="119794"/>
                </a:cubicBezTo>
                <a:cubicBezTo>
                  <a:pt x="320645" y="122093"/>
                  <a:pt x="316469" y="123242"/>
                  <a:pt x="312390" y="123242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Text 2020">
            <a:extLst xmlns:a="http://schemas.openxmlformats.org/drawingml/2006/main">
              <a:ext uri="{FF2B5EF4-FFF2-40B4-BE49-F238E27FC236}">
                <a16:creationId xmlns:a16="http://schemas.microsoft.com/office/drawing/2014/main" id="{C98585C2-119B-4D6C-8370-6175DC1D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3349" y="4839339"/>
            <a:ext cx="350752" cy="123242"/>
          </a:xfrm>
          <a:custGeom xmlns:a="http://schemas.openxmlformats.org/drawingml/2006/main">
            <a:pathLst>
              <a:path w="350752" h="123242">
                <a:moveTo>
                  <a:pt x="33765" y="11266"/>
                </a:moveTo>
                <a:cubicBezTo>
                  <a:pt x="27419" y="11266"/>
                  <a:pt x="22305" y="12820"/>
                  <a:pt x="18420" y="15927"/>
                </a:cubicBezTo>
                <a:cubicBezTo>
                  <a:pt x="17190" y="16898"/>
                  <a:pt x="16105" y="17999"/>
                  <a:pt x="15167" y="19229"/>
                </a:cubicBezTo>
                <a:cubicBezTo>
                  <a:pt x="14228" y="20459"/>
                  <a:pt x="13580" y="21382"/>
                  <a:pt x="13224" y="21997"/>
                </a:cubicBezTo>
                <a:cubicBezTo>
                  <a:pt x="12868" y="22612"/>
                  <a:pt x="12253" y="23956"/>
                  <a:pt x="11379" y="26027"/>
                </a:cubicBezTo>
                <a:cubicBezTo>
                  <a:pt x="10505" y="28099"/>
                  <a:pt x="9938" y="29427"/>
                  <a:pt x="9679" y="30009"/>
                </a:cubicBezTo>
                <a:lnTo>
                  <a:pt x="7057" y="29815"/>
                </a:lnTo>
                <a:lnTo>
                  <a:pt x="2687" y="16122"/>
                </a:lnTo>
                <a:cubicBezTo>
                  <a:pt x="5730" y="12107"/>
                  <a:pt x="10197" y="8417"/>
                  <a:pt x="16089" y="5050"/>
                </a:cubicBezTo>
                <a:cubicBezTo>
                  <a:pt x="21981" y="1683"/>
                  <a:pt x="28941" y="0"/>
                  <a:pt x="36969" y="0"/>
                </a:cubicBezTo>
                <a:cubicBezTo>
                  <a:pt x="47847" y="0"/>
                  <a:pt x="56377" y="2946"/>
                  <a:pt x="62560" y="8838"/>
                </a:cubicBezTo>
                <a:cubicBezTo>
                  <a:pt x="68743" y="14729"/>
                  <a:pt x="71835" y="22483"/>
                  <a:pt x="71835" y="32097"/>
                </a:cubicBezTo>
                <a:cubicBezTo>
                  <a:pt x="71835" y="41712"/>
                  <a:pt x="67043" y="53026"/>
                  <a:pt x="57461" y="66040"/>
                </a:cubicBezTo>
                <a:cubicBezTo>
                  <a:pt x="53382" y="71543"/>
                  <a:pt x="49255" y="76690"/>
                  <a:pt x="45079" y="81482"/>
                </a:cubicBezTo>
                <a:cubicBezTo>
                  <a:pt x="40903" y="86273"/>
                  <a:pt x="37649" y="89834"/>
                  <a:pt x="35318" y="92164"/>
                </a:cubicBezTo>
                <a:cubicBezTo>
                  <a:pt x="32988" y="94495"/>
                  <a:pt x="29621" y="97765"/>
                  <a:pt x="25218" y="101973"/>
                </a:cubicBezTo>
                <a:cubicBezTo>
                  <a:pt x="22887" y="104239"/>
                  <a:pt x="21722" y="106052"/>
                  <a:pt x="21722" y="107412"/>
                </a:cubicBezTo>
                <a:cubicBezTo>
                  <a:pt x="21722" y="107736"/>
                  <a:pt x="21819" y="108059"/>
                  <a:pt x="22013" y="108383"/>
                </a:cubicBezTo>
                <a:cubicBezTo>
                  <a:pt x="25639" y="108124"/>
                  <a:pt x="31045" y="107995"/>
                  <a:pt x="38232" y="107995"/>
                </a:cubicBezTo>
                <a:cubicBezTo>
                  <a:pt x="50533" y="107995"/>
                  <a:pt x="62673" y="107444"/>
                  <a:pt x="74651" y="106344"/>
                </a:cubicBezTo>
                <a:cubicBezTo>
                  <a:pt x="74004" y="108998"/>
                  <a:pt x="73647" y="112138"/>
                  <a:pt x="73583" y="115764"/>
                </a:cubicBezTo>
                <a:cubicBezTo>
                  <a:pt x="73583" y="117318"/>
                  <a:pt x="73809" y="119487"/>
                  <a:pt x="74262" y="122271"/>
                </a:cubicBezTo>
                <a:cubicBezTo>
                  <a:pt x="58465" y="121623"/>
                  <a:pt x="46940" y="121300"/>
                  <a:pt x="39689" y="121300"/>
                </a:cubicBezTo>
                <a:cubicBezTo>
                  <a:pt x="39041" y="121300"/>
                  <a:pt x="26481" y="121623"/>
                  <a:pt x="2007" y="122271"/>
                </a:cubicBezTo>
                <a:cubicBezTo>
                  <a:pt x="647" y="120070"/>
                  <a:pt x="0" y="117480"/>
                  <a:pt x="65" y="114501"/>
                </a:cubicBezTo>
                <a:cubicBezTo>
                  <a:pt x="65" y="113595"/>
                  <a:pt x="162" y="112753"/>
                  <a:pt x="356" y="111976"/>
                </a:cubicBezTo>
                <a:cubicBezTo>
                  <a:pt x="615" y="111717"/>
                  <a:pt x="2914" y="109565"/>
                  <a:pt x="7251" y="105518"/>
                </a:cubicBezTo>
                <a:cubicBezTo>
                  <a:pt x="11589" y="101472"/>
                  <a:pt x="14940" y="98267"/>
                  <a:pt x="17303" y="95904"/>
                </a:cubicBezTo>
                <a:cubicBezTo>
                  <a:pt x="19666" y="93540"/>
                  <a:pt x="22904" y="90255"/>
                  <a:pt x="27015" y="86046"/>
                </a:cubicBezTo>
                <a:cubicBezTo>
                  <a:pt x="31126" y="81838"/>
                  <a:pt x="34849" y="77694"/>
                  <a:pt x="38183" y="73615"/>
                </a:cubicBezTo>
                <a:cubicBezTo>
                  <a:pt x="41518" y="69536"/>
                  <a:pt x="44512" y="65490"/>
                  <a:pt x="47167" y="61475"/>
                </a:cubicBezTo>
                <a:cubicBezTo>
                  <a:pt x="52217" y="53900"/>
                  <a:pt x="54742" y="44998"/>
                  <a:pt x="54742" y="34768"/>
                </a:cubicBezTo>
                <a:cubicBezTo>
                  <a:pt x="54742" y="28035"/>
                  <a:pt x="52605" y="22434"/>
                  <a:pt x="48332" y="17967"/>
                </a:cubicBezTo>
                <a:cubicBezTo>
                  <a:pt x="44059" y="13499"/>
                  <a:pt x="39203" y="11266"/>
                  <a:pt x="33765" y="11266"/>
                </a:cubicBezTo>
                <a:close/>
                <a:moveTo>
                  <a:pt x="128388" y="7769"/>
                </a:moveTo>
                <a:cubicBezTo>
                  <a:pt x="114079" y="7769"/>
                  <a:pt x="106925" y="26578"/>
                  <a:pt x="106925" y="64195"/>
                </a:cubicBezTo>
                <a:cubicBezTo>
                  <a:pt x="106925" y="68274"/>
                  <a:pt x="107022" y="72288"/>
                  <a:pt x="107216" y="76237"/>
                </a:cubicBezTo>
                <a:cubicBezTo>
                  <a:pt x="107411" y="80187"/>
                  <a:pt x="107945" y="84670"/>
                  <a:pt x="108819" y="89688"/>
                </a:cubicBezTo>
                <a:cubicBezTo>
                  <a:pt x="109693" y="94706"/>
                  <a:pt x="110858" y="99011"/>
                  <a:pt x="112315" y="102605"/>
                </a:cubicBezTo>
                <a:cubicBezTo>
                  <a:pt x="113772" y="106198"/>
                  <a:pt x="115795" y="109257"/>
                  <a:pt x="118385" y="111782"/>
                </a:cubicBezTo>
                <a:cubicBezTo>
                  <a:pt x="120975" y="114307"/>
                  <a:pt x="124050" y="115570"/>
                  <a:pt x="127611" y="115570"/>
                </a:cubicBezTo>
                <a:cubicBezTo>
                  <a:pt x="129359" y="115570"/>
                  <a:pt x="131124" y="115230"/>
                  <a:pt x="132904" y="114550"/>
                </a:cubicBezTo>
                <a:cubicBezTo>
                  <a:pt x="134685" y="113870"/>
                  <a:pt x="136870" y="112041"/>
                  <a:pt x="139459" y="109063"/>
                </a:cubicBezTo>
                <a:cubicBezTo>
                  <a:pt x="142049" y="106085"/>
                  <a:pt x="143992" y="102070"/>
                  <a:pt x="145287" y="97020"/>
                </a:cubicBezTo>
                <a:cubicBezTo>
                  <a:pt x="147553" y="88798"/>
                  <a:pt x="148686" y="75881"/>
                  <a:pt x="148686" y="58270"/>
                </a:cubicBezTo>
                <a:cubicBezTo>
                  <a:pt x="148686" y="45645"/>
                  <a:pt x="147585" y="35286"/>
                  <a:pt x="145384" y="27193"/>
                </a:cubicBezTo>
                <a:cubicBezTo>
                  <a:pt x="143182" y="19100"/>
                  <a:pt x="140431" y="13661"/>
                  <a:pt x="137129" y="10877"/>
                </a:cubicBezTo>
                <a:cubicBezTo>
                  <a:pt x="134733" y="8805"/>
                  <a:pt x="131820" y="7769"/>
                  <a:pt x="128388" y="7769"/>
                </a:cubicBezTo>
                <a:moveTo>
                  <a:pt x="127417" y="123242"/>
                </a:moveTo>
                <a:cubicBezTo>
                  <a:pt x="115633" y="123242"/>
                  <a:pt x="106423" y="117577"/>
                  <a:pt x="99787" y="106247"/>
                </a:cubicBezTo>
                <a:cubicBezTo>
                  <a:pt x="93151" y="94916"/>
                  <a:pt x="89832" y="80769"/>
                  <a:pt x="89832" y="63806"/>
                </a:cubicBezTo>
                <a:cubicBezTo>
                  <a:pt x="89832" y="44965"/>
                  <a:pt x="93669" y="29621"/>
                  <a:pt x="101341" y="17773"/>
                </a:cubicBezTo>
                <a:cubicBezTo>
                  <a:pt x="109013" y="5924"/>
                  <a:pt x="118029" y="0"/>
                  <a:pt x="128388" y="0"/>
                </a:cubicBezTo>
                <a:cubicBezTo>
                  <a:pt x="135963" y="0"/>
                  <a:pt x="142276" y="2298"/>
                  <a:pt x="147326" y="6895"/>
                </a:cubicBezTo>
                <a:cubicBezTo>
                  <a:pt x="159628" y="18161"/>
                  <a:pt x="165778" y="35804"/>
                  <a:pt x="165778" y="59824"/>
                </a:cubicBezTo>
                <a:cubicBezTo>
                  <a:pt x="165778" y="70831"/>
                  <a:pt x="164516" y="80608"/>
                  <a:pt x="161991" y="89154"/>
                </a:cubicBezTo>
                <a:cubicBezTo>
                  <a:pt x="159466" y="97700"/>
                  <a:pt x="156228" y="104369"/>
                  <a:pt x="152279" y="109160"/>
                </a:cubicBezTo>
                <a:cubicBezTo>
                  <a:pt x="148330" y="113951"/>
                  <a:pt x="144218" y="117496"/>
                  <a:pt x="139945" y="119794"/>
                </a:cubicBezTo>
                <a:cubicBezTo>
                  <a:pt x="135672" y="122093"/>
                  <a:pt x="131496" y="123242"/>
                  <a:pt x="127417" y="123242"/>
                </a:cubicBezTo>
                <a:close/>
                <a:moveTo>
                  <a:pt x="218738" y="11266"/>
                </a:moveTo>
                <a:cubicBezTo>
                  <a:pt x="212393" y="11266"/>
                  <a:pt x="207279" y="12820"/>
                  <a:pt x="203394" y="15927"/>
                </a:cubicBezTo>
                <a:cubicBezTo>
                  <a:pt x="202164" y="16898"/>
                  <a:pt x="201079" y="17999"/>
                  <a:pt x="200140" y="19229"/>
                </a:cubicBezTo>
                <a:cubicBezTo>
                  <a:pt x="199202" y="20459"/>
                  <a:pt x="198554" y="21382"/>
                  <a:pt x="198198" y="21997"/>
                </a:cubicBezTo>
                <a:cubicBezTo>
                  <a:pt x="197842" y="22612"/>
                  <a:pt x="197227" y="23956"/>
                  <a:pt x="196353" y="26027"/>
                </a:cubicBezTo>
                <a:cubicBezTo>
                  <a:pt x="195479" y="28099"/>
                  <a:pt x="194912" y="29427"/>
                  <a:pt x="194653" y="30009"/>
                </a:cubicBezTo>
                <a:lnTo>
                  <a:pt x="192031" y="29815"/>
                </a:lnTo>
                <a:lnTo>
                  <a:pt x="187661" y="16122"/>
                </a:lnTo>
                <a:cubicBezTo>
                  <a:pt x="190704" y="12107"/>
                  <a:pt x="195171" y="8417"/>
                  <a:pt x="201063" y="5050"/>
                </a:cubicBezTo>
                <a:cubicBezTo>
                  <a:pt x="206955" y="1683"/>
                  <a:pt x="213915" y="0"/>
                  <a:pt x="221943" y="0"/>
                </a:cubicBezTo>
                <a:cubicBezTo>
                  <a:pt x="232821" y="0"/>
                  <a:pt x="241351" y="2946"/>
                  <a:pt x="247534" y="8838"/>
                </a:cubicBezTo>
                <a:cubicBezTo>
                  <a:pt x="253717" y="14729"/>
                  <a:pt x="256809" y="22483"/>
                  <a:pt x="256809" y="32097"/>
                </a:cubicBezTo>
                <a:cubicBezTo>
                  <a:pt x="256809" y="41712"/>
                  <a:pt x="252017" y="53026"/>
                  <a:pt x="242435" y="66040"/>
                </a:cubicBezTo>
                <a:cubicBezTo>
                  <a:pt x="238356" y="71543"/>
                  <a:pt x="234229" y="76690"/>
                  <a:pt x="230053" y="81482"/>
                </a:cubicBezTo>
                <a:cubicBezTo>
                  <a:pt x="225877" y="86273"/>
                  <a:pt x="222623" y="89834"/>
                  <a:pt x="220292" y="92164"/>
                </a:cubicBezTo>
                <a:cubicBezTo>
                  <a:pt x="217962" y="94495"/>
                  <a:pt x="214595" y="97765"/>
                  <a:pt x="210192" y="101973"/>
                </a:cubicBezTo>
                <a:cubicBezTo>
                  <a:pt x="207861" y="104239"/>
                  <a:pt x="206696" y="106052"/>
                  <a:pt x="206696" y="107412"/>
                </a:cubicBezTo>
                <a:cubicBezTo>
                  <a:pt x="206696" y="107736"/>
                  <a:pt x="206793" y="108059"/>
                  <a:pt x="206987" y="108383"/>
                </a:cubicBezTo>
                <a:cubicBezTo>
                  <a:pt x="210613" y="108124"/>
                  <a:pt x="216019" y="107995"/>
                  <a:pt x="223206" y="107995"/>
                </a:cubicBezTo>
                <a:cubicBezTo>
                  <a:pt x="235507" y="107995"/>
                  <a:pt x="247647" y="107444"/>
                  <a:pt x="259625" y="106344"/>
                </a:cubicBezTo>
                <a:cubicBezTo>
                  <a:pt x="258977" y="108998"/>
                  <a:pt x="258621" y="112138"/>
                  <a:pt x="258557" y="115764"/>
                </a:cubicBezTo>
                <a:cubicBezTo>
                  <a:pt x="258557" y="117318"/>
                  <a:pt x="258783" y="119487"/>
                  <a:pt x="259236" y="122271"/>
                </a:cubicBezTo>
                <a:cubicBezTo>
                  <a:pt x="243439" y="121623"/>
                  <a:pt x="231914" y="121300"/>
                  <a:pt x="224663" y="121300"/>
                </a:cubicBezTo>
                <a:cubicBezTo>
                  <a:pt x="224015" y="121300"/>
                  <a:pt x="211455" y="121623"/>
                  <a:pt x="186981" y="122271"/>
                </a:cubicBezTo>
                <a:cubicBezTo>
                  <a:pt x="185621" y="120070"/>
                  <a:pt x="184974" y="117480"/>
                  <a:pt x="185039" y="114501"/>
                </a:cubicBezTo>
                <a:cubicBezTo>
                  <a:pt x="185039" y="113595"/>
                  <a:pt x="185136" y="112753"/>
                  <a:pt x="185330" y="111976"/>
                </a:cubicBezTo>
                <a:cubicBezTo>
                  <a:pt x="185589" y="111717"/>
                  <a:pt x="187887" y="109565"/>
                  <a:pt x="192225" y="105518"/>
                </a:cubicBezTo>
                <a:cubicBezTo>
                  <a:pt x="196563" y="101472"/>
                  <a:pt x="199914" y="98267"/>
                  <a:pt x="202277" y="95904"/>
                </a:cubicBezTo>
                <a:cubicBezTo>
                  <a:pt x="204640" y="93540"/>
                  <a:pt x="207878" y="90255"/>
                  <a:pt x="211989" y="86046"/>
                </a:cubicBezTo>
                <a:cubicBezTo>
                  <a:pt x="216100" y="81838"/>
                  <a:pt x="219823" y="77694"/>
                  <a:pt x="223157" y="73615"/>
                </a:cubicBezTo>
                <a:cubicBezTo>
                  <a:pt x="226492" y="69536"/>
                  <a:pt x="229486" y="65490"/>
                  <a:pt x="232141" y="61475"/>
                </a:cubicBezTo>
                <a:cubicBezTo>
                  <a:pt x="237191" y="53900"/>
                  <a:pt x="239716" y="44998"/>
                  <a:pt x="239716" y="34768"/>
                </a:cubicBezTo>
                <a:cubicBezTo>
                  <a:pt x="239716" y="28035"/>
                  <a:pt x="237579" y="22434"/>
                  <a:pt x="233306" y="17967"/>
                </a:cubicBezTo>
                <a:cubicBezTo>
                  <a:pt x="229033" y="13499"/>
                  <a:pt x="224177" y="11266"/>
                  <a:pt x="218738" y="11266"/>
                </a:cubicBezTo>
                <a:close/>
                <a:moveTo>
                  <a:pt x="313361" y="7769"/>
                </a:moveTo>
                <a:cubicBezTo>
                  <a:pt x="299053" y="7769"/>
                  <a:pt x="291899" y="26578"/>
                  <a:pt x="291899" y="64195"/>
                </a:cubicBezTo>
                <a:cubicBezTo>
                  <a:pt x="291899" y="68274"/>
                  <a:pt x="291996" y="72288"/>
                  <a:pt x="292190" y="76237"/>
                </a:cubicBezTo>
                <a:cubicBezTo>
                  <a:pt x="292384" y="80187"/>
                  <a:pt x="292918" y="84670"/>
                  <a:pt x="293792" y="89688"/>
                </a:cubicBezTo>
                <a:cubicBezTo>
                  <a:pt x="294666" y="94706"/>
                  <a:pt x="295832" y="99011"/>
                  <a:pt x="297289" y="102605"/>
                </a:cubicBezTo>
                <a:cubicBezTo>
                  <a:pt x="298745" y="106198"/>
                  <a:pt x="300769" y="109257"/>
                  <a:pt x="303358" y="111782"/>
                </a:cubicBezTo>
                <a:cubicBezTo>
                  <a:pt x="305948" y="114307"/>
                  <a:pt x="309024" y="115570"/>
                  <a:pt x="312585" y="115570"/>
                </a:cubicBezTo>
                <a:cubicBezTo>
                  <a:pt x="314333" y="115570"/>
                  <a:pt x="316097" y="115230"/>
                  <a:pt x="317877" y="114550"/>
                </a:cubicBezTo>
                <a:cubicBezTo>
                  <a:pt x="319658" y="113870"/>
                  <a:pt x="321843" y="112041"/>
                  <a:pt x="324433" y="109063"/>
                </a:cubicBezTo>
                <a:cubicBezTo>
                  <a:pt x="327023" y="106085"/>
                  <a:pt x="328965" y="102070"/>
                  <a:pt x="330260" y="97020"/>
                </a:cubicBezTo>
                <a:cubicBezTo>
                  <a:pt x="332526" y="88798"/>
                  <a:pt x="333659" y="75881"/>
                  <a:pt x="333659" y="58270"/>
                </a:cubicBezTo>
                <a:cubicBezTo>
                  <a:pt x="333659" y="45645"/>
                  <a:pt x="332558" y="35286"/>
                  <a:pt x="330357" y="27193"/>
                </a:cubicBezTo>
                <a:cubicBezTo>
                  <a:pt x="328156" y="19100"/>
                  <a:pt x="325404" y="13661"/>
                  <a:pt x="322102" y="10877"/>
                </a:cubicBezTo>
                <a:cubicBezTo>
                  <a:pt x="319706" y="8805"/>
                  <a:pt x="316793" y="7769"/>
                  <a:pt x="313361" y="7769"/>
                </a:cubicBezTo>
                <a:moveTo>
                  <a:pt x="312390" y="123242"/>
                </a:moveTo>
                <a:cubicBezTo>
                  <a:pt x="300607" y="123242"/>
                  <a:pt x="291397" y="117577"/>
                  <a:pt x="284760" y="106247"/>
                </a:cubicBezTo>
                <a:cubicBezTo>
                  <a:pt x="278124" y="94916"/>
                  <a:pt x="274806" y="80769"/>
                  <a:pt x="274806" y="63806"/>
                </a:cubicBezTo>
                <a:cubicBezTo>
                  <a:pt x="274806" y="44965"/>
                  <a:pt x="278642" y="29621"/>
                  <a:pt x="286314" y="17773"/>
                </a:cubicBezTo>
                <a:cubicBezTo>
                  <a:pt x="293987" y="5924"/>
                  <a:pt x="303002" y="0"/>
                  <a:pt x="313361" y="0"/>
                </a:cubicBezTo>
                <a:cubicBezTo>
                  <a:pt x="320937" y="0"/>
                  <a:pt x="327249" y="2298"/>
                  <a:pt x="332299" y="6895"/>
                </a:cubicBezTo>
                <a:cubicBezTo>
                  <a:pt x="344601" y="18161"/>
                  <a:pt x="350752" y="35804"/>
                  <a:pt x="350752" y="59824"/>
                </a:cubicBezTo>
                <a:cubicBezTo>
                  <a:pt x="350752" y="70831"/>
                  <a:pt x="349489" y="80608"/>
                  <a:pt x="346964" y="89154"/>
                </a:cubicBezTo>
                <a:cubicBezTo>
                  <a:pt x="344439" y="97700"/>
                  <a:pt x="341202" y="104369"/>
                  <a:pt x="337252" y="109160"/>
                </a:cubicBezTo>
                <a:cubicBezTo>
                  <a:pt x="333303" y="113951"/>
                  <a:pt x="329192" y="117496"/>
                  <a:pt x="324918" y="119794"/>
                </a:cubicBezTo>
                <a:cubicBezTo>
                  <a:pt x="320645" y="122093"/>
                  <a:pt x="316469" y="123242"/>
                  <a:pt x="312390" y="123242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D268DC-F246-44BB-A6CF-23AA2481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8519" y="386017"/>
            <a:ext cx="10" cy="2114188"/>
          </a:xfrm>
          <a:custGeom xmlns:a="http://schemas.openxmlformats.org/drawingml/2006/main">
            <a:pathLst>
              <a:path w="1" h="2114188" fill="none">
                <a:moveTo>
                  <a:pt x="0" y="0"/>
                </a:moveTo>
                <a:lnTo>
                  <a:pt x="0" y="2114188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EBF0F8"/>
            </a:solidFill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9D931A-5222-4D1B-800C-B694773A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457" y="386017"/>
            <a:ext cx="10" cy="2114188"/>
          </a:xfrm>
          <a:custGeom xmlns:a="http://schemas.openxmlformats.org/drawingml/2006/main">
            <a:pathLst>
              <a:path w="1" h="2114188" fill="none">
                <a:moveTo>
                  <a:pt x="0" y="0"/>
                </a:moveTo>
                <a:lnTo>
                  <a:pt x="0" y="2114188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EBF0F8"/>
            </a:solidFill>
            <a:miter/>
          </a:ln>
        </p:spPr>
      </p:sp>
      <p:sp>
        <p:nvSpPr>
          <p:cNvPr id="29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CB8DE939-8E52-4837-9AF8-D37CEBAD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216" y="2363049"/>
            <a:ext cx="3216246" cy="16575"/>
          </a:xfrm>
          <a:custGeom xmlns:a="http://schemas.openxmlformats.org/drawingml/2006/main">
            <a:pathLst>
              <a:path w="3216246" h="16575">
                <a:moveTo>
                  <a:pt x="3216246" y="0"/>
                </a:moveTo>
                <a:lnTo>
                  <a:pt x="3216246" y="16575"/>
                </a:lnTo>
                <a:lnTo>
                  <a:pt x="0" y="16575"/>
                </a:lnTo>
                <a:lnTo>
                  <a:pt x="0" y="0"/>
                </a:lnTo>
                <a:lnTo>
                  <a:pt x="3216246" y="0"/>
                </a:lnTo>
                <a:close/>
              </a:path>
            </a:pathLst>
          </a:custGeom>
          <a:solidFill xmlns:a="http://schemas.openxmlformats.org/drawingml/2006/main">
            <a:srgbClr val="EBF0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873521E2-263C-49FB-B390-FD30142A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216" y="1937908"/>
            <a:ext cx="3216246" cy="16575"/>
          </a:xfrm>
          <a:custGeom xmlns:a="http://schemas.openxmlformats.org/drawingml/2006/main">
            <a:pathLst>
              <a:path w="3216246" h="16575">
                <a:moveTo>
                  <a:pt x="3216246" y="0"/>
                </a:moveTo>
                <a:lnTo>
                  <a:pt x="3216246" y="16575"/>
                </a:lnTo>
                <a:lnTo>
                  <a:pt x="0" y="16575"/>
                </a:lnTo>
                <a:lnTo>
                  <a:pt x="0" y="0"/>
                </a:lnTo>
                <a:lnTo>
                  <a:pt x="3216246" y="0"/>
                </a:lnTo>
                <a:close/>
              </a:path>
            </a:pathLst>
          </a:custGeom>
          <a:solidFill xmlns:a="http://schemas.openxmlformats.org/drawingml/2006/main">
            <a:srgbClr val="EBF0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BD9E7A93-8545-47FC-B3F2-46B4ED66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216" y="1512601"/>
            <a:ext cx="3216246" cy="16575"/>
          </a:xfrm>
          <a:custGeom xmlns:a="http://schemas.openxmlformats.org/drawingml/2006/main">
            <a:pathLst>
              <a:path w="3216246" h="16575">
                <a:moveTo>
                  <a:pt x="3216246" y="0"/>
                </a:moveTo>
                <a:lnTo>
                  <a:pt x="3216246" y="16575"/>
                </a:lnTo>
                <a:lnTo>
                  <a:pt x="0" y="16575"/>
                </a:lnTo>
                <a:lnTo>
                  <a:pt x="0" y="0"/>
                </a:lnTo>
                <a:lnTo>
                  <a:pt x="3216246" y="0"/>
                </a:lnTo>
                <a:close/>
              </a:path>
            </a:pathLst>
          </a:custGeom>
          <a:solidFill xmlns:a="http://schemas.openxmlformats.org/drawingml/2006/main">
            <a:srgbClr val="EBF0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653CB4B-FF03-4A99-818E-9A3C5A03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216" y="1087293"/>
            <a:ext cx="3216246" cy="16575"/>
          </a:xfrm>
          <a:custGeom xmlns:a="http://schemas.openxmlformats.org/drawingml/2006/main">
            <a:pathLst>
              <a:path w="3216246" h="16575">
                <a:moveTo>
                  <a:pt x="3216246" y="0"/>
                </a:moveTo>
                <a:lnTo>
                  <a:pt x="3216246" y="16575"/>
                </a:lnTo>
                <a:lnTo>
                  <a:pt x="0" y="16575"/>
                </a:lnTo>
                <a:lnTo>
                  <a:pt x="0" y="0"/>
                </a:lnTo>
                <a:lnTo>
                  <a:pt x="3216246" y="0"/>
                </a:lnTo>
                <a:close/>
              </a:path>
            </a:pathLst>
          </a:custGeom>
          <a:solidFill xmlns:a="http://schemas.openxmlformats.org/drawingml/2006/main">
            <a:srgbClr val="EBF0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0B7E8B1D-998C-4E1E-82F0-DEA950D3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5216" y="661986"/>
            <a:ext cx="3216246" cy="16575"/>
          </a:xfrm>
          <a:custGeom xmlns:a="http://schemas.openxmlformats.org/drawingml/2006/main">
            <a:pathLst>
              <a:path w="3216246" h="16575">
                <a:moveTo>
                  <a:pt x="3216246" y="0"/>
                </a:moveTo>
                <a:lnTo>
                  <a:pt x="3216246" y="16575"/>
                </a:lnTo>
                <a:lnTo>
                  <a:pt x="0" y="16575"/>
                </a:lnTo>
                <a:lnTo>
                  <a:pt x="0" y="0"/>
                </a:lnTo>
                <a:lnTo>
                  <a:pt x="3216246" y="0"/>
                </a:lnTo>
                <a:close/>
              </a:path>
            </a:pathLst>
          </a:custGeom>
          <a:solidFill xmlns:a="http://schemas.openxmlformats.org/drawingml/2006/main">
            <a:srgbClr val="EBF0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A7F06-E1D7-4144-8C21-97F973A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899" y="386017"/>
            <a:ext cx="10" cy="2114188"/>
          </a:xfrm>
          <a:custGeom xmlns:a="http://schemas.openxmlformats.org/drawingml/2006/main">
            <a:pathLst>
              <a:path w="1" h="2114188" fill="none">
                <a:moveTo>
                  <a:pt x="0" y="0"/>
                </a:moveTo>
                <a:lnTo>
                  <a:pt x="0" y="2114188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EBF0F8"/>
            </a:solidFill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AD5B06-196D-4DDB-BA62-5CF108ED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7836" y="386017"/>
            <a:ext cx="10" cy="2114188"/>
          </a:xfrm>
          <a:custGeom xmlns:a="http://schemas.openxmlformats.org/drawingml/2006/main">
            <a:pathLst>
              <a:path w="1" h="2114188" fill="none">
                <a:moveTo>
                  <a:pt x="0" y="0"/>
                </a:moveTo>
                <a:lnTo>
                  <a:pt x="0" y="2114188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EBF0F8"/>
            </a:solidFill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8BA392-8D75-4E52-B628-45FF7696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718" y="2371337"/>
            <a:ext cx="3222124" cy="10"/>
          </a:xfrm>
          <a:custGeom xmlns:a="http://schemas.openxmlformats.org/drawingml/2006/main">
            <a:pathLst>
              <a:path w="3222124" h="1" fill="none">
                <a:moveTo>
                  <a:pt x="0" y="0"/>
                </a:moveTo>
                <a:lnTo>
                  <a:pt x="3222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EBF0F8"/>
            </a:solidFill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0F01D1-A9C8-4AA4-8454-F2E2A66A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718" y="1946195"/>
            <a:ext cx="3222124" cy="10"/>
          </a:xfrm>
          <a:custGeom xmlns:a="http://schemas.openxmlformats.org/drawingml/2006/main">
            <a:pathLst>
              <a:path w="3222124" h="1" fill="none">
                <a:moveTo>
                  <a:pt x="0" y="0"/>
                </a:moveTo>
                <a:lnTo>
                  <a:pt x="3222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EBF0F8"/>
            </a:solidFill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55593-F7AA-4E44-A5AC-6306117F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718" y="1520888"/>
            <a:ext cx="3222124" cy="10"/>
          </a:xfrm>
          <a:custGeom xmlns:a="http://schemas.openxmlformats.org/drawingml/2006/main">
            <a:pathLst>
              <a:path w="3222124" h="1" fill="none">
                <a:moveTo>
                  <a:pt x="0" y="0"/>
                </a:moveTo>
                <a:lnTo>
                  <a:pt x="3222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EBF0F8"/>
            </a:solidFill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965FC4-6376-45FD-982E-8292D4E5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718" y="1095581"/>
            <a:ext cx="3222124" cy="10"/>
          </a:xfrm>
          <a:custGeom xmlns:a="http://schemas.openxmlformats.org/drawingml/2006/main">
            <a:pathLst>
              <a:path w="3222124" h="1" fill="none">
                <a:moveTo>
                  <a:pt x="0" y="0"/>
                </a:moveTo>
                <a:lnTo>
                  <a:pt x="3222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EBF0F8"/>
            </a:solidFill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940D12-0316-469B-9A5E-5ABC71E2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5718" y="670274"/>
            <a:ext cx="3222124" cy="10"/>
          </a:xfrm>
          <a:custGeom xmlns:a="http://schemas.openxmlformats.org/drawingml/2006/main">
            <a:pathLst>
              <a:path w="3222124" h="1" fill="none">
                <a:moveTo>
                  <a:pt x="0" y="0"/>
                </a:moveTo>
                <a:lnTo>
                  <a:pt x="322212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EBF0F8"/>
            </a:solidFill>
            <a:miter/>
          </a:ln>
        </p:spPr>
      </p:sp>
      <p:sp>
        <p:nvSpPr>
          <p:cNvPr id="311" name="Text YearofSA">
            <a:extLst xmlns:a="http://schemas.openxmlformats.org/drawingml/2006/main">
              <a:ext uri="{FF2B5EF4-FFF2-40B4-BE49-F238E27FC236}">
                <a16:creationId xmlns:a16="http://schemas.microsoft.com/office/drawing/2014/main" id="{58760D53-4C8A-40C2-ADF0-3CC76883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4647" y="5212982"/>
            <a:ext cx="978404" cy="164290"/>
          </a:xfrm>
          <a:custGeom xmlns:a="http://schemas.openxmlformats.org/drawingml/2006/main">
            <a:pathLst>
              <a:path w="978404" h="164290">
                <a:moveTo>
                  <a:pt x="73534" y="95855"/>
                </a:moveTo>
                <a:cubicBezTo>
                  <a:pt x="73836" y="131734"/>
                  <a:pt x="74365" y="154018"/>
                  <a:pt x="75120" y="162704"/>
                </a:cubicBezTo>
                <a:cubicBezTo>
                  <a:pt x="72326" y="162251"/>
                  <a:pt x="68454" y="162024"/>
                  <a:pt x="63507" y="162024"/>
                </a:cubicBezTo>
                <a:cubicBezTo>
                  <a:pt x="58559" y="162024"/>
                  <a:pt x="54726" y="162251"/>
                  <a:pt x="52006" y="162704"/>
                </a:cubicBezTo>
                <a:cubicBezTo>
                  <a:pt x="53064" y="150769"/>
                  <a:pt x="53593" y="129280"/>
                  <a:pt x="53593" y="98234"/>
                </a:cubicBezTo>
                <a:cubicBezTo>
                  <a:pt x="48985" y="90379"/>
                  <a:pt x="40015" y="75649"/>
                  <a:pt x="26683" y="54046"/>
                </a:cubicBezTo>
                <a:cubicBezTo>
                  <a:pt x="13351" y="32443"/>
                  <a:pt x="4457" y="18317"/>
                  <a:pt x="0" y="11670"/>
                </a:cubicBezTo>
                <a:cubicBezTo>
                  <a:pt x="3852" y="12123"/>
                  <a:pt x="8271" y="12350"/>
                  <a:pt x="13257" y="12350"/>
                </a:cubicBezTo>
                <a:cubicBezTo>
                  <a:pt x="18015" y="12350"/>
                  <a:pt x="22396" y="12123"/>
                  <a:pt x="26400" y="11670"/>
                </a:cubicBezTo>
                <a:cubicBezTo>
                  <a:pt x="30101" y="18922"/>
                  <a:pt x="43660" y="42753"/>
                  <a:pt x="67076" y="83165"/>
                </a:cubicBezTo>
                <a:cubicBezTo>
                  <a:pt x="84374" y="55972"/>
                  <a:pt x="97894" y="32140"/>
                  <a:pt x="107639" y="11670"/>
                </a:cubicBezTo>
                <a:cubicBezTo>
                  <a:pt x="110433" y="12123"/>
                  <a:pt x="113681" y="12350"/>
                  <a:pt x="117383" y="12350"/>
                </a:cubicBezTo>
                <a:cubicBezTo>
                  <a:pt x="120782" y="12350"/>
                  <a:pt x="124030" y="12123"/>
                  <a:pt x="127127" y="11670"/>
                </a:cubicBezTo>
                <a:cubicBezTo>
                  <a:pt x="122368" y="19073"/>
                  <a:pt x="116268" y="28383"/>
                  <a:pt x="108828" y="39600"/>
                </a:cubicBezTo>
                <a:cubicBezTo>
                  <a:pt x="101388" y="50817"/>
                  <a:pt x="96082" y="58861"/>
                  <a:pt x="92909" y="63733"/>
                </a:cubicBezTo>
                <a:cubicBezTo>
                  <a:pt x="89737" y="68605"/>
                  <a:pt x="86300" y="74063"/>
                  <a:pt x="82598" y="80106"/>
                </a:cubicBezTo>
                <a:cubicBezTo>
                  <a:pt x="78897" y="86149"/>
                  <a:pt x="75876" y="91398"/>
                  <a:pt x="73534" y="95855"/>
                </a:cubicBezTo>
                <a:close/>
                <a:moveTo>
                  <a:pt x="143782" y="98688"/>
                </a:moveTo>
                <a:lnTo>
                  <a:pt x="186498" y="98688"/>
                </a:lnTo>
                <a:cubicBezTo>
                  <a:pt x="188688" y="98688"/>
                  <a:pt x="189783" y="97592"/>
                  <a:pt x="189783" y="95402"/>
                </a:cubicBezTo>
                <a:cubicBezTo>
                  <a:pt x="189783" y="87168"/>
                  <a:pt x="187801" y="80786"/>
                  <a:pt x="183835" y="76253"/>
                </a:cubicBezTo>
                <a:cubicBezTo>
                  <a:pt x="179869" y="71721"/>
                  <a:pt x="175337" y="69455"/>
                  <a:pt x="170239" y="69455"/>
                </a:cubicBezTo>
                <a:cubicBezTo>
                  <a:pt x="165140" y="69455"/>
                  <a:pt x="159890" y="71665"/>
                  <a:pt x="154489" y="76083"/>
                </a:cubicBezTo>
                <a:cubicBezTo>
                  <a:pt x="149089" y="80502"/>
                  <a:pt x="145519" y="88037"/>
                  <a:pt x="143782" y="98688"/>
                </a:cubicBezTo>
                <a:moveTo>
                  <a:pt x="205759" y="137891"/>
                </a:moveTo>
                <a:lnTo>
                  <a:pt x="210405" y="143669"/>
                </a:lnTo>
                <a:cubicBezTo>
                  <a:pt x="205948" y="149863"/>
                  <a:pt x="200151" y="154848"/>
                  <a:pt x="193013" y="158625"/>
                </a:cubicBezTo>
                <a:cubicBezTo>
                  <a:pt x="185874" y="162402"/>
                  <a:pt x="178189" y="164290"/>
                  <a:pt x="169955" y="164290"/>
                </a:cubicBezTo>
                <a:cubicBezTo>
                  <a:pt x="153866" y="164290"/>
                  <a:pt x="141592" y="159192"/>
                  <a:pt x="133132" y="148994"/>
                </a:cubicBezTo>
                <a:cubicBezTo>
                  <a:pt x="126182" y="140610"/>
                  <a:pt x="122708" y="128789"/>
                  <a:pt x="122708" y="113530"/>
                </a:cubicBezTo>
                <a:cubicBezTo>
                  <a:pt x="122708" y="97290"/>
                  <a:pt x="127466" y="84336"/>
                  <a:pt x="136984" y="74667"/>
                </a:cubicBezTo>
                <a:cubicBezTo>
                  <a:pt x="146501" y="64999"/>
                  <a:pt x="157567" y="60164"/>
                  <a:pt x="170182" y="60164"/>
                </a:cubicBezTo>
                <a:cubicBezTo>
                  <a:pt x="184080" y="60164"/>
                  <a:pt x="194259" y="64564"/>
                  <a:pt x="200717" y="73364"/>
                </a:cubicBezTo>
                <a:cubicBezTo>
                  <a:pt x="207176" y="82164"/>
                  <a:pt x="210405" y="92380"/>
                  <a:pt x="210405" y="104013"/>
                </a:cubicBezTo>
                <a:cubicBezTo>
                  <a:pt x="210405" y="106657"/>
                  <a:pt x="209007" y="107978"/>
                  <a:pt x="206212" y="107978"/>
                </a:cubicBezTo>
                <a:lnTo>
                  <a:pt x="143102" y="107978"/>
                </a:lnTo>
                <a:cubicBezTo>
                  <a:pt x="143102" y="121726"/>
                  <a:pt x="144953" y="131546"/>
                  <a:pt x="148654" y="137437"/>
                </a:cubicBezTo>
                <a:cubicBezTo>
                  <a:pt x="154244" y="146275"/>
                  <a:pt x="162666" y="150694"/>
                  <a:pt x="173921" y="150694"/>
                </a:cubicBezTo>
                <a:cubicBezTo>
                  <a:pt x="187291" y="150694"/>
                  <a:pt x="197904" y="146426"/>
                  <a:pt x="205759" y="137891"/>
                </a:cubicBezTo>
                <a:close/>
                <a:moveTo>
                  <a:pt x="291842" y="109791"/>
                </a:moveTo>
                <a:lnTo>
                  <a:pt x="272127" y="115117"/>
                </a:lnTo>
                <a:cubicBezTo>
                  <a:pt x="263591" y="117458"/>
                  <a:pt x="257624" y="120517"/>
                  <a:pt x="254225" y="124294"/>
                </a:cubicBezTo>
                <a:cubicBezTo>
                  <a:pt x="250826" y="128071"/>
                  <a:pt x="249126" y="132754"/>
                  <a:pt x="249126" y="138344"/>
                </a:cubicBezTo>
                <a:cubicBezTo>
                  <a:pt x="249126" y="142045"/>
                  <a:pt x="250712" y="145331"/>
                  <a:pt x="253885" y="148201"/>
                </a:cubicBezTo>
                <a:cubicBezTo>
                  <a:pt x="257057" y="151072"/>
                  <a:pt x="261212" y="152507"/>
                  <a:pt x="266348" y="152507"/>
                </a:cubicBezTo>
                <a:cubicBezTo>
                  <a:pt x="272542" y="152507"/>
                  <a:pt x="279643" y="149485"/>
                  <a:pt x="287649" y="143443"/>
                </a:cubicBezTo>
                <a:cubicBezTo>
                  <a:pt x="289840" y="141932"/>
                  <a:pt x="290935" y="139930"/>
                  <a:pt x="290935" y="137437"/>
                </a:cubicBezTo>
                <a:lnTo>
                  <a:pt x="291842" y="109791"/>
                </a:lnTo>
                <a:moveTo>
                  <a:pt x="291842" y="150921"/>
                </a:moveTo>
                <a:lnTo>
                  <a:pt x="290935" y="150921"/>
                </a:lnTo>
                <a:cubicBezTo>
                  <a:pt x="284741" y="156208"/>
                  <a:pt x="279510" y="159758"/>
                  <a:pt x="275243" y="161571"/>
                </a:cubicBezTo>
                <a:cubicBezTo>
                  <a:pt x="270975" y="163384"/>
                  <a:pt x="265668" y="164290"/>
                  <a:pt x="259323" y="164290"/>
                </a:cubicBezTo>
                <a:cubicBezTo>
                  <a:pt x="250335" y="164290"/>
                  <a:pt x="243253" y="162213"/>
                  <a:pt x="238079" y="158059"/>
                </a:cubicBezTo>
                <a:cubicBezTo>
                  <a:pt x="232905" y="153904"/>
                  <a:pt x="230318" y="147635"/>
                  <a:pt x="230318" y="139250"/>
                </a:cubicBezTo>
                <a:cubicBezTo>
                  <a:pt x="230318" y="131395"/>
                  <a:pt x="233755" y="124483"/>
                  <a:pt x="240628" y="118516"/>
                </a:cubicBezTo>
                <a:cubicBezTo>
                  <a:pt x="247502" y="112548"/>
                  <a:pt x="256906" y="108243"/>
                  <a:pt x="268841" y="105599"/>
                </a:cubicBezTo>
                <a:lnTo>
                  <a:pt x="290482" y="100727"/>
                </a:lnTo>
                <a:cubicBezTo>
                  <a:pt x="291539" y="100425"/>
                  <a:pt x="292068" y="99518"/>
                  <a:pt x="292068" y="98008"/>
                </a:cubicBezTo>
                <a:cubicBezTo>
                  <a:pt x="292068" y="93022"/>
                  <a:pt x="291521" y="88717"/>
                  <a:pt x="290425" y="85091"/>
                </a:cubicBezTo>
                <a:cubicBezTo>
                  <a:pt x="289330" y="81465"/>
                  <a:pt x="288084" y="78765"/>
                  <a:pt x="286686" y="76990"/>
                </a:cubicBezTo>
                <a:cubicBezTo>
                  <a:pt x="285289" y="75215"/>
                  <a:pt x="283438" y="73817"/>
                  <a:pt x="281134" y="72798"/>
                </a:cubicBezTo>
                <a:cubicBezTo>
                  <a:pt x="278831" y="71778"/>
                  <a:pt x="276904" y="71155"/>
                  <a:pt x="275356" y="70928"/>
                </a:cubicBezTo>
                <a:cubicBezTo>
                  <a:pt x="273807" y="70702"/>
                  <a:pt x="271938" y="70588"/>
                  <a:pt x="269747" y="70588"/>
                </a:cubicBezTo>
                <a:cubicBezTo>
                  <a:pt x="260910" y="70588"/>
                  <a:pt x="252412" y="77160"/>
                  <a:pt x="244254" y="90303"/>
                </a:cubicBezTo>
                <a:lnTo>
                  <a:pt x="241195" y="90076"/>
                </a:lnTo>
                <a:lnTo>
                  <a:pt x="237343" y="74554"/>
                </a:lnTo>
                <a:lnTo>
                  <a:pt x="238022" y="73647"/>
                </a:lnTo>
                <a:cubicBezTo>
                  <a:pt x="248673" y="64659"/>
                  <a:pt x="260041" y="60164"/>
                  <a:pt x="272127" y="60164"/>
                </a:cubicBezTo>
                <a:cubicBezTo>
                  <a:pt x="297658" y="60164"/>
                  <a:pt x="310423" y="72703"/>
                  <a:pt x="310423" y="97781"/>
                </a:cubicBezTo>
                <a:cubicBezTo>
                  <a:pt x="310423" y="98310"/>
                  <a:pt x="310310" y="103635"/>
                  <a:pt x="310084" y="113757"/>
                </a:cubicBezTo>
                <a:cubicBezTo>
                  <a:pt x="309857" y="123879"/>
                  <a:pt x="309744" y="130224"/>
                  <a:pt x="309744" y="132792"/>
                </a:cubicBezTo>
                <a:cubicBezTo>
                  <a:pt x="309744" y="142536"/>
                  <a:pt x="311028" y="148579"/>
                  <a:pt x="313596" y="150921"/>
                </a:cubicBezTo>
                <a:cubicBezTo>
                  <a:pt x="314880" y="152054"/>
                  <a:pt x="317146" y="152620"/>
                  <a:pt x="320394" y="152620"/>
                </a:cubicBezTo>
                <a:cubicBezTo>
                  <a:pt x="322283" y="152620"/>
                  <a:pt x="324360" y="152205"/>
                  <a:pt x="326626" y="151374"/>
                </a:cubicBezTo>
                <a:lnTo>
                  <a:pt x="328439" y="157152"/>
                </a:lnTo>
                <a:cubicBezTo>
                  <a:pt x="323907" y="161911"/>
                  <a:pt x="317750" y="164290"/>
                  <a:pt x="309970" y="164290"/>
                </a:cubicBezTo>
                <a:cubicBezTo>
                  <a:pt x="305589" y="164290"/>
                  <a:pt x="301793" y="163157"/>
                  <a:pt x="298583" y="160891"/>
                </a:cubicBezTo>
                <a:cubicBezTo>
                  <a:pt x="295373" y="158625"/>
                  <a:pt x="293126" y="155302"/>
                  <a:pt x="291842" y="150921"/>
                </a:cubicBezTo>
                <a:close/>
                <a:moveTo>
                  <a:pt x="370258" y="84525"/>
                </a:moveTo>
                <a:lnTo>
                  <a:pt x="370938" y="84978"/>
                </a:lnTo>
                <a:cubicBezTo>
                  <a:pt x="376376" y="75687"/>
                  <a:pt x="381135" y="69229"/>
                  <a:pt x="385214" y="65603"/>
                </a:cubicBezTo>
                <a:cubicBezTo>
                  <a:pt x="389293" y="61977"/>
                  <a:pt x="394354" y="60164"/>
                  <a:pt x="400397" y="60164"/>
                </a:cubicBezTo>
                <a:cubicBezTo>
                  <a:pt x="402285" y="60164"/>
                  <a:pt x="405080" y="60693"/>
                  <a:pt x="408781" y="61751"/>
                </a:cubicBezTo>
                <a:lnTo>
                  <a:pt x="409688" y="62657"/>
                </a:lnTo>
                <a:lnTo>
                  <a:pt x="405042" y="79879"/>
                </a:lnTo>
                <a:lnTo>
                  <a:pt x="403229" y="80332"/>
                </a:lnTo>
                <a:cubicBezTo>
                  <a:pt x="400888" y="78142"/>
                  <a:pt x="396846" y="77047"/>
                  <a:pt x="391106" y="77047"/>
                </a:cubicBezTo>
                <a:cubicBezTo>
                  <a:pt x="385969" y="77047"/>
                  <a:pt x="381664" y="79766"/>
                  <a:pt x="378189" y="85204"/>
                </a:cubicBezTo>
                <a:cubicBezTo>
                  <a:pt x="372902" y="93211"/>
                  <a:pt x="370258" y="100878"/>
                  <a:pt x="370258" y="108205"/>
                </a:cubicBezTo>
                <a:lnTo>
                  <a:pt x="370258" y="120215"/>
                </a:lnTo>
                <a:cubicBezTo>
                  <a:pt x="370258" y="137513"/>
                  <a:pt x="370938" y="151449"/>
                  <a:pt x="372297" y="162024"/>
                </a:cubicBezTo>
                <a:lnTo>
                  <a:pt x="371844" y="162704"/>
                </a:lnTo>
                <a:cubicBezTo>
                  <a:pt x="369049" y="162251"/>
                  <a:pt x="365424" y="162024"/>
                  <a:pt x="360967" y="162024"/>
                </a:cubicBezTo>
                <a:cubicBezTo>
                  <a:pt x="356510" y="162024"/>
                  <a:pt x="352885" y="162251"/>
                  <a:pt x="350090" y="162704"/>
                </a:cubicBezTo>
                <a:lnTo>
                  <a:pt x="349637" y="162024"/>
                </a:lnTo>
                <a:cubicBezTo>
                  <a:pt x="350996" y="152431"/>
                  <a:pt x="351676" y="138495"/>
                  <a:pt x="351676" y="120215"/>
                </a:cubicBezTo>
                <a:lnTo>
                  <a:pt x="351676" y="107525"/>
                </a:lnTo>
                <a:cubicBezTo>
                  <a:pt x="351676" y="86149"/>
                  <a:pt x="350996" y="71117"/>
                  <a:pt x="349637" y="62430"/>
                </a:cubicBezTo>
                <a:lnTo>
                  <a:pt x="350090" y="61751"/>
                </a:lnTo>
                <a:cubicBezTo>
                  <a:pt x="356888" y="62355"/>
                  <a:pt x="363158" y="62128"/>
                  <a:pt x="368898" y="61071"/>
                </a:cubicBezTo>
                <a:cubicBezTo>
                  <a:pt x="369805" y="61071"/>
                  <a:pt x="370258" y="61864"/>
                  <a:pt x="370258" y="63450"/>
                </a:cubicBezTo>
                <a:lnTo>
                  <a:pt x="370258" y="84525"/>
                </a:lnTo>
                <a:close/>
                <a:moveTo>
                  <a:pt x="480733" y="114437"/>
                </a:moveTo>
                <a:cubicBezTo>
                  <a:pt x="480733" y="98045"/>
                  <a:pt x="485284" y="84902"/>
                  <a:pt x="494386" y="75007"/>
                </a:cubicBezTo>
                <a:cubicBezTo>
                  <a:pt x="503488" y="65112"/>
                  <a:pt x="515631" y="60164"/>
                  <a:pt x="530813" y="60164"/>
                </a:cubicBezTo>
                <a:cubicBezTo>
                  <a:pt x="546298" y="60164"/>
                  <a:pt x="558214" y="64847"/>
                  <a:pt x="566561" y="74214"/>
                </a:cubicBezTo>
                <a:cubicBezTo>
                  <a:pt x="574907" y="83580"/>
                  <a:pt x="579081" y="96308"/>
                  <a:pt x="579081" y="112397"/>
                </a:cubicBezTo>
                <a:cubicBezTo>
                  <a:pt x="579081" y="127882"/>
                  <a:pt x="574681" y="140402"/>
                  <a:pt x="565881" y="149957"/>
                </a:cubicBezTo>
                <a:cubicBezTo>
                  <a:pt x="557081" y="159513"/>
                  <a:pt x="545089" y="164290"/>
                  <a:pt x="529907" y="164290"/>
                </a:cubicBezTo>
                <a:cubicBezTo>
                  <a:pt x="514875" y="164290"/>
                  <a:pt x="502922" y="159569"/>
                  <a:pt x="494046" y="150127"/>
                </a:cubicBezTo>
                <a:cubicBezTo>
                  <a:pt x="485171" y="140685"/>
                  <a:pt x="480733" y="128789"/>
                  <a:pt x="480733" y="114437"/>
                </a:cubicBezTo>
                <a:moveTo>
                  <a:pt x="529227" y="69455"/>
                </a:moveTo>
                <a:cubicBezTo>
                  <a:pt x="522429" y="69455"/>
                  <a:pt x="516820" y="71532"/>
                  <a:pt x="512401" y="75687"/>
                </a:cubicBezTo>
                <a:cubicBezTo>
                  <a:pt x="507983" y="79841"/>
                  <a:pt x="504999" y="84827"/>
                  <a:pt x="503450" y="90643"/>
                </a:cubicBezTo>
                <a:cubicBezTo>
                  <a:pt x="501902" y="96459"/>
                  <a:pt x="501128" y="103069"/>
                  <a:pt x="501128" y="110471"/>
                </a:cubicBezTo>
                <a:cubicBezTo>
                  <a:pt x="501128" y="117420"/>
                  <a:pt x="501902" y="123992"/>
                  <a:pt x="503450" y="130186"/>
                </a:cubicBezTo>
                <a:cubicBezTo>
                  <a:pt x="504999" y="136380"/>
                  <a:pt x="508247" y="142083"/>
                  <a:pt x="513194" y="147295"/>
                </a:cubicBezTo>
                <a:cubicBezTo>
                  <a:pt x="518142" y="152507"/>
                  <a:pt x="524393" y="155113"/>
                  <a:pt x="531946" y="155113"/>
                </a:cubicBezTo>
                <a:cubicBezTo>
                  <a:pt x="539651" y="155113"/>
                  <a:pt x="546034" y="151468"/>
                  <a:pt x="551095" y="144179"/>
                </a:cubicBezTo>
                <a:cubicBezTo>
                  <a:pt x="556155" y="136890"/>
                  <a:pt x="558686" y="127693"/>
                  <a:pt x="558686" y="116590"/>
                </a:cubicBezTo>
                <a:cubicBezTo>
                  <a:pt x="558686" y="100954"/>
                  <a:pt x="556646" y="89189"/>
                  <a:pt x="552568" y="81295"/>
                </a:cubicBezTo>
                <a:cubicBezTo>
                  <a:pt x="548489" y="73402"/>
                  <a:pt x="540708" y="69455"/>
                  <a:pt x="529227" y="69455"/>
                </a:cubicBezTo>
                <a:close/>
                <a:moveTo>
                  <a:pt x="610919" y="62430"/>
                </a:moveTo>
                <a:lnTo>
                  <a:pt x="610919" y="53479"/>
                </a:lnTo>
                <a:cubicBezTo>
                  <a:pt x="610919" y="40487"/>
                  <a:pt x="615149" y="28628"/>
                  <a:pt x="623609" y="17902"/>
                </a:cubicBezTo>
                <a:cubicBezTo>
                  <a:pt x="627914" y="12312"/>
                  <a:pt x="633523" y="7931"/>
                  <a:pt x="640434" y="4759"/>
                </a:cubicBezTo>
                <a:cubicBezTo>
                  <a:pt x="647346" y="1586"/>
                  <a:pt x="654427" y="0"/>
                  <a:pt x="661679" y="0"/>
                </a:cubicBezTo>
                <a:cubicBezTo>
                  <a:pt x="666135" y="0"/>
                  <a:pt x="669610" y="793"/>
                  <a:pt x="672103" y="2379"/>
                </a:cubicBezTo>
                <a:lnTo>
                  <a:pt x="672329" y="3059"/>
                </a:lnTo>
                <a:cubicBezTo>
                  <a:pt x="669988" y="7667"/>
                  <a:pt x="667835" y="14012"/>
                  <a:pt x="665871" y="22094"/>
                </a:cubicBezTo>
                <a:lnTo>
                  <a:pt x="663378" y="22321"/>
                </a:lnTo>
                <a:cubicBezTo>
                  <a:pt x="660432" y="16882"/>
                  <a:pt x="655938" y="14163"/>
                  <a:pt x="649895" y="14163"/>
                </a:cubicBezTo>
                <a:cubicBezTo>
                  <a:pt x="643248" y="14163"/>
                  <a:pt x="637979" y="16146"/>
                  <a:pt x="634089" y="20111"/>
                </a:cubicBezTo>
                <a:cubicBezTo>
                  <a:pt x="630199" y="24077"/>
                  <a:pt x="628254" y="29308"/>
                  <a:pt x="628254" y="35804"/>
                </a:cubicBezTo>
                <a:cubicBezTo>
                  <a:pt x="628254" y="36861"/>
                  <a:pt x="628462" y="40449"/>
                  <a:pt x="628877" y="46568"/>
                </a:cubicBezTo>
                <a:cubicBezTo>
                  <a:pt x="629293" y="52686"/>
                  <a:pt x="629501" y="57294"/>
                  <a:pt x="629501" y="60391"/>
                </a:cubicBezTo>
                <a:lnTo>
                  <a:pt x="629501" y="62430"/>
                </a:lnTo>
                <a:lnTo>
                  <a:pt x="639471" y="62430"/>
                </a:lnTo>
                <a:cubicBezTo>
                  <a:pt x="643777" y="62430"/>
                  <a:pt x="649178" y="62279"/>
                  <a:pt x="655674" y="61977"/>
                </a:cubicBezTo>
                <a:lnTo>
                  <a:pt x="656807" y="63677"/>
                </a:lnTo>
                <a:cubicBezTo>
                  <a:pt x="655598" y="66774"/>
                  <a:pt x="654692" y="69946"/>
                  <a:pt x="654087" y="73194"/>
                </a:cubicBezTo>
                <a:cubicBezTo>
                  <a:pt x="650990" y="72892"/>
                  <a:pt x="645401" y="72741"/>
                  <a:pt x="637318" y="72741"/>
                </a:cubicBezTo>
                <a:lnTo>
                  <a:pt x="629501" y="72741"/>
                </a:lnTo>
                <a:lnTo>
                  <a:pt x="629501" y="115796"/>
                </a:lnTo>
                <a:cubicBezTo>
                  <a:pt x="629501" y="136191"/>
                  <a:pt x="630256" y="151600"/>
                  <a:pt x="631767" y="162024"/>
                </a:cubicBezTo>
                <a:lnTo>
                  <a:pt x="631313" y="162704"/>
                </a:lnTo>
                <a:cubicBezTo>
                  <a:pt x="628519" y="162251"/>
                  <a:pt x="624798" y="162024"/>
                  <a:pt x="620153" y="162024"/>
                </a:cubicBezTo>
                <a:cubicBezTo>
                  <a:pt x="615508" y="162024"/>
                  <a:pt x="611787" y="162251"/>
                  <a:pt x="608993" y="162704"/>
                </a:cubicBezTo>
                <a:lnTo>
                  <a:pt x="608539" y="162024"/>
                </a:lnTo>
                <a:cubicBezTo>
                  <a:pt x="610050" y="152280"/>
                  <a:pt x="610843" y="136871"/>
                  <a:pt x="610919" y="115796"/>
                </a:cubicBezTo>
                <a:lnTo>
                  <a:pt x="610919" y="72741"/>
                </a:lnTo>
                <a:lnTo>
                  <a:pt x="610692" y="72741"/>
                </a:lnTo>
                <a:cubicBezTo>
                  <a:pt x="603592" y="72741"/>
                  <a:pt x="597851" y="72892"/>
                  <a:pt x="593470" y="73194"/>
                </a:cubicBezTo>
                <a:lnTo>
                  <a:pt x="592337" y="71495"/>
                </a:lnTo>
                <a:cubicBezTo>
                  <a:pt x="594527" y="68096"/>
                  <a:pt x="596227" y="64923"/>
                  <a:pt x="597436" y="61977"/>
                </a:cubicBezTo>
                <a:cubicBezTo>
                  <a:pt x="599777" y="62279"/>
                  <a:pt x="604272" y="62430"/>
                  <a:pt x="610919" y="62430"/>
                </a:cubicBezTo>
                <a:close/>
                <a:moveTo>
                  <a:pt x="774990" y="154093"/>
                </a:moveTo>
                <a:cubicBezTo>
                  <a:pt x="782242" y="154093"/>
                  <a:pt x="788568" y="151657"/>
                  <a:pt x="793969" y="146785"/>
                </a:cubicBezTo>
                <a:cubicBezTo>
                  <a:pt x="799370" y="141913"/>
                  <a:pt x="802070" y="135322"/>
                  <a:pt x="802070" y="127013"/>
                </a:cubicBezTo>
                <a:cubicBezTo>
                  <a:pt x="802070" y="118025"/>
                  <a:pt x="799747" y="111094"/>
                  <a:pt x="795102" y="106222"/>
                </a:cubicBezTo>
                <a:cubicBezTo>
                  <a:pt x="790456" y="101350"/>
                  <a:pt x="783753" y="97064"/>
                  <a:pt x="774990" y="93362"/>
                </a:cubicBezTo>
                <a:cubicBezTo>
                  <a:pt x="769250" y="91021"/>
                  <a:pt x="764359" y="88698"/>
                  <a:pt x="760318" y="86394"/>
                </a:cubicBezTo>
                <a:cubicBezTo>
                  <a:pt x="756277" y="84090"/>
                  <a:pt x="752179" y="81182"/>
                  <a:pt x="748024" y="77670"/>
                </a:cubicBezTo>
                <a:cubicBezTo>
                  <a:pt x="743870" y="74157"/>
                  <a:pt x="740659" y="70059"/>
                  <a:pt x="738393" y="65376"/>
                </a:cubicBezTo>
                <a:cubicBezTo>
                  <a:pt x="736127" y="60693"/>
                  <a:pt x="734994" y="55406"/>
                  <a:pt x="734994" y="49514"/>
                </a:cubicBezTo>
                <a:cubicBezTo>
                  <a:pt x="734994" y="41507"/>
                  <a:pt x="737430" y="34237"/>
                  <a:pt x="742302" y="27703"/>
                </a:cubicBezTo>
                <a:cubicBezTo>
                  <a:pt x="747174" y="21169"/>
                  <a:pt x="753274" y="16354"/>
                  <a:pt x="760601" y="13257"/>
                </a:cubicBezTo>
                <a:cubicBezTo>
                  <a:pt x="766946" y="10613"/>
                  <a:pt x="773593" y="9291"/>
                  <a:pt x="780542" y="9291"/>
                </a:cubicBezTo>
                <a:cubicBezTo>
                  <a:pt x="785679" y="9291"/>
                  <a:pt x="790438" y="9650"/>
                  <a:pt x="794819" y="10367"/>
                </a:cubicBezTo>
                <a:cubicBezTo>
                  <a:pt x="799200" y="11085"/>
                  <a:pt x="802712" y="11935"/>
                  <a:pt x="805356" y="12917"/>
                </a:cubicBezTo>
                <a:cubicBezTo>
                  <a:pt x="808000" y="13899"/>
                  <a:pt x="810285" y="14937"/>
                  <a:pt x="812211" y="16032"/>
                </a:cubicBezTo>
                <a:cubicBezTo>
                  <a:pt x="814137" y="17128"/>
                  <a:pt x="815478" y="18015"/>
                  <a:pt x="816233" y="18695"/>
                </a:cubicBezTo>
                <a:lnTo>
                  <a:pt x="817366" y="19828"/>
                </a:lnTo>
                <a:lnTo>
                  <a:pt x="817819" y="20508"/>
                </a:lnTo>
                <a:cubicBezTo>
                  <a:pt x="814873" y="30252"/>
                  <a:pt x="813098" y="37995"/>
                  <a:pt x="812494" y="43735"/>
                </a:cubicBezTo>
                <a:lnTo>
                  <a:pt x="810228" y="43962"/>
                </a:lnTo>
                <a:cubicBezTo>
                  <a:pt x="807131" y="36710"/>
                  <a:pt x="802674" y="30837"/>
                  <a:pt x="796858" y="26343"/>
                </a:cubicBezTo>
                <a:cubicBezTo>
                  <a:pt x="791042" y="21849"/>
                  <a:pt x="784961" y="19602"/>
                  <a:pt x="778616" y="19602"/>
                </a:cubicBezTo>
                <a:cubicBezTo>
                  <a:pt x="772724" y="19602"/>
                  <a:pt x="768003" y="20508"/>
                  <a:pt x="764453" y="22321"/>
                </a:cubicBezTo>
                <a:cubicBezTo>
                  <a:pt x="761507" y="23832"/>
                  <a:pt x="758996" y="26645"/>
                  <a:pt x="756919" y="30762"/>
                </a:cubicBezTo>
                <a:cubicBezTo>
                  <a:pt x="754841" y="34879"/>
                  <a:pt x="753803" y="39014"/>
                  <a:pt x="753803" y="43169"/>
                </a:cubicBezTo>
                <a:cubicBezTo>
                  <a:pt x="753803" y="47625"/>
                  <a:pt x="754652" y="51648"/>
                  <a:pt x="756352" y="55236"/>
                </a:cubicBezTo>
                <a:cubicBezTo>
                  <a:pt x="758052" y="58824"/>
                  <a:pt x="760525" y="61769"/>
                  <a:pt x="763773" y="64073"/>
                </a:cubicBezTo>
                <a:cubicBezTo>
                  <a:pt x="767021" y="66377"/>
                  <a:pt x="769930" y="68190"/>
                  <a:pt x="772498" y="69512"/>
                </a:cubicBezTo>
                <a:cubicBezTo>
                  <a:pt x="775066" y="70834"/>
                  <a:pt x="778276" y="72212"/>
                  <a:pt x="782129" y="73647"/>
                </a:cubicBezTo>
                <a:cubicBezTo>
                  <a:pt x="809850" y="83996"/>
                  <a:pt x="823711" y="99443"/>
                  <a:pt x="823711" y="119989"/>
                </a:cubicBezTo>
                <a:cubicBezTo>
                  <a:pt x="823711" y="133283"/>
                  <a:pt x="818915" y="143990"/>
                  <a:pt x="809322" y="152110"/>
                </a:cubicBezTo>
                <a:cubicBezTo>
                  <a:pt x="799728" y="160230"/>
                  <a:pt x="787643" y="164290"/>
                  <a:pt x="773064" y="164290"/>
                </a:cubicBezTo>
                <a:cubicBezTo>
                  <a:pt x="765058" y="164290"/>
                  <a:pt x="757523" y="163441"/>
                  <a:pt x="750460" y="161741"/>
                </a:cubicBezTo>
                <a:cubicBezTo>
                  <a:pt x="743398" y="160041"/>
                  <a:pt x="738356" y="158323"/>
                  <a:pt x="735334" y="156586"/>
                </a:cubicBezTo>
                <a:lnTo>
                  <a:pt x="730802" y="153866"/>
                </a:lnTo>
                <a:lnTo>
                  <a:pt x="730349" y="153187"/>
                </a:lnTo>
                <a:cubicBezTo>
                  <a:pt x="733446" y="141705"/>
                  <a:pt x="735259" y="133736"/>
                  <a:pt x="735787" y="129280"/>
                </a:cubicBezTo>
                <a:lnTo>
                  <a:pt x="738053" y="129053"/>
                </a:lnTo>
                <a:cubicBezTo>
                  <a:pt x="741604" y="135851"/>
                  <a:pt x="747023" y="141724"/>
                  <a:pt x="754313" y="146672"/>
                </a:cubicBezTo>
                <a:cubicBezTo>
                  <a:pt x="761602" y="151619"/>
                  <a:pt x="768494" y="154093"/>
                  <a:pt x="774990" y="154093"/>
                </a:cubicBezTo>
                <a:close/>
                <a:moveTo>
                  <a:pt x="930703" y="98121"/>
                </a:moveTo>
                <a:cubicBezTo>
                  <a:pt x="923527" y="79539"/>
                  <a:pt x="915709" y="60466"/>
                  <a:pt x="907249" y="40903"/>
                </a:cubicBezTo>
                <a:lnTo>
                  <a:pt x="906796" y="40903"/>
                </a:lnTo>
                <a:lnTo>
                  <a:pt x="882323" y="98008"/>
                </a:lnTo>
                <a:cubicBezTo>
                  <a:pt x="890556" y="98461"/>
                  <a:pt x="898638" y="98688"/>
                  <a:pt x="906570" y="98688"/>
                </a:cubicBezTo>
                <a:cubicBezTo>
                  <a:pt x="914123" y="98688"/>
                  <a:pt x="922168" y="98499"/>
                  <a:pt x="930703" y="98121"/>
                </a:cubicBezTo>
                <a:moveTo>
                  <a:pt x="877790" y="108998"/>
                </a:moveTo>
                <a:cubicBezTo>
                  <a:pt x="868273" y="132263"/>
                  <a:pt x="861852" y="150165"/>
                  <a:pt x="858529" y="162704"/>
                </a:cubicBezTo>
                <a:cubicBezTo>
                  <a:pt x="856640" y="162251"/>
                  <a:pt x="853128" y="162024"/>
                  <a:pt x="847992" y="162024"/>
                </a:cubicBezTo>
                <a:cubicBezTo>
                  <a:pt x="844441" y="162024"/>
                  <a:pt x="841760" y="162251"/>
                  <a:pt x="839947" y="162704"/>
                </a:cubicBezTo>
                <a:cubicBezTo>
                  <a:pt x="866233" y="104995"/>
                  <a:pt x="889045" y="53857"/>
                  <a:pt x="908382" y="9291"/>
                </a:cubicBezTo>
                <a:lnTo>
                  <a:pt x="914841" y="9291"/>
                </a:lnTo>
                <a:cubicBezTo>
                  <a:pt x="920128" y="21830"/>
                  <a:pt x="927606" y="40091"/>
                  <a:pt x="937275" y="64073"/>
                </a:cubicBezTo>
                <a:cubicBezTo>
                  <a:pt x="946943" y="88056"/>
                  <a:pt x="955366" y="108790"/>
                  <a:pt x="962542" y="126277"/>
                </a:cubicBezTo>
                <a:cubicBezTo>
                  <a:pt x="969718" y="143764"/>
                  <a:pt x="975005" y="155906"/>
                  <a:pt x="978404" y="162704"/>
                </a:cubicBezTo>
                <a:cubicBezTo>
                  <a:pt x="975760" y="162251"/>
                  <a:pt x="971153" y="162024"/>
                  <a:pt x="964581" y="162024"/>
                </a:cubicBezTo>
                <a:cubicBezTo>
                  <a:pt x="959445" y="162024"/>
                  <a:pt x="955555" y="162251"/>
                  <a:pt x="952911" y="162704"/>
                </a:cubicBezTo>
                <a:cubicBezTo>
                  <a:pt x="949134" y="149032"/>
                  <a:pt x="943129" y="131130"/>
                  <a:pt x="934895" y="108998"/>
                </a:cubicBezTo>
                <a:cubicBezTo>
                  <a:pt x="928928" y="108545"/>
                  <a:pt x="919864" y="108356"/>
                  <a:pt x="907703" y="108432"/>
                </a:cubicBezTo>
                <a:cubicBezTo>
                  <a:pt x="893880" y="108356"/>
                  <a:pt x="883909" y="108545"/>
                  <a:pt x="877790" y="108998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Text TSolver">
            <a:extLst xmlns:a="http://schemas.openxmlformats.org/drawingml/2006/main">
              <a:ext uri="{FF2B5EF4-FFF2-40B4-BE49-F238E27FC236}">
                <a16:creationId xmlns:a16="http://schemas.microsoft.com/office/drawing/2014/main" id="{D23F4974-2394-4E1F-8A76-FF15C2A6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5546" y="5212982"/>
            <a:ext cx="760239" cy="164290"/>
          </a:xfrm>
          <a:custGeom xmlns:a="http://schemas.openxmlformats.org/drawingml/2006/main">
            <a:pathLst>
              <a:path w="760239" h="164290">
                <a:moveTo>
                  <a:pt x="49174" y="58805"/>
                </a:moveTo>
                <a:cubicBezTo>
                  <a:pt x="49174" y="40676"/>
                  <a:pt x="48570" y="29534"/>
                  <a:pt x="47361" y="25380"/>
                </a:cubicBezTo>
                <a:cubicBezTo>
                  <a:pt x="38070" y="25380"/>
                  <a:pt x="29516" y="25644"/>
                  <a:pt x="21698" y="26173"/>
                </a:cubicBezTo>
                <a:cubicBezTo>
                  <a:pt x="13880" y="26702"/>
                  <a:pt x="8384" y="27231"/>
                  <a:pt x="5212" y="27759"/>
                </a:cubicBezTo>
                <a:lnTo>
                  <a:pt x="453" y="28553"/>
                </a:lnTo>
                <a:lnTo>
                  <a:pt x="0" y="27646"/>
                </a:lnTo>
                <a:cubicBezTo>
                  <a:pt x="453" y="24096"/>
                  <a:pt x="453" y="18997"/>
                  <a:pt x="0" y="12350"/>
                </a:cubicBezTo>
                <a:lnTo>
                  <a:pt x="453" y="11670"/>
                </a:lnTo>
                <a:cubicBezTo>
                  <a:pt x="4154" y="12123"/>
                  <a:pt x="8800" y="12350"/>
                  <a:pt x="14390" y="12350"/>
                </a:cubicBezTo>
                <a:lnTo>
                  <a:pt x="103900" y="12350"/>
                </a:lnTo>
                <a:cubicBezTo>
                  <a:pt x="109489" y="12350"/>
                  <a:pt x="114135" y="12123"/>
                  <a:pt x="117836" y="11670"/>
                </a:cubicBezTo>
                <a:lnTo>
                  <a:pt x="118289" y="12350"/>
                </a:lnTo>
                <a:cubicBezTo>
                  <a:pt x="117836" y="18997"/>
                  <a:pt x="117836" y="24096"/>
                  <a:pt x="118289" y="27646"/>
                </a:cubicBezTo>
                <a:lnTo>
                  <a:pt x="117836" y="28553"/>
                </a:lnTo>
                <a:cubicBezTo>
                  <a:pt x="107336" y="26362"/>
                  <a:pt x="91700" y="25305"/>
                  <a:pt x="70928" y="25380"/>
                </a:cubicBezTo>
                <a:cubicBezTo>
                  <a:pt x="69720" y="29534"/>
                  <a:pt x="69115" y="40676"/>
                  <a:pt x="69115" y="58805"/>
                </a:cubicBezTo>
                <a:lnTo>
                  <a:pt x="69115" y="115570"/>
                </a:lnTo>
                <a:cubicBezTo>
                  <a:pt x="69115" y="135511"/>
                  <a:pt x="69908" y="150996"/>
                  <a:pt x="71495" y="162024"/>
                </a:cubicBezTo>
                <a:lnTo>
                  <a:pt x="70928" y="162704"/>
                </a:lnTo>
                <a:cubicBezTo>
                  <a:pt x="68133" y="162251"/>
                  <a:pt x="64187" y="162024"/>
                  <a:pt x="59088" y="162024"/>
                </a:cubicBezTo>
                <a:cubicBezTo>
                  <a:pt x="53989" y="162024"/>
                  <a:pt x="50080" y="162251"/>
                  <a:pt x="47361" y="162704"/>
                </a:cubicBezTo>
                <a:lnTo>
                  <a:pt x="46794" y="162024"/>
                </a:lnTo>
                <a:cubicBezTo>
                  <a:pt x="48305" y="151525"/>
                  <a:pt x="49098" y="136040"/>
                  <a:pt x="49174" y="115570"/>
                </a:cubicBezTo>
                <a:lnTo>
                  <a:pt x="49174" y="58805"/>
                </a:lnTo>
                <a:close/>
                <a:moveTo>
                  <a:pt x="236002" y="154093"/>
                </a:moveTo>
                <a:cubicBezTo>
                  <a:pt x="243253" y="154093"/>
                  <a:pt x="249580" y="151657"/>
                  <a:pt x="254980" y="146785"/>
                </a:cubicBezTo>
                <a:cubicBezTo>
                  <a:pt x="260381" y="141913"/>
                  <a:pt x="263082" y="135322"/>
                  <a:pt x="263082" y="127013"/>
                </a:cubicBezTo>
                <a:cubicBezTo>
                  <a:pt x="263082" y="118025"/>
                  <a:pt x="260759" y="111094"/>
                  <a:pt x="256113" y="106222"/>
                </a:cubicBezTo>
                <a:cubicBezTo>
                  <a:pt x="251468" y="101350"/>
                  <a:pt x="244764" y="97064"/>
                  <a:pt x="236002" y="93362"/>
                </a:cubicBezTo>
                <a:cubicBezTo>
                  <a:pt x="230261" y="91021"/>
                  <a:pt x="225370" y="88698"/>
                  <a:pt x="221329" y="86394"/>
                </a:cubicBezTo>
                <a:cubicBezTo>
                  <a:pt x="217288" y="84090"/>
                  <a:pt x="213190" y="81182"/>
                  <a:pt x="209036" y="77670"/>
                </a:cubicBezTo>
                <a:cubicBezTo>
                  <a:pt x="204881" y="74157"/>
                  <a:pt x="201671" y="70059"/>
                  <a:pt x="199405" y="65376"/>
                </a:cubicBezTo>
                <a:cubicBezTo>
                  <a:pt x="197139" y="60693"/>
                  <a:pt x="196006" y="55406"/>
                  <a:pt x="196006" y="49514"/>
                </a:cubicBezTo>
                <a:cubicBezTo>
                  <a:pt x="196006" y="41507"/>
                  <a:pt x="198442" y="34237"/>
                  <a:pt x="203314" y="27703"/>
                </a:cubicBezTo>
                <a:cubicBezTo>
                  <a:pt x="208186" y="21169"/>
                  <a:pt x="214285" y="16354"/>
                  <a:pt x="221612" y="13257"/>
                </a:cubicBezTo>
                <a:cubicBezTo>
                  <a:pt x="227957" y="10613"/>
                  <a:pt x="234605" y="9291"/>
                  <a:pt x="241554" y="9291"/>
                </a:cubicBezTo>
                <a:cubicBezTo>
                  <a:pt x="246690" y="9291"/>
                  <a:pt x="251449" y="9650"/>
                  <a:pt x="255830" y="10367"/>
                </a:cubicBezTo>
                <a:cubicBezTo>
                  <a:pt x="260211" y="11085"/>
                  <a:pt x="263724" y="11935"/>
                  <a:pt x="266367" y="12917"/>
                </a:cubicBezTo>
                <a:cubicBezTo>
                  <a:pt x="269011" y="13899"/>
                  <a:pt x="271296" y="14937"/>
                  <a:pt x="273222" y="16032"/>
                </a:cubicBezTo>
                <a:cubicBezTo>
                  <a:pt x="275148" y="17128"/>
                  <a:pt x="276489" y="18015"/>
                  <a:pt x="277245" y="18695"/>
                </a:cubicBezTo>
                <a:lnTo>
                  <a:pt x="278378" y="19828"/>
                </a:lnTo>
                <a:lnTo>
                  <a:pt x="278831" y="20508"/>
                </a:lnTo>
                <a:cubicBezTo>
                  <a:pt x="275885" y="30252"/>
                  <a:pt x="274110" y="37995"/>
                  <a:pt x="273506" y="43735"/>
                </a:cubicBezTo>
                <a:lnTo>
                  <a:pt x="271239" y="43962"/>
                </a:lnTo>
                <a:cubicBezTo>
                  <a:pt x="268142" y="36710"/>
                  <a:pt x="263686" y="30837"/>
                  <a:pt x="257870" y="26343"/>
                </a:cubicBezTo>
                <a:cubicBezTo>
                  <a:pt x="252053" y="21849"/>
                  <a:pt x="245973" y="19602"/>
                  <a:pt x="239628" y="19602"/>
                </a:cubicBezTo>
                <a:cubicBezTo>
                  <a:pt x="233736" y="19602"/>
                  <a:pt x="229015" y="20508"/>
                  <a:pt x="225465" y="22321"/>
                </a:cubicBezTo>
                <a:cubicBezTo>
                  <a:pt x="222519" y="23832"/>
                  <a:pt x="220007" y="26645"/>
                  <a:pt x="217930" y="30762"/>
                </a:cubicBezTo>
                <a:cubicBezTo>
                  <a:pt x="215853" y="34879"/>
                  <a:pt x="214814" y="39014"/>
                  <a:pt x="214814" y="43169"/>
                </a:cubicBezTo>
                <a:cubicBezTo>
                  <a:pt x="214814" y="47625"/>
                  <a:pt x="215664" y="51648"/>
                  <a:pt x="217364" y="55236"/>
                </a:cubicBezTo>
                <a:cubicBezTo>
                  <a:pt x="219063" y="58824"/>
                  <a:pt x="221537" y="61769"/>
                  <a:pt x="224785" y="64073"/>
                </a:cubicBezTo>
                <a:cubicBezTo>
                  <a:pt x="228033" y="66377"/>
                  <a:pt x="230941" y="68190"/>
                  <a:pt x="233509" y="69512"/>
                </a:cubicBezTo>
                <a:cubicBezTo>
                  <a:pt x="236078" y="70834"/>
                  <a:pt x="239288" y="72212"/>
                  <a:pt x="243140" y="73647"/>
                </a:cubicBezTo>
                <a:cubicBezTo>
                  <a:pt x="270862" y="83996"/>
                  <a:pt x="284723" y="99443"/>
                  <a:pt x="284723" y="119989"/>
                </a:cubicBezTo>
                <a:cubicBezTo>
                  <a:pt x="284723" y="133283"/>
                  <a:pt x="279926" y="143990"/>
                  <a:pt x="270333" y="152110"/>
                </a:cubicBezTo>
                <a:cubicBezTo>
                  <a:pt x="260740" y="160230"/>
                  <a:pt x="248654" y="164290"/>
                  <a:pt x="234076" y="164290"/>
                </a:cubicBezTo>
                <a:cubicBezTo>
                  <a:pt x="226069" y="164290"/>
                  <a:pt x="218534" y="163441"/>
                  <a:pt x="211472" y="161741"/>
                </a:cubicBezTo>
                <a:cubicBezTo>
                  <a:pt x="204409" y="160041"/>
                  <a:pt x="199367" y="158323"/>
                  <a:pt x="196346" y="156586"/>
                </a:cubicBezTo>
                <a:lnTo>
                  <a:pt x="191814" y="153866"/>
                </a:lnTo>
                <a:lnTo>
                  <a:pt x="191360" y="153187"/>
                </a:lnTo>
                <a:cubicBezTo>
                  <a:pt x="194457" y="141705"/>
                  <a:pt x="196270" y="133736"/>
                  <a:pt x="196799" y="129280"/>
                </a:cubicBezTo>
                <a:lnTo>
                  <a:pt x="199065" y="129053"/>
                </a:lnTo>
                <a:cubicBezTo>
                  <a:pt x="202615" y="135851"/>
                  <a:pt x="208035" y="141724"/>
                  <a:pt x="215324" y="146672"/>
                </a:cubicBezTo>
                <a:cubicBezTo>
                  <a:pt x="222613" y="151619"/>
                  <a:pt x="229506" y="154093"/>
                  <a:pt x="236002" y="154093"/>
                </a:cubicBezTo>
                <a:close/>
                <a:moveTo>
                  <a:pt x="306057" y="114437"/>
                </a:moveTo>
                <a:cubicBezTo>
                  <a:pt x="306057" y="98045"/>
                  <a:pt x="310608" y="84902"/>
                  <a:pt x="319710" y="75007"/>
                </a:cubicBezTo>
                <a:cubicBezTo>
                  <a:pt x="328812" y="65112"/>
                  <a:pt x="340954" y="60164"/>
                  <a:pt x="356137" y="60164"/>
                </a:cubicBezTo>
                <a:cubicBezTo>
                  <a:pt x="371622" y="60164"/>
                  <a:pt x="383538" y="64847"/>
                  <a:pt x="391884" y="74214"/>
                </a:cubicBezTo>
                <a:cubicBezTo>
                  <a:pt x="400231" y="83580"/>
                  <a:pt x="404404" y="96308"/>
                  <a:pt x="404404" y="112397"/>
                </a:cubicBezTo>
                <a:cubicBezTo>
                  <a:pt x="404404" y="127882"/>
                  <a:pt x="400005" y="140402"/>
                  <a:pt x="391205" y="149957"/>
                </a:cubicBezTo>
                <a:cubicBezTo>
                  <a:pt x="382405" y="159513"/>
                  <a:pt x="370413" y="164290"/>
                  <a:pt x="355231" y="164290"/>
                </a:cubicBezTo>
                <a:cubicBezTo>
                  <a:pt x="340199" y="164290"/>
                  <a:pt x="328246" y="159569"/>
                  <a:pt x="319370" y="150127"/>
                </a:cubicBezTo>
                <a:cubicBezTo>
                  <a:pt x="310495" y="140685"/>
                  <a:pt x="306057" y="128789"/>
                  <a:pt x="306057" y="114437"/>
                </a:cubicBezTo>
                <a:moveTo>
                  <a:pt x="354551" y="69455"/>
                </a:moveTo>
                <a:cubicBezTo>
                  <a:pt x="347753" y="69455"/>
                  <a:pt x="342144" y="71532"/>
                  <a:pt x="337725" y="75687"/>
                </a:cubicBezTo>
                <a:cubicBezTo>
                  <a:pt x="333306" y="79841"/>
                  <a:pt x="330323" y="84827"/>
                  <a:pt x="328774" y="90643"/>
                </a:cubicBezTo>
                <a:cubicBezTo>
                  <a:pt x="327226" y="96459"/>
                  <a:pt x="326452" y="103069"/>
                  <a:pt x="326452" y="110471"/>
                </a:cubicBezTo>
                <a:cubicBezTo>
                  <a:pt x="326452" y="117420"/>
                  <a:pt x="327226" y="123992"/>
                  <a:pt x="328774" y="130186"/>
                </a:cubicBezTo>
                <a:cubicBezTo>
                  <a:pt x="330323" y="136380"/>
                  <a:pt x="333571" y="142083"/>
                  <a:pt x="338518" y="147295"/>
                </a:cubicBezTo>
                <a:cubicBezTo>
                  <a:pt x="343466" y="152507"/>
                  <a:pt x="349717" y="155113"/>
                  <a:pt x="357270" y="155113"/>
                </a:cubicBezTo>
                <a:cubicBezTo>
                  <a:pt x="364975" y="155113"/>
                  <a:pt x="371358" y="151468"/>
                  <a:pt x="376418" y="144179"/>
                </a:cubicBezTo>
                <a:cubicBezTo>
                  <a:pt x="381479" y="136890"/>
                  <a:pt x="384010" y="127693"/>
                  <a:pt x="384010" y="116590"/>
                </a:cubicBezTo>
                <a:cubicBezTo>
                  <a:pt x="384010" y="100954"/>
                  <a:pt x="381970" y="89189"/>
                  <a:pt x="377891" y="81295"/>
                </a:cubicBezTo>
                <a:cubicBezTo>
                  <a:pt x="373812" y="73402"/>
                  <a:pt x="366032" y="69455"/>
                  <a:pt x="354551" y="69455"/>
                </a:cubicBezTo>
                <a:close/>
                <a:moveTo>
                  <a:pt x="434090" y="115570"/>
                </a:moveTo>
                <a:lnTo>
                  <a:pt x="434090" y="50194"/>
                </a:lnTo>
                <a:cubicBezTo>
                  <a:pt x="434090" y="28062"/>
                  <a:pt x="433410" y="13143"/>
                  <a:pt x="432051" y="5439"/>
                </a:cubicBezTo>
                <a:lnTo>
                  <a:pt x="432504" y="4645"/>
                </a:lnTo>
                <a:cubicBezTo>
                  <a:pt x="439453" y="4192"/>
                  <a:pt x="446176" y="2644"/>
                  <a:pt x="452672" y="0"/>
                </a:cubicBezTo>
                <a:cubicBezTo>
                  <a:pt x="454032" y="0"/>
                  <a:pt x="454749" y="793"/>
                  <a:pt x="454825" y="2379"/>
                </a:cubicBezTo>
                <a:cubicBezTo>
                  <a:pt x="453465" y="21112"/>
                  <a:pt x="452747" y="35653"/>
                  <a:pt x="452672" y="46001"/>
                </a:cubicBezTo>
                <a:lnTo>
                  <a:pt x="452672" y="115570"/>
                </a:lnTo>
                <a:cubicBezTo>
                  <a:pt x="452672" y="136267"/>
                  <a:pt x="453390" y="151751"/>
                  <a:pt x="454825" y="162024"/>
                </a:cubicBezTo>
                <a:lnTo>
                  <a:pt x="454258" y="162704"/>
                </a:lnTo>
                <a:cubicBezTo>
                  <a:pt x="451463" y="162251"/>
                  <a:pt x="447838" y="162024"/>
                  <a:pt x="443381" y="162024"/>
                </a:cubicBezTo>
                <a:cubicBezTo>
                  <a:pt x="438924" y="162024"/>
                  <a:pt x="435299" y="162251"/>
                  <a:pt x="432504" y="162704"/>
                </a:cubicBezTo>
                <a:lnTo>
                  <a:pt x="432051" y="162024"/>
                </a:lnTo>
                <a:cubicBezTo>
                  <a:pt x="433410" y="152129"/>
                  <a:pt x="434090" y="136644"/>
                  <a:pt x="434090" y="115570"/>
                </a:cubicBezTo>
                <a:close/>
                <a:moveTo>
                  <a:pt x="518626" y="162704"/>
                </a:moveTo>
                <a:cubicBezTo>
                  <a:pt x="505331" y="127882"/>
                  <a:pt x="491244" y="94231"/>
                  <a:pt x="476363" y="61751"/>
                </a:cubicBezTo>
                <a:cubicBezTo>
                  <a:pt x="478856" y="62204"/>
                  <a:pt x="483350" y="62430"/>
                  <a:pt x="489846" y="62430"/>
                </a:cubicBezTo>
                <a:cubicBezTo>
                  <a:pt x="495587" y="62430"/>
                  <a:pt x="499439" y="62204"/>
                  <a:pt x="501403" y="61751"/>
                </a:cubicBezTo>
                <a:cubicBezTo>
                  <a:pt x="502159" y="64168"/>
                  <a:pt x="503764" y="69285"/>
                  <a:pt x="506219" y="77103"/>
                </a:cubicBezTo>
                <a:cubicBezTo>
                  <a:pt x="508674" y="84921"/>
                  <a:pt x="510468" y="90605"/>
                  <a:pt x="511601" y="94155"/>
                </a:cubicBezTo>
                <a:cubicBezTo>
                  <a:pt x="512734" y="97706"/>
                  <a:pt x="514358" y="102597"/>
                  <a:pt x="516473" y="108828"/>
                </a:cubicBezTo>
                <a:cubicBezTo>
                  <a:pt x="518588" y="115060"/>
                  <a:pt x="520646" y="120725"/>
                  <a:pt x="522648" y="125824"/>
                </a:cubicBezTo>
                <a:cubicBezTo>
                  <a:pt x="524650" y="130922"/>
                  <a:pt x="526746" y="136002"/>
                  <a:pt x="528936" y="141063"/>
                </a:cubicBezTo>
                <a:lnTo>
                  <a:pt x="529503" y="141063"/>
                </a:lnTo>
                <a:cubicBezTo>
                  <a:pt x="532675" y="134340"/>
                  <a:pt x="535810" y="126541"/>
                  <a:pt x="538907" y="117666"/>
                </a:cubicBezTo>
                <a:cubicBezTo>
                  <a:pt x="542004" y="108790"/>
                  <a:pt x="545346" y="98763"/>
                  <a:pt x="548934" y="87584"/>
                </a:cubicBezTo>
                <a:cubicBezTo>
                  <a:pt x="552522" y="76404"/>
                  <a:pt x="555412" y="67793"/>
                  <a:pt x="557602" y="61751"/>
                </a:cubicBezTo>
                <a:cubicBezTo>
                  <a:pt x="558962" y="62204"/>
                  <a:pt x="561568" y="62430"/>
                  <a:pt x="565420" y="62430"/>
                </a:cubicBezTo>
                <a:cubicBezTo>
                  <a:pt x="569877" y="62430"/>
                  <a:pt x="572823" y="62204"/>
                  <a:pt x="574258" y="61751"/>
                </a:cubicBezTo>
                <a:cubicBezTo>
                  <a:pt x="555072" y="105033"/>
                  <a:pt x="541249" y="138684"/>
                  <a:pt x="532789" y="162704"/>
                </a:cubicBezTo>
                <a:cubicBezTo>
                  <a:pt x="531429" y="162251"/>
                  <a:pt x="529106" y="162024"/>
                  <a:pt x="525820" y="162024"/>
                </a:cubicBezTo>
                <a:cubicBezTo>
                  <a:pt x="522535" y="162024"/>
                  <a:pt x="520136" y="162251"/>
                  <a:pt x="518626" y="162704"/>
                </a:cubicBezTo>
                <a:close/>
                <a:moveTo>
                  <a:pt x="605948" y="98688"/>
                </a:moveTo>
                <a:lnTo>
                  <a:pt x="648664" y="98688"/>
                </a:lnTo>
                <a:cubicBezTo>
                  <a:pt x="650854" y="98688"/>
                  <a:pt x="651949" y="97592"/>
                  <a:pt x="651949" y="95402"/>
                </a:cubicBezTo>
                <a:cubicBezTo>
                  <a:pt x="651949" y="87168"/>
                  <a:pt x="649967" y="80786"/>
                  <a:pt x="646001" y="76253"/>
                </a:cubicBezTo>
                <a:cubicBezTo>
                  <a:pt x="642035" y="71721"/>
                  <a:pt x="637503" y="69455"/>
                  <a:pt x="632405" y="69455"/>
                </a:cubicBezTo>
                <a:cubicBezTo>
                  <a:pt x="627306" y="69455"/>
                  <a:pt x="622056" y="71665"/>
                  <a:pt x="616655" y="76083"/>
                </a:cubicBezTo>
                <a:cubicBezTo>
                  <a:pt x="611255" y="80502"/>
                  <a:pt x="607685" y="88037"/>
                  <a:pt x="605948" y="98688"/>
                </a:cubicBezTo>
                <a:moveTo>
                  <a:pt x="667925" y="137891"/>
                </a:moveTo>
                <a:lnTo>
                  <a:pt x="672571" y="143669"/>
                </a:lnTo>
                <a:cubicBezTo>
                  <a:pt x="668114" y="149863"/>
                  <a:pt x="662317" y="154848"/>
                  <a:pt x="655179" y="158625"/>
                </a:cubicBezTo>
                <a:cubicBezTo>
                  <a:pt x="648040" y="162402"/>
                  <a:pt x="640355" y="164290"/>
                  <a:pt x="632121" y="164290"/>
                </a:cubicBezTo>
                <a:cubicBezTo>
                  <a:pt x="616032" y="164290"/>
                  <a:pt x="603758" y="159192"/>
                  <a:pt x="595298" y="148994"/>
                </a:cubicBezTo>
                <a:cubicBezTo>
                  <a:pt x="588348" y="140610"/>
                  <a:pt x="584874" y="128789"/>
                  <a:pt x="584874" y="113530"/>
                </a:cubicBezTo>
                <a:cubicBezTo>
                  <a:pt x="584874" y="97290"/>
                  <a:pt x="589632" y="84336"/>
                  <a:pt x="599150" y="74667"/>
                </a:cubicBezTo>
                <a:cubicBezTo>
                  <a:pt x="608667" y="64999"/>
                  <a:pt x="619733" y="60164"/>
                  <a:pt x="632348" y="60164"/>
                </a:cubicBezTo>
                <a:cubicBezTo>
                  <a:pt x="646247" y="60164"/>
                  <a:pt x="656425" y="64564"/>
                  <a:pt x="662883" y="73364"/>
                </a:cubicBezTo>
                <a:cubicBezTo>
                  <a:pt x="669342" y="82164"/>
                  <a:pt x="672571" y="92380"/>
                  <a:pt x="672571" y="104013"/>
                </a:cubicBezTo>
                <a:cubicBezTo>
                  <a:pt x="672571" y="106657"/>
                  <a:pt x="671173" y="107978"/>
                  <a:pt x="668379" y="107978"/>
                </a:cubicBezTo>
                <a:lnTo>
                  <a:pt x="605268" y="107978"/>
                </a:lnTo>
                <a:cubicBezTo>
                  <a:pt x="605268" y="121726"/>
                  <a:pt x="607119" y="131546"/>
                  <a:pt x="610820" y="137437"/>
                </a:cubicBezTo>
                <a:cubicBezTo>
                  <a:pt x="616410" y="146275"/>
                  <a:pt x="624832" y="150694"/>
                  <a:pt x="636087" y="150694"/>
                </a:cubicBezTo>
                <a:cubicBezTo>
                  <a:pt x="649457" y="150694"/>
                  <a:pt x="660070" y="146426"/>
                  <a:pt x="667925" y="137891"/>
                </a:cubicBezTo>
                <a:close/>
                <a:moveTo>
                  <a:pt x="720809" y="84525"/>
                </a:moveTo>
                <a:lnTo>
                  <a:pt x="721489" y="84978"/>
                </a:lnTo>
                <a:cubicBezTo>
                  <a:pt x="726927" y="75687"/>
                  <a:pt x="731686" y="69229"/>
                  <a:pt x="735765" y="65603"/>
                </a:cubicBezTo>
                <a:cubicBezTo>
                  <a:pt x="739844" y="61977"/>
                  <a:pt x="744905" y="60164"/>
                  <a:pt x="750948" y="60164"/>
                </a:cubicBezTo>
                <a:cubicBezTo>
                  <a:pt x="752836" y="60164"/>
                  <a:pt x="755631" y="60693"/>
                  <a:pt x="759332" y="61751"/>
                </a:cubicBezTo>
                <a:lnTo>
                  <a:pt x="760239" y="62657"/>
                </a:lnTo>
                <a:lnTo>
                  <a:pt x="755593" y="79879"/>
                </a:lnTo>
                <a:lnTo>
                  <a:pt x="753780" y="80332"/>
                </a:lnTo>
                <a:cubicBezTo>
                  <a:pt x="751439" y="78142"/>
                  <a:pt x="747397" y="77047"/>
                  <a:pt x="741657" y="77047"/>
                </a:cubicBezTo>
                <a:cubicBezTo>
                  <a:pt x="736520" y="77047"/>
                  <a:pt x="732215" y="79766"/>
                  <a:pt x="728740" y="85204"/>
                </a:cubicBezTo>
                <a:cubicBezTo>
                  <a:pt x="723453" y="93211"/>
                  <a:pt x="720809" y="100878"/>
                  <a:pt x="720809" y="108205"/>
                </a:cubicBezTo>
                <a:lnTo>
                  <a:pt x="720809" y="120215"/>
                </a:lnTo>
                <a:cubicBezTo>
                  <a:pt x="720809" y="137513"/>
                  <a:pt x="721489" y="151449"/>
                  <a:pt x="722848" y="162024"/>
                </a:cubicBezTo>
                <a:lnTo>
                  <a:pt x="722395" y="162704"/>
                </a:lnTo>
                <a:cubicBezTo>
                  <a:pt x="719600" y="162251"/>
                  <a:pt x="715975" y="162024"/>
                  <a:pt x="711518" y="162024"/>
                </a:cubicBezTo>
                <a:cubicBezTo>
                  <a:pt x="707061" y="162024"/>
                  <a:pt x="703436" y="162251"/>
                  <a:pt x="700641" y="162704"/>
                </a:cubicBezTo>
                <a:lnTo>
                  <a:pt x="700188" y="162024"/>
                </a:lnTo>
                <a:cubicBezTo>
                  <a:pt x="701547" y="152431"/>
                  <a:pt x="702227" y="138495"/>
                  <a:pt x="702227" y="120215"/>
                </a:cubicBezTo>
                <a:lnTo>
                  <a:pt x="702227" y="107525"/>
                </a:lnTo>
                <a:cubicBezTo>
                  <a:pt x="702227" y="86149"/>
                  <a:pt x="701547" y="71117"/>
                  <a:pt x="700188" y="62430"/>
                </a:cubicBezTo>
                <a:lnTo>
                  <a:pt x="700641" y="61751"/>
                </a:lnTo>
                <a:cubicBezTo>
                  <a:pt x="707439" y="62355"/>
                  <a:pt x="713708" y="62128"/>
                  <a:pt x="719449" y="61071"/>
                </a:cubicBezTo>
                <a:cubicBezTo>
                  <a:pt x="720356" y="61071"/>
                  <a:pt x="720809" y="61864"/>
                  <a:pt x="720809" y="63450"/>
                </a:cubicBezTo>
                <a:lnTo>
                  <a:pt x="720809" y="84525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Text YearofSA">
            <a:extLst xmlns:a="http://schemas.openxmlformats.org/drawingml/2006/main">
              <a:ext uri="{FF2B5EF4-FFF2-40B4-BE49-F238E27FC236}">
                <a16:creationId xmlns:a16="http://schemas.microsoft.com/office/drawing/2014/main" id="{0D571663-0221-4C32-AA1B-6DDB101E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027" y="5212982"/>
            <a:ext cx="978404" cy="164290"/>
          </a:xfrm>
          <a:custGeom xmlns:a="http://schemas.openxmlformats.org/drawingml/2006/main">
            <a:pathLst>
              <a:path w="978404" h="164290">
                <a:moveTo>
                  <a:pt x="73534" y="95855"/>
                </a:moveTo>
                <a:cubicBezTo>
                  <a:pt x="73836" y="131734"/>
                  <a:pt x="74365" y="154018"/>
                  <a:pt x="75120" y="162704"/>
                </a:cubicBezTo>
                <a:cubicBezTo>
                  <a:pt x="72326" y="162251"/>
                  <a:pt x="68454" y="162024"/>
                  <a:pt x="63507" y="162024"/>
                </a:cubicBezTo>
                <a:cubicBezTo>
                  <a:pt x="58559" y="162024"/>
                  <a:pt x="54726" y="162251"/>
                  <a:pt x="52006" y="162704"/>
                </a:cubicBezTo>
                <a:cubicBezTo>
                  <a:pt x="53064" y="150769"/>
                  <a:pt x="53593" y="129280"/>
                  <a:pt x="53593" y="98234"/>
                </a:cubicBezTo>
                <a:cubicBezTo>
                  <a:pt x="48985" y="90379"/>
                  <a:pt x="40015" y="75649"/>
                  <a:pt x="26683" y="54046"/>
                </a:cubicBezTo>
                <a:cubicBezTo>
                  <a:pt x="13351" y="32443"/>
                  <a:pt x="4457" y="18317"/>
                  <a:pt x="0" y="11670"/>
                </a:cubicBezTo>
                <a:cubicBezTo>
                  <a:pt x="3852" y="12123"/>
                  <a:pt x="8271" y="12350"/>
                  <a:pt x="13257" y="12350"/>
                </a:cubicBezTo>
                <a:cubicBezTo>
                  <a:pt x="18015" y="12350"/>
                  <a:pt x="22396" y="12123"/>
                  <a:pt x="26400" y="11670"/>
                </a:cubicBezTo>
                <a:cubicBezTo>
                  <a:pt x="30101" y="18922"/>
                  <a:pt x="43660" y="42753"/>
                  <a:pt x="67076" y="83165"/>
                </a:cubicBezTo>
                <a:cubicBezTo>
                  <a:pt x="84374" y="55972"/>
                  <a:pt x="97894" y="32140"/>
                  <a:pt x="107639" y="11670"/>
                </a:cubicBezTo>
                <a:cubicBezTo>
                  <a:pt x="110433" y="12123"/>
                  <a:pt x="113681" y="12350"/>
                  <a:pt x="117383" y="12350"/>
                </a:cubicBezTo>
                <a:cubicBezTo>
                  <a:pt x="120782" y="12350"/>
                  <a:pt x="124030" y="12123"/>
                  <a:pt x="127127" y="11670"/>
                </a:cubicBezTo>
                <a:cubicBezTo>
                  <a:pt x="122368" y="19073"/>
                  <a:pt x="116268" y="28383"/>
                  <a:pt x="108828" y="39600"/>
                </a:cubicBezTo>
                <a:cubicBezTo>
                  <a:pt x="101388" y="50817"/>
                  <a:pt x="96082" y="58861"/>
                  <a:pt x="92909" y="63733"/>
                </a:cubicBezTo>
                <a:cubicBezTo>
                  <a:pt x="89737" y="68605"/>
                  <a:pt x="86300" y="74063"/>
                  <a:pt x="82598" y="80106"/>
                </a:cubicBezTo>
                <a:cubicBezTo>
                  <a:pt x="78897" y="86149"/>
                  <a:pt x="75876" y="91398"/>
                  <a:pt x="73534" y="95855"/>
                </a:cubicBezTo>
                <a:close/>
                <a:moveTo>
                  <a:pt x="143782" y="98688"/>
                </a:moveTo>
                <a:lnTo>
                  <a:pt x="186497" y="98688"/>
                </a:lnTo>
                <a:cubicBezTo>
                  <a:pt x="188688" y="98688"/>
                  <a:pt x="189783" y="97592"/>
                  <a:pt x="189783" y="95402"/>
                </a:cubicBezTo>
                <a:cubicBezTo>
                  <a:pt x="189783" y="87168"/>
                  <a:pt x="187800" y="80786"/>
                  <a:pt x="183834" y="76253"/>
                </a:cubicBezTo>
                <a:cubicBezTo>
                  <a:pt x="179869" y="71721"/>
                  <a:pt x="175337" y="69455"/>
                  <a:pt x="170238" y="69455"/>
                </a:cubicBezTo>
                <a:cubicBezTo>
                  <a:pt x="165139" y="69455"/>
                  <a:pt x="159890" y="71665"/>
                  <a:pt x="154489" y="76083"/>
                </a:cubicBezTo>
                <a:cubicBezTo>
                  <a:pt x="149088" y="80502"/>
                  <a:pt x="145519" y="88037"/>
                  <a:pt x="143782" y="98688"/>
                </a:cubicBezTo>
                <a:moveTo>
                  <a:pt x="205759" y="137891"/>
                </a:moveTo>
                <a:lnTo>
                  <a:pt x="210404" y="143669"/>
                </a:lnTo>
                <a:cubicBezTo>
                  <a:pt x="205948" y="149863"/>
                  <a:pt x="200150" y="154848"/>
                  <a:pt x="193012" y="158625"/>
                </a:cubicBezTo>
                <a:cubicBezTo>
                  <a:pt x="185874" y="162402"/>
                  <a:pt x="178188" y="164290"/>
                  <a:pt x="169955" y="164290"/>
                </a:cubicBezTo>
                <a:cubicBezTo>
                  <a:pt x="153866" y="164290"/>
                  <a:pt x="141591" y="159192"/>
                  <a:pt x="133131" y="148994"/>
                </a:cubicBezTo>
                <a:cubicBezTo>
                  <a:pt x="126182" y="140610"/>
                  <a:pt x="122707" y="128789"/>
                  <a:pt x="122707" y="113530"/>
                </a:cubicBezTo>
                <a:cubicBezTo>
                  <a:pt x="122707" y="97290"/>
                  <a:pt x="127466" y="84336"/>
                  <a:pt x="136983" y="74667"/>
                </a:cubicBezTo>
                <a:cubicBezTo>
                  <a:pt x="146501" y="64999"/>
                  <a:pt x="157567" y="60164"/>
                  <a:pt x="170181" y="60164"/>
                </a:cubicBezTo>
                <a:cubicBezTo>
                  <a:pt x="184080" y="60164"/>
                  <a:pt x="194258" y="64564"/>
                  <a:pt x="200717" y="73364"/>
                </a:cubicBezTo>
                <a:cubicBezTo>
                  <a:pt x="207175" y="82164"/>
                  <a:pt x="210404" y="92380"/>
                  <a:pt x="210404" y="104013"/>
                </a:cubicBezTo>
                <a:cubicBezTo>
                  <a:pt x="210404" y="106657"/>
                  <a:pt x="209007" y="107978"/>
                  <a:pt x="206212" y="107978"/>
                </a:cubicBezTo>
                <a:lnTo>
                  <a:pt x="143102" y="107978"/>
                </a:lnTo>
                <a:cubicBezTo>
                  <a:pt x="143102" y="121726"/>
                  <a:pt x="144952" y="131546"/>
                  <a:pt x="148654" y="137437"/>
                </a:cubicBezTo>
                <a:cubicBezTo>
                  <a:pt x="154243" y="146275"/>
                  <a:pt x="162665" y="150694"/>
                  <a:pt x="173920" y="150694"/>
                </a:cubicBezTo>
                <a:cubicBezTo>
                  <a:pt x="187290" y="150694"/>
                  <a:pt x="197903" y="146426"/>
                  <a:pt x="205759" y="137891"/>
                </a:cubicBezTo>
                <a:close/>
                <a:moveTo>
                  <a:pt x="291842" y="109791"/>
                </a:moveTo>
                <a:lnTo>
                  <a:pt x="272127" y="115117"/>
                </a:lnTo>
                <a:cubicBezTo>
                  <a:pt x="263591" y="117458"/>
                  <a:pt x="257624" y="120517"/>
                  <a:pt x="254225" y="124294"/>
                </a:cubicBezTo>
                <a:cubicBezTo>
                  <a:pt x="250826" y="128071"/>
                  <a:pt x="249126" y="132754"/>
                  <a:pt x="249126" y="138344"/>
                </a:cubicBezTo>
                <a:cubicBezTo>
                  <a:pt x="249126" y="142045"/>
                  <a:pt x="250712" y="145331"/>
                  <a:pt x="253885" y="148201"/>
                </a:cubicBezTo>
                <a:cubicBezTo>
                  <a:pt x="257057" y="151072"/>
                  <a:pt x="261212" y="152507"/>
                  <a:pt x="266348" y="152507"/>
                </a:cubicBezTo>
                <a:cubicBezTo>
                  <a:pt x="272542" y="152507"/>
                  <a:pt x="279643" y="149485"/>
                  <a:pt x="287649" y="143443"/>
                </a:cubicBezTo>
                <a:cubicBezTo>
                  <a:pt x="289840" y="141932"/>
                  <a:pt x="290935" y="139930"/>
                  <a:pt x="290935" y="137437"/>
                </a:cubicBezTo>
                <a:lnTo>
                  <a:pt x="291842" y="109791"/>
                </a:lnTo>
                <a:moveTo>
                  <a:pt x="291842" y="150921"/>
                </a:moveTo>
                <a:lnTo>
                  <a:pt x="290935" y="150921"/>
                </a:lnTo>
                <a:cubicBezTo>
                  <a:pt x="284741" y="156208"/>
                  <a:pt x="279510" y="159758"/>
                  <a:pt x="275243" y="161571"/>
                </a:cubicBezTo>
                <a:cubicBezTo>
                  <a:pt x="270975" y="163384"/>
                  <a:pt x="265668" y="164290"/>
                  <a:pt x="259323" y="164290"/>
                </a:cubicBezTo>
                <a:cubicBezTo>
                  <a:pt x="250335" y="164290"/>
                  <a:pt x="243253" y="162213"/>
                  <a:pt x="238079" y="158059"/>
                </a:cubicBezTo>
                <a:cubicBezTo>
                  <a:pt x="232905" y="153904"/>
                  <a:pt x="230318" y="147635"/>
                  <a:pt x="230318" y="139250"/>
                </a:cubicBezTo>
                <a:cubicBezTo>
                  <a:pt x="230318" y="131395"/>
                  <a:pt x="233755" y="124483"/>
                  <a:pt x="240628" y="118516"/>
                </a:cubicBezTo>
                <a:cubicBezTo>
                  <a:pt x="247502" y="112548"/>
                  <a:pt x="256906" y="108243"/>
                  <a:pt x="268841" y="105599"/>
                </a:cubicBezTo>
                <a:lnTo>
                  <a:pt x="290482" y="100727"/>
                </a:lnTo>
                <a:cubicBezTo>
                  <a:pt x="291539" y="100425"/>
                  <a:pt x="292068" y="99518"/>
                  <a:pt x="292068" y="98008"/>
                </a:cubicBezTo>
                <a:cubicBezTo>
                  <a:pt x="292068" y="93022"/>
                  <a:pt x="291521" y="88717"/>
                  <a:pt x="290425" y="85091"/>
                </a:cubicBezTo>
                <a:cubicBezTo>
                  <a:pt x="289330" y="81465"/>
                  <a:pt x="288084" y="78765"/>
                  <a:pt x="286686" y="76990"/>
                </a:cubicBezTo>
                <a:cubicBezTo>
                  <a:pt x="285289" y="75215"/>
                  <a:pt x="283438" y="73817"/>
                  <a:pt x="281134" y="72798"/>
                </a:cubicBezTo>
                <a:cubicBezTo>
                  <a:pt x="278831" y="71778"/>
                  <a:pt x="276904" y="71155"/>
                  <a:pt x="275356" y="70928"/>
                </a:cubicBezTo>
                <a:cubicBezTo>
                  <a:pt x="273807" y="70702"/>
                  <a:pt x="271938" y="70588"/>
                  <a:pt x="269747" y="70588"/>
                </a:cubicBezTo>
                <a:cubicBezTo>
                  <a:pt x="260910" y="70588"/>
                  <a:pt x="252412" y="77160"/>
                  <a:pt x="244254" y="90303"/>
                </a:cubicBezTo>
                <a:lnTo>
                  <a:pt x="241195" y="90076"/>
                </a:lnTo>
                <a:lnTo>
                  <a:pt x="237343" y="74554"/>
                </a:lnTo>
                <a:lnTo>
                  <a:pt x="238022" y="73647"/>
                </a:lnTo>
                <a:cubicBezTo>
                  <a:pt x="248673" y="64659"/>
                  <a:pt x="260041" y="60164"/>
                  <a:pt x="272127" y="60164"/>
                </a:cubicBezTo>
                <a:cubicBezTo>
                  <a:pt x="297658" y="60164"/>
                  <a:pt x="310423" y="72703"/>
                  <a:pt x="310423" y="97781"/>
                </a:cubicBezTo>
                <a:cubicBezTo>
                  <a:pt x="310423" y="98310"/>
                  <a:pt x="310310" y="103635"/>
                  <a:pt x="310084" y="113757"/>
                </a:cubicBezTo>
                <a:cubicBezTo>
                  <a:pt x="309857" y="123879"/>
                  <a:pt x="309744" y="130224"/>
                  <a:pt x="309744" y="132792"/>
                </a:cubicBezTo>
                <a:cubicBezTo>
                  <a:pt x="309744" y="142536"/>
                  <a:pt x="311028" y="148579"/>
                  <a:pt x="313596" y="150921"/>
                </a:cubicBezTo>
                <a:cubicBezTo>
                  <a:pt x="314880" y="152054"/>
                  <a:pt x="317146" y="152620"/>
                  <a:pt x="320394" y="152620"/>
                </a:cubicBezTo>
                <a:cubicBezTo>
                  <a:pt x="322283" y="152620"/>
                  <a:pt x="324360" y="152205"/>
                  <a:pt x="326626" y="151374"/>
                </a:cubicBezTo>
                <a:lnTo>
                  <a:pt x="328439" y="157152"/>
                </a:lnTo>
                <a:cubicBezTo>
                  <a:pt x="323907" y="161911"/>
                  <a:pt x="317750" y="164290"/>
                  <a:pt x="309970" y="164290"/>
                </a:cubicBezTo>
                <a:cubicBezTo>
                  <a:pt x="305589" y="164290"/>
                  <a:pt x="301793" y="163157"/>
                  <a:pt x="298583" y="160891"/>
                </a:cubicBezTo>
                <a:cubicBezTo>
                  <a:pt x="295373" y="158625"/>
                  <a:pt x="293126" y="155302"/>
                  <a:pt x="291842" y="150921"/>
                </a:cubicBezTo>
                <a:close/>
                <a:moveTo>
                  <a:pt x="370258" y="84525"/>
                </a:moveTo>
                <a:lnTo>
                  <a:pt x="370938" y="84978"/>
                </a:lnTo>
                <a:cubicBezTo>
                  <a:pt x="376376" y="75687"/>
                  <a:pt x="381135" y="69229"/>
                  <a:pt x="385214" y="65603"/>
                </a:cubicBezTo>
                <a:cubicBezTo>
                  <a:pt x="389293" y="61977"/>
                  <a:pt x="394354" y="60164"/>
                  <a:pt x="400397" y="60164"/>
                </a:cubicBezTo>
                <a:cubicBezTo>
                  <a:pt x="402285" y="60164"/>
                  <a:pt x="405080" y="60693"/>
                  <a:pt x="408781" y="61751"/>
                </a:cubicBezTo>
                <a:lnTo>
                  <a:pt x="409688" y="62657"/>
                </a:lnTo>
                <a:lnTo>
                  <a:pt x="405042" y="79879"/>
                </a:lnTo>
                <a:lnTo>
                  <a:pt x="403229" y="80332"/>
                </a:lnTo>
                <a:cubicBezTo>
                  <a:pt x="400888" y="78142"/>
                  <a:pt x="396846" y="77047"/>
                  <a:pt x="391106" y="77047"/>
                </a:cubicBezTo>
                <a:cubicBezTo>
                  <a:pt x="385969" y="77047"/>
                  <a:pt x="381664" y="79766"/>
                  <a:pt x="378189" y="85204"/>
                </a:cubicBezTo>
                <a:cubicBezTo>
                  <a:pt x="372902" y="93211"/>
                  <a:pt x="370258" y="100878"/>
                  <a:pt x="370258" y="108205"/>
                </a:cubicBezTo>
                <a:lnTo>
                  <a:pt x="370258" y="120215"/>
                </a:lnTo>
                <a:cubicBezTo>
                  <a:pt x="370258" y="137513"/>
                  <a:pt x="370938" y="151449"/>
                  <a:pt x="372297" y="162024"/>
                </a:cubicBezTo>
                <a:lnTo>
                  <a:pt x="371844" y="162704"/>
                </a:lnTo>
                <a:cubicBezTo>
                  <a:pt x="369049" y="162251"/>
                  <a:pt x="365424" y="162024"/>
                  <a:pt x="360967" y="162024"/>
                </a:cubicBezTo>
                <a:cubicBezTo>
                  <a:pt x="356510" y="162024"/>
                  <a:pt x="352885" y="162251"/>
                  <a:pt x="350090" y="162704"/>
                </a:cubicBezTo>
                <a:lnTo>
                  <a:pt x="349637" y="162024"/>
                </a:lnTo>
                <a:cubicBezTo>
                  <a:pt x="350996" y="152431"/>
                  <a:pt x="351676" y="138495"/>
                  <a:pt x="351676" y="120215"/>
                </a:cubicBezTo>
                <a:lnTo>
                  <a:pt x="351676" y="107525"/>
                </a:lnTo>
                <a:cubicBezTo>
                  <a:pt x="351676" y="86149"/>
                  <a:pt x="350996" y="71117"/>
                  <a:pt x="349637" y="62430"/>
                </a:cubicBezTo>
                <a:lnTo>
                  <a:pt x="350090" y="61751"/>
                </a:lnTo>
                <a:cubicBezTo>
                  <a:pt x="356888" y="62355"/>
                  <a:pt x="363158" y="62128"/>
                  <a:pt x="368898" y="61071"/>
                </a:cubicBezTo>
                <a:cubicBezTo>
                  <a:pt x="369805" y="61071"/>
                  <a:pt x="370258" y="61864"/>
                  <a:pt x="370258" y="63450"/>
                </a:cubicBezTo>
                <a:lnTo>
                  <a:pt x="370258" y="84525"/>
                </a:lnTo>
                <a:close/>
                <a:moveTo>
                  <a:pt x="480734" y="114437"/>
                </a:moveTo>
                <a:cubicBezTo>
                  <a:pt x="480734" y="98045"/>
                  <a:pt x="485285" y="84902"/>
                  <a:pt x="494387" y="75007"/>
                </a:cubicBezTo>
                <a:cubicBezTo>
                  <a:pt x="503489" y="65112"/>
                  <a:pt x="515631" y="60164"/>
                  <a:pt x="530814" y="60164"/>
                </a:cubicBezTo>
                <a:cubicBezTo>
                  <a:pt x="546299" y="60164"/>
                  <a:pt x="558214" y="64847"/>
                  <a:pt x="566561" y="74214"/>
                </a:cubicBezTo>
                <a:cubicBezTo>
                  <a:pt x="574908" y="83580"/>
                  <a:pt x="579081" y="96308"/>
                  <a:pt x="579081" y="112397"/>
                </a:cubicBezTo>
                <a:cubicBezTo>
                  <a:pt x="579081" y="127882"/>
                  <a:pt x="574681" y="140402"/>
                  <a:pt x="565881" y="149957"/>
                </a:cubicBezTo>
                <a:cubicBezTo>
                  <a:pt x="557081" y="159513"/>
                  <a:pt x="545090" y="164290"/>
                  <a:pt x="529907" y="164290"/>
                </a:cubicBezTo>
                <a:cubicBezTo>
                  <a:pt x="514876" y="164290"/>
                  <a:pt x="502922" y="159569"/>
                  <a:pt x="494047" y="150127"/>
                </a:cubicBezTo>
                <a:cubicBezTo>
                  <a:pt x="485171" y="140685"/>
                  <a:pt x="480734" y="128789"/>
                  <a:pt x="480734" y="114437"/>
                </a:cubicBezTo>
                <a:moveTo>
                  <a:pt x="529228" y="69455"/>
                </a:moveTo>
                <a:cubicBezTo>
                  <a:pt x="522429" y="69455"/>
                  <a:pt x="516821" y="71532"/>
                  <a:pt x="512402" y="75687"/>
                </a:cubicBezTo>
                <a:cubicBezTo>
                  <a:pt x="507983" y="79841"/>
                  <a:pt x="504999" y="84827"/>
                  <a:pt x="503451" y="90643"/>
                </a:cubicBezTo>
                <a:cubicBezTo>
                  <a:pt x="501902" y="96459"/>
                  <a:pt x="501128" y="103069"/>
                  <a:pt x="501128" y="110471"/>
                </a:cubicBezTo>
                <a:cubicBezTo>
                  <a:pt x="501128" y="117420"/>
                  <a:pt x="501902" y="123992"/>
                  <a:pt x="503451" y="130186"/>
                </a:cubicBezTo>
                <a:cubicBezTo>
                  <a:pt x="504999" y="136380"/>
                  <a:pt x="508247" y="142083"/>
                  <a:pt x="513195" y="147295"/>
                </a:cubicBezTo>
                <a:cubicBezTo>
                  <a:pt x="518143" y="152507"/>
                  <a:pt x="524393" y="155113"/>
                  <a:pt x="531947" y="155113"/>
                </a:cubicBezTo>
                <a:cubicBezTo>
                  <a:pt x="539651" y="155113"/>
                  <a:pt x="546034" y="151468"/>
                  <a:pt x="551095" y="144179"/>
                </a:cubicBezTo>
                <a:cubicBezTo>
                  <a:pt x="556156" y="136890"/>
                  <a:pt x="558686" y="127693"/>
                  <a:pt x="558686" y="116590"/>
                </a:cubicBezTo>
                <a:cubicBezTo>
                  <a:pt x="558686" y="100954"/>
                  <a:pt x="556647" y="89189"/>
                  <a:pt x="552568" y="81295"/>
                </a:cubicBezTo>
                <a:cubicBezTo>
                  <a:pt x="548489" y="73402"/>
                  <a:pt x="540709" y="69455"/>
                  <a:pt x="529228" y="69455"/>
                </a:cubicBezTo>
                <a:close/>
                <a:moveTo>
                  <a:pt x="610920" y="62430"/>
                </a:moveTo>
                <a:lnTo>
                  <a:pt x="610920" y="53479"/>
                </a:lnTo>
                <a:cubicBezTo>
                  <a:pt x="610920" y="40487"/>
                  <a:pt x="615150" y="28628"/>
                  <a:pt x="623610" y="17902"/>
                </a:cubicBezTo>
                <a:cubicBezTo>
                  <a:pt x="627915" y="12312"/>
                  <a:pt x="633524" y="7931"/>
                  <a:pt x="640435" y="4759"/>
                </a:cubicBezTo>
                <a:cubicBezTo>
                  <a:pt x="647347" y="1586"/>
                  <a:pt x="654428" y="0"/>
                  <a:pt x="661680" y="0"/>
                </a:cubicBezTo>
                <a:cubicBezTo>
                  <a:pt x="666136" y="0"/>
                  <a:pt x="669611" y="793"/>
                  <a:pt x="672104" y="2379"/>
                </a:cubicBezTo>
                <a:lnTo>
                  <a:pt x="672330" y="3059"/>
                </a:lnTo>
                <a:cubicBezTo>
                  <a:pt x="669989" y="7667"/>
                  <a:pt x="667836" y="14012"/>
                  <a:pt x="665872" y="22094"/>
                </a:cubicBezTo>
                <a:lnTo>
                  <a:pt x="663379" y="22321"/>
                </a:lnTo>
                <a:cubicBezTo>
                  <a:pt x="660433" y="16882"/>
                  <a:pt x="655939" y="14163"/>
                  <a:pt x="649896" y="14163"/>
                </a:cubicBezTo>
                <a:cubicBezTo>
                  <a:pt x="643249" y="14163"/>
                  <a:pt x="637980" y="16146"/>
                  <a:pt x="634090" y="20111"/>
                </a:cubicBezTo>
                <a:cubicBezTo>
                  <a:pt x="630200" y="24077"/>
                  <a:pt x="628255" y="29308"/>
                  <a:pt x="628255" y="35804"/>
                </a:cubicBezTo>
                <a:cubicBezTo>
                  <a:pt x="628255" y="36861"/>
                  <a:pt x="628463" y="40449"/>
                  <a:pt x="628878" y="46568"/>
                </a:cubicBezTo>
                <a:cubicBezTo>
                  <a:pt x="629294" y="52686"/>
                  <a:pt x="629501" y="57294"/>
                  <a:pt x="629501" y="60391"/>
                </a:cubicBezTo>
                <a:lnTo>
                  <a:pt x="629501" y="62430"/>
                </a:lnTo>
                <a:lnTo>
                  <a:pt x="639472" y="62430"/>
                </a:lnTo>
                <a:cubicBezTo>
                  <a:pt x="643778" y="62430"/>
                  <a:pt x="649178" y="62279"/>
                  <a:pt x="655675" y="61977"/>
                </a:cubicBezTo>
                <a:lnTo>
                  <a:pt x="656808" y="63677"/>
                </a:lnTo>
                <a:cubicBezTo>
                  <a:pt x="655599" y="66774"/>
                  <a:pt x="654693" y="69946"/>
                  <a:pt x="654088" y="73194"/>
                </a:cubicBezTo>
                <a:cubicBezTo>
                  <a:pt x="650991" y="72892"/>
                  <a:pt x="645402" y="72741"/>
                  <a:pt x="637319" y="72741"/>
                </a:cubicBezTo>
                <a:lnTo>
                  <a:pt x="629501" y="72741"/>
                </a:lnTo>
                <a:lnTo>
                  <a:pt x="629501" y="115796"/>
                </a:lnTo>
                <a:cubicBezTo>
                  <a:pt x="629501" y="136191"/>
                  <a:pt x="630257" y="151600"/>
                  <a:pt x="631767" y="162024"/>
                </a:cubicBezTo>
                <a:lnTo>
                  <a:pt x="631314" y="162704"/>
                </a:lnTo>
                <a:cubicBezTo>
                  <a:pt x="628519" y="162251"/>
                  <a:pt x="624799" y="162024"/>
                  <a:pt x="620154" y="162024"/>
                </a:cubicBezTo>
                <a:cubicBezTo>
                  <a:pt x="615508" y="162024"/>
                  <a:pt x="611788" y="162251"/>
                  <a:pt x="608993" y="162704"/>
                </a:cubicBezTo>
                <a:lnTo>
                  <a:pt x="608540" y="162024"/>
                </a:lnTo>
                <a:cubicBezTo>
                  <a:pt x="610051" y="152280"/>
                  <a:pt x="610844" y="136871"/>
                  <a:pt x="610920" y="115796"/>
                </a:cubicBezTo>
                <a:lnTo>
                  <a:pt x="610920" y="72741"/>
                </a:lnTo>
                <a:lnTo>
                  <a:pt x="610693" y="72741"/>
                </a:lnTo>
                <a:cubicBezTo>
                  <a:pt x="603593" y="72741"/>
                  <a:pt x="597852" y="72892"/>
                  <a:pt x="593471" y="73194"/>
                </a:cubicBezTo>
                <a:lnTo>
                  <a:pt x="592338" y="71495"/>
                </a:lnTo>
                <a:cubicBezTo>
                  <a:pt x="594528" y="68096"/>
                  <a:pt x="596228" y="64923"/>
                  <a:pt x="597436" y="61977"/>
                </a:cubicBezTo>
                <a:cubicBezTo>
                  <a:pt x="599778" y="62279"/>
                  <a:pt x="604272" y="62430"/>
                  <a:pt x="610920" y="62430"/>
                </a:cubicBezTo>
                <a:close/>
                <a:moveTo>
                  <a:pt x="774991" y="154093"/>
                </a:moveTo>
                <a:cubicBezTo>
                  <a:pt x="782242" y="154093"/>
                  <a:pt x="788568" y="151657"/>
                  <a:pt x="793969" y="146785"/>
                </a:cubicBezTo>
                <a:cubicBezTo>
                  <a:pt x="799370" y="141913"/>
                  <a:pt x="802070" y="135322"/>
                  <a:pt x="802070" y="127013"/>
                </a:cubicBezTo>
                <a:cubicBezTo>
                  <a:pt x="802070" y="118025"/>
                  <a:pt x="799748" y="111094"/>
                  <a:pt x="795102" y="106222"/>
                </a:cubicBezTo>
                <a:cubicBezTo>
                  <a:pt x="790457" y="101350"/>
                  <a:pt x="783753" y="97064"/>
                  <a:pt x="774991" y="93362"/>
                </a:cubicBezTo>
                <a:cubicBezTo>
                  <a:pt x="769250" y="91021"/>
                  <a:pt x="764359" y="88698"/>
                  <a:pt x="760318" y="86394"/>
                </a:cubicBezTo>
                <a:cubicBezTo>
                  <a:pt x="756277" y="84090"/>
                  <a:pt x="752179" y="81182"/>
                  <a:pt x="748024" y="77670"/>
                </a:cubicBezTo>
                <a:cubicBezTo>
                  <a:pt x="743870" y="74157"/>
                  <a:pt x="740660" y="70059"/>
                  <a:pt x="738394" y="65376"/>
                </a:cubicBezTo>
                <a:cubicBezTo>
                  <a:pt x="736128" y="60693"/>
                  <a:pt x="734995" y="55406"/>
                  <a:pt x="734995" y="49514"/>
                </a:cubicBezTo>
                <a:cubicBezTo>
                  <a:pt x="734995" y="41507"/>
                  <a:pt x="737431" y="34237"/>
                  <a:pt x="742303" y="27703"/>
                </a:cubicBezTo>
                <a:cubicBezTo>
                  <a:pt x="747175" y="21169"/>
                  <a:pt x="753274" y="16354"/>
                  <a:pt x="760601" y="13257"/>
                </a:cubicBezTo>
                <a:cubicBezTo>
                  <a:pt x="766946" y="10613"/>
                  <a:pt x="773593" y="9291"/>
                  <a:pt x="780543" y="9291"/>
                </a:cubicBezTo>
                <a:cubicBezTo>
                  <a:pt x="785679" y="9291"/>
                  <a:pt x="790438" y="9650"/>
                  <a:pt x="794819" y="10367"/>
                </a:cubicBezTo>
                <a:cubicBezTo>
                  <a:pt x="799200" y="11085"/>
                  <a:pt x="802712" y="11935"/>
                  <a:pt x="805356" y="12917"/>
                </a:cubicBezTo>
                <a:cubicBezTo>
                  <a:pt x="808000" y="13899"/>
                  <a:pt x="810285" y="14937"/>
                  <a:pt x="812211" y="16032"/>
                </a:cubicBezTo>
                <a:cubicBezTo>
                  <a:pt x="814137" y="17128"/>
                  <a:pt x="815478" y="18015"/>
                  <a:pt x="816233" y="18695"/>
                </a:cubicBezTo>
                <a:lnTo>
                  <a:pt x="817366" y="19828"/>
                </a:lnTo>
                <a:lnTo>
                  <a:pt x="817820" y="20508"/>
                </a:lnTo>
                <a:cubicBezTo>
                  <a:pt x="814874" y="30252"/>
                  <a:pt x="813099" y="37995"/>
                  <a:pt x="812494" y="43735"/>
                </a:cubicBezTo>
                <a:lnTo>
                  <a:pt x="810228" y="43962"/>
                </a:lnTo>
                <a:cubicBezTo>
                  <a:pt x="807131" y="36710"/>
                  <a:pt x="802675" y="30837"/>
                  <a:pt x="796858" y="26343"/>
                </a:cubicBezTo>
                <a:cubicBezTo>
                  <a:pt x="791042" y="21849"/>
                  <a:pt x="784962" y="19602"/>
                  <a:pt x="778616" y="19602"/>
                </a:cubicBezTo>
                <a:cubicBezTo>
                  <a:pt x="772725" y="19602"/>
                  <a:pt x="768004" y="20508"/>
                  <a:pt x="764454" y="22321"/>
                </a:cubicBezTo>
                <a:cubicBezTo>
                  <a:pt x="761508" y="23832"/>
                  <a:pt x="758996" y="26645"/>
                  <a:pt x="756919" y="30762"/>
                </a:cubicBezTo>
                <a:cubicBezTo>
                  <a:pt x="754842" y="34879"/>
                  <a:pt x="753803" y="39014"/>
                  <a:pt x="753803" y="43169"/>
                </a:cubicBezTo>
                <a:cubicBezTo>
                  <a:pt x="753803" y="47625"/>
                  <a:pt x="754653" y="51648"/>
                  <a:pt x="756352" y="55236"/>
                </a:cubicBezTo>
                <a:cubicBezTo>
                  <a:pt x="758052" y="58824"/>
                  <a:pt x="760526" y="61769"/>
                  <a:pt x="763774" y="64073"/>
                </a:cubicBezTo>
                <a:cubicBezTo>
                  <a:pt x="767022" y="66377"/>
                  <a:pt x="769930" y="68190"/>
                  <a:pt x="772498" y="69512"/>
                </a:cubicBezTo>
                <a:cubicBezTo>
                  <a:pt x="775066" y="70834"/>
                  <a:pt x="778277" y="72212"/>
                  <a:pt x="782129" y="73647"/>
                </a:cubicBezTo>
                <a:cubicBezTo>
                  <a:pt x="809851" y="83996"/>
                  <a:pt x="823711" y="99443"/>
                  <a:pt x="823711" y="119989"/>
                </a:cubicBezTo>
                <a:cubicBezTo>
                  <a:pt x="823711" y="133283"/>
                  <a:pt x="818915" y="143990"/>
                  <a:pt x="809322" y="152110"/>
                </a:cubicBezTo>
                <a:cubicBezTo>
                  <a:pt x="799729" y="160230"/>
                  <a:pt x="787643" y="164290"/>
                  <a:pt x="773065" y="164290"/>
                </a:cubicBezTo>
                <a:cubicBezTo>
                  <a:pt x="765058" y="164290"/>
                  <a:pt x="757523" y="163441"/>
                  <a:pt x="750461" y="161741"/>
                </a:cubicBezTo>
                <a:cubicBezTo>
                  <a:pt x="743398" y="160041"/>
                  <a:pt x="738356" y="158323"/>
                  <a:pt x="735334" y="156586"/>
                </a:cubicBezTo>
                <a:lnTo>
                  <a:pt x="730802" y="153866"/>
                </a:lnTo>
                <a:lnTo>
                  <a:pt x="730349" y="153187"/>
                </a:lnTo>
                <a:cubicBezTo>
                  <a:pt x="733446" y="141705"/>
                  <a:pt x="735259" y="133736"/>
                  <a:pt x="735788" y="129280"/>
                </a:cubicBezTo>
                <a:lnTo>
                  <a:pt x="738054" y="129053"/>
                </a:lnTo>
                <a:cubicBezTo>
                  <a:pt x="741604" y="135851"/>
                  <a:pt x="747024" y="141724"/>
                  <a:pt x="754313" y="146672"/>
                </a:cubicBezTo>
                <a:cubicBezTo>
                  <a:pt x="761602" y="151619"/>
                  <a:pt x="768495" y="154093"/>
                  <a:pt x="774991" y="154093"/>
                </a:cubicBezTo>
                <a:close/>
                <a:moveTo>
                  <a:pt x="930703" y="98121"/>
                </a:moveTo>
                <a:cubicBezTo>
                  <a:pt x="923527" y="79539"/>
                  <a:pt x="915709" y="60466"/>
                  <a:pt x="907249" y="40903"/>
                </a:cubicBezTo>
                <a:lnTo>
                  <a:pt x="906796" y="40903"/>
                </a:lnTo>
                <a:lnTo>
                  <a:pt x="882323" y="98008"/>
                </a:lnTo>
                <a:cubicBezTo>
                  <a:pt x="890556" y="98461"/>
                  <a:pt x="898638" y="98688"/>
                  <a:pt x="906570" y="98688"/>
                </a:cubicBezTo>
                <a:cubicBezTo>
                  <a:pt x="914123" y="98688"/>
                  <a:pt x="922168" y="98499"/>
                  <a:pt x="930703" y="98121"/>
                </a:cubicBezTo>
                <a:moveTo>
                  <a:pt x="877790" y="108998"/>
                </a:moveTo>
                <a:cubicBezTo>
                  <a:pt x="868273" y="132263"/>
                  <a:pt x="861852" y="150165"/>
                  <a:pt x="858529" y="162704"/>
                </a:cubicBezTo>
                <a:cubicBezTo>
                  <a:pt x="856640" y="162251"/>
                  <a:pt x="853128" y="162024"/>
                  <a:pt x="847992" y="162024"/>
                </a:cubicBezTo>
                <a:cubicBezTo>
                  <a:pt x="844441" y="162024"/>
                  <a:pt x="841760" y="162251"/>
                  <a:pt x="839947" y="162704"/>
                </a:cubicBezTo>
                <a:cubicBezTo>
                  <a:pt x="866233" y="104995"/>
                  <a:pt x="889045" y="53857"/>
                  <a:pt x="908382" y="9291"/>
                </a:cubicBezTo>
                <a:lnTo>
                  <a:pt x="914841" y="9291"/>
                </a:lnTo>
                <a:cubicBezTo>
                  <a:pt x="920128" y="21830"/>
                  <a:pt x="927606" y="40091"/>
                  <a:pt x="937275" y="64073"/>
                </a:cubicBezTo>
                <a:cubicBezTo>
                  <a:pt x="946943" y="88056"/>
                  <a:pt x="955366" y="108790"/>
                  <a:pt x="962542" y="126277"/>
                </a:cubicBezTo>
                <a:cubicBezTo>
                  <a:pt x="969718" y="143764"/>
                  <a:pt x="975005" y="155906"/>
                  <a:pt x="978404" y="162704"/>
                </a:cubicBezTo>
                <a:cubicBezTo>
                  <a:pt x="975760" y="162251"/>
                  <a:pt x="971153" y="162024"/>
                  <a:pt x="964581" y="162024"/>
                </a:cubicBezTo>
                <a:cubicBezTo>
                  <a:pt x="959445" y="162024"/>
                  <a:pt x="955555" y="162251"/>
                  <a:pt x="952911" y="162704"/>
                </a:cubicBezTo>
                <a:cubicBezTo>
                  <a:pt x="949134" y="149032"/>
                  <a:pt x="943129" y="131130"/>
                  <a:pt x="934895" y="108998"/>
                </a:cubicBezTo>
                <a:cubicBezTo>
                  <a:pt x="928928" y="108545"/>
                  <a:pt x="919864" y="108356"/>
                  <a:pt x="907703" y="108432"/>
                </a:cubicBezTo>
                <a:cubicBezTo>
                  <a:pt x="893880" y="108356"/>
                  <a:pt x="883909" y="108545"/>
                  <a:pt x="877790" y="108998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Text TSolver">
            <a:extLst xmlns:a="http://schemas.openxmlformats.org/drawingml/2006/main">
              <a:ext uri="{FF2B5EF4-FFF2-40B4-BE49-F238E27FC236}">
                <a16:creationId xmlns:a16="http://schemas.microsoft.com/office/drawing/2014/main" id="{4B26CB87-8673-4525-B55E-59F59828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1927" y="5212982"/>
            <a:ext cx="760239" cy="164290"/>
          </a:xfrm>
          <a:custGeom xmlns:a="http://schemas.openxmlformats.org/drawingml/2006/main">
            <a:pathLst>
              <a:path w="760239" h="164290">
                <a:moveTo>
                  <a:pt x="49174" y="58805"/>
                </a:moveTo>
                <a:cubicBezTo>
                  <a:pt x="49174" y="40676"/>
                  <a:pt x="48570" y="29534"/>
                  <a:pt x="47361" y="25380"/>
                </a:cubicBezTo>
                <a:cubicBezTo>
                  <a:pt x="38070" y="25380"/>
                  <a:pt x="29516" y="25644"/>
                  <a:pt x="21698" y="26173"/>
                </a:cubicBezTo>
                <a:cubicBezTo>
                  <a:pt x="13880" y="26702"/>
                  <a:pt x="8384" y="27231"/>
                  <a:pt x="5212" y="27759"/>
                </a:cubicBezTo>
                <a:lnTo>
                  <a:pt x="453" y="28553"/>
                </a:lnTo>
                <a:lnTo>
                  <a:pt x="0" y="27646"/>
                </a:lnTo>
                <a:cubicBezTo>
                  <a:pt x="453" y="24096"/>
                  <a:pt x="453" y="18997"/>
                  <a:pt x="0" y="12350"/>
                </a:cubicBezTo>
                <a:lnTo>
                  <a:pt x="453" y="11670"/>
                </a:lnTo>
                <a:cubicBezTo>
                  <a:pt x="4154" y="12123"/>
                  <a:pt x="8800" y="12350"/>
                  <a:pt x="14390" y="12350"/>
                </a:cubicBezTo>
                <a:lnTo>
                  <a:pt x="103900" y="12350"/>
                </a:lnTo>
                <a:cubicBezTo>
                  <a:pt x="109489" y="12350"/>
                  <a:pt x="114135" y="12123"/>
                  <a:pt x="117836" y="11670"/>
                </a:cubicBezTo>
                <a:lnTo>
                  <a:pt x="118289" y="12350"/>
                </a:lnTo>
                <a:cubicBezTo>
                  <a:pt x="117836" y="18997"/>
                  <a:pt x="117836" y="24096"/>
                  <a:pt x="118289" y="27646"/>
                </a:cubicBezTo>
                <a:lnTo>
                  <a:pt x="117836" y="28553"/>
                </a:lnTo>
                <a:cubicBezTo>
                  <a:pt x="107336" y="26362"/>
                  <a:pt x="91700" y="25305"/>
                  <a:pt x="70928" y="25380"/>
                </a:cubicBezTo>
                <a:cubicBezTo>
                  <a:pt x="69720" y="29534"/>
                  <a:pt x="69115" y="40676"/>
                  <a:pt x="69115" y="58805"/>
                </a:cubicBezTo>
                <a:lnTo>
                  <a:pt x="69115" y="115570"/>
                </a:lnTo>
                <a:cubicBezTo>
                  <a:pt x="69115" y="135511"/>
                  <a:pt x="69908" y="150996"/>
                  <a:pt x="71495" y="162024"/>
                </a:cubicBezTo>
                <a:lnTo>
                  <a:pt x="70928" y="162704"/>
                </a:lnTo>
                <a:cubicBezTo>
                  <a:pt x="68133" y="162251"/>
                  <a:pt x="64187" y="162024"/>
                  <a:pt x="59088" y="162024"/>
                </a:cubicBezTo>
                <a:cubicBezTo>
                  <a:pt x="53989" y="162024"/>
                  <a:pt x="50080" y="162251"/>
                  <a:pt x="47361" y="162704"/>
                </a:cubicBezTo>
                <a:lnTo>
                  <a:pt x="46794" y="162024"/>
                </a:lnTo>
                <a:cubicBezTo>
                  <a:pt x="48305" y="151525"/>
                  <a:pt x="49098" y="136040"/>
                  <a:pt x="49174" y="115570"/>
                </a:cubicBezTo>
                <a:lnTo>
                  <a:pt x="49174" y="58805"/>
                </a:lnTo>
                <a:close/>
                <a:moveTo>
                  <a:pt x="236001" y="154093"/>
                </a:moveTo>
                <a:cubicBezTo>
                  <a:pt x="243253" y="154093"/>
                  <a:pt x="249579" y="151657"/>
                  <a:pt x="254980" y="146785"/>
                </a:cubicBezTo>
                <a:cubicBezTo>
                  <a:pt x="260381" y="141913"/>
                  <a:pt x="263081" y="135322"/>
                  <a:pt x="263081" y="127013"/>
                </a:cubicBezTo>
                <a:cubicBezTo>
                  <a:pt x="263081" y="118025"/>
                  <a:pt x="260758" y="111094"/>
                  <a:pt x="256113" y="106222"/>
                </a:cubicBezTo>
                <a:cubicBezTo>
                  <a:pt x="251467" y="101350"/>
                  <a:pt x="244764" y="97064"/>
                  <a:pt x="236001" y="93362"/>
                </a:cubicBezTo>
                <a:cubicBezTo>
                  <a:pt x="230261" y="91021"/>
                  <a:pt x="225370" y="88698"/>
                  <a:pt x="221329" y="86394"/>
                </a:cubicBezTo>
                <a:cubicBezTo>
                  <a:pt x="217287" y="84090"/>
                  <a:pt x="213190" y="81182"/>
                  <a:pt x="209035" y="77670"/>
                </a:cubicBezTo>
                <a:cubicBezTo>
                  <a:pt x="204881" y="74157"/>
                  <a:pt x="201670" y="70059"/>
                  <a:pt x="199404" y="65376"/>
                </a:cubicBezTo>
                <a:cubicBezTo>
                  <a:pt x="197138" y="60693"/>
                  <a:pt x="196005" y="55406"/>
                  <a:pt x="196005" y="49514"/>
                </a:cubicBezTo>
                <a:cubicBezTo>
                  <a:pt x="196005" y="41507"/>
                  <a:pt x="198441" y="34237"/>
                  <a:pt x="203313" y="27703"/>
                </a:cubicBezTo>
                <a:cubicBezTo>
                  <a:pt x="208185" y="21169"/>
                  <a:pt x="214285" y="16354"/>
                  <a:pt x="221612" y="13257"/>
                </a:cubicBezTo>
                <a:cubicBezTo>
                  <a:pt x="227957" y="10613"/>
                  <a:pt x="234604" y="9291"/>
                  <a:pt x="241553" y="9291"/>
                </a:cubicBezTo>
                <a:cubicBezTo>
                  <a:pt x="246690" y="9291"/>
                  <a:pt x="251448" y="9650"/>
                  <a:pt x="255830" y="10367"/>
                </a:cubicBezTo>
                <a:cubicBezTo>
                  <a:pt x="260211" y="11085"/>
                  <a:pt x="263723" y="11935"/>
                  <a:pt x="266367" y="12917"/>
                </a:cubicBezTo>
                <a:cubicBezTo>
                  <a:pt x="269011" y="13899"/>
                  <a:pt x="271296" y="14937"/>
                  <a:pt x="273222" y="16032"/>
                </a:cubicBezTo>
                <a:cubicBezTo>
                  <a:pt x="275148" y="17128"/>
                  <a:pt x="276489" y="18015"/>
                  <a:pt x="277244" y="18695"/>
                </a:cubicBezTo>
                <a:lnTo>
                  <a:pt x="278377" y="19828"/>
                </a:lnTo>
                <a:lnTo>
                  <a:pt x="278830" y="20508"/>
                </a:lnTo>
                <a:cubicBezTo>
                  <a:pt x="275884" y="30252"/>
                  <a:pt x="274109" y="37995"/>
                  <a:pt x="273505" y="43735"/>
                </a:cubicBezTo>
                <a:lnTo>
                  <a:pt x="271239" y="43962"/>
                </a:lnTo>
                <a:cubicBezTo>
                  <a:pt x="268142" y="36710"/>
                  <a:pt x="263685" y="30837"/>
                  <a:pt x="257869" y="26343"/>
                </a:cubicBezTo>
                <a:cubicBezTo>
                  <a:pt x="252053" y="21849"/>
                  <a:pt x="245972" y="19602"/>
                  <a:pt x="239627" y="19602"/>
                </a:cubicBezTo>
                <a:cubicBezTo>
                  <a:pt x="233735" y="19602"/>
                  <a:pt x="229014" y="20508"/>
                  <a:pt x="225464" y="22321"/>
                </a:cubicBezTo>
                <a:cubicBezTo>
                  <a:pt x="222518" y="23832"/>
                  <a:pt x="220007" y="26645"/>
                  <a:pt x="217929" y="30762"/>
                </a:cubicBezTo>
                <a:cubicBezTo>
                  <a:pt x="215852" y="34879"/>
                  <a:pt x="214814" y="39014"/>
                  <a:pt x="214814" y="43169"/>
                </a:cubicBezTo>
                <a:cubicBezTo>
                  <a:pt x="214814" y="47625"/>
                  <a:pt x="215663" y="51648"/>
                  <a:pt x="217363" y="55236"/>
                </a:cubicBezTo>
                <a:cubicBezTo>
                  <a:pt x="219063" y="58824"/>
                  <a:pt x="221536" y="61769"/>
                  <a:pt x="224784" y="64073"/>
                </a:cubicBezTo>
                <a:cubicBezTo>
                  <a:pt x="228032" y="66377"/>
                  <a:pt x="230941" y="68190"/>
                  <a:pt x="233509" y="69512"/>
                </a:cubicBezTo>
                <a:cubicBezTo>
                  <a:pt x="236077" y="70834"/>
                  <a:pt x="239287" y="72212"/>
                  <a:pt x="243140" y="73647"/>
                </a:cubicBezTo>
                <a:cubicBezTo>
                  <a:pt x="270861" y="83996"/>
                  <a:pt x="284722" y="99443"/>
                  <a:pt x="284722" y="119989"/>
                </a:cubicBezTo>
                <a:cubicBezTo>
                  <a:pt x="284722" y="133283"/>
                  <a:pt x="279925" y="143990"/>
                  <a:pt x="270332" y="152110"/>
                </a:cubicBezTo>
                <a:cubicBezTo>
                  <a:pt x="260739" y="160230"/>
                  <a:pt x="248654" y="164290"/>
                  <a:pt x="234075" y="164290"/>
                </a:cubicBezTo>
                <a:cubicBezTo>
                  <a:pt x="226068" y="164290"/>
                  <a:pt x="218534" y="163441"/>
                  <a:pt x="211471" y="161741"/>
                </a:cubicBezTo>
                <a:cubicBezTo>
                  <a:pt x="204409" y="160041"/>
                  <a:pt x="199367" y="158323"/>
                  <a:pt x="196345" y="156586"/>
                </a:cubicBezTo>
                <a:lnTo>
                  <a:pt x="191813" y="153866"/>
                </a:lnTo>
                <a:lnTo>
                  <a:pt x="191360" y="153187"/>
                </a:lnTo>
                <a:cubicBezTo>
                  <a:pt x="194457" y="141705"/>
                  <a:pt x="196270" y="133736"/>
                  <a:pt x="196798" y="129280"/>
                </a:cubicBezTo>
                <a:lnTo>
                  <a:pt x="199064" y="129053"/>
                </a:lnTo>
                <a:cubicBezTo>
                  <a:pt x="202615" y="135851"/>
                  <a:pt x="208034" y="141724"/>
                  <a:pt x="215323" y="146672"/>
                </a:cubicBezTo>
                <a:cubicBezTo>
                  <a:pt x="222613" y="151619"/>
                  <a:pt x="229505" y="154093"/>
                  <a:pt x="236001" y="154093"/>
                </a:cubicBezTo>
                <a:close/>
                <a:moveTo>
                  <a:pt x="306057" y="114437"/>
                </a:moveTo>
                <a:cubicBezTo>
                  <a:pt x="306057" y="98045"/>
                  <a:pt x="310608" y="84902"/>
                  <a:pt x="319710" y="75007"/>
                </a:cubicBezTo>
                <a:cubicBezTo>
                  <a:pt x="328812" y="65112"/>
                  <a:pt x="340954" y="60164"/>
                  <a:pt x="356137" y="60164"/>
                </a:cubicBezTo>
                <a:cubicBezTo>
                  <a:pt x="371622" y="60164"/>
                  <a:pt x="383538" y="64847"/>
                  <a:pt x="391884" y="74214"/>
                </a:cubicBezTo>
                <a:cubicBezTo>
                  <a:pt x="400231" y="83580"/>
                  <a:pt x="404404" y="96308"/>
                  <a:pt x="404404" y="112397"/>
                </a:cubicBezTo>
                <a:cubicBezTo>
                  <a:pt x="404404" y="127882"/>
                  <a:pt x="400005" y="140402"/>
                  <a:pt x="391205" y="149957"/>
                </a:cubicBezTo>
                <a:cubicBezTo>
                  <a:pt x="382405" y="159513"/>
                  <a:pt x="370413" y="164290"/>
                  <a:pt x="355231" y="164290"/>
                </a:cubicBezTo>
                <a:cubicBezTo>
                  <a:pt x="340199" y="164290"/>
                  <a:pt x="328246" y="159569"/>
                  <a:pt x="319370" y="150127"/>
                </a:cubicBezTo>
                <a:cubicBezTo>
                  <a:pt x="310495" y="140685"/>
                  <a:pt x="306057" y="128789"/>
                  <a:pt x="306057" y="114437"/>
                </a:cubicBezTo>
                <a:moveTo>
                  <a:pt x="354551" y="69455"/>
                </a:moveTo>
                <a:cubicBezTo>
                  <a:pt x="347753" y="69455"/>
                  <a:pt x="342144" y="71532"/>
                  <a:pt x="337725" y="75687"/>
                </a:cubicBezTo>
                <a:cubicBezTo>
                  <a:pt x="333306" y="79841"/>
                  <a:pt x="330323" y="84827"/>
                  <a:pt x="328774" y="90643"/>
                </a:cubicBezTo>
                <a:cubicBezTo>
                  <a:pt x="327226" y="96459"/>
                  <a:pt x="326452" y="103069"/>
                  <a:pt x="326452" y="110471"/>
                </a:cubicBezTo>
                <a:cubicBezTo>
                  <a:pt x="326452" y="117420"/>
                  <a:pt x="327226" y="123992"/>
                  <a:pt x="328774" y="130186"/>
                </a:cubicBezTo>
                <a:cubicBezTo>
                  <a:pt x="330323" y="136380"/>
                  <a:pt x="333571" y="142083"/>
                  <a:pt x="338518" y="147295"/>
                </a:cubicBezTo>
                <a:cubicBezTo>
                  <a:pt x="343466" y="152507"/>
                  <a:pt x="349717" y="155113"/>
                  <a:pt x="357270" y="155113"/>
                </a:cubicBezTo>
                <a:cubicBezTo>
                  <a:pt x="364975" y="155113"/>
                  <a:pt x="371358" y="151468"/>
                  <a:pt x="376418" y="144179"/>
                </a:cubicBezTo>
                <a:cubicBezTo>
                  <a:pt x="381479" y="136890"/>
                  <a:pt x="384010" y="127693"/>
                  <a:pt x="384010" y="116590"/>
                </a:cubicBezTo>
                <a:cubicBezTo>
                  <a:pt x="384010" y="100954"/>
                  <a:pt x="381970" y="89189"/>
                  <a:pt x="377891" y="81295"/>
                </a:cubicBezTo>
                <a:cubicBezTo>
                  <a:pt x="373812" y="73402"/>
                  <a:pt x="366032" y="69455"/>
                  <a:pt x="354551" y="69455"/>
                </a:cubicBezTo>
                <a:close/>
                <a:moveTo>
                  <a:pt x="434090" y="115570"/>
                </a:moveTo>
                <a:lnTo>
                  <a:pt x="434090" y="50194"/>
                </a:lnTo>
                <a:cubicBezTo>
                  <a:pt x="434090" y="28062"/>
                  <a:pt x="433410" y="13143"/>
                  <a:pt x="432051" y="5439"/>
                </a:cubicBezTo>
                <a:lnTo>
                  <a:pt x="432504" y="4645"/>
                </a:lnTo>
                <a:cubicBezTo>
                  <a:pt x="439453" y="4192"/>
                  <a:pt x="446176" y="2644"/>
                  <a:pt x="452672" y="0"/>
                </a:cubicBezTo>
                <a:cubicBezTo>
                  <a:pt x="454032" y="0"/>
                  <a:pt x="454749" y="793"/>
                  <a:pt x="454825" y="2379"/>
                </a:cubicBezTo>
                <a:cubicBezTo>
                  <a:pt x="453465" y="21112"/>
                  <a:pt x="452747" y="35653"/>
                  <a:pt x="452672" y="46001"/>
                </a:cubicBezTo>
                <a:lnTo>
                  <a:pt x="452672" y="115570"/>
                </a:lnTo>
                <a:cubicBezTo>
                  <a:pt x="452672" y="136267"/>
                  <a:pt x="453390" y="151751"/>
                  <a:pt x="454825" y="162024"/>
                </a:cubicBezTo>
                <a:lnTo>
                  <a:pt x="454258" y="162704"/>
                </a:lnTo>
                <a:cubicBezTo>
                  <a:pt x="451463" y="162251"/>
                  <a:pt x="447838" y="162024"/>
                  <a:pt x="443381" y="162024"/>
                </a:cubicBezTo>
                <a:cubicBezTo>
                  <a:pt x="438924" y="162024"/>
                  <a:pt x="435299" y="162251"/>
                  <a:pt x="432504" y="162704"/>
                </a:cubicBezTo>
                <a:lnTo>
                  <a:pt x="432051" y="162024"/>
                </a:lnTo>
                <a:cubicBezTo>
                  <a:pt x="433410" y="152129"/>
                  <a:pt x="434090" y="136644"/>
                  <a:pt x="434090" y="115570"/>
                </a:cubicBezTo>
                <a:close/>
                <a:moveTo>
                  <a:pt x="518626" y="162704"/>
                </a:moveTo>
                <a:cubicBezTo>
                  <a:pt x="505331" y="127882"/>
                  <a:pt x="491244" y="94231"/>
                  <a:pt x="476363" y="61751"/>
                </a:cubicBezTo>
                <a:cubicBezTo>
                  <a:pt x="478856" y="62204"/>
                  <a:pt x="483350" y="62430"/>
                  <a:pt x="489846" y="62430"/>
                </a:cubicBezTo>
                <a:cubicBezTo>
                  <a:pt x="495587" y="62430"/>
                  <a:pt x="499439" y="62204"/>
                  <a:pt x="501403" y="61751"/>
                </a:cubicBezTo>
                <a:cubicBezTo>
                  <a:pt x="502159" y="64168"/>
                  <a:pt x="503764" y="69285"/>
                  <a:pt x="506219" y="77103"/>
                </a:cubicBezTo>
                <a:cubicBezTo>
                  <a:pt x="508674" y="84921"/>
                  <a:pt x="510468" y="90605"/>
                  <a:pt x="511601" y="94155"/>
                </a:cubicBezTo>
                <a:cubicBezTo>
                  <a:pt x="512734" y="97706"/>
                  <a:pt x="514358" y="102597"/>
                  <a:pt x="516473" y="108828"/>
                </a:cubicBezTo>
                <a:cubicBezTo>
                  <a:pt x="518588" y="115060"/>
                  <a:pt x="520646" y="120725"/>
                  <a:pt x="522648" y="125824"/>
                </a:cubicBezTo>
                <a:cubicBezTo>
                  <a:pt x="524650" y="130922"/>
                  <a:pt x="526746" y="136002"/>
                  <a:pt x="528936" y="141063"/>
                </a:cubicBezTo>
                <a:lnTo>
                  <a:pt x="529503" y="141063"/>
                </a:lnTo>
                <a:cubicBezTo>
                  <a:pt x="532675" y="134340"/>
                  <a:pt x="535810" y="126541"/>
                  <a:pt x="538907" y="117666"/>
                </a:cubicBezTo>
                <a:cubicBezTo>
                  <a:pt x="542004" y="108790"/>
                  <a:pt x="545346" y="98763"/>
                  <a:pt x="548934" y="87584"/>
                </a:cubicBezTo>
                <a:cubicBezTo>
                  <a:pt x="552522" y="76404"/>
                  <a:pt x="555412" y="67793"/>
                  <a:pt x="557602" y="61751"/>
                </a:cubicBezTo>
                <a:cubicBezTo>
                  <a:pt x="558962" y="62204"/>
                  <a:pt x="561568" y="62430"/>
                  <a:pt x="565420" y="62430"/>
                </a:cubicBezTo>
                <a:cubicBezTo>
                  <a:pt x="569877" y="62430"/>
                  <a:pt x="572823" y="62204"/>
                  <a:pt x="574258" y="61751"/>
                </a:cubicBezTo>
                <a:cubicBezTo>
                  <a:pt x="555072" y="105033"/>
                  <a:pt x="541249" y="138684"/>
                  <a:pt x="532789" y="162704"/>
                </a:cubicBezTo>
                <a:cubicBezTo>
                  <a:pt x="531429" y="162251"/>
                  <a:pt x="529106" y="162024"/>
                  <a:pt x="525820" y="162024"/>
                </a:cubicBezTo>
                <a:cubicBezTo>
                  <a:pt x="522535" y="162024"/>
                  <a:pt x="520136" y="162251"/>
                  <a:pt x="518626" y="162704"/>
                </a:cubicBezTo>
                <a:close/>
                <a:moveTo>
                  <a:pt x="605947" y="98688"/>
                </a:moveTo>
                <a:lnTo>
                  <a:pt x="648662" y="98688"/>
                </a:lnTo>
                <a:cubicBezTo>
                  <a:pt x="650853" y="98688"/>
                  <a:pt x="651948" y="97592"/>
                  <a:pt x="651948" y="95402"/>
                </a:cubicBezTo>
                <a:cubicBezTo>
                  <a:pt x="651948" y="87168"/>
                  <a:pt x="649965" y="80786"/>
                  <a:pt x="646000" y="76253"/>
                </a:cubicBezTo>
                <a:cubicBezTo>
                  <a:pt x="642034" y="71721"/>
                  <a:pt x="637502" y="69455"/>
                  <a:pt x="632403" y="69455"/>
                </a:cubicBezTo>
                <a:cubicBezTo>
                  <a:pt x="627304" y="69455"/>
                  <a:pt x="622055" y="71665"/>
                  <a:pt x="616654" y="76083"/>
                </a:cubicBezTo>
                <a:cubicBezTo>
                  <a:pt x="611253" y="80502"/>
                  <a:pt x="607684" y="88037"/>
                  <a:pt x="605947" y="98688"/>
                </a:cubicBezTo>
                <a:moveTo>
                  <a:pt x="667924" y="137891"/>
                </a:moveTo>
                <a:lnTo>
                  <a:pt x="672569" y="143669"/>
                </a:lnTo>
                <a:cubicBezTo>
                  <a:pt x="668113" y="149863"/>
                  <a:pt x="662315" y="154848"/>
                  <a:pt x="655177" y="158625"/>
                </a:cubicBezTo>
                <a:cubicBezTo>
                  <a:pt x="648039" y="162402"/>
                  <a:pt x="640353" y="164290"/>
                  <a:pt x="632120" y="164290"/>
                </a:cubicBezTo>
                <a:cubicBezTo>
                  <a:pt x="616031" y="164290"/>
                  <a:pt x="603756" y="159192"/>
                  <a:pt x="595296" y="148994"/>
                </a:cubicBezTo>
                <a:cubicBezTo>
                  <a:pt x="588347" y="140610"/>
                  <a:pt x="584872" y="128789"/>
                  <a:pt x="584872" y="113530"/>
                </a:cubicBezTo>
                <a:cubicBezTo>
                  <a:pt x="584872" y="97290"/>
                  <a:pt x="589631" y="84336"/>
                  <a:pt x="599149" y="74667"/>
                </a:cubicBezTo>
                <a:cubicBezTo>
                  <a:pt x="608666" y="64999"/>
                  <a:pt x="619732" y="60164"/>
                  <a:pt x="632347" y="60164"/>
                </a:cubicBezTo>
                <a:cubicBezTo>
                  <a:pt x="646245" y="60164"/>
                  <a:pt x="656424" y="64564"/>
                  <a:pt x="662882" y="73364"/>
                </a:cubicBezTo>
                <a:cubicBezTo>
                  <a:pt x="669340" y="82164"/>
                  <a:pt x="672569" y="92380"/>
                  <a:pt x="672569" y="104013"/>
                </a:cubicBezTo>
                <a:cubicBezTo>
                  <a:pt x="672569" y="106657"/>
                  <a:pt x="671172" y="107978"/>
                  <a:pt x="668377" y="107978"/>
                </a:cubicBezTo>
                <a:lnTo>
                  <a:pt x="605267" y="107978"/>
                </a:lnTo>
                <a:cubicBezTo>
                  <a:pt x="605267" y="121726"/>
                  <a:pt x="607118" y="131546"/>
                  <a:pt x="610819" y="137437"/>
                </a:cubicBezTo>
                <a:cubicBezTo>
                  <a:pt x="616408" y="146275"/>
                  <a:pt x="624831" y="150694"/>
                  <a:pt x="636086" y="150694"/>
                </a:cubicBezTo>
                <a:cubicBezTo>
                  <a:pt x="649455" y="150694"/>
                  <a:pt x="660068" y="146426"/>
                  <a:pt x="667924" y="137891"/>
                </a:cubicBezTo>
                <a:close/>
                <a:moveTo>
                  <a:pt x="720809" y="84525"/>
                </a:moveTo>
                <a:lnTo>
                  <a:pt x="721489" y="84978"/>
                </a:lnTo>
                <a:cubicBezTo>
                  <a:pt x="726927" y="75687"/>
                  <a:pt x="731686" y="69229"/>
                  <a:pt x="735765" y="65603"/>
                </a:cubicBezTo>
                <a:cubicBezTo>
                  <a:pt x="739844" y="61977"/>
                  <a:pt x="744905" y="60164"/>
                  <a:pt x="750948" y="60164"/>
                </a:cubicBezTo>
                <a:cubicBezTo>
                  <a:pt x="752836" y="60164"/>
                  <a:pt x="755631" y="60693"/>
                  <a:pt x="759332" y="61751"/>
                </a:cubicBezTo>
                <a:lnTo>
                  <a:pt x="760239" y="62657"/>
                </a:lnTo>
                <a:lnTo>
                  <a:pt x="755593" y="79879"/>
                </a:lnTo>
                <a:lnTo>
                  <a:pt x="753780" y="80332"/>
                </a:lnTo>
                <a:cubicBezTo>
                  <a:pt x="751439" y="78142"/>
                  <a:pt x="747397" y="77047"/>
                  <a:pt x="741657" y="77047"/>
                </a:cubicBezTo>
                <a:cubicBezTo>
                  <a:pt x="736520" y="77047"/>
                  <a:pt x="732215" y="79766"/>
                  <a:pt x="728740" y="85204"/>
                </a:cubicBezTo>
                <a:cubicBezTo>
                  <a:pt x="723453" y="93211"/>
                  <a:pt x="720809" y="100878"/>
                  <a:pt x="720809" y="108205"/>
                </a:cubicBezTo>
                <a:lnTo>
                  <a:pt x="720809" y="120215"/>
                </a:lnTo>
                <a:cubicBezTo>
                  <a:pt x="720809" y="137513"/>
                  <a:pt x="721489" y="151449"/>
                  <a:pt x="722848" y="162024"/>
                </a:cubicBezTo>
                <a:lnTo>
                  <a:pt x="722395" y="162704"/>
                </a:lnTo>
                <a:cubicBezTo>
                  <a:pt x="719600" y="162251"/>
                  <a:pt x="715975" y="162024"/>
                  <a:pt x="711518" y="162024"/>
                </a:cubicBezTo>
                <a:cubicBezTo>
                  <a:pt x="707061" y="162024"/>
                  <a:pt x="703436" y="162251"/>
                  <a:pt x="700641" y="162704"/>
                </a:cubicBezTo>
                <a:lnTo>
                  <a:pt x="700188" y="162024"/>
                </a:lnTo>
                <a:cubicBezTo>
                  <a:pt x="701547" y="152431"/>
                  <a:pt x="702227" y="138495"/>
                  <a:pt x="702227" y="120215"/>
                </a:cubicBezTo>
                <a:lnTo>
                  <a:pt x="702227" y="107525"/>
                </a:lnTo>
                <a:cubicBezTo>
                  <a:pt x="702227" y="86149"/>
                  <a:pt x="701547" y="71117"/>
                  <a:pt x="700188" y="62430"/>
                </a:cubicBezTo>
                <a:lnTo>
                  <a:pt x="700641" y="61751"/>
                </a:lnTo>
                <a:cubicBezTo>
                  <a:pt x="707439" y="62355"/>
                  <a:pt x="713708" y="62128"/>
                  <a:pt x="719449" y="61071"/>
                </a:cubicBezTo>
                <a:cubicBezTo>
                  <a:pt x="720356" y="61071"/>
                  <a:pt x="720809" y="61864"/>
                  <a:pt x="720809" y="63450"/>
                </a:cubicBezTo>
                <a:lnTo>
                  <a:pt x="720809" y="84525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Text Extractor=KConfigReader">
            <a:extLst xmlns:a="http://schemas.openxmlformats.org/drawingml/2006/main">
              <a:ext uri="{FF2B5EF4-FFF2-40B4-BE49-F238E27FC236}">
                <a16:creationId xmlns:a16="http://schemas.microsoft.com/office/drawing/2014/main" id="{2E4EBA2D-9FC0-4E5A-8A21-2A67428F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801" y="164266"/>
            <a:ext cx="2082848" cy="185980"/>
          </a:xfrm>
          <a:custGeom xmlns:a="http://schemas.openxmlformats.org/drawingml/2006/main">
            <a:pathLst>
              <a:path w="2082848" h="185980">
                <a:moveTo>
                  <a:pt x="19035" y="99060"/>
                </a:moveTo>
                <a:cubicBezTo>
                  <a:pt x="19035" y="114599"/>
                  <a:pt x="19585" y="124148"/>
                  <a:pt x="20686" y="127709"/>
                </a:cubicBezTo>
                <a:cubicBezTo>
                  <a:pt x="28650" y="127709"/>
                  <a:pt x="37293" y="127515"/>
                  <a:pt x="46616" y="127127"/>
                </a:cubicBezTo>
                <a:cubicBezTo>
                  <a:pt x="55940" y="126738"/>
                  <a:pt x="63288" y="126350"/>
                  <a:pt x="68662" y="125961"/>
                </a:cubicBezTo>
                <a:lnTo>
                  <a:pt x="76723" y="125379"/>
                </a:lnTo>
                <a:lnTo>
                  <a:pt x="77111" y="126156"/>
                </a:lnTo>
                <a:cubicBezTo>
                  <a:pt x="76852" y="128292"/>
                  <a:pt x="76723" y="130494"/>
                  <a:pt x="76723" y="132760"/>
                </a:cubicBezTo>
                <a:cubicBezTo>
                  <a:pt x="76723" y="133148"/>
                  <a:pt x="76852" y="135188"/>
                  <a:pt x="77111" y="138878"/>
                </a:cubicBezTo>
                <a:lnTo>
                  <a:pt x="76723" y="139461"/>
                </a:lnTo>
                <a:cubicBezTo>
                  <a:pt x="73550" y="139072"/>
                  <a:pt x="69568" y="138878"/>
                  <a:pt x="64777" y="138878"/>
                </a:cubicBezTo>
                <a:lnTo>
                  <a:pt x="10489" y="138878"/>
                </a:lnTo>
                <a:lnTo>
                  <a:pt x="194" y="139461"/>
                </a:lnTo>
                <a:lnTo>
                  <a:pt x="0" y="138878"/>
                </a:lnTo>
                <a:cubicBezTo>
                  <a:pt x="1295" y="129878"/>
                  <a:pt x="1942" y="116606"/>
                  <a:pt x="1942" y="99060"/>
                </a:cubicBezTo>
                <a:lnTo>
                  <a:pt x="1942" y="50404"/>
                </a:lnTo>
                <a:cubicBezTo>
                  <a:pt x="1942" y="33311"/>
                  <a:pt x="1295" y="20039"/>
                  <a:pt x="0" y="10586"/>
                </a:cubicBezTo>
                <a:lnTo>
                  <a:pt x="388" y="10003"/>
                </a:lnTo>
                <a:cubicBezTo>
                  <a:pt x="2655" y="10392"/>
                  <a:pt x="6021" y="10586"/>
                  <a:pt x="10489" y="10586"/>
                </a:cubicBezTo>
                <a:lnTo>
                  <a:pt x="62835" y="10586"/>
                </a:lnTo>
                <a:cubicBezTo>
                  <a:pt x="67626" y="10586"/>
                  <a:pt x="71608" y="10392"/>
                  <a:pt x="74780" y="10003"/>
                </a:cubicBezTo>
                <a:lnTo>
                  <a:pt x="75169" y="10586"/>
                </a:lnTo>
                <a:cubicBezTo>
                  <a:pt x="74910" y="14276"/>
                  <a:pt x="74780" y="16785"/>
                  <a:pt x="74780" y="18112"/>
                </a:cubicBezTo>
                <a:cubicBezTo>
                  <a:pt x="74780" y="19440"/>
                  <a:pt x="74910" y="21172"/>
                  <a:pt x="75169" y="23308"/>
                </a:cubicBezTo>
                <a:lnTo>
                  <a:pt x="74780" y="24085"/>
                </a:lnTo>
                <a:cubicBezTo>
                  <a:pt x="56458" y="22467"/>
                  <a:pt x="38426" y="21690"/>
                  <a:pt x="20686" y="21754"/>
                </a:cubicBezTo>
                <a:cubicBezTo>
                  <a:pt x="19650" y="25315"/>
                  <a:pt x="19100" y="34865"/>
                  <a:pt x="19035" y="50404"/>
                </a:cubicBezTo>
                <a:lnTo>
                  <a:pt x="19035" y="65846"/>
                </a:lnTo>
                <a:cubicBezTo>
                  <a:pt x="32955" y="65846"/>
                  <a:pt x="47749" y="65198"/>
                  <a:pt x="63418" y="63903"/>
                </a:cubicBezTo>
                <a:lnTo>
                  <a:pt x="64000" y="64486"/>
                </a:lnTo>
                <a:cubicBezTo>
                  <a:pt x="63612" y="66364"/>
                  <a:pt x="63418" y="68484"/>
                  <a:pt x="63418" y="70847"/>
                </a:cubicBezTo>
                <a:cubicBezTo>
                  <a:pt x="63418" y="73210"/>
                  <a:pt x="63612" y="75331"/>
                  <a:pt x="64000" y="77208"/>
                </a:cubicBezTo>
                <a:lnTo>
                  <a:pt x="63418" y="77791"/>
                </a:lnTo>
                <a:cubicBezTo>
                  <a:pt x="50274" y="76496"/>
                  <a:pt x="35480" y="75849"/>
                  <a:pt x="19035" y="75849"/>
                </a:cubicBezTo>
                <a:lnTo>
                  <a:pt x="19035" y="99060"/>
                </a:lnTo>
                <a:close/>
                <a:moveTo>
                  <a:pt x="124973" y="97700"/>
                </a:moveTo>
                <a:lnTo>
                  <a:pt x="93021" y="52929"/>
                </a:lnTo>
                <a:cubicBezTo>
                  <a:pt x="95935" y="53317"/>
                  <a:pt x="99787" y="53512"/>
                  <a:pt x="104578" y="53512"/>
                </a:cubicBezTo>
                <a:cubicBezTo>
                  <a:pt x="108528" y="53512"/>
                  <a:pt x="112121" y="53317"/>
                  <a:pt x="115358" y="52929"/>
                </a:cubicBezTo>
                <a:cubicBezTo>
                  <a:pt x="116524" y="54871"/>
                  <a:pt x="118498" y="58254"/>
                  <a:pt x="121283" y="63078"/>
                </a:cubicBezTo>
                <a:cubicBezTo>
                  <a:pt x="124067" y="67901"/>
                  <a:pt x="126527" y="72029"/>
                  <a:pt x="128663" y="75460"/>
                </a:cubicBezTo>
                <a:cubicBezTo>
                  <a:pt x="130800" y="78892"/>
                  <a:pt x="133066" y="82226"/>
                  <a:pt x="135462" y="85463"/>
                </a:cubicBezTo>
                <a:cubicBezTo>
                  <a:pt x="138764" y="81190"/>
                  <a:pt x="143118" y="74958"/>
                  <a:pt x="148524" y="66768"/>
                </a:cubicBezTo>
                <a:cubicBezTo>
                  <a:pt x="153930" y="58578"/>
                  <a:pt x="156989" y="53965"/>
                  <a:pt x="157702" y="52929"/>
                </a:cubicBezTo>
                <a:cubicBezTo>
                  <a:pt x="159579" y="53317"/>
                  <a:pt x="162039" y="53512"/>
                  <a:pt x="165082" y="53512"/>
                </a:cubicBezTo>
                <a:cubicBezTo>
                  <a:pt x="168773" y="53512"/>
                  <a:pt x="171751" y="53317"/>
                  <a:pt x="174017" y="52929"/>
                </a:cubicBezTo>
                <a:lnTo>
                  <a:pt x="141386" y="93039"/>
                </a:lnTo>
                <a:cubicBezTo>
                  <a:pt x="143328" y="95887"/>
                  <a:pt x="146565" y="100695"/>
                  <a:pt x="151098" y="107460"/>
                </a:cubicBezTo>
                <a:cubicBezTo>
                  <a:pt x="155630" y="114226"/>
                  <a:pt x="159644" y="120086"/>
                  <a:pt x="163140" y="125039"/>
                </a:cubicBezTo>
                <a:cubicBezTo>
                  <a:pt x="166636" y="129992"/>
                  <a:pt x="170197" y="134799"/>
                  <a:pt x="173823" y="139461"/>
                </a:cubicBezTo>
                <a:cubicBezTo>
                  <a:pt x="170262" y="139072"/>
                  <a:pt x="166474" y="138878"/>
                  <a:pt x="162460" y="138878"/>
                </a:cubicBezTo>
                <a:cubicBezTo>
                  <a:pt x="158381" y="138878"/>
                  <a:pt x="154982" y="139072"/>
                  <a:pt x="152263" y="139461"/>
                </a:cubicBezTo>
                <a:cubicBezTo>
                  <a:pt x="151551" y="138360"/>
                  <a:pt x="148653" y="133617"/>
                  <a:pt x="143571" y="125233"/>
                </a:cubicBezTo>
                <a:cubicBezTo>
                  <a:pt x="138488" y="116849"/>
                  <a:pt x="134361" y="110455"/>
                  <a:pt x="131188" y="106052"/>
                </a:cubicBezTo>
                <a:cubicBezTo>
                  <a:pt x="128210" y="110196"/>
                  <a:pt x="124374" y="116072"/>
                  <a:pt x="119680" y="123679"/>
                </a:cubicBezTo>
                <a:cubicBezTo>
                  <a:pt x="114986" y="131287"/>
                  <a:pt x="111668" y="136547"/>
                  <a:pt x="109726" y="139461"/>
                </a:cubicBezTo>
                <a:cubicBezTo>
                  <a:pt x="107459" y="139072"/>
                  <a:pt x="104546" y="138878"/>
                  <a:pt x="100985" y="138878"/>
                </a:cubicBezTo>
                <a:cubicBezTo>
                  <a:pt x="98330" y="138878"/>
                  <a:pt x="95935" y="139072"/>
                  <a:pt x="93798" y="139461"/>
                </a:cubicBezTo>
                <a:lnTo>
                  <a:pt x="124973" y="97700"/>
                </a:lnTo>
                <a:close/>
                <a:moveTo>
                  <a:pt x="197698" y="53512"/>
                </a:moveTo>
                <a:cubicBezTo>
                  <a:pt x="197698" y="45678"/>
                  <a:pt x="197957" y="37196"/>
                  <a:pt x="198475" y="28067"/>
                </a:cubicBezTo>
                <a:lnTo>
                  <a:pt x="198864" y="27484"/>
                </a:lnTo>
                <a:cubicBezTo>
                  <a:pt x="200871" y="27225"/>
                  <a:pt x="202570" y="26869"/>
                  <a:pt x="203962" y="26416"/>
                </a:cubicBezTo>
                <a:cubicBezTo>
                  <a:pt x="205354" y="25963"/>
                  <a:pt x="206941" y="25299"/>
                  <a:pt x="208721" y="24425"/>
                </a:cubicBezTo>
                <a:cubicBezTo>
                  <a:pt x="210502" y="23551"/>
                  <a:pt x="211845" y="22920"/>
                  <a:pt x="212752" y="22531"/>
                </a:cubicBezTo>
                <a:cubicBezTo>
                  <a:pt x="213917" y="22531"/>
                  <a:pt x="214532" y="23179"/>
                  <a:pt x="214597" y="24474"/>
                </a:cubicBezTo>
                <a:cubicBezTo>
                  <a:pt x="213949" y="32955"/>
                  <a:pt x="213593" y="42635"/>
                  <a:pt x="213528" y="53512"/>
                </a:cubicBezTo>
                <a:lnTo>
                  <a:pt x="222949" y="53512"/>
                </a:lnTo>
                <a:cubicBezTo>
                  <a:pt x="225474" y="53512"/>
                  <a:pt x="230103" y="53382"/>
                  <a:pt x="236837" y="53123"/>
                </a:cubicBezTo>
                <a:lnTo>
                  <a:pt x="237808" y="54580"/>
                </a:lnTo>
                <a:cubicBezTo>
                  <a:pt x="236772" y="57235"/>
                  <a:pt x="235995" y="59954"/>
                  <a:pt x="235477" y="62738"/>
                </a:cubicBezTo>
                <a:cubicBezTo>
                  <a:pt x="232823" y="62479"/>
                  <a:pt x="228031" y="62349"/>
                  <a:pt x="221104" y="62349"/>
                </a:cubicBezTo>
                <a:lnTo>
                  <a:pt x="213528" y="62349"/>
                </a:lnTo>
                <a:lnTo>
                  <a:pt x="213528" y="87406"/>
                </a:lnTo>
                <a:cubicBezTo>
                  <a:pt x="213528" y="91938"/>
                  <a:pt x="213431" y="97101"/>
                  <a:pt x="213237" y="102896"/>
                </a:cubicBezTo>
                <a:cubicBezTo>
                  <a:pt x="213043" y="108691"/>
                  <a:pt x="212946" y="112333"/>
                  <a:pt x="212946" y="113822"/>
                </a:cubicBezTo>
                <a:cubicBezTo>
                  <a:pt x="212946" y="124051"/>
                  <a:pt x="215147" y="129490"/>
                  <a:pt x="219550" y="130137"/>
                </a:cubicBezTo>
                <a:cubicBezTo>
                  <a:pt x="224665" y="130979"/>
                  <a:pt x="229877" y="130461"/>
                  <a:pt x="235186" y="128584"/>
                </a:cubicBezTo>
                <a:lnTo>
                  <a:pt x="237614" y="133537"/>
                </a:lnTo>
                <a:cubicBezTo>
                  <a:pt x="229909" y="138457"/>
                  <a:pt x="222237" y="140885"/>
                  <a:pt x="214597" y="140820"/>
                </a:cubicBezTo>
                <a:cubicBezTo>
                  <a:pt x="209676" y="140820"/>
                  <a:pt x="205516" y="139169"/>
                  <a:pt x="202117" y="135867"/>
                </a:cubicBezTo>
                <a:cubicBezTo>
                  <a:pt x="198718" y="132565"/>
                  <a:pt x="197019" y="127871"/>
                  <a:pt x="197019" y="121785"/>
                </a:cubicBezTo>
                <a:cubicBezTo>
                  <a:pt x="197019" y="120296"/>
                  <a:pt x="197132" y="115683"/>
                  <a:pt x="197358" y="107946"/>
                </a:cubicBezTo>
                <a:cubicBezTo>
                  <a:pt x="197585" y="100209"/>
                  <a:pt x="197698" y="94074"/>
                  <a:pt x="197698" y="89542"/>
                </a:cubicBezTo>
                <a:lnTo>
                  <a:pt x="197698" y="62349"/>
                </a:lnTo>
                <a:cubicBezTo>
                  <a:pt x="191483" y="62349"/>
                  <a:pt x="186756" y="62479"/>
                  <a:pt x="183519" y="62738"/>
                </a:cubicBezTo>
                <a:lnTo>
                  <a:pt x="182548" y="61281"/>
                </a:lnTo>
                <a:cubicBezTo>
                  <a:pt x="184426" y="58368"/>
                  <a:pt x="185882" y="55648"/>
                  <a:pt x="186918" y="53123"/>
                </a:cubicBezTo>
                <a:cubicBezTo>
                  <a:pt x="188796" y="53382"/>
                  <a:pt x="192389" y="53512"/>
                  <a:pt x="197698" y="53512"/>
                </a:cubicBezTo>
                <a:close/>
                <a:moveTo>
                  <a:pt x="279599" y="72450"/>
                </a:moveTo>
                <a:lnTo>
                  <a:pt x="280182" y="72838"/>
                </a:lnTo>
                <a:cubicBezTo>
                  <a:pt x="284844" y="64874"/>
                  <a:pt x="288923" y="59339"/>
                  <a:pt x="292419" y="56231"/>
                </a:cubicBezTo>
                <a:cubicBezTo>
                  <a:pt x="295915" y="53123"/>
                  <a:pt x="300253" y="51569"/>
                  <a:pt x="305433" y="51569"/>
                </a:cubicBezTo>
                <a:cubicBezTo>
                  <a:pt x="307051" y="51569"/>
                  <a:pt x="309447" y="52023"/>
                  <a:pt x="312619" y="52929"/>
                </a:cubicBezTo>
                <a:lnTo>
                  <a:pt x="313396" y="53706"/>
                </a:lnTo>
                <a:lnTo>
                  <a:pt x="309414" y="68468"/>
                </a:lnTo>
                <a:lnTo>
                  <a:pt x="307861" y="68856"/>
                </a:lnTo>
                <a:cubicBezTo>
                  <a:pt x="305853" y="66979"/>
                  <a:pt x="302390" y="66040"/>
                  <a:pt x="297469" y="66040"/>
                </a:cubicBezTo>
                <a:cubicBezTo>
                  <a:pt x="293066" y="66040"/>
                  <a:pt x="289376" y="68371"/>
                  <a:pt x="286398" y="73032"/>
                </a:cubicBezTo>
                <a:cubicBezTo>
                  <a:pt x="281865" y="79895"/>
                  <a:pt x="279599" y="86467"/>
                  <a:pt x="279599" y="92747"/>
                </a:cubicBezTo>
                <a:lnTo>
                  <a:pt x="279599" y="103042"/>
                </a:lnTo>
                <a:cubicBezTo>
                  <a:pt x="279599" y="117868"/>
                  <a:pt x="280182" y="129814"/>
                  <a:pt x="281347" y="138878"/>
                </a:cubicBezTo>
                <a:lnTo>
                  <a:pt x="280959" y="139461"/>
                </a:lnTo>
                <a:cubicBezTo>
                  <a:pt x="278563" y="139072"/>
                  <a:pt x="275456" y="138878"/>
                  <a:pt x="271636" y="138878"/>
                </a:cubicBezTo>
                <a:cubicBezTo>
                  <a:pt x="267816" y="138878"/>
                  <a:pt x="264708" y="139072"/>
                  <a:pt x="262312" y="139461"/>
                </a:cubicBezTo>
                <a:lnTo>
                  <a:pt x="261924" y="138878"/>
                </a:lnTo>
                <a:cubicBezTo>
                  <a:pt x="263089" y="130655"/>
                  <a:pt x="263672" y="118710"/>
                  <a:pt x="263672" y="103042"/>
                </a:cubicBezTo>
                <a:lnTo>
                  <a:pt x="263672" y="92164"/>
                </a:lnTo>
                <a:cubicBezTo>
                  <a:pt x="263672" y="73842"/>
                  <a:pt x="263089" y="60957"/>
                  <a:pt x="261924" y="53512"/>
                </a:cubicBezTo>
                <a:lnTo>
                  <a:pt x="262312" y="52929"/>
                </a:lnTo>
                <a:cubicBezTo>
                  <a:pt x="268139" y="53447"/>
                  <a:pt x="273513" y="53253"/>
                  <a:pt x="278434" y="52346"/>
                </a:cubicBezTo>
                <a:cubicBezTo>
                  <a:pt x="279211" y="52346"/>
                  <a:pt x="279599" y="53026"/>
                  <a:pt x="279599" y="54386"/>
                </a:cubicBezTo>
                <a:lnTo>
                  <a:pt x="279599" y="72450"/>
                </a:lnTo>
                <a:close/>
                <a:moveTo>
                  <a:pt x="378663" y="94107"/>
                </a:moveTo>
                <a:lnTo>
                  <a:pt x="361764" y="98671"/>
                </a:lnTo>
                <a:cubicBezTo>
                  <a:pt x="354448" y="100678"/>
                  <a:pt x="349333" y="103301"/>
                  <a:pt x="346420" y="106538"/>
                </a:cubicBezTo>
                <a:cubicBezTo>
                  <a:pt x="343506" y="109775"/>
                  <a:pt x="342049" y="113789"/>
                  <a:pt x="342049" y="118580"/>
                </a:cubicBezTo>
                <a:cubicBezTo>
                  <a:pt x="342049" y="121753"/>
                  <a:pt x="343409" y="124569"/>
                  <a:pt x="346128" y="127030"/>
                </a:cubicBezTo>
                <a:cubicBezTo>
                  <a:pt x="348848" y="129490"/>
                  <a:pt x="352409" y="130720"/>
                  <a:pt x="356811" y="130720"/>
                </a:cubicBezTo>
                <a:cubicBezTo>
                  <a:pt x="362120" y="130720"/>
                  <a:pt x="368206" y="128130"/>
                  <a:pt x="375069" y="122951"/>
                </a:cubicBezTo>
                <a:cubicBezTo>
                  <a:pt x="376947" y="121656"/>
                  <a:pt x="377886" y="119940"/>
                  <a:pt x="377886" y="117803"/>
                </a:cubicBezTo>
                <a:lnTo>
                  <a:pt x="378663" y="94107"/>
                </a:lnTo>
                <a:moveTo>
                  <a:pt x="378663" y="129360"/>
                </a:moveTo>
                <a:lnTo>
                  <a:pt x="377886" y="129360"/>
                </a:lnTo>
                <a:cubicBezTo>
                  <a:pt x="372577" y="133893"/>
                  <a:pt x="368093" y="136936"/>
                  <a:pt x="364435" y="138490"/>
                </a:cubicBezTo>
                <a:cubicBezTo>
                  <a:pt x="360777" y="140043"/>
                  <a:pt x="356229" y="140820"/>
                  <a:pt x="350790" y="140820"/>
                </a:cubicBezTo>
                <a:cubicBezTo>
                  <a:pt x="343085" y="140820"/>
                  <a:pt x="337016" y="139040"/>
                  <a:pt x="332581" y="135479"/>
                </a:cubicBezTo>
                <a:cubicBezTo>
                  <a:pt x="328145" y="131918"/>
                  <a:pt x="325928" y="126544"/>
                  <a:pt x="325928" y="119357"/>
                </a:cubicBezTo>
                <a:cubicBezTo>
                  <a:pt x="325928" y="112624"/>
                  <a:pt x="328874" y="106700"/>
                  <a:pt x="334766" y="101585"/>
                </a:cubicBezTo>
                <a:cubicBezTo>
                  <a:pt x="340657" y="96470"/>
                  <a:pt x="348718" y="92780"/>
                  <a:pt x="358948" y="90513"/>
                </a:cubicBezTo>
                <a:lnTo>
                  <a:pt x="377497" y="86337"/>
                </a:lnTo>
                <a:cubicBezTo>
                  <a:pt x="378404" y="86078"/>
                  <a:pt x="378857" y="85302"/>
                  <a:pt x="378857" y="84007"/>
                </a:cubicBezTo>
                <a:cubicBezTo>
                  <a:pt x="378857" y="79733"/>
                  <a:pt x="378388" y="76043"/>
                  <a:pt x="377449" y="72935"/>
                </a:cubicBezTo>
                <a:cubicBezTo>
                  <a:pt x="376510" y="69827"/>
                  <a:pt x="375442" y="67513"/>
                  <a:pt x="374244" y="65991"/>
                </a:cubicBezTo>
                <a:cubicBezTo>
                  <a:pt x="373046" y="64470"/>
                  <a:pt x="371460" y="63272"/>
                  <a:pt x="369485" y="62398"/>
                </a:cubicBezTo>
                <a:cubicBezTo>
                  <a:pt x="367510" y="61524"/>
                  <a:pt x="365859" y="60990"/>
                  <a:pt x="364532" y="60796"/>
                </a:cubicBezTo>
                <a:cubicBezTo>
                  <a:pt x="363205" y="60601"/>
                  <a:pt x="361602" y="60504"/>
                  <a:pt x="359725" y="60504"/>
                </a:cubicBezTo>
                <a:cubicBezTo>
                  <a:pt x="352150" y="60504"/>
                  <a:pt x="344866" y="66137"/>
                  <a:pt x="337873" y="77403"/>
                </a:cubicBezTo>
                <a:lnTo>
                  <a:pt x="335251" y="77208"/>
                </a:lnTo>
                <a:lnTo>
                  <a:pt x="331949" y="63903"/>
                </a:lnTo>
                <a:lnTo>
                  <a:pt x="332532" y="63126"/>
                </a:lnTo>
                <a:cubicBezTo>
                  <a:pt x="341661" y="55422"/>
                  <a:pt x="351405" y="51569"/>
                  <a:pt x="361764" y="51569"/>
                </a:cubicBezTo>
                <a:cubicBezTo>
                  <a:pt x="383648" y="51569"/>
                  <a:pt x="394590" y="62317"/>
                  <a:pt x="394590" y="83812"/>
                </a:cubicBezTo>
                <a:cubicBezTo>
                  <a:pt x="394590" y="84266"/>
                  <a:pt x="394493" y="88830"/>
                  <a:pt x="394299" y="97506"/>
                </a:cubicBezTo>
                <a:cubicBezTo>
                  <a:pt x="394104" y="106182"/>
                  <a:pt x="394007" y="111620"/>
                  <a:pt x="394007" y="113822"/>
                </a:cubicBezTo>
                <a:cubicBezTo>
                  <a:pt x="394007" y="122174"/>
                  <a:pt x="395108" y="127353"/>
                  <a:pt x="397309" y="129360"/>
                </a:cubicBezTo>
                <a:cubicBezTo>
                  <a:pt x="398410" y="130332"/>
                  <a:pt x="400352" y="130817"/>
                  <a:pt x="403136" y="130817"/>
                </a:cubicBezTo>
                <a:cubicBezTo>
                  <a:pt x="404755" y="130817"/>
                  <a:pt x="406535" y="130461"/>
                  <a:pt x="408478" y="129749"/>
                </a:cubicBezTo>
                <a:lnTo>
                  <a:pt x="410032" y="134702"/>
                </a:lnTo>
                <a:cubicBezTo>
                  <a:pt x="406147" y="138781"/>
                  <a:pt x="400870" y="140820"/>
                  <a:pt x="394202" y="140820"/>
                </a:cubicBezTo>
                <a:cubicBezTo>
                  <a:pt x="390446" y="140820"/>
                  <a:pt x="387193" y="139849"/>
                  <a:pt x="384441" y="137907"/>
                </a:cubicBezTo>
                <a:cubicBezTo>
                  <a:pt x="381690" y="135964"/>
                  <a:pt x="379763" y="133116"/>
                  <a:pt x="378663" y="129360"/>
                </a:cubicBezTo>
                <a:close/>
                <a:moveTo>
                  <a:pt x="462387" y="59533"/>
                </a:moveTo>
                <a:cubicBezTo>
                  <a:pt x="455524" y="59533"/>
                  <a:pt x="449697" y="62706"/>
                  <a:pt x="444906" y="69051"/>
                </a:cubicBezTo>
                <a:cubicBezTo>
                  <a:pt x="440115" y="75396"/>
                  <a:pt x="437719" y="83877"/>
                  <a:pt x="437719" y="94495"/>
                </a:cubicBezTo>
                <a:cubicBezTo>
                  <a:pt x="437719" y="105761"/>
                  <a:pt x="440147" y="114647"/>
                  <a:pt x="445003" y="121154"/>
                </a:cubicBezTo>
                <a:cubicBezTo>
                  <a:pt x="449859" y="127661"/>
                  <a:pt x="456042" y="130914"/>
                  <a:pt x="463553" y="130914"/>
                </a:cubicBezTo>
                <a:cubicBezTo>
                  <a:pt x="471516" y="130914"/>
                  <a:pt x="478606" y="128130"/>
                  <a:pt x="484821" y="122562"/>
                </a:cubicBezTo>
                <a:lnTo>
                  <a:pt x="485695" y="122562"/>
                </a:lnTo>
                <a:lnTo>
                  <a:pt x="489483" y="126738"/>
                </a:lnTo>
                <a:cubicBezTo>
                  <a:pt x="482037" y="136126"/>
                  <a:pt x="472261" y="140820"/>
                  <a:pt x="460154" y="140820"/>
                </a:cubicBezTo>
                <a:cubicBezTo>
                  <a:pt x="447981" y="140820"/>
                  <a:pt x="438286" y="136725"/>
                  <a:pt x="431067" y="128535"/>
                </a:cubicBezTo>
                <a:cubicBezTo>
                  <a:pt x="423848" y="120345"/>
                  <a:pt x="420238" y="109354"/>
                  <a:pt x="420238" y="95564"/>
                </a:cubicBezTo>
                <a:cubicBezTo>
                  <a:pt x="420238" y="82679"/>
                  <a:pt x="424544" y="72126"/>
                  <a:pt x="433155" y="63903"/>
                </a:cubicBezTo>
                <a:cubicBezTo>
                  <a:pt x="441766" y="55681"/>
                  <a:pt x="451575" y="51569"/>
                  <a:pt x="462581" y="51569"/>
                </a:cubicBezTo>
                <a:cubicBezTo>
                  <a:pt x="473070" y="51569"/>
                  <a:pt x="481875" y="53415"/>
                  <a:pt x="488997" y="57105"/>
                </a:cubicBezTo>
                <a:lnTo>
                  <a:pt x="489483" y="57688"/>
                </a:lnTo>
                <a:lnTo>
                  <a:pt x="484821" y="74004"/>
                </a:lnTo>
                <a:lnTo>
                  <a:pt x="482296" y="74198"/>
                </a:lnTo>
                <a:cubicBezTo>
                  <a:pt x="476599" y="64421"/>
                  <a:pt x="469962" y="59533"/>
                  <a:pt x="462387" y="59533"/>
                </a:cubicBezTo>
                <a:close/>
                <a:moveTo>
                  <a:pt x="516928" y="53512"/>
                </a:moveTo>
                <a:cubicBezTo>
                  <a:pt x="516928" y="45678"/>
                  <a:pt x="517187" y="37196"/>
                  <a:pt x="517705" y="28067"/>
                </a:cubicBezTo>
                <a:lnTo>
                  <a:pt x="518093" y="27484"/>
                </a:lnTo>
                <a:cubicBezTo>
                  <a:pt x="520100" y="27225"/>
                  <a:pt x="521800" y="26869"/>
                  <a:pt x="523192" y="26416"/>
                </a:cubicBezTo>
                <a:cubicBezTo>
                  <a:pt x="524584" y="25963"/>
                  <a:pt x="526170" y="25299"/>
                  <a:pt x="527951" y="24425"/>
                </a:cubicBezTo>
                <a:cubicBezTo>
                  <a:pt x="529731" y="23551"/>
                  <a:pt x="531074" y="22920"/>
                  <a:pt x="531981" y="22531"/>
                </a:cubicBezTo>
                <a:cubicBezTo>
                  <a:pt x="533146" y="22531"/>
                  <a:pt x="533761" y="23179"/>
                  <a:pt x="533826" y="24474"/>
                </a:cubicBezTo>
                <a:cubicBezTo>
                  <a:pt x="533179" y="32955"/>
                  <a:pt x="532823" y="42635"/>
                  <a:pt x="532758" y="53512"/>
                </a:cubicBezTo>
                <a:lnTo>
                  <a:pt x="542178" y="53512"/>
                </a:lnTo>
                <a:cubicBezTo>
                  <a:pt x="544703" y="53512"/>
                  <a:pt x="549333" y="53382"/>
                  <a:pt x="556066" y="53123"/>
                </a:cubicBezTo>
                <a:lnTo>
                  <a:pt x="557037" y="54580"/>
                </a:lnTo>
                <a:cubicBezTo>
                  <a:pt x="556001" y="57235"/>
                  <a:pt x="555224" y="59954"/>
                  <a:pt x="554706" y="62738"/>
                </a:cubicBezTo>
                <a:cubicBezTo>
                  <a:pt x="552052" y="62479"/>
                  <a:pt x="547261" y="62349"/>
                  <a:pt x="540333" y="62349"/>
                </a:cubicBezTo>
                <a:lnTo>
                  <a:pt x="532758" y="62349"/>
                </a:lnTo>
                <a:lnTo>
                  <a:pt x="532758" y="87406"/>
                </a:lnTo>
                <a:cubicBezTo>
                  <a:pt x="532758" y="91938"/>
                  <a:pt x="532661" y="97101"/>
                  <a:pt x="532466" y="102896"/>
                </a:cubicBezTo>
                <a:cubicBezTo>
                  <a:pt x="532272" y="108691"/>
                  <a:pt x="532175" y="112333"/>
                  <a:pt x="532175" y="113822"/>
                </a:cubicBezTo>
                <a:cubicBezTo>
                  <a:pt x="532175" y="124051"/>
                  <a:pt x="534376" y="129490"/>
                  <a:pt x="538779" y="130137"/>
                </a:cubicBezTo>
                <a:cubicBezTo>
                  <a:pt x="543894" y="130979"/>
                  <a:pt x="549106" y="130461"/>
                  <a:pt x="554415" y="128584"/>
                </a:cubicBezTo>
                <a:lnTo>
                  <a:pt x="556843" y="133537"/>
                </a:lnTo>
                <a:cubicBezTo>
                  <a:pt x="549138" y="138457"/>
                  <a:pt x="541466" y="140885"/>
                  <a:pt x="533826" y="140820"/>
                </a:cubicBezTo>
                <a:cubicBezTo>
                  <a:pt x="528905" y="140820"/>
                  <a:pt x="524746" y="139169"/>
                  <a:pt x="521347" y="135867"/>
                </a:cubicBezTo>
                <a:cubicBezTo>
                  <a:pt x="517947" y="132565"/>
                  <a:pt x="516248" y="127871"/>
                  <a:pt x="516248" y="121785"/>
                </a:cubicBezTo>
                <a:cubicBezTo>
                  <a:pt x="516248" y="120296"/>
                  <a:pt x="516361" y="115683"/>
                  <a:pt x="516588" y="107946"/>
                </a:cubicBezTo>
                <a:cubicBezTo>
                  <a:pt x="516814" y="100209"/>
                  <a:pt x="516928" y="94074"/>
                  <a:pt x="516928" y="89542"/>
                </a:cubicBezTo>
                <a:lnTo>
                  <a:pt x="516928" y="62349"/>
                </a:lnTo>
                <a:cubicBezTo>
                  <a:pt x="510712" y="62349"/>
                  <a:pt x="505986" y="62479"/>
                  <a:pt x="502749" y="62738"/>
                </a:cubicBezTo>
                <a:lnTo>
                  <a:pt x="501777" y="61281"/>
                </a:lnTo>
                <a:cubicBezTo>
                  <a:pt x="503655" y="58368"/>
                  <a:pt x="505112" y="55648"/>
                  <a:pt x="506148" y="53123"/>
                </a:cubicBezTo>
                <a:cubicBezTo>
                  <a:pt x="508025" y="53382"/>
                  <a:pt x="511619" y="53512"/>
                  <a:pt x="516928" y="53512"/>
                </a:cubicBezTo>
                <a:close/>
                <a:moveTo>
                  <a:pt x="573190" y="98089"/>
                </a:moveTo>
                <a:cubicBezTo>
                  <a:pt x="573190" y="84039"/>
                  <a:pt x="577091" y="72773"/>
                  <a:pt x="584892" y="64292"/>
                </a:cubicBezTo>
                <a:cubicBezTo>
                  <a:pt x="592694" y="55810"/>
                  <a:pt x="603102" y="51569"/>
                  <a:pt x="616116" y="51569"/>
                </a:cubicBezTo>
                <a:cubicBezTo>
                  <a:pt x="629388" y="51569"/>
                  <a:pt x="639602" y="55584"/>
                  <a:pt x="646756" y="63612"/>
                </a:cubicBezTo>
                <a:cubicBezTo>
                  <a:pt x="653910" y="71640"/>
                  <a:pt x="657488" y="82550"/>
                  <a:pt x="657488" y="96341"/>
                </a:cubicBezTo>
                <a:cubicBezTo>
                  <a:pt x="657488" y="109613"/>
                  <a:pt x="653716" y="120345"/>
                  <a:pt x="646173" y="128535"/>
                </a:cubicBezTo>
                <a:cubicBezTo>
                  <a:pt x="638631" y="136725"/>
                  <a:pt x="628352" y="140820"/>
                  <a:pt x="615339" y="140820"/>
                </a:cubicBezTo>
                <a:cubicBezTo>
                  <a:pt x="602454" y="140820"/>
                  <a:pt x="592209" y="136774"/>
                  <a:pt x="584601" y="128681"/>
                </a:cubicBezTo>
                <a:cubicBezTo>
                  <a:pt x="576993" y="120588"/>
                  <a:pt x="573190" y="110390"/>
                  <a:pt x="573190" y="98089"/>
                </a:cubicBezTo>
                <a:moveTo>
                  <a:pt x="614756" y="59533"/>
                </a:moveTo>
                <a:cubicBezTo>
                  <a:pt x="608929" y="59533"/>
                  <a:pt x="604122" y="61313"/>
                  <a:pt x="600334" y="64874"/>
                </a:cubicBezTo>
                <a:cubicBezTo>
                  <a:pt x="596546" y="68435"/>
                  <a:pt x="593989" y="72709"/>
                  <a:pt x="592662" y="77694"/>
                </a:cubicBezTo>
                <a:cubicBezTo>
                  <a:pt x="591334" y="82679"/>
                  <a:pt x="590671" y="88345"/>
                  <a:pt x="590671" y="94690"/>
                </a:cubicBezTo>
                <a:cubicBezTo>
                  <a:pt x="590671" y="100646"/>
                  <a:pt x="591334" y="106279"/>
                  <a:pt x="592662" y="111588"/>
                </a:cubicBezTo>
                <a:cubicBezTo>
                  <a:pt x="593989" y="116897"/>
                  <a:pt x="596773" y="121785"/>
                  <a:pt x="601014" y="126253"/>
                </a:cubicBezTo>
                <a:cubicBezTo>
                  <a:pt x="605255" y="130720"/>
                  <a:pt x="610612" y="132954"/>
                  <a:pt x="617087" y="132954"/>
                </a:cubicBezTo>
                <a:cubicBezTo>
                  <a:pt x="623691" y="132954"/>
                  <a:pt x="629162" y="129830"/>
                  <a:pt x="633500" y="123582"/>
                </a:cubicBezTo>
                <a:cubicBezTo>
                  <a:pt x="637838" y="117334"/>
                  <a:pt x="640006" y="109451"/>
                  <a:pt x="640006" y="99934"/>
                </a:cubicBezTo>
                <a:cubicBezTo>
                  <a:pt x="640006" y="86532"/>
                  <a:pt x="638258" y="76448"/>
                  <a:pt x="634762" y="69682"/>
                </a:cubicBezTo>
                <a:cubicBezTo>
                  <a:pt x="631266" y="62916"/>
                  <a:pt x="624597" y="59533"/>
                  <a:pt x="614756" y="59533"/>
                </a:cubicBezTo>
                <a:close/>
                <a:moveTo>
                  <a:pt x="698277" y="72450"/>
                </a:moveTo>
                <a:lnTo>
                  <a:pt x="698859" y="72838"/>
                </a:lnTo>
                <a:cubicBezTo>
                  <a:pt x="703521" y="64874"/>
                  <a:pt x="707600" y="59339"/>
                  <a:pt x="711096" y="56231"/>
                </a:cubicBezTo>
                <a:cubicBezTo>
                  <a:pt x="714592" y="53123"/>
                  <a:pt x="718930" y="51569"/>
                  <a:pt x="724110" y="51569"/>
                </a:cubicBezTo>
                <a:cubicBezTo>
                  <a:pt x="725728" y="51569"/>
                  <a:pt x="728124" y="52023"/>
                  <a:pt x="731296" y="52929"/>
                </a:cubicBezTo>
                <a:lnTo>
                  <a:pt x="732073" y="53706"/>
                </a:lnTo>
                <a:lnTo>
                  <a:pt x="728092" y="68468"/>
                </a:lnTo>
                <a:lnTo>
                  <a:pt x="726538" y="68856"/>
                </a:lnTo>
                <a:cubicBezTo>
                  <a:pt x="724531" y="66979"/>
                  <a:pt x="721067" y="66040"/>
                  <a:pt x="716146" y="66040"/>
                </a:cubicBezTo>
                <a:cubicBezTo>
                  <a:pt x="711743" y="66040"/>
                  <a:pt x="708053" y="68371"/>
                  <a:pt x="705075" y="73032"/>
                </a:cubicBezTo>
                <a:cubicBezTo>
                  <a:pt x="700543" y="79895"/>
                  <a:pt x="698277" y="86467"/>
                  <a:pt x="698277" y="92747"/>
                </a:cubicBezTo>
                <a:lnTo>
                  <a:pt x="698277" y="103042"/>
                </a:lnTo>
                <a:cubicBezTo>
                  <a:pt x="698277" y="117868"/>
                  <a:pt x="698859" y="129814"/>
                  <a:pt x="700025" y="138878"/>
                </a:cubicBezTo>
                <a:lnTo>
                  <a:pt x="699636" y="139461"/>
                </a:lnTo>
                <a:cubicBezTo>
                  <a:pt x="697241" y="139072"/>
                  <a:pt x="694133" y="138878"/>
                  <a:pt x="690313" y="138878"/>
                </a:cubicBezTo>
                <a:cubicBezTo>
                  <a:pt x="686493" y="138878"/>
                  <a:pt x="683385" y="139072"/>
                  <a:pt x="680990" y="139461"/>
                </a:cubicBezTo>
                <a:lnTo>
                  <a:pt x="680601" y="138878"/>
                </a:lnTo>
                <a:cubicBezTo>
                  <a:pt x="681767" y="130655"/>
                  <a:pt x="682349" y="118710"/>
                  <a:pt x="682349" y="103042"/>
                </a:cubicBezTo>
                <a:lnTo>
                  <a:pt x="682349" y="92164"/>
                </a:lnTo>
                <a:cubicBezTo>
                  <a:pt x="682349" y="73842"/>
                  <a:pt x="681767" y="60957"/>
                  <a:pt x="680601" y="53512"/>
                </a:cubicBezTo>
                <a:lnTo>
                  <a:pt x="680990" y="52929"/>
                </a:lnTo>
                <a:cubicBezTo>
                  <a:pt x="686817" y="53447"/>
                  <a:pt x="692191" y="53253"/>
                  <a:pt x="697111" y="52346"/>
                </a:cubicBezTo>
                <a:cubicBezTo>
                  <a:pt x="697888" y="52346"/>
                  <a:pt x="698277" y="53026"/>
                  <a:pt x="698277" y="54386"/>
                </a:cubicBezTo>
                <a:lnTo>
                  <a:pt x="698277" y="72450"/>
                </a:lnTo>
                <a:close/>
                <a:moveTo>
                  <a:pt x="827350" y="75655"/>
                </a:moveTo>
                <a:lnTo>
                  <a:pt x="827350" y="85366"/>
                </a:lnTo>
                <a:lnTo>
                  <a:pt x="748782" y="85366"/>
                </a:lnTo>
                <a:lnTo>
                  <a:pt x="748782" y="75655"/>
                </a:lnTo>
                <a:lnTo>
                  <a:pt x="827350" y="75655"/>
                </a:lnTo>
                <a:moveTo>
                  <a:pt x="827350" y="100517"/>
                </a:moveTo>
                <a:lnTo>
                  <a:pt x="827350" y="110228"/>
                </a:lnTo>
                <a:lnTo>
                  <a:pt x="748782" y="110228"/>
                </a:lnTo>
                <a:lnTo>
                  <a:pt x="748782" y="100517"/>
                </a:lnTo>
                <a:lnTo>
                  <a:pt x="827350" y="100517"/>
                </a:lnTo>
                <a:close/>
                <a:moveTo>
                  <a:pt x="861175" y="50404"/>
                </a:moveTo>
                <a:cubicBezTo>
                  <a:pt x="861175" y="33311"/>
                  <a:pt x="860528" y="20039"/>
                  <a:pt x="859233" y="10586"/>
                </a:cubicBezTo>
                <a:lnTo>
                  <a:pt x="859622" y="10003"/>
                </a:lnTo>
                <a:cubicBezTo>
                  <a:pt x="862017" y="10392"/>
                  <a:pt x="865400" y="10586"/>
                  <a:pt x="869770" y="10586"/>
                </a:cubicBezTo>
                <a:cubicBezTo>
                  <a:pt x="874141" y="10586"/>
                  <a:pt x="877524" y="10392"/>
                  <a:pt x="879919" y="10003"/>
                </a:cubicBezTo>
                <a:lnTo>
                  <a:pt x="880308" y="10586"/>
                </a:lnTo>
                <a:cubicBezTo>
                  <a:pt x="879013" y="19326"/>
                  <a:pt x="878333" y="32599"/>
                  <a:pt x="878268" y="50404"/>
                </a:cubicBezTo>
                <a:lnTo>
                  <a:pt x="878268" y="70410"/>
                </a:lnTo>
                <a:cubicBezTo>
                  <a:pt x="880016" y="70216"/>
                  <a:pt x="881473" y="69633"/>
                  <a:pt x="882638" y="68662"/>
                </a:cubicBezTo>
                <a:cubicBezTo>
                  <a:pt x="898177" y="55130"/>
                  <a:pt x="917083" y="35577"/>
                  <a:pt x="939355" y="10003"/>
                </a:cubicBezTo>
                <a:cubicBezTo>
                  <a:pt x="941103" y="10392"/>
                  <a:pt x="944340" y="10586"/>
                  <a:pt x="949067" y="10586"/>
                </a:cubicBezTo>
                <a:cubicBezTo>
                  <a:pt x="953728" y="10586"/>
                  <a:pt x="957128" y="10392"/>
                  <a:pt x="959264" y="10003"/>
                </a:cubicBezTo>
                <a:cubicBezTo>
                  <a:pt x="931942" y="34023"/>
                  <a:pt x="911774" y="53512"/>
                  <a:pt x="898760" y="68468"/>
                </a:cubicBezTo>
                <a:lnTo>
                  <a:pt x="898760" y="68856"/>
                </a:lnTo>
                <a:lnTo>
                  <a:pt x="961206" y="139461"/>
                </a:lnTo>
                <a:cubicBezTo>
                  <a:pt x="958681" y="139072"/>
                  <a:pt x="954570" y="138878"/>
                  <a:pt x="948873" y="138878"/>
                </a:cubicBezTo>
                <a:cubicBezTo>
                  <a:pt x="942916" y="138878"/>
                  <a:pt x="938805" y="139072"/>
                  <a:pt x="936539" y="139461"/>
                </a:cubicBezTo>
                <a:cubicBezTo>
                  <a:pt x="907468" y="103657"/>
                  <a:pt x="889307" y="82129"/>
                  <a:pt x="882056" y="74878"/>
                </a:cubicBezTo>
                <a:cubicBezTo>
                  <a:pt x="881279" y="74230"/>
                  <a:pt x="880016" y="73777"/>
                  <a:pt x="878268" y="73518"/>
                </a:cubicBezTo>
                <a:lnTo>
                  <a:pt x="878268" y="99060"/>
                </a:lnTo>
                <a:cubicBezTo>
                  <a:pt x="878268" y="116152"/>
                  <a:pt x="878948" y="129425"/>
                  <a:pt x="880308" y="138878"/>
                </a:cubicBezTo>
                <a:lnTo>
                  <a:pt x="879919" y="139461"/>
                </a:lnTo>
                <a:cubicBezTo>
                  <a:pt x="877524" y="139072"/>
                  <a:pt x="874124" y="138878"/>
                  <a:pt x="869722" y="138878"/>
                </a:cubicBezTo>
                <a:cubicBezTo>
                  <a:pt x="865319" y="138878"/>
                  <a:pt x="861952" y="139072"/>
                  <a:pt x="859622" y="139461"/>
                </a:cubicBezTo>
                <a:lnTo>
                  <a:pt x="859233" y="138878"/>
                </a:lnTo>
                <a:cubicBezTo>
                  <a:pt x="860528" y="129878"/>
                  <a:pt x="861175" y="116606"/>
                  <a:pt x="861175" y="99060"/>
                </a:cubicBezTo>
                <a:lnTo>
                  <a:pt x="861175" y="50404"/>
                </a:lnTo>
                <a:close/>
                <a:moveTo>
                  <a:pt x="1036049" y="7964"/>
                </a:moveTo>
                <a:cubicBezTo>
                  <a:pt x="1043236" y="7964"/>
                  <a:pt x="1050439" y="8805"/>
                  <a:pt x="1057658" y="10489"/>
                </a:cubicBezTo>
                <a:cubicBezTo>
                  <a:pt x="1064877" y="12172"/>
                  <a:pt x="1070299" y="13823"/>
                  <a:pt x="1073925" y="15442"/>
                </a:cubicBezTo>
                <a:lnTo>
                  <a:pt x="1079460" y="17967"/>
                </a:lnTo>
                <a:lnTo>
                  <a:pt x="1079849" y="18549"/>
                </a:lnTo>
                <a:cubicBezTo>
                  <a:pt x="1077971" y="25736"/>
                  <a:pt x="1076774" y="33085"/>
                  <a:pt x="1076256" y="40595"/>
                </a:cubicBezTo>
                <a:lnTo>
                  <a:pt x="1073828" y="40789"/>
                </a:lnTo>
                <a:cubicBezTo>
                  <a:pt x="1065994" y="25121"/>
                  <a:pt x="1052494" y="17319"/>
                  <a:pt x="1033330" y="17384"/>
                </a:cubicBezTo>
                <a:cubicBezTo>
                  <a:pt x="1028927" y="17384"/>
                  <a:pt x="1024411" y="18404"/>
                  <a:pt x="1019782" y="20443"/>
                </a:cubicBezTo>
                <a:cubicBezTo>
                  <a:pt x="1015153" y="22483"/>
                  <a:pt x="1010637" y="25558"/>
                  <a:pt x="1006234" y="29669"/>
                </a:cubicBezTo>
                <a:cubicBezTo>
                  <a:pt x="1001831" y="33781"/>
                  <a:pt x="998238" y="39559"/>
                  <a:pt x="995454" y="47005"/>
                </a:cubicBezTo>
                <a:cubicBezTo>
                  <a:pt x="992670" y="54451"/>
                  <a:pt x="991278" y="62932"/>
                  <a:pt x="991278" y="72450"/>
                </a:cubicBezTo>
                <a:cubicBezTo>
                  <a:pt x="991278" y="88247"/>
                  <a:pt x="995502" y="101909"/>
                  <a:pt x="1003952" y="113433"/>
                </a:cubicBezTo>
                <a:cubicBezTo>
                  <a:pt x="1012401" y="124958"/>
                  <a:pt x="1022776" y="130720"/>
                  <a:pt x="1035078" y="130720"/>
                </a:cubicBezTo>
                <a:cubicBezTo>
                  <a:pt x="1044466" y="130720"/>
                  <a:pt x="1052478" y="129199"/>
                  <a:pt x="1059114" y="126156"/>
                </a:cubicBezTo>
                <a:cubicBezTo>
                  <a:pt x="1065751" y="123113"/>
                  <a:pt x="1072598" y="117739"/>
                  <a:pt x="1079655" y="110034"/>
                </a:cubicBezTo>
                <a:lnTo>
                  <a:pt x="1081014" y="110617"/>
                </a:lnTo>
                <a:cubicBezTo>
                  <a:pt x="1081597" y="112171"/>
                  <a:pt x="1082018" y="114987"/>
                  <a:pt x="1082277" y="119066"/>
                </a:cubicBezTo>
                <a:cubicBezTo>
                  <a:pt x="1070299" y="133569"/>
                  <a:pt x="1053983" y="140820"/>
                  <a:pt x="1033330" y="140820"/>
                </a:cubicBezTo>
                <a:cubicBezTo>
                  <a:pt x="1013064" y="140820"/>
                  <a:pt x="997574" y="134670"/>
                  <a:pt x="986859" y="122368"/>
                </a:cubicBezTo>
                <a:cubicBezTo>
                  <a:pt x="976144" y="110066"/>
                  <a:pt x="970786" y="94690"/>
                  <a:pt x="970786" y="76237"/>
                </a:cubicBezTo>
                <a:cubicBezTo>
                  <a:pt x="970786" y="57137"/>
                  <a:pt x="977358" y="40984"/>
                  <a:pt x="990501" y="27776"/>
                </a:cubicBezTo>
                <a:cubicBezTo>
                  <a:pt x="1003644" y="14568"/>
                  <a:pt x="1018827" y="7964"/>
                  <a:pt x="1036049" y="7964"/>
                </a:cubicBezTo>
                <a:close/>
                <a:moveTo>
                  <a:pt x="1102719" y="98089"/>
                </a:moveTo>
                <a:cubicBezTo>
                  <a:pt x="1102719" y="84039"/>
                  <a:pt x="1106620" y="72773"/>
                  <a:pt x="1114422" y="64292"/>
                </a:cubicBezTo>
                <a:cubicBezTo>
                  <a:pt x="1122224" y="55810"/>
                  <a:pt x="1132631" y="51569"/>
                  <a:pt x="1145645" y="51569"/>
                </a:cubicBezTo>
                <a:cubicBezTo>
                  <a:pt x="1158918" y="51569"/>
                  <a:pt x="1169131" y="55584"/>
                  <a:pt x="1176286" y="63612"/>
                </a:cubicBezTo>
                <a:cubicBezTo>
                  <a:pt x="1183440" y="71640"/>
                  <a:pt x="1187017" y="82550"/>
                  <a:pt x="1187017" y="96341"/>
                </a:cubicBezTo>
                <a:cubicBezTo>
                  <a:pt x="1187017" y="109613"/>
                  <a:pt x="1183246" y="120345"/>
                  <a:pt x="1175703" y="128535"/>
                </a:cubicBezTo>
                <a:cubicBezTo>
                  <a:pt x="1168160" y="136725"/>
                  <a:pt x="1157882" y="140820"/>
                  <a:pt x="1144868" y="140820"/>
                </a:cubicBezTo>
                <a:cubicBezTo>
                  <a:pt x="1131984" y="140820"/>
                  <a:pt x="1121738" y="136774"/>
                  <a:pt x="1114131" y="128681"/>
                </a:cubicBezTo>
                <a:cubicBezTo>
                  <a:pt x="1106523" y="120588"/>
                  <a:pt x="1102719" y="110390"/>
                  <a:pt x="1102719" y="98089"/>
                </a:cubicBezTo>
                <a:moveTo>
                  <a:pt x="1144286" y="59533"/>
                </a:moveTo>
                <a:cubicBezTo>
                  <a:pt x="1138459" y="59533"/>
                  <a:pt x="1133651" y="61313"/>
                  <a:pt x="1129864" y="64874"/>
                </a:cubicBezTo>
                <a:cubicBezTo>
                  <a:pt x="1126076" y="68435"/>
                  <a:pt x="1123519" y="72709"/>
                  <a:pt x="1122191" y="77694"/>
                </a:cubicBezTo>
                <a:cubicBezTo>
                  <a:pt x="1120864" y="82679"/>
                  <a:pt x="1120200" y="88345"/>
                  <a:pt x="1120200" y="94690"/>
                </a:cubicBezTo>
                <a:cubicBezTo>
                  <a:pt x="1120200" y="100646"/>
                  <a:pt x="1120864" y="106279"/>
                  <a:pt x="1122191" y="111588"/>
                </a:cubicBezTo>
                <a:cubicBezTo>
                  <a:pt x="1123519" y="116897"/>
                  <a:pt x="1126303" y="121785"/>
                  <a:pt x="1130543" y="126253"/>
                </a:cubicBezTo>
                <a:cubicBezTo>
                  <a:pt x="1134784" y="130720"/>
                  <a:pt x="1140142" y="132954"/>
                  <a:pt x="1146616" y="132954"/>
                </a:cubicBezTo>
                <a:cubicBezTo>
                  <a:pt x="1153220" y="132954"/>
                  <a:pt x="1158691" y="129830"/>
                  <a:pt x="1163029" y="123582"/>
                </a:cubicBezTo>
                <a:cubicBezTo>
                  <a:pt x="1167367" y="117334"/>
                  <a:pt x="1169536" y="109451"/>
                  <a:pt x="1169536" y="99934"/>
                </a:cubicBezTo>
                <a:cubicBezTo>
                  <a:pt x="1169536" y="86532"/>
                  <a:pt x="1167788" y="76448"/>
                  <a:pt x="1164292" y="69682"/>
                </a:cubicBezTo>
                <a:cubicBezTo>
                  <a:pt x="1160796" y="62916"/>
                  <a:pt x="1154127" y="59533"/>
                  <a:pt x="1144286" y="59533"/>
                </a:cubicBezTo>
                <a:close/>
                <a:moveTo>
                  <a:pt x="1286078" y="103042"/>
                </a:moveTo>
                <a:cubicBezTo>
                  <a:pt x="1286078" y="118127"/>
                  <a:pt x="1286693" y="130073"/>
                  <a:pt x="1287923" y="138878"/>
                </a:cubicBezTo>
                <a:lnTo>
                  <a:pt x="1287438" y="139461"/>
                </a:lnTo>
                <a:cubicBezTo>
                  <a:pt x="1285042" y="139072"/>
                  <a:pt x="1281934" y="138878"/>
                  <a:pt x="1278114" y="138878"/>
                </a:cubicBezTo>
                <a:cubicBezTo>
                  <a:pt x="1274294" y="138878"/>
                  <a:pt x="1271187" y="139072"/>
                  <a:pt x="1268791" y="139461"/>
                </a:cubicBezTo>
                <a:lnTo>
                  <a:pt x="1268403" y="138878"/>
                </a:lnTo>
                <a:cubicBezTo>
                  <a:pt x="1269568" y="130008"/>
                  <a:pt x="1270151" y="118062"/>
                  <a:pt x="1270151" y="103042"/>
                </a:cubicBezTo>
                <a:lnTo>
                  <a:pt x="1270151" y="83618"/>
                </a:lnTo>
                <a:cubicBezTo>
                  <a:pt x="1270151" y="75784"/>
                  <a:pt x="1269099" y="70475"/>
                  <a:pt x="1266994" y="67691"/>
                </a:cubicBezTo>
                <a:cubicBezTo>
                  <a:pt x="1264890" y="64907"/>
                  <a:pt x="1261184" y="63515"/>
                  <a:pt x="1255875" y="63515"/>
                </a:cubicBezTo>
                <a:cubicBezTo>
                  <a:pt x="1251796" y="63515"/>
                  <a:pt x="1247134" y="64842"/>
                  <a:pt x="1241890" y="67497"/>
                </a:cubicBezTo>
                <a:cubicBezTo>
                  <a:pt x="1236645" y="70151"/>
                  <a:pt x="1231692" y="74262"/>
                  <a:pt x="1227031" y="79831"/>
                </a:cubicBezTo>
                <a:lnTo>
                  <a:pt x="1227031" y="103042"/>
                </a:lnTo>
                <a:cubicBezTo>
                  <a:pt x="1227031" y="118451"/>
                  <a:pt x="1227613" y="130396"/>
                  <a:pt x="1228779" y="138878"/>
                </a:cubicBezTo>
                <a:lnTo>
                  <a:pt x="1228390" y="139461"/>
                </a:lnTo>
                <a:cubicBezTo>
                  <a:pt x="1225995" y="139072"/>
                  <a:pt x="1222887" y="138878"/>
                  <a:pt x="1219067" y="138878"/>
                </a:cubicBezTo>
                <a:cubicBezTo>
                  <a:pt x="1215247" y="138878"/>
                  <a:pt x="1212139" y="139072"/>
                  <a:pt x="1209744" y="139461"/>
                </a:cubicBezTo>
                <a:lnTo>
                  <a:pt x="1209355" y="138878"/>
                </a:lnTo>
                <a:cubicBezTo>
                  <a:pt x="1210521" y="130785"/>
                  <a:pt x="1211103" y="118839"/>
                  <a:pt x="1211103" y="103042"/>
                </a:cubicBezTo>
                <a:lnTo>
                  <a:pt x="1211103" y="92164"/>
                </a:lnTo>
                <a:cubicBezTo>
                  <a:pt x="1211103" y="73842"/>
                  <a:pt x="1210521" y="60957"/>
                  <a:pt x="1209355" y="53512"/>
                </a:cubicBezTo>
                <a:lnTo>
                  <a:pt x="1209744" y="52929"/>
                </a:lnTo>
                <a:cubicBezTo>
                  <a:pt x="1215571" y="53447"/>
                  <a:pt x="1220945" y="53253"/>
                  <a:pt x="1225865" y="52346"/>
                </a:cubicBezTo>
                <a:cubicBezTo>
                  <a:pt x="1226642" y="52346"/>
                  <a:pt x="1227031" y="53026"/>
                  <a:pt x="1227031" y="54386"/>
                </a:cubicBezTo>
                <a:lnTo>
                  <a:pt x="1227031" y="68856"/>
                </a:lnTo>
                <a:lnTo>
                  <a:pt x="1227419" y="69439"/>
                </a:lnTo>
                <a:cubicBezTo>
                  <a:pt x="1237649" y="57526"/>
                  <a:pt x="1249109" y="51569"/>
                  <a:pt x="1261799" y="51569"/>
                </a:cubicBezTo>
                <a:cubicBezTo>
                  <a:pt x="1270539" y="51569"/>
                  <a:pt x="1276836" y="54159"/>
                  <a:pt x="1280688" y="59339"/>
                </a:cubicBezTo>
                <a:cubicBezTo>
                  <a:pt x="1284540" y="64518"/>
                  <a:pt x="1286467" y="72417"/>
                  <a:pt x="1286467" y="83035"/>
                </a:cubicBezTo>
                <a:cubicBezTo>
                  <a:pt x="1286467" y="85172"/>
                  <a:pt x="1286402" y="88506"/>
                  <a:pt x="1286272" y="93039"/>
                </a:cubicBezTo>
                <a:cubicBezTo>
                  <a:pt x="1286143" y="97571"/>
                  <a:pt x="1286078" y="100905"/>
                  <a:pt x="1286078" y="103042"/>
                </a:cubicBezTo>
                <a:close/>
                <a:moveTo>
                  <a:pt x="1321513" y="53512"/>
                </a:moveTo>
                <a:lnTo>
                  <a:pt x="1321513" y="45839"/>
                </a:lnTo>
                <a:cubicBezTo>
                  <a:pt x="1321513" y="34703"/>
                  <a:pt x="1325139" y="24538"/>
                  <a:pt x="1332391" y="15345"/>
                </a:cubicBezTo>
                <a:cubicBezTo>
                  <a:pt x="1336081" y="10553"/>
                  <a:pt x="1340888" y="6798"/>
                  <a:pt x="1346812" y="4079"/>
                </a:cubicBezTo>
                <a:cubicBezTo>
                  <a:pt x="1352737" y="1360"/>
                  <a:pt x="1358806" y="0"/>
                  <a:pt x="1365022" y="0"/>
                </a:cubicBezTo>
                <a:cubicBezTo>
                  <a:pt x="1368842" y="0"/>
                  <a:pt x="1371820" y="680"/>
                  <a:pt x="1373957" y="2039"/>
                </a:cubicBezTo>
                <a:lnTo>
                  <a:pt x="1374151" y="2622"/>
                </a:lnTo>
                <a:cubicBezTo>
                  <a:pt x="1372144" y="6572"/>
                  <a:pt x="1370299" y="12010"/>
                  <a:pt x="1368615" y="18938"/>
                </a:cubicBezTo>
                <a:lnTo>
                  <a:pt x="1366479" y="19132"/>
                </a:lnTo>
                <a:cubicBezTo>
                  <a:pt x="1363954" y="14471"/>
                  <a:pt x="1360101" y="12140"/>
                  <a:pt x="1354922" y="12140"/>
                </a:cubicBezTo>
                <a:cubicBezTo>
                  <a:pt x="1349224" y="12140"/>
                  <a:pt x="1344708" y="13839"/>
                  <a:pt x="1341374" y="17238"/>
                </a:cubicBezTo>
                <a:cubicBezTo>
                  <a:pt x="1338040" y="20637"/>
                  <a:pt x="1336372" y="25121"/>
                  <a:pt x="1336372" y="30689"/>
                </a:cubicBezTo>
                <a:cubicBezTo>
                  <a:pt x="1336372" y="31596"/>
                  <a:pt x="1336550" y="34671"/>
                  <a:pt x="1336906" y="39915"/>
                </a:cubicBezTo>
                <a:cubicBezTo>
                  <a:pt x="1337263" y="45160"/>
                  <a:pt x="1337441" y="49109"/>
                  <a:pt x="1337441" y="51764"/>
                </a:cubicBezTo>
                <a:lnTo>
                  <a:pt x="1337441" y="53512"/>
                </a:lnTo>
                <a:lnTo>
                  <a:pt x="1345987" y="53512"/>
                </a:lnTo>
                <a:cubicBezTo>
                  <a:pt x="1349677" y="53512"/>
                  <a:pt x="1354307" y="53382"/>
                  <a:pt x="1359875" y="53123"/>
                </a:cubicBezTo>
                <a:lnTo>
                  <a:pt x="1360846" y="54580"/>
                </a:lnTo>
                <a:cubicBezTo>
                  <a:pt x="1359810" y="57235"/>
                  <a:pt x="1359033" y="59954"/>
                  <a:pt x="1358515" y="62738"/>
                </a:cubicBezTo>
                <a:cubicBezTo>
                  <a:pt x="1355861" y="62479"/>
                  <a:pt x="1351069" y="62349"/>
                  <a:pt x="1344142" y="62349"/>
                </a:cubicBezTo>
                <a:lnTo>
                  <a:pt x="1337441" y="62349"/>
                </a:lnTo>
                <a:lnTo>
                  <a:pt x="1337441" y="99254"/>
                </a:lnTo>
                <a:cubicBezTo>
                  <a:pt x="1337441" y="116735"/>
                  <a:pt x="1338088" y="129943"/>
                  <a:pt x="1339383" y="138878"/>
                </a:cubicBezTo>
                <a:lnTo>
                  <a:pt x="1338995" y="139461"/>
                </a:lnTo>
                <a:cubicBezTo>
                  <a:pt x="1336599" y="139072"/>
                  <a:pt x="1333410" y="138878"/>
                  <a:pt x="1329428" y="138878"/>
                </a:cubicBezTo>
                <a:cubicBezTo>
                  <a:pt x="1325447" y="138878"/>
                  <a:pt x="1322258" y="139072"/>
                  <a:pt x="1319862" y="139461"/>
                </a:cubicBezTo>
                <a:lnTo>
                  <a:pt x="1319474" y="138878"/>
                </a:lnTo>
                <a:cubicBezTo>
                  <a:pt x="1320769" y="130526"/>
                  <a:pt x="1321449" y="117318"/>
                  <a:pt x="1321513" y="99254"/>
                </a:cubicBezTo>
                <a:lnTo>
                  <a:pt x="1321513" y="62349"/>
                </a:lnTo>
                <a:lnTo>
                  <a:pt x="1321319" y="62349"/>
                </a:lnTo>
                <a:cubicBezTo>
                  <a:pt x="1315233" y="62349"/>
                  <a:pt x="1310312" y="62479"/>
                  <a:pt x="1306557" y="62738"/>
                </a:cubicBezTo>
                <a:lnTo>
                  <a:pt x="1305586" y="61281"/>
                </a:lnTo>
                <a:cubicBezTo>
                  <a:pt x="1307464" y="58368"/>
                  <a:pt x="1308920" y="55648"/>
                  <a:pt x="1309956" y="53123"/>
                </a:cubicBezTo>
                <a:cubicBezTo>
                  <a:pt x="1311963" y="53382"/>
                  <a:pt x="1315816" y="53512"/>
                  <a:pt x="1321513" y="53512"/>
                </a:cubicBezTo>
                <a:close/>
                <a:moveTo>
                  <a:pt x="1383238" y="27193"/>
                </a:moveTo>
                <a:cubicBezTo>
                  <a:pt x="1381198" y="25121"/>
                  <a:pt x="1380179" y="22758"/>
                  <a:pt x="1380179" y="20103"/>
                </a:cubicBezTo>
                <a:cubicBezTo>
                  <a:pt x="1380179" y="17449"/>
                  <a:pt x="1381198" y="15102"/>
                  <a:pt x="1383238" y="13062"/>
                </a:cubicBezTo>
                <a:cubicBezTo>
                  <a:pt x="1385277" y="11023"/>
                  <a:pt x="1387624" y="10003"/>
                  <a:pt x="1390279" y="10003"/>
                </a:cubicBezTo>
                <a:cubicBezTo>
                  <a:pt x="1392933" y="10003"/>
                  <a:pt x="1395297" y="11023"/>
                  <a:pt x="1397369" y="13062"/>
                </a:cubicBezTo>
                <a:cubicBezTo>
                  <a:pt x="1399440" y="15102"/>
                  <a:pt x="1400476" y="17449"/>
                  <a:pt x="1400476" y="20103"/>
                </a:cubicBezTo>
                <a:cubicBezTo>
                  <a:pt x="1400476" y="22758"/>
                  <a:pt x="1399440" y="25121"/>
                  <a:pt x="1397369" y="27193"/>
                </a:cubicBezTo>
                <a:cubicBezTo>
                  <a:pt x="1395297" y="29265"/>
                  <a:pt x="1392933" y="30301"/>
                  <a:pt x="1390279" y="30301"/>
                </a:cubicBezTo>
                <a:cubicBezTo>
                  <a:pt x="1387624" y="30301"/>
                  <a:pt x="1385277" y="29265"/>
                  <a:pt x="1383238" y="27193"/>
                </a:cubicBezTo>
                <a:moveTo>
                  <a:pt x="1382121" y="92164"/>
                </a:moveTo>
                <a:cubicBezTo>
                  <a:pt x="1382121" y="74554"/>
                  <a:pt x="1381538" y="61670"/>
                  <a:pt x="1380373" y="53512"/>
                </a:cubicBezTo>
                <a:lnTo>
                  <a:pt x="1380761" y="52929"/>
                </a:lnTo>
                <a:cubicBezTo>
                  <a:pt x="1386459" y="53317"/>
                  <a:pt x="1392221" y="53253"/>
                  <a:pt x="1398048" y="52735"/>
                </a:cubicBezTo>
                <a:cubicBezTo>
                  <a:pt x="1398825" y="52735"/>
                  <a:pt x="1399327" y="52832"/>
                  <a:pt x="1399554" y="53026"/>
                </a:cubicBezTo>
                <a:cubicBezTo>
                  <a:pt x="1399780" y="53220"/>
                  <a:pt x="1399894" y="53803"/>
                  <a:pt x="1399894" y="54774"/>
                </a:cubicBezTo>
                <a:cubicBezTo>
                  <a:pt x="1398728" y="65910"/>
                  <a:pt x="1398113" y="77306"/>
                  <a:pt x="1398048" y="88960"/>
                </a:cubicBezTo>
                <a:lnTo>
                  <a:pt x="1398048" y="103042"/>
                </a:lnTo>
                <a:cubicBezTo>
                  <a:pt x="1398048" y="117480"/>
                  <a:pt x="1398663" y="129425"/>
                  <a:pt x="1399894" y="138878"/>
                </a:cubicBezTo>
                <a:lnTo>
                  <a:pt x="1399408" y="139461"/>
                </a:lnTo>
                <a:cubicBezTo>
                  <a:pt x="1397012" y="139072"/>
                  <a:pt x="1393905" y="138878"/>
                  <a:pt x="1390085" y="138878"/>
                </a:cubicBezTo>
                <a:cubicBezTo>
                  <a:pt x="1386265" y="138878"/>
                  <a:pt x="1383157" y="139072"/>
                  <a:pt x="1380761" y="139461"/>
                </a:cubicBezTo>
                <a:lnTo>
                  <a:pt x="1380373" y="138878"/>
                </a:lnTo>
                <a:cubicBezTo>
                  <a:pt x="1381538" y="129878"/>
                  <a:pt x="1382121" y="117933"/>
                  <a:pt x="1382121" y="103042"/>
                </a:cubicBezTo>
                <a:lnTo>
                  <a:pt x="1382121" y="92164"/>
                </a:lnTo>
                <a:close/>
                <a:moveTo>
                  <a:pt x="1436068" y="159564"/>
                </a:moveTo>
                <a:cubicBezTo>
                  <a:pt x="1436068" y="165780"/>
                  <a:pt x="1438545" y="170312"/>
                  <a:pt x="1443498" y="173160"/>
                </a:cubicBezTo>
                <a:cubicBezTo>
                  <a:pt x="1448451" y="176009"/>
                  <a:pt x="1454650" y="177434"/>
                  <a:pt x="1462096" y="177434"/>
                </a:cubicBezTo>
                <a:cubicBezTo>
                  <a:pt x="1471225" y="177434"/>
                  <a:pt x="1479075" y="175783"/>
                  <a:pt x="1485647" y="172481"/>
                </a:cubicBezTo>
                <a:cubicBezTo>
                  <a:pt x="1492218" y="169179"/>
                  <a:pt x="1495504" y="164679"/>
                  <a:pt x="1495504" y="158981"/>
                </a:cubicBezTo>
                <a:cubicBezTo>
                  <a:pt x="1495504" y="152507"/>
                  <a:pt x="1492914" y="147716"/>
                  <a:pt x="1487735" y="144608"/>
                </a:cubicBezTo>
                <a:cubicBezTo>
                  <a:pt x="1483915" y="142342"/>
                  <a:pt x="1476890" y="141241"/>
                  <a:pt x="1466660" y="141306"/>
                </a:cubicBezTo>
                <a:cubicBezTo>
                  <a:pt x="1466013" y="141306"/>
                  <a:pt x="1463471" y="141403"/>
                  <a:pt x="1459036" y="141597"/>
                </a:cubicBezTo>
                <a:cubicBezTo>
                  <a:pt x="1454601" y="141792"/>
                  <a:pt x="1451251" y="141889"/>
                  <a:pt x="1448985" y="141889"/>
                </a:cubicBezTo>
                <a:cubicBezTo>
                  <a:pt x="1445424" y="143896"/>
                  <a:pt x="1442381" y="146550"/>
                  <a:pt x="1439856" y="149852"/>
                </a:cubicBezTo>
                <a:cubicBezTo>
                  <a:pt x="1437331" y="153154"/>
                  <a:pt x="1436068" y="156391"/>
                  <a:pt x="1436068" y="159564"/>
                </a:cubicBezTo>
                <a:moveTo>
                  <a:pt x="1493562" y="82161"/>
                </a:moveTo>
                <a:cubicBezTo>
                  <a:pt x="1493562" y="90384"/>
                  <a:pt x="1490535" y="97376"/>
                  <a:pt x="1484481" y="103139"/>
                </a:cubicBezTo>
                <a:cubicBezTo>
                  <a:pt x="1478428" y="108901"/>
                  <a:pt x="1470448" y="111782"/>
                  <a:pt x="1460542" y="111782"/>
                </a:cubicBezTo>
                <a:cubicBezTo>
                  <a:pt x="1454197" y="111782"/>
                  <a:pt x="1449276" y="110876"/>
                  <a:pt x="1445780" y="109063"/>
                </a:cubicBezTo>
                <a:cubicBezTo>
                  <a:pt x="1442219" y="112106"/>
                  <a:pt x="1440438" y="115796"/>
                  <a:pt x="1440438" y="120134"/>
                </a:cubicBezTo>
                <a:cubicBezTo>
                  <a:pt x="1440438" y="123954"/>
                  <a:pt x="1441458" y="126479"/>
                  <a:pt x="1443498" y="127709"/>
                </a:cubicBezTo>
                <a:cubicBezTo>
                  <a:pt x="1445537" y="128940"/>
                  <a:pt x="1448370" y="129555"/>
                  <a:pt x="1451995" y="129555"/>
                </a:cubicBezTo>
                <a:cubicBezTo>
                  <a:pt x="1452125" y="129555"/>
                  <a:pt x="1454035" y="129425"/>
                  <a:pt x="1457725" y="129166"/>
                </a:cubicBezTo>
                <a:cubicBezTo>
                  <a:pt x="1462775" y="128519"/>
                  <a:pt x="1468084" y="128163"/>
                  <a:pt x="1473653" y="128098"/>
                </a:cubicBezTo>
                <a:cubicBezTo>
                  <a:pt x="1487184" y="128098"/>
                  <a:pt x="1496540" y="130299"/>
                  <a:pt x="1501720" y="134702"/>
                </a:cubicBezTo>
                <a:cubicBezTo>
                  <a:pt x="1507288" y="139493"/>
                  <a:pt x="1510072" y="146065"/>
                  <a:pt x="1510072" y="154417"/>
                </a:cubicBezTo>
                <a:cubicBezTo>
                  <a:pt x="1510072" y="163805"/>
                  <a:pt x="1505620" y="171412"/>
                  <a:pt x="1496718" y="177239"/>
                </a:cubicBezTo>
                <a:cubicBezTo>
                  <a:pt x="1487816" y="183066"/>
                  <a:pt x="1475757" y="185980"/>
                  <a:pt x="1460542" y="185980"/>
                </a:cubicBezTo>
                <a:cubicBezTo>
                  <a:pt x="1449276" y="185980"/>
                  <a:pt x="1440098" y="184102"/>
                  <a:pt x="1433009" y="180347"/>
                </a:cubicBezTo>
                <a:cubicBezTo>
                  <a:pt x="1425919" y="176592"/>
                  <a:pt x="1422375" y="170991"/>
                  <a:pt x="1422375" y="163546"/>
                </a:cubicBezTo>
                <a:cubicBezTo>
                  <a:pt x="1422375" y="159467"/>
                  <a:pt x="1423896" y="155097"/>
                  <a:pt x="1426939" y="150435"/>
                </a:cubicBezTo>
                <a:cubicBezTo>
                  <a:pt x="1432766" y="145903"/>
                  <a:pt x="1438399" y="142536"/>
                  <a:pt x="1443838" y="140335"/>
                </a:cubicBezTo>
                <a:cubicBezTo>
                  <a:pt x="1438723" y="139428"/>
                  <a:pt x="1434854" y="137421"/>
                  <a:pt x="1432232" y="134313"/>
                </a:cubicBezTo>
                <a:cubicBezTo>
                  <a:pt x="1429610" y="131206"/>
                  <a:pt x="1428299" y="127483"/>
                  <a:pt x="1428299" y="123145"/>
                </a:cubicBezTo>
                <a:cubicBezTo>
                  <a:pt x="1428299" y="117965"/>
                  <a:pt x="1432540" y="112462"/>
                  <a:pt x="1441021" y="106635"/>
                </a:cubicBezTo>
                <a:cubicBezTo>
                  <a:pt x="1431633" y="101196"/>
                  <a:pt x="1426939" y="92909"/>
                  <a:pt x="1426939" y="81773"/>
                </a:cubicBezTo>
                <a:cubicBezTo>
                  <a:pt x="1426939" y="72514"/>
                  <a:pt x="1430419" y="65166"/>
                  <a:pt x="1437379" y="59727"/>
                </a:cubicBezTo>
                <a:cubicBezTo>
                  <a:pt x="1444339" y="54289"/>
                  <a:pt x="1452125" y="51569"/>
                  <a:pt x="1460736" y="51569"/>
                </a:cubicBezTo>
                <a:cubicBezTo>
                  <a:pt x="1465203" y="51569"/>
                  <a:pt x="1469250" y="52152"/>
                  <a:pt x="1472876" y="53317"/>
                </a:cubicBezTo>
                <a:cubicBezTo>
                  <a:pt x="1478508" y="52994"/>
                  <a:pt x="1484627" y="52330"/>
                  <a:pt x="1491231" y="51327"/>
                </a:cubicBezTo>
                <a:cubicBezTo>
                  <a:pt x="1497835" y="50323"/>
                  <a:pt x="1502173" y="49724"/>
                  <a:pt x="1504245" y="49530"/>
                </a:cubicBezTo>
                <a:lnTo>
                  <a:pt x="1504827" y="50210"/>
                </a:lnTo>
                <a:cubicBezTo>
                  <a:pt x="1504439" y="52087"/>
                  <a:pt x="1504245" y="53803"/>
                  <a:pt x="1504245" y="55357"/>
                </a:cubicBezTo>
                <a:cubicBezTo>
                  <a:pt x="1504245" y="56911"/>
                  <a:pt x="1504439" y="58627"/>
                  <a:pt x="1504827" y="60504"/>
                </a:cubicBezTo>
                <a:lnTo>
                  <a:pt x="1504245" y="61087"/>
                </a:lnTo>
                <a:cubicBezTo>
                  <a:pt x="1491878" y="59792"/>
                  <a:pt x="1484983" y="59112"/>
                  <a:pt x="1483559" y="59047"/>
                </a:cubicBezTo>
                <a:cubicBezTo>
                  <a:pt x="1490227" y="63450"/>
                  <a:pt x="1493562" y="71155"/>
                  <a:pt x="1493562" y="82161"/>
                </a:cubicBezTo>
                <a:moveTo>
                  <a:pt x="1478023" y="82356"/>
                </a:moveTo>
                <a:cubicBezTo>
                  <a:pt x="1478023" y="66817"/>
                  <a:pt x="1472002" y="59080"/>
                  <a:pt x="1459959" y="59145"/>
                </a:cubicBezTo>
                <a:cubicBezTo>
                  <a:pt x="1454261" y="59145"/>
                  <a:pt x="1449907" y="61071"/>
                  <a:pt x="1446897" y="64923"/>
                </a:cubicBezTo>
                <a:cubicBezTo>
                  <a:pt x="1443886" y="68775"/>
                  <a:pt x="1442381" y="74068"/>
                  <a:pt x="1442381" y="80802"/>
                </a:cubicBezTo>
                <a:cubicBezTo>
                  <a:pt x="1442381" y="96211"/>
                  <a:pt x="1448629" y="103916"/>
                  <a:pt x="1461124" y="103916"/>
                </a:cubicBezTo>
                <a:cubicBezTo>
                  <a:pt x="1466822" y="103916"/>
                  <a:pt x="1471063" y="101941"/>
                  <a:pt x="1473847" y="97992"/>
                </a:cubicBezTo>
                <a:cubicBezTo>
                  <a:pt x="1476631" y="94042"/>
                  <a:pt x="1478023" y="88830"/>
                  <a:pt x="1478023" y="82356"/>
                </a:cubicBezTo>
                <a:close/>
                <a:moveTo>
                  <a:pt x="1552993" y="81967"/>
                </a:moveTo>
                <a:lnTo>
                  <a:pt x="1552993" y="99060"/>
                </a:lnTo>
                <a:cubicBezTo>
                  <a:pt x="1552993" y="116152"/>
                  <a:pt x="1553673" y="129425"/>
                  <a:pt x="1555032" y="138878"/>
                </a:cubicBezTo>
                <a:lnTo>
                  <a:pt x="1554644" y="139461"/>
                </a:lnTo>
                <a:cubicBezTo>
                  <a:pt x="1552248" y="139072"/>
                  <a:pt x="1548849" y="138878"/>
                  <a:pt x="1544447" y="138878"/>
                </a:cubicBezTo>
                <a:cubicBezTo>
                  <a:pt x="1540044" y="138878"/>
                  <a:pt x="1536677" y="139072"/>
                  <a:pt x="1534346" y="139461"/>
                </a:cubicBezTo>
                <a:lnTo>
                  <a:pt x="1533958" y="138878"/>
                </a:lnTo>
                <a:cubicBezTo>
                  <a:pt x="1535253" y="129878"/>
                  <a:pt x="1535900" y="116606"/>
                  <a:pt x="1535900" y="99060"/>
                </a:cubicBezTo>
                <a:lnTo>
                  <a:pt x="1535900" y="50404"/>
                </a:lnTo>
                <a:cubicBezTo>
                  <a:pt x="1535900" y="33311"/>
                  <a:pt x="1535253" y="20039"/>
                  <a:pt x="1533958" y="10586"/>
                </a:cubicBezTo>
                <a:lnTo>
                  <a:pt x="1534346" y="10003"/>
                </a:lnTo>
                <a:cubicBezTo>
                  <a:pt x="1536742" y="10392"/>
                  <a:pt x="1540109" y="10586"/>
                  <a:pt x="1544447" y="10586"/>
                </a:cubicBezTo>
                <a:cubicBezTo>
                  <a:pt x="1546583" y="10586"/>
                  <a:pt x="1551196" y="10359"/>
                  <a:pt x="1558286" y="9906"/>
                </a:cubicBezTo>
                <a:cubicBezTo>
                  <a:pt x="1565376" y="9453"/>
                  <a:pt x="1569730" y="9226"/>
                  <a:pt x="1571348" y="9226"/>
                </a:cubicBezTo>
                <a:cubicBezTo>
                  <a:pt x="1589412" y="9226"/>
                  <a:pt x="1601811" y="12399"/>
                  <a:pt x="1608544" y="18744"/>
                </a:cubicBezTo>
                <a:cubicBezTo>
                  <a:pt x="1615601" y="25348"/>
                  <a:pt x="1619098" y="33635"/>
                  <a:pt x="1619033" y="43606"/>
                </a:cubicBezTo>
                <a:cubicBezTo>
                  <a:pt x="1619033" y="58303"/>
                  <a:pt x="1612397" y="68986"/>
                  <a:pt x="1599124" y="75655"/>
                </a:cubicBezTo>
                <a:cubicBezTo>
                  <a:pt x="1596210" y="77144"/>
                  <a:pt x="1592196" y="78406"/>
                  <a:pt x="1587081" y="79442"/>
                </a:cubicBezTo>
                <a:cubicBezTo>
                  <a:pt x="1590189" y="83586"/>
                  <a:pt x="1597117" y="93476"/>
                  <a:pt x="1607864" y="109111"/>
                </a:cubicBezTo>
                <a:cubicBezTo>
                  <a:pt x="1618612" y="124747"/>
                  <a:pt x="1625864" y="134670"/>
                  <a:pt x="1629619" y="138878"/>
                </a:cubicBezTo>
                <a:lnTo>
                  <a:pt x="1629230" y="139461"/>
                </a:lnTo>
                <a:cubicBezTo>
                  <a:pt x="1626576" y="139072"/>
                  <a:pt x="1622594" y="138878"/>
                  <a:pt x="1617285" y="138878"/>
                </a:cubicBezTo>
                <a:cubicBezTo>
                  <a:pt x="1611846" y="138878"/>
                  <a:pt x="1607864" y="139072"/>
                  <a:pt x="1605339" y="139461"/>
                </a:cubicBezTo>
                <a:cubicBezTo>
                  <a:pt x="1602944" y="132274"/>
                  <a:pt x="1596631" y="120426"/>
                  <a:pt x="1586401" y="103916"/>
                </a:cubicBezTo>
                <a:cubicBezTo>
                  <a:pt x="1585754" y="102880"/>
                  <a:pt x="1584572" y="100937"/>
                  <a:pt x="1582857" y="98089"/>
                </a:cubicBezTo>
                <a:cubicBezTo>
                  <a:pt x="1581141" y="95240"/>
                  <a:pt x="1579862" y="93152"/>
                  <a:pt x="1579021" y="91825"/>
                </a:cubicBezTo>
                <a:cubicBezTo>
                  <a:pt x="1578179" y="90497"/>
                  <a:pt x="1577030" y="88814"/>
                  <a:pt x="1575573" y="86774"/>
                </a:cubicBezTo>
                <a:cubicBezTo>
                  <a:pt x="1574116" y="84735"/>
                  <a:pt x="1572740" y="82938"/>
                  <a:pt x="1571445" y="81384"/>
                </a:cubicBezTo>
                <a:cubicBezTo>
                  <a:pt x="1565877" y="81773"/>
                  <a:pt x="1559727" y="81967"/>
                  <a:pt x="1552993" y="81967"/>
                </a:cubicBezTo>
                <a:moveTo>
                  <a:pt x="1571542" y="17773"/>
                </a:moveTo>
                <a:cubicBezTo>
                  <a:pt x="1562802" y="17773"/>
                  <a:pt x="1557525" y="18226"/>
                  <a:pt x="1555712" y="19132"/>
                </a:cubicBezTo>
                <a:cubicBezTo>
                  <a:pt x="1553899" y="20039"/>
                  <a:pt x="1552993" y="22499"/>
                  <a:pt x="1552993" y="26513"/>
                </a:cubicBezTo>
                <a:lnTo>
                  <a:pt x="1552993" y="74004"/>
                </a:lnTo>
                <a:lnTo>
                  <a:pt x="1564550" y="74004"/>
                </a:lnTo>
                <a:cubicBezTo>
                  <a:pt x="1575427" y="74004"/>
                  <a:pt x="1584038" y="71786"/>
                  <a:pt x="1590383" y="67351"/>
                </a:cubicBezTo>
                <a:cubicBezTo>
                  <a:pt x="1596728" y="62916"/>
                  <a:pt x="1599901" y="55066"/>
                  <a:pt x="1599901" y="43800"/>
                </a:cubicBezTo>
                <a:cubicBezTo>
                  <a:pt x="1599901" y="38750"/>
                  <a:pt x="1599011" y="34412"/>
                  <a:pt x="1597230" y="30786"/>
                </a:cubicBezTo>
                <a:cubicBezTo>
                  <a:pt x="1595450" y="27161"/>
                  <a:pt x="1593070" y="24441"/>
                  <a:pt x="1590092" y="22628"/>
                </a:cubicBezTo>
                <a:cubicBezTo>
                  <a:pt x="1587114" y="20816"/>
                  <a:pt x="1584135" y="19553"/>
                  <a:pt x="1581157" y="18841"/>
                </a:cubicBezTo>
                <a:cubicBezTo>
                  <a:pt x="1578179" y="18129"/>
                  <a:pt x="1574974" y="17773"/>
                  <a:pt x="1571542" y="17773"/>
                </a:cubicBezTo>
                <a:close/>
                <a:moveTo>
                  <a:pt x="1659414" y="84589"/>
                </a:moveTo>
                <a:lnTo>
                  <a:pt x="1696027" y="84589"/>
                </a:lnTo>
                <a:cubicBezTo>
                  <a:pt x="1697905" y="84589"/>
                  <a:pt x="1698844" y="83651"/>
                  <a:pt x="1698844" y="81773"/>
                </a:cubicBezTo>
                <a:cubicBezTo>
                  <a:pt x="1698844" y="74716"/>
                  <a:pt x="1697144" y="69245"/>
                  <a:pt x="1693745" y="65360"/>
                </a:cubicBezTo>
                <a:cubicBezTo>
                  <a:pt x="1690346" y="61475"/>
                  <a:pt x="1686461" y="59533"/>
                  <a:pt x="1682091" y="59533"/>
                </a:cubicBezTo>
                <a:cubicBezTo>
                  <a:pt x="1677721" y="59533"/>
                  <a:pt x="1673221" y="61427"/>
                  <a:pt x="1668592" y="65214"/>
                </a:cubicBezTo>
                <a:cubicBezTo>
                  <a:pt x="1663963" y="69002"/>
                  <a:pt x="1660903" y="75460"/>
                  <a:pt x="1659414" y="84589"/>
                </a:cubicBezTo>
                <a:moveTo>
                  <a:pt x="1712537" y="118192"/>
                </a:moveTo>
                <a:lnTo>
                  <a:pt x="1716519" y="123145"/>
                </a:lnTo>
                <a:cubicBezTo>
                  <a:pt x="1712699" y="128454"/>
                  <a:pt x="1707730" y="132727"/>
                  <a:pt x="1701612" y="135964"/>
                </a:cubicBezTo>
                <a:cubicBezTo>
                  <a:pt x="1695493" y="139202"/>
                  <a:pt x="1688906" y="140820"/>
                  <a:pt x="1681848" y="140820"/>
                </a:cubicBezTo>
                <a:cubicBezTo>
                  <a:pt x="1668058" y="140820"/>
                  <a:pt x="1657537" y="136450"/>
                  <a:pt x="1650285" y="127709"/>
                </a:cubicBezTo>
                <a:cubicBezTo>
                  <a:pt x="1644329" y="120523"/>
                  <a:pt x="1641350" y="110390"/>
                  <a:pt x="1641350" y="97312"/>
                </a:cubicBezTo>
                <a:cubicBezTo>
                  <a:pt x="1641350" y="83392"/>
                  <a:pt x="1645429" y="72288"/>
                  <a:pt x="1653587" y="64000"/>
                </a:cubicBezTo>
                <a:cubicBezTo>
                  <a:pt x="1661745" y="55713"/>
                  <a:pt x="1671230" y="51569"/>
                  <a:pt x="1682043" y="51569"/>
                </a:cubicBezTo>
                <a:cubicBezTo>
                  <a:pt x="1693956" y="51569"/>
                  <a:pt x="1702680" y="55341"/>
                  <a:pt x="1708216" y="62884"/>
                </a:cubicBezTo>
                <a:cubicBezTo>
                  <a:pt x="1713751" y="70426"/>
                  <a:pt x="1716519" y="79183"/>
                  <a:pt x="1716519" y="89154"/>
                </a:cubicBezTo>
                <a:cubicBezTo>
                  <a:pt x="1716519" y="91420"/>
                  <a:pt x="1715321" y="92553"/>
                  <a:pt x="1712926" y="92553"/>
                </a:cubicBezTo>
                <a:lnTo>
                  <a:pt x="1658831" y="92553"/>
                </a:lnTo>
                <a:cubicBezTo>
                  <a:pt x="1658831" y="104337"/>
                  <a:pt x="1660418" y="112753"/>
                  <a:pt x="1663590" y="117803"/>
                </a:cubicBezTo>
                <a:cubicBezTo>
                  <a:pt x="1668381" y="125379"/>
                  <a:pt x="1675600" y="129166"/>
                  <a:pt x="1685247" y="129166"/>
                </a:cubicBezTo>
                <a:cubicBezTo>
                  <a:pt x="1696707" y="129166"/>
                  <a:pt x="1705804" y="125508"/>
                  <a:pt x="1712537" y="118192"/>
                </a:cubicBezTo>
                <a:close/>
                <a:moveTo>
                  <a:pt x="1786322" y="94107"/>
                </a:moveTo>
                <a:lnTo>
                  <a:pt x="1769423" y="98671"/>
                </a:lnTo>
                <a:cubicBezTo>
                  <a:pt x="1762107" y="100678"/>
                  <a:pt x="1756992" y="103301"/>
                  <a:pt x="1754079" y="106538"/>
                </a:cubicBezTo>
                <a:cubicBezTo>
                  <a:pt x="1751165" y="109775"/>
                  <a:pt x="1749708" y="113789"/>
                  <a:pt x="1749708" y="118580"/>
                </a:cubicBezTo>
                <a:cubicBezTo>
                  <a:pt x="1749708" y="121753"/>
                  <a:pt x="1751068" y="124569"/>
                  <a:pt x="1753787" y="127030"/>
                </a:cubicBezTo>
                <a:cubicBezTo>
                  <a:pt x="1756506" y="129490"/>
                  <a:pt x="1760067" y="130720"/>
                  <a:pt x="1764470" y="130720"/>
                </a:cubicBezTo>
                <a:cubicBezTo>
                  <a:pt x="1769779" y="130720"/>
                  <a:pt x="1775865" y="128130"/>
                  <a:pt x="1782728" y="122951"/>
                </a:cubicBezTo>
                <a:cubicBezTo>
                  <a:pt x="1784606" y="121656"/>
                  <a:pt x="1785545" y="119940"/>
                  <a:pt x="1785545" y="117803"/>
                </a:cubicBezTo>
                <a:lnTo>
                  <a:pt x="1786322" y="94107"/>
                </a:lnTo>
                <a:moveTo>
                  <a:pt x="1786322" y="129360"/>
                </a:moveTo>
                <a:lnTo>
                  <a:pt x="1785545" y="129360"/>
                </a:lnTo>
                <a:cubicBezTo>
                  <a:pt x="1780236" y="133893"/>
                  <a:pt x="1775752" y="136936"/>
                  <a:pt x="1772094" y="138490"/>
                </a:cubicBezTo>
                <a:cubicBezTo>
                  <a:pt x="1768436" y="140043"/>
                  <a:pt x="1763887" y="140820"/>
                  <a:pt x="1758449" y="140820"/>
                </a:cubicBezTo>
                <a:cubicBezTo>
                  <a:pt x="1750744" y="140820"/>
                  <a:pt x="1744674" y="139040"/>
                  <a:pt x="1740239" y="135479"/>
                </a:cubicBezTo>
                <a:cubicBezTo>
                  <a:pt x="1735804" y="131918"/>
                  <a:pt x="1733587" y="126544"/>
                  <a:pt x="1733587" y="119357"/>
                </a:cubicBezTo>
                <a:cubicBezTo>
                  <a:pt x="1733587" y="112624"/>
                  <a:pt x="1736533" y="106700"/>
                  <a:pt x="1742424" y="101585"/>
                </a:cubicBezTo>
                <a:cubicBezTo>
                  <a:pt x="1748316" y="96470"/>
                  <a:pt x="1756377" y="92780"/>
                  <a:pt x="1766607" y="90513"/>
                </a:cubicBezTo>
                <a:lnTo>
                  <a:pt x="1785156" y="86337"/>
                </a:lnTo>
                <a:cubicBezTo>
                  <a:pt x="1786063" y="86078"/>
                  <a:pt x="1786516" y="85302"/>
                  <a:pt x="1786516" y="84007"/>
                </a:cubicBezTo>
                <a:cubicBezTo>
                  <a:pt x="1786516" y="79733"/>
                  <a:pt x="1786046" y="76043"/>
                  <a:pt x="1785108" y="72935"/>
                </a:cubicBezTo>
                <a:cubicBezTo>
                  <a:pt x="1784169" y="69827"/>
                  <a:pt x="1783100" y="67513"/>
                  <a:pt x="1781903" y="65991"/>
                </a:cubicBezTo>
                <a:cubicBezTo>
                  <a:pt x="1780705" y="64470"/>
                  <a:pt x="1779119" y="63272"/>
                  <a:pt x="1777144" y="62398"/>
                </a:cubicBezTo>
                <a:cubicBezTo>
                  <a:pt x="1775169" y="61524"/>
                  <a:pt x="1773518" y="60990"/>
                  <a:pt x="1772191" y="60796"/>
                </a:cubicBezTo>
                <a:cubicBezTo>
                  <a:pt x="1770864" y="60601"/>
                  <a:pt x="1769261" y="60504"/>
                  <a:pt x="1767384" y="60504"/>
                </a:cubicBezTo>
                <a:cubicBezTo>
                  <a:pt x="1759808" y="60504"/>
                  <a:pt x="1752525" y="66137"/>
                  <a:pt x="1745532" y="77403"/>
                </a:cubicBezTo>
                <a:lnTo>
                  <a:pt x="1742910" y="77208"/>
                </a:lnTo>
                <a:lnTo>
                  <a:pt x="1739608" y="63903"/>
                </a:lnTo>
                <a:lnTo>
                  <a:pt x="1740191" y="63126"/>
                </a:lnTo>
                <a:cubicBezTo>
                  <a:pt x="1749320" y="55422"/>
                  <a:pt x="1759064" y="51569"/>
                  <a:pt x="1769423" y="51569"/>
                </a:cubicBezTo>
                <a:cubicBezTo>
                  <a:pt x="1791307" y="51569"/>
                  <a:pt x="1802249" y="62317"/>
                  <a:pt x="1802249" y="83812"/>
                </a:cubicBezTo>
                <a:cubicBezTo>
                  <a:pt x="1802249" y="84266"/>
                  <a:pt x="1802152" y="88830"/>
                  <a:pt x="1801957" y="97506"/>
                </a:cubicBezTo>
                <a:cubicBezTo>
                  <a:pt x="1801763" y="106182"/>
                  <a:pt x="1801666" y="111620"/>
                  <a:pt x="1801666" y="113822"/>
                </a:cubicBezTo>
                <a:cubicBezTo>
                  <a:pt x="1801666" y="122174"/>
                  <a:pt x="1802767" y="127353"/>
                  <a:pt x="1804968" y="129360"/>
                </a:cubicBezTo>
                <a:cubicBezTo>
                  <a:pt x="1806069" y="130332"/>
                  <a:pt x="1808011" y="130817"/>
                  <a:pt x="1810795" y="130817"/>
                </a:cubicBezTo>
                <a:cubicBezTo>
                  <a:pt x="1812414" y="130817"/>
                  <a:pt x="1814194" y="130461"/>
                  <a:pt x="1816137" y="129749"/>
                </a:cubicBezTo>
                <a:lnTo>
                  <a:pt x="1817690" y="134702"/>
                </a:lnTo>
                <a:cubicBezTo>
                  <a:pt x="1813806" y="138781"/>
                  <a:pt x="1808529" y="140820"/>
                  <a:pt x="1801860" y="140820"/>
                </a:cubicBezTo>
                <a:cubicBezTo>
                  <a:pt x="1798105" y="140820"/>
                  <a:pt x="1794852" y="139849"/>
                  <a:pt x="1792100" y="137907"/>
                </a:cubicBezTo>
                <a:cubicBezTo>
                  <a:pt x="1789348" y="135964"/>
                  <a:pt x="1787422" y="133116"/>
                  <a:pt x="1786322" y="129360"/>
                </a:cubicBezTo>
                <a:close/>
                <a:moveTo>
                  <a:pt x="1892091" y="116444"/>
                </a:moveTo>
                <a:lnTo>
                  <a:pt x="1892091" y="71090"/>
                </a:lnTo>
                <a:cubicBezTo>
                  <a:pt x="1889566" y="67141"/>
                  <a:pt x="1886911" y="64227"/>
                  <a:pt x="1884127" y="62349"/>
                </a:cubicBezTo>
                <a:cubicBezTo>
                  <a:pt x="1881343" y="60472"/>
                  <a:pt x="1877717" y="59533"/>
                  <a:pt x="1873250" y="59533"/>
                </a:cubicBezTo>
                <a:cubicBezTo>
                  <a:pt x="1870466" y="59533"/>
                  <a:pt x="1867747" y="60035"/>
                  <a:pt x="1865092" y="61038"/>
                </a:cubicBezTo>
                <a:cubicBezTo>
                  <a:pt x="1862438" y="62042"/>
                  <a:pt x="1859718" y="63693"/>
                  <a:pt x="1856934" y="65991"/>
                </a:cubicBezTo>
                <a:cubicBezTo>
                  <a:pt x="1854150" y="68290"/>
                  <a:pt x="1851933" y="71932"/>
                  <a:pt x="1850282" y="76917"/>
                </a:cubicBezTo>
                <a:cubicBezTo>
                  <a:pt x="1848631" y="81902"/>
                  <a:pt x="1847805" y="87891"/>
                  <a:pt x="1847805" y="94884"/>
                </a:cubicBezTo>
                <a:cubicBezTo>
                  <a:pt x="1847805" y="106667"/>
                  <a:pt x="1849651" y="115554"/>
                  <a:pt x="1853341" y="121543"/>
                </a:cubicBezTo>
                <a:cubicBezTo>
                  <a:pt x="1857031" y="127531"/>
                  <a:pt x="1861790" y="130526"/>
                  <a:pt x="1867617" y="130526"/>
                </a:cubicBezTo>
                <a:cubicBezTo>
                  <a:pt x="1876487" y="130526"/>
                  <a:pt x="1884645" y="125832"/>
                  <a:pt x="1892091" y="116444"/>
                </a:cubicBezTo>
                <a:moveTo>
                  <a:pt x="1892091" y="127321"/>
                </a:moveTo>
                <a:cubicBezTo>
                  <a:pt x="1885034" y="136321"/>
                  <a:pt x="1876487" y="140820"/>
                  <a:pt x="1866452" y="140820"/>
                </a:cubicBezTo>
                <a:cubicBezTo>
                  <a:pt x="1855834" y="140820"/>
                  <a:pt x="1847174" y="136547"/>
                  <a:pt x="1840473" y="128001"/>
                </a:cubicBezTo>
                <a:cubicBezTo>
                  <a:pt x="1833772" y="119454"/>
                  <a:pt x="1830421" y="108966"/>
                  <a:pt x="1830421" y="96535"/>
                </a:cubicBezTo>
                <a:cubicBezTo>
                  <a:pt x="1830421" y="83133"/>
                  <a:pt x="1834646" y="72288"/>
                  <a:pt x="1843095" y="64000"/>
                </a:cubicBezTo>
                <a:cubicBezTo>
                  <a:pt x="1851544" y="55713"/>
                  <a:pt x="1862308" y="51569"/>
                  <a:pt x="1875387" y="51569"/>
                </a:cubicBezTo>
                <a:cubicBezTo>
                  <a:pt x="1881343" y="51569"/>
                  <a:pt x="1886911" y="53026"/>
                  <a:pt x="1892091" y="55940"/>
                </a:cubicBezTo>
                <a:lnTo>
                  <a:pt x="1892091" y="43023"/>
                </a:lnTo>
                <a:cubicBezTo>
                  <a:pt x="1892091" y="24053"/>
                  <a:pt x="1891508" y="11266"/>
                  <a:pt x="1890343" y="4662"/>
                </a:cubicBezTo>
                <a:lnTo>
                  <a:pt x="1890731" y="3982"/>
                </a:lnTo>
                <a:cubicBezTo>
                  <a:pt x="1896688" y="3593"/>
                  <a:pt x="1902450" y="2266"/>
                  <a:pt x="1908018" y="0"/>
                </a:cubicBezTo>
                <a:cubicBezTo>
                  <a:pt x="1909184" y="0"/>
                  <a:pt x="1909799" y="680"/>
                  <a:pt x="1909863" y="2039"/>
                </a:cubicBezTo>
                <a:cubicBezTo>
                  <a:pt x="1908698" y="16737"/>
                  <a:pt x="1908083" y="29200"/>
                  <a:pt x="1908018" y="39430"/>
                </a:cubicBezTo>
                <a:lnTo>
                  <a:pt x="1908018" y="100711"/>
                </a:lnTo>
                <a:cubicBezTo>
                  <a:pt x="1908018" y="114113"/>
                  <a:pt x="1909151" y="126835"/>
                  <a:pt x="1911417" y="138878"/>
                </a:cubicBezTo>
                <a:lnTo>
                  <a:pt x="1911029" y="139461"/>
                </a:lnTo>
                <a:cubicBezTo>
                  <a:pt x="1908374" y="139072"/>
                  <a:pt x="1905428" y="138878"/>
                  <a:pt x="1902191" y="138878"/>
                </a:cubicBezTo>
                <a:cubicBezTo>
                  <a:pt x="1900637" y="138878"/>
                  <a:pt x="1898339" y="139072"/>
                  <a:pt x="1895296" y="139461"/>
                </a:cubicBezTo>
                <a:cubicBezTo>
                  <a:pt x="1894130" y="139461"/>
                  <a:pt x="1893548" y="139266"/>
                  <a:pt x="1893548" y="138878"/>
                </a:cubicBezTo>
                <a:lnTo>
                  <a:pt x="1892479" y="127321"/>
                </a:lnTo>
                <a:lnTo>
                  <a:pt x="1892091" y="127321"/>
                </a:lnTo>
                <a:close/>
                <a:moveTo>
                  <a:pt x="1950599" y="84589"/>
                </a:moveTo>
                <a:lnTo>
                  <a:pt x="1987212" y="84589"/>
                </a:lnTo>
                <a:cubicBezTo>
                  <a:pt x="1989090" y="84589"/>
                  <a:pt x="1990029" y="83651"/>
                  <a:pt x="1990029" y="81773"/>
                </a:cubicBezTo>
                <a:cubicBezTo>
                  <a:pt x="1990029" y="74716"/>
                  <a:pt x="1988329" y="69245"/>
                  <a:pt x="1984930" y="65360"/>
                </a:cubicBezTo>
                <a:cubicBezTo>
                  <a:pt x="1981531" y="61475"/>
                  <a:pt x="1977646" y="59533"/>
                  <a:pt x="1973276" y="59533"/>
                </a:cubicBezTo>
                <a:cubicBezTo>
                  <a:pt x="1968906" y="59533"/>
                  <a:pt x="1964406" y="61427"/>
                  <a:pt x="1959776" y="65214"/>
                </a:cubicBezTo>
                <a:cubicBezTo>
                  <a:pt x="1955147" y="69002"/>
                  <a:pt x="1952088" y="75460"/>
                  <a:pt x="1950599" y="84589"/>
                </a:cubicBezTo>
                <a:moveTo>
                  <a:pt x="2003722" y="118192"/>
                </a:moveTo>
                <a:lnTo>
                  <a:pt x="2007704" y="123145"/>
                </a:lnTo>
                <a:cubicBezTo>
                  <a:pt x="2003884" y="128454"/>
                  <a:pt x="1998915" y="132727"/>
                  <a:pt x="1992796" y="135964"/>
                </a:cubicBezTo>
                <a:cubicBezTo>
                  <a:pt x="1986678" y="139202"/>
                  <a:pt x="1980090" y="140820"/>
                  <a:pt x="1973033" y="140820"/>
                </a:cubicBezTo>
                <a:cubicBezTo>
                  <a:pt x="1959242" y="140820"/>
                  <a:pt x="1948721" y="136450"/>
                  <a:pt x="1941470" y="127709"/>
                </a:cubicBezTo>
                <a:cubicBezTo>
                  <a:pt x="1935513" y="120523"/>
                  <a:pt x="1932535" y="110390"/>
                  <a:pt x="1932535" y="97312"/>
                </a:cubicBezTo>
                <a:cubicBezTo>
                  <a:pt x="1932535" y="83392"/>
                  <a:pt x="1936614" y="72288"/>
                  <a:pt x="1944772" y="64000"/>
                </a:cubicBezTo>
                <a:cubicBezTo>
                  <a:pt x="1952930" y="55713"/>
                  <a:pt x="1962415" y="51569"/>
                  <a:pt x="1973227" y="51569"/>
                </a:cubicBezTo>
                <a:cubicBezTo>
                  <a:pt x="1985140" y="51569"/>
                  <a:pt x="1993865" y="55341"/>
                  <a:pt x="1999400" y="62884"/>
                </a:cubicBezTo>
                <a:cubicBezTo>
                  <a:pt x="2004936" y="70426"/>
                  <a:pt x="2007704" y="79183"/>
                  <a:pt x="2007704" y="89154"/>
                </a:cubicBezTo>
                <a:cubicBezTo>
                  <a:pt x="2007704" y="91420"/>
                  <a:pt x="2006506" y="92553"/>
                  <a:pt x="2004111" y="92553"/>
                </a:cubicBezTo>
                <a:lnTo>
                  <a:pt x="1950016" y="92553"/>
                </a:lnTo>
                <a:cubicBezTo>
                  <a:pt x="1950016" y="104337"/>
                  <a:pt x="1951602" y="112753"/>
                  <a:pt x="1954775" y="117803"/>
                </a:cubicBezTo>
                <a:cubicBezTo>
                  <a:pt x="1959566" y="125379"/>
                  <a:pt x="1966785" y="129166"/>
                  <a:pt x="1976432" y="129166"/>
                </a:cubicBezTo>
                <a:cubicBezTo>
                  <a:pt x="1987892" y="129166"/>
                  <a:pt x="1996989" y="125508"/>
                  <a:pt x="2003722" y="118192"/>
                </a:cubicBezTo>
                <a:close/>
                <a:moveTo>
                  <a:pt x="2049051" y="72450"/>
                </a:moveTo>
                <a:lnTo>
                  <a:pt x="2049634" y="72838"/>
                </a:lnTo>
                <a:cubicBezTo>
                  <a:pt x="2054295" y="64874"/>
                  <a:pt x="2058374" y="59339"/>
                  <a:pt x="2061871" y="56231"/>
                </a:cubicBezTo>
                <a:cubicBezTo>
                  <a:pt x="2065367" y="53123"/>
                  <a:pt x="2069705" y="51569"/>
                  <a:pt x="2074884" y="51569"/>
                </a:cubicBezTo>
                <a:cubicBezTo>
                  <a:pt x="2076503" y="51569"/>
                  <a:pt x="2078899" y="52023"/>
                  <a:pt x="2082071" y="52929"/>
                </a:cubicBezTo>
                <a:lnTo>
                  <a:pt x="2082848" y="53706"/>
                </a:lnTo>
                <a:lnTo>
                  <a:pt x="2078866" y="68468"/>
                </a:lnTo>
                <a:lnTo>
                  <a:pt x="2077312" y="68856"/>
                </a:lnTo>
                <a:cubicBezTo>
                  <a:pt x="2075305" y="66979"/>
                  <a:pt x="2071841" y="66040"/>
                  <a:pt x="2066921" y="66040"/>
                </a:cubicBezTo>
                <a:cubicBezTo>
                  <a:pt x="2062518" y="66040"/>
                  <a:pt x="2058828" y="68371"/>
                  <a:pt x="2055849" y="73032"/>
                </a:cubicBezTo>
                <a:cubicBezTo>
                  <a:pt x="2051317" y="79895"/>
                  <a:pt x="2049051" y="86467"/>
                  <a:pt x="2049051" y="92747"/>
                </a:cubicBezTo>
                <a:lnTo>
                  <a:pt x="2049051" y="103042"/>
                </a:lnTo>
                <a:cubicBezTo>
                  <a:pt x="2049051" y="117868"/>
                  <a:pt x="2049634" y="129814"/>
                  <a:pt x="2050799" y="138878"/>
                </a:cubicBezTo>
                <a:lnTo>
                  <a:pt x="2050411" y="139461"/>
                </a:lnTo>
                <a:cubicBezTo>
                  <a:pt x="2048015" y="139072"/>
                  <a:pt x="2044907" y="138878"/>
                  <a:pt x="2041087" y="138878"/>
                </a:cubicBezTo>
                <a:cubicBezTo>
                  <a:pt x="2037267" y="138878"/>
                  <a:pt x="2034160" y="139072"/>
                  <a:pt x="2031764" y="139461"/>
                </a:cubicBezTo>
                <a:lnTo>
                  <a:pt x="2031376" y="138878"/>
                </a:lnTo>
                <a:cubicBezTo>
                  <a:pt x="2032541" y="130655"/>
                  <a:pt x="2033124" y="118710"/>
                  <a:pt x="2033124" y="103042"/>
                </a:cubicBezTo>
                <a:lnTo>
                  <a:pt x="2033124" y="92164"/>
                </a:lnTo>
                <a:cubicBezTo>
                  <a:pt x="2033124" y="73842"/>
                  <a:pt x="2032541" y="60957"/>
                  <a:pt x="2031376" y="53512"/>
                </a:cubicBezTo>
                <a:lnTo>
                  <a:pt x="2031764" y="52929"/>
                </a:lnTo>
                <a:cubicBezTo>
                  <a:pt x="2037591" y="53447"/>
                  <a:pt x="2042965" y="53253"/>
                  <a:pt x="2047886" y="52346"/>
                </a:cubicBezTo>
                <a:cubicBezTo>
                  <a:pt x="2048663" y="52346"/>
                  <a:pt x="2049051" y="53026"/>
                  <a:pt x="2049051" y="54386"/>
                </a:cubicBezTo>
                <a:lnTo>
                  <a:pt x="2049051" y="72450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Text Extractor=KClause">
            <a:extLst xmlns:a="http://schemas.openxmlformats.org/drawingml/2006/main">
              <a:ext uri="{FF2B5EF4-FFF2-40B4-BE49-F238E27FC236}">
                <a16:creationId xmlns:a16="http://schemas.microsoft.com/office/drawing/2014/main" id="{E84F15A5-C2B2-4F72-A3E1-C14B607E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533" y="164266"/>
            <a:ext cx="1508474" cy="140885"/>
          </a:xfrm>
          <a:custGeom xmlns:a="http://schemas.openxmlformats.org/drawingml/2006/main">
            <a:pathLst>
              <a:path w="1508474" h="140885">
                <a:moveTo>
                  <a:pt x="19035" y="99060"/>
                </a:moveTo>
                <a:cubicBezTo>
                  <a:pt x="19035" y="114599"/>
                  <a:pt x="19585" y="124148"/>
                  <a:pt x="20686" y="127709"/>
                </a:cubicBezTo>
                <a:cubicBezTo>
                  <a:pt x="28650" y="127709"/>
                  <a:pt x="37293" y="127515"/>
                  <a:pt x="46616" y="127127"/>
                </a:cubicBezTo>
                <a:cubicBezTo>
                  <a:pt x="55940" y="126738"/>
                  <a:pt x="63288" y="126350"/>
                  <a:pt x="68662" y="125961"/>
                </a:cubicBezTo>
                <a:lnTo>
                  <a:pt x="76723" y="125379"/>
                </a:lnTo>
                <a:lnTo>
                  <a:pt x="77111" y="126156"/>
                </a:lnTo>
                <a:cubicBezTo>
                  <a:pt x="76852" y="128292"/>
                  <a:pt x="76723" y="130494"/>
                  <a:pt x="76723" y="132760"/>
                </a:cubicBezTo>
                <a:cubicBezTo>
                  <a:pt x="76723" y="133148"/>
                  <a:pt x="76852" y="135188"/>
                  <a:pt x="77111" y="138878"/>
                </a:cubicBezTo>
                <a:lnTo>
                  <a:pt x="76723" y="139461"/>
                </a:lnTo>
                <a:cubicBezTo>
                  <a:pt x="73550" y="139072"/>
                  <a:pt x="69568" y="138878"/>
                  <a:pt x="64777" y="138878"/>
                </a:cubicBezTo>
                <a:lnTo>
                  <a:pt x="10489" y="138878"/>
                </a:lnTo>
                <a:lnTo>
                  <a:pt x="194" y="139461"/>
                </a:lnTo>
                <a:lnTo>
                  <a:pt x="0" y="138878"/>
                </a:lnTo>
                <a:cubicBezTo>
                  <a:pt x="1295" y="129878"/>
                  <a:pt x="1942" y="116606"/>
                  <a:pt x="1942" y="99060"/>
                </a:cubicBezTo>
                <a:lnTo>
                  <a:pt x="1942" y="50404"/>
                </a:lnTo>
                <a:cubicBezTo>
                  <a:pt x="1942" y="33311"/>
                  <a:pt x="1295" y="20039"/>
                  <a:pt x="0" y="10586"/>
                </a:cubicBezTo>
                <a:lnTo>
                  <a:pt x="388" y="10003"/>
                </a:lnTo>
                <a:cubicBezTo>
                  <a:pt x="2655" y="10392"/>
                  <a:pt x="6021" y="10586"/>
                  <a:pt x="10489" y="10586"/>
                </a:cubicBezTo>
                <a:lnTo>
                  <a:pt x="62835" y="10586"/>
                </a:lnTo>
                <a:cubicBezTo>
                  <a:pt x="67626" y="10586"/>
                  <a:pt x="71608" y="10392"/>
                  <a:pt x="74780" y="10003"/>
                </a:cubicBezTo>
                <a:lnTo>
                  <a:pt x="75169" y="10586"/>
                </a:lnTo>
                <a:cubicBezTo>
                  <a:pt x="74910" y="14276"/>
                  <a:pt x="74780" y="16785"/>
                  <a:pt x="74780" y="18112"/>
                </a:cubicBezTo>
                <a:cubicBezTo>
                  <a:pt x="74780" y="19440"/>
                  <a:pt x="74910" y="21172"/>
                  <a:pt x="75169" y="23308"/>
                </a:cubicBezTo>
                <a:lnTo>
                  <a:pt x="74780" y="24085"/>
                </a:lnTo>
                <a:cubicBezTo>
                  <a:pt x="56458" y="22467"/>
                  <a:pt x="38426" y="21690"/>
                  <a:pt x="20686" y="21754"/>
                </a:cubicBezTo>
                <a:cubicBezTo>
                  <a:pt x="19650" y="25315"/>
                  <a:pt x="19100" y="34865"/>
                  <a:pt x="19035" y="50404"/>
                </a:cubicBezTo>
                <a:lnTo>
                  <a:pt x="19035" y="65846"/>
                </a:lnTo>
                <a:cubicBezTo>
                  <a:pt x="32955" y="65846"/>
                  <a:pt x="47749" y="65198"/>
                  <a:pt x="63418" y="63903"/>
                </a:cubicBezTo>
                <a:lnTo>
                  <a:pt x="64000" y="64486"/>
                </a:lnTo>
                <a:cubicBezTo>
                  <a:pt x="63612" y="66364"/>
                  <a:pt x="63418" y="68484"/>
                  <a:pt x="63418" y="70847"/>
                </a:cubicBezTo>
                <a:cubicBezTo>
                  <a:pt x="63418" y="73210"/>
                  <a:pt x="63612" y="75331"/>
                  <a:pt x="64000" y="77208"/>
                </a:cubicBezTo>
                <a:lnTo>
                  <a:pt x="63418" y="77791"/>
                </a:lnTo>
                <a:cubicBezTo>
                  <a:pt x="50274" y="76496"/>
                  <a:pt x="35480" y="75849"/>
                  <a:pt x="19035" y="75849"/>
                </a:cubicBezTo>
                <a:lnTo>
                  <a:pt x="19035" y="99060"/>
                </a:lnTo>
                <a:close/>
                <a:moveTo>
                  <a:pt x="124973" y="97700"/>
                </a:moveTo>
                <a:lnTo>
                  <a:pt x="93021" y="52929"/>
                </a:lnTo>
                <a:cubicBezTo>
                  <a:pt x="95935" y="53317"/>
                  <a:pt x="99787" y="53512"/>
                  <a:pt x="104578" y="53512"/>
                </a:cubicBezTo>
                <a:cubicBezTo>
                  <a:pt x="108528" y="53512"/>
                  <a:pt x="112121" y="53317"/>
                  <a:pt x="115358" y="52929"/>
                </a:cubicBezTo>
                <a:cubicBezTo>
                  <a:pt x="116524" y="54871"/>
                  <a:pt x="118498" y="58254"/>
                  <a:pt x="121283" y="63078"/>
                </a:cubicBezTo>
                <a:cubicBezTo>
                  <a:pt x="124067" y="67901"/>
                  <a:pt x="126527" y="72029"/>
                  <a:pt x="128663" y="75460"/>
                </a:cubicBezTo>
                <a:cubicBezTo>
                  <a:pt x="130800" y="78892"/>
                  <a:pt x="133066" y="82226"/>
                  <a:pt x="135462" y="85463"/>
                </a:cubicBezTo>
                <a:cubicBezTo>
                  <a:pt x="138764" y="81190"/>
                  <a:pt x="143118" y="74958"/>
                  <a:pt x="148524" y="66768"/>
                </a:cubicBezTo>
                <a:cubicBezTo>
                  <a:pt x="153930" y="58578"/>
                  <a:pt x="156989" y="53965"/>
                  <a:pt x="157702" y="52929"/>
                </a:cubicBezTo>
                <a:cubicBezTo>
                  <a:pt x="159579" y="53317"/>
                  <a:pt x="162039" y="53512"/>
                  <a:pt x="165082" y="53512"/>
                </a:cubicBezTo>
                <a:cubicBezTo>
                  <a:pt x="168773" y="53512"/>
                  <a:pt x="171751" y="53317"/>
                  <a:pt x="174017" y="52929"/>
                </a:cubicBezTo>
                <a:lnTo>
                  <a:pt x="141386" y="93039"/>
                </a:lnTo>
                <a:cubicBezTo>
                  <a:pt x="143328" y="95887"/>
                  <a:pt x="146565" y="100695"/>
                  <a:pt x="151098" y="107460"/>
                </a:cubicBezTo>
                <a:cubicBezTo>
                  <a:pt x="155630" y="114226"/>
                  <a:pt x="159644" y="120086"/>
                  <a:pt x="163140" y="125039"/>
                </a:cubicBezTo>
                <a:cubicBezTo>
                  <a:pt x="166636" y="129992"/>
                  <a:pt x="170197" y="134799"/>
                  <a:pt x="173823" y="139461"/>
                </a:cubicBezTo>
                <a:cubicBezTo>
                  <a:pt x="170262" y="139072"/>
                  <a:pt x="166474" y="138878"/>
                  <a:pt x="162460" y="138878"/>
                </a:cubicBezTo>
                <a:cubicBezTo>
                  <a:pt x="158381" y="138878"/>
                  <a:pt x="154982" y="139072"/>
                  <a:pt x="152263" y="139461"/>
                </a:cubicBezTo>
                <a:cubicBezTo>
                  <a:pt x="151551" y="138360"/>
                  <a:pt x="148653" y="133617"/>
                  <a:pt x="143571" y="125233"/>
                </a:cubicBezTo>
                <a:cubicBezTo>
                  <a:pt x="138488" y="116849"/>
                  <a:pt x="134361" y="110455"/>
                  <a:pt x="131188" y="106052"/>
                </a:cubicBezTo>
                <a:cubicBezTo>
                  <a:pt x="128210" y="110196"/>
                  <a:pt x="124374" y="116072"/>
                  <a:pt x="119680" y="123679"/>
                </a:cubicBezTo>
                <a:cubicBezTo>
                  <a:pt x="114986" y="131287"/>
                  <a:pt x="111668" y="136547"/>
                  <a:pt x="109726" y="139461"/>
                </a:cubicBezTo>
                <a:cubicBezTo>
                  <a:pt x="107459" y="139072"/>
                  <a:pt x="104546" y="138878"/>
                  <a:pt x="100985" y="138878"/>
                </a:cubicBezTo>
                <a:cubicBezTo>
                  <a:pt x="98330" y="138878"/>
                  <a:pt x="95935" y="139072"/>
                  <a:pt x="93798" y="139461"/>
                </a:cubicBezTo>
                <a:lnTo>
                  <a:pt x="124973" y="97700"/>
                </a:lnTo>
                <a:close/>
                <a:moveTo>
                  <a:pt x="197699" y="53512"/>
                </a:moveTo>
                <a:cubicBezTo>
                  <a:pt x="197699" y="45678"/>
                  <a:pt x="197958" y="37196"/>
                  <a:pt x="198476" y="28067"/>
                </a:cubicBezTo>
                <a:lnTo>
                  <a:pt x="198865" y="27484"/>
                </a:lnTo>
                <a:cubicBezTo>
                  <a:pt x="200872" y="27225"/>
                  <a:pt x="202571" y="26869"/>
                  <a:pt x="203963" y="26416"/>
                </a:cubicBezTo>
                <a:cubicBezTo>
                  <a:pt x="205355" y="25963"/>
                  <a:pt x="206942" y="25299"/>
                  <a:pt x="208722" y="24425"/>
                </a:cubicBezTo>
                <a:cubicBezTo>
                  <a:pt x="210503" y="23551"/>
                  <a:pt x="211846" y="22920"/>
                  <a:pt x="212752" y="22531"/>
                </a:cubicBezTo>
                <a:cubicBezTo>
                  <a:pt x="213918" y="22531"/>
                  <a:pt x="214533" y="23179"/>
                  <a:pt x="214598" y="24474"/>
                </a:cubicBezTo>
                <a:cubicBezTo>
                  <a:pt x="213950" y="32955"/>
                  <a:pt x="213594" y="42635"/>
                  <a:pt x="213529" y="53512"/>
                </a:cubicBezTo>
                <a:lnTo>
                  <a:pt x="222950" y="53512"/>
                </a:lnTo>
                <a:cubicBezTo>
                  <a:pt x="225475" y="53512"/>
                  <a:pt x="230104" y="53382"/>
                  <a:pt x="236838" y="53123"/>
                </a:cubicBezTo>
                <a:lnTo>
                  <a:pt x="237809" y="54580"/>
                </a:lnTo>
                <a:cubicBezTo>
                  <a:pt x="236773" y="57235"/>
                  <a:pt x="235996" y="59954"/>
                  <a:pt x="235478" y="62738"/>
                </a:cubicBezTo>
                <a:cubicBezTo>
                  <a:pt x="232823" y="62479"/>
                  <a:pt x="228032" y="62349"/>
                  <a:pt x="221105" y="62349"/>
                </a:cubicBezTo>
                <a:lnTo>
                  <a:pt x="213529" y="62349"/>
                </a:lnTo>
                <a:lnTo>
                  <a:pt x="213529" y="87406"/>
                </a:lnTo>
                <a:cubicBezTo>
                  <a:pt x="213529" y="91938"/>
                  <a:pt x="213432" y="97101"/>
                  <a:pt x="213238" y="102896"/>
                </a:cubicBezTo>
                <a:cubicBezTo>
                  <a:pt x="213044" y="108691"/>
                  <a:pt x="212947" y="112333"/>
                  <a:pt x="212947" y="113822"/>
                </a:cubicBezTo>
                <a:cubicBezTo>
                  <a:pt x="212947" y="124051"/>
                  <a:pt x="215148" y="129490"/>
                  <a:pt x="219551" y="130137"/>
                </a:cubicBezTo>
                <a:cubicBezTo>
                  <a:pt x="224665" y="130979"/>
                  <a:pt x="229877" y="130461"/>
                  <a:pt x="235187" y="128584"/>
                </a:cubicBezTo>
                <a:lnTo>
                  <a:pt x="237614" y="133537"/>
                </a:lnTo>
                <a:cubicBezTo>
                  <a:pt x="229910" y="138457"/>
                  <a:pt x="222238" y="140885"/>
                  <a:pt x="214598" y="140820"/>
                </a:cubicBezTo>
                <a:cubicBezTo>
                  <a:pt x="209677" y="140820"/>
                  <a:pt x="205517" y="139169"/>
                  <a:pt x="202118" y="135867"/>
                </a:cubicBezTo>
                <a:cubicBezTo>
                  <a:pt x="198719" y="132565"/>
                  <a:pt x="197019" y="127871"/>
                  <a:pt x="197019" y="121785"/>
                </a:cubicBezTo>
                <a:cubicBezTo>
                  <a:pt x="197019" y="120296"/>
                  <a:pt x="197133" y="115683"/>
                  <a:pt x="197359" y="107946"/>
                </a:cubicBezTo>
                <a:cubicBezTo>
                  <a:pt x="197586" y="100209"/>
                  <a:pt x="197699" y="94074"/>
                  <a:pt x="197699" y="89542"/>
                </a:cubicBezTo>
                <a:lnTo>
                  <a:pt x="197699" y="62349"/>
                </a:lnTo>
                <a:cubicBezTo>
                  <a:pt x="191484" y="62349"/>
                  <a:pt x="186757" y="62479"/>
                  <a:pt x="183520" y="62738"/>
                </a:cubicBezTo>
                <a:lnTo>
                  <a:pt x="182549" y="61281"/>
                </a:lnTo>
                <a:cubicBezTo>
                  <a:pt x="184426" y="58368"/>
                  <a:pt x="185883" y="55648"/>
                  <a:pt x="186919" y="53123"/>
                </a:cubicBezTo>
                <a:cubicBezTo>
                  <a:pt x="188797" y="53382"/>
                  <a:pt x="192390" y="53512"/>
                  <a:pt x="197699" y="53512"/>
                </a:cubicBezTo>
                <a:close/>
                <a:moveTo>
                  <a:pt x="279600" y="72450"/>
                </a:moveTo>
                <a:lnTo>
                  <a:pt x="280183" y="72838"/>
                </a:lnTo>
                <a:cubicBezTo>
                  <a:pt x="284844" y="64874"/>
                  <a:pt x="288923" y="59339"/>
                  <a:pt x="292419" y="56231"/>
                </a:cubicBezTo>
                <a:cubicBezTo>
                  <a:pt x="295916" y="53123"/>
                  <a:pt x="300254" y="51569"/>
                  <a:pt x="305433" y="51569"/>
                </a:cubicBezTo>
                <a:cubicBezTo>
                  <a:pt x="307052" y="51569"/>
                  <a:pt x="309447" y="52023"/>
                  <a:pt x="312620" y="52929"/>
                </a:cubicBezTo>
                <a:lnTo>
                  <a:pt x="313397" y="53706"/>
                </a:lnTo>
                <a:lnTo>
                  <a:pt x="309415" y="68468"/>
                </a:lnTo>
                <a:lnTo>
                  <a:pt x="307861" y="68856"/>
                </a:lnTo>
                <a:cubicBezTo>
                  <a:pt x="305854" y="66979"/>
                  <a:pt x="302390" y="66040"/>
                  <a:pt x="297470" y="66040"/>
                </a:cubicBezTo>
                <a:cubicBezTo>
                  <a:pt x="293067" y="66040"/>
                  <a:pt x="289376" y="68371"/>
                  <a:pt x="286398" y="73032"/>
                </a:cubicBezTo>
                <a:cubicBezTo>
                  <a:pt x="281866" y="79895"/>
                  <a:pt x="279600" y="86467"/>
                  <a:pt x="279600" y="92747"/>
                </a:cubicBezTo>
                <a:lnTo>
                  <a:pt x="279600" y="103042"/>
                </a:lnTo>
                <a:cubicBezTo>
                  <a:pt x="279600" y="117868"/>
                  <a:pt x="280183" y="129814"/>
                  <a:pt x="281348" y="138878"/>
                </a:cubicBezTo>
                <a:lnTo>
                  <a:pt x="280960" y="139461"/>
                </a:lnTo>
                <a:cubicBezTo>
                  <a:pt x="278564" y="139072"/>
                  <a:pt x="275456" y="138878"/>
                  <a:pt x="271636" y="138878"/>
                </a:cubicBezTo>
                <a:cubicBezTo>
                  <a:pt x="267816" y="138878"/>
                  <a:pt x="264709" y="139072"/>
                  <a:pt x="262313" y="139461"/>
                </a:cubicBezTo>
                <a:lnTo>
                  <a:pt x="261925" y="138878"/>
                </a:lnTo>
                <a:cubicBezTo>
                  <a:pt x="263090" y="130655"/>
                  <a:pt x="263673" y="118710"/>
                  <a:pt x="263673" y="103042"/>
                </a:cubicBezTo>
                <a:lnTo>
                  <a:pt x="263673" y="92164"/>
                </a:lnTo>
                <a:cubicBezTo>
                  <a:pt x="263673" y="73842"/>
                  <a:pt x="263090" y="60957"/>
                  <a:pt x="261925" y="53512"/>
                </a:cubicBezTo>
                <a:lnTo>
                  <a:pt x="262313" y="52929"/>
                </a:lnTo>
                <a:cubicBezTo>
                  <a:pt x="268140" y="53447"/>
                  <a:pt x="273514" y="53253"/>
                  <a:pt x="278435" y="52346"/>
                </a:cubicBezTo>
                <a:cubicBezTo>
                  <a:pt x="279211" y="52346"/>
                  <a:pt x="279600" y="53026"/>
                  <a:pt x="279600" y="54386"/>
                </a:cubicBezTo>
                <a:lnTo>
                  <a:pt x="279600" y="72450"/>
                </a:lnTo>
                <a:close/>
                <a:moveTo>
                  <a:pt x="378664" y="94107"/>
                </a:moveTo>
                <a:lnTo>
                  <a:pt x="361765" y="98671"/>
                </a:lnTo>
                <a:cubicBezTo>
                  <a:pt x="354449" y="100678"/>
                  <a:pt x="349334" y="103301"/>
                  <a:pt x="346421" y="106538"/>
                </a:cubicBezTo>
                <a:cubicBezTo>
                  <a:pt x="343507" y="109775"/>
                  <a:pt x="342051" y="113789"/>
                  <a:pt x="342051" y="118580"/>
                </a:cubicBezTo>
                <a:cubicBezTo>
                  <a:pt x="342051" y="121753"/>
                  <a:pt x="343410" y="124569"/>
                  <a:pt x="346130" y="127030"/>
                </a:cubicBezTo>
                <a:cubicBezTo>
                  <a:pt x="348849" y="129490"/>
                  <a:pt x="352410" y="130720"/>
                  <a:pt x="356812" y="130720"/>
                </a:cubicBezTo>
                <a:cubicBezTo>
                  <a:pt x="362122" y="130720"/>
                  <a:pt x="368208" y="128130"/>
                  <a:pt x="375071" y="122951"/>
                </a:cubicBezTo>
                <a:cubicBezTo>
                  <a:pt x="376948" y="121656"/>
                  <a:pt x="377887" y="119940"/>
                  <a:pt x="377887" y="117803"/>
                </a:cubicBezTo>
                <a:lnTo>
                  <a:pt x="378664" y="94107"/>
                </a:lnTo>
                <a:moveTo>
                  <a:pt x="378664" y="129360"/>
                </a:moveTo>
                <a:lnTo>
                  <a:pt x="377887" y="129360"/>
                </a:lnTo>
                <a:cubicBezTo>
                  <a:pt x="372578" y="133893"/>
                  <a:pt x="368094" y="136936"/>
                  <a:pt x="364436" y="138490"/>
                </a:cubicBezTo>
                <a:cubicBezTo>
                  <a:pt x="360778" y="140043"/>
                  <a:pt x="356230" y="140820"/>
                  <a:pt x="350791" y="140820"/>
                </a:cubicBezTo>
                <a:cubicBezTo>
                  <a:pt x="343087" y="140820"/>
                  <a:pt x="337017" y="139040"/>
                  <a:pt x="332582" y="135479"/>
                </a:cubicBezTo>
                <a:cubicBezTo>
                  <a:pt x="328147" y="131918"/>
                  <a:pt x="325929" y="126544"/>
                  <a:pt x="325929" y="119357"/>
                </a:cubicBezTo>
                <a:cubicBezTo>
                  <a:pt x="325929" y="112624"/>
                  <a:pt x="328875" y="106700"/>
                  <a:pt x="334767" y="101585"/>
                </a:cubicBezTo>
                <a:cubicBezTo>
                  <a:pt x="340659" y="96470"/>
                  <a:pt x="348719" y="92780"/>
                  <a:pt x="358949" y="90513"/>
                </a:cubicBezTo>
                <a:lnTo>
                  <a:pt x="377498" y="86337"/>
                </a:lnTo>
                <a:cubicBezTo>
                  <a:pt x="378405" y="86078"/>
                  <a:pt x="378858" y="85302"/>
                  <a:pt x="378858" y="84007"/>
                </a:cubicBezTo>
                <a:cubicBezTo>
                  <a:pt x="378858" y="79733"/>
                  <a:pt x="378389" y="76043"/>
                  <a:pt x="377450" y="72935"/>
                </a:cubicBezTo>
                <a:cubicBezTo>
                  <a:pt x="376511" y="69827"/>
                  <a:pt x="375443" y="67513"/>
                  <a:pt x="374245" y="65991"/>
                </a:cubicBezTo>
                <a:cubicBezTo>
                  <a:pt x="373047" y="64470"/>
                  <a:pt x="371461" y="63272"/>
                  <a:pt x="369486" y="62398"/>
                </a:cubicBezTo>
                <a:cubicBezTo>
                  <a:pt x="367512" y="61524"/>
                  <a:pt x="365861" y="60990"/>
                  <a:pt x="364533" y="60796"/>
                </a:cubicBezTo>
                <a:cubicBezTo>
                  <a:pt x="363206" y="60601"/>
                  <a:pt x="361604" y="60504"/>
                  <a:pt x="359726" y="60504"/>
                </a:cubicBezTo>
                <a:cubicBezTo>
                  <a:pt x="352151" y="60504"/>
                  <a:pt x="344867" y="66137"/>
                  <a:pt x="337875" y="77403"/>
                </a:cubicBezTo>
                <a:lnTo>
                  <a:pt x="335252" y="77208"/>
                </a:lnTo>
                <a:lnTo>
                  <a:pt x="331950" y="63903"/>
                </a:lnTo>
                <a:lnTo>
                  <a:pt x="332533" y="63126"/>
                </a:lnTo>
                <a:cubicBezTo>
                  <a:pt x="341662" y="55422"/>
                  <a:pt x="351406" y="51569"/>
                  <a:pt x="361765" y="51569"/>
                </a:cubicBezTo>
                <a:cubicBezTo>
                  <a:pt x="383649" y="51569"/>
                  <a:pt x="394591" y="62317"/>
                  <a:pt x="394591" y="83812"/>
                </a:cubicBezTo>
                <a:cubicBezTo>
                  <a:pt x="394591" y="84266"/>
                  <a:pt x="394494" y="88830"/>
                  <a:pt x="394300" y="97506"/>
                </a:cubicBezTo>
                <a:cubicBezTo>
                  <a:pt x="394106" y="106182"/>
                  <a:pt x="394008" y="111620"/>
                  <a:pt x="394008" y="113822"/>
                </a:cubicBezTo>
                <a:cubicBezTo>
                  <a:pt x="394008" y="122174"/>
                  <a:pt x="395109" y="127353"/>
                  <a:pt x="397310" y="129360"/>
                </a:cubicBezTo>
                <a:cubicBezTo>
                  <a:pt x="398411" y="130332"/>
                  <a:pt x="400353" y="130817"/>
                  <a:pt x="403137" y="130817"/>
                </a:cubicBezTo>
                <a:cubicBezTo>
                  <a:pt x="404756" y="130817"/>
                  <a:pt x="406537" y="130461"/>
                  <a:pt x="408479" y="129749"/>
                </a:cubicBezTo>
                <a:lnTo>
                  <a:pt x="410033" y="134702"/>
                </a:lnTo>
                <a:cubicBezTo>
                  <a:pt x="406148" y="138781"/>
                  <a:pt x="400871" y="140820"/>
                  <a:pt x="394203" y="140820"/>
                </a:cubicBezTo>
                <a:cubicBezTo>
                  <a:pt x="390447" y="140820"/>
                  <a:pt x="387194" y="139849"/>
                  <a:pt x="384442" y="137907"/>
                </a:cubicBezTo>
                <a:cubicBezTo>
                  <a:pt x="381691" y="135964"/>
                  <a:pt x="379765" y="133116"/>
                  <a:pt x="378664" y="129360"/>
                </a:cubicBezTo>
                <a:close/>
                <a:moveTo>
                  <a:pt x="462387" y="59533"/>
                </a:moveTo>
                <a:cubicBezTo>
                  <a:pt x="455524" y="59533"/>
                  <a:pt x="449697" y="62706"/>
                  <a:pt x="444906" y="69051"/>
                </a:cubicBezTo>
                <a:cubicBezTo>
                  <a:pt x="440115" y="75396"/>
                  <a:pt x="437719" y="83877"/>
                  <a:pt x="437719" y="94495"/>
                </a:cubicBezTo>
                <a:cubicBezTo>
                  <a:pt x="437719" y="105761"/>
                  <a:pt x="440147" y="114647"/>
                  <a:pt x="445003" y="121154"/>
                </a:cubicBezTo>
                <a:cubicBezTo>
                  <a:pt x="449859" y="127661"/>
                  <a:pt x="456042" y="130914"/>
                  <a:pt x="463553" y="130914"/>
                </a:cubicBezTo>
                <a:cubicBezTo>
                  <a:pt x="471516" y="130914"/>
                  <a:pt x="478606" y="128130"/>
                  <a:pt x="484821" y="122562"/>
                </a:cubicBezTo>
                <a:lnTo>
                  <a:pt x="485695" y="122562"/>
                </a:lnTo>
                <a:lnTo>
                  <a:pt x="489483" y="126738"/>
                </a:lnTo>
                <a:cubicBezTo>
                  <a:pt x="482037" y="136126"/>
                  <a:pt x="472261" y="140820"/>
                  <a:pt x="460154" y="140820"/>
                </a:cubicBezTo>
                <a:cubicBezTo>
                  <a:pt x="447981" y="140820"/>
                  <a:pt x="438286" y="136725"/>
                  <a:pt x="431067" y="128535"/>
                </a:cubicBezTo>
                <a:cubicBezTo>
                  <a:pt x="423848" y="120345"/>
                  <a:pt x="420238" y="109354"/>
                  <a:pt x="420238" y="95564"/>
                </a:cubicBezTo>
                <a:cubicBezTo>
                  <a:pt x="420238" y="82679"/>
                  <a:pt x="424544" y="72126"/>
                  <a:pt x="433155" y="63903"/>
                </a:cubicBezTo>
                <a:cubicBezTo>
                  <a:pt x="441766" y="55681"/>
                  <a:pt x="451575" y="51569"/>
                  <a:pt x="462581" y="51569"/>
                </a:cubicBezTo>
                <a:cubicBezTo>
                  <a:pt x="473070" y="51569"/>
                  <a:pt x="481875" y="53415"/>
                  <a:pt x="488997" y="57105"/>
                </a:cubicBezTo>
                <a:lnTo>
                  <a:pt x="489483" y="57688"/>
                </a:lnTo>
                <a:lnTo>
                  <a:pt x="484821" y="74004"/>
                </a:lnTo>
                <a:lnTo>
                  <a:pt x="482296" y="74198"/>
                </a:lnTo>
                <a:cubicBezTo>
                  <a:pt x="476599" y="64421"/>
                  <a:pt x="469962" y="59533"/>
                  <a:pt x="462387" y="59533"/>
                </a:cubicBezTo>
                <a:close/>
                <a:moveTo>
                  <a:pt x="516928" y="53512"/>
                </a:moveTo>
                <a:cubicBezTo>
                  <a:pt x="516928" y="45678"/>
                  <a:pt x="517187" y="37196"/>
                  <a:pt x="517705" y="28067"/>
                </a:cubicBezTo>
                <a:lnTo>
                  <a:pt x="518093" y="27484"/>
                </a:lnTo>
                <a:cubicBezTo>
                  <a:pt x="520100" y="27225"/>
                  <a:pt x="521800" y="26869"/>
                  <a:pt x="523192" y="26416"/>
                </a:cubicBezTo>
                <a:cubicBezTo>
                  <a:pt x="524584" y="25963"/>
                  <a:pt x="526170" y="25299"/>
                  <a:pt x="527951" y="24425"/>
                </a:cubicBezTo>
                <a:cubicBezTo>
                  <a:pt x="529731" y="23551"/>
                  <a:pt x="531074" y="22920"/>
                  <a:pt x="531981" y="22531"/>
                </a:cubicBezTo>
                <a:cubicBezTo>
                  <a:pt x="533146" y="22531"/>
                  <a:pt x="533761" y="23179"/>
                  <a:pt x="533826" y="24474"/>
                </a:cubicBezTo>
                <a:cubicBezTo>
                  <a:pt x="533179" y="32955"/>
                  <a:pt x="532823" y="42635"/>
                  <a:pt x="532758" y="53512"/>
                </a:cubicBezTo>
                <a:lnTo>
                  <a:pt x="542178" y="53512"/>
                </a:lnTo>
                <a:cubicBezTo>
                  <a:pt x="544703" y="53512"/>
                  <a:pt x="549333" y="53382"/>
                  <a:pt x="556066" y="53123"/>
                </a:cubicBezTo>
                <a:lnTo>
                  <a:pt x="557037" y="54580"/>
                </a:lnTo>
                <a:cubicBezTo>
                  <a:pt x="556001" y="57235"/>
                  <a:pt x="555224" y="59954"/>
                  <a:pt x="554706" y="62738"/>
                </a:cubicBezTo>
                <a:cubicBezTo>
                  <a:pt x="552052" y="62479"/>
                  <a:pt x="547261" y="62349"/>
                  <a:pt x="540333" y="62349"/>
                </a:cubicBezTo>
                <a:lnTo>
                  <a:pt x="532758" y="62349"/>
                </a:lnTo>
                <a:lnTo>
                  <a:pt x="532758" y="87406"/>
                </a:lnTo>
                <a:cubicBezTo>
                  <a:pt x="532758" y="91938"/>
                  <a:pt x="532661" y="97101"/>
                  <a:pt x="532466" y="102896"/>
                </a:cubicBezTo>
                <a:cubicBezTo>
                  <a:pt x="532272" y="108691"/>
                  <a:pt x="532175" y="112333"/>
                  <a:pt x="532175" y="113822"/>
                </a:cubicBezTo>
                <a:cubicBezTo>
                  <a:pt x="532175" y="124051"/>
                  <a:pt x="534376" y="129490"/>
                  <a:pt x="538779" y="130137"/>
                </a:cubicBezTo>
                <a:cubicBezTo>
                  <a:pt x="543894" y="130979"/>
                  <a:pt x="549106" y="130461"/>
                  <a:pt x="554415" y="128584"/>
                </a:cubicBezTo>
                <a:lnTo>
                  <a:pt x="556843" y="133537"/>
                </a:lnTo>
                <a:cubicBezTo>
                  <a:pt x="549138" y="138457"/>
                  <a:pt x="541466" y="140885"/>
                  <a:pt x="533826" y="140820"/>
                </a:cubicBezTo>
                <a:cubicBezTo>
                  <a:pt x="528905" y="140820"/>
                  <a:pt x="524746" y="139169"/>
                  <a:pt x="521347" y="135867"/>
                </a:cubicBezTo>
                <a:cubicBezTo>
                  <a:pt x="517947" y="132565"/>
                  <a:pt x="516248" y="127871"/>
                  <a:pt x="516248" y="121785"/>
                </a:cubicBezTo>
                <a:cubicBezTo>
                  <a:pt x="516248" y="120296"/>
                  <a:pt x="516361" y="115683"/>
                  <a:pt x="516588" y="107946"/>
                </a:cubicBezTo>
                <a:cubicBezTo>
                  <a:pt x="516814" y="100209"/>
                  <a:pt x="516928" y="94074"/>
                  <a:pt x="516928" y="89542"/>
                </a:cubicBezTo>
                <a:lnTo>
                  <a:pt x="516928" y="62349"/>
                </a:lnTo>
                <a:cubicBezTo>
                  <a:pt x="510712" y="62349"/>
                  <a:pt x="505986" y="62479"/>
                  <a:pt x="502749" y="62738"/>
                </a:cubicBezTo>
                <a:lnTo>
                  <a:pt x="501777" y="61281"/>
                </a:lnTo>
                <a:cubicBezTo>
                  <a:pt x="503655" y="58368"/>
                  <a:pt x="505112" y="55648"/>
                  <a:pt x="506148" y="53123"/>
                </a:cubicBezTo>
                <a:cubicBezTo>
                  <a:pt x="508025" y="53382"/>
                  <a:pt x="511619" y="53512"/>
                  <a:pt x="516928" y="53512"/>
                </a:cubicBezTo>
                <a:close/>
                <a:moveTo>
                  <a:pt x="573189" y="98089"/>
                </a:moveTo>
                <a:cubicBezTo>
                  <a:pt x="573189" y="84039"/>
                  <a:pt x="577090" y="72773"/>
                  <a:pt x="584892" y="64292"/>
                </a:cubicBezTo>
                <a:cubicBezTo>
                  <a:pt x="592694" y="55810"/>
                  <a:pt x="603102" y="51569"/>
                  <a:pt x="616115" y="51569"/>
                </a:cubicBezTo>
                <a:cubicBezTo>
                  <a:pt x="629388" y="51569"/>
                  <a:pt x="639602" y="55584"/>
                  <a:pt x="646756" y="63612"/>
                </a:cubicBezTo>
                <a:cubicBezTo>
                  <a:pt x="653910" y="71640"/>
                  <a:pt x="657487" y="82550"/>
                  <a:pt x="657487" y="96341"/>
                </a:cubicBezTo>
                <a:cubicBezTo>
                  <a:pt x="657487" y="109613"/>
                  <a:pt x="653716" y="120345"/>
                  <a:pt x="646173" y="128535"/>
                </a:cubicBezTo>
                <a:cubicBezTo>
                  <a:pt x="638630" y="136725"/>
                  <a:pt x="628352" y="140820"/>
                  <a:pt x="615338" y="140820"/>
                </a:cubicBezTo>
                <a:cubicBezTo>
                  <a:pt x="602454" y="140820"/>
                  <a:pt x="592208" y="136774"/>
                  <a:pt x="584601" y="128681"/>
                </a:cubicBezTo>
                <a:cubicBezTo>
                  <a:pt x="576993" y="120588"/>
                  <a:pt x="573189" y="110390"/>
                  <a:pt x="573189" y="98089"/>
                </a:cubicBezTo>
                <a:moveTo>
                  <a:pt x="614756" y="59533"/>
                </a:moveTo>
                <a:cubicBezTo>
                  <a:pt x="608929" y="59533"/>
                  <a:pt x="604121" y="61313"/>
                  <a:pt x="600334" y="64874"/>
                </a:cubicBezTo>
                <a:cubicBezTo>
                  <a:pt x="596546" y="68435"/>
                  <a:pt x="593989" y="72709"/>
                  <a:pt x="592661" y="77694"/>
                </a:cubicBezTo>
                <a:cubicBezTo>
                  <a:pt x="591334" y="82679"/>
                  <a:pt x="590671" y="88345"/>
                  <a:pt x="590671" y="94690"/>
                </a:cubicBezTo>
                <a:cubicBezTo>
                  <a:pt x="590671" y="100646"/>
                  <a:pt x="591334" y="106279"/>
                  <a:pt x="592661" y="111588"/>
                </a:cubicBezTo>
                <a:cubicBezTo>
                  <a:pt x="593989" y="116897"/>
                  <a:pt x="596773" y="121785"/>
                  <a:pt x="601014" y="126253"/>
                </a:cubicBezTo>
                <a:cubicBezTo>
                  <a:pt x="605254" y="130720"/>
                  <a:pt x="610612" y="132954"/>
                  <a:pt x="617086" y="132954"/>
                </a:cubicBezTo>
                <a:cubicBezTo>
                  <a:pt x="623690" y="132954"/>
                  <a:pt x="629161" y="129830"/>
                  <a:pt x="633499" y="123582"/>
                </a:cubicBezTo>
                <a:cubicBezTo>
                  <a:pt x="637837" y="117334"/>
                  <a:pt x="640006" y="109451"/>
                  <a:pt x="640006" y="99934"/>
                </a:cubicBezTo>
                <a:cubicBezTo>
                  <a:pt x="640006" y="86532"/>
                  <a:pt x="638258" y="76448"/>
                  <a:pt x="634762" y="69682"/>
                </a:cubicBezTo>
                <a:cubicBezTo>
                  <a:pt x="631266" y="62916"/>
                  <a:pt x="624597" y="59533"/>
                  <a:pt x="614756" y="59533"/>
                </a:cubicBezTo>
                <a:close/>
                <a:moveTo>
                  <a:pt x="698277" y="72450"/>
                </a:moveTo>
                <a:lnTo>
                  <a:pt x="698860" y="72838"/>
                </a:lnTo>
                <a:cubicBezTo>
                  <a:pt x="703521" y="64874"/>
                  <a:pt x="707600" y="59339"/>
                  <a:pt x="711097" y="56231"/>
                </a:cubicBezTo>
                <a:cubicBezTo>
                  <a:pt x="714593" y="53123"/>
                  <a:pt x="718931" y="51569"/>
                  <a:pt x="724110" y="51569"/>
                </a:cubicBezTo>
                <a:cubicBezTo>
                  <a:pt x="725729" y="51569"/>
                  <a:pt x="728125" y="52023"/>
                  <a:pt x="731297" y="52929"/>
                </a:cubicBezTo>
                <a:lnTo>
                  <a:pt x="732074" y="53706"/>
                </a:lnTo>
                <a:lnTo>
                  <a:pt x="728092" y="68468"/>
                </a:lnTo>
                <a:lnTo>
                  <a:pt x="726538" y="68856"/>
                </a:lnTo>
                <a:cubicBezTo>
                  <a:pt x="724531" y="66979"/>
                  <a:pt x="721067" y="66040"/>
                  <a:pt x="716147" y="66040"/>
                </a:cubicBezTo>
                <a:cubicBezTo>
                  <a:pt x="711744" y="66040"/>
                  <a:pt x="708054" y="68371"/>
                  <a:pt x="705075" y="73032"/>
                </a:cubicBezTo>
                <a:cubicBezTo>
                  <a:pt x="700543" y="79895"/>
                  <a:pt x="698277" y="86467"/>
                  <a:pt x="698277" y="92747"/>
                </a:cubicBezTo>
                <a:lnTo>
                  <a:pt x="698277" y="103042"/>
                </a:lnTo>
                <a:cubicBezTo>
                  <a:pt x="698277" y="117868"/>
                  <a:pt x="698860" y="129814"/>
                  <a:pt x="700025" y="138878"/>
                </a:cubicBezTo>
                <a:lnTo>
                  <a:pt x="699637" y="139461"/>
                </a:lnTo>
                <a:cubicBezTo>
                  <a:pt x="697241" y="139072"/>
                  <a:pt x="694133" y="138878"/>
                  <a:pt x="690313" y="138878"/>
                </a:cubicBezTo>
                <a:cubicBezTo>
                  <a:pt x="686494" y="138878"/>
                  <a:pt x="683386" y="139072"/>
                  <a:pt x="680990" y="139461"/>
                </a:cubicBezTo>
                <a:lnTo>
                  <a:pt x="680602" y="138878"/>
                </a:lnTo>
                <a:cubicBezTo>
                  <a:pt x="681767" y="130655"/>
                  <a:pt x="682350" y="118710"/>
                  <a:pt x="682350" y="103042"/>
                </a:cubicBezTo>
                <a:lnTo>
                  <a:pt x="682350" y="92164"/>
                </a:lnTo>
                <a:cubicBezTo>
                  <a:pt x="682350" y="73842"/>
                  <a:pt x="681767" y="60957"/>
                  <a:pt x="680602" y="53512"/>
                </a:cubicBezTo>
                <a:lnTo>
                  <a:pt x="680990" y="52929"/>
                </a:lnTo>
                <a:cubicBezTo>
                  <a:pt x="686817" y="53447"/>
                  <a:pt x="692191" y="53253"/>
                  <a:pt x="697112" y="52346"/>
                </a:cubicBezTo>
                <a:cubicBezTo>
                  <a:pt x="697889" y="52346"/>
                  <a:pt x="698277" y="53026"/>
                  <a:pt x="698277" y="54386"/>
                </a:cubicBezTo>
                <a:lnTo>
                  <a:pt x="698277" y="72450"/>
                </a:lnTo>
                <a:close/>
                <a:moveTo>
                  <a:pt x="827350" y="75655"/>
                </a:moveTo>
                <a:lnTo>
                  <a:pt x="827350" y="85366"/>
                </a:lnTo>
                <a:lnTo>
                  <a:pt x="748782" y="85366"/>
                </a:lnTo>
                <a:lnTo>
                  <a:pt x="748782" y="75655"/>
                </a:lnTo>
                <a:lnTo>
                  <a:pt x="827350" y="75655"/>
                </a:lnTo>
                <a:moveTo>
                  <a:pt x="827350" y="100517"/>
                </a:moveTo>
                <a:lnTo>
                  <a:pt x="827350" y="110228"/>
                </a:lnTo>
                <a:lnTo>
                  <a:pt x="748782" y="110228"/>
                </a:lnTo>
                <a:lnTo>
                  <a:pt x="748782" y="100517"/>
                </a:lnTo>
                <a:lnTo>
                  <a:pt x="827350" y="100517"/>
                </a:lnTo>
                <a:close/>
                <a:moveTo>
                  <a:pt x="861176" y="50404"/>
                </a:moveTo>
                <a:cubicBezTo>
                  <a:pt x="861176" y="33311"/>
                  <a:pt x="860529" y="20039"/>
                  <a:pt x="859234" y="10586"/>
                </a:cubicBezTo>
                <a:lnTo>
                  <a:pt x="859622" y="10003"/>
                </a:lnTo>
                <a:cubicBezTo>
                  <a:pt x="862018" y="10392"/>
                  <a:pt x="865401" y="10586"/>
                  <a:pt x="869771" y="10586"/>
                </a:cubicBezTo>
                <a:cubicBezTo>
                  <a:pt x="874141" y="10586"/>
                  <a:pt x="877524" y="10392"/>
                  <a:pt x="879920" y="10003"/>
                </a:cubicBezTo>
                <a:lnTo>
                  <a:pt x="880308" y="10586"/>
                </a:lnTo>
                <a:cubicBezTo>
                  <a:pt x="879014" y="19326"/>
                  <a:pt x="878334" y="32599"/>
                  <a:pt x="878269" y="50404"/>
                </a:cubicBezTo>
                <a:lnTo>
                  <a:pt x="878269" y="70410"/>
                </a:lnTo>
                <a:cubicBezTo>
                  <a:pt x="880017" y="70216"/>
                  <a:pt x="881474" y="69633"/>
                  <a:pt x="882639" y="68662"/>
                </a:cubicBezTo>
                <a:cubicBezTo>
                  <a:pt x="898178" y="55130"/>
                  <a:pt x="917084" y="35577"/>
                  <a:pt x="939356" y="10003"/>
                </a:cubicBezTo>
                <a:cubicBezTo>
                  <a:pt x="941104" y="10392"/>
                  <a:pt x="944341" y="10586"/>
                  <a:pt x="949068" y="10586"/>
                </a:cubicBezTo>
                <a:cubicBezTo>
                  <a:pt x="953729" y="10586"/>
                  <a:pt x="957128" y="10392"/>
                  <a:pt x="959265" y="10003"/>
                </a:cubicBezTo>
                <a:cubicBezTo>
                  <a:pt x="931943" y="34023"/>
                  <a:pt x="911775" y="53512"/>
                  <a:pt x="898761" y="68468"/>
                </a:cubicBezTo>
                <a:lnTo>
                  <a:pt x="898761" y="68856"/>
                </a:lnTo>
                <a:lnTo>
                  <a:pt x="961207" y="139461"/>
                </a:lnTo>
                <a:cubicBezTo>
                  <a:pt x="958682" y="139072"/>
                  <a:pt x="954571" y="138878"/>
                  <a:pt x="948873" y="138878"/>
                </a:cubicBezTo>
                <a:cubicBezTo>
                  <a:pt x="942917" y="138878"/>
                  <a:pt x="938806" y="139072"/>
                  <a:pt x="936539" y="139461"/>
                </a:cubicBezTo>
                <a:cubicBezTo>
                  <a:pt x="907469" y="103657"/>
                  <a:pt x="889308" y="82129"/>
                  <a:pt x="882057" y="74878"/>
                </a:cubicBezTo>
                <a:cubicBezTo>
                  <a:pt x="881280" y="74230"/>
                  <a:pt x="880017" y="73777"/>
                  <a:pt x="878269" y="73518"/>
                </a:cubicBezTo>
                <a:lnTo>
                  <a:pt x="878269" y="99060"/>
                </a:lnTo>
                <a:cubicBezTo>
                  <a:pt x="878269" y="116152"/>
                  <a:pt x="878949" y="129425"/>
                  <a:pt x="880308" y="138878"/>
                </a:cubicBezTo>
                <a:lnTo>
                  <a:pt x="879920" y="139461"/>
                </a:lnTo>
                <a:cubicBezTo>
                  <a:pt x="877524" y="139072"/>
                  <a:pt x="874125" y="138878"/>
                  <a:pt x="869723" y="138878"/>
                </a:cubicBezTo>
                <a:cubicBezTo>
                  <a:pt x="865320" y="138878"/>
                  <a:pt x="861953" y="139072"/>
                  <a:pt x="859622" y="139461"/>
                </a:cubicBezTo>
                <a:lnTo>
                  <a:pt x="859234" y="138878"/>
                </a:lnTo>
                <a:cubicBezTo>
                  <a:pt x="860529" y="129878"/>
                  <a:pt x="861176" y="116606"/>
                  <a:pt x="861176" y="99060"/>
                </a:cubicBezTo>
                <a:lnTo>
                  <a:pt x="861176" y="50404"/>
                </a:lnTo>
                <a:close/>
                <a:moveTo>
                  <a:pt x="1036049" y="7964"/>
                </a:moveTo>
                <a:cubicBezTo>
                  <a:pt x="1043236" y="7964"/>
                  <a:pt x="1050439" y="8805"/>
                  <a:pt x="1057658" y="10489"/>
                </a:cubicBezTo>
                <a:cubicBezTo>
                  <a:pt x="1064877" y="12172"/>
                  <a:pt x="1070299" y="13823"/>
                  <a:pt x="1073925" y="15442"/>
                </a:cubicBezTo>
                <a:lnTo>
                  <a:pt x="1079460" y="17967"/>
                </a:lnTo>
                <a:lnTo>
                  <a:pt x="1079849" y="18549"/>
                </a:lnTo>
                <a:cubicBezTo>
                  <a:pt x="1077971" y="25736"/>
                  <a:pt x="1076774" y="33085"/>
                  <a:pt x="1076256" y="40595"/>
                </a:cubicBezTo>
                <a:lnTo>
                  <a:pt x="1073828" y="40789"/>
                </a:lnTo>
                <a:cubicBezTo>
                  <a:pt x="1065994" y="25121"/>
                  <a:pt x="1052494" y="17319"/>
                  <a:pt x="1033330" y="17384"/>
                </a:cubicBezTo>
                <a:cubicBezTo>
                  <a:pt x="1028927" y="17384"/>
                  <a:pt x="1024411" y="18404"/>
                  <a:pt x="1019782" y="20443"/>
                </a:cubicBezTo>
                <a:cubicBezTo>
                  <a:pt x="1015153" y="22483"/>
                  <a:pt x="1010637" y="25558"/>
                  <a:pt x="1006234" y="29669"/>
                </a:cubicBezTo>
                <a:cubicBezTo>
                  <a:pt x="1001831" y="33781"/>
                  <a:pt x="998238" y="39559"/>
                  <a:pt x="995454" y="47005"/>
                </a:cubicBezTo>
                <a:cubicBezTo>
                  <a:pt x="992670" y="54451"/>
                  <a:pt x="991278" y="62932"/>
                  <a:pt x="991278" y="72450"/>
                </a:cubicBezTo>
                <a:cubicBezTo>
                  <a:pt x="991278" y="88247"/>
                  <a:pt x="995502" y="101909"/>
                  <a:pt x="1003952" y="113433"/>
                </a:cubicBezTo>
                <a:cubicBezTo>
                  <a:pt x="1012401" y="124958"/>
                  <a:pt x="1022776" y="130720"/>
                  <a:pt x="1035078" y="130720"/>
                </a:cubicBezTo>
                <a:cubicBezTo>
                  <a:pt x="1044466" y="130720"/>
                  <a:pt x="1052478" y="129199"/>
                  <a:pt x="1059114" y="126156"/>
                </a:cubicBezTo>
                <a:cubicBezTo>
                  <a:pt x="1065751" y="123113"/>
                  <a:pt x="1072598" y="117739"/>
                  <a:pt x="1079655" y="110034"/>
                </a:cubicBezTo>
                <a:lnTo>
                  <a:pt x="1081014" y="110617"/>
                </a:lnTo>
                <a:cubicBezTo>
                  <a:pt x="1081597" y="112171"/>
                  <a:pt x="1082018" y="114987"/>
                  <a:pt x="1082277" y="119066"/>
                </a:cubicBezTo>
                <a:cubicBezTo>
                  <a:pt x="1070299" y="133569"/>
                  <a:pt x="1053983" y="140820"/>
                  <a:pt x="1033330" y="140820"/>
                </a:cubicBezTo>
                <a:cubicBezTo>
                  <a:pt x="1013064" y="140820"/>
                  <a:pt x="997574" y="134670"/>
                  <a:pt x="986859" y="122368"/>
                </a:cubicBezTo>
                <a:cubicBezTo>
                  <a:pt x="976144" y="110066"/>
                  <a:pt x="970786" y="94690"/>
                  <a:pt x="970786" y="76237"/>
                </a:cubicBezTo>
                <a:cubicBezTo>
                  <a:pt x="970786" y="57137"/>
                  <a:pt x="977358" y="40984"/>
                  <a:pt x="990501" y="27776"/>
                </a:cubicBezTo>
                <a:cubicBezTo>
                  <a:pt x="1003644" y="14568"/>
                  <a:pt x="1018827" y="7964"/>
                  <a:pt x="1036049" y="7964"/>
                </a:cubicBezTo>
                <a:close/>
                <a:moveTo>
                  <a:pt x="1113015" y="99060"/>
                </a:moveTo>
                <a:lnTo>
                  <a:pt x="1113015" y="43023"/>
                </a:lnTo>
                <a:cubicBezTo>
                  <a:pt x="1113015" y="24053"/>
                  <a:pt x="1112432" y="11266"/>
                  <a:pt x="1111266" y="4662"/>
                </a:cubicBezTo>
                <a:lnTo>
                  <a:pt x="1111655" y="3982"/>
                </a:lnTo>
                <a:cubicBezTo>
                  <a:pt x="1117611" y="3593"/>
                  <a:pt x="1123374" y="2266"/>
                  <a:pt x="1128942" y="0"/>
                </a:cubicBezTo>
                <a:cubicBezTo>
                  <a:pt x="1130107" y="0"/>
                  <a:pt x="1130722" y="680"/>
                  <a:pt x="1130787" y="2039"/>
                </a:cubicBezTo>
                <a:cubicBezTo>
                  <a:pt x="1129622" y="18096"/>
                  <a:pt x="1129007" y="30560"/>
                  <a:pt x="1128942" y="39430"/>
                </a:cubicBezTo>
                <a:lnTo>
                  <a:pt x="1128942" y="99060"/>
                </a:lnTo>
                <a:cubicBezTo>
                  <a:pt x="1128942" y="116800"/>
                  <a:pt x="1129557" y="130073"/>
                  <a:pt x="1130787" y="138878"/>
                </a:cubicBezTo>
                <a:lnTo>
                  <a:pt x="1130301" y="139461"/>
                </a:lnTo>
                <a:cubicBezTo>
                  <a:pt x="1127906" y="139072"/>
                  <a:pt x="1124798" y="138878"/>
                  <a:pt x="1120978" y="138878"/>
                </a:cubicBezTo>
                <a:cubicBezTo>
                  <a:pt x="1117158" y="138878"/>
                  <a:pt x="1114051" y="139072"/>
                  <a:pt x="1111655" y="139461"/>
                </a:cubicBezTo>
                <a:lnTo>
                  <a:pt x="1111266" y="138878"/>
                </a:lnTo>
                <a:cubicBezTo>
                  <a:pt x="1112432" y="130396"/>
                  <a:pt x="1113015" y="117124"/>
                  <a:pt x="1113015" y="99060"/>
                </a:cubicBezTo>
                <a:close/>
                <a:moveTo>
                  <a:pt x="1206936" y="94107"/>
                </a:moveTo>
                <a:lnTo>
                  <a:pt x="1190038" y="98671"/>
                </a:lnTo>
                <a:cubicBezTo>
                  <a:pt x="1182722" y="100678"/>
                  <a:pt x="1177607" y="103301"/>
                  <a:pt x="1174693" y="106538"/>
                </a:cubicBezTo>
                <a:cubicBezTo>
                  <a:pt x="1171780" y="109775"/>
                  <a:pt x="1170323" y="113789"/>
                  <a:pt x="1170323" y="118580"/>
                </a:cubicBezTo>
                <a:cubicBezTo>
                  <a:pt x="1170323" y="121753"/>
                  <a:pt x="1171683" y="124569"/>
                  <a:pt x="1174402" y="127030"/>
                </a:cubicBezTo>
                <a:cubicBezTo>
                  <a:pt x="1177121" y="129490"/>
                  <a:pt x="1180682" y="130720"/>
                  <a:pt x="1185085" y="130720"/>
                </a:cubicBezTo>
                <a:cubicBezTo>
                  <a:pt x="1190394" y="130720"/>
                  <a:pt x="1196480" y="128130"/>
                  <a:pt x="1203343" y="122951"/>
                </a:cubicBezTo>
                <a:cubicBezTo>
                  <a:pt x="1205221" y="121656"/>
                  <a:pt x="1206159" y="119940"/>
                  <a:pt x="1206159" y="117803"/>
                </a:cubicBezTo>
                <a:lnTo>
                  <a:pt x="1206936" y="94107"/>
                </a:lnTo>
                <a:moveTo>
                  <a:pt x="1206936" y="129360"/>
                </a:moveTo>
                <a:lnTo>
                  <a:pt x="1206159" y="129360"/>
                </a:lnTo>
                <a:cubicBezTo>
                  <a:pt x="1200850" y="133893"/>
                  <a:pt x="1196367" y="136936"/>
                  <a:pt x="1192709" y="138490"/>
                </a:cubicBezTo>
                <a:cubicBezTo>
                  <a:pt x="1189050" y="140043"/>
                  <a:pt x="1184502" y="140820"/>
                  <a:pt x="1179064" y="140820"/>
                </a:cubicBezTo>
                <a:cubicBezTo>
                  <a:pt x="1171359" y="140820"/>
                  <a:pt x="1165289" y="139040"/>
                  <a:pt x="1160854" y="135479"/>
                </a:cubicBezTo>
                <a:cubicBezTo>
                  <a:pt x="1156419" y="131918"/>
                  <a:pt x="1154201" y="126544"/>
                  <a:pt x="1154201" y="119357"/>
                </a:cubicBezTo>
                <a:cubicBezTo>
                  <a:pt x="1154201" y="112624"/>
                  <a:pt x="1157147" y="106700"/>
                  <a:pt x="1163039" y="101585"/>
                </a:cubicBezTo>
                <a:cubicBezTo>
                  <a:pt x="1168931" y="96470"/>
                  <a:pt x="1176992" y="92780"/>
                  <a:pt x="1187221" y="90513"/>
                </a:cubicBezTo>
                <a:lnTo>
                  <a:pt x="1205771" y="86337"/>
                </a:lnTo>
                <a:cubicBezTo>
                  <a:pt x="1206677" y="86078"/>
                  <a:pt x="1207130" y="85302"/>
                  <a:pt x="1207130" y="84007"/>
                </a:cubicBezTo>
                <a:cubicBezTo>
                  <a:pt x="1207130" y="79733"/>
                  <a:pt x="1206661" y="76043"/>
                  <a:pt x="1205722" y="72935"/>
                </a:cubicBezTo>
                <a:cubicBezTo>
                  <a:pt x="1204783" y="69827"/>
                  <a:pt x="1203715" y="67513"/>
                  <a:pt x="1202517" y="65991"/>
                </a:cubicBezTo>
                <a:cubicBezTo>
                  <a:pt x="1201320" y="64470"/>
                  <a:pt x="1199733" y="63272"/>
                  <a:pt x="1197759" y="62398"/>
                </a:cubicBezTo>
                <a:cubicBezTo>
                  <a:pt x="1195784" y="61524"/>
                  <a:pt x="1194133" y="60990"/>
                  <a:pt x="1192806" y="60796"/>
                </a:cubicBezTo>
                <a:cubicBezTo>
                  <a:pt x="1191478" y="60601"/>
                  <a:pt x="1189876" y="60504"/>
                  <a:pt x="1187998" y="60504"/>
                </a:cubicBezTo>
                <a:cubicBezTo>
                  <a:pt x="1180423" y="60504"/>
                  <a:pt x="1173139" y="66137"/>
                  <a:pt x="1166147" y="77403"/>
                </a:cubicBezTo>
                <a:lnTo>
                  <a:pt x="1163525" y="77208"/>
                </a:lnTo>
                <a:lnTo>
                  <a:pt x="1160223" y="63903"/>
                </a:lnTo>
                <a:lnTo>
                  <a:pt x="1160805" y="63126"/>
                </a:lnTo>
                <a:cubicBezTo>
                  <a:pt x="1169935" y="55422"/>
                  <a:pt x="1179679" y="51569"/>
                  <a:pt x="1190038" y="51569"/>
                </a:cubicBezTo>
                <a:cubicBezTo>
                  <a:pt x="1211922" y="51569"/>
                  <a:pt x="1222864" y="62317"/>
                  <a:pt x="1222864" y="83812"/>
                </a:cubicBezTo>
                <a:cubicBezTo>
                  <a:pt x="1222864" y="84266"/>
                  <a:pt x="1222766" y="88830"/>
                  <a:pt x="1222572" y="97506"/>
                </a:cubicBezTo>
                <a:cubicBezTo>
                  <a:pt x="1222378" y="106182"/>
                  <a:pt x="1222281" y="111620"/>
                  <a:pt x="1222281" y="113822"/>
                </a:cubicBezTo>
                <a:cubicBezTo>
                  <a:pt x="1222281" y="122174"/>
                  <a:pt x="1223381" y="127353"/>
                  <a:pt x="1225583" y="129360"/>
                </a:cubicBezTo>
                <a:cubicBezTo>
                  <a:pt x="1226683" y="130332"/>
                  <a:pt x="1228626" y="130817"/>
                  <a:pt x="1231410" y="130817"/>
                </a:cubicBezTo>
                <a:cubicBezTo>
                  <a:pt x="1233028" y="130817"/>
                  <a:pt x="1234809" y="130461"/>
                  <a:pt x="1236751" y="129749"/>
                </a:cubicBezTo>
                <a:lnTo>
                  <a:pt x="1238305" y="134702"/>
                </a:lnTo>
                <a:cubicBezTo>
                  <a:pt x="1234421" y="138781"/>
                  <a:pt x="1229144" y="140820"/>
                  <a:pt x="1222475" y="140820"/>
                </a:cubicBezTo>
                <a:cubicBezTo>
                  <a:pt x="1218720" y="140820"/>
                  <a:pt x="1215466" y="139849"/>
                  <a:pt x="1212715" y="137907"/>
                </a:cubicBezTo>
                <a:cubicBezTo>
                  <a:pt x="1209963" y="135964"/>
                  <a:pt x="1208037" y="133116"/>
                  <a:pt x="1206936" y="129360"/>
                </a:cubicBezTo>
                <a:close/>
                <a:moveTo>
                  <a:pt x="1313580" y="120620"/>
                </a:moveTo>
                <a:cubicBezTo>
                  <a:pt x="1309889" y="126317"/>
                  <a:pt x="1305373" y="131109"/>
                  <a:pt x="1300032" y="134993"/>
                </a:cubicBezTo>
                <a:cubicBezTo>
                  <a:pt x="1294690" y="138878"/>
                  <a:pt x="1289171" y="140820"/>
                  <a:pt x="1283473" y="140820"/>
                </a:cubicBezTo>
                <a:cubicBezTo>
                  <a:pt x="1274344" y="140820"/>
                  <a:pt x="1267724" y="138182"/>
                  <a:pt x="1263613" y="132905"/>
                </a:cubicBezTo>
                <a:cubicBezTo>
                  <a:pt x="1259501" y="127629"/>
                  <a:pt x="1257446" y="121073"/>
                  <a:pt x="1257446" y="113239"/>
                </a:cubicBezTo>
                <a:lnTo>
                  <a:pt x="1257446" y="89348"/>
                </a:lnTo>
                <a:cubicBezTo>
                  <a:pt x="1257446" y="73939"/>
                  <a:pt x="1256863" y="61993"/>
                  <a:pt x="1255698" y="53512"/>
                </a:cubicBezTo>
                <a:lnTo>
                  <a:pt x="1256086" y="52929"/>
                </a:lnTo>
                <a:cubicBezTo>
                  <a:pt x="1258482" y="53317"/>
                  <a:pt x="1261589" y="53512"/>
                  <a:pt x="1265409" y="53512"/>
                </a:cubicBezTo>
                <a:cubicBezTo>
                  <a:pt x="1269229" y="53512"/>
                  <a:pt x="1272337" y="53317"/>
                  <a:pt x="1274733" y="52929"/>
                </a:cubicBezTo>
                <a:lnTo>
                  <a:pt x="1275121" y="53512"/>
                </a:lnTo>
                <a:cubicBezTo>
                  <a:pt x="1273956" y="61475"/>
                  <a:pt x="1273373" y="73421"/>
                  <a:pt x="1273373" y="89348"/>
                </a:cubicBezTo>
                <a:lnTo>
                  <a:pt x="1273373" y="109063"/>
                </a:lnTo>
                <a:cubicBezTo>
                  <a:pt x="1273373" y="117415"/>
                  <a:pt x="1274538" y="122951"/>
                  <a:pt x="1276869" y="125670"/>
                </a:cubicBezTo>
                <a:cubicBezTo>
                  <a:pt x="1279200" y="128389"/>
                  <a:pt x="1282470" y="129749"/>
                  <a:pt x="1286678" y="129749"/>
                </a:cubicBezTo>
                <a:cubicBezTo>
                  <a:pt x="1291340" y="129749"/>
                  <a:pt x="1296212" y="127661"/>
                  <a:pt x="1301294" y="123485"/>
                </a:cubicBezTo>
                <a:cubicBezTo>
                  <a:pt x="1306377" y="119309"/>
                  <a:pt x="1310601" y="114437"/>
                  <a:pt x="1313968" y="108869"/>
                </a:cubicBezTo>
                <a:lnTo>
                  <a:pt x="1313968" y="89348"/>
                </a:lnTo>
                <a:cubicBezTo>
                  <a:pt x="1313968" y="74262"/>
                  <a:pt x="1313353" y="62317"/>
                  <a:pt x="1312123" y="53512"/>
                </a:cubicBezTo>
                <a:lnTo>
                  <a:pt x="1312511" y="52929"/>
                </a:lnTo>
                <a:cubicBezTo>
                  <a:pt x="1314907" y="53317"/>
                  <a:pt x="1318031" y="53512"/>
                  <a:pt x="1321883" y="53512"/>
                </a:cubicBezTo>
                <a:cubicBezTo>
                  <a:pt x="1325736" y="53512"/>
                  <a:pt x="1328859" y="53317"/>
                  <a:pt x="1331255" y="52929"/>
                </a:cubicBezTo>
                <a:lnTo>
                  <a:pt x="1331643" y="53512"/>
                </a:lnTo>
                <a:cubicBezTo>
                  <a:pt x="1330478" y="61475"/>
                  <a:pt x="1329863" y="73421"/>
                  <a:pt x="1329798" y="89348"/>
                </a:cubicBezTo>
                <a:lnTo>
                  <a:pt x="1329798" y="100711"/>
                </a:lnTo>
                <a:cubicBezTo>
                  <a:pt x="1329798" y="114113"/>
                  <a:pt x="1330931" y="126835"/>
                  <a:pt x="1333197" y="138878"/>
                </a:cubicBezTo>
                <a:lnTo>
                  <a:pt x="1332809" y="139461"/>
                </a:lnTo>
                <a:cubicBezTo>
                  <a:pt x="1330154" y="139072"/>
                  <a:pt x="1327208" y="138878"/>
                  <a:pt x="1323971" y="138878"/>
                </a:cubicBezTo>
                <a:cubicBezTo>
                  <a:pt x="1321770" y="138878"/>
                  <a:pt x="1319148" y="139072"/>
                  <a:pt x="1316105" y="139461"/>
                </a:cubicBezTo>
                <a:cubicBezTo>
                  <a:pt x="1315587" y="139461"/>
                  <a:pt x="1315328" y="139266"/>
                  <a:pt x="1315328" y="138878"/>
                </a:cubicBezTo>
                <a:lnTo>
                  <a:pt x="1314357" y="121203"/>
                </a:lnTo>
                <a:lnTo>
                  <a:pt x="1313580" y="120620"/>
                </a:lnTo>
                <a:close/>
                <a:moveTo>
                  <a:pt x="1357649" y="118775"/>
                </a:moveTo>
                <a:lnTo>
                  <a:pt x="1360660" y="118580"/>
                </a:lnTo>
                <a:cubicBezTo>
                  <a:pt x="1367523" y="128098"/>
                  <a:pt x="1375357" y="132889"/>
                  <a:pt x="1384162" y="132954"/>
                </a:cubicBezTo>
                <a:cubicBezTo>
                  <a:pt x="1389601" y="132954"/>
                  <a:pt x="1394004" y="131481"/>
                  <a:pt x="1397370" y="128535"/>
                </a:cubicBezTo>
                <a:cubicBezTo>
                  <a:pt x="1400737" y="125589"/>
                  <a:pt x="1402421" y="121559"/>
                  <a:pt x="1402421" y="116444"/>
                </a:cubicBezTo>
                <a:cubicBezTo>
                  <a:pt x="1402421" y="111912"/>
                  <a:pt x="1400802" y="108545"/>
                  <a:pt x="1397565" y="106344"/>
                </a:cubicBezTo>
                <a:cubicBezTo>
                  <a:pt x="1394327" y="104142"/>
                  <a:pt x="1389245" y="102135"/>
                  <a:pt x="1382317" y="100322"/>
                </a:cubicBezTo>
                <a:cubicBezTo>
                  <a:pt x="1374872" y="98315"/>
                  <a:pt x="1369045" y="95515"/>
                  <a:pt x="1364836" y="91922"/>
                </a:cubicBezTo>
                <a:cubicBezTo>
                  <a:pt x="1360628" y="88328"/>
                  <a:pt x="1358523" y="82971"/>
                  <a:pt x="1358523" y="75849"/>
                </a:cubicBezTo>
                <a:cubicBezTo>
                  <a:pt x="1358523" y="68144"/>
                  <a:pt x="1361502" y="62171"/>
                  <a:pt x="1367458" y="57931"/>
                </a:cubicBezTo>
                <a:cubicBezTo>
                  <a:pt x="1373415" y="53690"/>
                  <a:pt x="1380440" y="51569"/>
                  <a:pt x="1388533" y="51569"/>
                </a:cubicBezTo>
                <a:cubicBezTo>
                  <a:pt x="1398762" y="51569"/>
                  <a:pt x="1407697" y="53544"/>
                  <a:pt x="1415337" y="57494"/>
                </a:cubicBezTo>
                <a:lnTo>
                  <a:pt x="1415726" y="58173"/>
                </a:lnTo>
                <a:lnTo>
                  <a:pt x="1411744" y="72838"/>
                </a:lnTo>
                <a:lnTo>
                  <a:pt x="1409025" y="73032"/>
                </a:lnTo>
                <a:cubicBezTo>
                  <a:pt x="1406499" y="70119"/>
                  <a:pt x="1404638" y="68031"/>
                  <a:pt x="1403440" y="66768"/>
                </a:cubicBezTo>
                <a:cubicBezTo>
                  <a:pt x="1402242" y="65506"/>
                  <a:pt x="1400122" y="63984"/>
                  <a:pt x="1397079" y="62204"/>
                </a:cubicBezTo>
                <a:cubicBezTo>
                  <a:pt x="1394036" y="60423"/>
                  <a:pt x="1390928" y="59533"/>
                  <a:pt x="1387756" y="59533"/>
                </a:cubicBezTo>
                <a:cubicBezTo>
                  <a:pt x="1383353" y="59533"/>
                  <a:pt x="1379727" y="60617"/>
                  <a:pt x="1376879" y="62786"/>
                </a:cubicBezTo>
                <a:cubicBezTo>
                  <a:pt x="1374030" y="64955"/>
                  <a:pt x="1372605" y="68047"/>
                  <a:pt x="1372605" y="72061"/>
                </a:cubicBezTo>
                <a:cubicBezTo>
                  <a:pt x="1372605" y="79507"/>
                  <a:pt x="1378756" y="84686"/>
                  <a:pt x="1391058" y="87600"/>
                </a:cubicBezTo>
                <a:cubicBezTo>
                  <a:pt x="1399280" y="89607"/>
                  <a:pt x="1405852" y="92585"/>
                  <a:pt x="1410773" y="96535"/>
                </a:cubicBezTo>
                <a:cubicBezTo>
                  <a:pt x="1415693" y="100484"/>
                  <a:pt x="1418154" y="106182"/>
                  <a:pt x="1418154" y="113627"/>
                </a:cubicBezTo>
                <a:cubicBezTo>
                  <a:pt x="1418154" y="116670"/>
                  <a:pt x="1417652" y="119649"/>
                  <a:pt x="1416648" y="122562"/>
                </a:cubicBezTo>
                <a:cubicBezTo>
                  <a:pt x="1415645" y="125476"/>
                  <a:pt x="1413994" y="128389"/>
                  <a:pt x="1411695" y="131303"/>
                </a:cubicBezTo>
                <a:cubicBezTo>
                  <a:pt x="1409397" y="134216"/>
                  <a:pt x="1405884" y="136531"/>
                  <a:pt x="1401158" y="138247"/>
                </a:cubicBezTo>
                <a:cubicBezTo>
                  <a:pt x="1396432" y="139962"/>
                  <a:pt x="1390831" y="140820"/>
                  <a:pt x="1384357" y="140820"/>
                </a:cubicBezTo>
                <a:cubicBezTo>
                  <a:pt x="1374515" y="140820"/>
                  <a:pt x="1364512" y="139040"/>
                  <a:pt x="1354347" y="135479"/>
                </a:cubicBezTo>
                <a:lnTo>
                  <a:pt x="1357649" y="118775"/>
                </a:lnTo>
                <a:close/>
                <a:moveTo>
                  <a:pt x="1451369" y="84589"/>
                </a:moveTo>
                <a:lnTo>
                  <a:pt x="1487983" y="84589"/>
                </a:lnTo>
                <a:cubicBezTo>
                  <a:pt x="1489860" y="84589"/>
                  <a:pt x="1490799" y="83651"/>
                  <a:pt x="1490799" y="81773"/>
                </a:cubicBezTo>
                <a:cubicBezTo>
                  <a:pt x="1490799" y="74716"/>
                  <a:pt x="1489099" y="69245"/>
                  <a:pt x="1485700" y="65360"/>
                </a:cubicBezTo>
                <a:cubicBezTo>
                  <a:pt x="1482301" y="61475"/>
                  <a:pt x="1478417" y="59533"/>
                  <a:pt x="1474046" y="59533"/>
                </a:cubicBezTo>
                <a:cubicBezTo>
                  <a:pt x="1469676" y="59533"/>
                  <a:pt x="1465176" y="61427"/>
                  <a:pt x="1460547" y="65214"/>
                </a:cubicBezTo>
                <a:cubicBezTo>
                  <a:pt x="1455918" y="69002"/>
                  <a:pt x="1452858" y="75460"/>
                  <a:pt x="1451369" y="84589"/>
                </a:cubicBezTo>
                <a:moveTo>
                  <a:pt x="1504493" y="118192"/>
                </a:moveTo>
                <a:lnTo>
                  <a:pt x="1508474" y="123145"/>
                </a:lnTo>
                <a:cubicBezTo>
                  <a:pt x="1504654" y="128454"/>
                  <a:pt x="1499685" y="132727"/>
                  <a:pt x="1493567" y="135964"/>
                </a:cubicBezTo>
                <a:cubicBezTo>
                  <a:pt x="1487448" y="139202"/>
                  <a:pt x="1480861" y="140820"/>
                  <a:pt x="1473803" y="140820"/>
                </a:cubicBezTo>
                <a:cubicBezTo>
                  <a:pt x="1460013" y="140820"/>
                  <a:pt x="1449492" y="136450"/>
                  <a:pt x="1442240" y="127709"/>
                </a:cubicBezTo>
                <a:cubicBezTo>
                  <a:pt x="1436284" y="120523"/>
                  <a:pt x="1433305" y="110390"/>
                  <a:pt x="1433305" y="97312"/>
                </a:cubicBezTo>
                <a:cubicBezTo>
                  <a:pt x="1433305" y="83392"/>
                  <a:pt x="1437384" y="72288"/>
                  <a:pt x="1445542" y="64000"/>
                </a:cubicBezTo>
                <a:cubicBezTo>
                  <a:pt x="1453700" y="55713"/>
                  <a:pt x="1463185" y="51569"/>
                  <a:pt x="1473998" y="51569"/>
                </a:cubicBezTo>
                <a:cubicBezTo>
                  <a:pt x="1485911" y="51569"/>
                  <a:pt x="1494635" y="55341"/>
                  <a:pt x="1500171" y="62884"/>
                </a:cubicBezTo>
                <a:cubicBezTo>
                  <a:pt x="1505707" y="70426"/>
                  <a:pt x="1508474" y="79183"/>
                  <a:pt x="1508474" y="89154"/>
                </a:cubicBezTo>
                <a:cubicBezTo>
                  <a:pt x="1508474" y="91420"/>
                  <a:pt x="1507277" y="92553"/>
                  <a:pt x="1504881" y="92553"/>
                </a:cubicBezTo>
                <a:lnTo>
                  <a:pt x="1450787" y="92553"/>
                </a:lnTo>
                <a:cubicBezTo>
                  <a:pt x="1450787" y="104337"/>
                  <a:pt x="1452373" y="112753"/>
                  <a:pt x="1455545" y="117803"/>
                </a:cubicBezTo>
                <a:cubicBezTo>
                  <a:pt x="1460337" y="125379"/>
                  <a:pt x="1467556" y="129166"/>
                  <a:pt x="1477203" y="129166"/>
                </a:cubicBezTo>
                <a:cubicBezTo>
                  <a:pt x="1488662" y="129166"/>
                  <a:pt x="1497759" y="125508"/>
                  <a:pt x="1504493" y="118192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Text T">
            <a:extLst xmlns:a="http://schemas.openxmlformats.org/drawingml/2006/main">
              <a:ext uri="{FF2B5EF4-FFF2-40B4-BE49-F238E27FC236}">
                <a16:creationId xmlns:a16="http://schemas.microsoft.com/office/drawing/2014/main" id="{82EB1F18-8343-425C-A917-C4D37294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820" y="2897349"/>
            <a:ext cx="129458" cy="101391"/>
          </a:xfrm>
          <a:custGeom xmlns:a="http://schemas.openxmlformats.org/drawingml/2006/main">
            <a:pathLst>
              <a:path w="129458" h="101391">
                <a:moveTo>
                  <a:pt x="89057" y="42149"/>
                </a:moveTo>
                <a:cubicBezTo>
                  <a:pt x="104596" y="42149"/>
                  <a:pt x="114145" y="41631"/>
                  <a:pt x="117706" y="40595"/>
                </a:cubicBezTo>
                <a:cubicBezTo>
                  <a:pt x="117706" y="32631"/>
                  <a:pt x="117480" y="25299"/>
                  <a:pt x="117027" y="18598"/>
                </a:cubicBezTo>
                <a:cubicBezTo>
                  <a:pt x="116573" y="11897"/>
                  <a:pt x="116120" y="7187"/>
                  <a:pt x="115667" y="4467"/>
                </a:cubicBezTo>
                <a:lnTo>
                  <a:pt x="114987" y="388"/>
                </a:lnTo>
                <a:lnTo>
                  <a:pt x="115764" y="0"/>
                </a:lnTo>
                <a:cubicBezTo>
                  <a:pt x="118807" y="388"/>
                  <a:pt x="123177" y="388"/>
                  <a:pt x="128875" y="0"/>
                </a:cubicBezTo>
                <a:lnTo>
                  <a:pt x="129458" y="388"/>
                </a:lnTo>
                <a:cubicBezTo>
                  <a:pt x="129069" y="3561"/>
                  <a:pt x="128875" y="7543"/>
                  <a:pt x="128875" y="12334"/>
                </a:cubicBezTo>
                <a:lnTo>
                  <a:pt x="128875" y="89057"/>
                </a:lnTo>
                <a:cubicBezTo>
                  <a:pt x="128875" y="93848"/>
                  <a:pt x="129069" y="97830"/>
                  <a:pt x="129458" y="101002"/>
                </a:cubicBezTo>
                <a:lnTo>
                  <a:pt x="128875" y="101391"/>
                </a:lnTo>
                <a:cubicBezTo>
                  <a:pt x="123177" y="101002"/>
                  <a:pt x="118807" y="101002"/>
                  <a:pt x="115764" y="101391"/>
                </a:cubicBezTo>
                <a:lnTo>
                  <a:pt x="114987" y="101002"/>
                </a:lnTo>
                <a:cubicBezTo>
                  <a:pt x="116865" y="92003"/>
                  <a:pt x="117771" y="78600"/>
                  <a:pt x="117706" y="60796"/>
                </a:cubicBezTo>
                <a:cubicBezTo>
                  <a:pt x="114145" y="59760"/>
                  <a:pt x="104596" y="59242"/>
                  <a:pt x="89057" y="59242"/>
                </a:cubicBezTo>
                <a:lnTo>
                  <a:pt x="40401" y="59242"/>
                </a:lnTo>
                <a:cubicBezTo>
                  <a:pt x="23308" y="59242"/>
                  <a:pt x="10035" y="59921"/>
                  <a:pt x="583" y="61281"/>
                </a:cubicBezTo>
                <a:lnTo>
                  <a:pt x="0" y="60796"/>
                </a:lnTo>
                <a:cubicBezTo>
                  <a:pt x="388" y="58400"/>
                  <a:pt x="583" y="55017"/>
                  <a:pt x="583" y="50647"/>
                </a:cubicBezTo>
                <a:cubicBezTo>
                  <a:pt x="583" y="46276"/>
                  <a:pt x="388" y="42926"/>
                  <a:pt x="0" y="40595"/>
                </a:cubicBezTo>
                <a:lnTo>
                  <a:pt x="583" y="40110"/>
                </a:lnTo>
                <a:cubicBezTo>
                  <a:pt x="9582" y="41404"/>
                  <a:pt x="22855" y="42084"/>
                  <a:pt x="40401" y="42149"/>
                </a:cubicBezTo>
                <a:lnTo>
                  <a:pt x="89057" y="42149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Text r">
            <a:extLst xmlns:a="http://schemas.openxmlformats.org/drawingml/2006/main">
              <a:ext uri="{FF2B5EF4-FFF2-40B4-BE49-F238E27FC236}">
                <a16:creationId xmlns:a16="http://schemas.microsoft.com/office/drawing/2014/main" id="{FA908010-DE11-45CB-8D25-563EC479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820" y="3013211"/>
            <a:ext cx="87891" cy="51472"/>
          </a:xfrm>
          <a:custGeom xmlns:a="http://schemas.openxmlformats.org/drawingml/2006/main">
            <a:pathLst>
              <a:path w="87891" h="51472">
                <a:moveTo>
                  <a:pt x="67011" y="17675"/>
                </a:moveTo>
                <a:lnTo>
                  <a:pt x="66623" y="18258"/>
                </a:lnTo>
                <a:cubicBezTo>
                  <a:pt x="74586" y="22920"/>
                  <a:pt x="80122" y="26999"/>
                  <a:pt x="83230" y="30495"/>
                </a:cubicBezTo>
                <a:cubicBezTo>
                  <a:pt x="86337" y="33991"/>
                  <a:pt x="87891" y="38329"/>
                  <a:pt x="87891" y="43509"/>
                </a:cubicBezTo>
                <a:cubicBezTo>
                  <a:pt x="87891" y="45127"/>
                  <a:pt x="87438" y="47523"/>
                  <a:pt x="86532" y="50695"/>
                </a:cubicBezTo>
                <a:lnTo>
                  <a:pt x="85755" y="51472"/>
                </a:lnTo>
                <a:lnTo>
                  <a:pt x="70993" y="47490"/>
                </a:lnTo>
                <a:lnTo>
                  <a:pt x="70604" y="45937"/>
                </a:lnTo>
                <a:cubicBezTo>
                  <a:pt x="72482" y="43929"/>
                  <a:pt x="73421" y="40466"/>
                  <a:pt x="73421" y="35545"/>
                </a:cubicBezTo>
                <a:cubicBezTo>
                  <a:pt x="73421" y="31142"/>
                  <a:pt x="71090" y="27452"/>
                  <a:pt x="66428" y="24474"/>
                </a:cubicBezTo>
                <a:cubicBezTo>
                  <a:pt x="59565" y="19941"/>
                  <a:pt x="52994" y="17675"/>
                  <a:pt x="46714" y="17675"/>
                </a:cubicBezTo>
                <a:lnTo>
                  <a:pt x="36419" y="17675"/>
                </a:lnTo>
                <a:cubicBezTo>
                  <a:pt x="21592" y="17675"/>
                  <a:pt x="9647" y="18258"/>
                  <a:pt x="583" y="19423"/>
                </a:cubicBezTo>
                <a:lnTo>
                  <a:pt x="0" y="19035"/>
                </a:lnTo>
                <a:cubicBezTo>
                  <a:pt x="388" y="16639"/>
                  <a:pt x="583" y="13532"/>
                  <a:pt x="583" y="9712"/>
                </a:cubicBezTo>
                <a:cubicBezTo>
                  <a:pt x="583" y="5892"/>
                  <a:pt x="388" y="2784"/>
                  <a:pt x="0" y="388"/>
                </a:cubicBezTo>
                <a:lnTo>
                  <a:pt x="583" y="0"/>
                </a:lnTo>
                <a:cubicBezTo>
                  <a:pt x="8805" y="1165"/>
                  <a:pt x="20751" y="1748"/>
                  <a:pt x="36419" y="1748"/>
                </a:cubicBezTo>
                <a:lnTo>
                  <a:pt x="47296" y="1748"/>
                </a:lnTo>
                <a:cubicBezTo>
                  <a:pt x="65619" y="1748"/>
                  <a:pt x="78503" y="1165"/>
                  <a:pt x="85949" y="0"/>
                </a:cubicBezTo>
                <a:lnTo>
                  <a:pt x="86532" y="388"/>
                </a:lnTo>
                <a:cubicBezTo>
                  <a:pt x="86014" y="6216"/>
                  <a:pt x="86208" y="11589"/>
                  <a:pt x="87114" y="16510"/>
                </a:cubicBezTo>
                <a:cubicBezTo>
                  <a:pt x="87114" y="17287"/>
                  <a:pt x="86435" y="17675"/>
                  <a:pt x="85075" y="17675"/>
                </a:cubicBezTo>
                <a:lnTo>
                  <a:pt x="67011" y="17675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Text a">
            <a:extLst xmlns:a="http://schemas.openxmlformats.org/drawingml/2006/main">
              <a:ext uri="{FF2B5EF4-FFF2-40B4-BE49-F238E27FC236}">
                <a16:creationId xmlns:a16="http://schemas.microsoft.com/office/drawing/2014/main" id="{3B4D0CF1-D717-4180-AF79-F370C7A3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2461" y="3077215"/>
            <a:ext cx="89251" cy="84104"/>
          </a:xfrm>
          <a:custGeom xmlns:a="http://schemas.openxmlformats.org/drawingml/2006/main">
            <a:pathLst>
              <a:path w="89251" h="84104">
                <a:moveTo>
                  <a:pt x="46714" y="52735"/>
                </a:moveTo>
                <a:lnTo>
                  <a:pt x="42149" y="35836"/>
                </a:lnTo>
                <a:cubicBezTo>
                  <a:pt x="40142" y="28520"/>
                  <a:pt x="37520" y="23405"/>
                  <a:pt x="34282" y="20492"/>
                </a:cubicBezTo>
                <a:cubicBezTo>
                  <a:pt x="31045" y="17578"/>
                  <a:pt x="27031" y="16121"/>
                  <a:pt x="22240" y="16121"/>
                </a:cubicBezTo>
                <a:cubicBezTo>
                  <a:pt x="19067" y="16121"/>
                  <a:pt x="16251" y="17481"/>
                  <a:pt x="13791" y="20200"/>
                </a:cubicBezTo>
                <a:cubicBezTo>
                  <a:pt x="11330" y="22920"/>
                  <a:pt x="10100" y="26481"/>
                  <a:pt x="10100" y="30883"/>
                </a:cubicBezTo>
                <a:cubicBezTo>
                  <a:pt x="10100" y="36192"/>
                  <a:pt x="12690" y="42278"/>
                  <a:pt x="17870" y="49141"/>
                </a:cubicBezTo>
                <a:cubicBezTo>
                  <a:pt x="19165" y="51019"/>
                  <a:pt x="20880" y="51958"/>
                  <a:pt x="23017" y="51958"/>
                </a:cubicBezTo>
                <a:lnTo>
                  <a:pt x="46714" y="52735"/>
                </a:lnTo>
                <a:moveTo>
                  <a:pt x="11460" y="52735"/>
                </a:moveTo>
                <a:lnTo>
                  <a:pt x="11460" y="51958"/>
                </a:lnTo>
                <a:cubicBezTo>
                  <a:pt x="6928" y="46649"/>
                  <a:pt x="3885" y="42165"/>
                  <a:pt x="2331" y="38507"/>
                </a:cubicBezTo>
                <a:cubicBezTo>
                  <a:pt x="777" y="34849"/>
                  <a:pt x="0" y="30301"/>
                  <a:pt x="0" y="24862"/>
                </a:cubicBezTo>
                <a:cubicBezTo>
                  <a:pt x="0" y="17157"/>
                  <a:pt x="1780" y="11088"/>
                  <a:pt x="5341" y="6653"/>
                </a:cubicBezTo>
                <a:cubicBezTo>
                  <a:pt x="8902" y="2218"/>
                  <a:pt x="14276" y="0"/>
                  <a:pt x="21463" y="0"/>
                </a:cubicBezTo>
                <a:cubicBezTo>
                  <a:pt x="28196" y="0"/>
                  <a:pt x="34121" y="2946"/>
                  <a:pt x="39235" y="8838"/>
                </a:cubicBezTo>
                <a:cubicBezTo>
                  <a:pt x="44350" y="14729"/>
                  <a:pt x="48041" y="22790"/>
                  <a:pt x="50307" y="33020"/>
                </a:cubicBezTo>
                <a:lnTo>
                  <a:pt x="54483" y="51569"/>
                </a:lnTo>
                <a:cubicBezTo>
                  <a:pt x="54742" y="52476"/>
                  <a:pt x="55519" y="52929"/>
                  <a:pt x="56814" y="52929"/>
                </a:cubicBezTo>
                <a:cubicBezTo>
                  <a:pt x="61087" y="52929"/>
                  <a:pt x="64777" y="52460"/>
                  <a:pt x="67885" y="51521"/>
                </a:cubicBezTo>
                <a:cubicBezTo>
                  <a:pt x="70993" y="50582"/>
                  <a:pt x="73308" y="49514"/>
                  <a:pt x="74829" y="48316"/>
                </a:cubicBezTo>
                <a:cubicBezTo>
                  <a:pt x="76351" y="47118"/>
                  <a:pt x="77548" y="45532"/>
                  <a:pt x="78422" y="43557"/>
                </a:cubicBezTo>
                <a:cubicBezTo>
                  <a:pt x="79296" y="41582"/>
                  <a:pt x="79831" y="39931"/>
                  <a:pt x="80025" y="38604"/>
                </a:cubicBezTo>
                <a:cubicBezTo>
                  <a:pt x="80219" y="37277"/>
                  <a:pt x="80316" y="35674"/>
                  <a:pt x="80316" y="33797"/>
                </a:cubicBezTo>
                <a:cubicBezTo>
                  <a:pt x="80316" y="26222"/>
                  <a:pt x="74683" y="18938"/>
                  <a:pt x="63418" y="11945"/>
                </a:cubicBezTo>
                <a:lnTo>
                  <a:pt x="63612" y="9323"/>
                </a:lnTo>
                <a:lnTo>
                  <a:pt x="76917" y="6021"/>
                </a:lnTo>
                <a:lnTo>
                  <a:pt x="77694" y="6604"/>
                </a:lnTo>
                <a:cubicBezTo>
                  <a:pt x="85399" y="15733"/>
                  <a:pt x="89251" y="25477"/>
                  <a:pt x="89251" y="35836"/>
                </a:cubicBezTo>
                <a:cubicBezTo>
                  <a:pt x="89251" y="57720"/>
                  <a:pt x="78503" y="68662"/>
                  <a:pt x="57008" y="68662"/>
                </a:cubicBezTo>
                <a:cubicBezTo>
                  <a:pt x="56555" y="68662"/>
                  <a:pt x="51990" y="68565"/>
                  <a:pt x="43314" y="68371"/>
                </a:cubicBezTo>
                <a:cubicBezTo>
                  <a:pt x="34639" y="68176"/>
                  <a:pt x="29200" y="68079"/>
                  <a:pt x="26999" y="68079"/>
                </a:cubicBezTo>
                <a:cubicBezTo>
                  <a:pt x="18647" y="68079"/>
                  <a:pt x="13467" y="69180"/>
                  <a:pt x="11460" y="71381"/>
                </a:cubicBezTo>
                <a:cubicBezTo>
                  <a:pt x="10489" y="72482"/>
                  <a:pt x="10003" y="74424"/>
                  <a:pt x="10003" y="77208"/>
                </a:cubicBezTo>
                <a:cubicBezTo>
                  <a:pt x="10003" y="78827"/>
                  <a:pt x="10359" y="80607"/>
                  <a:pt x="11071" y="82550"/>
                </a:cubicBezTo>
                <a:lnTo>
                  <a:pt x="6118" y="84104"/>
                </a:lnTo>
                <a:cubicBezTo>
                  <a:pt x="2039" y="80219"/>
                  <a:pt x="0" y="74942"/>
                  <a:pt x="0" y="68274"/>
                </a:cubicBezTo>
                <a:cubicBezTo>
                  <a:pt x="0" y="64518"/>
                  <a:pt x="971" y="61265"/>
                  <a:pt x="2914" y="58513"/>
                </a:cubicBezTo>
                <a:cubicBezTo>
                  <a:pt x="4856" y="55762"/>
                  <a:pt x="7705" y="53835"/>
                  <a:pt x="11460" y="52735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Text n">
            <a:extLst xmlns:a="http://schemas.openxmlformats.org/drawingml/2006/main">
              <a:ext uri="{FF2B5EF4-FFF2-40B4-BE49-F238E27FC236}">
                <a16:creationId xmlns:a16="http://schemas.microsoft.com/office/drawing/2014/main" id="{6D526EAC-B99A-4B92-9C7E-DB847F72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820" y="3178711"/>
            <a:ext cx="87891" cy="78568"/>
          </a:xfrm>
          <a:custGeom xmlns:a="http://schemas.openxmlformats.org/drawingml/2006/main">
            <a:pathLst>
              <a:path w="87891" h="78568">
                <a:moveTo>
                  <a:pt x="36419" y="76723"/>
                </a:moveTo>
                <a:cubicBezTo>
                  <a:pt x="21333" y="76723"/>
                  <a:pt x="9388" y="77338"/>
                  <a:pt x="583" y="78568"/>
                </a:cubicBezTo>
                <a:lnTo>
                  <a:pt x="0" y="78082"/>
                </a:lnTo>
                <a:cubicBezTo>
                  <a:pt x="388" y="75687"/>
                  <a:pt x="583" y="72579"/>
                  <a:pt x="583" y="68759"/>
                </a:cubicBezTo>
                <a:cubicBezTo>
                  <a:pt x="583" y="64939"/>
                  <a:pt x="388" y="61831"/>
                  <a:pt x="0" y="59436"/>
                </a:cubicBezTo>
                <a:lnTo>
                  <a:pt x="583" y="59047"/>
                </a:lnTo>
                <a:cubicBezTo>
                  <a:pt x="9453" y="60213"/>
                  <a:pt x="21398" y="60796"/>
                  <a:pt x="36419" y="60796"/>
                </a:cubicBezTo>
                <a:lnTo>
                  <a:pt x="55843" y="60796"/>
                </a:lnTo>
                <a:cubicBezTo>
                  <a:pt x="63677" y="60796"/>
                  <a:pt x="68986" y="59743"/>
                  <a:pt x="71770" y="57639"/>
                </a:cubicBezTo>
                <a:cubicBezTo>
                  <a:pt x="74554" y="55535"/>
                  <a:pt x="75946" y="51828"/>
                  <a:pt x="75946" y="46519"/>
                </a:cubicBezTo>
                <a:cubicBezTo>
                  <a:pt x="75946" y="42440"/>
                  <a:pt x="74619" y="37779"/>
                  <a:pt x="71964" y="32534"/>
                </a:cubicBezTo>
                <a:cubicBezTo>
                  <a:pt x="69310" y="27290"/>
                  <a:pt x="65198" y="22337"/>
                  <a:pt x="59630" y="17675"/>
                </a:cubicBezTo>
                <a:lnTo>
                  <a:pt x="36419" y="17675"/>
                </a:lnTo>
                <a:cubicBezTo>
                  <a:pt x="21010" y="17675"/>
                  <a:pt x="9064" y="18258"/>
                  <a:pt x="583" y="19423"/>
                </a:cubicBezTo>
                <a:lnTo>
                  <a:pt x="0" y="19035"/>
                </a:lnTo>
                <a:cubicBezTo>
                  <a:pt x="388" y="16639"/>
                  <a:pt x="583" y="13532"/>
                  <a:pt x="583" y="9712"/>
                </a:cubicBezTo>
                <a:cubicBezTo>
                  <a:pt x="583" y="5892"/>
                  <a:pt x="388" y="2784"/>
                  <a:pt x="0" y="388"/>
                </a:cubicBezTo>
                <a:lnTo>
                  <a:pt x="583" y="0"/>
                </a:lnTo>
                <a:cubicBezTo>
                  <a:pt x="8676" y="1165"/>
                  <a:pt x="20621" y="1748"/>
                  <a:pt x="36419" y="1748"/>
                </a:cubicBezTo>
                <a:lnTo>
                  <a:pt x="47296" y="1748"/>
                </a:lnTo>
                <a:cubicBezTo>
                  <a:pt x="65619" y="1748"/>
                  <a:pt x="78503" y="1165"/>
                  <a:pt x="85949" y="0"/>
                </a:cubicBezTo>
                <a:lnTo>
                  <a:pt x="86532" y="388"/>
                </a:lnTo>
                <a:cubicBezTo>
                  <a:pt x="86014" y="6216"/>
                  <a:pt x="86208" y="11589"/>
                  <a:pt x="87114" y="16510"/>
                </a:cubicBezTo>
                <a:cubicBezTo>
                  <a:pt x="87114" y="17287"/>
                  <a:pt x="86435" y="17675"/>
                  <a:pt x="85075" y="17675"/>
                </a:cubicBezTo>
                <a:lnTo>
                  <a:pt x="70604" y="17675"/>
                </a:lnTo>
                <a:lnTo>
                  <a:pt x="70022" y="18064"/>
                </a:lnTo>
                <a:cubicBezTo>
                  <a:pt x="81935" y="28294"/>
                  <a:pt x="87891" y="39753"/>
                  <a:pt x="87891" y="52443"/>
                </a:cubicBezTo>
                <a:cubicBezTo>
                  <a:pt x="87891" y="61184"/>
                  <a:pt x="85302" y="67480"/>
                  <a:pt x="80122" y="71333"/>
                </a:cubicBezTo>
                <a:cubicBezTo>
                  <a:pt x="74942" y="75185"/>
                  <a:pt x="67043" y="77111"/>
                  <a:pt x="56425" y="77111"/>
                </a:cubicBezTo>
                <a:cubicBezTo>
                  <a:pt x="54289" y="77111"/>
                  <a:pt x="50954" y="77047"/>
                  <a:pt x="46422" y="76917"/>
                </a:cubicBezTo>
                <a:cubicBezTo>
                  <a:pt x="41890" y="76788"/>
                  <a:pt x="38556" y="76723"/>
                  <a:pt x="36419" y="76723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Text s">
            <a:extLst xmlns:a="http://schemas.openxmlformats.org/drawingml/2006/main">
              <a:ext uri="{FF2B5EF4-FFF2-40B4-BE49-F238E27FC236}">
                <a16:creationId xmlns:a16="http://schemas.microsoft.com/office/drawing/2014/main" id="{5223BFD1-EE25-4BC2-8AB8-EA2B61E7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2461" y="3277758"/>
            <a:ext cx="89251" cy="63806"/>
          </a:xfrm>
          <a:custGeom xmlns:a="http://schemas.openxmlformats.org/drawingml/2006/main">
            <a:pathLst>
              <a:path w="89251" h="63806">
                <a:moveTo>
                  <a:pt x="22046" y="3302"/>
                </a:moveTo>
                <a:lnTo>
                  <a:pt x="22240" y="6313"/>
                </a:lnTo>
                <a:cubicBezTo>
                  <a:pt x="12722" y="13176"/>
                  <a:pt x="7931" y="21010"/>
                  <a:pt x="7867" y="29815"/>
                </a:cubicBezTo>
                <a:cubicBezTo>
                  <a:pt x="7867" y="35254"/>
                  <a:pt x="9339" y="39656"/>
                  <a:pt x="12285" y="43023"/>
                </a:cubicBezTo>
                <a:cubicBezTo>
                  <a:pt x="15231" y="46390"/>
                  <a:pt x="19262" y="48073"/>
                  <a:pt x="24376" y="48073"/>
                </a:cubicBezTo>
                <a:cubicBezTo>
                  <a:pt x="28909" y="48073"/>
                  <a:pt x="32275" y="46455"/>
                  <a:pt x="34477" y="43217"/>
                </a:cubicBezTo>
                <a:cubicBezTo>
                  <a:pt x="36678" y="39980"/>
                  <a:pt x="38685" y="34898"/>
                  <a:pt x="40498" y="27970"/>
                </a:cubicBezTo>
                <a:cubicBezTo>
                  <a:pt x="42505" y="20524"/>
                  <a:pt x="45305" y="14697"/>
                  <a:pt x="48899" y="10489"/>
                </a:cubicBezTo>
                <a:cubicBezTo>
                  <a:pt x="52492" y="6280"/>
                  <a:pt x="57850" y="4176"/>
                  <a:pt x="64972" y="4176"/>
                </a:cubicBezTo>
                <a:cubicBezTo>
                  <a:pt x="72676" y="4176"/>
                  <a:pt x="78649" y="7154"/>
                  <a:pt x="82890" y="13111"/>
                </a:cubicBezTo>
                <a:cubicBezTo>
                  <a:pt x="87131" y="19067"/>
                  <a:pt x="89251" y="26092"/>
                  <a:pt x="89251" y="34185"/>
                </a:cubicBezTo>
                <a:cubicBezTo>
                  <a:pt x="89251" y="44415"/>
                  <a:pt x="87276" y="53350"/>
                  <a:pt x="83327" y="60990"/>
                </a:cubicBezTo>
                <a:lnTo>
                  <a:pt x="82647" y="61378"/>
                </a:lnTo>
                <a:lnTo>
                  <a:pt x="67982" y="57396"/>
                </a:lnTo>
                <a:lnTo>
                  <a:pt x="67788" y="54677"/>
                </a:lnTo>
                <a:cubicBezTo>
                  <a:pt x="70702" y="52152"/>
                  <a:pt x="72790" y="50291"/>
                  <a:pt x="74052" y="49093"/>
                </a:cubicBezTo>
                <a:cubicBezTo>
                  <a:pt x="75315" y="47895"/>
                  <a:pt x="76836" y="45775"/>
                  <a:pt x="78617" y="42732"/>
                </a:cubicBezTo>
                <a:cubicBezTo>
                  <a:pt x="80397" y="39689"/>
                  <a:pt x="81287" y="36581"/>
                  <a:pt x="81287" y="33408"/>
                </a:cubicBezTo>
                <a:cubicBezTo>
                  <a:pt x="81287" y="29006"/>
                  <a:pt x="80203" y="25380"/>
                  <a:pt x="78034" y="22531"/>
                </a:cubicBezTo>
                <a:cubicBezTo>
                  <a:pt x="75865" y="19682"/>
                  <a:pt x="72773" y="18258"/>
                  <a:pt x="68759" y="18258"/>
                </a:cubicBezTo>
                <a:cubicBezTo>
                  <a:pt x="61313" y="18258"/>
                  <a:pt x="56134" y="24409"/>
                  <a:pt x="53220" y="36710"/>
                </a:cubicBezTo>
                <a:cubicBezTo>
                  <a:pt x="51213" y="44933"/>
                  <a:pt x="48235" y="51505"/>
                  <a:pt x="44286" y="56425"/>
                </a:cubicBezTo>
                <a:cubicBezTo>
                  <a:pt x="40336" y="61346"/>
                  <a:pt x="34639" y="63806"/>
                  <a:pt x="27193" y="63806"/>
                </a:cubicBezTo>
                <a:cubicBezTo>
                  <a:pt x="24150" y="63806"/>
                  <a:pt x="21172" y="63304"/>
                  <a:pt x="18258" y="62301"/>
                </a:cubicBezTo>
                <a:cubicBezTo>
                  <a:pt x="15345" y="61297"/>
                  <a:pt x="12431" y="59646"/>
                  <a:pt x="9518" y="57348"/>
                </a:cubicBezTo>
                <a:cubicBezTo>
                  <a:pt x="6604" y="55049"/>
                  <a:pt x="4289" y="51537"/>
                  <a:pt x="2574" y="46811"/>
                </a:cubicBezTo>
                <a:cubicBezTo>
                  <a:pt x="858" y="42084"/>
                  <a:pt x="0" y="36484"/>
                  <a:pt x="0" y="30009"/>
                </a:cubicBezTo>
                <a:cubicBezTo>
                  <a:pt x="0" y="20168"/>
                  <a:pt x="1780" y="10165"/>
                  <a:pt x="5341" y="0"/>
                </a:cubicBezTo>
                <a:lnTo>
                  <a:pt x="22046" y="3302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Text f">
            <a:extLst xmlns:a="http://schemas.openxmlformats.org/drawingml/2006/main">
              <a:ext uri="{FF2B5EF4-FFF2-40B4-BE49-F238E27FC236}">
                <a16:creationId xmlns:a16="http://schemas.microsoft.com/office/drawing/2014/main" id="{ABB08B3F-F5C8-4826-8C3B-A6EBBE14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820" y="3353705"/>
            <a:ext cx="139461" cy="68565"/>
          </a:xfrm>
          <a:custGeom xmlns:a="http://schemas.openxmlformats.org/drawingml/2006/main">
            <a:pathLst>
              <a:path w="139461" h="68565">
                <a:moveTo>
                  <a:pt x="85949" y="15927"/>
                </a:moveTo>
                <a:lnTo>
                  <a:pt x="93621" y="15927"/>
                </a:lnTo>
                <a:cubicBezTo>
                  <a:pt x="104757" y="15927"/>
                  <a:pt x="114922" y="19553"/>
                  <a:pt x="124116" y="26804"/>
                </a:cubicBezTo>
                <a:cubicBezTo>
                  <a:pt x="128907" y="30495"/>
                  <a:pt x="132662" y="35302"/>
                  <a:pt x="135382" y="41226"/>
                </a:cubicBezTo>
                <a:cubicBezTo>
                  <a:pt x="138101" y="47151"/>
                  <a:pt x="139461" y="53220"/>
                  <a:pt x="139461" y="59436"/>
                </a:cubicBezTo>
                <a:cubicBezTo>
                  <a:pt x="139461" y="63256"/>
                  <a:pt x="138781" y="66234"/>
                  <a:pt x="137421" y="68371"/>
                </a:cubicBezTo>
                <a:lnTo>
                  <a:pt x="136839" y="68565"/>
                </a:lnTo>
                <a:cubicBezTo>
                  <a:pt x="132889" y="66558"/>
                  <a:pt x="127450" y="64713"/>
                  <a:pt x="120523" y="63029"/>
                </a:cubicBezTo>
                <a:lnTo>
                  <a:pt x="120329" y="60893"/>
                </a:lnTo>
                <a:cubicBezTo>
                  <a:pt x="124990" y="58368"/>
                  <a:pt x="127321" y="54515"/>
                  <a:pt x="127321" y="49336"/>
                </a:cubicBezTo>
                <a:cubicBezTo>
                  <a:pt x="127321" y="43638"/>
                  <a:pt x="125621" y="39122"/>
                  <a:pt x="122222" y="35788"/>
                </a:cubicBezTo>
                <a:cubicBezTo>
                  <a:pt x="118823" y="32453"/>
                  <a:pt x="114340" y="30786"/>
                  <a:pt x="108772" y="30786"/>
                </a:cubicBezTo>
                <a:cubicBezTo>
                  <a:pt x="107865" y="30786"/>
                  <a:pt x="104790" y="30964"/>
                  <a:pt x="99545" y="31320"/>
                </a:cubicBezTo>
                <a:cubicBezTo>
                  <a:pt x="94301" y="31676"/>
                  <a:pt x="90352" y="31855"/>
                  <a:pt x="87697" y="31855"/>
                </a:cubicBezTo>
                <a:lnTo>
                  <a:pt x="85949" y="31855"/>
                </a:lnTo>
                <a:lnTo>
                  <a:pt x="85949" y="40401"/>
                </a:lnTo>
                <a:cubicBezTo>
                  <a:pt x="85949" y="44091"/>
                  <a:pt x="86078" y="48721"/>
                  <a:pt x="86337" y="54289"/>
                </a:cubicBezTo>
                <a:lnTo>
                  <a:pt x="84881" y="55260"/>
                </a:lnTo>
                <a:cubicBezTo>
                  <a:pt x="82226" y="54224"/>
                  <a:pt x="79507" y="53447"/>
                  <a:pt x="76723" y="52929"/>
                </a:cubicBezTo>
                <a:cubicBezTo>
                  <a:pt x="76982" y="50274"/>
                  <a:pt x="77111" y="45483"/>
                  <a:pt x="77111" y="38556"/>
                </a:cubicBezTo>
                <a:lnTo>
                  <a:pt x="77111" y="31855"/>
                </a:lnTo>
                <a:lnTo>
                  <a:pt x="40207" y="31855"/>
                </a:lnTo>
                <a:cubicBezTo>
                  <a:pt x="22725" y="31855"/>
                  <a:pt x="9518" y="32502"/>
                  <a:pt x="583" y="33797"/>
                </a:cubicBezTo>
                <a:lnTo>
                  <a:pt x="0" y="33408"/>
                </a:lnTo>
                <a:cubicBezTo>
                  <a:pt x="388" y="31013"/>
                  <a:pt x="583" y="27824"/>
                  <a:pt x="583" y="23842"/>
                </a:cubicBezTo>
                <a:cubicBezTo>
                  <a:pt x="583" y="19861"/>
                  <a:pt x="388" y="16672"/>
                  <a:pt x="0" y="14276"/>
                </a:cubicBezTo>
                <a:lnTo>
                  <a:pt x="583" y="13888"/>
                </a:lnTo>
                <a:cubicBezTo>
                  <a:pt x="8935" y="15183"/>
                  <a:pt x="22143" y="15863"/>
                  <a:pt x="40207" y="15927"/>
                </a:cubicBezTo>
                <a:lnTo>
                  <a:pt x="77111" y="15927"/>
                </a:lnTo>
                <a:lnTo>
                  <a:pt x="77111" y="15733"/>
                </a:lnTo>
                <a:cubicBezTo>
                  <a:pt x="77111" y="9647"/>
                  <a:pt x="76982" y="4726"/>
                  <a:pt x="76723" y="971"/>
                </a:cubicBezTo>
                <a:lnTo>
                  <a:pt x="78180" y="0"/>
                </a:lnTo>
                <a:cubicBezTo>
                  <a:pt x="81093" y="1878"/>
                  <a:pt x="83812" y="3334"/>
                  <a:pt x="86337" y="4370"/>
                </a:cubicBezTo>
                <a:cubicBezTo>
                  <a:pt x="86078" y="6377"/>
                  <a:pt x="85949" y="10230"/>
                  <a:pt x="85949" y="15927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Text o">
            <a:extLst xmlns:a="http://schemas.openxmlformats.org/drawingml/2006/main">
              <a:ext uri="{FF2B5EF4-FFF2-40B4-BE49-F238E27FC236}">
                <a16:creationId xmlns:a16="http://schemas.microsoft.com/office/drawing/2014/main" id="{9DF69AF0-3BD4-428D-9188-99F070E7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2461" y="3419946"/>
            <a:ext cx="89251" cy="84298"/>
          </a:xfrm>
          <a:custGeom xmlns:a="http://schemas.openxmlformats.org/drawingml/2006/main">
            <a:pathLst>
              <a:path w="89251" h="84298">
                <a:moveTo>
                  <a:pt x="42732" y="0"/>
                </a:moveTo>
                <a:cubicBezTo>
                  <a:pt x="56781" y="0"/>
                  <a:pt x="68047" y="3901"/>
                  <a:pt x="76529" y="11703"/>
                </a:cubicBezTo>
                <a:cubicBezTo>
                  <a:pt x="85010" y="19504"/>
                  <a:pt x="89251" y="29912"/>
                  <a:pt x="89251" y="42926"/>
                </a:cubicBezTo>
                <a:cubicBezTo>
                  <a:pt x="89251" y="56199"/>
                  <a:pt x="85237" y="66412"/>
                  <a:pt x="77208" y="73566"/>
                </a:cubicBezTo>
                <a:cubicBezTo>
                  <a:pt x="69180" y="80721"/>
                  <a:pt x="58270" y="84298"/>
                  <a:pt x="44480" y="84298"/>
                </a:cubicBezTo>
                <a:cubicBezTo>
                  <a:pt x="31207" y="84298"/>
                  <a:pt x="20476" y="80527"/>
                  <a:pt x="12285" y="72984"/>
                </a:cubicBezTo>
                <a:cubicBezTo>
                  <a:pt x="4095" y="65441"/>
                  <a:pt x="0" y="55163"/>
                  <a:pt x="0" y="42149"/>
                </a:cubicBezTo>
                <a:cubicBezTo>
                  <a:pt x="0" y="29265"/>
                  <a:pt x="4047" y="19019"/>
                  <a:pt x="12140" y="11411"/>
                </a:cubicBezTo>
                <a:cubicBezTo>
                  <a:pt x="20233" y="3804"/>
                  <a:pt x="30430" y="0"/>
                  <a:pt x="42732" y="0"/>
                </a:cubicBezTo>
                <a:moveTo>
                  <a:pt x="81287" y="41566"/>
                </a:moveTo>
                <a:cubicBezTo>
                  <a:pt x="81287" y="35739"/>
                  <a:pt x="79507" y="30932"/>
                  <a:pt x="75946" y="27144"/>
                </a:cubicBezTo>
                <a:cubicBezTo>
                  <a:pt x="72385" y="23357"/>
                  <a:pt x="68112" y="20799"/>
                  <a:pt x="63126" y="19472"/>
                </a:cubicBezTo>
                <a:cubicBezTo>
                  <a:pt x="58141" y="18145"/>
                  <a:pt x="52476" y="17481"/>
                  <a:pt x="46131" y="17481"/>
                </a:cubicBezTo>
                <a:cubicBezTo>
                  <a:pt x="40174" y="17481"/>
                  <a:pt x="34541" y="18145"/>
                  <a:pt x="29232" y="19472"/>
                </a:cubicBezTo>
                <a:cubicBezTo>
                  <a:pt x="23923" y="20799"/>
                  <a:pt x="19035" y="23583"/>
                  <a:pt x="14568" y="27824"/>
                </a:cubicBezTo>
                <a:cubicBezTo>
                  <a:pt x="10100" y="32065"/>
                  <a:pt x="7867" y="37423"/>
                  <a:pt x="7867" y="43897"/>
                </a:cubicBezTo>
                <a:cubicBezTo>
                  <a:pt x="7867" y="50501"/>
                  <a:pt x="10990" y="55972"/>
                  <a:pt x="17238" y="60310"/>
                </a:cubicBezTo>
                <a:cubicBezTo>
                  <a:pt x="23486" y="64648"/>
                  <a:pt x="31369" y="66817"/>
                  <a:pt x="40886" y="66817"/>
                </a:cubicBezTo>
                <a:cubicBezTo>
                  <a:pt x="54289" y="66817"/>
                  <a:pt x="64373" y="65069"/>
                  <a:pt x="71139" y="61572"/>
                </a:cubicBezTo>
                <a:cubicBezTo>
                  <a:pt x="77904" y="58076"/>
                  <a:pt x="81287" y="51408"/>
                  <a:pt x="81287" y="41566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Text r">
            <a:extLst xmlns:a="http://schemas.openxmlformats.org/drawingml/2006/main">
              <a:ext uri="{FF2B5EF4-FFF2-40B4-BE49-F238E27FC236}">
                <a16:creationId xmlns:a16="http://schemas.microsoft.com/office/drawing/2014/main" id="{17EA9653-AFB2-4F83-B60D-CA6E5F00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820" y="3527358"/>
            <a:ext cx="87891" cy="51472"/>
          </a:xfrm>
          <a:custGeom xmlns:a="http://schemas.openxmlformats.org/drawingml/2006/main">
            <a:pathLst>
              <a:path w="87891" h="51472">
                <a:moveTo>
                  <a:pt x="67011" y="17675"/>
                </a:moveTo>
                <a:lnTo>
                  <a:pt x="66623" y="18258"/>
                </a:lnTo>
                <a:cubicBezTo>
                  <a:pt x="74586" y="22920"/>
                  <a:pt x="80122" y="26999"/>
                  <a:pt x="83230" y="30495"/>
                </a:cubicBezTo>
                <a:cubicBezTo>
                  <a:pt x="86337" y="33991"/>
                  <a:pt x="87891" y="38329"/>
                  <a:pt x="87891" y="43509"/>
                </a:cubicBezTo>
                <a:cubicBezTo>
                  <a:pt x="87891" y="45127"/>
                  <a:pt x="87438" y="47523"/>
                  <a:pt x="86532" y="50695"/>
                </a:cubicBezTo>
                <a:lnTo>
                  <a:pt x="85755" y="51472"/>
                </a:lnTo>
                <a:lnTo>
                  <a:pt x="70993" y="47490"/>
                </a:lnTo>
                <a:lnTo>
                  <a:pt x="70604" y="45937"/>
                </a:lnTo>
                <a:cubicBezTo>
                  <a:pt x="72482" y="43929"/>
                  <a:pt x="73421" y="40466"/>
                  <a:pt x="73421" y="35545"/>
                </a:cubicBezTo>
                <a:cubicBezTo>
                  <a:pt x="73421" y="31142"/>
                  <a:pt x="71090" y="27452"/>
                  <a:pt x="66428" y="24474"/>
                </a:cubicBezTo>
                <a:cubicBezTo>
                  <a:pt x="59565" y="19941"/>
                  <a:pt x="52994" y="17675"/>
                  <a:pt x="46714" y="17675"/>
                </a:cubicBezTo>
                <a:lnTo>
                  <a:pt x="36419" y="17675"/>
                </a:lnTo>
                <a:cubicBezTo>
                  <a:pt x="21592" y="17675"/>
                  <a:pt x="9647" y="18258"/>
                  <a:pt x="583" y="19423"/>
                </a:cubicBezTo>
                <a:lnTo>
                  <a:pt x="0" y="19035"/>
                </a:lnTo>
                <a:cubicBezTo>
                  <a:pt x="388" y="16639"/>
                  <a:pt x="583" y="13532"/>
                  <a:pt x="583" y="9712"/>
                </a:cubicBezTo>
                <a:cubicBezTo>
                  <a:pt x="583" y="5892"/>
                  <a:pt x="388" y="2784"/>
                  <a:pt x="0" y="388"/>
                </a:cubicBezTo>
                <a:lnTo>
                  <a:pt x="583" y="0"/>
                </a:lnTo>
                <a:cubicBezTo>
                  <a:pt x="8805" y="1165"/>
                  <a:pt x="20751" y="1748"/>
                  <a:pt x="36419" y="1748"/>
                </a:cubicBezTo>
                <a:lnTo>
                  <a:pt x="47296" y="1748"/>
                </a:lnTo>
                <a:cubicBezTo>
                  <a:pt x="65619" y="1748"/>
                  <a:pt x="78503" y="1165"/>
                  <a:pt x="85949" y="0"/>
                </a:cubicBezTo>
                <a:lnTo>
                  <a:pt x="86532" y="388"/>
                </a:lnTo>
                <a:cubicBezTo>
                  <a:pt x="86014" y="6216"/>
                  <a:pt x="86208" y="11589"/>
                  <a:pt x="87114" y="16510"/>
                </a:cubicBezTo>
                <a:cubicBezTo>
                  <a:pt x="87114" y="17287"/>
                  <a:pt x="86435" y="17675"/>
                  <a:pt x="85075" y="17675"/>
                </a:cubicBezTo>
                <a:lnTo>
                  <a:pt x="67011" y="17675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Text m">
            <a:extLst xmlns:a="http://schemas.openxmlformats.org/drawingml/2006/main">
              <a:ext uri="{FF2B5EF4-FFF2-40B4-BE49-F238E27FC236}">
                <a16:creationId xmlns:a16="http://schemas.microsoft.com/office/drawing/2014/main" id="{36177AD6-B964-49CC-A832-563112A8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820" y="3596995"/>
            <a:ext cx="87891" cy="132857"/>
          </a:xfrm>
          <a:custGeom xmlns:a="http://schemas.openxmlformats.org/drawingml/2006/main">
            <a:pathLst>
              <a:path w="87891" h="132857">
                <a:moveTo>
                  <a:pt x="70604" y="17675"/>
                </a:moveTo>
                <a:lnTo>
                  <a:pt x="70022" y="18258"/>
                </a:lnTo>
                <a:cubicBezTo>
                  <a:pt x="81935" y="29524"/>
                  <a:pt x="87891" y="40660"/>
                  <a:pt x="87891" y="51666"/>
                </a:cubicBezTo>
                <a:cubicBezTo>
                  <a:pt x="87891" y="57235"/>
                  <a:pt x="86467" y="61912"/>
                  <a:pt x="83618" y="65700"/>
                </a:cubicBezTo>
                <a:cubicBezTo>
                  <a:pt x="80769" y="69488"/>
                  <a:pt x="76949" y="71835"/>
                  <a:pt x="72158" y="72741"/>
                </a:cubicBezTo>
                <a:cubicBezTo>
                  <a:pt x="82647" y="82712"/>
                  <a:pt x="87891" y="93913"/>
                  <a:pt x="87891" y="106344"/>
                </a:cubicBezTo>
                <a:cubicBezTo>
                  <a:pt x="87891" y="116185"/>
                  <a:pt x="85204" y="122756"/>
                  <a:pt x="79831" y="126058"/>
                </a:cubicBezTo>
                <a:cubicBezTo>
                  <a:pt x="74457" y="129360"/>
                  <a:pt x="66590" y="131011"/>
                  <a:pt x="56231" y="131011"/>
                </a:cubicBezTo>
                <a:lnTo>
                  <a:pt x="36419" y="131011"/>
                </a:lnTo>
                <a:cubicBezTo>
                  <a:pt x="21010" y="131011"/>
                  <a:pt x="9064" y="131627"/>
                  <a:pt x="583" y="132857"/>
                </a:cubicBezTo>
                <a:lnTo>
                  <a:pt x="0" y="132371"/>
                </a:lnTo>
                <a:cubicBezTo>
                  <a:pt x="388" y="129976"/>
                  <a:pt x="583" y="126868"/>
                  <a:pt x="583" y="123048"/>
                </a:cubicBezTo>
                <a:cubicBezTo>
                  <a:pt x="583" y="119228"/>
                  <a:pt x="388" y="116120"/>
                  <a:pt x="0" y="113725"/>
                </a:cubicBezTo>
                <a:lnTo>
                  <a:pt x="583" y="113336"/>
                </a:lnTo>
                <a:cubicBezTo>
                  <a:pt x="8676" y="114501"/>
                  <a:pt x="20621" y="115084"/>
                  <a:pt x="36419" y="115084"/>
                </a:cubicBezTo>
                <a:lnTo>
                  <a:pt x="58270" y="115084"/>
                </a:lnTo>
                <a:cubicBezTo>
                  <a:pt x="64745" y="115084"/>
                  <a:pt x="69310" y="113822"/>
                  <a:pt x="71964" y="111297"/>
                </a:cubicBezTo>
                <a:cubicBezTo>
                  <a:pt x="74619" y="108772"/>
                  <a:pt x="75946" y="104725"/>
                  <a:pt x="75946" y="99157"/>
                </a:cubicBezTo>
                <a:cubicBezTo>
                  <a:pt x="75946" y="89445"/>
                  <a:pt x="71964" y="81028"/>
                  <a:pt x="64000" y="73906"/>
                </a:cubicBezTo>
                <a:cubicBezTo>
                  <a:pt x="62382" y="74036"/>
                  <a:pt x="59857" y="74101"/>
                  <a:pt x="56425" y="74101"/>
                </a:cubicBezTo>
                <a:lnTo>
                  <a:pt x="36419" y="74101"/>
                </a:lnTo>
                <a:cubicBezTo>
                  <a:pt x="21010" y="74101"/>
                  <a:pt x="9064" y="74716"/>
                  <a:pt x="583" y="75946"/>
                </a:cubicBezTo>
                <a:lnTo>
                  <a:pt x="0" y="75557"/>
                </a:lnTo>
                <a:cubicBezTo>
                  <a:pt x="388" y="73162"/>
                  <a:pt x="583" y="70038"/>
                  <a:pt x="583" y="66186"/>
                </a:cubicBezTo>
                <a:cubicBezTo>
                  <a:pt x="583" y="62333"/>
                  <a:pt x="388" y="59209"/>
                  <a:pt x="0" y="56814"/>
                </a:cubicBezTo>
                <a:lnTo>
                  <a:pt x="583" y="56425"/>
                </a:lnTo>
                <a:cubicBezTo>
                  <a:pt x="8676" y="57591"/>
                  <a:pt x="20621" y="58206"/>
                  <a:pt x="36419" y="58270"/>
                </a:cubicBezTo>
                <a:lnTo>
                  <a:pt x="58270" y="58270"/>
                </a:lnTo>
                <a:cubicBezTo>
                  <a:pt x="70054" y="58270"/>
                  <a:pt x="75946" y="53868"/>
                  <a:pt x="75946" y="45063"/>
                </a:cubicBezTo>
                <a:cubicBezTo>
                  <a:pt x="75946" y="41502"/>
                  <a:pt x="74521" y="37196"/>
                  <a:pt x="71673" y="32146"/>
                </a:cubicBezTo>
                <a:cubicBezTo>
                  <a:pt x="68824" y="27096"/>
                  <a:pt x="65069" y="22272"/>
                  <a:pt x="60407" y="17675"/>
                </a:cubicBezTo>
                <a:lnTo>
                  <a:pt x="36419" y="17675"/>
                </a:lnTo>
                <a:cubicBezTo>
                  <a:pt x="21010" y="17675"/>
                  <a:pt x="9064" y="18258"/>
                  <a:pt x="583" y="19423"/>
                </a:cubicBezTo>
                <a:lnTo>
                  <a:pt x="0" y="19035"/>
                </a:lnTo>
                <a:cubicBezTo>
                  <a:pt x="388" y="16639"/>
                  <a:pt x="583" y="13516"/>
                  <a:pt x="583" y="9663"/>
                </a:cubicBezTo>
                <a:cubicBezTo>
                  <a:pt x="583" y="5811"/>
                  <a:pt x="388" y="2719"/>
                  <a:pt x="0" y="388"/>
                </a:cubicBezTo>
                <a:lnTo>
                  <a:pt x="583" y="0"/>
                </a:lnTo>
                <a:cubicBezTo>
                  <a:pt x="8676" y="1165"/>
                  <a:pt x="20621" y="1748"/>
                  <a:pt x="36419" y="1748"/>
                </a:cubicBezTo>
                <a:lnTo>
                  <a:pt x="47296" y="1748"/>
                </a:lnTo>
                <a:cubicBezTo>
                  <a:pt x="65619" y="1748"/>
                  <a:pt x="78503" y="1165"/>
                  <a:pt x="85949" y="0"/>
                </a:cubicBezTo>
                <a:lnTo>
                  <a:pt x="86532" y="388"/>
                </a:lnTo>
                <a:cubicBezTo>
                  <a:pt x="86014" y="6216"/>
                  <a:pt x="86208" y="11557"/>
                  <a:pt x="87114" y="16413"/>
                </a:cubicBezTo>
                <a:cubicBezTo>
                  <a:pt x="87114" y="17190"/>
                  <a:pt x="86435" y="17611"/>
                  <a:pt x="85075" y="17675"/>
                </a:cubicBezTo>
                <a:lnTo>
                  <a:pt x="70604" y="17675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Text a">
            <a:extLst xmlns:a="http://schemas.openxmlformats.org/drawingml/2006/main">
              <a:ext uri="{FF2B5EF4-FFF2-40B4-BE49-F238E27FC236}">
                <a16:creationId xmlns:a16="http://schemas.microsoft.com/office/drawing/2014/main" id="{2C8FCDE9-D094-458A-B97E-F2132B48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2461" y="3751872"/>
            <a:ext cx="89251" cy="84104"/>
          </a:xfrm>
          <a:custGeom xmlns:a="http://schemas.openxmlformats.org/drawingml/2006/main">
            <a:pathLst>
              <a:path w="89251" h="84104">
                <a:moveTo>
                  <a:pt x="46714" y="52735"/>
                </a:moveTo>
                <a:lnTo>
                  <a:pt x="42149" y="35836"/>
                </a:lnTo>
                <a:cubicBezTo>
                  <a:pt x="40142" y="28520"/>
                  <a:pt x="37520" y="23405"/>
                  <a:pt x="34282" y="20492"/>
                </a:cubicBezTo>
                <a:cubicBezTo>
                  <a:pt x="31045" y="17578"/>
                  <a:pt x="27031" y="16121"/>
                  <a:pt x="22240" y="16121"/>
                </a:cubicBezTo>
                <a:cubicBezTo>
                  <a:pt x="19067" y="16121"/>
                  <a:pt x="16251" y="17481"/>
                  <a:pt x="13791" y="20200"/>
                </a:cubicBezTo>
                <a:cubicBezTo>
                  <a:pt x="11330" y="22920"/>
                  <a:pt x="10100" y="26481"/>
                  <a:pt x="10100" y="30883"/>
                </a:cubicBezTo>
                <a:cubicBezTo>
                  <a:pt x="10100" y="36192"/>
                  <a:pt x="12690" y="42278"/>
                  <a:pt x="17870" y="49141"/>
                </a:cubicBezTo>
                <a:cubicBezTo>
                  <a:pt x="19165" y="51019"/>
                  <a:pt x="20880" y="51958"/>
                  <a:pt x="23017" y="51958"/>
                </a:cubicBezTo>
                <a:lnTo>
                  <a:pt x="46714" y="52735"/>
                </a:lnTo>
                <a:moveTo>
                  <a:pt x="11460" y="52735"/>
                </a:moveTo>
                <a:lnTo>
                  <a:pt x="11460" y="51958"/>
                </a:lnTo>
                <a:cubicBezTo>
                  <a:pt x="6928" y="46649"/>
                  <a:pt x="3885" y="42165"/>
                  <a:pt x="2331" y="38507"/>
                </a:cubicBezTo>
                <a:cubicBezTo>
                  <a:pt x="777" y="34849"/>
                  <a:pt x="0" y="30301"/>
                  <a:pt x="0" y="24862"/>
                </a:cubicBezTo>
                <a:cubicBezTo>
                  <a:pt x="0" y="17157"/>
                  <a:pt x="1780" y="11088"/>
                  <a:pt x="5341" y="6653"/>
                </a:cubicBezTo>
                <a:cubicBezTo>
                  <a:pt x="8902" y="2218"/>
                  <a:pt x="14276" y="0"/>
                  <a:pt x="21463" y="0"/>
                </a:cubicBezTo>
                <a:cubicBezTo>
                  <a:pt x="28196" y="0"/>
                  <a:pt x="34121" y="2946"/>
                  <a:pt x="39235" y="8838"/>
                </a:cubicBezTo>
                <a:cubicBezTo>
                  <a:pt x="44350" y="14729"/>
                  <a:pt x="48041" y="22790"/>
                  <a:pt x="50307" y="33020"/>
                </a:cubicBezTo>
                <a:lnTo>
                  <a:pt x="54483" y="51569"/>
                </a:lnTo>
                <a:cubicBezTo>
                  <a:pt x="54742" y="52476"/>
                  <a:pt x="55519" y="52929"/>
                  <a:pt x="56814" y="52929"/>
                </a:cubicBezTo>
                <a:cubicBezTo>
                  <a:pt x="61087" y="52929"/>
                  <a:pt x="64777" y="52460"/>
                  <a:pt x="67885" y="51521"/>
                </a:cubicBezTo>
                <a:cubicBezTo>
                  <a:pt x="70993" y="50582"/>
                  <a:pt x="73308" y="49514"/>
                  <a:pt x="74829" y="48316"/>
                </a:cubicBezTo>
                <a:cubicBezTo>
                  <a:pt x="76351" y="47118"/>
                  <a:pt x="77548" y="45532"/>
                  <a:pt x="78422" y="43557"/>
                </a:cubicBezTo>
                <a:cubicBezTo>
                  <a:pt x="79296" y="41582"/>
                  <a:pt x="79831" y="39931"/>
                  <a:pt x="80025" y="38604"/>
                </a:cubicBezTo>
                <a:cubicBezTo>
                  <a:pt x="80219" y="37277"/>
                  <a:pt x="80316" y="35674"/>
                  <a:pt x="80316" y="33797"/>
                </a:cubicBezTo>
                <a:cubicBezTo>
                  <a:pt x="80316" y="26222"/>
                  <a:pt x="74683" y="18938"/>
                  <a:pt x="63418" y="11945"/>
                </a:cubicBezTo>
                <a:lnTo>
                  <a:pt x="63612" y="9323"/>
                </a:lnTo>
                <a:lnTo>
                  <a:pt x="76917" y="6021"/>
                </a:lnTo>
                <a:lnTo>
                  <a:pt x="77694" y="6604"/>
                </a:lnTo>
                <a:cubicBezTo>
                  <a:pt x="85399" y="15733"/>
                  <a:pt x="89251" y="25477"/>
                  <a:pt x="89251" y="35836"/>
                </a:cubicBezTo>
                <a:cubicBezTo>
                  <a:pt x="89251" y="57720"/>
                  <a:pt x="78503" y="68662"/>
                  <a:pt x="57008" y="68662"/>
                </a:cubicBezTo>
                <a:cubicBezTo>
                  <a:pt x="56555" y="68662"/>
                  <a:pt x="51990" y="68565"/>
                  <a:pt x="43314" y="68371"/>
                </a:cubicBezTo>
                <a:cubicBezTo>
                  <a:pt x="34639" y="68176"/>
                  <a:pt x="29200" y="68079"/>
                  <a:pt x="26999" y="68079"/>
                </a:cubicBezTo>
                <a:cubicBezTo>
                  <a:pt x="18647" y="68079"/>
                  <a:pt x="13467" y="69180"/>
                  <a:pt x="11460" y="71381"/>
                </a:cubicBezTo>
                <a:cubicBezTo>
                  <a:pt x="10489" y="72482"/>
                  <a:pt x="10003" y="74424"/>
                  <a:pt x="10003" y="77208"/>
                </a:cubicBezTo>
                <a:cubicBezTo>
                  <a:pt x="10003" y="78827"/>
                  <a:pt x="10359" y="80607"/>
                  <a:pt x="11071" y="82550"/>
                </a:cubicBezTo>
                <a:lnTo>
                  <a:pt x="6118" y="84104"/>
                </a:lnTo>
                <a:cubicBezTo>
                  <a:pt x="2039" y="80219"/>
                  <a:pt x="0" y="74942"/>
                  <a:pt x="0" y="68274"/>
                </a:cubicBezTo>
                <a:cubicBezTo>
                  <a:pt x="0" y="64518"/>
                  <a:pt x="971" y="61265"/>
                  <a:pt x="2914" y="58513"/>
                </a:cubicBezTo>
                <a:cubicBezTo>
                  <a:pt x="4856" y="55762"/>
                  <a:pt x="7705" y="53835"/>
                  <a:pt x="11460" y="52735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Text t">
            <a:extLst xmlns:a="http://schemas.openxmlformats.org/drawingml/2006/main">
              <a:ext uri="{FF2B5EF4-FFF2-40B4-BE49-F238E27FC236}">
                <a16:creationId xmlns:a16="http://schemas.microsoft.com/office/drawing/2014/main" id="{9B6E519A-53DE-42AB-94D4-CF8D8C60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2396" y="3842394"/>
            <a:ext cx="118354" cy="55260"/>
          </a:xfrm>
          <a:custGeom xmlns:a="http://schemas.openxmlformats.org/drawingml/2006/main">
            <a:pathLst>
              <a:path w="118354" h="55260">
                <a:moveTo>
                  <a:pt x="87373" y="15150"/>
                </a:moveTo>
                <a:cubicBezTo>
                  <a:pt x="95207" y="15150"/>
                  <a:pt x="103689" y="15409"/>
                  <a:pt x="112818" y="15927"/>
                </a:cubicBezTo>
                <a:lnTo>
                  <a:pt x="113401" y="16316"/>
                </a:lnTo>
                <a:cubicBezTo>
                  <a:pt x="113660" y="18323"/>
                  <a:pt x="114016" y="20022"/>
                  <a:pt x="114469" y="21414"/>
                </a:cubicBezTo>
                <a:cubicBezTo>
                  <a:pt x="114922" y="22806"/>
                  <a:pt x="115586" y="24393"/>
                  <a:pt x="116460" y="26173"/>
                </a:cubicBezTo>
                <a:cubicBezTo>
                  <a:pt x="117334" y="27954"/>
                  <a:pt x="117965" y="29297"/>
                  <a:pt x="118354" y="30204"/>
                </a:cubicBezTo>
                <a:cubicBezTo>
                  <a:pt x="118354" y="31369"/>
                  <a:pt x="117706" y="31984"/>
                  <a:pt x="116411" y="32049"/>
                </a:cubicBezTo>
                <a:cubicBezTo>
                  <a:pt x="107930" y="31401"/>
                  <a:pt x="98251" y="31045"/>
                  <a:pt x="87373" y="30980"/>
                </a:cubicBezTo>
                <a:lnTo>
                  <a:pt x="87373" y="40401"/>
                </a:lnTo>
                <a:cubicBezTo>
                  <a:pt x="87373" y="42926"/>
                  <a:pt x="87503" y="47555"/>
                  <a:pt x="87762" y="54289"/>
                </a:cubicBezTo>
                <a:lnTo>
                  <a:pt x="86305" y="55260"/>
                </a:lnTo>
                <a:cubicBezTo>
                  <a:pt x="83651" y="54224"/>
                  <a:pt x="80931" y="53447"/>
                  <a:pt x="78147" y="52929"/>
                </a:cubicBezTo>
                <a:cubicBezTo>
                  <a:pt x="78406" y="50274"/>
                  <a:pt x="78536" y="45483"/>
                  <a:pt x="78536" y="38556"/>
                </a:cubicBezTo>
                <a:lnTo>
                  <a:pt x="78536" y="30980"/>
                </a:lnTo>
                <a:lnTo>
                  <a:pt x="53479" y="30980"/>
                </a:lnTo>
                <a:cubicBezTo>
                  <a:pt x="48947" y="30980"/>
                  <a:pt x="43784" y="30883"/>
                  <a:pt x="37989" y="30689"/>
                </a:cubicBezTo>
                <a:cubicBezTo>
                  <a:pt x="32194" y="30495"/>
                  <a:pt x="28553" y="30398"/>
                  <a:pt x="27063" y="30398"/>
                </a:cubicBezTo>
                <a:cubicBezTo>
                  <a:pt x="16834" y="30398"/>
                  <a:pt x="11395" y="32599"/>
                  <a:pt x="10748" y="37002"/>
                </a:cubicBezTo>
                <a:cubicBezTo>
                  <a:pt x="9906" y="42117"/>
                  <a:pt x="10424" y="47329"/>
                  <a:pt x="12302" y="52638"/>
                </a:cubicBezTo>
                <a:lnTo>
                  <a:pt x="7349" y="55066"/>
                </a:lnTo>
                <a:cubicBezTo>
                  <a:pt x="2428" y="47361"/>
                  <a:pt x="0" y="39689"/>
                  <a:pt x="65" y="32049"/>
                </a:cubicBezTo>
                <a:cubicBezTo>
                  <a:pt x="65" y="27128"/>
                  <a:pt x="1716" y="22968"/>
                  <a:pt x="5018" y="19569"/>
                </a:cubicBezTo>
                <a:cubicBezTo>
                  <a:pt x="8320" y="16170"/>
                  <a:pt x="13014" y="14471"/>
                  <a:pt x="19100" y="14471"/>
                </a:cubicBezTo>
                <a:cubicBezTo>
                  <a:pt x="20589" y="14471"/>
                  <a:pt x="25202" y="14584"/>
                  <a:pt x="32939" y="14810"/>
                </a:cubicBezTo>
                <a:cubicBezTo>
                  <a:pt x="40676" y="15037"/>
                  <a:pt x="46811" y="15150"/>
                  <a:pt x="51343" y="15150"/>
                </a:cubicBezTo>
                <a:lnTo>
                  <a:pt x="78536" y="15150"/>
                </a:lnTo>
                <a:cubicBezTo>
                  <a:pt x="78536" y="8935"/>
                  <a:pt x="78406" y="4208"/>
                  <a:pt x="78147" y="971"/>
                </a:cubicBezTo>
                <a:lnTo>
                  <a:pt x="79604" y="0"/>
                </a:lnTo>
                <a:cubicBezTo>
                  <a:pt x="82517" y="1878"/>
                  <a:pt x="85237" y="3334"/>
                  <a:pt x="87762" y="4370"/>
                </a:cubicBezTo>
                <a:cubicBezTo>
                  <a:pt x="87503" y="6248"/>
                  <a:pt x="87373" y="9841"/>
                  <a:pt x="87373" y="15150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Text i">
            <a:extLst xmlns:a="http://schemas.openxmlformats.org/drawingml/2006/main">
              <a:ext uri="{FF2B5EF4-FFF2-40B4-BE49-F238E27FC236}">
                <a16:creationId xmlns:a16="http://schemas.microsoft.com/office/drawing/2014/main" id="{99C77731-F05F-4A8C-A12C-9AEBD8FC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820" y="3922158"/>
            <a:ext cx="129458" cy="20298"/>
          </a:xfrm>
          <a:custGeom xmlns:a="http://schemas.openxmlformats.org/drawingml/2006/main">
            <a:pathLst>
              <a:path w="129458" h="20298">
                <a:moveTo>
                  <a:pt x="112268" y="3059"/>
                </a:moveTo>
                <a:cubicBezTo>
                  <a:pt x="114340" y="1020"/>
                  <a:pt x="116703" y="0"/>
                  <a:pt x="119357" y="0"/>
                </a:cubicBezTo>
                <a:cubicBezTo>
                  <a:pt x="122012" y="0"/>
                  <a:pt x="124359" y="1020"/>
                  <a:pt x="126398" y="3059"/>
                </a:cubicBezTo>
                <a:cubicBezTo>
                  <a:pt x="128438" y="5099"/>
                  <a:pt x="129458" y="7446"/>
                  <a:pt x="129458" y="10100"/>
                </a:cubicBezTo>
                <a:cubicBezTo>
                  <a:pt x="129458" y="12755"/>
                  <a:pt x="128438" y="15118"/>
                  <a:pt x="126398" y="17190"/>
                </a:cubicBezTo>
                <a:cubicBezTo>
                  <a:pt x="124359" y="19262"/>
                  <a:pt x="122012" y="20298"/>
                  <a:pt x="119357" y="20298"/>
                </a:cubicBezTo>
                <a:cubicBezTo>
                  <a:pt x="116703" y="20298"/>
                  <a:pt x="114340" y="19262"/>
                  <a:pt x="112268" y="17190"/>
                </a:cubicBezTo>
                <a:cubicBezTo>
                  <a:pt x="110196" y="15118"/>
                  <a:pt x="109160" y="12755"/>
                  <a:pt x="109160" y="10100"/>
                </a:cubicBezTo>
                <a:cubicBezTo>
                  <a:pt x="109160" y="7446"/>
                  <a:pt x="110196" y="5099"/>
                  <a:pt x="112268" y="3059"/>
                </a:cubicBezTo>
                <a:moveTo>
                  <a:pt x="47296" y="1942"/>
                </a:moveTo>
                <a:cubicBezTo>
                  <a:pt x="64907" y="1942"/>
                  <a:pt x="77791" y="1360"/>
                  <a:pt x="85949" y="194"/>
                </a:cubicBezTo>
                <a:lnTo>
                  <a:pt x="86532" y="583"/>
                </a:lnTo>
                <a:cubicBezTo>
                  <a:pt x="86143" y="6280"/>
                  <a:pt x="86208" y="12043"/>
                  <a:pt x="86726" y="17870"/>
                </a:cubicBezTo>
                <a:cubicBezTo>
                  <a:pt x="86726" y="18647"/>
                  <a:pt x="86629" y="19148"/>
                  <a:pt x="86435" y="19375"/>
                </a:cubicBezTo>
                <a:cubicBezTo>
                  <a:pt x="86240" y="19602"/>
                  <a:pt x="85658" y="19715"/>
                  <a:pt x="84686" y="19715"/>
                </a:cubicBezTo>
                <a:cubicBezTo>
                  <a:pt x="73550" y="18549"/>
                  <a:pt x="62155" y="17934"/>
                  <a:pt x="50501" y="17870"/>
                </a:cubicBezTo>
                <a:lnTo>
                  <a:pt x="36419" y="17870"/>
                </a:lnTo>
                <a:cubicBezTo>
                  <a:pt x="21981" y="17870"/>
                  <a:pt x="10035" y="18485"/>
                  <a:pt x="583" y="19715"/>
                </a:cubicBezTo>
                <a:lnTo>
                  <a:pt x="0" y="19229"/>
                </a:lnTo>
                <a:cubicBezTo>
                  <a:pt x="388" y="16834"/>
                  <a:pt x="583" y="13726"/>
                  <a:pt x="583" y="9906"/>
                </a:cubicBezTo>
                <a:cubicBezTo>
                  <a:pt x="583" y="6086"/>
                  <a:pt x="388" y="2978"/>
                  <a:pt x="0" y="583"/>
                </a:cubicBezTo>
                <a:lnTo>
                  <a:pt x="583" y="194"/>
                </a:lnTo>
                <a:cubicBezTo>
                  <a:pt x="9582" y="1360"/>
                  <a:pt x="21528" y="1942"/>
                  <a:pt x="36419" y="1942"/>
                </a:cubicBezTo>
                <a:lnTo>
                  <a:pt x="47296" y="1942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Text o">
            <a:extLst xmlns:a="http://schemas.openxmlformats.org/drawingml/2006/main">
              <a:ext uri="{FF2B5EF4-FFF2-40B4-BE49-F238E27FC236}">
                <a16:creationId xmlns:a16="http://schemas.microsoft.com/office/drawing/2014/main" id="{CE4D740F-7FE4-4BE5-8B2C-1410C899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2461" y="3965520"/>
            <a:ext cx="89251" cy="84298"/>
          </a:xfrm>
          <a:custGeom xmlns:a="http://schemas.openxmlformats.org/drawingml/2006/main">
            <a:pathLst>
              <a:path w="89251" h="84298">
                <a:moveTo>
                  <a:pt x="42732" y="0"/>
                </a:moveTo>
                <a:cubicBezTo>
                  <a:pt x="56781" y="0"/>
                  <a:pt x="68047" y="3901"/>
                  <a:pt x="76529" y="11703"/>
                </a:cubicBezTo>
                <a:cubicBezTo>
                  <a:pt x="85010" y="19504"/>
                  <a:pt x="89251" y="29912"/>
                  <a:pt x="89251" y="42926"/>
                </a:cubicBezTo>
                <a:cubicBezTo>
                  <a:pt x="89251" y="56199"/>
                  <a:pt x="85237" y="66412"/>
                  <a:pt x="77208" y="73566"/>
                </a:cubicBezTo>
                <a:cubicBezTo>
                  <a:pt x="69180" y="80721"/>
                  <a:pt x="58270" y="84298"/>
                  <a:pt x="44480" y="84298"/>
                </a:cubicBezTo>
                <a:cubicBezTo>
                  <a:pt x="31207" y="84298"/>
                  <a:pt x="20476" y="80527"/>
                  <a:pt x="12285" y="72984"/>
                </a:cubicBezTo>
                <a:cubicBezTo>
                  <a:pt x="4095" y="65441"/>
                  <a:pt x="0" y="55163"/>
                  <a:pt x="0" y="42149"/>
                </a:cubicBezTo>
                <a:cubicBezTo>
                  <a:pt x="0" y="29265"/>
                  <a:pt x="4047" y="19019"/>
                  <a:pt x="12140" y="11411"/>
                </a:cubicBezTo>
                <a:cubicBezTo>
                  <a:pt x="20233" y="3804"/>
                  <a:pt x="30430" y="0"/>
                  <a:pt x="42732" y="0"/>
                </a:cubicBezTo>
                <a:moveTo>
                  <a:pt x="81287" y="41566"/>
                </a:moveTo>
                <a:cubicBezTo>
                  <a:pt x="81287" y="35739"/>
                  <a:pt x="79507" y="30932"/>
                  <a:pt x="75946" y="27144"/>
                </a:cubicBezTo>
                <a:cubicBezTo>
                  <a:pt x="72385" y="23357"/>
                  <a:pt x="68112" y="20799"/>
                  <a:pt x="63126" y="19472"/>
                </a:cubicBezTo>
                <a:cubicBezTo>
                  <a:pt x="58141" y="18145"/>
                  <a:pt x="52476" y="17481"/>
                  <a:pt x="46131" y="17481"/>
                </a:cubicBezTo>
                <a:cubicBezTo>
                  <a:pt x="40174" y="17481"/>
                  <a:pt x="34541" y="18145"/>
                  <a:pt x="29232" y="19472"/>
                </a:cubicBezTo>
                <a:cubicBezTo>
                  <a:pt x="23923" y="20799"/>
                  <a:pt x="19035" y="23583"/>
                  <a:pt x="14568" y="27824"/>
                </a:cubicBezTo>
                <a:cubicBezTo>
                  <a:pt x="10100" y="32065"/>
                  <a:pt x="7867" y="37423"/>
                  <a:pt x="7867" y="43897"/>
                </a:cubicBezTo>
                <a:cubicBezTo>
                  <a:pt x="7867" y="50501"/>
                  <a:pt x="10990" y="55972"/>
                  <a:pt x="17238" y="60310"/>
                </a:cubicBezTo>
                <a:cubicBezTo>
                  <a:pt x="23486" y="64648"/>
                  <a:pt x="31369" y="66817"/>
                  <a:pt x="40886" y="66817"/>
                </a:cubicBezTo>
                <a:cubicBezTo>
                  <a:pt x="54289" y="66817"/>
                  <a:pt x="64373" y="65069"/>
                  <a:pt x="71139" y="61572"/>
                </a:cubicBezTo>
                <a:cubicBezTo>
                  <a:pt x="77904" y="58076"/>
                  <a:pt x="81287" y="51408"/>
                  <a:pt x="81287" y="41566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Text n">
            <a:extLst xmlns:a="http://schemas.openxmlformats.org/drawingml/2006/main">
              <a:ext uri="{FF2B5EF4-FFF2-40B4-BE49-F238E27FC236}">
                <a16:creationId xmlns:a16="http://schemas.microsoft.com/office/drawing/2014/main" id="{998BB86B-08E6-4873-B547-87EE7E86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820" y="4072155"/>
            <a:ext cx="87891" cy="78568"/>
          </a:xfrm>
          <a:custGeom xmlns:a="http://schemas.openxmlformats.org/drawingml/2006/main">
            <a:pathLst>
              <a:path w="87891" h="78568">
                <a:moveTo>
                  <a:pt x="36419" y="76723"/>
                </a:moveTo>
                <a:cubicBezTo>
                  <a:pt x="21333" y="76723"/>
                  <a:pt x="9388" y="77338"/>
                  <a:pt x="583" y="78568"/>
                </a:cubicBezTo>
                <a:lnTo>
                  <a:pt x="0" y="78082"/>
                </a:lnTo>
                <a:cubicBezTo>
                  <a:pt x="388" y="75687"/>
                  <a:pt x="583" y="72579"/>
                  <a:pt x="583" y="68759"/>
                </a:cubicBezTo>
                <a:cubicBezTo>
                  <a:pt x="583" y="64939"/>
                  <a:pt x="388" y="61831"/>
                  <a:pt x="0" y="59436"/>
                </a:cubicBezTo>
                <a:lnTo>
                  <a:pt x="583" y="59047"/>
                </a:lnTo>
                <a:cubicBezTo>
                  <a:pt x="9453" y="60213"/>
                  <a:pt x="21398" y="60796"/>
                  <a:pt x="36419" y="60796"/>
                </a:cubicBezTo>
                <a:lnTo>
                  <a:pt x="55843" y="60796"/>
                </a:lnTo>
                <a:cubicBezTo>
                  <a:pt x="63677" y="60796"/>
                  <a:pt x="68986" y="59743"/>
                  <a:pt x="71770" y="57639"/>
                </a:cubicBezTo>
                <a:cubicBezTo>
                  <a:pt x="74554" y="55535"/>
                  <a:pt x="75946" y="51828"/>
                  <a:pt x="75946" y="46519"/>
                </a:cubicBezTo>
                <a:cubicBezTo>
                  <a:pt x="75946" y="42440"/>
                  <a:pt x="74619" y="37779"/>
                  <a:pt x="71964" y="32534"/>
                </a:cubicBezTo>
                <a:cubicBezTo>
                  <a:pt x="69310" y="27290"/>
                  <a:pt x="65198" y="22337"/>
                  <a:pt x="59630" y="17675"/>
                </a:cubicBezTo>
                <a:lnTo>
                  <a:pt x="36419" y="17675"/>
                </a:lnTo>
                <a:cubicBezTo>
                  <a:pt x="21010" y="17675"/>
                  <a:pt x="9064" y="18258"/>
                  <a:pt x="583" y="19423"/>
                </a:cubicBezTo>
                <a:lnTo>
                  <a:pt x="0" y="19035"/>
                </a:lnTo>
                <a:cubicBezTo>
                  <a:pt x="388" y="16639"/>
                  <a:pt x="583" y="13532"/>
                  <a:pt x="583" y="9712"/>
                </a:cubicBezTo>
                <a:cubicBezTo>
                  <a:pt x="583" y="5892"/>
                  <a:pt x="388" y="2784"/>
                  <a:pt x="0" y="388"/>
                </a:cubicBezTo>
                <a:lnTo>
                  <a:pt x="583" y="0"/>
                </a:lnTo>
                <a:cubicBezTo>
                  <a:pt x="8676" y="1165"/>
                  <a:pt x="20621" y="1748"/>
                  <a:pt x="36419" y="1748"/>
                </a:cubicBezTo>
                <a:lnTo>
                  <a:pt x="47296" y="1748"/>
                </a:lnTo>
                <a:cubicBezTo>
                  <a:pt x="65619" y="1748"/>
                  <a:pt x="78503" y="1165"/>
                  <a:pt x="85949" y="0"/>
                </a:cubicBezTo>
                <a:lnTo>
                  <a:pt x="86532" y="388"/>
                </a:lnTo>
                <a:cubicBezTo>
                  <a:pt x="86014" y="6216"/>
                  <a:pt x="86208" y="11589"/>
                  <a:pt x="87114" y="16510"/>
                </a:cubicBezTo>
                <a:cubicBezTo>
                  <a:pt x="87114" y="17287"/>
                  <a:pt x="86435" y="17675"/>
                  <a:pt x="85075" y="17675"/>
                </a:cubicBezTo>
                <a:lnTo>
                  <a:pt x="70604" y="17675"/>
                </a:lnTo>
                <a:lnTo>
                  <a:pt x="70022" y="18064"/>
                </a:lnTo>
                <a:cubicBezTo>
                  <a:pt x="81935" y="28294"/>
                  <a:pt x="87891" y="39753"/>
                  <a:pt x="87891" y="52443"/>
                </a:cubicBezTo>
                <a:cubicBezTo>
                  <a:pt x="87891" y="61184"/>
                  <a:pt x="85302" y="67480"/>
                  <a:pt x="80122" y="71333"/>
                </a:cubicBezTo>
                <a:cubicBezTo>
                  <a:pt x="74942" y="75185"/>
                  <a:pt x="67043" y="77111"/>
                  <a:pt x="56425" y="77111"/>
                </a:cubicBezTo>
                <a:cubicBezTo>
                  <a:pt x="54289" y="77111"/>
                  <a:pt x="50954" y="77047"/>
                  <a:pt x="46422" y="76917"/>
                </a:cubicBezTo>
                <a:cubicBezTo>
                  <a:pt x="41890" y="76788"/>
                  <a:pt x="38556" y="76723"/>
                  <a:pt x="36419" y="76723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Text =">
            <a:extLst xmlns:a="http://schemas.openxmlformats.org/drawingml/2006/main">
              <a:ext uri="{FF2B5EF4-FFF2-40B4-BE49-F238E27FC236}">
                <a16:creationId xmlns:a16="http://schemas.microsoft.com/office/drawing/2014/main" id="{BF363B2F-88DC-4664-8DD4-C06D0793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053" y="4177709"/>
            <a:ext cx="34574" cy="78568"/>
          </a:xfrm>
          <a:custGeom xmlns:a="http://schemas.openxmlformats.org/drawingml/2006/main">
            <a:pathLst>
              <a:path w="34574" h="78568">
                <a:moveTo>
                  <a:pt x="34574" y="78568"/>
                </a:moveTo>
                <a:lnTo>
                  <a:pt x="24862" y="78568"/>
                </a:lnTo>
                <a:lnTo>
                  <a:pt x="24862" y="0"/>
                </a:lnTo>
                <a:lnTo>
                  <a:pt x="34574" y="0"/>
                </a:lnTo>
                <a:lnTo>
                  <a:pt x="34574" y="78568"/>
                </a:lnTo>
                <a:moveTo>
                  <a:pt x="9712" y="78568"/>
                </a:moveTo>
                <a:lnTo>
                  <a:pt x="0" y="78568"/>
                </a:lnTo>
                <a:lnTo>
                  <a:pt x="0" y="0"/>
                </a:lnTo>
                <a:lnTo>
                  <a:pt x="9712" y="0"/>
                </a:lnTo>
                <a:lnTo>
                  <a:pt x="9712" y="78568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Text Z">
            <a:extLst xmlns:a="http://schemas.openxmlformats.org/drawingml/2006/main">
              <a:ext uri="{FF2B5EF4-FFF2-40B4-BE49-F238E27FC236}">
                <a16:creationId xmlns:a16="http://schemas.microsoft.com/office/drawing/2014/main" id="{F372E6FD-09B4-4DE8-875E-CA17F32E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820" y="4277963"/>
            <a:ext cx="130040" cy="106247"/>
          </a:xfrm>
          <a:custGeom xmlns:a="http://schemas.openxmlformats.org/drawingml/2006/main">
            <a:pathLst>
              <a:path w="130040" h="106247">
                <a:moveTo>
                  <a:pt x="11363" y="28650"/>
                </a:moveTo>
                <a:cubicBezTo>
                  <a:pt x="11363" y="36354"/>
                  <a:pt x="11686" y="46503"/>
                  <a:pt x="12334" y="59096"/>
                </a:cubicBezTo>
                <a:cubicBezTo>
                  <a:pt x="12981" y="71689"/>
                  <a:pt x="13661" y="82356"/>
                  <a:pt x="14373" y="91096"/>
                </a:cubicBezTo>
                <a:lnTo>
                  <a:pt x="15539" y="104207"/>
                </a:lnTo>
                <a:lnTo>
                  <a:pt x="14859" y="104596"/>
                </a:lnTo>
                <a:cubicBezTo>
                  <a:pt x="12722" y="104337"/>
                  <a:pt x="10553" y="104207"/>
                  <a:pt x="8352" y="104207"/>
                </a:cubicBezTo>
                <a:cubicBezTo>
                  <a:pt x="6863" y="104207"/>
                  <a:pt x="4273" y="104337"/>
                  <a:pt x="583" y="104596"/>
                </a:cubicBezTo>
                <a:lnTo>
                  <a:pt x="0" y="104207"/>
                </a:lnTo>
                <a:cubicBezTo>
                  <a:pt x="388" y="101035"/>
                  <a:pt x="583" y="96341"/>
                  <a:pt x="583" y="90125"/>
                </a:cubicBezTo>
                <a:lnTo>
                  <a:pt x="583" y="17870"/>
                </a:lnTo>
                <a:lnTo>
                  <a:pt x="0" y="583"/>
                </a:lnTo>
                <a:lnTo>
                  <a:pt x="777" y="0"/>
                </a:lnTo>
                <a:cubicBezTo>
                  <a:pt x="1813" y="777"/>
                  <a:pt x="3237" y="1764"/>
                  <a:pt x="5050" y="2962"/>
                </a:cubicBezTo>
                <a:cubicBezTo>
                  <a:pt x="6863" y="4160"/>
                  <a:pt x="7899" y="4888"/>
                  <a:pt x="8158" y="5147"/>
                </a:cubicBezTo>
                <a:lnTo>
                  <a:pt x="115764" y="78568"/>
                </a:lnTo>
                <a:cubicBezTo>
                  <a:pt x="117383" y="79604"/>
                  <a:pt x="118160" y="79410"/>
                  <a:pt x="118095" y="77985"/>
                </a:cubicBezTo>
                <a:cubicBezTo>
                  <a:pt x="118095" y="63936"/>
                  <a:pt x="116703" y="40401"/>
                  <a:pt x="113919" y="7381"/>
                </a:cubicBezTo>
                <a:lnTo>
                  <a:pt x="114599" y="6992"/>
                </a:lnTo>
                <a:cubicBezTo>
                  <a:pt x="116735" y="7251"/>
                  <a:pt x="118904" y="7381"/>
                  <a:pt x="121105" y="7381"/>
                </a:cubicBezTo>
                <a:cubicBezTo>
                  <a:pt x="122595" y="7381"/>
                  <a:pt x="125184" y="7251"/>
                  <a:pt x="128875" y="6992"/>
                </a:cubicBezTo>
                <a:lnTo>
                  <a:pt x="129458" y="7381"/>
                </a:lnTo>
                <a:cubicBezTo>
                  <a:pt x="129069" y="10553"/>
                  <a:pt x="128875" y="14600"/>
                  <a:pt x="128875" y="19521"/>
                </a:cubicBezTo>
                <a:lnTo>
                  <a:pt x="128875" y="79928"/>
                </a:lnTo>
                <a:cubicBezTo>
                  <a:pt x="128875" y="90675"/>
                  <a:pt x="129263" y="99027"/>
                  <a:pt x="130040" y="104984"/>
                </a:cubicBezTo>
                <a:cubicBezTo>
                  <a:pt x="130040" y="105761"/>
                  <a:pt x="129652" y="106182"/>
                  <a:pt x="128875" y="106247"/>
                </a:cubicBezTo>
                <a:cubicBezTo>
                  <a:pt x="127256" y="106247"/>
                  <a:pt x="123663" y="104239"/>
                  <a:pt x="118095" y="100225"/>
                </a:cubicBezTo>
                <a:lnTo>
                  <a:pt x="14859" y="29621"/>
                </a:lnTo>
                <a:cubicBezTo>
                  <a:pt x="14017" y="28973"/>
                  <a:pt x="12852" y="28650"/>
                  <a:pt x="11363" y="28650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Text 3">
            <a:extLst xmlns:a="http://schemas.openxmlformats.org/drawingml/2006/main">
              <a:ext uri="{FF2B5EF4-FFF2-40B4-BE49-F238E27FC236}">
                <a16:creationId xmlns:a16="http://schemas.microsoft.com/office/drawing/2014/main" id="{EDE4295A-5018-4C47-9AD0-BD85E2EF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2461" y="4404104"/>
            <a:ext cx="123307" cy="73712"/>
          </a:xfrm>
          <a:custGeom xmlns:a="http://schemas.openxmlformats.org/drawingml/2006/main">
            <a:pathLst>
              <a:path w="123307" h="73712">
                <a:moveTo>
                  <a:pt x="7672" y="30592"/>
                </a:moveTo>
                <a:cubicBezTo>
                  <a:pt x="7672" y="32858"/>
                  <a:pt x="8077" y="35286"/>
                  <a:pt x="8886" y="37876"/>
                </a:cubicBezTo>
                <a:cubicBezTo>
                  <a:pt x="9696" y="40466"/>
                  <a:pt x="11023" y="43250"/>
                  <a:pt x="12868" y="46228"/>
                </a:cubicBezTo>
                <a:cubicBezTo>
                  <a:pt x="14713" y="49206"/>
                  <a:pt x="17659" y="51683"/>
                  <a:pt x="21706" y="53657"/>
                </a:cubicBezTo>
                <a:cubicBezTo>
                  <a:pt x="25752" y="55632"/>
                  <a:pt x="30560" y="56619"/>
                  <a:pt x="36128" y="56619"/>
                </a:cubicBezTo>
                <a:cubicBezTo>
                  <a:pt x="44480" y="56619"/>
                  <a:pt x="50857" y="54030"/>
                  <a:pt x="55260" y="48850"/>
                </a:cubicBezTo>
                <a:cubicBezTo>
                  <a:pt x="59533" y="43670"/>
                  <a:pt x="61637" y="37196"/>
                  <a:pt x="61572" y="29427"/>
                </a:cubicBezTo>
                <a:cubicBezTo>
                  <a:pt x="61572" y="25477"/>
                  <a:pt x="61443" y="22693"/>
                  <a:pt x="61184" y="21074"/>
                </a:cubicBezTo>
                <a:lnTo>
                  <a:pt x="69925" y="21074"/>
                </a:lnTo>
                <a:cubicBezTo>
                  <a:pt x="69536" y="23859"/>
                  <a:pt x="69342" y="26319"/>
                  <a:pt x="69342" y="28455"/>
                </a:cubicBezTo>
                <a:cubicBezTo>
                  <a:pt x="69342" y="35642"/>
                  <a:pt x="71219" y="41113"/>
                  <a:pt x="74975" y="44868"/>
                </a:cubicBezTo>
                <a:cubicBezTo>
                  <a:pt x="79766" y="49918"/>
                  <a:pt x="86240" y="52443"/>
                  <a:pt x="94398" y="52443"/>
                </a:cubicBezTo>
                <a:cubicBezTo>
                  <a:pt x="100484" y="52443"/>
                  <a:pt x="105518" y="50728"/>
                  <a:pt x="109500" y="47296"/>
                </a:cubicBezTo>
                <a:cubicBezTo>
                  <a:pt x="113482" y="43865"/>
                  <a:pt x="115473" y="40077"/>
                  <a:pt x="115473" y="35933"/>
                </a:cubicBezTo>
                <a:cubicBezTo>
                  <a:pt x="115473" y="30106"/>
                  <a:pt x="114113" y="25445"/>
                  <a:pt x="111394" y="21949"/>
                </a:cubicBezTo>
                <a:cubicBezTo>
                  <a:pt x="108674" y="18452"/>
                  <a:pt x="104401" y="15442"/>
                  <a:pt x="98574" y="12917"/>
                </a:cubicBezTo>
                <a:lnTo>
                  <a:pt x="98768" y="9906"/>
                </a:lnTo>
                <a:lnTo>
                  <a:pt x="111491" y="5730"/>
                </a:lnTo>
                <a:lnTo>
                  <a:pt x="112171" y="6313"/>
                </a:lnTo>
                <a:cubicBezTo>
                  <a:pt x="119616" y="14794"/>
                  <a:pt x="123307" y="25283"/>
                  <a:pt x="123242" y="37779"/>
                </a:cubicBezTo>
                <a:cubicBezTo>
                  <a:pt x="123242" y="47490"/>
                  <a:pt x="120766" y="55244"/>
                  <a:pt x="115813" y="61038"/>
                </a:cubicBezTo>
                <a:cubicBezTo>
                  <a:pt x="110860" y="66833"/>
                  <a:pt x="104725" y="69730"/>
                  <a:pt x="97409" y="69730"/>
                </a:cubicBezTo>
                <a:cubicBezTo>
                  <a:pt x="89704" y="69730"/>
                  <a:pt x="83035" y="67286"/>
                  <a:pt x="77403" y="62398"/>
                </a:cubicBezTo>
                <a:cubicBezTo>
                  <a:pt x="71770" y="57510"/>
                  <a:pt x="68306" y="52152"/>
                  <a:pt x="67011" y="46325"/>
                </a:cubicBezTo>
                <a:lnTo>
                  <a:pt x="65943" y="46325"/>
                </a:lnTo>
                <a:cubicBezTo>
                  <a:pt x="65295" y="54159"/>
                  <a:pt x="62349" y="60682"/>
                  <a:pt x="57105" y="65894"/>
                </a:cubicBezTo>
                <a:cubicBezTo>
                  <a:pt x="51861" y="71106"/>
                  <a:pt x="45419" y="73712"/>
                  <a:pt x="37779" y="73712"/>
                </a:cubicBezTo>
                <a:cubicBezTo>
                  <a:pt x="29556" y="73712"/>
                  <a:pt x="22450" y="71203"/>
                  <a:pt x="16461" y="66186"/>
                </a:cubicBezTo>
                <a:cubicBezTo>
                  <a:pt x="10473" y="61168"/>
                  <a:pt x="6232" y="55470"/>
                  <a:pt x="3739" y="49093"/>
                </a:cubicBezTo>
                <a:cubicBezTo>
                  <a:pt x="1246" y="42715"/>
                  <a:pt x="0" y="36419"/>
                  <a:pt x="0" y="30204"/>
                </a:cubicBezTo>
                <a:cubicBezTo>
                  <a:pt x="0" y="18031"/>
                  <a:pt x="3173" y="8158"/>
                  <a:pt x="9518" y="583"/>
                </a:cubicBezTo>
                <a:lnTo>
                  <a:pt x="10100" y="0"/>
                </a:lnTo>
                <a:lnTo>
                  <a:pt x="25056" y="4370"/>
                </a:lnTo>
                <a:lnTo>
                  <a:pt x="25251" y="7284"/>
                </a:lnTo>
                <a:cubicBezTo>
                  <a:pt x="21431" y="9161"/>
                  <a:pt x="18808" y="10472"/>
                  <a:pt x="17384" y="11217"/>
                </a:cubicBezTo>
                <a:cubicBezTo>
                  <a:pt x="15960" y="11962"/>
                  <a:pt x="14292" y="13224"/>
                  <a:pt x="12382" y="15005"/>
                </a:cubicBezTo>
                <a:cubicBezTo>
                  <a:pt x="10473" y="16785"/>
                  <a:pt x="9210" y="18873"/>
                  <a:pt x="8595" y="21269"/>
                </a:cubicBezTo>
                <a:cubicBezTo>
                  <a:pt x="7980" y="23664"/>
                  <a:pt x="7672" y="26772"/>
                  <a:pt x="7672" y="30592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Text T">
            <a:extLst xmlns:a="http://schemas.openxmlformats.org/drawingml/2006/main">
              <a:ext uri="{FF2B5EF4-FFF2-40B4-BE49-F238E27FC236}">
                <a16:creationId xmlns:a16="http://schemas.microsoft.com/office/drawing/2014/main" id="{5FFEA2C9-5764-4D6E-845D-12CD4793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445" y="138603"/>
            <a:ext cx="129458" cy="101391"/>
          </a:xfrm>
          <a:custGeom xmlns:a="http://schemas.openxmlformats.org/drawingml/2006/main">
            <a:pathLst>
              <a:path w="129458" h="101391">
                <a:moveTo>
                  <a:pt x="89057" y="42149"/>
                </a:moveTo>
                <a:cubicBezTo>
                  <a:pt x="104596" y="42149"/>
                  <a:pt x="114145" y="41631"/>
                  <a:pt x="117706" y="40595"/>
                </a:cubicBezTo>
                <a:cubicBezTo>
                  <a:pt x="117706" y="32631"/>
                  <a:pt x="117480" y="25299"/>
                  <a:pt x="117027" y="18598"/>
                </a:cubicBezTo>
                <a:cubicBezTo>
                  <a:pt x="116573" y="11897"/>
                  <a:pt x="116120" y="7187"/>
                  <a:pt x="115667" y="4467"/>
                </a:cubicBezTo>
                <a:lnTo>
                  <a:pt x="114987" y="388"/>
                </a:lnTo>
                <a:lnTo>
                  <a:pt x="115764" y="0"/>
                </a:lnTo>
                <a:cubicBezTo>
                  <a:pt x="118807" y="388"/>
                  <a:pt x="123177" y="388"/>
                  <a:pt x="128875" y="0"/>
                </a:cubicBezTo>
                <a:lnTo>
                  <a:pt x="129458" y="388"/>
                </a:lnTo>
                <a:cubicBezTo>
                  <a:pt x="129069" y="3561"/>
                  <a:pt x="128875" y="7543"/>
                  <a:pt x="128875" y="12334"/>
                </a:cubicBezTo>
                <a:lnTo>
                  <a:pt x="128875" y="89057"/>
                </a:lnTo>
                <a:cubicBezTo>
                  <a:pt x="128875" y="93848"/>
                  <a:pt x="129069" y="97830"/>
                  <a:pt x="129458" y="101002"/>
                </a:cubicBezTo>
                <a:lnTo>
                  <a:pt x="128875" y="101391"/>
                </a:lnTo>
                <a:cubicBezTo>
                  <a:pt x="123177" y="101002"/>
                  <a:pt x="118807" y="101002"/>
                  <a:pt x="115764" y="101391"/>
                </a:cubicBezTo>
                <a:lnTo>
                  <a:pt x="114987" y="101002"/>
                </a:lnTo>
                <a:cubicBezTo>
                  <a:pt x="116865" y="92003"/>
                  <a:pt x="117771" y="78600"/>
                  <a:pt x="117706" y="60796"/>
                </a:cubicBezTo>
                <a:cubicBezTo>
                  <a:pt x="114145" y="59760"/>
                  <a:pt x="104596" y="59242"/>
                  <a:pt x="89057" y="59242"/>
                </a:cubicBezTo>
                <a:lnTo>
                  <a:pt x="40401" y="59242"/>
                </a:lnTo>
                <a:cubicBezTo>
                  <a:pt x="23308" y="59242"/>
                  <a:pt x="10035" y="59921"/>
                  <a:pt x="583" y="61281"/>
                </a:cubicBezTo>
                <a:lnTo>
                  <a:pt x="0" y="60796"/>
                </a:lnTo>
                <a:cubicBezTo>
                  <a:pt x="388" y="58400"/>
                  <a:pt x="583" y="55017"/>
                  <a:pt x="583" y="50647"/>
                </a:cubicBezTo>
                <a:cubicBezTo>
                  <a:pt x="583" y="46276"/>
                  <a:pt x="388" y="42926"/>
                  <a:pt x="0" y="40595"/>
                </a:cubicBezTo>
                <a:lnTo>
                  <a:pt x="583" y="40110"/>
                </a:lnTo>
                <a:cubicBezTo>
                  <a:pt x="9582" y="41404"/>
                  <a:pt x="22855" y="42084"/>
                  <a:pt x="40401" y="42149"/>
                </a:cubicBezTo>
                <a:lnTo>
                  <a:pt x="89057" y="42149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Text r">
            <a:extLst xmlns:a="http://schemas.openxmlformats.org/drawingml/2006/main">
              <a:ext uri="{FF2B5EF4-FFF2-40B4-BE49-F238E27FC236}">
                <a16:creationId xmlns:a16="http://schemas.microsoft.com/office/drawing/2014/main" id="{687E77FA-8DDB-49DE-9770-5D5F26D7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445" y="254465"/>
            <a:ext cx="87891" cy="51472"/>
          </a:xfrm>
          <a:custGeom xmlns:a="http://schemas.openxmlformats.org/drawingml/2006/main">
            <a:pathLst>
              <a:path w="87891" h="51472">
                <a:moveTo>
                  <a:pt x="67011" y="17675"/>
                </a:moveTo>
                <a:lnTo>
                  <a:pt x="66623" y="18258"/>
                </a:lnTo>
                <a:cubicBezTo>
                  <a:pt x="74586" y="22920"/>
                  <a:pt x="80122" y="26999"/>
                  <a:pt x="83230" y="30495"/>
                </a:cubicBezTo>
                <a:cubicBezTo>
                  <a:pt x="86337" y="33991"/>
                  <a:pt x="87891" y="38329"/>
                  <a:pt x="87891" y="43509"/>
                </a:cubicBezTo>
                <a:cubicBezTo>
                  <a:pt x="87891" y="45127"/>
                  <a:pt x="87438" y="47523"/>
                  <a:pt x="86532" y="50695"/>
                </a:cubicBezTo>
                <a:lnTo>
                  <a:pt x="85755" y="51472"/>
                </a:lnTo>
                <a:lnTo>
                  <a:pt x="70993" y="47490"/>
                </a:lnTo>
                <a:lnTo>
                  <a:pt x="70604" y="45937"/>
                </a:lnTo>
                <a:cubicBezTo>
                  <a:pt x="72482" y="43929"/>
                  <a:pt x="73421" y="40466"/>
                  <a:pt x="73421" y="35545"/>
                </a:cubicBezTo>
                <a:cubicBezTo>
                  <a:pt x="73421" y="31142"/>
                  <a:pt x="71090" y="27452"/>
                  <a:pt x="66428" y="24474"/>
                </a:cubicBezTo>
                <a:cubicBezTo>
                  <a:pt x="59565" y="19941"/>
                  <a:pt x="52994" y="17675"/>
                  <a:pt x="46714" y="17675"/>
                </a:cubicBezTo>
                <a:lnTo>
                  <a:pt x="36419" y="17675"/>
                </a:lnTo>
                <a:cubicBezTo>
                  <a:pt x="21592" y="17675"/>
                  <a:pt x="9647" y="18258"/>
                  <a:pt x="583" y="19423"/>
                </a:cubicBezTo>
                <a:lnTo>
                  <a:pt x="0" y="19035"/>
                </a:lnTo>
                <a:cubicBezTo>
                  <a:pt x="388" y="16639"/>
                  <a:pt x="583" y="13532"/>
                  <a:pt x="583" y="9712"/>
                </a:cubicBezTo>
                <a:cubicBezTo>
                  <a:pt x="583" y="5892"/>
                  <a:pt x="388" y="2784"/>
                  <a:pt x="0" y="388"/>
                </a:cubicBezTo>
                <a:lnTo>
                  <a:pt x="583" y="0"/>
                </a:lnTo>
                <a:cubicBezTo>
                  <a:pt x="8805" y="1165"/>
                  <a:pt x="20751" y="1748"/>
                  <a:pt x="36419" y="1748"/>
                </a:cubicBezTo>
                <a:lnTo>
                  <a:pt x="47296" y="1748"/>
                </a:lnTo>
                <a:cubicBezTo>
                  <a:pt x="65619" y="1748"/>
                  <a:pt x="78503" y="1165"/>
                  <a:pt x="85949" y="0"/>
                </a:cubicBezTo>
                <a:lnTo>
                  <a:pt x="86532" y="388"/>
                </a:lnTo>
                <a:cubicBezTo>
                  <a:pt x="86014" y="6216"/>
                  <a:pt x="86208" y="11589"/>
                  <a:pt x="87114" y="16510"/>
                </a:cubicBezTo>
                <a:cubicBezTo>
                  <a:pt x="87114" y="17287"/>
                  <a:pt x="86435" y="17675"/>
                  <a:pt x="85075" y="17675"/>
                </a:cubicBezTo>
                <a:lnTo>
                  <a:pt x="67011" y="17675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Text a">
            <a:extLst xmlns:a="http://schemas.openxmlformats.org/drawingml/2006/main">
              <a:ext uri="{FF2B5EF4-FFF2-40B4-BE49-F238E27FC236}">
                <a16:creationId xmlns:a16="http://schemas.microsoft.com/office/drawing/2014/main" id="{32242654-6073-40DA-B909-415376E9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085" y="318469"/>
            <a:ext cx="89251" cy="84104"/>
          </a:xfrm>
          <a:custGeom xmlns:a="http://schemas.openxmlformats.org/drawingml/2006/main">
            <a:pathLst>
              <a:path w="89251" h="84104">
                <a:moveTo>
                  <a:pt x="46714" y="52735"/>
                </a:moveTo>
                <a:lnTo>
                  <a:pt x="42149" y="35836"/>
                </a:lnTo>
                <a:cubicBezTo>
                  <a:pt x="40142" y="28520"/>
                  <a:pt x="37520" y="23405"/>
                  <a:pt x="34282" y="20492"/>
                </a:cubicBezTo>
                <a:cubicBezTo>
                  <a:pt x="31045" y="17578"/>
                  <a:pt x="27031" y="16121"/>
                  <a:pt x="22240" y="16121"/>
                </a:cubicBezTo>
                <a:cubicBezTo>
                  <a:pt x="19067" y="16121"/>
                  <a:pt x="16251" y="17481"/>
                  <a:pt x="13791" y="20200"/>
                </a:cubicBezTo>
                <a:cubicBezTo>
                  <a:pt x="11330" y="22920"/>
                  <a:pt x="10100" y="26481"/>
                  <a:pt x="10100" y="30883"/>
                </a:cubicBezTo>
                <a:cubicBezTo>
                  <a:pt x="10100" y="36192"/>
                  <a:pt x="12690" y="42278"/>
                  <a:pt x="17870" y="49141"/>
                </a:cubicBezTo>
                <a:cubicBezTo>
                  <a:pt x="19165" y="51019"/>
                  <a:pt x="20880" y="51958"/>
                  <a:pt x="23017" y="51958"/>
                </a:cubicBezTo>
                <a:lnTo>
                  <a:pt x="46714" y="52735"/>
                </a:lnTo>
                <a:moveTo>
                  <a:pt x="11460" y="52735"/>
                </a:moveTo>
                <a:lnTo>
                  <a:pt x="11460" y="51958"/>
                </a:lnTo>
                <a:cubicBezTo>
                  <a:pt x="6928" y="46649"/>
                  <a:pt x="3885" y="42165"/>
                  <a:pt x="2331" y="38507"/>
                </a:cubicBezTo>
                <a:cubicBezTo>
                  <a:pt x="777" y="34849"/>
                  <a:pt x="0" y="30301"/>
                  <a:pt x="0" y="24862"/>
                </a:cubicBezTo>
                <a:cubicBezTo>
                  <a:pt x="0" y="17157"/>
                  <a:pt x="1780" y="11088"/>
                  <a:pt x="5341" y="6653"/>
                </a:cubicBezTo>
                <a:cubicBezTo>
                  <a:pt x="8902" y="2218"/>
                  <a:pt x="14276" y="0"/>
                  <a:pt x="21463" y="0"/>
                </a:cubicBezTo>
                <a:cubicBezTo>
                  <a:pt x="28196" y="0"/>
                  <a:pt x="34121" y="2946"/>
                  <a:pt x="39235" y="8838"/>
                </a:cubicBezTo>
                <a:cubicBezTo>
                  <a:pt x="44350" y="14729"/>
                  <a:pt x="48041" y="22790"/>
                  <a:pt x="50307" y="33020"/>
                </a:cubicBezTo>
                <a:lnTo>
                  <a:pt x="54483" y="51569"/>
                </a:lnTo>
                <a:cubicBezTo>
                  <a:pt x="54742" y="52476"/>
                  <a:pt x="55519" y="52929"/>
                  <a:pt x="56814" y="52929"/>
                </a:cubicBezTo>
                <a:cubicBezTo>
                  <a:pt x="61087" y="52929"/>
                  <a:pt x="64777" y="52460"/>
                  <a:pt x="67885" y="51521"/>
                </a:cubicBezTo>
                <a:cubicBezTo>
                  <a:pt x="70993" y="50582"/>
                  <a:pt x="73308" y="49514"/>
                  <a:pt x="74829" y="48316"/>
                </a:cubicBezTo>
                <a:cubicBezTo>
                  <a:pt x="76351" y="47118"/>
                  <a:pt x="77548" y="45532"/>
                  <a:pt x="78422" y="43557"/>
                </a:cubicBezTo>
                <a:cubicBezTo>
                  <a:pt x="79296" y="41582"/>
                  <a:pt x="79831" y="39931"/>
                  <a:pt x="80025" y="38604"/>
                </a:cubicBezTo>
                <a:cubicBezTo>
                  <a:pt x="80219" y="37277"/>
                  <a:pt x="80316" y="35674"/>
                  <a:pt x="80316" y="33797"/>
                </a:cubicBezTo>
                <a:cubicBezTo>
                  <a:pt x="80316" y="26222"/>
                  <a:pt x="74683" y="18938"/>
                  <a:pt x="63418" y="11945"/>
                </a:cubicBezTo>
                <a:lnTo>
                  <a:pt x="63612" y="9323"/>
                </a:lnTo>
                <a:lnTo>
                  <a:pt x="76917" y="6021"/>
                </a:lnTo>
                <a:lnTo>
                  <a:pt x="77694" y="6604"/>
                </a:lnTo>
                <a:cubicBezTo>
                  <a:pt x="85399" y="15733"/>
                  <a:pt x="89251" y="25477"/>
                  <a:pt x="89251" y="35836"/>
                </a:cubicBezTo>
                <a:cubicBezTo>
                  <a:pt x="89251" y="57720"/>
                  <a:pt x="78503" y="68662"/>
                  <a:pt x="57008" y="68662"/>
                </a:cubicBezTo>
                <a:cubicBezTo>
                  <a:pt x="56555" y="68662"/>
                  <a:pt x="51990" y="68565"/>
                  <a:pt x="43314" y="68371"/>
                </a:cubicBezTo>
                <a:cubicBezTo>
                  <a:pt x="34639" y="68176"/>
                  <a:pt x="29200" y="68079"/>
                  <a:pt x="26999" y="68079"/>
                </a:cubicBezTo>
                <a:cubicBezTo>
                  <a:pt x="18647" y="68079"/>
                  <a:pt x="13467" y="69180"/>
                  <a:pt x="11460" y="71381"/>
                </a:cubicBezTo>
                <a:cubicBezTo>
                  <a:pt x="10489" y="72482"/>
                  <a:pt x="10003" y="74424"/>
                  <a:pt x="10003" y="77208"/>
                </a:cubicBezTo>
                <a:cubicBezTo>
                  <a:pt x="10003" y="78827"/>
                  <a:pt x="10359" y="80607"/>
                  <a:pt x="11071" y="82550"/>
                </a:cubicBezTo>
                <a:lnTo>
                  <a:pt x="6118" y="84104"/>
                </a:lnTo>
                <a:cubicBezTo>
                  <a:pt x="2039" y="80219"/>
                  <a:pt x="0" y="74942"/>
                  <a:pt x="0" y="68274"/>
                </a:cubicBezTo>
                <a:cubicBezTo>
                  <a:pt x="0" y="64518"/>
                  <a:pt x="971" y="61265"/>
                  <a:pt x="2914" y="58513"/>
                </a:cubicBezTo>
                <a:cubicBezTo>
                  <a:pt x="4856" y="55762"/>
                  <a:pt x="7705" y="53835"/>
                  <a:pt x="11460" y="52735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Text n">
            <a:extLst xmlns:a="http://schemas.openxmlformats.org/drawingml/2006/main">
              <a:ext uri="{FF2B5EF4-FFF2-40B4-BE49-F238E27FC236}">
                <a16:creationId xmlns:a16="http://schemas.microsoft.com/office/drawing/2014/main" id="{F6AE8BE3-6032-4F6F-A17D-1F63D8D5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445" y="419965"/>
            <a:ext cx="87891" cy="78568"/>
          </a:xfrm>
          <a:custGeom xmlns:a="http://schemas.openxmlformats.org/drawingml/2006/main">
            <a:pathLst>
              <a:path w="87891" h="78568">
                <a:moveTo>
                  <a:pt x="36419" y="76723"/>
                </a:moveTo>
                <a:cubicBezTo>
                  <a:pt x="21333" y="76723"/>
                  <a:pt x="9388" y="77338"/>
                  <a:pt x="583" y="78568"/>
                </a:cubicBezTo>
                <a:lnTo>
                  <a:pt x="0" y="78082"/>
                </a:lnTo>
                <a:cubicBezTo>
                  <a:pt x="388" y="75687"/>
                  <a:pt x="583" y="72579"/>
                  <a:pt x="583" y="68759"/>
                </a:cubicBezTo>
                <a:cubicBezTo>
                  <a:pt x="583" y="64939"/>
                  <a:pt x="388" y="61831"/>
                  <a:pt x="0" y="59436"/>
                </a:cubicBezTo>
                <a:lnTo>
                  <a:pt x="583" y="59047"/>
                </a:lnTo>
                <a:cubicBezTo>
                  <a:pt x="9453" y="60213"/>
                  <a:pt x="21398" y="60796"/>
                  <a:pt x="36419" y="60796"/>
                </a:cubicBezTo>
                <a:lnTo>
                  <a:pt x="55843" y="60796"/>
                </a:lnTo>
                <a:cubicBezTo>
                  <a:pt x="63677" y="60796"/>
                  <a:pt x="68986" y="59743"/>
                  <a:pt x="71770" y="57639"/>
                </a:cubicBezTo>
                <a:cubicBezTo>
                  <a:pt x="74554" y="55535"/>
                  <a:pt x="75946" y="51828"/>
                  <a:pt x="75946" y="46519"/>
                </a:cubicBezTo>
                <a:cubicBezTo>
                  <a:pt x="75946" y="42440"/>
                  <a:pt x="74619" y="37779"/>
                  <a:pt x="71964" y="32534"/>
                </a:cubicBezTo>
                <a:cubicBezTo>
                  <a:pt x="69310" y="27290"/>
                  <a:pt x="65198" y="22337"/>
                  <a:pt x="59630" y="17675"/>
                </a:cubicBezTo>
                <a:lnTo>
                  <a:pt x="36419" y="17675"/>
                </a:lnTo>
                <a:cubicBezTo>
                  <a:pt x="21010" y="17675"/>
                  <a:pt x="9064" y="18258"/>
                  <a:pt x="583" y="19423"/>
                </a:cubicBezTo>
                <a:lnTo>
                  <a:pt x="0" y="19035"/>
                </a:lnTo>
                <a:cubicBezTo>
                  <a:pt x="388" y="16639"/>
                  <a:pt x="583" y="13532"/>
                  <a:pt x="583" y="9712"/>
                </a:cubicBezTo>
                <a:cubicBezTo>
                  <a:pt x="583" y="5892"/>
                  <a:pt x="388" y="2784"/>
                  <a:pt x="0" y="388"/>
                </a:cubicBezTo>
                <a:lnTo>
                  <a:pt x="583" y="0"/>
                </a:lnTo>
                <a:cubicBezTo>
                  <a:pt x="8676" y="1165"/>
                  <a:pt x="20621" y="1748"/>
                  <a:pt x="36419" y="1748"/>
                </a:cubicBezTo>
                <a:lnTo>
                  <a:pt x="47296" y="1748"/>
                </a:lnTo>
                <a:cubicBezTo>
                  <a:pt x="65619" y="1748"/>
                  <a:pt x="78503" y="1165"/>
                  <a:pt x="85949" y="0"/>
                </a:cubicBezTo>
                <a:lnTo>
                  <a:pt x="86532" y="388"/>
                </a:lnTo>
                <a:cubicBezTo>
                  <a:pt x="86014" y="6216"/>
                  <a:pt x="86208" y="11589"/>
                  <a:pt x="87114" y="16510"/>
                </a:cubicBezTo>
                <a:cubicBezTo>
                  <a:pt x="87114" y="17287"/>
                  <a:pt x="86435" y="17675"/>
                  <a:pt x="85075" y="17675"/>
                </a:cubicBezTo>
                <a:lnTo>
                  <a:pt x="70604" y="17675"/>
                </a:lnTo>
                <a:lnTo>
                  <a:pt x="70022" y="18064"/>
                </a:lnTo>
                <a:cubicBezTo>
                  <a:pt x="81935" y="28294"/>
                  <a:pt x="87891" y="39753"/>
                  <a:pt x="87891" y="52443"/>
                </a:cubicBezTo>
                <a:cubicBezTo>
                  <a:pt x="87891" y="61184"/>
                  <a:pt x="85302" y="67480"/>
                  <a:pt x="80122" y="71333"/>
                </a:cubicBezTo>
                <a:cubicBezTo>
                  <a:pt x="74942" y="75185"/>
                  <a:pt x="67043" y="77111"/>
                  <a:pt x="56425" y="77111"/>
                </a:cubicBezTo>
                <a:cubicBezTo>
                  <a:pt x="54289" y="77111"/>
                  <a:pt x="50954" y="77047"/>
                  <a:pt x="46422" y="76917"/>
                </a:cubicBezTo>
                <a:cubicBezTo>
                  <a:pt x="41890" y="76788"/>
                  <a:pt x="38556" y="76723"/>
                  <a:pt x="36419" y="76723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Text s">
            <a:extLst xmlns:a="http://schemas.openxmlformats.org/drawingml/2006/main">
              <a:ext uri="{FF2B5EF4-FFF2-40B4-BE49-F238E27FC236}">
                <a16:creationId xmlns:a16="http://schemas.microsoft.com/office/drawing/2014/main" id="{953656A1-F10E-4C5F-B58E-B62FF155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085" y="519013"/>
            <a:ext cx="89251" cy="63806"/>
          </a:xfrm>
          <a:custGeom xmlns:a="http://schemas.openxmlformats.org/drawingml/2006/main">
            <a:pathLst>
              <a:path w="89251" h="63806">
                <a:moveTo>
                  <a:pt x="22046" y="3302"/>
                </a:moveTo>
                <a:lnTo>
                  <a:pt x="22240" y="6313"/>
                </a:lnTo>
                <a:cubicBezTo>
                  <a:pt x="12722" y="13176"/>
                  <a:pt x="7931" y="21010"/>
                  <a:pt x="7867" y="29815"/>
                </a:cubicBezTo>
                <a:cubicBezTo>
                  <a:pt x="7867" y="35254"/>
                  <a:pt x="9339" y="39656"/>
                  <a:pt x="12285" y="43023"/>
                </a:cubicBezTo>
                <a:cubicBezTo>
                  <a:pt x="15231" y="46390"/>
                  <a:pt x="19262" y="48073"/>
                  <a:pt x="24376" y="48073"/>
                </a:cubicBezTo>
                <a:cubicBezTo>
                  <a:pt x="28909" y="48073"/>
                  <a:pt x="32275" y="46455"/>
                  <a:pt x="34477" y="43217"/>
                </a:cubicBezTo>
                <a:cubicBezTo>
                  <a:pt x="36678" y="39980"/>
                  <a:pt x="38685" y="34898"/>
                  <a:pt x="40498" y="27970"/>
                </a:cubicBezTo>
                <a:cubicBezTo>
                  <a:pt x="42505" y="20524"/>
                  <a:pt x="45305" y="14697"/>
                  <a:pt x="48899" y="10489"/>
                </a:cubicBezTo>
                <a:cubicBezTo>
                  <a:pt x="52492" y="6280"/>
                  <a:pt x="57850" y="4176"/>
                  <a:pt x="64972" y="4176"/>
                </a:cubicBezTo>
                <a:cubicBezTo>
                  <a:pt x="72676" y="4176"/>
                  <a:pt x="78649" y="7154"/>
                  <a:pt x="82890" y="13111"/>
                </a:cubicBezTo>
                <a:cubicBezTo>
                  <a:pt x="87131" y="19067"/>
                  <a:pt x="89251" y="26092"/>
                  <a:pt x="89251" y="34185"/>
                </a:cubicBezTo>
                <a:cubicBezTo>
                  <a:pt x="89251" y="44415"/>
                  <a:pt x="87276" y="53350"/>
                  <a:pt x="83327" y="60990"/>
                </a:cubicBezTo>
                <a:lnTo>
                  <a:pt x="82647" y="61378"/>
                </a:lnTo>
                <a:lnTo>
                  <a:pt x="67982" y="57396"/>
                </a:lnTo>
                <a:lnTo>
                  <a:pt x="67788" y="54677"/>
                </a:lnTo>
                <a:cubicBezTo>
                  <a:pt x="70702" y="52152"/>
                  <a:pt x="72790" y="50291"/>
                  <a:pt x="74052" y="49093"/>
                </a:cubicBezTo>
                <a:cubicBezTo>
                  <a:pt x="75315" y="47895"/>
                  <a:pt x="76836" y="45775"/>
                  <a:pt x="78617" y="42732"/>
                </a:cubicBezTo>
                <a:cubicBezTo>
                  <a:pt x="80397" y="39689"/>
                  <a:pt x="81287" y="36581"/>
                  <a:pt x="81287" y="33408"/>
                </a:cubicBezTo>
                <a:cubicBezTo>
                  <a:pt x="81287" y="29006"/>
                  <a:pt x="80203" y="25380"/>
                  <a:pt x="78034" y="22531"/>
                </a:cubicBezTo>
                <a:cubicBezTo>
                  <a:pt x="75865" y="19682"/>
                  <a:pt x="72773" y="18258"/>
                  <a:pt x="68759" y="18258"/>
                </a:cubicBezTo>
                <a:cubicBezTo>
                  <a:pt x="61313" y="18258"/>
                  <a:pt x="56134" y="24409"/>
                  <a:pt x="53220" y="36710"/>
                </a:cubicBezTo>
                <a:cubicBezTo>
                  <a:pt x="51213" y="44933"/>
                  <a:pt x="48235" y="51505"/>
                  <a:pt x="44286" y="56425"/>
                </a:cubicBezTo>
                <a:cubicBezTo>
                  <a:pt x="40336" y="61346"/>
                  <a:pt x="34639" y="63806"/>
                  <a:pt x="27193" y="63806"/>
                </a:cubicBezTo>
                <a:cubicBezTo>
                  <a:pt x="24150" y="63806"/>
                  <a:pt x="21172" y="63304"/>
                  <a:pt x="18258" y="62301"/>
                </a:cubicBezTo>
                <a:cubicBezTo>
                  <a:pt x="15345" y="61297"/>
                  <a:pt x="12431" y="59646"/>
                  <a:pt x="9518" y="57348"/>
                </a:cubicBezTo>
                <a:cubicBezTo>
                  <a:pt x="6604" y="55049"/>
                  <a:pt x="4289" y="51537"/>
                  <a:pt x="2574" y="46811"/>
                </a:cubicBezTo>
                <a:cubicBezTo>
                  <a:pt x="858" y="42084"/>
                  <a:pt x="0" y="36484"/>
                  <a:pt x="0" y="30009"/>
                </a:cubicBezTo>
                <a:cubicBezTo>
                  <a:pt x="0" y="20168"/>
                  <a:pt x="1780" y="10165"/>
                  <a:pt x="5341" y="0"/>
                </a:cubicBezTo>
                <a:lnTo>
                  <a:pt x="22046" y="3302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Text f">
            <a:extLst xmlns:a="http://schemas.openxmlformats.org/drawingml/2006/main">
              <a:ext uri="{FF2B5EF4-FFF2-40B4-BE49-F238E27FC236}">
                <a16:creationId xmlns:a16="http://schemas.microsoft.com/office/drawing/2014/main" id="{65864835-D934-458E-BBD7-3266F668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445" y="594959"/>
            <a:ext cx="139461" cy="68565"/>
          </a:xfrm>
          <a:custGeom xmlns:a="http://schemas.openxmlformats.org/drawingml/2006/main">
            <a:pathLst>
              <a:path w="139461" h="68565">
                <a:moveTo>
                  <a:pt x="85949" y="15927"/>
                </a:moveTo>
                <a:lnTo>
                  <a:pt x="93621" y="15927"/>
                </a:lnTo>
                <a:cubicBezTo>
                  <a:pt x="104757" y="15927"/>
                  <a:pt x="114922" y="19553"/>
                  <a:pt x="124116" y="26804"/>
                </a:cubicBezTo>
                <a:cubicBezTo>
                  <a:pt x="128907" y="30495"/>
                  <a:pt x="132662" y="35302"/>
                  <a:pt x="135382" y="41226"/>
                </a:cubicBezTo>
                <a:cubicBezTo>
                  <a:pt x="138101" y="47151"/>
                  <a:pt x="139461" y="53220"/>
                  <a:pt x="139461" y="59436"/>
                </a:cubicBezTo>
                <a:cubicBezTo>
                  <a:pt x="139461" y="63256"/>
                  <a:pt x="138781" y="66234"/>
                  <a:pt x="137421" y="68371"/>
                </a:cubicBezTo>
                <a:lnTo>
                  <a:pt x="136839" y="68565"/>
                </a:lnTo>
                <a:cubicBezTo>
                  <a:pt x="132889" y="66558"/>
                  <a:pt x="127450" y="64713"/>
                  <a:pt x="120523" y="63029"/>
                </a:cubicBezTo>
                <a:lnTo>
                  <a:pt x="120329" y="60893"/>
                </a:lnTo>
                <a:cubicBezTo>
                  <a:pt x="124990" y="58368"/>
                  <a:pt x="127321" y="54515"/>
                  <a:pt x="127321" y="49336"/>
                </a:cubicBezTo>
                <a:cubicBezTo>
                  <a:pt x="127321" y="43638"/>
                  <a:pt x="125621" y="39122"/>
                  <a:pt x="122222" y="35788"/>
                </a:cubicBezTo>
                <a:cubicBezTo>
                  <a:pt x="118823" y="32453"/>
                  <a:pt x="114340" y="30786"/>
                  <a:pt x="108772" y="30786"/>
                </a:cubicBezTo>
                <a:cubicBezTo>
                  <a:pt x="107865" y="30786"/>
                  <a:pt x="104790" y="30964"/>
                  <a:pt x="99545" y="31320"/>
                </a:cubicBezTo>
                <a:cubicBezTo>
                  <a:pt x="94301" y="31676"/>
                  <a:pt x="90352" y="31855"/>
                  <a:pt x="87697" y="31855"/>
                </a:cubicBezTo>
                <a:lnTo>
                  <a:pt x="85949" y="31855"/>
                </a:lnTo>
                <a:lnTo>
                  <a:pt x="85949" y="40401"/>
                </a:lnTo>
                <a:cubicBezTo>
                  <a:pt x="85949" y="44091"/>
                  <a:pt x="86078" y="48721"/>
                  <a:pt x="86337" y="54289"/>
                </a:cubicBezTo>
                <a:lnTo>
                  <a:pt x="84881" y="55260"/>
                </a:lnTo>
                <a:cubicBezTo>
                  <a:pt x="82226" y="54224"/>
                  <a:pt x="79507" y="53447"/>
                  <a:pt x="76723" y="52929"/>
                </a:cubicBezTo>
                <a:cubicBezTo>
                  <a:pt x="76982" y="50274"/>
                  <a:pt x="77111" y="45483"/>
                  <a:pt x="77111" y="38556"/>
                </a:cubicBezTo>
                <a:lnTo>
                  <a:pt x="77111" y="31855"/>
                </a:lnTo>
                <a:lnTo>
                  <a:pt x="40207" y="31855"/>
                </a:lnTo>
                <a:cubicBezTo>
                  <a:pt x="22725" y="31855"/>
                  <a:pt x="9518" y="32502"/>
                  <a:pt x="583" y="33797"/>
                </a:cubicBezTo>
                <a:lnTo>
                  <a:pt x="0" y="33408"/>
                </a:lnTo>
                <a:cubicBezTo>
                  <a:pt x="388" y="31013"/>
                  <a:pt x="583" y="27824"/>
                  <a:pt x="583" y="23842"/>
                </a:cubicBezTo>
                <a:cubicBezTo>
                  <a:pt x="583" y="19861"/>
                  <a:pt x="388" y="16672"/>
                  <a:pt x="0" y="14276"/>
                </a:cubicBezTo>
                <a:lnTo>
                  <a:pt x="583" y="13888"/>
                </a:lnTo>
                <a:cubicBezTo>
                  <a:pt x="8935" y="15183"/>
                  <a:pt x="22143" y="15863"/>
                  <a:pt x="40207" y="15927"/>
                </a:cubicBezTo>
                <a:lnTo>
                  <a:pt x="77111" y="15927"/>
                </a:lnTo>
                <a:lnTo>
                  <a:pt x="77111" y="15733"/>
                </a:lnTo>
                <a:cubicBezTo>
                  <a:pt x="77111" y="9647"/>
                  <a:pt x="76982" y="4726"/>
                  <a:pt x="76723" y="971"/>
                </a:cubicBezTo>
                <a:lnTo>
                  <a:pt x="78180" y="0"/>
                </a:lnTo>
                <a:cubicBezTo>
                  <a:pt x="81093" y="1878"/>
                  <a:pt x="83812" y="3334"/>
                  <a:pt x="86337" y="4370"/>
                </a:cubicBezTo>
                <a:cubicBezTo>
                  <a:pt x="86078" y="6377"/>
                  <a:pt x="85949" y="10230"/>
                  <a:pt x="85949" y="15927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Text o">
            <a:extLst xmlns:a="http://schemas.openxmlformats.org/drawingml/2006/main">
              <a:ext uri="{FF2B5EF4-FFF2-40B4-BE49-F238E27FC236}">
                <a16:creationId xmlns:a16="http://schemas.microsoft.com/office/drawing/2014/main" id="{725E79A9-E706-42FB-A257-E62CC297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085" y="661200"/>
            <a:ext cx="89251" cy="84298"/>
          </a:xfrm>
          <a:custGeom xmlns:a="http://schemas.openxmlformats.org/drawingml/2006/main">
            <a:pathLst>
              <a:path w="89251" h="84298">
                <a:moveTo>
                  <a:pt x="42732" y="0"/>
                </a:moveTo>
                <a:cubicBezTo>
                  <a:pt x="56781" y="0"/>
                  <a:pt x="68047" y="3901"/>
                  <a:pt x="76529" y="11703"/>
                </a:cubicBezTo>
                <a:cubicBezTo>
                  <a:pt x="85010" y="19504"/>
                  <a:pt x="89251" y="29912"/>
                  <a:pt x="89251" y="42926"/>
                </a:cubicBezTo>
                <a:cubicBezTo>
                  <a:pt x="89251" y="56199"/>
                  <a:pt x="85237" y="66412"/>
                  <a:pt x="77208" y="73566"/>
                </a:cubicBezTo>
                <a:cubicBezTo>
                  <a:pt x="69180" y="80721"/>
                  <a:pt x="58270" y="84298"/>
                  <a:pt x="44480" y="84298"/>
                </a:cubicBezTo>
                <a:cubicBezTo>
                  <a:pt x="31207" y="84298"/>
                  <a:pt x="20476" y="80527"/>
                  <a:pt x="12285" y="72984"/>
                </a:cubicBezTo>
                <a:cubicBezTo>
                  <a:pt x="4095" y="65441"/>
                  <a:pt x="0" y="55163"/>
                  <a:pt x="0" y="42149"/>
                </a:cubicBezTo>
                <a:cubicBezTo>
                  <a:pt x="0" y="29265"/>
                  <a:pt x="4047" y="19019"/>
                  <a:pt x="12140" y="11411"/>
                </a:cubicBezTo>
                <a:cubicBezTo>
                  <a:pt x="20233" y="3804"/>
                  <a:pt x="30430" y="0"/>
                  <a:pt x="42732" y="0"/>
                </a:cubicBezTo>
                <a:moveTo>
                  <a:pt x="81287" y="41566"/>
                </a:moveTo>
                <a:cubicBezTo>
                  <a:pt x="81287" y="35739"/>
                  <a:pt x="79507" y="30932"/>
                  <a:pt x="75946" y="27144"/>
                </a:cubicBezTo>
                <a:cubicBezTo>
                  <a:pt x="72385" y="23357"/>
                  <a:pt x="68112" y="20799"/>
                  <a:pt x="63126" y="19472"/>
                </a:cubicBezTo>
                <a:cubicBezTo>
                  <a:pt x="58141" y="18145"/>
                  <a:pt x="52476" y="17481"/>
                  <a:pt x="46131" y="17481"/>
                </a:cubicBezTo>
                <a:cubicBezTo>
                  <a:pt x="40174" y="17481"/>
                  <a:pt x="34541" y="18145"/>
                  <a:pt x="29232" y="19472"/>
                </a:cubicBezTo>
                <a:cubicBezTo>
                  <a:pt x="23923" y="20799"/>
                  <a:pt x="19035" y="23583"/>
                  <a:pt x="14568" y="27824"/>
                </a:cubicBezTo>
                <a:cubicBezTo>
                  <a:pt x="10100" y="32065"/>
                  <a:pt x="7867" y="37423"/>
                  <a:pt x="7867" y="43897"/>
                </a:cubicBezTo>
                <a:cubicBezTo>
                  <a:pt x="7867" y="50501"/>
                  <a:pt x="10990" y="55972"/>
                  <a:pt x="17238" y="60310"/>
                </a:cubicBezTo>
                <a:cubicBezTo>
                  <a:pt x="23486" y="64648"/>
                  <a:pt x="31369" y="66817"/>
                  <a:pt x="40886" y="66817"/>
                </a:cubicBezTo>
                <a:cubicBezTo>
                  <a:pt x="54289" y="66817"/>
                  <a:pt x="64373" y="65069"/>
                  <a:pt x="71139" y="61572"/>
                </a:cubicBezTo>
                <a:cubicBezTo>
                  <a:pt x="77904" y="58076"/>
                  <a:pt x="81287" y="51408"/>
                  <a:pt x="81287" y="41566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Text r">
            <a:extLst xmlns:a="http://schemas.openxmlformats.org/drawingml/2006/main">
              <a:ext uri="{FF2B5EF4-FFF2-40B4-BE49-F238E27FC236}">
                <a16:creationId xmlns:a16="http://schemas.microsoft.com/office/drawing/2014/main" id="{6848DFA1-9CB1-4AE0-9B2C-60FD601B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445" y="768612"/>
            <a:ext cx="87891" cy="51472"/>
          </a:xfrm>
          <a:custGeom xmlns:a="http://schemas.openxmlformats.org/drawingml/2006/main">
            <a:pathLst>
              <a:path w="87891" h="51472">
                <a:moveTo>
                  <a:pt x="67011" y="17675"/>
                </a:moveTo>
                <a:lnTo>
                  <a:pt x="66623" y="18258"/>
                </a:lnTo>
                <a:cubicBezTo>
                  <a:pt x="74586" y="22920"/>
                  <a:pt x="80122" y="26999"/>
                  <a:pt x="83230" y="30495"/>
                </a:cubicBezTo>
                <a:cubicBezTo>
                  <a:pt x="86337" y="33991"/>
                  <a:pt x="87891" y="38329"/>
                  <a:pt x="87891" y="43509"/>
                </a:cubicBezTo>
                <a:cubicBezTo>
                  <a:pt x="87891" y="45127"/>
                  <a:pt x="87438" y="47523"/>
                  <a:pt x="86532" y="50695"/>
                </a:cubicBezTo>
                <a:lnTo>
                  <a:pt x="85755" y="51472"/>
                </a:lnTo>
                <a:lnTo>
                  <a:pt x="70993" y="47490"/>
                </a:lnTo>
                <a:lnTo>
                  <a:pt x="70604" y="45937"/>
                </a:lnTo>
                <a:cubicBezTo>
                  <a:pt x="72482" y="43929"/>
                  <a:pt x="73421" y="40466"/>
                  <a:pt x="73421" y="35545"/>
                </a:cubicBezTo>
                <a:cubicBezTo>
                  <a:pt x="73421" y="31142"/>
                  <a:pt x="71090" y="27452"/>
                  <a:pt x="66428" y="24474"/>
                </a:cubicBezTo>
                <a:cubicBezTo>
                  <a:pt x="59565" y="19941"/>
                  <a:pt x="52994" y="17675"/>
                  <a:pt x="46714" y="17675"/>
                </a:cubicBezTo>
                <a:lnTo>
                  <a:pt x="36419" y="17675"/>
                </a:lnTo>
                <a:cubicBezTo>
                  <a:pt x="21592" y="17675"/>
                  <a:pt x="9647" y="18258"/>
                  <a:pt x="583" y="19423"/>
                </a:cubicBezTo>
                <a:lnTo>
                  <a:pt x="0" y="19035"/>
                </a:lnTo>
                <a:cubicBezTo>
                  <a:pt x="388" y="16639"/>
                  <a:pt x="583" y="13532"/>
                  <a:pt x="583" y="9712"/>
                </a:cubicBezTo>
                <a:cubicBezTo>
                  <a:pt x="583" y="5892"/>
                  <a:pt x="388" y="2784"/>
                  <a:pt x="0" y="388"/>
                </a:cubicBezTo>
                <a:lnTo>
                  <a:pt x="583" y="0"/>
                </a:lnTo>
                <a:cubicBezTo>
                  <a:pt x="8805" y="1165"/>
                  <a:pt x="20751" y="1748"/>
                  <a:pt x="36419" y="1748"/>
                </a:cubicBezTo>
                <a:lnTo>
                  <a:pt x="47296" y="1748"/>
                </a:lnTo>
                <a:cubicBezTo>
                  <a:pt x="65619" y="1748"/>
                  <a:pt x="78503" y="1165"/>
                  <a:pt x="85949" y="0"/>
                </a:cubicBezTo>
                <a:lnTo>
                  <a:pt x="86532" y="388"/>
                </a:lnTo>
                <a:cubicBezTo>
                  <a:pt x="86014" y="6216"/>
                  <a:pt x="86208" y="11589"/>
                  <a:pt x="87114" y="16510"/>
                </a:cubicBezTo>
                <a:cubicBezTo>
                  <a:pt x="87114" y="17287"/>
                  <a:pt x="86435" y="17675"/>
                  <a:pt x="85075" y="17675"/>
                </a:cubicBezTo>
                <a:lnTo>
                  <a:pt x="67011" y="17675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Text m">
            <a:extLst xmlns:a="http://schemas.openxmlformats.org/drawingml/2006/main">
              <a:ext uri="{FF2B5EF4-FFF2-40B4-BE49-F238E27FC236}">
                <a16:creationId xmlns:a16="http://schemas.microsoft.com/office/drawing/2014/main" id="{A576CA55-658D-4E5C-BFBB-CBACC8AD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445" y="838249"/>
            <a:ext cx="87891" cy="132857"/>
          </a:xfrm>
          <a:custGeom xmlns:a="http://schemas.openxmlformats.org/drawingml/2006/main">
            <a:pathLst>
              <a:path w="87891" h="132857">
                <a:moveTo>
                  <a:pt x="70604" y="17675"/>
                </a:moveTo>
                <a:lnTo>
                  <a:pt x="70022" y="18258"/>
                </a:lnTo>
                <a:cubicBezTo>
                  <a:pt x="81935" y="29524"/>
                  <a:pt x="87891" y="40660"/>
                  <a:pt x="87891" y="51666"/>
                </a:cubicBezTo>
                <a:cubicBezTo>
                  <a:pt x="87891" y="57235"/>
                  <a:pt x="86467" y="61912"/>
                  <a:pt x="83618" y="65700"/>
                </a:cubicBezTo>
                <a:cubicBezTo>
                  <a:pt x="80769" y="69488"/>
                  <a:pt x="76949" y="71835"/>
                  <a:pt x="72158" y="72741"/>
                </a:cubicBezTo>
                <a:cubicBezTo>
                  <a:pt x="82647" y="82712"/>
                  <a:pt x="87891" y="93913"/>
                  <a:pt x="87891" y="106344"/>
                </a:cubicBezTo>
                <a:cubicBezTo>
                  <a:pt x="87891" y="116185"/>
                  <a:pt x="85204" y="122756"/>
                  <a:pt x="79831" y="126058"/>
                </a:cubicBezTo>
                <a:cubicBezTo>
                  <a:pt x="74457" y="129360"/>
                  <a:pt x="66590" y="131011"/>
                  <a:pt x="56231" y="131011"/>
                </a:cubicBezTo>
                <a:lnTo>
                  <a:pt x="36419" y="131011"/>
                </a:lnTo>
                <a:cubicBezTo>
                  <a:pt x="21010" y="131011"/>
                  <a:pt x="9064" y="131627"/>
                  <a:pt x="583" y="132857"/>
                </a:cubicBezTo>
                <a:lnTo>
                  <a:pt x="0" y="132371"/>
                </a:lnTo>
                <a:cubicBezTo>
                  <a:pt x="388" y="129976"/>
                  <a:pt x="583" y="126868"/>
                  <a:pt x="583" y="123048"/>
                </a:cubicBezTo>
                <a:cubicBezTo>
                  <a:pt x="583" y="119228"/>
                  <a:pt x="388" y="116120"/>
                  <a:pt x="0" y="113725"/>
                </a:cubicBezTo>
                <a:lnTo>
                  <a:pt x="583" y="113336"/>
                </a:lnTo>
                <a:cubicBezTo>
                  <a:pt x="8676" y="114501"/>
                  <a:pt x="20621" y="115084"/>
                  <a:pt x="36419" y="115084"/>
                </a:cubicBezTo>
                <a:lnTo>
                  <a:pt x="58270" y="115084"/>
                </a:lnTo>
                <a:cubicBezTo>
                  <a:pt x="64745" y="115084"/>
                  <a:pt x="69310" y="113822"/>
                  <a:pt x="71964" y="111297"/>
                </a:cubicBezTo>
                <a:cubicBezTo>
                  <a:pt x="74619" y="108772"/>
                  <a:pt x="75946" y="104725"/>
                  <a:pt x="75946" y="99157"/>
                </a:cubicBezTo>
                <a:cubicBezTo>
                  <a:pt x="75946" y="89445"/>
                  <a:pt x="71964" y="81028"/>
                  <a:pt x="64000" y="73906"/>
                </a:cubicBezTo>
                <a:cubicBezTo>
                  <a:pt x="62382" y="74036"/>
                  <a:pt x="59857" y="74101"/>
                  <a:pt x="56425" y="74101"/>
                </a:cubicBezTo>
                <a:lnTo>
                  <a:pt x="36419" y="74101"/>
                </a:lnTo>
                <a:cubicBezTo>
                  <a:pt x="21010" y="74101"/>
                  <a:pt x="9064" y="74716"/>
                  <a:pt x="583" y="75946"/>
                </a:cubicBezTo>
                <a:lnTo>
                  <a:pt x="0" y="75557"/>
                </a:lnTo>
                <a:cubicBezTo>
                  <a:pt x="388" y="73162"/>
                  <a:pt x="583" y="70038"/>
                  <a:pt x="583" y="66186"/>
                </a:cubicBezTo>
                <a:cubicBezTo>
                  <a:pt x="583" y="62333"/>
                  <a:pt x="388" y="59209"/>
                  <a:pt x="0" y="56814"/>
                </a:cubicBezTo>
                <a:lnTo>
                  <a:pt x="583" y="56425"/>
                </a:lnTo>
                <a:cubicBezTo>
                  <a:pt x="8676" y="57591"/>
                  <a:pt x="20621" y="58206"/>
                  <a:pt x="36419" y="58270"/>
                </a:cubicBezTo>
                <a:lnTo>
                  <a:pt x="58270" y="58270"/>
                </a:lnTo>
                <a:cubicBezTo>
                  <a:pt x="70054" y="58270"/>
                  <a:pt x="75946" y="53868"/>
                  <a:pt x="75946" y="45063"/>
                </a:cubicBezTo>
                <a:cubicBezTo>
                  <a:pt x="75946" y="41502"/>
                  <a:pt x="74521" y="37196"/>
                  <a:pt x="71673" y="32146"/>
                </a:cubicBezTo>
                <a:cubicBezTo>
                  <a:pt x="68824" y="27096"/>
                  <a:pt x="65069" y="22272"/>
                  <a:pt x="60407" y="17675"/>
                </a:cubicBezTo>
                <a:lnTo>
                  <a:pt x="36419" y="17675"/>
                </a:lnTo>
                <a:cubicBezTo>
                  <a:pt x="21010" y="17675"/>
                  <a:pt x="9064" y="18258"/>
                  <a:pt x="583" y="19423"/>
                </a:cubicBezTo>
                <a:lnTo>
                  <a:pt x="0" y="19035"/>
                </a:lnTo>
                <a:cubicBezTo>
                  <a:pt x="388" y="16639"/>
                  <a:pt x="583" y="13516"/>
                  <a:pt x="583" y="9663"/>
                </a:cubicBezTo>
                <a:cubicBezTo>
                  <a:pt x="583" y="5811"/>
                  <a:pt x="388" y="2719"/>
                  <a:pt x="0" y="388"/>
                </a:cubicBezTo>
                <a:lnTo>
                  <a:pt x="583" y="0"/>
                </a:lnTo>
                <a:cubicBezTo>
                  <a:pt x="8676" y="1165"/>
                  <a:pt x="20621" y="1748"/>
                  <a:pt x="36419" y="1748"/>
                </a:cubicBezTo>
                <a:lnTo>
                  <a:pt x="47296" y="1748"/>
                </a:lnTo>
                <a:cubicBezTo>
                  <a:pt x="65619" y="1748"/>
                  <a:pt x="78503" y="1165"/>
                  <a:pt x="85949" y="0"/>
                </a:cubicBezTo>
                <a:lnTo>
                  <a:pt x="86532" y="388"/>
                </a:lnTo>
                <a:cubicBezTo>
                  <a:pt x="86014" y="6216"/>
                  <a:pt x="86208" y="11557"/>
                  <a:pt x="87114" y="16413"/>
                </a:cubicBezTo>
                <a:cubicBezTo>
                  <a:pt x="87114" y="17190"/>
                  <a:pt x="86435" y="17611"/>
                  <a:pt x="85075" y="17675"/>
                </a:cubicBezTo>
                <a:lnTo>
                  <a:pt x="70604" y="17675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Text a">
            <a:extLst xmlns:a="http://schemas.openxmlformats.org/drawingml/2006/main">
              <a:ext uri="{FF2B5EF4-FFF2-40B4-BE49-F238E27FC236}">
                <a16:creationId xmlns:a16="http://schemas.microsoft.com/office/drawing/2014/main" id="{14E281DE-A82F-4D90-AC01-7F34F06A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085" y="993126"/>
            <a:ext cx="89251" cy="84104"/>
          </a:xfrm>
          <a:custGeom xmlns:a="http://schemas.openxmlformats.org/drawingml/2006/main">
            <a:pathLst>
              <a:path w="89251" h="84104">
                <a:moveTo>
                  <a:pt x="46714" y="52735"/>
                </a:moveTo>
                <a:lnTo>
                  <a:pt x="42149" y="35836"/>
                </a:lnTo>
                <a:cubicBezTo>
                  <a:pt x="40142" y="28520"/>
                  <a:pt x="37520" y="23405"/>
                  <a:pt x="34282" y="20492"/>
                </a:cubicBezTo>
                <a:cubicBezTo>
                  <a:pt x="31045" y="17578"/>
                  <a:pt x="27031" y="16121"/>
                  <a:pt x="22240" y="16121"/>
                </a:cubicBezTo>
                <a:cubicBezTo>
                  <a:pt x="19067" y="16121"/>
                  <a:pt x="16251" y="17481"/>
                  <a:pt x="13791" y="20200"/>
                </a:cubicBezTo>
                <a:cubicBezTo>
                  <a:pt x="11330" y="22920"/>
                  <a:pt x="10100" y="26481"/>
                  <a:pt x="10100" y="30883"/>
                </a:cubicBezTo>
                <a:cubicBezTo>
                  <a:pt x="10100" y="36192"/>
                  <a:pt x="12690" y="42278"/>
                  <a:pt x="17870" y="49141"/>
                </a:cubicBezTo>
                <a:cubicBezTo>
                  <a:pt x="19165" y="51019"/>
                  <a:pt x="20880" y="51958"/>
                  <a:pt x="23017" y="51958"/>
                </a:cubicBezTo>
                <a:lnTo>
                  <a:pt x="46714" y="52735"/>
                </a:lnTo>
                <a:moveTo>
                  <a:pt x="11460" y="52735"/>
                </a:moveTo>
                <a:lnTo>
                  <a:pt x="11460" y="51958"/>
                </a:lnTo>
                <a:cubicBezTo>
                  <a:pt x="6928" y="46649"/>
                  <a:pt x="3885" y="42165"/>
                  <a:pt x="2331" y="38507"/>
                </a:cubicBezTo>
                <a:cubicBezTo>
                  <a:pt x="777" y="34849"/>
                  <a:pt x="0" y="30301"/>
                  <a:pt x="0" y="24862"/>
                </a:cubicBezTo>
                <a:cubicBezTo>
                  <a:pt x="0" y="17157"/>
                  <a:pt x="1780" y="11088"/>
                  <a:pt x="5341" y="6653"/>
                </a:cubicBezTo>
                <a:cubicBezTo>
                  <a:pt x="8902" y="2218"/>
                  <a:pt x="14276" y="0"/>
                  <a:pt x="21463" y="0"/>
                </a:cubicBezTo>
                <a:cubicBezTo>
                  <a:pt x="28196" y="0"/>
                  <a:pt x="34121" y="2946"/>
                  <a:pt x="39235" y="8838"/>
                </a:cubicBezTo>
                <a:cubicBezTo>
                  <a:pt x="44350" y="14729"/>
                  <a:pt x="48041" y="22790"/>
                  <a:pt x="50307" y="33020"/>
                </a:cubicBezTo>
                <a:lnTo>
                  <a:pt x="54483" y="51569"/>
                </a:lnTo>
                <a:cubicBezTo>
                  <a:pt x="54742" y="52476"/>
                  <a:pt x="55519" y="52929"/>
                  <a:pt x="56814" y="52929"/>
                </a:cubicBezTo>
                <a:cubicBezTo>
                  <a:pt x="61087" y="52929"/>
                  <a:pt x="64777" y="52460"/>
                  <a:pt x="67885" y="51521"/>
                </a:cubicBezTo>
                <a:cubicBezTo>
                  <a:pt x="70993" y="50582"/>
                  <a:pt x="73308" y="49514"/>
                  <a:pt x="74829" y="48316"/>
                </a:cubicBezTo>
                <a:cubicBezTo>
                  <a:pt x="76351" y="47118"/>
                  <a:pt x="77548" y="45532"/>
                  <a:pt x="78422" y="43557"/>
                </a:cubicBezTo>
                <a:cubicBezTo>
                  <a:pt x="79296" y="41582"/>
                  <a:pt x="79831" y="39931"/>
                  <a:pt x="80025" y="38604"/>
                </a:cubicBezTo>
                <a:cubicBezTo>
                  <a:pt x="80219" y="37277"/>
                  <a:pt x="80316" y="35674"/>
                  <a:pt x="80316" y="33797"/>
                </a:cubicBezTo>
                <a:cubicBezTo>
                  <a:pt x="80316" y="26222"/>
                  <a:pt x="74683" y="18938"/>
                  <a:pt x="63418" y="11945"/>
                </a:cubicBezTo>
                <a:lnTo>
                  <a:pt x="63612" y="9323"/>
                </a:lnTo>
                <a:lnTo>
                  <a:pt x="76917" y="6021"/>
                </a:lnTo>
                <a:lnTo>
                  <a:pt x="77694" y="6604"/>
                </a:lnTo>
                <a:cubicBezTo>
                  <a:pt x="85399" y="15733"/>
                  <a:pt x="89251" y="25477"/>
                  <a:pt x="89251" y="35836"/>
                </a:cubicBezTo>
                <a:cubicBezTo>
                  <a:pt x="89251" y="57720"/>
                  <a:pt x="78503" y="68662"/>
                  <a:pt x="57008" y="68662"/>
                </a:cubicBezTo>
                <a:cubicBezTo>
                  <a:pt x="56555" y="68662"/>
                  <a:pt x="51990" y="68565"/>
                  <a:pt x="43314" y="68371"/>
                </a:cubicBezTo>
                <a:cubicBezTo>
                  <a:pt x="34639" y="68176"/>
                  <a:pt x="29200" y="68079"/>
                  <a:pt x="26999" y="68079"/>
                </a:cubicBezTo>
                <a:cubicBezTo>
                  <a:pt x="18647" y="68079"/>
                  <a:pt x="13467" y="69180"/>
                  <a:pt x="11460" y="71381"/>
                </a:cubicBezTo>
                <a:cubicBezTo>
                  <a:pt x="10489" y="72482"/>
                  <a:pt x="10003" y="74424"/>
                  <a:pt x="10003" y="77208"/>
                </a:cubicBezTo>
                <a:cubicBezTo>
                  <a:pt x="10003" y="78827"/>
                  <a:pt x="10359" y="80607"/>
                  <a:pt x="11071" y="82550"/>
                </a:cubicBezTo>
                <a:lnTo>
                  <a:pt x="6118" y="84104"/>
                </a:lnTo>
                <a:cubicBezTo>
                  <a:pt x="2039" y="80219"/>
                  <a:pt x="0" y="74942"/>
                  <a:pt x="0" y="68274"/>
                </a:cubicBezTo>
                <a:cubicBezTo>
                  <a:pt x="0" y="64518"/>
                  <a:pt x="971" y="61265"/>
                  <a:pt x="2914" y="58513"/>
                </a:cubicBezTo>
                <a:cubicBezTo>
                  <a:pt x="4856" y="55762"/>
                  <a:pt x="7705" y="53835"/>
                  <a:pt x="11460" y="52735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Text t">
            <a:extLst xmlns:a="http://schemas.openxmlformats.org/drawingml/2006/main">
              <a:ext uri="{FF2B5EF4-FFF2-40B4-BE49-F238E27FC236}">
                <a16:creationId xmlns:a16="http://schemas.microsoft.com/office/drawing/2014/main" id="{AB1C6984-B210-4D05-A7C0-3093CB71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020" y="1083648"/>
            <a:ext cx="118354" cy="55260"/>
          </a:xfrm>
          <a:custGeom xmlns:a="http://schemas.openxmlformats.org/drawingml/2006/main">
            <a:pathLst>
              <a:path w="118354" h="55260">
                <a:moveTo>
                  <a:pt x="87373" y="15150"/>
                </a:moveTo>
                <a:cubicBezTo>
                  <a:pt x="95207" y="15150"/>
                  <a:pt x="103689" y="15409"/>
                  <a:pt x="112818" y="15927"/>
                </a:cubicBezTo>
                <a:lnTo>
                  <a:pt x="113401" y="16316"/>
                </a:lnTo>
                <a:cubicBezTo>
                  <a:pt x="113660" y="18323"/>
                  <a:pt x="114016" y="20022"/>
                  <a:pt x="114469" y="21414"/>
                </a:cubicBezTo>
                <a:cubicBezTo>
                  <a:pt x="114922" y="22806"/>
                  <a:pt x="115586" y="24393"/>
                  <a:pt x="116460" y="26173"/>
                </a:cubicBezTo>
                <a:cubicBezTo>
                  <a:pt x="117334" y="27954"/>
                  <a:pt x="117965" y="29297"/>
                  <a:pt x="118354" y="30204"/>
                </a:cubicBezTo>
                <a:cubicBezTo>
                  <a:pt x="118354" y="31369"/>
                  <a:pt x="117706" y="31984"/>
                  <a:pt x="116411" y="32049"/>
                </a:cubicBezTo>
                <a:cubicBezTo>
                  <a:pt x="107930" y="31401"/>
                  <a:pt x="98251" y="31045"/>
                  <a:pt x="87373" y="30980"/>
                </a:cubicBezTo>
                <a:lnTo>
                  <a:pt x="87373" y="40401"/>
                </a:lnTo>
                <a:cubicBezTo>
                  <a:pt x="87373" y="42926"/>
                  <a:pt x="87503" y="47555"/>
                  <a:pt x="87762" y="54289"/>
                </a:cubicBezTo>
                <a:lnTo>
                  <a:pt x="86305" y="55260"/>
                </a:lnTo>
                <a:cubicBezTo>
                  <a:pt x="83651" y="54224"/>
                  <a:pt x="80931" y="53447"/>
                  <a:pt x="78147" y="52929"/>
                </a:cubicBezTo>
                <a:cubicBezTo>
                  <a:pt x="78406" y="50274"/>
                  <a:pt x="78536" y="45483"/>
                  <a:pt x="78536" y="38556"/>
                </a:cubicBezTo>
                <a:lnTo>
                  <a:pt x="78536" y="30980"/>
                </a:lnTo>
                <a:lnTo>
                  <a:pt x="53479" y="30980"/>
                </a:lnTo>
                <a:cubicBezTo>
                  <a:pt x="48947" y="30980"/>
                  <a:pt x="43784" y="30883"/>
                  <a:pt x="37989" y="30689"/>
                </a:cubicBezTo>
                <a:cubicBezTo>
                  <a:pt x="32194" y="30495"/>
                  <a:pt x="28553" y="30398"/>
                  <a:pt x="27063" y="30398"/>
                </a:cubicBezTo>
                <a:cubicBezTo>
                  <a:pt x="16834" y="30398"/>
                  <a:pt x="11395" y="32599"/>
                  <a:pt x="10748" y="37002"/>
                </a:cubicBezTo>
                <a:cubicBezTo>
                  <a:pt x="9906" y="42117"/>
                  <a:pt x="10424" y="47329"/>
                  <a:pt x="12302" y="52638"/>
                </a:cubicBezTo>
                <a:lnTo>
                  <a:pt x="7349" y="55066"/>
                </a:lnTo>
                <a:cubicBezTo>
                  <a:pt x="2428" y="47361"/>
                  <a:pt x="0" y="39689"/>
                  <a:pt x="65" y="32049"/>
                </a:cubicBezTo>
                <a:cubicBezTo>
                  <a:pt x="65" y="27128"/>
                  <a:pt x="1716" y="22968"/>
                  <a:pt x="5018" y="19569"/>
                </a:cubicBezTo>
                <a:cubicBezTo>
                  <a:pt x="8320" y="16170"/>
                  <a:pt x="13014" y="14471"/>
                  <a:pt x="19100" y="14471"/>
                </a:cubicBezTo>
                <a:cubicBezTo>
                  <a:pt x="20589" y="14471"/>
                  <a:pt x="25202" y="14584"/>
                  <a:pt x="32939" y="14810"/>
                </a:cubicBezTo>
                <a:cubicBezTo>
                  <a:pt x="40676" y="15037"/>
                  <a:pt x="46811" y="15150"/>
                  <a:pt x="51343" y="15150"/>
                </a:cubicBezTo>
                <a:lnTo>
                  <a:pt x="78536" y="15150"/>
                </a:lnTo>
                <a:cubicBezTo>
                  <a:pt x="78536" y="8935"/>
                  <a:pt x="78406" y="4208"/>
                  <a:pt x="78147" y="971"/>
                </a:cubicBezTo>
                <a:lnTo>
                  <a:pt x="79604" y="0"/>
                </a:lnTo>
                <a:cubicBezTo>
                  <a:pt x="82517" y="1878"/>
                  <a:pt x="85237" y="3334"/>
                  <a:pt x="87762" y="4370"/>
                </a:cubicBezTo>
                <a:cubicBezTo>
                  <a:pt x="87503" y="6248"/>
                  <a:pt x="87373" y="9841"/>
                  <a:pt x="87373" y="15150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Text i">
            <a:extLst xmlns:a="http://schemas.openxmlformats.org/drawingml/2006/main">
              <a:ext uri="{FF2B5EF4-FFF2-40B4-BE49-F238E27FC236}">
                <a16:creationId xmlns:a16="http://schemas.microsoft.com/office/drawing/2014/main" id="{E3514CF4-06FA-43E8-AD42-63AF5E52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445" y="1163413"/>
            <a:ext cx="129458" cy="20298"/>
          </a:xfrm>
          <a:custGeom xmlns:a="http://schemas.openxmlformats.org/drawingml/2006/main">
            <a:pathLst>
              <a:path w="129458" h="20298">
                <a:moveTo>
                  <a:pt x="112268" y="3059"/>
                </a:moveTo>
                <a:cubicBezTo>
                  <a:pt x="114340" y="1020"/>
                  <a:pt x="116703" y="0"/>
                  <a:pt x="119357" y="0"/>
                </a:cubicBezTo>
                <a:cubicBezTo>
                  <a:pt x="122012" y="0"/>
                  <a:pt x="124359" y="1020"/>
                  <a:pt x="126398" y="3059"/>
                </a:cubicBezTo>
                <a:cubicBezTo>
                  <a:pt x="128438" y="5099"/>
                  <a:pt x="129458" y="7446"/>
                  <a:pt x="129458" y="10100"/>
                </a:cubicBezTo>
                <a:cubicBezTo>
                  <a:pt x="129458" y="12755"/>
                  <a:pt x="128438" y="15118"/>
                  <a:pt x="126398" y="17190"/>
                </a:cubicBezTo>
                <a:cubicBezTo>
                  <a:pt x="124359" y="19262"/>
                  <a:pt x="122012" y="20298"/>
                  <a:pt x="119357" y="20298"/>
                </a:cubicBezTo>
                <a:cubicBezTo>
                  <a:pt x="116703" y="20298"/>
                  <a:pt x="114340" y="19262"/>
                  <a:pt x="112268" y="17190"/>
                </a:cubicBezTo>
                <a:cubicBezTo>
                  <a:pt x="110196" y="15118"/>
                  <a:pt x="109160" y="12755"/>
                  <a:pt x="109160" y="10100"/>
                </a:cubicBezTo>
                <a:cubicBezTo>
                  <a:pt x="109160" y="7446"/>
                  <a:pt x="110196" y="5099"/>
                  <a:pt x="112268" y="3059"/>
                </a:cubicBezTo>
                <a:moveTo>
                  <a:pt x="47296" y="1942"/>
                </a:moveTo>
                <a:cubicBezTo>
                  <a:pt x="64907" y="1942"/>
                  <a:pt x="77791" y="1360"/>
                  <a:pt x="85949" y="194"/>
                </a:cubicBezTo>
                <a:lnTo>
                  <a:pt x="86532" y="583"/>
                </a:lnTo>
                <a:cubicBezTo>
                  <a:pt x="86143" y="6280"/>
                  <a:pt x="86208" y="12043"/>
                  <a:pt x="86726" y="17870"/>
                </a:cubicBezTo>
                <a:cubicBezTo>
                  <a:pt x="86726" y="18647"/>
                  <a:pt x="86629" y="19148"/>
                  <a:pt x="86435" y="19375"/>
                </a:cubicBezTo>
                <a:cubicBezTo>
                  <a:pt x="86240" y="19602"/>
                  <a:pt x="85658" y="19715"/>
                  <a:pt x="84686" y="19715"/>
                </a:cubicBezTo>
                <a:cubicBezTo>
                  <a:pt x="73550" y="18549"/>
                  <a:pt x="62155" y="17934"/>
                  <a:pt x="50501" y="17870"/>
                </a:cubicBezTo>
                <a:lnTo>
                  <a:pt x="36419" y="17870"/>
                </a:lnTo>
                <a:cubicBezTo>
                  <a:pt x="21981" y="17870"/>
                  <a:pt x="10035" y="18485"/>
                  <a:pt x="583" y="19715"/>
                </a:cubicBezTo>
                <a:lnTo>
                  <a:pt x="0" y="19229"/>
                </a:lnTo>
                <a:cubicBezTo>
                  <a:pt x="388" y="16834"/>
                  <a:pt x="583" y="13726"/>
                  <a:pt x="583" y="9906"/>
                </a:cubicBezTo>
                <a:cubicBezTo>
                  <a:pt x="583" y="6086"/>
                  <a:pt x="388" y="2978"/>
                  <a:pt x="0" y="583"/>
                </a:cubicBezTo>
                <a:lnTo>
                  <a:pt x="583" y="194"/>
                </a:lnTo>
                <a:cubicBezTo>
                  <a:pt x="9582" y="1360"/>
                  <a:pt x="21528" y="1942"/>
                  <a:pt x="36419" y="1942"/>
                </a:cubicBezTo>
                <a:lnTo>
                  <a:pt x="47296" y="1942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Text o">
            <a:extLst xmlns:a="http://schemas.openxmlformats.org/drawingml/2006/main">
              <a:ext uri="{FF2B5EF4-FFF2-40B4-BE49-F238E27FC236}">
                <a16:creationId xmlns:a16="http://schemas.microsoft.com/office/drawing/2014/main" id="{81092EFE-FB65-4244-BE47-B21BCBEC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085" y="1206774"/>
            <a:ext cx="89251" cy="84298"/>
          </a:xfrm>
          <a:custGeom xmlns:a="http://schemas.openxmlformats.org/drawingml/2006/main">
            <a:pathLst>
              <a:path w="89251" h="84298">
                <a:moveTo>
                  <a:pt x="42732" y="0"/>
                </a:moveTo>
                <a:cubicBezTo>
                  <a:pt x="56781" y="0"/>
                  <a:pt x="68047" y="3901"/>
                  <a:pt x="76529" y="11703"/>
                </a:cubicBezTo>
                <a:cubicBezTo>
                  <a:pt x="85010" y="19504"/>
                  <a:pt x="89251" y="29912"/>
                  <a:pt x="89251" y="42926"/>
                </a:cubicBezTo>
                <a:cubicBezTo>
                  <a:pt x="89251" y="56199"/>
                  <a:pt x="85237" y="66412"/>
                  <a:pt x="77208" y="73566"/>
                </a:cubicBezTo>
                <a:cubicBezTo>
                  <a:pt x="69180" y="80721"/>
                  <a:pt x="58270" y="84298"/>
                  <a:pt x="44480" y="84298"/>
                </a:cubicBezTo>
                <a:cubicBezTo>
                  <a:pt x="31207" y="84298"/>
                  <a:pt x="20476" y="80527"/>
                  <a:pt x="12285" y="72984"/>
                </a:cubicBezTo>
                <a:cubicBezTo>
                  <a:pt x="4095" y="65441"/>
                  <a:pt x="0" y="55163"/>
                  <a:pt x="0" y="42149"/>
                </a:cubicBezTo>
                <a:cubicBezTo>
                  <a:pt x="0" y="29265"/>
                  <a:pt x="4047" y="19019"/>
                  <a:pt x="12140" y="11411"/>
                </a:cubicBezTo>
                <a:cubicBezTo>
                  <a:pt x="20233" y="3804"/>
                  <a:pt x="30430" y="0"/>
                  <a:pt x="42732" y="0"/>
                </a:cubicBezTo>
                <a:moveTo>
                  <a:pt x="81287" y="41566"/>
                </a:moveTo>
                <a:cubicBezTo>
                  <a:pt x="81287" y="35739"/>
                  <a:pt x="79507" y="30932"/>
                  <a:pt x="75946" y="27144"/>
                </a:cubicBezTo>
                <a:cubicBezTo>
                  <a:pt x="72385" y="23357"/>
                  <a:pt x="68112" y="20799"/>
                  <a:pt x="63126" y="19472"/>
                </a:cubicBezTo>
                <a:cubicBezTo>
                  <a:pt x="58141" y="18145"/>
                  <a:pt x="52476" y="17481"/>
                  <a:pt x="46131" y="17481"/>
                </a:cubicBezTo>
                <a:cubicBezTo>
                  <a:pt x="40174" y="17481"/>
                  <a:pt x="34541" y="18145"/>
                  <a:pt x="29232" y="19472"/>
                </a:cubicBezTo>
                <a:cubicBezTo>
                  <a:pt x="23923" y="20799"/>
                  <a:pt x="19035" y="23583"/>
                  <a:pt x="14568" y="27824"/>
                </a:cubicBezTo>
                <a:cubicBezTo>
                  <a:pt x="10100" y="32065"/>
                  <a:pt x="7867" y="37423"/>
                  <a:pt x="7867" y="43897"/>
                </a:cubicBezTo>
                <a:cubicBezTo>
                  <a:pt x="7867" y="50501"/>
                  <a:pt x="10990" y="55972"/>
                  <a:pt x="17238" y="60310"/>
                </a:cubicBezTo>
                <a:cubicBezTo>
                  <a:pt x="23486" y="64648"/>
                  <a:pt x="31369" y="66817"/>
                  <a:pt x="40886" y="66817"/>
                </a:cubicBezTo>
                <a:cubicBezTo>
                  <a:pt x="54289" y="66817"/>
                  <a:pt x="64373" y="65069"/>
                  <a:pt x="71139" y="61572"/>
                </a:cubicBezTo>
                <a:cubicBezTo>
                  <a:pt x="77904" y="58076"/>
                  <a:pt x="81287" y="51408"/>
                  <a:pt x="81287" y="41566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Text n">
            <a:extLst xmlns:a="http://schemas.openxmlformats.org/drawingml/2006/main">
              <a:ext uri="{FF2B5EF4-FFF2-40B4-BE49-F238E27FC236}">
                <a16:creationId xmlns:a16="http://schemas.microsoft.com/office/drawing/2014/main" id="{CADF18EE-2835-424B-A8DD-BCA38F7F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445" y="1313409"/>
            <a:ext cx="87891" cy="78568"/>
          </a:xfrm>
          <a:custGeom xmlns:a="http://schemas.openxmlformats.org/drawingml/2006/main">
            <a:pathLst>
              <a:path w="87891" h="78568">
                <a:moveTo>
                  <a:pt x="36419" y="76723"/>
                </a:moveTo>
                <a:cubicBezTo>
                  <a:pt x="21333" y="76723"/>
                  <a:pt x="9388" y="77338"/>
                  <a:pt x="583" y="78568"/>
                </a:cubicBezTo>
                <a:lnTo>
                  <a:pt x="0" y="78082"/>
                </a:lnTo>
                <a:cubicBezTo>
                  <a:pt x="388" y="75687"/>
                  <a:pt x="583" y="72579"/>
                  <a:pt x="583" y="68759"/>
                </a:cubicBezTo>
                <a:cubicBezTo>
                  <a:pt x="583" y="64939"/>
                  <a:pt x="388" y="61831"/>
                  <a:pt x="0" y="59436"/>
                </a:cubicBezTo>
                <a:lnTo>
                  <a:pt x="583" y="59047"/>
                </a:lnTo>
                <a:cubicBezTo>
                  <a:pt x="9453" y="60213"/>
                  <a:pt x="21398" y="60796"/>
                  <a:pt x="36419" y="60796"/>
                </a:cubicBezTo>
                <a:lnTo>
                  <a:pt x="55843" y="60796"/>
                </a:lnTo>
                <a:cubicBezTo>
                  <a:pt x="63677" y="60796"/>
                  <a:pt x="68986" y="59743"/>
                  <a:pt x="71770" y="57639"/>
                </a:cubicBezTo>
                <a:cubicBezTo>
                  <a:pt x="74554" y="55535"/>
                  <a:pt x="75946" y="51828"/>
                  <a:pt x="75946" y="46519"/>
                </a:cubicBezTo>
                <a:cubicBezTo>
                  <a:pt x="75946" y="42440"/>
                  <a:pt x="74619" y="37779"/>
                  <a:pt x="71964" y="32534"/>
                </a:cubicBezTo>
                <a:cubicBezTo>
                  <a:pt x="69310" y="27290"/>
                  <a:pt x="65198" y="22337"/>
                  <a:pt x="59630" y="17675"/>
                </a:cubicBezTo>
                <a:lnTo>
                  <a:pt x="36419" y="17675"/>
                </a:lnTo>
                <a:cubicBezTo>
                  <a:pt x="21010" y="17675"/>
                  <a:pt x="9064" y="18258"/>
                  <a:pt x="583" y="19423"/>
                </a:cubicBezTo>
                <a:lnTo>
                  <a:pt x="0" y="19035"/>
                </a:lnTo>
                <a:cubicBezTo>
                  <a:pt x="388" y="16639"/>
                  <a:pt x="583" y="13532"/>
                  <a:pt x="583" y="9712"/>
                </a:cubicBezTo>
                <a:cubicBezTo>
                  <a:pt x="583" y="5892"/>
                  <a:pt x="388" y="2784"/>
                  <a:pt x="0" y="388"/>
                </a:cubicBezTo>
                <a:lnTo>
                  <a:pt x="583" y="0"/>
                </a:lnTo>
                <a:cubicBezTo>
                  <a:pt x="8676" y="1165"/>
                  <a:pt x="20621" y="1748"/>
                  <a:pt x="36419" y="1748"/>
                </a:cubicBezTo>
                <a:lnTo>
                  <a:pt x="47296" y="1748"/>
                </a:lnTo>
                <a:cubicBezTo>
                  <a:pt x="65619" y="1748"/>
                  <a:pt x="78503" y="1165"/>
                  <a:pt x="85949" y="0"/>
                </a:cubicBezTo>
                <a:lnTo>
                  <a:pt x="86532" y="388"/>
                </a:lnTo>
                <a:cubicBezTo>
                  <a:pt x="86014" y="6216"/>
                  <a:pt x="86208" y="11589"/>
                  <a:pt x="87114" y="16510"/>
                </a:cubicBezTo>
                <a:cubicBezTo>
                  <a:pt x="87114" y="17287"/>
                  <a:pt x="86435" y="17675"/>
                  <a:pt x="85075" y="17675"/>
                </a:cubicBezTo>
                <a:lnTo>
                  <a:pt x="70604" y="17675"/>
                </a:lnTo>
                <a:lnTo>
                  <a:pt x="70022" y="18064"/>
                </a:lnTo>
                <a:cubicBezTo>
                  <a:pt x="81935" y="28294"/>
                  <a:pt x="87891" y="39753"/>
                  <a:pt x="87891" y="52443"/>
                </a:cubicBezTo>
                <a:cubicBezTo>
                  <a:pt x="87891" y="61184"/>
                  <a:pt x="85302" y="67480"/>
                  <a:pt x="80122" y="71333"/>
                </a:cubicBezTo>
                <a:cubicBezTo>
                  <a:pt x="74942" y="75185"/>
                  <a:pt x="67043" y="77111"/>
                  <a:pt x="56425" y="77111"/>
                </a:cubicBezTo>
                <a:cubicBezTo>
                  <a:pt x="54289" y="77111"/>
                  <a:pt x="50954" y="77047"/>
                  <a:pt x="46422" y="76917"/>
                </a:cubicBezTo>
                <a:cubicBezTo>
                  <a:pt x="41890" y="76788"/>
                  <a:pt x="38556" y="76723"/>
                  <a:pt x="36419" y="76723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Text =">
            <a:extLst xmlns:a="http://schemas.openxmlformats.org/drawingml/2006/main">
              <a:ext uri="{FF2B5EF4-FFF2-40B4-BE49-F238E27FC236}">
                <a16:creationId xmlns:a16="http://schemas.microsoft.com/office/drawing/2014/main" id="{893E26C4-4E1F-4823-91BF-6CD0E07D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5677" y="1418963"/>
            <a:ext cx="34574" cy="78568"/>
          </a:xfrm>
          <a:custGeom xmlns:a="http://schemas.openxmlformats.org/drawingml/2006/main">
            <a:pathLst>
              <a:path w="34574" h="78568">
                <a:moveTo>
                  <a:pt x="34574" y="78568"/>
                </a:moveTo>
                <a:lnTo>
                  <a:pt x="24862" y="78568"/>
                </a:lnTo>
                <a:lnTo>
                  <a:pt x="24862" y="0"/>
                </a:lnTo>
                <a:lnTo>
                  <a:pt x="34574" y="0"/>
                </a:lnTo>
                <a:lnTo>
                  <a:pt x="34574" y="78568"/>
                </a:lnTo>
                <a:moveTo>
                  <a:pt x="9712" y="78568"/>
                </a:moveTo>
                <a:lnTo>
                  <a:pt x="0" y="78568"/>
                </a:lnTo>
                <a:lnTo>
                  <a:pt x="0" y="0"/>
                </a:lnTo>
                <a:lnTo>
                  <a:pt x="9712" y="0"/>
                </a:lnTo>
                <a:lnTo>
                  <a:pt x="9712" y="78568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Text K">
            <a:extLst xmlns:a="http://schemas.openxmlformats.org/drawingml/2006/main">
              <a:ext uri="{FF2B5EF4-FFF2-40B4-BE49-F238E27FC236}">
                <a16:creationId xmlns:a16="http://schemas.microsoft.com/office/drawing/2014/main" id="{DEBF65DA-3345-4BBB-8C8F-494D369A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445" y="1529414"/>
            <a:ext cx="129458" cy="101973"/>
          </a:xfrm>
          <a:custGeom xmlns:a="http://schemas.openxmlformats.org/drawingml/2006/main">
            <a:pathLst>
              <a:path w="129458" h="101973">
                <a:moveTo>
                  <a:pt x="89057" y="1942"/>
                </a:moveTo>
                <a:cubicBezTo>
                  <a:pt x="106149" y="1942"/>
                  <a:pt x="119422" y="1295"/>
                  <a:pt x="128875" y="0"/>
                </a:cubicBezTo>
                <a:lnTo>
                  <a:pt x="129458" y="388"/>
                </a:lnTo>
                <a:cubicBezTo>
                  <a:pt x="129069" y="2784"/>
                  <a:pt x="128875" y="6167"/>
                  <a:pt x="128875" y="10537"/>
                </a:cubicBezTo>
                <a:cubicBezTo>
                  <a:pt x="128875" y="14908"/>
                  <a:pt x="129069" y="18290"/>
                  <a:pt x="129458" y="20686"/>
                </a:cubicBezTo>
                <a:lnTo>
                  <a:pt x="128875" y="21074"/>
                </a:lnTo>
                <a:cubicBezTo>
                  <a:pt x="120134" y="19780"/>
                  <a:pt x="106862" y="19100"/>
                  <a:pt x="89057" y="19035"/>
                </a:cubicBezTo>
                <a:lnTo>
                  <a:pt x="69051" y="19035"/>
                </a:lnTo>
                <a:cubicBezTo>
                  <a:pt x="69245" y="20783"/>
                  <a:pt x="69827" y="22240"/>
                  <a:pt x="70799" y="23405"/>
                </a:cubicBezTo>
                <a:cubicBezTo>
                  <a:pt x="84330" y="38944"/>
                  <a:pt x="103883" y="57850"/>
                  <a:pt x="129458" y="80122"/>
                </a:cubicBezTo>
                <a:cubicBezTo>
                  <a:pt x="129069" y="81870"/>
                  <a:pt x="128875" y="85107"/>
                  <a:pt x="128875" y="89834"/>
                </a:cubicBezTo>
                <a:cubicBezTo>
                  <a:pt x="128875" y="94495"/>
                  <a:pt x="129069" y="97894"/>
                  <a:pt x="129458" y="100031"/>
                </a:cubicBezTo>
                <a:cubicBezTo>
                  <a:pt x="105437" y="72709"/>
                  <a:pt x="85949" y="52541"/>
                  <a:pt x="70993" y="39527"/>
                </a:cubicBezTo>
                <a:lnTo>
                  <a:pt x="70604" y="39527"/>
                </a:lnTo>
                <a:lnTo>
                  <a:pt x="0" y="101973"/>
                </a:lnTo>
                <a:cubicBezTo>
                  <a:pt x="388" y="99448"/>
                  <a:pt x="583" y="95337"/>
                  <a:pt x="583" y="89639"/>
                </a:cubicBezTo>
                <a:cubicBezTo>
                  <a:pt x="583" y="83683"/>
                  <a:pt x="388" y="79572"/>
                  <a:pt x="0" y="77306"/>
                </a:cubicBezTo>
                <a:cubicBezTo>
                  <a:pt x="35804" y="48235"/>
                  <a:pt x="57332" y="30074"/>
                  <a:pt x="64583" y="22823"/>
                </a:cubicBezTo>
                <a:cubicBezTo>
                  <a:pt x="65231" y="22046"/>
                  <a:pt x="65684" y="20783"/>
                  <a:pt x="65943" y="19035"/>
                </a:cubicBezTo>
                <a:lnTo>
                  <a:pt x="40401" y="19035"/>
                </a:lnTo>
                <a:cubicBezTo>
                  <a:pt x="23308" y="19035"/>
                  <a:pt x="10035" y="19715"/>
                  <a:pt x="583" y="21074"/>
                </a:cubicBezTo>
                <a:lnTo>
                  <a:pt x="0" y="20686"/>
                </a:lnTo>
                <a:cubicBezTo>
                  <a:pt x="388" y="18290"/>
                  <a:pt x="583" y="14891"/>
                  <a:pt x="583" y="10489"/>
                </a:cubicBezTo>
                <a:cubicBezTo>
                  <a:pt x="583" y="6086"/>
                  <a:pt x="388" y="2719"/>
                  <a:pt x="0" y="388"/>
                </a:cubicBezTo>
                <a:lnTo>
                  <a:pt x="583" y="0"/>
                </a:lnTo>
                <a:cubicBezTo>
                  <a:pt x="9582" y="1295"/>
                  <a:pt x="22855" y="1942"/>
                  <a:pt x="40401" y="1942"/>
                </a:cubicBezTo>
                <a:lnTo>
                  <a:pt x="89057" y="1942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Text C">
            <a:extLst xmlns:a="http://schemas.openxmlformats.org/drawingml/2006/main">
              <a:ext uri="{FF2B5EF4-FFF2-40B4-BE49-F238E27FC236}">
                <a16:creationId xmlns:a16="http://schemas.microsoft.com/office/drawing/2014/main" id="{E48B0C45-D544-4CB1-A8AC-34C7F5D5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085" y="1640914"/>
            <a:ext cx="132857" cy="111491"/>
          </a:xfrm>
          <a:custGeom xmlns:a="http://schemas.openxmlformats.org/drawingml/2006/main">
            <a:pathLst>
              <a:path w="132857" h="111491">
                <a:moveTo>
                  <a:pt x="132857" y="65263"/>
                </a:moveTo>
                <a:cubicBezTo>
                  <a:pt x="132857" y="72450"/>
                  <a:pt x="132015" y="79653"/>
                  <a:pt x="130332" y="86872"/>
                </a:cubicBezTo>
                <a:cubicBezTo>
                  <a:pt x="128648" y="94091"/>
                  <a:pt x="126997" y="99513"/>
                  <a:pt x="125379" y="103139"/>
                </a:cubicBezTo>
                <a:lnTo>
                  <a:pt x="122854" y="108674"/>
                </a:lnTo>
                <a:lnTo>
                  <a:pt x="122271" y="109063"/>
                </a:lnTo>
                <a:cubicBezTo>
                  <a:pt x="115084" y="107185"/>
                  <a:pt x="107736" y="105988"/>
                  <a:pt x="100225" y="105470"/>
                </a:cubicBezTo>
                <a:lnTo>
                  <a:pt x="100031" y="103042"/>
                </a:lnTo>
                <a:cubicBezTo>
                  <a:pt x="115699" y="95207"/>
                  <a:pt x="123501" y="81708"/>
                  <a:pt x="123436" y="62544"/>
                </a:cubicBezTo>
                <a:cubicBezTo>
                  <a:pt x="123436" y="58141"/>
                  <a:pt x="122417" y="53625"/>
                  <a:pt x="120377" y="48996"/>
                </a:cubicBezTo>
                <a:cubicBezTo>
                  <a:pt x="118338" y="44366"/>
                  <a:pt x="115262" y="39851"/>
                  <a:pt x="111151" y="35448"/>
                </a:cubicBezTo>
                <a:cubicBezTo>
                  <a:pt x="107040" y="31045"/>
                  <a:pt x="101261" y="27452"/>
                  <a:pt x="93815" y="24668"/>
                </a:cubicBezTo>
                <a:cubicBezTo>
                  <a:pt x="86370" y="21884"/>
                  <a:pt x="77888" y="20492"/>
                  <a:pt x="68371" y="20492"/>
                </a:cubicBezTo>
                <a:cubicBezTo>
                  <a:pt x="52573" y="20492"/>
                  <a:pt x="38912" y="24716"/>
                  <a:pt x="27387" y="33166"/>
                </a:cubicBezTo>
                <a:cubicBezTo>
                  <a:pt x="15863" y="41615"/>
                  <a:pt x="10100" y="51990"/>
                  <a:pt x="10100" y="64292"/>
                </a:cubicBezTo>
                <a:cubicBezTo>
                  <a:pt x="10100" y="73680"/>
                  <a:pt x="11622" y="81692"/>
                  <a:pt x="14665" y="88328"/>
                </a:cubicBezTo>
                <a:cubicBezTo>
                  <a:pt x="17708" y="94965"/>
                  <a:pt x="23082" y="101811"/>
                  <a:pt x="30786" y="108869"/>
                </a:cubicBezTo>
                <a:lnTo>
                  <a:pt x="30204" y="110228"/>
                </a:lnTo>
                <a:cubicBezTo>
                  <a:pt x="28650" y="110811"/>
                  <a:pt x="25833" y="111232"/>
                  <a:pt x="21754" y="111491"/>
                </a:cubicBezTo>
                <a:cubicBezTo>
                  <a:pt x="7251" y="99513"/>
                  <a:pt x="0" y="83197"/>
                  <a:pt x="0" y="62544"/>
                </a:cubicBezTo>
                <a:cubicBezTo>
                  <a:pt x="0" y="42278"/>
                  <a:pt x="6151" y="26788"/>
                  <a:pt x="18452" y="16073"/>
                </a:cubicBezTo>
                <a:cubicBezTo>
                  <a:pt x="30754" y="5358"/>
                  <a:pt x="46131" y="0"/>
                  <a:pt x="64583" y="0"/>
                </a:cubicBezTo>
                <a:cubicBezTo>
                  <a:pt x="83683" y="0"/>
                  <a:pt x="99837" y="6572"/>
                  <a:pt x="113045" y="19715"/>
                </a:cubicBezTo>
                <a:cubicBezTo>
                  <a:pt x="126253" y="32858"/>
                  <a:pt x="132857" y="48041"/>
                  <a:pt x="132857" y="65263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Text o">
            <a:extLst xmlns:a="http://schemas.openxmlformats.org/drawingml/2006/main">
              <a:ext uri="{FF2B5EF4-FFF2-40B4-BE49-F238E27FC236}">
                <a16:creationId xmlns:a16="http://schemas.microsoft.com/office/drawing/2014/main" id="{6E2593D6-9BC9-4E42-AD11-A7058F9F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085" y="1772847"/>
            <a:ext cx="89251" cy="84298"/>
          </a:xfrm>
          <a:custGeom xmlns:a="http://schemas.openxmlformats.org/drawingml/2006/main">
            <a:pathLst>
              <a:path w="89251" h="84298">
                <a:moveTo>
                  <a:pt x="42732" y="0"/>
                </a:moveTo>
                <a:cubicBezTo>
                  <a:pt x="56781" y="0"/>
                  <a:pt x="68047" y="3901"/>
                  <a:pt x="76529" y="11703"/>
                </a:cubicBezTo>
                <a:cubicBezTo>
                  <a:pt x="85010" y="19504"/>
                  <a:pt x="89251" y="29912"/>
                  <a:pt x="89251" y="42926"/>
                </a:cubicBezTo>
                <a:cubicBezTo>
                  <a:pt x="89251" y="56199"/>
                  <a:pt x="85237" y="66412"/>
                  <a:pt x="77208" y="73566"/>
                </a:cubicBezTo>
                <a:cubicBezTo>
                  <a:pt x="69180" y="80721"/>
                  <a:pt x="58270" y="84298"/>
                  <a:pt x="44480" y="84298"/>
                </a:cubicBezTo>
                <a:cubicBezTo>
                  <a:pt x="31207" y="84298"/>
                  <a:pt x="20476" y="80527"/>
                  <a:pt x="12285" y="72984"/>
                </a:cubicBezTo>
                <a:cubicBezTo>
                  <a:pt x="4095" y="65441"/>
                  <a:pt x="0" y="55163"/>
                  <a:pt x="0" y="42149"/>
                </a:cubicBezTo>
                <a:cubicBezTo>
                  <a:pt x="0" y="29265"/>
                  <a:pt x="4047" y="19019"/>
                  <a:pt x="12140" y="11411"/>
                </a:cubicBezTo>
                <a:cubicBezTo>
                  <a:pt x="20233" y="3804"/>
                  <a:pt x="30430" y="0"/>
                  <a:pt x="42732" y="0"/>
                </a:cubicBezTo>
                <a:moveTo>
                  <a:pt x="81287" y="41566"/>
                </a:moveTo>
                <a:cubicBezTo>
                  <a:pt x="81287" y="35739"/>
                  <a:pt x="79507" y="30932"/>
                  <a:pt x="75946" y="27144"/>
                </a:cubicBezTo>
                <a:cubicBezTo>
                  <a:pt x="72385" y="23357"/>
                  <a:pt x="68112" y="20799"/>
                  <a:pt x="63126" y="19472"/>
                </a:cubicBezTo>
                <a:cubicBezTo>
                  <a:pt x="58141" y="18145"/>
                  <a:pt x="52476" y="17481"/>
                  <a:pt x="46131" y="17481"/>
                </a:cubicBezTo>
                <a:cubicBezTo>
                  <a:pt x="40174" y="17481"/>
                  <a:pt x="34541" y="18145"/>
                  <a:pt x="29232" y="19472"/>
                </a:cubicBezTo>
                <a:cubicBezTo>
                  <a:pt x="23923" y="20799"/>
                  <a:pt x="19035" y="23583"/>
                  <a:pt x="14568" y="27824"/>
                </a:cubicBezTo>
                <a:cubicBezTo>
                  <a:pt x="10100" y="32065"/>
                  <a:pt x="7867" y="37423"/>
                  <a:pt x="7867" y="43897"/>
                </a:cubicBezTo>
                <a:cubicBezTo>
                  <a:pt x="7867" y="50501"/>
                  <a:pt x="10990" y="55972"/>
                  <a:pt x="17238" y="60310"/>
                </a:cubicBezTo>
                <a:cubicBezTo>
                  <a:pt x="23486" y="64648"/>
                  <a:pt x="31369" y="66817"/>
                  <a:pt x="40886" y="66817"/>
                </a:cubicBezTo>
                <a:cubicBezTo>
                  <a:pt x="54289" y="66817"/>
                  <a:pt x="64373" y="65069"/>
                  <a:pt x="71139" y="61572"/>
                </a:cubicBezTo>
                <a:cubicBezTo>
                  <a:pt x="77904" y="58076"/>
                  <a:pt x="81287" y="51408"/>
                  <a:pt x="81287" y="41566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Text n">
            <a:extLst xmlns:a="http://schemas.openxmlformats.org/drawingml/2006/main">
              <a:ext uri="{FF2B5EF4-FFF2-40B4-BE49-F238E27FC236}">
                <a16:creationId xmlns:a16="http://schemas.microsoft.com/office/drawing/2014/main" id="{318B978E-981A-4248-A5FA-82811C6E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445" y="1879482"/>
            <a:ext cx="87891" cy="78568"/>
          </a:xfrm>
          <a:custGeom xmlns:a="http://schemas.openxmlformats.org/drawingml/2006/main">
            <a:pathLst>
              <a:path w="87891" h="78568">
                <a:moveTo>
                  <a:pt x="36419" y="76723"/>
                </a:moveTo>
                <a:cubicBezTo>
                  <a:pt x="21333" y="76723"/>
                  <a:pt x="9388" y="77338"/>
                  <a:pt x="583" y="78568"/>
                </a:cubicBezTo>
                <a:lnTo>
                  <a:pt x="0" y="78082"/>
                </a:lnTo>
                <a:cubicBezTo>
                  <a:pt x="388" y="75687"/>
                  <a:pt x="583" y="72579"/>
                  <a:pt x="583" y="68759"/>
                </a:cubicBezTo>
                <a:cubicBezTo>
                  <a:pt x="583" y="64939"/>
                  <a:pt x="388" y="61831"/>
                  <a:pt x="0" y="59436"/>
                </a:cubicBezTo>
                <a:lnTo>
                  <a:pt x="583" y="59047"/>
                </a:lnTo>
                <a:cubicBezTo>
                  <a:pt x="9453" y="60213"/>
                  <a:pt x="21398" y="60796"/>
                  <a:pt x="36419" y="60796"/>
                </a:cubicBezTo>
                <a:lnTo>
                  <a:pt x="55843" y="60796"/>
                </a:lnTo>
                <a:cubicBezTo>
                  <a:pt x="63677" y="60796"/>
                  <a:pt x="68986" y="59743"/>
                  <a:pt x="71770" y="57639"/>
                </a:cubicBezTo>
                <a:cubicBezTo>
                  <a:pt x="74554" y="55535"/>
                  <a:pt x="75946" y="51828"/>
                  <a:pt x="75946" y="46519"/>
                </a:cubicBezTo>
                <a:cubicBezTo>
                  <a:pt x="75946" y="42440"/>
                  <a:pt x="74619" y="37779"/>
                  <a:pt x="71964" y="32534"/>
                </a:cubicBezTo>
                <a:cubicBezTo>
                  <a:pt x="69310" y="27290"/>
                  <a:pt x="65198" y="22337"/>
                  <a:pt x="59630" y="17675"/>
                </a:cubicBezTo>
                <a:lnTo>
                  <a:pt x="36419" y="17675"/>
                </a:lnTo>
                <a:cubicBezTo>
                  <a:pt x="21010" y="17675"/>
                  <a:pt x="9064" y="18258"/>
                  <a:pt x="583" y="19423"/>
                </a:cubicBezTo>
                <a:lnTo>
                  <a:pt x="0" y="19035"/>
                </a:lnTo>
                <a:cubicBezTo>
                  <a:pt x="388" y="16639"/>
                  <a:pt x="583" y="13532"/>
                  <a:pt x="583" y="9712"/>
                </a:cubicBezTo>
                <a:cubicBezTo>
                  <a:pt x="583" y="5892"/>
                  <a:pt x="388" y="2784"/>
                  <a:pt x="0" y="388"/>
                </a:cubicBezTo>
                <a:lnTo>
                  <a:pt x="583" y="0"/>
                </a:lnTo>
                <a:cubicBezTo>
                  <a:pt x="8676" y="1165"/>
                  <a:pt x="20621" y="1748"/>
                  <a:pt x="36419" y="1748"/>
                </a:cubicBezTo>
                <a:lnTo>
                  <a:pt x="47296" y="1748"/>
                </a:lnTo>
                <a:cubicBezTo>
                  <a:pt x="65619" y="1748"/>
                  <a:pt x="78503" y="1165"/>
                  <a:pt x="85949" y="0"/>
                </a:cubicBezTo>
                <a:lnTo>
                  <a:pt x="86532" y="388"/>
                </a:lnTo>
                <a:cubicBezTo>
                  <a:pt x="86014" y="6216"/>
                  <a:pt x="86208" y="11589"/>
                  <a:pt x="87114" y="16510"/>
                </a:cubicBezTo>
                <a:cubicBezTo>
                  <a:pt x="87114" y="17287"/>
                  <a:pt x="86435" y="17675"/>
                  <a:pt x="85075" y="17675"/>
                </a:cubicBezTo>
                <a:lnTo>
                  <a:pt x="70604" y="17675"/>
                </a:lnTo>
                <a:lnTo>
                  <a:pt x="70022" y="18064"/>
                </a:lnTo>
                <a:cubicBezTo>
                  <a:pt x="81935" y="28294"/>
                  <a:pt x="87891" y="39753"/>
                  <a:pt x="87891" y="52443"/>
                </a:cubicBezTo>
                <a:cubicBezTo>
                  <a:pt x="87891" y="61184"/>
                  <a:pt x="85302" y="67480"/>
                  <a:pt x="80122" y="71333"/>
                </a:cubicBezTo>
                <a:cubicBezTo>
                  <a:pt x="74942" y="75185"/>
                  <a:pt x="67043" y="77111"/>
                  <a:pt x="56425" y="77111"/>
                </a:cubicBezTo>
                <a:cubicBezTo>
                  <a:pt x="54289" y="77111"/>
                  <a:pt x="50954" y="77047"/>
                  <a:pt x="46422" y="76917"/>
                </a:cubicBezTo>
                <a:cubicBezTo>
                  <a:pt x="41890" y="76788"/>
                  <a:pt x="38556" y="76723"/>
                  <a:pt x="36419" y="76723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Text f">
            <a:extLst xmlns:a="http://schemas.openxmlformats.org/drawingml/2006/main">
              <a:ext uri="{FF2B5EF4-FFF2-40B4-BE49-F238E27FC236}">
                <a16:creationId xmlns:a16="http://schemas.microsoft.com/office/drawing/2014/main" id="{FD11C351-18A4-42CA-96F4-F6967060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445" y="1975713"/>
            <a:ext cx="139461" cy="68565"/>
          </a:xfrm>
          <a:custGeom xmlns:a="http://schemas.openxmlformats.org/drawingml/2006/main">
            <a:pathLst>
              <a:path w="139461" h="68565">
                <a:moveTo>
                  <a:pt x="85949" y="15927"/>
                </a:moveTo>
                <a:lnTo>
                  <a:pt x="93621" y="15927"/>
                </a:lnTo>
                <a:cubicBezTo>
                  <a:pt x="104757" y="15927"/>
                  <a:pt x="114922" y="19553"/>
                  <a:pt x="124116" y="26804"/>
                </a:cubicBezTo>
                <a:cubicBezTo>
                  <a:pt x="128907" y="30495"/>
                  <a:pt x="132662" y="35302"/>
                  <a:pt x="135382" y="41226"/>
                </a:cubicBezTo>
                <a:cubicBezTo>
                  <a:pt x="138101" y="47151"/>
                  <a:pt x="139461" y="53220"/>
                  <a:pt x="139461" y="59436"/>
                </a:cubicBezTo>
                <a:cubicBezTo>
                  <a:pt x="139461" y="63256"/>
                  <a:pt x="138781" y="66234"/>
                  <a:pt x="137421" y="68371"/>
                </a:cubicBezTo>
                <a:lnTo>
                  <a:pt x="136839" y="68565"/>
                </a:lnTo>
                <a:cubicBezTo>
                  <a:pt x="132889" y="66558"/>
                  <a:pt x="127450" y="64713"/>
                  <a:pt x="120523" y="63029"/>
                </a:cubicBezTo>
                <a:lnTo>
                  <a:pt x="120329" y="60893"/>
                </a:lnTo>
                <a:cubicBezTo>
                  <a:pt x="124990" y="58368"/>
                  <a:pt x="127321" y="54515"/>
                  <a:pt x="127321" y="49336"/>
                </a:cubicBezTo>
                <a:cubicBezTo>
                  <a:pt x="127321" y="43638"/>
                  <a:pt x="125621" y="39122"/>
                  <a:pt x="122222" y="35788"/>
                </a:cubicBezTo>
                <a:cubicBezTo>
                  <a:pt x="118823" y="32453"/>
                  <a:pt x="114340" y="30786"/>
                  <a:pt x="108772" y="30786"/>
                </a:cubicBezTo>
                <a:cubicBezTo>
                  <a:pt x="107865" y="30786"/>
                  <a:pt x="104790" y="30964"/>
                  <a:pt x="99545" y="31320"/>
                </a:cubicBezTo>
                <a:cubicBezTo>
                  <a:pt x="94301" y="31676"/>
                  <a:pt x="90352" y="31855"/>
                  <a:pt x="87697" y="31855"/>
                </a:cubicBezTo>
                <a:lnTo>
                  <a:pt x="85949" y="31855"/>
                </a:lnTo>
                <a:lnTo>
                  <a:pt x="85949" y="40401"/>
                </a:lnTo>
                <a:cubicBezTo>
                  <a:pt x="85949" y="44091"/>
                  <a:pt x="86078" y="48721"/>
                  <a:pt x="86337" y="54289"/>
                </a:cubicBezTo>
                <a:lnTo>
                  <a:pt x="84881" y="55260"/>
                </a:lnTo>
                <a:cubicBezTo>
                  <a:pt x="82226" y="54224"/>
                  <a:pt x="79507" y="53447"/>
                  <a:pt x="76723" y="52929"/>
                </a:cubicBezTo>
                <a:cubicBezTo>
                  <a:pt x="76982" y="50274"/>
                  <a:pt x="77111" y="45483"/>
                  <a:pt x="77111" y="38556"/>
                </a:cubicBezTo>
                <a:lnTo>
                  <a:pt x="77111" y="31855"/>
                </a:lnTo>
                <a:lnTo>
                  <a:pt x="40207" y="31855"/>
                </a:lnTo>
                <a:cubicBezTo>
                  <a:pt x="22725" y="31855"/>
                  <a:pt x="9518" y="32502"/>
                  <a:pt x="583" y="33797"/>
                </a:cubicBezTo>
                <a:lnTo>
                  <a:pt x="0" y="33408"/>
                </a:lnTo>
                <a:cubicBezTo>
                  <a:pt x="388" y="31013"/>
                  <a:pt x="583" y="27824"/>
                  <a:pt x="583" y="23842"/>
                </a:cubicBezTo>
                <a:cubicBezTo>
                  <a:pt x="583" y="19861"/>
                  <a:pt x="388" y="16672"/>
                  <a:pt x="0" y="14276"/>
                </a:cubicBezTo>
                <a:lnTo>
                  <a:pt x="583" y="13888"/>
                </a:lnTo>
                <a:cubicBezTo>
                  <a:pt x="8935" y="15183"/>
                  <a:pt x="22143" y="15863"/>
                  <a:pt x="40207" y="15927"/>
                </a:cubicBezTo>
                <a:lnTo>
                  <a:pt x="77111" y="15927"/>
                </a:lnTo>
                <a:lnTo>
                  <a:pt x="77111" y="15733"/>
                </a:lnTo>
                <a:cubicBezTo>
                  <a:pt x="77111" y="9647"/>
                  <a:pt x="76982" y="4726"/>
                  <a:pt x="76723" y="971"/>
                </a:cubicBezTo>
                <a:lnTo>
                  <a:pt x="78180" y="0"/>
                </a:lnTo>
                <a:cubicBezTo>
                  <a:pt x="81093" y="1878"/>
                  <a:pt x="83812" y="3334"/>
                  <a:pt x="86337" y="4370"/>
                </a:cubicBezTo>
                <a:cubicBezTo>
                  <a:pt x="86078" y="6377"/>
                  <a:pt x="85949" y="10230"/>
                  <a:pt x="85949" y="15927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Text i">
            <a:extLst xmlns:a="http://schemas.openxmlformats.org/drawingml/2006/main">
              <a:ext uri="{FF2B5EF4-FFF2-40B4-BE49-F238E27FC236}">
                <a16:creationId xmlns:a16="http://schemas.microsoft.com/office/drawing/2014/main" id="{B1C7FBB0-730E-45AE-BF84-462685A3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445" y="2050306"/>
            <a:ext cx="129458" cy="20298"/>
          </a:xfrm>
          <a:custGeom xmlns:a="http://schemas.openxmlformats.org/drawingml/2006/main">
            <a:pathLst>
              <a:path w="129458" h="20298">
                <a:moveTo>
                  <a:pt x="112268" y="3059"/>
                </a:moveTo>
                <a:cubicBezTo>
                  <a:pt x="114340" y="1020"/>
                  <a:pt x="116703" y="0"/>
                  <a:pt x="119357" y="0"/>
                </a:cubicBezTo>
                <a:cubicBezTo>
                  <a:pt x="122012" y="0"/>
                  <a:pt x="124359" y="1020"/>
                  <a:pt x="126398" y="3059"/>
                </a:cubicBezTo>
                <a:cubicBezTo>
                  <a:pt x="128438" y="5099"/>
                  <a:pt x="129458" y="7446"/>
                  <a:pt x="129458" y="10100"/>
                </a:cubicBezTo>
                <a:cubicBezTo>
                  <a:pt x="129458" y="12755"/>
                  <a:pt x="128438" y="15118"/>
                  <a:pt x="126398" y="17190"/>
                </a:cubicBezTo>
                <a:cubicBezTo>
                  <a:pt x="124359" y="19262"/>
                  <a:pt x="122012" y="20298"/>
                  <a:pt x="119357" y="20298"/>
                </a:cubicBezTo>
                <a:cubicBezTo>
                  <a:pt x="116703" y="20298"/>
                  <a:pt x="114340" y="19262"/>
                  <a:pt x="112268" y="17190"/>
                </a:cubicBezTo>
                <a:cubicBezTo>
                  <a:pt x="110196" y="15118"/>
                  <a:pt x="109160" y="12755"/>
                  <a:pt x="109160" y="10100"/>
                </a:cubicBezTo>
                <a:cubicBezTo>
                  <a:pt x="109160" y="7446"/>
                  <a:pt x="110196" y="5099"/>
                  <a:pt x="112268" y="3059"/>
                </a:cubicBezTo>
                <a:moveTo>
                  <a:pt x="47296" y="1942"/>
                </a:moveTo>
                <a:cubicBezTo>
                  <a:pt x="64907" y="1942"/>
                  <a:pt x="77791" y="1360"/>
                  <a:pt x="85949" y="194"/>
                </a:cubicBezTo>
                <a:lnTo>
                  <a:pt x="86532" y="583"/>
                </a:lnTo>
                <a:cubicBezTo>
                  <a:pt x="86143" y="6280"/>
                  <a:pt x="86208" y="12043"/>
                  <a:pt x="86726" y="17870"/>
                </a:cubicBezTo>
                <a:cubicBezTo>
                  <a:pt x="86726" y="18647"/>
                  <a:pt x="86629" y="19148"/>
                  <a:pt x="86435" y="19375"/>
                </a:cubicBezTo>
                <a:cubicBezTo>
                  <a:pt x="86240" y="19602"/>
                  <a:pt x="85658" y="19715"/>
                  <a:pt x="84686" y="19715"/>
                </a:cubicBezTo>
                <a:cubicBezTo>
                  <a:pt x="73550" y="18549"/>
                  <a:pt x="62155" y="17934"/>
                  <a:pt x="50501" y="17870"/>
                </a:cubicBezTo>
                <a:lnTo>
                  <a:pt x="36419" y="17870"/>
                </a:lnTo>
                <a:cubicBezTo>
                  <a:pt x="21981" y="17870"/>
                  <a:pt x="10035" y="18485"/>
                  <a:pt x="583" y="19715"/>
                </a:cubicBezTo>
                <a:lnTo>
                  <a:pt x="0" y="19229"/>
                </a:lnTo>
                <a:cubicBezTo>
                  <a:pt x="388" y="16834"/>
                  <a:pt x="583" y="13726"/>
                  <a:pt x="583" y="9906"/>
                </a:cubicBezTo>
                <a:cubicBezTo>
                  <a:pt x="583" y="6086"/>
                  <a:pt x="388" y="2978"/>
                  <a:pt x="0" y="583"/>
                </a:cubicBezTo>
                <a:lnTo>
                  <a:pt x="583" y="194"/>
                </a:lnTo>
                <a:cubicBezTo>
                  <a:pt x="9582" y="1360"/>
                  <a:pt x="21528" y="1942"/>
                  <a:pt x="36419" y="1942"/>
                </a:cubicBezTo>
                <a:lnTo>
                  <a:pt x="47296" y="1942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Text g">
            <a:extLst xmlns:a="http://schemas.openxmlformats.org/drawingml/2006/main">
              <a:ext uri="{FF2B5EF4-FFF2-40B4-BE49-F238E27FC236}">
                <a16:creationId xmlns:a16="http://schemas.microsoft.com/office/drawing/2014/main" id="{685C8065-2277-49BA-A47B-28AF3EC5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9925" y="2092502"/>
            <a:ext cx="136450" cy="87697"/>
          </a:xfrm>
          <a:custGeom xmlns:a="http://schemas.openxmlformats.org/drawingml/2006/main">
            <a:pathLst>
              <a:path w="136450" h="87697">
                <a:moveTo>
                  <a:pt x="26416" y="13694"/>
                </a:moveTo>
                <a:cubicBezTo>
                  <a:pt x="20200" y="13694"/>
                  <a:pt x="15668" y="16170"/>
                  <a:pt x="12820" y="21123"/>
                </a:cubicBezTo>
                <a:cubicBezTo>
                  <a:pt x="9971" y="26076"/>
                  <a:pt x="8546" y="32275"/>
                  <a:pt x="8546" y="39721"/>
                </a:cubicBezTo>
                <a:cubicBezTo>
                  <a:pt x="8546" y="48850"/>
                  <a:pt x="10197" y="56700"/>
                  <a:pt x="13499" y="63272"/>
                </a:cubicBezTo>
                <a:cubicBezTo>
                  <a:pt x="16801" y="69844"/>
                  <a:pt x="21301" y="73129"/>
                  <a:pt x="26999" y="73129"/>
                </a:cubicBezTo>
                <a:cubicBezTo>
                  <a:pt x="33473" y="73129"/>
                  <a:pt x="38264" y="70540"/>
                  <a:pt x="41372" y="65360"/>
                </a:cubicBezTo>
                <a:cubicBezTo>
                  <a:pt x="43638" y="61540"/>
                  <a:pt x="44739" y="54515"/>
                  <a:pt x="44674" y="44286"/>
                </a:cubicBezTo>
                <a:cubicBezTo>
                  <a:pt x="44674" y="43638"/>
                  <a:pt x="44577" y="41097"/>
                  <a:pt x="44383" y="36662"/>
                </a:cubicBezTo>
                <a:cubicBezTo>
                  <a:pt x="44188" y="32227"/>
                  <a:pt x="44091" y="28876"/>
                  <a:pt x="44091" y="26610"/>
                </a:cubicBezTo>
                <a:cubicBezTo>
                  <a:pt x="42084" y="23049"/>
                  <a:pt x="39430" y="20006"/>
                  <a:pt x="36128" y="17481"/>
                </a:cubicBezTo>
                <a:cubicBezTo>
                  <a:pt x="32826" y="14956"/>
                  <a:pt x="29588" y="13694"/>
                  <a:pt x="26416" y="13694"/>
                </a:cubicBezTo>
                <a:moveTo>
                  <a:pt x="103819" y="71187"/>
                </a:moveTo>
                <a:cubicBezTo>
                  <a:pt x="95596" y="71187"/>
                  <a:pt x="88604" y="68160"/>
                  <a:pt x="82841" y="62107"/>
                </a:cubicBezTo>
                <a:cubicBezTo>
                  <a:pt x="77079" y="56053"/>
                  <a:pt x="74198" y="48073"/>
                  <a:pt x="74198" y="38167"/>
                </a:cubicBezTo>
                <a:cubicBezTo>
                  <a:pt x="74198" y="31822"/>
                  <a:pt x="75104" y="26902"/>
                  <a:pt x="76917" y="23405"/>
                </a:cubicBezTo>
                <a:cubicBezTo>
                  <a:pt x="73874" y="19844"/>
                  <a:pt x="70184" y="18064"/>
                  <a:pt x="65846" y="18064"/>
                </a:cubicBezTo>
                <a:cubicBezTo>
                  <a:pt x="62026" y="18064"/>
                  <a:pt x="59501" y="19084"/>
                  <a:pt x="58270" y="21123"/>
                </a:cubicBezTo>
                <a:cubicBezTo>
                  <a:pt x="57040" y="23163"/>
                  <a:pt x="56425" y="25995"/>
                  <a:pt x="56425" y="29621"/>
                </a:cubicBezTo>
                <a:cubicBezTo>
                  <a:pt x="56425" y="29750"/>
                  <a:pt x="56555" y="31660"/>
                  <a:pt x="56814" y="35351"/>
                </a:cubicBezTo>
                <a:cubicBezTo>
                  <a:pt x="57461" y="40401"/>
                  <a:pt x="57817" y="45710"/>
                  <a:pt x="57882" y="51278"/>
                </a:cubicBezTo>
                <a:cubicBezTo>
                  <a:pt x="57882" y="64810"/>
                  <a:pt x="55681" y="74165"/>
                  <a:pt x="51278" y="79345"/>
                </a:cubicBezTo>
                <a:cubicBezTo>
                  <a:pt x="46487" y="84913"/>
                  <a:pt x="39915" y="87697"/>
                  <a:pt x="31563" y="87697"/>
                </a:cubicBezTo>
                <a:cubicBezTo>
                  <a:pt x="22175" y="87697"/>
                  <a:pt x="14568" y="83246"/>
                  <a:pt x="8741" y="74343"/>
                </a:cubicBezTo>
                <a:cubicBezTo>
                  <a:pt x="2914" y="65441"/>
                  <a:pt x="0" y="53382"/>
                  <a:pt x="0" y="38167"/>
                </a:cubicBezTo>
                <a:cubicBezTo>
                  <a:pt x="0" y="26902"/>
                  <a:pt x="1878" y="17724"/>
                  <a:pt x="5633" y="10634"/>
                </a:cubicBezTo>
                <a:cubicBezTo>
                  <a:pt x="9388" y="3545"/>
                  <a:pt x="14988" y="0"/>
                  <a:pt x="22434" y="0"/>
                </a:cubicBezTo>
                <a:cubicBezTo>
                  <a:pt x="26513" y="0"/>
                  <a:pt x="30883" y="1522"/>
                  <a:pt x="35545" y="4565"/>
                </a:cubicBezTo>
                <a:cubicBezTo>
                  <a:pt x="40077" y="10392"/>
                  <a:pt x="43444" y="16024"/>
                  <a:pt x="45645" y="21463"/>
                </a:cubicBezTo>
                <a:cubicBezTo>
                  <a:pt x="46552" y="16348"/>
                  <a:pt x="48559" y="12480"/>
                  <a:pt x="51666" y="9857"/>
                </a:cubicBezTo>
                <a:cubicBezTo>
                  <a:pt x="54774" y="7235"/>
                  <a:pt x="58497" y="5924"/>
                  <a:pt x="62835" y="5924"/>
                </a:cubicBezTo>
                <a:cubicBezTo>
                  <a:pt x="68015" y="5924"/>
                  <a:pt x="73518" y="10165"/>
                  <a:pt x="79345" y="18647"/>
                </a:cubicBezTo>
                <a:cubicBezTo>
                  <a:pt x="84784" y="9259"/>
                  <a:pt x="93071" y="4565"/>
                  <a:pt x="104207" y="4565"/>
                </a:cubicBezTo>
                <a:cubicBezTo>
                  <a:pt x="113466" y="4565"/>
                  <a:pt x="120814" y="8045"/>
                  <a:pt x="126253" y="15005"/>
                </a:cubicBezTo>
                <a:cubicBezTo>
                  <a:pt x="131691" y="21965"/>
                  <a:pt x="134411" y="29750"/>
                  <a:pt x="134411" y="38361"/>
                </a:cubicBezTo>
                <a:cubicBezTo>
                  <a:pt x="134411" y="42829"/>
                  <a:pt x="133828" y="46875"/>
                  <a:pt x="132662" y="50501"/>
                </a:cubicBezTo>
                <a:cubicBezTo>
                  <a:pt x="132986" y="56134"/>
                  <a:pt x="133650" y="62252"/>
                  <a:pt x="134653" y="68856"/>
                </a:cubicBezTo>
                <a:cubicBezTo>
                  <a:pt x="135657" y="75460"/>
                  <a:pt x="136256" y="79798"/>
                  <a:pt x="136450" y="81870"/>
                </a:cubicBezTo>
                <a:lnTo>
                  <a:pt x="135770" y="82453"/>
                </a:lnTo>
                <a:cubicBezTo>
                  <a:pt x="133893" y="82064"/>
                  <a:pt x="132177" y="81870"/>
                  <a:pt x="130623" y="81870"/>
                </a:cubicBezTo>
                <a:cubicBezTo>
                  <a:pt x="129069" y="81870"/>
                  <a:pt x="127353" y="82064"/>
                  <a:pt x="125476" y="82453"/>
                </a:cubicBezTo>
                <a:lnTo>
                  <a:pt x="124893" y="81870"/>
                </a:lnTo>
                <a:cubicBezTo>
                  <a:pt x="126188" y="69504"/>
                  <a:pt x="126868" y="62608"/>
                  <a:pt x="126933" y="61184"/>
                </a:cubicBezTo>
                <a:cubicBezTo>
                  <a:pt x="122530" y="67853"/>
                  <a:pt x="114825" y="71187"/>
                  <a:pt x="103819" y="71187"/>
                </a:cubicBezTo>
                <a:moveTo>
                  <a:pt x="103624" y="55648"/>
                </a:moveTo>
                <a:cubicBezTo>
                  <a:pt x="119163" y="55648"/>
                  <a:pt x="126900" y="49627"/>
                  <a:pt x="126835" y="37584"/>
                </a:cubicBezTo>
                <a:cubicBezTo>
                  <a:pt x="126835" y="31887"/>
                  <a:pt x="124909" y="27533"/>
                  <a:pt x="121057" y="24522"/>
                </a:cubicBezTo>
                <a:cubicBezTo>
                  <a:pt x="117205" y="21512"/>
                  <a:pt x="111912" y="20006"/>
                  <a:pt x="105178" y="20006"/>
                </a:cubicBezTo>
                <a:cubicBezTo>
                  <a:pt x="89769" y="20006"/>
                  <a:pt x="82064" y="26254"/>
                  <a:pt x="82064" y="38750"/>
                </a:cubicBezTo>
                <a:cubicBezTo>
                  <a:pt x="82064" y="44447"/>
                  <a:pt x="84039" y="48688"/>
                  <a:pt x="87988" y="51472"/>
                </a:cubicBezTo>
                <a:cubicBezTo>
                  <a:pt x="91938" y="54256"/>
                  <a:pt x="97150" y="55648"/>
                  <a:pt x="103624" y="55648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Text R">
            <a:extLst xmlns:a="http://schemas.openxmlformats.org/drawingml/2006/main">
              <a:ext uri="{FF2B5EF4-FFF2-40B4-BE49-F238E27FC236}">
                <a16:creationId xmlns:a16="http://schemas.microsoft.com/office/drawing/2014/main" id="{F04B76A4-1D2D-43E1-A092-87E20C93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445" y="2204085"/>
            <a:ext cx="130235" cy="95661"/>
          </a:xfrm>
          <a:custGeom xmlns:a="http://schemas.openxmlformats.org/drawingml/2006/main">
            <a:pathLst>
              <a:path w="130235" h="95661">
                <a:moveTo>
                  <a:pt x="57494" y="19035"/>
                </a:moveTo>
                <a:lnTo>
                  <a:pt x="40401" y="19035"/>
                </a:lnTo>
                <a:cubicBezTo>
                  <a:pt x="23308" y="19035"/>
                  <a:pt x="10035" y="19715"/>
                  <a:pt x="583" y="21074"/>
                </a:cubicBezTo>
                <a:lnTo>
                  <a:pt x="0" y="20686"/>
                </a:lnTo>
                <a:cubicBezTo>
                  <a:pt x="388" y="18290"/>
                  <a:pt x="583" y="14891"/>
                  <a:pt x="583" y="10489"/>
                </a:cubicBezTo>
                <a:cubicBezTo>
                  <a:pt x="583" y="6086"/>
                  <a:pt x="388" y="2719"/>
                  <a:pt x="0" y="388"/>
                </a:cubicBezTo>
                <a:lnTo>
                  <a:pt x="583" y="0"/>
                </a:lnTo>
                <a:cubicBezTo>
                  <a:pt x="9582" y="1295"/>
                  <a:pt x="22855" y="1942"/>
                  <a:pt x="40401" y="1942"/>
                </a:cubicBezTo>
                <a:lnTo>
                  <a:pt x="89057" y="1942"/>
                </a:lnTo>
                <a:cubicBezTo>
                  <a:pt x="106149" y="1942"/>
                  <a:pt x="119422" y="1295"/>
                  <a:pt x="128875" y="0"/>
                </a:cubicBezTo>
                <a:lnTo>
                  <a:pt x="129458" y="388"/>
                </a:lnTo>
                <a:cubicBezTo>
                  <a:pt x="129069" y="2784"/>
                  <a:pt x="128875" y="6151"/>
                  <a:pt x="128875" y="10489"/>
                </a:cubicBezTo>
                <a:cubicBezTo>
                  <a:pt x="128875" y="12625"/>
                  <a:pt x="129101" y="17238"/>
                  <a:pt x="129555" y="24328"/>
                </a:cubicBezTo>
                <a:cubicBezTo>
                  <a:pt x="130008" y="31418"/>
                  <a:pt x="130235" y="35772"/>
                  <a:pt x="130235" y="37390"/>
                </a:cubicBezTo>
                <a:cubicBezTo>
                  <a:pt x="130235" y="55454"/>
                  <a:pt x="127062" y="67853"/>
                  <a:pt x="120717" y="74586"/>
                </a:cubicBezTo>
                <a:cubicBezTo>
                  <a:pt x="114113" y="81643"/>
                  <a:pt x="105826" y="85140"/>
                  <a:pt x="95855" y="85075"/>
                </a:cubicBezTo>
                <a:cubicBezTo>
                  <a:pt x="81158" y="85075"/>
                  <a:pt x="70475" y="78439"/>
                  <a:pt x="63806" y="65166"/>
                </a:cubicBezTo>
                <a:cubicBezTo>
                  <a:pt x="62317" y="62252"/>
                  <a:pt x="61055" y="58238"/>
                  <a:pt x="60019" y="53123"/>
                </a:cubicBezTo>
                <a:cubicBezTo>
                  <a:pt x="55875" y="56231"/>
                  <a:pt x="45985" y="63159"/>
                  <a:pt x="30349" y="73906"/>
                </a:cubicBezTo>
                <a:cubicBezTo>
                  <a:pt x="14713" y="84654"/>
                  <a:pt x="4791" y="91905"/>
                  <a:pt x="583" y="95661"/>
                </a:cubicBezTo>
                <a:lnTo>
                  <a:pt x="0" y="95272"/>
                </a:lnTo>
                <a:cubicBezTo>
                  <a:pt x="388" y="92618"/>
                  <a:pt x="583" y="88636"/>
                  <a:pt x="583" y="83327"/>
                </a:cubicBezTo>
                <a:cubicBezTo>
                  <a:pt x="583" y="77888"/>
                  <a:pt x="388" y="73906"/>
                  <a:pt x="0" y="71381"/>
                </a:cubicBezTo>
                <a:cubicBezTo>
                  <a:pt x="7187" y="68986"/>
                  <a:pt x="19035" y="62673"/>
                  <a:pt x="35545" y="52443"/>
                </a:cubicBezTo>
                <a:cubicBezTo>
                  <a:pt x="36581" y="51796"/>
                  <a:pt x="38523" y="50614"/>
                  <a:pt x="41372" y="48899"/>
                </a:cubicBezTo>
                <a:cubicBezTo>
                  <a:pt x="44221" y="47183"/>
                  <a:pt x="46309" y="45904"/>
                  <a:pt x="47636" y="45063"/>
                </a:cubicBezTo>
                <a:cubicBezTo>
                  <a:pt x="48963" y="44221"/>
                  <a:pt x="50647" y="43072"/>
                  <a:pt x="52686" y="41615"/>
                </a:cubicBezTo>
                <a:cubicBezTo>
                  <a:pt x="54726" y="40158"/>
                  <a:pt x="56522" y="38782"/>
                  <a:pt x="58076" y="37487"/>
                </a:cubicBezTo>
                <a:cubicBezTo>
                  <a:pt x="57688" y="31919"/>
                  <a:pt x="57494" y="25769"/>
                  <a:pt x="57494" y="19035"/>
                </a:cubicBezTo>
                <a:moveTo>
                  <a:pt x="121688" y="37584"/>
                </a:moveTo>
                <a:cubicBezTo>
                  <a:pt x="121688" y="28844"/>
                  <a:pt x="121235" y="23567"/>
                  <a:pt x="120329" y="21754"/>
                </a:cubicBezTo>
                <a:cubicBezTo>
                  <a:pt x="119422" y="19941"/>
                  <a:pt x="116962" y="19035"/>
                  <a:pt x="112948" y="19035"/>
                </a:cubicBezTo>
                <a:lnTo>
                  <a:pt x="65457" y="19035"/>
                </a:lnTo>
                <a:lnTo>
                  <a:pt x="65457" y="30592"/>
                </a:lnTo>
                <a:cubicBezTo>
                  <a:pt x="65457" y="41469"/>
                  <a:pt x="67675" y="50080"/>
                  <a:pt x="72110" y="56425"/>
                </a:cubicBezTo>
                <a:cubicBezTo>
                  <a:pt x="76545" y="62770"/>
                  <a:pt x="84395" y="65943"/>
                  <a:pt x="95661" y="65943"/>
                </a:cubicBezTo>
                <a:cubicBezTo>
                  <a:pt x="100711" y="65943"/>
                  <a:pt x="105049" y="65053"/>
                  <a:pt x="108674" y="63272"/>
                </a:cubicBezTo>
                <a:cubicBezTo>
                  <a:pt x="112300" y="61492"/>
                  <a:pt x="115019" y="59112"/>
                  <a:pt x="116832" y="56134"/>
                </a:cubicBezTo>
                <a:cubicBezTo>
                  <a:pt x="118645" y="53156"/>
                  <a:pt x="119908" y="50177"/>
                  <a:pt x="120620" y="47199"/>
                </a:cubicBezTo>
                <a:cubicBezTo>
                  <a:pt x="121332" y="44221"/>
                  <a:pt x="121688" y="41016"/>
                  <a:pt x="121688" y="37584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Text e">
            <a:extLst xmlns:a="http://schemas.openxmlformats.org/drawingml/2006/main">
              <a:ext uri="{FF2B5EF4-FFF2-40B4-BE49-F238E27FC236}">
                <a16:creationId xmlns:a16="http://schemas.microsoft.com/office/drawing/2014/main" id="{107FFB3A-DCF6-40DD-9C60-A1F62135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085" y="2311478"/>
            <a:ext cx="89251" cy="75169"/>
          </a:xfrm>
          <a:custGeom xmlns:a="http://schemas.openxmlformats.org/drawingml/2006/main">
            <a:pathLst>
              <a:path w="89251" h="75169">
                <a:moveTo>
                  <a:pt x="56231" y="18064"/>
                </a:moveTo>
                <a:lnTo>
                  <a:pt x="56231" y="54677"/>
                </a:lnTo>
                <a:cubicBezTo>
                  <a:pt x="56231" y="56555"/>
                  <a:pt x="57170" y="57494"/>
                  <a:pt x="59047" y="57494"/>
                </a:cubicBezTo>
                <a:cubicBezTo>
                  <a:pt x="66105" y="57494"/>
                  <a:pt x="71576" y="55794"/>
                  <a:pt x="75460" y="52395"/>
                </a:cubicBezTo>
                <a:cubicBezTo>
                  <a:pt x="79345" y="48996"/>
                  <a:pt x="81287" y="45111"/>
                  <a:pt x="81287" y="40741"/>
                </a:cubicBezTo>
                <a:cubicBezTo>
                  <a:pt x="81287" y="36370"/>
                  <a:pt x="79394" y="31871"/>
                  <a:pt x="75606" y="27241"/>
                </a:cubicBezTo>
                <a:cubicBezTo>
                  <a:pt x="71818" y="22612"/>
                  <a:pt x="65360" y="19553"/>
                  <a:pt x="56231" y="18064"/>
                </a:cubicBezTo>
                <a:moveTo>
                  <a:pt x="22628" y="71187"/>
                </a:moveTo>
                <a:lnTo>
                  <a:pt x="17675" y="75169"/>
                </a:lnTo>
                <a:cubicBezTo>
                  <a:pt x="12366" y="71349"/>
                  <a:pt x="8093" y="66380"/>
                  <a:pt x="4856" y="60261"/>
                </a:cubicBezTo>
                <a:cubicBezTo>
                  <a:pt x="1619" y="54143"/>
                  <a:pt x="0" y="47555"/>
                  <a:pt x="0" y="40498"/>
                </a:cubicBezTo>
                <a:cubicBezTo>
                  <a:pt x="0" y="26707"/>
                  <a:pt x="4370" y="16186"/>
                  <a:pt x="13111" y="8935"/>
                </a:cubicBezTo>
                <a:cubicBezTo>
                  <a:pt x="20298" y="2978"/>
                  <a:pt x="30430" y="0"/>
                  <a:pt x="43509" y="0"/>
                </a:cubicBezTo>
                <a:cubicBezTo>
                  <a:pt x="57429" y="0"/>
                  <a:pt x="68533" y="4079"/>
                  <a:pt x="76820" y="12237"/>
                </a:cubicBezTo>
                <a:cubicBezTo>
                  <a:pt x="85107" y="20395"/>
                  <a:pt x="89251" y="29880"/>
                  <a:pt x="89251" y="40692"/>
                </a:cubicBezTo>
                <a:cubicBezTo>
                  <a:pt x="89251" y="52605"/>
                  <a:pt x="85480" y="61330"/>
                  <a:pt x="77937" y="66865"/>
                </a:cubicBezTo>
                <a:cubicBezTo>
                  <a:pt x="70394" y="72401"/>
                  <a:pt x="61637" y="75169"/>
                  <a:pt x="51666" y="75169"/>
                </a:cubicBezTo>
                <a:cubicBezTo>
                  <a:pt x="49400" y="75169"/>
                  <a:pt x="48267" y="73971"/>
                  <a:pt x="48267" y="71576"/>
                </a:cubicBezTo>
                <a:lnTo>
                  <a:pt x="48267" y="17481"/>
                </a:lnTo>
                <a:cubicBezTo>
                  <a:pt x="36484" y="17481"/>
                  <a:pt x="28067" y="19067"/>
                  <a:pt x="23017" y="22240"/>
                </a:cubicBezTo>
                <a:cubicBezTo>
                  <a:pt x="15442" y="27031"/>
                  <a:pt x="11654" y="34250"/>
                  <a:pt x="11654" y="43897"/>
                </a:cubicBezTo>
                <a:cubicBezTo>
                  <a:pt x="11654" y="55357"/>
                  <a:pt x="15312" y="64454"/>
                  <a:pt x="22628" y="71187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Text a">
            <a:extLst xmlns:a="http://schemas.openxmlformats.org/drawingml/2006/main">
              <a:ext uri="{FF2B5EF4-FFF2-40B4-BE49-F238E27FC236}">
                <a16:creationId xmlns:a16="http://schemas.microsoft.com/office/drawing/2014/main" id="{22ABB135-F2CB-44C6-A1EF-4F7D5E47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085" y="2403715"/>
            <a:ext cx="89251" cy="84104"/>
          </a:xfrm>
          <a:custGeom xmlns:a="http://schemas.openxmlformats.org/drawingml/2006/main">
            <a:pathLst>
              <a:path w="89251" h="84104">
                <a:moveTo>
                  <a:pt x="46714" y="52735"/>
                </a:moveTo>
                <a:lnTo>
                  <a:pt x="42149" y="35836"/>
                </a:lnTo>
                <a:cubicBezTo>
                  <a:pt x="40142" y="28520"/>
                  <a:pt x="37520" y="23405"/>
                  <a:pt x="34282" y="20492"/>
                </a:cubicBezTo>
                <a:cubicBezTo>
                  <a:pt x="31045" y="17578"/>
                  <a:pt x="27031" y="16121"/>
                  <a:pt x="22240" y="16121"/>
                </a:cubicBezTo>
                <a:cubicBezTo>
                  <a:pt x="19067" y="16121"/>
                  <a:pt x="16251" y="17481"/>
                  <a:pt x="13791" y="20200"/>
                </a:cubicBezTo>
                <a:cubicBezTo>
                  <a:pt x="11330" y="22920"/>
                  <a:pt x="10100" y="26481"/>
                  <a:pt x="10100" y="30883"/>
                </a:cubicBezTo>
                <a:cubicBezTo>
                  <a:pt x="10100" y="36192"/>
                  <a:pt x="12690" y="42278"/>
                  <a:pt x="17870" y="49141"/>
                </a:cubicBezTo>
                <a:cubicBezTo>
                  <a:pt x="19165" y="51019"/>
                  <a:pt x="20880" y="51958"/>
                  <a:pt x="23017" y="51958"/>
                </a:cubicBezTo>
                <a:lnTo>
                  <a:pt x="46714" y="52735"/>
                </a:lnTo>
                <a:moveTo>
                  <a:pt x="11460" y="52735"/>
                </a:moveTo>
                <a:lnTo>
                  <a:pt x="11460" y="51958"/>
                </a:lnTo>
                <a:cubicBezTo>
                  <a:pt x="6928" y="46649"/>
                  <a:pt x="3885" y="42165"/>
                  <a:pt x="2331" y="38507"/>
                </a:cubicBezTo>
                <a:cubicBezTo>
                  <a:pt x="777" y="34849"/>
                  <a:pt x="0" y="30301"/>
                  <a:pt x="0" y="24862"/>
                </a:cubicBezTo>
                <a:cubicBezTo>
                  <a:pt x="0" y="17157"/>
                  <a:pt x="1780" y="11088"/>
                  <a:pt x="5341" y="6653"/>
                </a:cubicBezTo>
                <a:cubicBezTo>
                  <a:pt x="8902" y="2218"/>
                  <a:pt x="14276" y="0"/>
                  <a:pt x="21463" y="0"/>
                </a:cubicBezTo>
                <a:cubicBezTo>
                  <a:pt x="28196" y="0"/>
                  <a:pt x="34121" y="2946"/>
                  <a:pt x="39235" y="8838"/>
                </a:cubicBezTo>
                <a:cubicBezTo>
                  <a:pt x="44350" y="14729"/>
                  <a:pt x="48041" y="22790"/>
                  <a:pt x="50307" y="33020"/>
                </a:cubicBezTo>
                <a:lnTo>
                  <a:pt x="54483" y="51569"/>
                </a:lnTo>
                <a:cubicBezTo>
                  <a:pt x="54742" y="52476"/>
                  <a:pt x="55519" y="52929"/>
                  <a:pt x="56814" y="52929"/>
                </a:cubicBezTo>
                <a:cubicBezTo>
                  <a:pt x="61087" y="52929"/>
                  <a:pt x="64777" y="52460"/>
                  <a:pt x="67885" y="51521"/>
                </a:cubicBezTo>
                <a:cubicBezTo>
                  <a:pt x="70993" y="50582"/>
                  <a:pt x="73308" y="49514"/>
                  <a:pt x="74829" y="48316"/>
                </a:cubicBezTo>
                <a:cubicBezTo>
                  <a:pt x="76351" y="47118"/>
                  <a:pt x="77548" y="45532"/>
                  <a:pt x="78422" y="43557"/>
                </a:cubicBezTo>
                <a:cubicBezTo>
                  <a:pt x="79296" y="41582"/>
                  <a:pt x="79831" y="39931"/>
                  <a:pt x="80025" y="38604"/>
                </a:cubicBezTo>
                <a:cubicBezTo>
                  <a:pt x="80219" y="37277"/>
                  <a:pt x="80316" y="35674"/>
                  <a:pt x="80316" y="33797"/>
                </a:cubicBezTo>
                <a:cubicBezTo>
                  <a:pt x="80316" y="26222"/>
                  <a:pt x="74683" y="18938"/>
                  <a:pt x="63418" y="11945"/>
                </a:cubicBezTo>
                <a:lnTo>
                  <a:pt x="63612" y="9323"/>
                </a:lnTo>
                <a:lnTo>
                  <a:pt x="76917" y="6021"/>
                </a:lnTo>
                <a:lnTo>
                  <a:pt x="77694" y="6604"/>
                </a:lnTo>
                <a:cubicBezTo>
                  <a:pt x="85399" y="15733"/>
                  <a:pt x="89251" y="25477"/>
                  <a:pt x="89251" y="35836"/>
                </a:cubicBezTo>
                <a:cubicBezTo>
                  <a:pt x="89251" y="57720"/>
                  <a:pt x="78503" y="68662"/>
                  <a:pt x="57008" y="68662"/>
                </a:cubicBezTo>
                <a:cubicBezTo>
                  <a:pt x="56555" y="68662"/>
                  <a:pt x="51990" y="68565"/>
                  <a:pt x="43314" y="68371"/>
                </a:cubicBezTo>
                <a:cubicBezTo>
                  <a:pt x="34639" y="68176"/>
                  <a:pt x="29200" y="68079"/>
                  <a:pt x="26999" y="68079"/>
                </a:cubicBezTo>
                <a:cubicBezTo>
                  <a:pt x="18647" y="68079"/>
                  <a:pt x="13467" y="69180"/>
                  <a:pt x="11460" y="71381"/>
                </a:cubicBezTo>
                <a:cubicBezTo>
                  <a:pt x="10489" y="72482"/>
                  <a:pt x="10003" y="74424"/>
                  <a:pt x="10003" y="77208"/>
                </a:cubicBezTo>
                <a:cubicBezTo>
                  <a:pt x="10003" y="78827"/>
                  <a:pt x="10359" y="80607"/>
                  <a:pt x="11071" y="82550"/>
                </a:cubicBezTo>
                <a:lnTo>
                  <a:pt x="6118" y="84104"/>
                </a:lnTo>
                <a:cubicBezTo>
                  <a:pt x="2039" y="80219"/>
                  <a:pt x="0" y="74942"/>
                  <a:pt x="0" y="68274"/>
                </a:cubicBezTo>
                <a:cubicBezTo>
                  <a:pt x="0" y="64518"/>
                  <a:pt x="971" y="61265"/>
                  <a:pt x="2914" y="58513"/>
                </a:cubicBezTo>
                <a:cubicBezTo>
                  <a:pt x="4856" y="55762"/>
                  <a:pt x="7705" y="53835"/>
                  <a:pt x="11460" y="52735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Text d">
            <a:extLst xmlns:a="http://schemas.openxmlformats.org/drawingml/2006/main">
              <a:ext uri="{FF2B5EF4-FFF2-40B4-BE49-F238E27FC236}">
                <a16:creationId xmlns:a16="http://schemas.microsoft.com/office/drawing/2014/main" id="{CCCA1BCD-F4A1-4837-997F-512A924C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085" y="2500549"/>
            <a:ext cx="140820" cy="80996"/>
          </a:xfrm>
          <a:custGeom xmlns:a="http://schemas.openxmlformats.org/drawingml/2006/main">
            <a:pathLst>
              <a:path w="140820" h="80996">
                <a:moveTo>
                  <a:pt x="24376" y="61670"/>
                </a:moveTo>
                <a:lnTo>
                  <a:pt x="69730" y="61670"/>
                </a:lnTo>
                <a:cubicBezTo>
                  <a:pt x="73680" y="59145"/>
                  <a:pt x="76593" y="56490"/>
                  <a:pt x="78471" y="53706"/>
                </a:cubicBezTo>
                <a:cubicBezTo>
                  <a:pt x="80349" y="50922"/>
                  <a:pt x="81287" y="47296"/>
                  <a:pt x="81287" y="42829"/>
                </a:cubicBezTo>
                <a:cubicBezTo>
                  <a:pt x="81287" y="40045"/>
                  <a:pt x="80786" y="37325"/>
                  <a:pt x="79782" y="34671"/>
                </a:cubicBezTo>
                <a:cubicBezTo>
                  <a:pt x="78778" y="32016"/>
                  <a:pt x="77127" y="29297"/>
                  <a:pt x="74829" y="26513"/>
                </a:cubicBezTo>
                <a:cubicBezTo>
                  <a:pt x="72531" y="23729"/>
                  <a:pt x="68889" y="21512"/>
                  <a:pt x="63903" y="19861"/>
                </a:cubicBezTo>
                <a:cubicBezTo>
                  <a:pt x="58918" y="18210"/>
                  <a:pt x="52929" y="17384"/>
                  <a:pt x="45937" y="17384"/>
                </a:cubicBezTo>
                <a:cubicBezTo>
                  <a:pt x="34153" y="17384"/>
                  <a:pt x="25267" y="19229"/>
                  <a:pt x="19278" y="22920"/>
                </a:cubicBezTo>
                <a:cubicBezTo>
                  <a:pt x="13289" y="26610"/>
                  <a:pt x="10294" y="31369"/>
                  <a:pt x="10294" y="37196"/>
                </a:cubicBezTo>
                <a:cubicBezTo>
                  <a:pt x="10294" y="46066"/>
                  <a:pt x="14988" y="54224"/>
                  <a:pt x="24376" y="61670"/>
                </a:cubicBezTo>
                <a:moveTo>
                  <a:pt x="13499" y="61670"/>
                </a:moveTo>
                <a:cubicBezTo>
                  <a:pt x="4500" y="54612"/>
                  <a:pt x="0" y="46066"/>
                  <a:pt x="0" y="36031"/>
                </a:cubicBezTo>
                <a:cubicBezTo>
                  <a:pt x="0" y="25412"/>
                  <a:pt x="4273" y="16753"/>
                  <a:pt x="12820" y="10052"/>
                </a:cubicBezTo>
                <a:cubicBezTo>
                  <a:pt x="21366" y="3351"/>
                  <a:pt x="31855" y="0"/>
                  <a:pt x="44286" y="0"/>
                </a:cubicBezTo>
                <a:cubicBezTo>
                  <a:pt x="57688" y="0"/>
                  <a:pt x="68533" y="4225"/>
                  <a:pt x="76820" y="12674"/>
                </a:cubicBezTo>
                <a:cubicBezTo>
                  <a:pt x="85107" y="21123"/>
                  <a:pt x="89251" y="31887"/>
                  <a:pt x="89251" y="44965"/>
                </a:cubicBezTo>
                <a:cubicBezTo>
                  <a:pt x="89251" y="50922"/>
                  <a:pt x="87794" y="56490"/>
                  <a:pt x="84881" y="61670"/>
                </a:cubicBezTo>
                <a:lnTo>
                  <a:pt x="97797" y="61670"/>
                </a:lnTo>
                <a:cubicBezTo>
                  <a:pt x="116768" y="61670"/>
                  <a:pt x="129555" y="61087"/>
                  <a:pt x="136159" y="59921"/>
                </a:cubicBezTo>
                <a:lnTo>
                  <a:pt x="136839" y="60310"/>
                </a:lnTo>
                <a:cubicBezTo>
                  <a:pt x="137227" y="66266"/>
                  <a:pt x="138554" y="72029"/>
                  <a:pt x="140820" y="77597"/>
                </a:cubicBezTo>
                <a:cubicBezTo>
                  <a:pt x="140820" y="78762"/>
                  <a:pt x="140141" y="79377"/>
                  <a:pt x="138781" y="79442"/>
                </a:cubicBezTo>
                <a:cubicBezTo>
                  <a:pt x="124084" y="78277"/>
                  <a:pt x="111620" y="77662"/>
                  <a:pt x="101391" y="77597"/>
                </a:cubicBezTo>
                <a:lnTo>
                  <a:pt x="40110" y="77597"/>
                </a:lnTo>
                <a:cubicBezTo>
                  <a:pt x="26707" y="77597"/>
                  <a:pt x="13985" y="78730"/>
                  <a:pt x="1942" y="80996"/>
                </a:cubicBezTo>
                <a:lnTo>
                  <a:pt x="1360" y="80608"/>
                </a:lnTo>
                <a:cubicBezTo>
                  <a:pt x="1748" y="77953"/>
                  <a:pt x="1942" y="75007"/>
                  <a:pt x="1942" y="71770"/>
                </a:cubicBezTo>
                <a:cubicBezTo>
                  <a:pt x="1942" y="70216"/>
                  <a:pt x="1748" y="67917"/>
                  <a:pt x="1360" y="64874"/>
                </a:cubicBezTo>
                <a:cubicBezTo>
                  <a:pt x="1360" y="63709"/>
                  <a:pt x="1554" y="63126"/>
                  <a:pt x="1942" y="63126"/>
                </a:cubicBezTo>
                <a:lnTo>
                  <a:pt x="13499" y="62058"/>
                </a:lnTo>
                <a:lnTo>
                  <a:pt x="13499" y="61670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Text e">
            <a:extLst xmlns:a="http://schemas.openxmlformats.org/drawingml/2006/main">
              <a:ext uri="{FF2B5EF4-FFF2-40B4-BE49-F238E27FC236}">
                <a16:creationId xmlns:a16="http://schemas.microsoft.com/office/drawing/2014/main" id="{87C67DFF-F432-4050-9A78-B0D26F8E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085" y="2602663"/>
            <a:ext cx="89251" cy="75169"/>
          </a:xfrm>
          <a:custGeom xmlns:a="http://schemas.openxmlformats.org/drawingml/2006/main">
            <a:pathLst>
              <a:path w="89251" h="75169">
                <a:moveTo>
                  <a:pt x="56231" y="18064"/>
                </a:moveTo>
                <a:lnTo>
                  <a:pt x="56231" y="54677"/>
                </a:lnTo>
                <a:cubicBezTo>
                  <a:pt x="56231" y="56555"/>
                  <a:pt x="57170" y="57494"/>
                  <a:pt x="59047" y="57494"/>
                </a:cubicBezTo>
                <a:cubicBezTo>
                  <a:pt x="66105" y="57494"/>
                  <a:pt x="71576" y="55794"/>
                  <a:pt x="75460" y="52395"/>
                </a:cubicBezTo>
                <a:cubicBezTo>
                  <a:pt x="79345" y="48996"/>
                  <a:pt x="81287" y="45111"/>
                  <a:pt x="81287" y="40741"/>
                </a:cubicBezTo>
                <a:cubicBezTo>
                  <a:pt x="81287" y="36370"/>
                  <a:pt x="79394" y="31871"/>
                  <a:pt x="75606" y="27241"/>
                </a:cubicBezTo>
                <a:cubicBezTo>
                  <a:pt x="71818" y="22612"/>
                  <a:pt x="65360" y="19553"/>
                  <a:pt x="56231" y="18064"/>
                </a:cubicBezTo>
                <a:moveTo>
                  <a:pt x="22628" y="71187"/>
                </a:moveTo>
                <a:lnTo>
                  <a:pt x="17675" y="75169"/>
                </a:lnTo>
                <a:cubicBezTo>
                  <a:pt x="12366" y="71349"/>
                  <a:pt x="8093" y="66380"/>
                  <a:pt x="4856" y="60261"/>
                </a:cubicBezTo>
                <a:cubicBezTo>
                  <a:pt x="1619" y="54143"/>
                  <a:pt x="0" y="47555"/>
                  <a:pt x="0" y="40498"/>
                </a:cubicBezTo>
                <a:cubicBezTo>
                  <a:pt x="0" y="26707"/>
                  <a:pt x="4370" y="16186"/>
                  <a:pt x="13111" y="8935"/>
                </a:cubicBezTo>
                <a:cubicBezTo>
                  <a:pt x="20298" y="2978"/>
                  <a:pt x="30430" y="0"/>
                  <a:pt x="43509" y="0"/>
                </a:cubicBezTo>
                <a:cubicBezTo>
                  <a:pt x="57429" y="0"/>
                  <a:pt x="68533" y="4079"/>
                  <a:pt x="76820" y="12237"/>
                </a:cubicBezTo>
                <a:cubicBezTo>
                  <a:pt x="85107" y="20395"/>
                  <a:pt x="89251" y="29880"/>
                  <a:pt x="89251" y="40692"/>
                </a:cubicBezTo>
                <a:cubicBezTo>
                  <a:pt x="89251" y="52605"/>
                  <a:pt x="85480" y="61330"/>
                  <a:pt x="77937" y="66865"/>
                </a:cubicBezTo>
                <a:cubicBezTo>
                  <a:pt x="70394" y="72401"/>
                  <a:pt x="61637" y="75169"/>
                  <a:pt x="51666" y="75169"/>
                </a:cubicBezTo>
                <a:cubicBezTo>
                  <a:pt x="49400" y="75169"/>
                  <a:pt x="48267" y="73971"/>
                  <a:pt x="48267" y="71576"/>
                </a:cubicBezTo>
                <a:lnTo>
                  <a:pt x="48267" y="17481"/>
                </a:lnTo>
                <a:cubicBezTo>
                  <a:pt x="36484" y="17481"/>
                  <a:pt x="28067" y="19067"/>
                  <a:pt x="23017" y="22240"/>
                </a:cubicBezTo>
                <a:cubicBezTo>
                  <a:pt x="15442" y="27031"/>
                  <a:pt x="11654" y="34250"/>
                  <a:pt x="11654" y="43897"/>
                </a:cubicBezTo>
                <a:cubicBezTo>
                  <a:pt x="11654" y="55357"/>
                  <a:pt x="15312" y="64454"/>
                  <a:pt x="22628" y="71187"/>
                </a:cubicBez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Text r">
            <a:extLst xmlns:a="http://schemas.openxmlformats.org/drawingml/2006/main">
              <a:ext uri="{FF2B5EF4-FFF2-40B4-BE49-F238E27FC236}">
                <a16:creationId xmlns:a16="http://schemas.microsoft.com/office/drawing/2014/main" id="{E45FB1F3-5524-4E81-8413-86F3B28C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6445" y="2701503"/>
            <a:ext cx="87891" cy="51472"/>
          </a:xfrm>
          <a:custGeom xmlns:a="http://schemas.openxmlformats.org/drawingml/2006/main">
            <a:pathLst>
              <a:path w="87891" h="51472">
                <a:moveTo>
                  <a:pt x="67011" y="17675"/>
                </a:moveTo>
                <a:lnTo>
                  <a:pt x="66623" y="18258"/>
                </a:lnTo>
                <a:cubicBezTo>
                  <a:pt x="74586" y="22920"/>
                  <a:pt x="80122" y="26999"/>
                  <a:pt x="83230" y="30495"/>
                </a:cubicBezTo>
                <a:cubicBezTo>
                  <a:pt x="86337" y="33991"/>
                  <a:pt x="87891" y="38329"/>
                  <a:pt x="87891" y="43509"/>
                </a:cubicBezTo>
                <a:cubicBezTo>
                  <a:pt x="87891" y="45127"/>
                  <a:pt x="87438" y="47523"/>
                  <a:pt x="86532" y="50695"/>
                </a:cubicBezTo>
                <a:lnTo>
                  <a:pt x="85755" y="51472"/>
                </a:lnTo>
                <a:lnTo>
                  <a:pt x="70993" y="47490"/>
                </a:lnTo>
                <a:lnTo>
                  <a:pt x="70604" y="45937"/>
                </a:lnTo>
                <a:cubicBezTo>
                  <a:pt x="72482" y="43929"/>
                  <a:pt x="73421" y="40466"/>
                  <a:pt x="73421" y="35545"/>
                </a:cubicBezTo>
                <a:cubicBezTo>
                  <a:pt x="73421" y="31142"/>
                  <a:pt x="71090" y="27452"/>
                  <a:pt x="66428" y="24474"/>
                </a:cubicBezTo>
                <a:cubicBezTo>
                  <a:pt x="59565" y="19941"/>
                  <a:pt x="52994" y="17675"/>
                  <a:pt x="46714" y="17675"/>
                </a:cubicBezTo>
                <a:lnTo>
                  <a:pt x="36419" y="17675"/>
                </a:lnTo>
                <a:cubicBezTo>
                  <a:pt x="21592" y="17675"/>
                  <a:pt x="9647" y="18258"/>
                  <a:pt x="583" y="19423"/>
                </a:cubicBezTo>
                <a:lnTo>
                  <a:pt x="0" y="19035"/>
                </a:lnTo>
                <a:cubicBezTo>
                  <a:pt x="388" y="16639"/>
                  <a:pt x="583" y="13532"/>
                  <a:pt x="583" y="9712"/>
                </a:cubicBezTo>
                <a:cubicBezTo>
                  <a:pt x="583" y="5892"/>
                  <a:pt x="388" y="2784"/>
                  <a:pt x="0" y="388"/>
                </a:cubicBezTo>
                <a:lnTo>
                  <a:pt x="583" y="0"/>
                </a:lnTo>
                <a:cubicBezTo>
                  <a:pt x="8805" y="1165"/>
                  <a:pt x="20751" y="1748"/>
                  <a:pt x="36419" y="1748"/>
                </a:cubicBezTo>
                <a:lnTo>
                  <a:pt x="47296" y="1748"/>
                </a:lnTo>
                <a:cubicBezTo>
                  <a:pt x="65619" y="1748"/>
                  <a:pt x="78503" y="1165"/>
                  <a:pt x="85949" y="0"/>
                </a:cubicBezTo>
                <a:lnTo>
                  <a:pt x="86532" y="388"/>
                </a:lnTo>
                <a:cubicBezTo>
                  <a:pt x="86014" y="6216"/>
                  <a:pt x="86208" y="11589"/>
                  <a:pt x="87114" y="16510"/>
                </a:cubicBezTo>
                <a:cubicBezTo>
                  <a:pt x="87114" y="17287"/>
                  <a:pt x="86435" y="17675"/>
                  <a:pt x="85075" y="17675"/>
                </a:cubicBezTo>
                <a:lnTo>
                  <a:pt x="67011" y="17675"/>
                </a:lnTo>
                <a:close/>
              </a:path>
            </a:pathLst>
          </a:custGeom>
          <a:solidFill xmlns:a="http://schemas.openxmlformats.org/drawingml/2006/main">
            <a:srgbClr val="2A3F5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98E06-AFC8-43A2-BF8A-6AAC06C9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1364937"/>
            <a:ext cx="2800464" cy="813539"/>
          </a:xfrm>
          <a:custGeom xmlns:a="http://schemas.openxmlformats.org/drawingml/2006/main">
            <a:pathLst>
              <a:path w="2800464" h="813539" fill="none">
                <a:moveTo>
                  <a:pt x="0" y="722616"/>
                </a:moveTo>
                <a:lnTo>
                  <a:pt x="127294" y="575425"/>
                </a:lnTo>
                <a:lnTo>
                  <a:pt x="254588" y="679388"/>
                </a:lnTo>
                <a:lnTo>
                  <a:pt x="381881" y="484518"/>
                </a:lnTo>
                <a:lnTo>
                  <a:pt x="509175" y="518638"/>
                </a:lnTo>
                <a:lnTo>
                  <a:pt x="636469" y="463241"/>
                </a:lnTo>
                <a:lnTo>
                  <a:pt x="763763" y="524103"/>
                </a:lnTo>
                <a:lnTo>
                  <a:pt x="891057" y="425843"/>
                </a:lnTo>
                <a:lnTo>
                  <a:pt x="1018351" y="471270"/>
                </a:lnTo>
                <a:lnTo>
                  <a:pt x="1145644" y="503638"/>
                </a:lnTo>
                <a:lnTo>
                  <a:pt x="1272938" y="508628"/>
                </a:lnTo>
                <a:lnTo>
                  <a:pt x="1400232" y="309497"/>
                </a:lnTo>
                <a:lnTo>
                  <a:pt x="1527526" y="350837"/>
                </a:lnTo>
                <a:lnTo>
                  <a:pt x="1654820" y="368921"/>
                </a:lnTo>
                <a:lnTo>
                  <a:pt x="1782114" y="541411"/>
                </a:lnTo>
                <a:lnTo>
                  <a:pt x="1909407" y="538540"/>
                </a:lnTo>
                <a:lnTo>
                  <a:pt x="2036701" y="541048"/>
                </a:lnTo>
                <a:lnTo>
                  <a:pt x="2163995" y="542663"/>
                </a:lnTo>
                <a:lnTo>
                  <a:pt x="2291289" y="808247"/>
                </a:lnTo>
                <a:lnTo>
                  <a:pt x="2418583" y="804359"/>
                </a:lnTo>
                <a:lnTo>
                  <a:pt x="2545876" y="804519"/>
                </a:lnTo>
                <a:lnTo>
                  <a:pt x="2673170" y="0"/>
                </a:lnTo>
                <a:lnTo>
                  <a:pt x="2800464" y="813539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0000"/>
            </a:solidFill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A1B83D-611D-4014-8CAD-5FF2C35A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1331788"/>
            <a:ext cx="2866763" cy="879838"/>
          </a:xfrm>
          <a:custGeom xmlns:a="http://schemas.openxmlformats.org/drawingml/2006/main">
            <a:pathLst>
              <a:path w="2866763" h="879838">
                <a:moveTo>
                  <a:pt x="0" y="755765"/>
                </a:moveTo>
                <a:cubicBezTo>
                  <a:pt x="0" y="774073"/>
                  <a:pt x="14841" y="788915"/>
                  <a:pt x="33149" y="788915"/>
                </a:cubicBezTo>
                <a:cubicBezTo>
                  <a:pt x="51457" y="788915"/>
                  <a:pt x="66299" y="774073"/>
                  <a:pt x="66299" y="755765"/>
                </a:cubicBezTo>
                <a:cubicBezTo>
                  <a:pt x="66299" y="737457"/>
                  <a:pt x="51457" y="722616"/>
                  <a:pt x="33149" y="722616"/>
                </a:cubicBezTo>
                <a:cubicBezTo>
                  <a:pt x="14841" y="722616"/>
                  <a:pt x="0" y="737457"/>
                  <a:pt x="0" y="755765"/>
                </a:cubicBezTo>
                <a:moveTo>
                  <a:pt x="127294" y="608575"/>
                </a:moveTo>
                <a:cubicBezTo>
                  <a:pt x="127294" y="626883"/>
                  <a:pt x="142135" y="641724"/>
                  <a:pt x="160443" y="641724"/>
                </a:cubicBezTo>
                <a:cubicBezTo>
                  <a:pt x="178751" y="641724"/>
                  <a:pt x="193593" y="626883"/>
                  <a:pt x="193593" y="608575"/>
                </a:cubicBezTo>
                <a:cubicBezTo>
                  <a:pt x="193593" y="590267"/>
                  <a:pt x="178751" y="575425"/>
                  <a:pt x="160443" y="575425"/>
                </a:cubicBezTo>
                <a:cubicBezTo>
                  <a:pt x="142135" y="575425"/>
                  <a:pt x="127294" y="590267"/>
                  <a:pt x="127294" y="608575"/>
                </a:cubicBezTo>
                <a:moveTo>
                  <a:pt x="254588" y="712537"/>
                </a:moveTo>
                <a:cubicBezTo>
                  <a:pt x="254588" y="730845"/>
                  <a:pt x="269429" y="745687"/>
                  <a:pt x="287737" y="745687"/>
                </a:cubicBezTo>
                <a:cubicBezTo>
                  <a:pt x="306045" y="745687"/>
                  <a:pt x="320886" y="730845"/>
                  <a:pt x="320886" y="712537"/>
                </a:cubicBezTo>
                <a:cubicBezTo>
                  <a:pt x="320886" y="694229"/>
                  <a:pt x="306045" y="679388"/>
                  <a:pt x="287737" y="679388"/>
                </a:cubicBezTo>
                <a:cubicBezTo>
                  <a:pt x="269429" y="679388"/>
                  <a:pt x="254588" y="694229"/>
                  <a:pt x="254588" y="712537"/>
                </a:cubicBezTo>
                <a:moveTo>
                  <a:pt x="381881" y="517667"/>
                </a:moveTo>
                <a:cubicBezTo>
                  <a:pt x="381881" y="535975"/>
                  <a:pt x="396723" y="550816"/>
                  <a:pt x="415031" y="550816"/>
                </a:cubicBezTo>
                <a:cubicBezTo>
                  <a:pt x="433339" y="550816"/>
                  <a:pt x="448180" y="535975"/>
                  <a:pt x="448180" y="517667"/>
                </a:cubicBezTo>
                <a:cubicBezTo>
                  <a:pt x="448180" y="499359"/>
                  <a:pt x="433339" y="484518"/>
                  <a:pt x="415031" y="484518"/>
                </a:cubicBezTo>
                <a:cubicBezTo>
                  <a:pt x="396723" y="484518"/>
                  <a:pt x="381881" y="499359"/>
                  <a:pt x="381881" y="517667"/>
                </a:cubicBezTo>
                <a:moveTo>
                  <a:pt x="509175" y="551788"/>
                </a:moveTo>
                <a:cubicBezTo>
                  <a:pt x="509175" y="570096"/>
                  <a:pt x="524017" y="584937"/>
                  <a:pt x="542325" y="584937"/>
                </a:cubicBezTo>
                <a:cubicBezTo>
                  <a:pt x="560633" y="584937"/>
                  <a:pt x="575474" y="570096"/>
                  <a:pt x="575474" y="551788"/>
                </a:cubicBezTo>
                <a:cubicBezTo>
                  <a:pt x="575474" y="533480"/>
                  <a:pt x="560633" y="518638"/>
                  <a:pt x="542325" y="518638"/>
                </a:cubicBezTo>
                <a:cubicBezTo>
                  <a:pt x="524017" y="518638"/>
                  <a:pt x="509175" y="533480"/>
                  <a:pt x="509175" y="551788"/>
                </a:cubicBezTo>
                <a:moveTo>
                  <a:pt x="636469" y="496390"/>
                </a:moveTo>
                <a:cubicBezTo>
                  <a:pt x="636469" y="514698"/>
                  <a:pt x="651311" y="529539"/>
                  <a:pt x="669619" y="529539"/>
                </a:cubicBezTo>
                <a:cubicBezTo>
                  <a:pt x="687926" y="529539"/>
                  <a:pt x="702768" y="514698"/>
                  <a:pt x="702768" y="496390"/>
                </a:cubicBezTo>
                <a:cubicBezTo>
                  <a:pt x="702768" y="478082"/>
                  <a:pt x="687926" y="463241"/>
                  <a:pt x="669619" y="463241"/>
                </a:cubicBezTo>
                <a:cubicBezTo>
                  <a:pt x="651311" y="463241"/>
                  <a:pt x="636469" y="478082"/>
                  <a:pt x="636469" y="496390"/>
                </a:cubicBezTo>
                <a:moveTo>
                  <a:pt x="763763" y="557253"/>
                </a:moveTo>
                <a:cubicBezTo>
                  <a:pt x="763763" y="575560"/>
                  <a:pt x="778605" y="590402"/>
                  <a:pt x="796912" y="590402"/>
                </a:cubicBezTo>
                <a:cubicBezTo>
                  <a:pt x="815220" y="590402"/>
                  <a:pt x="830062" y="575560"/>
                  <a:pt x="830062" y="557253"/>
                </a:cubicBezTo>
                <a:cubicBezTo>
                  <a:pt x="830062" y="538945"/>
                  <a:pt x="815220" y="524103"/>
                  <a:pt x="796912" y="524103"/>
                </a:cubicBezTo>
                <a:cubicBezTo>
                  <a:pt x="778605" y="524103"/>
                  <a:pt x="763763" y="538945"/>
                  <a:pt x="763763" y="557253"/>
                </a:cubicBezTo>
                <a:moveTo>
                  <a:pt x="891057" y="458992"/>
                </a:moveTo>
                <a:cubicBezTo>
                  <a:pt x="891057" y="477300"/>
                  <a:pt x="905898" y="492142"/>
                  <a:pt x="924206" y="492142"/>
                </a:cubicBezTo>
                <a:cubicBezTo>
                  <a:pt x="942514" y="492142"/>
                  <a:pt x="957356" y="477300"/>
                  <a:pt x="957356" y="458992"/>
                </a:cubicBezTo>
                <a:cubicBezTo>
                  <a:pt x="957356" y="440684"/>
                  <a:pt x="942514" y="425843"/>
                  <a:pt x="924206" y="425843"/>
                </a:cubicBezTo>
                <a:cubicBezTo>
                  <a:pt x="905898" y="425843"/>
                  <a:pt x="891057" y="440684"/>
                  <a:pt x="891057" y="458992"/>
                </a:cubicBezTo>
                <a:moveTo>
                  <a:pt x="1018351" y="504419"/>
                </a:moveTo>
                <a:cubicBezTo>
                  <a:pt x="1018351" y="522727"/>
                  <a:pt x="1033192" y="537568"/>
                  <a:pt x="1051500" y="537568"/>
                </a:cubicBezTo>
                <a:cubicBezTo>
                  <a:pt x="1069808" y="537568"/>
                  <a:pt x="1084650" y="522727"/>
                  <a:pt x="1084650" y="504419"/>
                </a:cubicBezTo>
                <a:cubicBezTo>
                  <a:pt x="1084650" y="486111"/>
                  <a:pt x="1069808" y="471270"/>
                  <a:pt x="1051500" y="471270"/>
                </a:cubicBezTo>
                <a:cubicBezTo>
                  <a:pt x="1033192" y="471270"/>
                  <a:pt x="1018351" y="486111"/>
                  <a:pt x="1018351" y="504419"/>
                </a:cubicBezTo>
                <a:moveTo>
                  <a:pt x="1145644" y="536787"/>
                </a:moveTo>
                <a:cubicBezTo>
                  <a:pt x="1145644" y="555095"/>
                  <a:pt x="1160486" y="569937"/>
                  <a:pt x="1178794" y="569937"/>
                </a:cubicBezTo>
                <a:cubicBezTo>
                  <a:pt x="1197102" y="569937"/>
                  <a:pt x="1211943" y="555095"/>
                  <a:pt x="1211943" y="536787"/>
                </a:cubicBezTo>
                <a:cubicBezTo>
                  <a:pt x="1211943" y="518479"/>
                  <a:pt x="1197102" y="503638"/>
                  <a:pt x="1178794" y="503638"/>
                </a:cubicBezTo>
                <a:cubicBezTo>
                  <a:pt x="1160486" y="503638"/>
                  <a:pt x="1145644" y="518479"/>
                  <a:pt x="1145644" y="536787"/>
                </a:cubicBezTo>
                <a:moveTo>
                  <a:pt x="1272938" y="541777"/>
                </a:moveTo>
                <a:cubicBezTo>
                  <a:pt x="1272938" y="560085"/>
                  <a:pt x="1287780" y="574927"/>
                  <a:pt x="1306088" y="574927"/>
                </a:cubicBezTo>
                <a:cubicBezTo>
                  <a:pt x="1324395" y="574927"/>
                  <a:pt x="1339237" y="560085"/>
                  <a:pt x="1339237" y="541777"/>
                </a:cubicBezTo>
                <a:cubicBezTo>
                  <a:pt x="1339237" y="523470"/>
                  <a:pt x="1324395" y="508628"/>
                  <a:pt x="1306088" y="508628"/>
                </a:cubicBezTo>
                <a:cubicBezTo>
                  <a:pt x="1287780" y="508628"/>
                  <a:pt x="1272938" y="523470"/>
                  <a:pt x="1272938" y="541777"/>
                </a:cubicBezTo>
                <a:moveTo>
                  <a:pt x="1400232" y="342647"/>
                </a:moveTo>
                <a:cubicBezTo>
                  <a:pt x="1400232" y="360955"/>
                  <a:pt x="1415074" y="375796"/>
                  <a:pt x="1433381" y="375796"/>
                </a:cubicBezTo>
                <a:cubicBezTo>
                  <a:pt x="1451689" y="375796"/>
                  <a:pt x="1466531" y="360955"/>
                  <a:pt x="1466531" y="342647"/>
                </a:cubicBezTo>
                <a:cubicBezTo>
                  <a:pt x="1466531" y="324339"/>
                  <a:pt x="1451689" y="309497"/>
                  <a:pt x="1433381" y="309497"/>
                </a:cubicBezTo>
                <a:cubicBezTo>
                  <a:pt x="1415074" y="309497"/>
                  <a:pt x="1400232" y="324339"/>
                  <a:pt x="1400232" y="342647"/>
                </a:cubicBezTo>
                <a:moveTo>
                  <a:pt x="1527526" y="383986"/>
                </a:moveTo>
                <a:cubicBezTo>
                  <a:pt x="1527526" y="402294"/>
                  <a:pt x="1542367" y="417136"/>
                  <a:pt x="1560675" y="417136"/>
                </a:cubicBezTo>
                <a:cubicBezTo>
                  <a:pt x="1578983" y="417136"/>
                  <a:pt x="1593825" y="402294"/>
                  <a:pt x="1593825" y="383986"/>
                </a:cubicBezTo>
                <a:cubicBezTo>
                  <a:pt x="1593825" y="365678"/>
                  <a:pt x="1578983" y="350837"/>
                  <a:pt x="1560675" y="350837"/>
                </a:cubicBezTo>
                <a:cubicBezTo>
                  <a:pt x="1542367" y="350837"/>
                  <a:pt x="1527526" y="365678"/>
                  <a:pt x="1527526" y="383986"/>
                </a:cubicBezTo>
                <a:moveTo>
                  <a:pt x="1654820" y="402070"/>
                </a:moveTo>
                <a:cubicBezTo>
                  <a:pt x="1654820" y="420378"/>
                  <a:pt x="1669661" y="435220"/>
                  <a:pt x="1687969" y="435220"/>
                </a:cubicBezTo>
                <a:cubicBezTo>
                  <a:pt x="1706277" y="435220"/>
                  <a:pt x="1721119" y="420378"/>
                  <a:pt x="1721119" y="402070"/>
                </a:cubicBezTo>
                <a:cubicBezTo>
                  <a:pt x="1721119" y="383762"/>
                  <a:pt x="1706277" y="368921"/>
                  <a:pt x="1687969" y="368921"/>
                </a:cubicBezTo>
                <a:cubicBezTo>
                  <a:pt x="1669661" y="368921"/>
                  <a:pt x="1654820" y="383762"/>
                  <a:pt x="1654820" y="402070"/>
                </a:cubicBezTo>
                <a:moveTo>
                  <a:pt x="1782114" y="574560"/>
                </a:moveTo>
                <a:cubicBezTo>
                  <a:pt x="1782114" y="592868"/>
                  <a:pt x="1796955" y="607710"/>
                  <a:pt x="1815263" y="607710"/>
                </a:cubicBezTo>
                <a:cubicBezTo>
                  <a:pt x="1833571" y="607710"/>
                  <a:pt x="1848412" y="592868"/>
                  <a:pt x="1848412" y="574560"/>
                </a:cubicBezTo>
                <a:cubicBezTo>
                  <a:pt x="1848412" y="556252"/>
                  <a:pt x="1833571" y="541411"/>
                  <a:pt x="1815263" y="541411"/>
                </a:cubicBezTo>
                <a:cubicBezTo>
                  <a:pt x="1796955" y="541411"/>
                  <a:pt x="1782114" y="556252"/>
                  <a:pt x="1782114" y="574560"/>
                </a:cubicBezTo>
                <a:moveTo>
                  <a:pt x="1909407" y="571689"/>
                </a:moveTo>
                <a:cubicBezTo>
                  <a:pt x="1909407" y="589997"/>
                  <a:pt x="1924249" y="604839"/>
                  <a:pt x="1942557" y="604839"/>
                </a:cubicBezTo>
                <a:cubicBezTo>
                  <a:pt x="1960865" y="604839"/>
                  <a:pt x="1975706" y="589997"/>
                  <a:pt x="1975706" y="571689"/>
                </a:cubicBezTo>
                <a:cubicBezTo>
                  <a:pt x="1975706" y="553381"/>
                  <a:pt x="1960865" y="538540"/>
                  <a:pt x="1942557" y="538540"/>
                </a:cubicBezTo>
                <a:cubicBezTo>
                  <a:pt x="1924249" y="538540"/>
                  <a:pt x="1909407" y="553381"/>
                  <a:pt x="1909407" y="571689"/>
                </a:cubicBezTo>
                <a:moveTo>
                  <a:pt x="2036701" y="574197"/>
                </a:moveTo>
                <a:cubicBezTo>
                  <a:pt x="2036701" y="592505"/>
                  <a:pt x="2051543" y="607346"/>
                  <a:pt x="2069851" y="607346"/>
                </a:cubicBezTo>
                <a:cubicBezTo>
                  <a:pt x="2088159" y="607346"/>
                  <a:pt x="2103000" y="592505"/>
                  <a:pt x="2103000" y="574197"/>
                </a:cubicBezTo>
                <a:cubicBezTo>
                  <a:pt x="2103000" y="555889"/>
                  <a:pt x="2088159" y="541048"/>
                  <a:pt x="2069851" y="541048"/>
                </a:cubicBezTo>
                <a:cubicBezTo>
                  <a:pt x="2051543" y="541048"/>
                  <a:pt x="2036701" y="555889"/>
                  <a:pt x="2036701" y="574197"/>
                </a:cubicBezTo>
                <a:moveTo>
                  <a:pt x="2163995" y="575813"/>
                </a:moveTo>
                <a:cubicBezTo>
                  <a:pt x="2163995" y="594121"/>
                  <a:pt x="2178837" y="608962"/>
                  <a:pt x="2197144" y="608962"/>
                </a:cubicBezTo>
                <a:cubicBezTo>
                  <a:pt x="2215452" y="608962"/>
                  <a:pt x="2230294" y="594121"/>
                  <a:pt x="2230294" y="575813"/>
                </a:cubicBezTo>
                <a:cubicBezTo>
                  <a:pt x="2230294" y="557505"/>
                  <a:pt x="2215452" y="542663"/>
                  <a:pt x="2197144" y="542663"/>
                </a:cubicBezTo>
                <a:cubicBezTo>
                  <a:pt x="2178837" y="542663"/>
                  <a:pt x="2163995" y="557505"/>
                  <a:pt x="2163995" y="575813"/>
                </a:cubicBezTo>
                <a:moveTo>
                  <a:pt x="2291289" y="841397"/>
                </a:moveTo>
                <a:cubicBezTo>
                  <a:pt x="2291289" y="859705"/>
                  <a:pt x="2306130" y="874546"/>
                  <a:pt x="2324438" y="874546"/>
                </a:cubicBezTo>
                <a:cubicBezTo>
                  <a:pt x="2342746" y="874546"/>
                  <a:pt x="2357588" y="859705"/>
                  <a:pt x="2357588" y="841397"/>
                </a:cubicBezTo>
                <a:cubicBezTo>
                  <a:pt x="2357588" y="823089"/>
                  <a:pt x="2342746" y="808247"/>
                  <a:pt x="2324438" y="808247"/>
                </a:cubicBezTo>
                <a:cubicBezTo>
                  <a:pt x="2306130" y="808247"/>
                  <a:pt x="2291289" y="823089"/>
                  <a:pt x="2291289" y="841397"/>
                </a:cubicBezTo>
                <a:moveTo>
                  <a:pt x="2418583" y="837508"/>
                </a:moveTo>
                <a:cubicBezTo>
                  <a:pt x="2418583" y="855816"/>
                  <a:pt x="2433424" y="870657"/>
                  <a:pt x="2451732" y="870657"/>
                </a:cubicBezTo>
                <a:cubicBezTo>
                  <a:pt x="2470040" y="870657"/>
                  <a:pt x="2484881" y="855816"/>
                  <a:pt x="2484881" y="837508"/>
                </a:cubicBezTo>
                <a:cubicBezTo>
                  <a:pt x="2484881" y="819200"/>
                  <a:pt x="2470040" y="804359"/>
                  <a:pt x="2451732" y="804359"/>
                </a:cubicBezTo>
                <a:cubicBezTo>
                  <a:pt x="2433424" y="804359"/>
                  <a:pt x="2418583" y="819200"/>
                  <a:pt x="2418583" y="837508"/>
                </a:cubicBezTo>
                <a:moveTo>
                  <a:pt x="2545876" y="837668"/>
                </a:moveTo>
                <a:cubicBezTo>
                  <a:pt x="2545876" y="855976"/>
                  <a:pt x="2560718" y="870818"/>
                  <a:pt x="2579026" y="870818"/>
                </a:cubicBezTo>
                <a:cubicBezTo>
                  <a:pt x="2597334" y="870818"/>
                  <a:pt x="2612175" y="855976"/>
                  <a:pt x="2612175" y="837668"/>
                </a:cubicBezTo>
                <a:cubicBezTo>
                  <a:pt x="2612175" y="819360"/>
                  <a:pt x="2597334" y="804519"/>
                  <a:pt x="2579026" y="804519"/>
                </a:cubicBezTo>
                <a:cubicBezTo>
                  <a:pt x="2560718" y="804519"/>
                  <a:pt x="2545876" y="819360"/>
                  <a:pt x="2545876" y="837668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846688"/>
                </a:moveTo>
                <a:cubicBezTo>
                  <a:pt x="2800464" y="864996"/>
                  <a:pt x="2815306" y="879838"/>
                  <a:pt x="2833614" y="879838"/>
                </a:cubicBezTo>
                <a:cubicBezTo>
                  <a:pt x="2851921" y="879838"/>
                  <a:pt x="2866763" y="864996"/>
                  <a:pt x="2866763" y="846688"/>
                </a:cubicBezTo>
                <a:cubicBezTo>
                  <a:pt x="2866763" y="828380"/>
                  <a:pt x="2851921" y="813539"/>
                  <a:pt x="2833614" y="813539"/>
                </a:cubicBezTo>
                <a:cubicBezTo>
                  <a:pt x="2815306" y="813539"/>
                  <a:pt x="2800464" y="828380"/>
                  <a:pt x="2800464" y="8466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01D264-26CF-487D-89D1-1892E3C9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1838441"/>
            <a:ext cx="2800464" cy="513156"/>
          </a:xfrm>
          <a:custGeom xmlns:a="http://schemas.openxmlformats.org/drawingml/2006/main">
            <a:pathLst>
              <a:path w="2800464" h="513156" fill="none">
                <a:moveTo>
                  <a:pt x="0" y="435323"/>
                </a:moveTo>
                <a:lnTo>
                  <a:pt x="127294" y="226572"/>
                </a:lnTo>
                <a:lnTo>
                  <a:pt x="254588" y="403614"/>
                </a:lnTo>
                <a:lnTo>
                  <a:pt x="381881" y="269587"/>
                </a:lnTo>
                <a:lnTo>
                  <a:pt x="509175" y="402277"/>
                </a:lnTo>
                <a:lnTo>
                  <a:pt x="636469" y="252141"/>
                </a:lnTo>
                <a:lnTo>
                  <a:pt x="763763" y="417718"/>
                </a:lnTo>
                <a:lnTo>
                  <a:pt x="891057" y="331578"/>
                </a:lnTo>
                <a:lnTo>
                  <a:pt x="1018350" y="319680"/>
                </a:lnTo>
                <a:lnTo>
                  <a:pt x="1145644" y="264688"/>
                </a:lnTo>
                <a:lnTo>
                  <a:pt x="1272938" y="272946"/>
                </a:lnTo>
                <a:lnTo>
                  <a:pt x="1400232" y="336224"/>
                </a:lnTo>
                <a:lnTo>
                  <a:pt x="1527526" y="298244"/>
                </a:lnTo>
                <a:lnTo>
                  <a:pt x="1654819" y="305381"/>
                </a:lnTo>
                <a:lnTo>
                  <a:pt x="1782113" y="408915"/>
                </a:lnTo>
                <a:lnTo>
                  <a:pt x="1909407" y="407558"/>
                </a:lnTo>
                <a:lnTo>
                  <a:pt x="2036701" y="405418"/>
                </a:lnTo>
                <a:lnTo>
                  <a:pt x="2163995" y="406496"/>
                </a:lnTo>
                <a:lnTo>
                  <a:pt x="2291289" y="510314"/>
                </a:lnTo>
                <a:lnTo>
                  <a:pt x="2418582" y="507697"/>
                </a:lnTo>
                <a:lnTo>
                  <a:pt x="2545876" y="507440"/>
                </a:lnTo>
                <a:lnTo>
                  <a:pt x="2673170" y="0"/>
                </a:lnTo>
                <a:lnTo>
                  <a:pt x="2800464" y="513156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0000"/>
            </a:solidFill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E71188-3831-4B7F-9812-7283D02A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1805291"/>
            <a:ext cx="2866763" cy="579455"/>
          </a:xfrm>
          <a:custGeom xmlns:a="http://schemas.openxmlformats.org/drawingml/2006/main">
            <a:pathLst>
              <a:path w="2866763" h="579455">
                <a:moveTo>
                  <a:pt x="0" y="468473"/>
                </a:moveTo>
                <a:cubicBezTo>
                  <a:pt x="0" y="486781"/>
                  <a:pt x="14841" y="501622"/>
                  <a:pt x="33149" y="501622"/>
                </a:cubicBezTo>
                <a:cubicBezTo>
                  <a:pt x="51457" y="501622"/>
                  <a:pt x="66299" y="486781"/>
                  <a:pt x="66299" y="468473"/>
                </a:cubicBezTo>
                <a:cubicBezTo>
                  <a:pt x="66299" y="450165"/>
                  <a:pt x="51457" y="435323"/>
                  <a:pt x="33149" y="435323"/>
                </a:cubicBezTo>
                <a:cubicBezTo>
                  <a:pt x="14841" y="435323"/>
                  <a:pt x="0" y="450165"/>
                  <a:pt x="0" y="468473"/>
                </a:cubicBezTo>
                <a:moveTo>
                  <a:pt x="127294" y="259722"/>
                </a:moveTo>
                <a:cubicBezTo>
                  <a:pt x="127294" y="278030"/>
                  <a:pt x="142135" y="292871"/>
                  <a:pt x="160443" y="292871"/>
                </a:cubicBezTo>
                <a:cubicBezTo>
                  <a:pt x="178751" y="292871"/>
                  <a:pt x="193592" y="278030"/>
                  <a:pt x="193592" y="259722"/>
                </a:cubicBezTo>
                <a:cubicBezTo>
                  <a:pt x="193592" y="241414"/>
                  <a:pt x="178751" y="226572"/>
                  <a:pt x="160443" y="226572"/>
                </a:cubicBezTo>
                <a:cubicBezTo>
                  <a:pt x="142135" y="226572"/>
                  <a:pt x="127294" y="241414"/>
                  <a:pt x="127294" y="259722"/>
                </a:cubicBezTo>
                <a:moveTo>
                  <a:pt x="254588" y="436764"/>
                </a:moveTo>
                <a:cubicBezTo>
                  <a:pt x="254588" y="455072"/>
                  <a:pt x="269429" y="469913"/>
                  <a:pt x="287737" y="469913"/>
                </a:cubicBezTo>
                <a:cubicBezTo>
                  <a:pt x="306045" y="469913"/>
                  <a:pt x="320886" y="455072"/>
                  <a:pt x="320886" y="436764"/>
                </a:cubicBezTo>
                <a:cubicBezTo>
                  <a:pt x="320886" y="418456"/>
                  <a:pt x="306045" y="403614"/>
                  <a:pt x="287737" y="403614"/>
                </a:cubicBezTo>
                <a:cubicBezTo>
                  <a:pt x="269429" y="403614"/>
                  <a:pt x="254588" y="418456"/>
                  <a:pt x="254588" y="436764"/>
                </a:cubicBezTo>
                <a:moveTo>
                  <a:pt x="381881" y="302737"/>
                </a:moveTo>
                <a:cubicBezTo>
                  <a:pt x="381881" y="321045"/>
                  <a:pt x="396723" y="335886"/>
                  <a:pt x="415031" y="335886"/>
                </a:cubicBezTo>
                <a:cubicBezTo>
                  <a:pt x="433339" y="335886"/>
                  <a:pt x="448180" y="321045"/>
                  <a:pt x="448180" y="302737"/>
                </a:cubicBezTo>
                <a:cubicBezTo>
                  <a:pt x="448180" y="284429"/>
                  <a:pt x="433339" y="269587"/>
                  <a:pt x="415031" y="269587"/>
                </a:cubicBezTo>
                <a:cubicBezTo>
                  <a:pt x="396723" y="269587"/>
                  <a:pt x="381881" y="284429"/>
                  <a:pt x="381881" y="302737"/>
                </a:cubicBezTo>
                <a:moveTo>
                  <a:pt x="509175" y="435427"/>
                </a:moveTo>
                <a:cubicBezTo>
                  <a:pt x="509175" y="453735"/>
                  <a:pt x="524017" y="468576"/>
                  <a:pt x="542324" y="468576"/>
                </a:cubicBezTo>
                <a:cubicBezTo>
                  <a:pt x="560632" y="468576"/>
                  <a:pt x="575474" y="453735"/>
                  <a:pt x="575474" y="435427"/>
                </a:cubicBezTo>
                <a:cubicBezTo>
                  <a:pt x="575474" y="417119"/>
                  <a:pt x="560632" y="402277"/>
                  <a:pt x="542324" y="402277"/>
                </a:cubicBezTo>
                <a:cubicBezTo>
                  <a:pt x="524017" y="402277"/>
                  <a:pt x="509175" y="417119"/>
                  <a:pt x="509175" y="435427"/>
                </a:cubicBezTo>
                <a:moveTo>
                  <a:pt x="636469" y="285290"/>
                </a:moveTo>
                <a:cubicBezTo>
                  <a:pt x="636469" y="303598"/>
                  <a:pt x="651310" y="318439"/>
                  <a:pt x="669618" y="318439"/>
                </a:cubicBezTo>
                <a:cubicBezTo>
                  <a:pt x="687926" y="318439"/>
                  <a:pt x="702768" y="303598"/>
                  <a:pt x="702768" y="285290"/>
                </a:cubicBezTo>
                <a:cubicBezTo>
                  <a:pt x="702768" y="266982"/>
                  <a:pt x="687926" y="252141"/>
                  <a:pt x="669618" y="252141"/>
                </a:cubicBezTo>
                <a:cubicBezTo>
                  <a:pt x="651310" y="252141"/>
                  <a:pt x="636469" y="266982"/>
                  <a:pt x="636469" y="285290"/>
                </a:cubicBezTo>
                <a:moveTo>
                  <a:pt x="763763" y="450867"/>
                </a:moveTo>
                <a:cubicBezTo>
                  <a:pt x="763763" y="469175"/>
                  <a:pt x="778604" y="484016"/>
                  <a:pt x="796912" y="484016"/>
                </a:cubicBezTo>
                <a:cubicBezTo>
                  <a:pt x="815220" y="484016"/>
                  <a:pt x="830061" y="469175"/>
                  <a:pt x="830061" y="450867"/>
                </a:cubicBezTo>
                <a:cubicBezTo>
                  <a:pt x="830061" y="432559"/>
                  <a:pt x="815220" y="417718"/>
                  <a:pt x="796912" y="417718"/>
                </a:cubicBezTo>
                <a:cubicBezTo>
                  <a:pt x="778604" y="417718"/>
                  <a:pt x="763763" y="432559"/>
                  <a:pt x="763763" y="450867"/>
                </a:cubicBezTo>
                <a:moveTo>
                  <a:pt x="891057" y="364727"/>
                </a:moveTo>
                <a:cubicBezTo>
                  <a:pt x="891057" y="383035"/>
                  <a:pt x="905898" y="397876"/>
                  <a:pt x="924206" y="397876"/>
                </a:cubicBezTo>
                <a:cubicBezTo>
                  <a:pt x="942514" y="397876"/>
                  <a:pt x="957356" y="383035"/>
                  <a:pt x="957356" y="364727"/>
                </a:cubicBezTo>
                <a:cubicBezTo>
                  <a:pt x="957356" y="346419"/>
                  <a:pt x="942514" y="331578"/>
                  <a:pt x="924206" y="331578"/>
                </a:cubicBezTo>
                <a:cubicBezTo>
                  <a:pt x="905898" y="331578"/>
                  <a:pt x="891057" y="346419"/>
                  <a:pt x="891057" y="364727"/>
                </a:cubicBezTo>
                <a:moveTo>
                  <a:pt x="1018350" y="352830"/>
                </a:moveTo>
                <a:cubicBezTo>
                  <a:pt x="1018350" y="371138"/>
                  <a:pt x="1033192" y="385979"/>
                  <a:pt x="1051500" y="385979"/>
                </a:cubicBezTo>
                <a:cubicBezTo>
                  <a:pt x="1069808" y="385979"/>
                  <a:pt x="1084649" y="371138"/>
                  <a:pt x="1084649" y="352830"/>
                </a:cubicBezTo>
                <a:cubicBezTo>
                  <a:pt x="1084649" y="334522"/>
                  <a:pt x="1069808" y="319680"/>
                  <a:pt x="1051500" y="319680"/>
                </a:cubicBezTo>
                <a:cubicBezTo>
                  <a:pt x="1033192" y="319680"/>
                  <a:pt x="1018350" y="334522"/>
                  <a:pt x="1018350" y="352830"/>
                </a:cubicBezTo>
                <a:moveTo>
                  <a:pt x="1145644" y="297837"/>
                </a:moveTo>
                <a:cubicBezTo>
                  <a:pt x="1145644" y="316145"/>
                  <a:pt x="1160486" y="330986"/>
                  <a:pt x="1178793" y="330986"/>
                </a:cubicBezTo>
                <a:cubicBezTo>
                  <a:pt x="1197101" y="330986"/>
                  <a:pt x="1211943" y="316145"/>
                  <a:pt x="1211943" y="297837"/>
                </a:cubicBezTo>
                <a:cubicBezTo>
                  <a:pt x="1211943" y="279529"/>
                  <a:pt x="1197101" y="264688"/>
                  <a:pt x="1178793" y="264688"/>
                </a:cubicBezTo>
                <a:cubicBezTo>
                  <a:pt x="1160486" y="264688"/>
                  <a:pt x="1145644" y="279529"/>
                  <a:pt x="1145644" y="297837"/>
                </a:cubicBezTo>
                <a:moveTo>
                  <a:pt x="1272938" y="306095"/>
                </a:moveTo>
                <a:cubicBezTo>
                  <a:pt x="1272938" y="324403"/>
                  <a:pt x="1287780" y="339244"/>
                  <a:pt x="1306087" y="339244"/>
                </a:cubicBezTo>
                <a:cubicBezTo>
                  <a:pt x="1324395" y="339244"/>
                  <a:pt x="1339237" y="324403"/>
                  <a:pt x="1339237" y="306095"/>
                </a:cubicBezTo>
                <a:cubicBezTo>
                  <a:pt x="1339237" y="287787"/>
                  <a:pt x="1324395" y="272946"/>
                  <a:pt x="1306087" y="272946"/>
                </a:cubicBezTo>
                <a:cubicBezTo>
                  <a:pt x="1287780" y="272946"/>
                  <a:pt x="1272938" y="287787"/>
                  <a:pt x="1272938" y="306095"/>
                </a:cubicBezTo>
                <a:moveTo>
                  <a:pt x="1400232" y="369373"/>
                </a:moveTo>
                <a:cubicBezTo>
                  <a:pt x="1400232" y="387682"/>
                  <a:pt x="1415073" y="402523"/>
                  <a:pt x="1433381" y="402523"/>
                </a:cubicBezTo>
                <a:cubicBezTo>
                  <a:pt x="1451689" y="402523"/>
                  <a:pt x="1466531" y="387682"/>
                  <a:pt x="1466531" y="369373"/>
                </a:cubicBezTo>
                <a:cubicBezTo>
                  <a:pt x="1466531" y="351066"/>
                  <a:pt x="1451689" y="336224"/>
                  <a:pt x="1433381" y="336224"/>
                </a:cubicBezTo>
                <a:cubicBezTo>
                  <a:pt x="1415073" y="336224"/>
                  <a:pt x="1400232" y="351066"/>
                  <a:pt x="1400232" y="369373"/>
                </a:cubicBezTo>
                <a:moveTo>
                  <a:pt x="1527526" y="331394"/>
                </a:moveTo>
                <a:cubicBezTo>
                  <a:pt x="1527526" y="349701"/>
                  <a:pt x="1542367" y="364543"/>
                  <a:pt x="1560675" y="364543"/>
                </a:cubicBezTo>
                <a:cubicBezTo>
                  <a:pt x="1578983" y="364543"/>
                  <a:pt x="1593825" y="349701"/>
                  <a:pt x="1593825" y="331394"/>
                </a:cubicBezTo>
                <a:cubicBezTo>
                  <a:pt x="1593825" y="313086"/>
                  <a:pt x="1578983" y="298244"/>
                  <a:pt x="1560675" y="298244"/>
                </a:cubicBezTo>
                <a:cubicBezTo>
                  <a:pt x="1542367" y="298244"/>
                  <a:pt x="1527526" y="313086"/>
                  <a:pt x="1527526" y="331394"/>
                </a:cubicBezTo>
                <a:moveTo>
                  <a:pt x="1654819" y="338530"/>
                </a:moveTo>
                <a:cubicBezTo>
                  <a:pt x="1654819" y="356838"/>
                  <a:pt x="1669661" y="371680"/>
                  <a:pt x="1687969" y="371680"/>
                </a:cubicBezTo>
                <a:cubicBezTo>
                  <a:pt x="1706276" y="371680"/>
                  <a:pt x="1721118" y="356838"/>
                  <a:pt x="1721118" y="338530"/>
                </a:cubicBezTo>
                <a:cubicBezTo>
                  <a:pt x="1721118" y="320222"/>
                  <a:pt x="1706276" y="305381"/>
                  <a:pt x="1687969" y="305381"/>
                </a:cubicBezTo>
                <a:cubicBezTo>
                  <a:pt x="1669661" y="305381"/>
                  <a:pt x="1654819" y="320222"/>
                  <a:pt x="1654819" y="338530"/>
                </a:cubicBezTo>
                <a:moveTo>
                  <a:pt x="1782113" y="442065"/>
                </a:moveTo>
                <a:cubicBezTo>
                  <a:pt x="1782113" y="460373"/>
                  <a:pt x="1796955" y="475214"/>
                  <a:pt x="1815263" y="475214"/>
                </a:cubicBezTo>
                <a:cubicBezTo>
                  <a:pt x="1833571" y="475214"/>
                  <a:pt x="1848412" y="460373"/>
                  <a:pt x="1848412" y="442065"/>
                </a:cubicBezTo>
                <a:cubicBezTo>
                  <a:pt x="1848412" y="423757"/>
                  <a:pt x="1833571" y="408915"/>
                  <a:pt x="1815263" y="408915"/>
                </a:cubicBezTo>
                <a:cubicBezTo>
                  <a:pt x="1796955" y="408915"/>
                  <a:pt x="1782113" y="423757"/>
                  <a:pt x="1782113" y="442065"/>
                </a:cubicBezTo>
                <a:moveTo>
                  <a:pt x="1909407" y="440708"/>
                </a:moveTo>
                <a:cubicBezTo>
                  <a:pt x="1909407" y="459015"/>
                  <a:pt x="1924249" y="473857"/>
                  <a:pt x="1942557" y="473857"/>
                </a:cubicBezTo>
                <a:cubicBezTo>
                  <a:pt x="1960865" y="473857"/>
                  <a:pt x="1975706" y="459015"/>
                  <a:pt x="1975706" y="440708"/>
                </a:cubicBezTo>
                <a:cubicBezTo>
                  <a:pt x="1975706" y="422400"/>
                  <a:pt x="1960865" y="407558"/>
                  <a:pt x="1942557" y="407558"/>
                </a:cubicBezTo>
                <a:cubicBezTo>
                  <a:pt x="1924249" y="407558"/>
                  <a:pt x="1909407" y="422400"/>
                  <a:pt x="1909407" y="440708"/>
                </a:cubicBezTo>
                <a:moveTo>
                  <a:pt x="2036701" y="438567"/>
                </a:moveTo>
                <a:cubicBezTo>
                  <a:pt x="2036701" y="456875"/>
                  <a:pt x="2051543" y="471716"/>
                  <a:pt x="2069850" y="471716"/>
                </a:cubicBezTo>
                <a:cubicBezTo>
                  <a:pt x="2088159" y="471716"/>
                  <a:pt x="2103000" y="456875"/>
                  <a:pt x="2103000" y="438567"/>
                </a:cubicBezTo>
                <a:cubicBezTo>
                  <a:pt x="2103000" y="420259"/>
                  <a:pt x="2088159" y="405418"/>
                  <a:pt x="2069850" y="405418"/>
                </a:cubicBezTo>
                <a:cubicBezTo>
                  <a:pt x="2051543" y="405418"/>
                  <a:pt x="2036701" y="420259"/>
                  <a:pt x="2036701" y="438567"/>
                </a:cubicBezTo>
                <a:moveTo>
                  <a:pt x="2163995" y="439645"/>
                </a:moveTo>
                <a:cubicBezTo>
                  <a:pt x="2163995" y="457953"/>
                  <a:pt x="2178836" y="472795"/>
                  <a:pt x="2197144" y="472795"/>
                </a:cubicBezTo>
                <a:cubicBezTo>
                  <a:pt x="2215452" y="472795"/>
                  <a:pt x="2230294" y="457953"/>
                  <a:pt x="2230294" y="439645"/>
                </a:cubicBezTo>
                <a:cubicBezTo>
                  <a:pt x="2230294" y="421337"/>
                  <a:pt x="2215452" y="406496"/>
                  <a:pt x="2197144" y="406496"/>
                </a:cubicBezTo>
                <a:cubicBezTo>
                  <a:pt x="2178836" y="406496"/>
                  <a:pt x="2163995" y="421337"/>
                  <a:pt x="2163995" y="439645"/>
                </a:cubicBezTo>
                <a:moveTo>
                  <a:pt x="2291289" y="543463"/>
                </a:moveTo>
                <a:cubicBezTo>
                  <a:pt x="2291289" y="561771"/>
                  <a:pt x="2306130" y="576613"/>
                  <a:pt x="2324438" y="576613"/>
                </a:cubicBezTo>
                <a:cubicBezTo>
                  <a:pt x="2342746" y="576613"/>
                  <a:pt x="2357587" y="561771"/>
                  <a:pt x="2357587" y="543463"/>
                </a:cubicBezTo>
                <a:cubicBezTo>
                  <a:pt x="2357587" y="525155"/>
                  <a:pt x="2342746" y="510314"/>
                  <a:pt x="2324438" y="510314"/>
                </a:cubicBezTo>
                <a:cubicBezTo>
                  <a:pt x="2306130" y="510314"/>
                  <a:pt x="2291289" y="525155"/>
                  <a:pt x="2291289" y="543463"/>
                </a:cubicBezTo>
                <a:moveTo>
                  <a:pt x="2418582" y="540847"/>
                </a:moveTo>
                <a:cubicBezTo>
                  <a:pt x="2418582" y="559155"/>
                  <a:pt x="2433424" y="573996"/>
                  <a:pt x="2451732" y="573996"/>
                </a:cubicBezTo>
                <a:cubicBezTo>
                  <a:pt x="2470040" y="573996"/>
                  <a:pt x="2484881" y="559155"/>
                  <a:pt x="2484881" y="540847"/>
                </a:cubicBezTo>
                <a:cubicBezTo>
                  <a:pt x="2484881" y="522539"/>
                  <a:pt x="2470040" y="507697"/>
                  <a:pt x="2451732" y="507697"/>
                </a:cubicBezTo>
                <a:cubicBezTo>
                  <a:pt x="2433424" y="507697"/>
                  <a:pt x="2418582" y="522539"/>
                  <a:pt x="2418582" y="540847"/>
                </a:cubicBezTo>
                <a:moveTo>
                  <a:pt x="2545876" y="540590"/>
                </a:moveTo>
                <a:cubicBezTo>
                  <a:pt x="2545876" y="558897"/>
                  <a:pt x="2560718" y="573739"/>
                  <a:pt x="2579026" y="573739"/>
                </a:cubicBezTo>
                <a:cubicBezTo>
                  <a:pt x="2597334" y="573739"/>
                  <a:pt x="2612175" y="558897"/>
                  <a:pt x="2612175" y="540590"/>
                </a:cubicBezTo>
                <a:cubicBezTo>
                  <a:pt x="2612175" y="522282"/>
                  <a:pt x="2597334" y="507440"/>
                  <a:pt x="2579026" y="507440"/>
                </a:cubicBezTo>
                <a:cubicBezTo>
                  <a:pt x="2560718" y="507440"/>
                  <a:pt x="2545876" y="522282"/>
                  <a:pt x="2545876" y="540590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546305"/>
                </a:moveTo>
                <a:cubicBezTo>
                  <a:pt x="2800464" y="564613"/>
                  <a:pt x="2815306" y="579455"/>
                  <a:pt x="2833613" y="579455"/>
                </a:cubicBezTo>
                <a:cubicBezTo>
                  <a:pt x="2851922" y="579455"/>
                  <a:pt x="2866763" y="564613"/>
                  <a:pt x="2866763" y="546305"/>
                </a:cubicBezTo>
                <a:cubicBezTo>
                  <a:pt x="2866763" y="527997"/>
                  <a:pt x="2851922" y="513156"/>
                  <a:pt x="2833613" y="513156"/>
                </a:cubicBezTo>
                <a:cubicBezTo>
                  <a:pt x="2815306" y="513156"/>
                  <a:pt x="2800464" y="527997"/>
                  <a:pt x="2800464" y="5463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4D258B-4416-4998-A410-92F968C5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3579425"/>
            <a:ext cx="2800464" cy="862481"/>
          </a:xfrm>
          <a:custGeom xmlns:a="http://schemas.openxmlformats.org/drawingml/2006/main">
            <a:pathLst>
              <a:path w="2800464" h="862481" fill="none">
                <a:moveTo>
                  <a:pt x="0" y="760799"/>
                </a:moveTo>
                <a:lnTo>
                  <a:pt x="127294" y="561369"/>
                </a:lnTo>
                <a:lnTo>
                  <a:pt x="254588" y="732926"/>
                </a:lnTo>
                <a:lnTo>
                  <a:pt x="381881" y="423199"/>
                </a:lnTo>
                <a:lnTo>
                  <a:pt x="509175" y="531487"/>
                </a:lnTo>
                <a:lnTo>
                  <a:pt x="636469" y="418171"/>
                </a:lnTo>
                <a:lnTo>
                  <a:pt x="763763" y="511592"/>
                </a:lnTo>
                <a:lnTo>
                  <a:pt x="891057" y="415193"/>
                </a:lnTo>
                <a:lnTo>
                  <a:pt x="1018351" y="447741"/>
                </a:lnTo>
                <a:lnTo>
                  <a:pt x="1145644" y="478095"/>
                </a:lnTo>
                <a:lnTo>
                  <a:pt x="1272938" y="477054"/>
                </a:lnTo>
                <a:lnTo>
                  <a:pt x="1400232" y="314616"/>
                </a:lnTo>
                <a:lnTo>
                  <a:pt x="1527526" y="351108"/>
                </a:lnTo>
                <a:lnTo>
                  <a:pt x="1654820" y="322363"/>
                </a:lnTo>
                <a:lnTo>
                  <a:pt x="1782114" y="528061"/>
                </a:lnTo>
                <a:lnTo>
                  <a:pt x="1909407" y="525158"/>
                </a:lnTo>
                <a:lnTo>
                  <a:pt x="2036701" y="526897"/>
                </a:lnTo>
                <a:lnTo>
                  <a:pt x="2163995" y="527856"/>
                </a:lnTo>
                <a:lnTo>
                  <a:pt x="2291289" y="849391"/>
                </a:lnTo>
                <a:lnTo>
                  <a:pt x="2418583" y="844100"/>
                </a:lnTo>
                <a:lnTo>
                  <a:pt x="2545876" y="841408"/>
                </a:lnTo>
                <a:lnTo>
                  <a:pt x="2673170" y="0"/>
                </a:lnTo>
                <a:lnTo>
                  <a:pt x="2800464" y="862481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0000"/>
            </a:solidFill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9F78E1-A24D-4419-8156-D06BBF3E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3546275"/>
            <a:ext cx="2866763" cy="928780"/>
          </a:xfrm>
          <a:custGeom xmlns:a="http://schemas.openxmlformats.org/drawingml/2006/main">
            <a:pathLst>
              <a:path w="2866763" h="928780">
                <a:moveTo>
                  <a:pt x="0" y="793948"/>
                </a:moveTo>
                <a:cubicBezTo>
                  <a:pt x="0" y="812256"/>
                  <a:pt x="14841" y="827097"/>
                  <a:pt x="33149" y="827097"/>
                </a:cubicBezTo>
                <a:cubicBezTo>
                  <a:pt x="51457" y="827097"/>
                  <a:pt x="66299" y="812256"/>
                  <a:pt x="66299" y="793948"/>
                </a:cubicBezTo>
                <a:cubicBezTo>
                  <a:pt x="66299" y="775640"/>
                  <a:pt x="51457" y="760799"/>
                  <a:pt x="33149" y="760799"/>
                </a:cubicBezTo>
                <a:cubicBezTo>
                  <a:pt x="14841" y="760799"/>
                  <a:pt x="0" y="775640"/>
                  <a:pt x="0" y="793948"/>
                </a:cubicBezTo>
                <a:moveTo>
                  <a:pt x="127294" y="594518"/>
                </a:moveTo>
                <a:cubicBezTo>
                  <a:pt x="127294" y="612826"/>
                  <a:pt x="142135" y="627668"/>
                  <a:pt x="160443" y="627668"/>
                </a:cubicBezTo>
                <a:cubicBezTo>
                  <a:pt x="178751" y="627668"/>
                  <a:pt x="193593" y="612826"/>
                  <a:pt x="193593" y="594518"/>
                </a:cubicBezTo>
                <a:cubicBezTo>
                  <a:pt x="193593" y="576210"/>
                  <a:pt x="178751" y="561369"/>
                  <a:pt x="160443" y="561369"/>
                </a:cubicBezTo>
                <a:cubicBezTo>
                  <a:pt x="142135" y="561369"/>
                  <a:pt x="127294" y="576210"/>
                  <a:pt x="127294" y="594518"/>
                </a:cubicBezTo>
                <a:moveTo>
                  <a:pt x="254588" y="766075"/>
                </a:moveTo>
                <a:cubicBezTo>
                  <a:pt x="254588" y="784383"/>
                  <a:pt x="269429" y="799225"/>
                  <a:pt x="287737" y="799225"/>
                </a:cubicBezTo>
                <a:cubicBezTo>
                  <a:pt x="306045" y="799225"/>
                  <a:pt x="320886" y="784383"/>
                  <a:pt x="320886" y="766075"/>
                </a:cubicBezTo>
                <a:cubicBezTo>
                  <a:pt x="320886" y="747767"/>
                  <a:pt x="306045" y="732926"/>
                  <a:pt x="287737" y="732926"/>
                </a:cubicBezTo>
                <a:cubicBezTo>
                  <a:pt x="269429" y="732926"/>
                  <a:pt x="254588" y="747767"/>
                  <a:pt x="254588" y="766075"/>
                </a:cubicBezTo>
                <a:moveTo>
                  <a:pt x="381881" y="456349"/>
                </a:moveTo>
                <a:cubicBezTo>
                  <a:pt x="381881" y="474657"/>
                  <a:pt x="396723" y="489498"/>
                  <a:pt x="415031" y="489498"/>
                </a:cubicBezTo>
                <a:cubicBezTo>
                  <a:pt x="433339" y="489498"/>
                  <a:pt x="448180" y="474657"/>
                  <a:pt x="448180" y="456349"/>
                </a:cubicBezTo>
                <a:cubicBezTo>
                  <a:pt x="448180" y="438041"/>
                  <a:pt x="433339" y="423199"/>
                  <a:pt x="415031" y="423199"/>
                </a:cubicBezTo>
                <a:cubicBezTo>
                  <a:pt x="396723" y="423199"/>
                  <a:pt x="381881" y="438041"/>
                  <a:pt x="381881" y="456349"/>
                </a:cubicBezTo>
                <a:moveTo>
                  <a:pt x="509175" y="564636"/>
                </a:moveTo>
                <a:cubicBezTo>
                  <a:pt x="509175" y="582944"/>
                  <a:pt x="524017" y="597786"/>
                  <a:pt x="542325" y="597786"/>
                </a:cubicBezTo>
                <a:cubicBezTo>
                  <a:pt x="560633" y="597786"/>
                  <a:pt x="575474" y="582944"/>
                  <a:pt x="575474" y="564636"/>
                </a:cubicBezTo>
                <a:cubicBezTo>
                  <a:pt x="575474" y="546328"/>
                  <a:pt x="560633" y="531487"/>
                  <a:pt x="542325" y="531487"/>
                </a:cubicBezTo>
                <a:cubicBezTo>
                  <a:pt x="524017" y="531487"/>
                  <a:pt x="509175" y="546328"/>
                  <a:pt x="509175" y="564636"/>
                </a:cubicBezTo>
                <a:moveTo>
                  <a:pt x="636469" y="451320"/>
                </a:moveTo>
                <a:cubicBezTo>
                  <a:pt x="636469" y="469628"/>
                  <a:pt x="651311" y="484469"/>
                  <a:pt x="669619" y="484469"/>
                </a:cubicBezTo>
                <a:cubicBezTo>
                  <a:pt x="687926" y="484469"/>
                  <a:pt x="702768" y="469628"/>
                  <a:pt x="702768" y="451320"/>
                </a:cubicBezTo>
                <a:cubicBezTo>
                  <a:pt x="702768" y="433012"/>
                  <a:pt x="687926" y="418171"/>
                  <a:pt x="669619" y="418171"/>
                </a:cubicBezTo>
                <a:cubicBezTo>
                  <a:pt x="651311" y="418171"/>
                  <a:pt x="636469" y="433012"/>
                  <a:pt x="636469" y="451320"/>
                </a:cubicBezTo>
                <a:moveTo>
                  <a:pt x="763763" y="544742"/>
                </a:moveTo>
                <a:cubicBezTo>
                  <a:pt x="763763" y="563050"/>
                  <a:pt x="778605" y="577891"/>
                  <a:pt x="796912" y="577891"/>
                </a:cubicBezTo>
                <a:cubicBezTo>
                  <a:pt x="815220" y="577891"/>
                  <a:pt x="830062" y="563050"/>
                  <a:pt x="830062" y="544742"/>
                </a:cubicBezTo>
                <a:cubicBezTo>
                  <a:pt x="830062" y="526434"/>
                  <a:pt x="815220" y="511592"/>
                  <a:pt x="796912" y="511592"/>
                </a:cubicBezTo>
                <a:cubicBezTo>
                  <a:pt x="778605" y="511592"/>
                  <a:pt x="763763" y="526434"/>
                  <a:pt x="763763" y="544742"/>
                </a:cubicBezTo>
                <a:moveTo>
                  <a:pt x="891057" y="448342"/>
                </a:moveTo>
                <a:cubicBezTo>
                  <a:pt x="891057" y="466650"/>
                  <a:pt x="905898" y="481491"/>
                  <a:pt x="924206" y="481491"/>
                </a:cubicBezTo>
                <a:cubicBezTo>
                  <a:pt x="942514" y="481491"/>
                  <a:pt x="957356" y="466650"/>
                  <a:pt x="957356" y="448342"/>
                </a:cubicBezTo>
                <a:cubicBezTo>
                  <a:pt x="957356" y="430034"/>
                  <a:pt x="942514" y="415193"/>
                  <a:pt x="924206" y="415193"/>
                </a:cubicBezTo>
                <a:cubicBezTo>
                  <a:pt x="905898" y="415193"/>
                  <a:pt x="891057" y="430034"/>
                  <a:pt x="891057" y="448342"/>
                </a:cubicBezTo>
                <a:moveTo>
                  <a:pt x="1018351" y="480891"/>
                </a:moveTo>
                <a:cubicBezTo>
                  <a:pt x="1018351" y="499199"/>
                  <a:pt x="1033192" y="514040"/>
                  <a:pt x="1051500" y="514040"/>
                </a:cubicBezTo>
                <a:cubicBezTo>
                  <a:pt x="1069808" y="514040"/>
                  <a:pt x="1084650" y="499199"/>
                  <a:pt x="1084650" y="480891"/>
                </a:cubicBezTo>
                <a:cubicBezTo>
                  <a:pt x="1084650" y="462583"/>
                  <a:pt x="1069808" y="447741"/>
                  <a:pt x="1051500" y="447741"/>
                </a:cubicBezTo>
                <a:cubicBezTo>
                  <a:pt x="1033192" y="447741"/>
                  <a:pt x="1018351" y="462583"/>
                  <a:pt x="1018351" y="480891"/>
                </a:cubicBezTo>
                <a:moveTo>
                  <a:pt x="1145644" y="511245"/>
                </a:moveTo>
                <a:cubicBezTo>
                  <a:pt x="1145644" y="529553"/>
                  <a:pt x="1160486" y="544394"/>
                  <a:pt x="1178794" y="544394"/>
                </a:cubicBezTo>
                <a:cubicBezTo>
                  <a:pt x="1197102" y="544394"/>
                  <a:pt x="1211943" y="529553"/>
                  <a:pt x="1211943" y="511245"/>
                </a:cubicBezTo>
                <a:cubicBezTo>
                  <a:pt x="1211943" y="492937"/>
                  <a:pt x="1197102" y="478095"/>
                  <a:pt x="1178794" y="478095"/>
                </a:cubicBezTo>
                <a:cubicBezTo>
                  <a:pt x="1160486" y="478095"/>
                  <a:pt x="1145644" y="492937"/>
                  <a:pt x="1145644" y="511245"/>
                </a:cubicBezTo>
                <a:moveTo>
                  <a:pt x="1272938" y="510204"/>
                </a:moveTo>
                <a:cubicBezTo>
                  <a:pt x="1272938" y="528511"/>
                  <a:pt x="1287780" y="543353"/>
                  <a:pt x="1306088" y="543353"/>
                </a:cubicBezTo>
                <a:cubicBezTo>
                  <a:pt x="1324395" y="543353"/>
                  <a:pt x="1339237" y="528511"/>
                  <a:pt x="1339237" y="510204"/>
                </a:cubicBezTo>
                <a:cubicBezTo>
                  <a:pt x="1339237" y="491896"/>
                  <a:pt x="1324395" y="477054"/>
                  <a:pt x="1306088" y="477054"/>
                </a:cubicBezTo>
                <a:cubicBezTo>
                  <a:pt x="1287780" y="477054"/>
                  <a:pt x="1272938" y="491896"/>
                  <a:pt x="1272938" y="510204"/>
                </a:cubicBezTo>
                <a:moveTo>
                  <a:pt x="1400232" y="347765"/>
                </a:moveTo>
                <a:cubicBezTo>
                  <a:pt x="1400232" y="366073"/>
                  <a:pt x="1415074" y="380915"/>
                  <a:pt x="1433381" y="380915"/>
                </a:cubicBezTo>
                <a:cubicBezTo>
                  <a:pt x="1451689" y="380915"/>
                  <a:pt x="1466531" y="366073"/>
                  <a:pt x="1466531" y="347765"/>
                </a:cubicBezTo>
                <a:cubicBezTo>
                  <a:pt x="1466531" y="329457"/>
                  <a:pt x="1451689" y="314616"/>
                  <a:pt x="1433381" y="314616"/>
                </a:cubicBezTo>
                <a:cubicBezTo>
                  <a:pt x="1415074" y="314616"/>
                  <a:pt x="1400232" y="329457"/>
                  <a:pt x="1400232" y="347765"/>
                </a:cubicBezTo>
                <a:moveTo>
                  <a:pt x="1527526" y="384257"/>
                </a:moveTo>
                <a:cubicBezTo>
                  <a:pt x="1527526" y="402565"/>
                  <a:pt x="1542367" y="417407"/>
                  <a:pt x="1560675" y="417407"/>
                </a:cubicBezTo>
                <a:cubicBezTo>
                  <a:pt x="1578983" y="417407"/>
                  <a:pt x="1593825" y="402565"/>
                  <a:pt x="1593825" y="384257"/>
                </a:cubicBezTo>
                <a:cubicBezTo>
                  <a:pt x="1593825" y="365949"/>
                  <a:pt x="1578983" y="351108"/>
                  <a:pt x="1560675" y="351108"/>
                </a:cubicBezTo>
                <a:cubicBezTo>
                  <a:pt x="1542367" y="351108"/>
                  <a:pt x="1527526" y="365949"/>
                  <a:pt x="1527526" y="384257"/>
                </a:cubicBezTo>
                <a:moveTo>
                  <a:pt x="1654820" y="355512"/>
                </a:moveTo>
                <a:cubicBezTo>
                  <a:pt x="1654820" y="373820"/>
                  <a:pt x="1669661" y="388661"/>
                  <a:pt x="1687969" y="388661"/>
                </a:cubicBezTo>
                <a:cubicBezTo>
                  <a:pt x="1706277" y="388661"/>
                  <a:pt x="1721119" y="373820"/>
                  <a:pt x="1721119" y="355512"/>
                </a:cubicBezTo>
                <a:cubicBezTo>
                  <a:pt x="1721119" y="337204"/>
                  <a:pt x="1706277" y="322363"/>
                  <a:pt x="1687969" y="322363"/>
                </a:cubicBezTo>
                <a:cubicBezTo>
                  <a:pt x="1669661" y="322363"/>
                  <a:pt x="1654820" y="337204"/>
                  <a:pt x="1654820" y="355512"/>
                </a:cubicBezTo>
                <a:moveTo>
                  <a:pt x="1782114" y="561210"/>
                </a:moveTo>
                <a:cubicBezTo>
                  <a:pt x="1782114" y="579518"/>
                  <a:pt x="1796955" y="594360"/>
                  <a:pt x="1815263" y="594360"/>
                </a:cubicBezTo>
                <a:cubicBezTo>
                  <a:pt x="1833571" y="594360"/>
                  <a:pt x="1848412" y="579518"/>
                  <a:pt x="1848412" y="561210"/>
                </a:cubicBezTo>
                <a:cubicBezTo>
                  <a:pt x="1848412" y="542903"/>
                  <a:pt x="1833571" y="528061"/>
                  <a:pt x="1815263" y="528061"/>
                </a:cubicBezTo>
                <a:cubicBezTo>
                  <a:pt x="1796955" y="528061"/>
                  <a:pt x="1782114" y="542903"/>
                  <a:pt x="1782114" y="561210"/>
                </a:cubicBezTo>
                <a:moveTo>
                  <a:pt x="1909407" y="558307"/>
                </a:moveTo>
                <a:cubicBezTo>
                  <a:pt x="1909407" y="576615"/>
                  <a:pt x="1924249" y="591457"/>
                  <a:pt x="1942557" y="591457"/>
                </a:cubicBezTo>
                <a:cubicBezTo>
                  <a:pt x="1960865" y="591457"/>
                  <a:pt x="1975706" y="576615"/>
                  <a:pt x="1975706" y="558307"/>
                </a:cubicBezTo>
                <a:cubicBezTo>
                  <a:pt x="1975706" y="539999"/>
                  <a:pt x="1960865" y="525158"/>
                  <a:pt x="1942557" y="525158"/>
                </a:cubicBezTo>
                <a:cubicBezTo>
                  <a:pt x="1924249" y="525158"/>
                  <a:pt x="1909407" y="539999"/>
                  <a:pt x="1909407" y="558307"/>
                </a:cubicBezTo>
                <a:moveTo>
                  <a:pt x="2036701" y="560047"/>
                </a:moveTo>
                <a:cubicBezTo>
                  <a:pt x="2036701" y="578354"/>
                  <a:pt x="2051543" y="593196"/>
                  <a:pt x="2069851" y="593196"/>
                </a:cubicBezTo>
                <a:cubicBezTo>
                  <a:pt x="2088159" y="593196"/>
                  <a:pt x="2103000" y="578354"/>
                  <a:pt x="2103000" y="560047"/>
                </a:cubicBezTo>
                <a:cubicBezTo>
                  <a:pt x="2103000" y="541739"/>
                  <a:pt x="2088159" y="526897"/>
                  <a:pt x="2069851" y="526897"/>
                </a:cubicBezTo>
                <a:cubicBezTo>
                  <a:pt x="2051543" y="526897"/>
                  <a:pt x="2036701" y="541739"/>
                  <a:pt x="2036701" y="560047"/>
                </a:cubicBezTo>
                <a:moveTo>
                  <a:pt x="2163995" y="561006"/>
                </a:moveTo>
                <a:cubicBezTo>
                  <a:pt x="2163995" y="579314"/>
                  <a:pt x="2178837" y="594155"/>
                  <a:pt x="2197144" y="594155"/>
                </a:cubicBezTo>
                <a:cubicBezTo>
                  <a:pt x="2215452" y="594155"/>
                  <a:pt x="2230294" y="579314"/>
                  <a:pt x="2230294" y="561006"/>
                </a:cubicBezTo>
                <a:cubicBezTo>
                  <a:pt x="2230294" y="542698"/>
                  <a:pt x="2215452" y="527856"/>
                  <a:pt x="2197144" y="527856"/>
                </a:cubicBezTo>
                <a:cubicBezTo>
                  <a:pt x="2178837" y="527856"/>
                  <a:pt x="2163995" y="542698"/>
                  <a:pt x="2163995" y="561006"/>
                </a:cubicBezTo>
                <a:moveTo>
                  <a:pt x="2291289" y="882541"/>
                </a:moveTo>
                <a:cubicBezTo>
                  <a:pt x="2291289" y="900849"/>
                  <a:pt x="2306130" y="915690"/>
                  <a:pt x="2324438" y="915690"/>
                </a:cubicBezTo>
                <a:cubicBezTo>
                  <a:pt x="2342746" y="915690"/>
                  <a:pt x="2357588" y="900849"/>
                  <a:pt x="2357588" y="882541"/>
                </a:cubicBezTo>
                <a:cubicBezTo>
                  <a:pt x="2357588" y="864233"/>
                  <a:pt x="2342746" y="849391"/>
                  <a:pt x="2324438" y="849391"/>
                </a:cubicBezTo>
                <a:cubicBezTo>
                  <a:pt x="2306130" y="849391"/>
                  <a:pt x="2291289" y="864233"/>
                  <a:pt x="2291289" y="882541"/>
                </a:cubicBezTo>
                <a:moveTo>
                  <a:pt x="2418583" y="877249"/>
                </a:moveTo>
                <a:cubicBezTo>
                  <a:pt x="2418583" y="895557"/>
                  <a:pt x="2433424" y="910398"/>
                  <a:pt x="2451732" y="910398"/>
                </a:cubicBezTo>
                <a:cubicBezTo>
                  <a:pt x="2470040" y="910398"/>
                  <a:pt x="2484881" y="895557"/>
                  <a:pt x="2484881" y="877249"/>
                </a:cubicBezTo>
                <a:cubicBezTo>
                  <a:pt x="2484881" y="858941"/>
                  <a:pt x="2470040" y="844100"/>
                  <a:pt x="2451732" y="844100"/>
                </a:cubicBezTo>
                <a:cubicBezTo>
                  <a:pt x="2433424" y="844100"/>
                  <a:pt x="2418583" y="858941"/>
                  <a:pt x="2418583" y="877249"/>
                </a:cubicBezTo>
                <a:moveTo>
                  <a:pt x="2545876" y="874558"/>
                </a:moveTo>
                <a:cubicBezTo>
                  <a:pt x="2545876" y="892866"/>
                  <a:pt x="2560718" y="907707"/>
                  <a:pt x="2579026" y="907707"/>
                </a:cubicBezTo>
                <a:cubicBezTo>
                  <a:pt x="2597334" y="907707"/>
                  <a:pt x="2612175" y="892866"/>
                  <a:pt x="2612175" y="874558"/>
                </a:cubicBezTo>
                <a:cubicBezTo>
                  <a:pt x="2612175" y="856250"/>
                  <a:pt x="2597334" y="841408"/>
                  <a:pt x="2579026" y="841408"/>
                </a:cubicBezTo>
                <a:cubicBezTo>
                  <a:pt x="2560718" y="841408"/>
                  <a:pt x="2545876" y="856250"/>
                  <a:pt x="2545876" y="874558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2"/>
                  <a:pt x="2724628" y="0"/>
                  <a:pt x="2706320" y="0"/>
                </a:cubicBezTo>
                <a:cubicBezTo>
                  <a:pt x="2688012" y="0"/>
                  <a:pt x="2673170" y="14842"/>
                  <a:pt x="2673170" y="33149"/>
                </a:cubicBezTo>
                <a:moveTo>
                  <a:pt x="2800464" y="895630"/>
                </a:moveTo>
                <a:cubicBezTo>
                  <a:pt x="2800464" y="913938"/>
                  <a:pt x="2815306" y="928780"/>
                  <a:pt x="2833614" y="928780"/>
                </a:cubicBezTo>
                <a:cubicBezTo>
                  <a:pt x="2851921" y="928780"/>
                  <a:pt x="2866763" y="913938"/>
                  <a:pt x="2866763" y="895630"/>
                </a:cubicBezTo>
                <a:cubicBezTo>
                  <a:pt x="2866763" y="877323"/>
                  <a:pt x="2851921" y="862481"/>
                  <a:pt x="2833614" y="862481"/>
                </a:cubicBezTo>
                <a:cubicBezTo>
                  <a:pt x="2815306" y="862481"/>
                  <a:pt x="2800464" y="877323"/>
                  <a:pt x="2800464" y="8956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36D5E7-2337-434D-8AE3-87B0BE29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4093128"/>
            <a:ext cx="2800464" cy="489817"/>
          </a:xfrm>
          <a:custGeom xmlns:a="http://schemas.openxmlformats.org/drawingml/2006/main">
            <a:pathLst>
              <a:path w="2800464" h="489817" fill="none">
                <a:moveTo>
                  <a:pt x="0" y="399903"/>
                </a:moveTo>
                <a:lnTo>
                  <a:pt x="127294" y="137395"/>
                </a:lnTo>
                <a:lnTo>
                  <a:pt x="254588" y="382685"/>
                </a:lnTo>
                <a:lnTo>
                  <a:pt x="381881" y="238907"/>
                </a:lnTo>
                <a:lnTo>
                  <a:pt x="509175" y="364160"/>
                </a:lnTo>
                <a:lnTo>
                  <a:pt x="636469" y="236174"/>
                </a:lnTo>
                <a:lnTo>
                  <a:pt x="763763" y="377912"/>
                </a:lnTo>
                <a:lnTo>
                  <a:pt x="891057" y="250941"/>
                </a:lnTo>
                <a:lnTo>
                  <a:pt x="1018350" y="277351"/>
                </a:lnTo>
                <a:lnTo>
                  <a:pt x="1145644" y="241215"/>
                </a:lnTo>
                <a:lnTo>
                  <a:pt x="1272938" y="245324"/>
                </a:lnTo>
                <a:lnTo>
                  <a:pt x="1400232" y="222431"/>
                </a:lnTo>
                <a:lnTo>
                  <a:pt x="1527526" y="190111"/>
                </a:lnTo>
                <a:lnTo>
                  <a:pt x="1654819" y="248447"/>
                </a:lnTo>
                <a:lnTo>
                  <a:pt x="1782113" y="370255"/>
                </a:lnTo>
                <a:lnTo>
                  <a:pt x="1909407" y="367667"/>
                </a:lnTo>
                <a:lnTo>
                  <a:pt x="2036701" y="365295"/>
                </a:lnTo>
                <a:lnTo>
                  <a:pt x="2163995" y="365868"/>
                </a:lnTo>
                <a:lnTo>
                  <a:pt x="2291289" y="484821"/>
                </a:lnTo>
                <a:lnTo>
                  <a:pt x="2418582" y="479304"/>
                </a:lnTo>
                <a:lnTo>
                  <a:pt x="2545876" y="482939"/>
                </a:lnTo>
                <a:lnTo>
                  <a:pt x="2673170" y="0"/>
                </a:lnTo>
                <a:lnTo>
                  <a:pt x="2800464" y="489817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0000"/>
            </a:solidFill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C213A8-0A55-46D8-B35F-5D5CA4A6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4059978"/>
            <a:ext cx="2866763" cy="556116"/>
          </a:xfrm>
          <a:custGeom xmlns:a="http://schemas.openxmlformats.org/drawingml/2006/main">
            <a:pathLst>
              <a:path w="2866763" h="556116">
                <a:moveTo>
                  <a:pt x="0" y="433053"/>
                </a:moveTo>
                <a:cubicBezTo>
                  <a:pt x="0" y="451361"/>
                  <a:pt x="14841" y="466202"/>
                  <a:pt x="33149" y="466202"/>
                </a:cubicBezTo>
                <a:cubicBezTo>
                  <a:pt x="51457" y="466202"/>
                  <a:pt x="66299" y="451361"/>
                  <a:pt x="66299" y="433053"/>
                </a:cubicBezTo>
                <a:cubicBezTo>
                  <a:pt x="66299" y="414745"/>
                  <a:pt x="51457" y="399903"/>
                  <a:pt x="33149" y="399903"/>
                </a:cubicBezTo>
                <a:cubicBezTo>
                  <a:pt x="14841" y="399903"/>
                  <a:pt x="0" y="414745"/>
                  <a:pt x="0" y="433053"/>
                </a:cubicBezTo>
                <a:moveTo>
                  <a:pt x="127294" y="170545"/>
                </a:moveTo>
                <a:cubicBezTo>
                  <a:pt x="127294" y="188853"/>
                  <a:pt x="142135" y="203694"/>
                  <a:pt x="160443" y="203694"/>
                </a:cubicBezTo>
                <a:cubicBezTo>
                  <a:pt x="178751" y="203694"/>
                  <a:pt x="193592" y="188853"/>
                  <a:pt x="193592" y="170545"/>
                </a:cubicBezTo>
                <a:cubicBezTo>
                  <a:pt x="193592" y="152237"/>
                  <a:pt x="178751" y="137395"/>
                  <a:pt x="160443" y="137395"/>
                </a:cubicBezTo>
                <a:cubicBezTo>
                  <a:pt x="142135" y="137395"/>
                  <a:pt x="127294" y="152237"/>
                  <a:pt x="127294" y="170545"/>
                </a:cubicBezTo>
                <a:moveTo>
                  <a:pt x="254588" y="415834"/>
                </a:moveTo>
                <a:cubicBezTo>
                  <a:pt x="254588" y="434142"/>
                  <a:pt x="269429" y="448983"/>
                  <a:pt x="287737" y="448983"/>
                </a:cubicBezTo>
                <a:cubicBezTo>
                  <a:pt x="306045" y="448983"/>
                  <a:pt x="320886" y="434142"/>
                  <a:pt x="320886" y="415834"/>
                </a:cubicBezTo>
                <a:cubicBezTo>
                  <a:pt x="320886" y="397526"/>
                  <a:pt x="306045" y="382685"/>
                  <a:pt x="287737" y="382685"/>
                </a:cubicBezTo>
                <a:cubicBezTo>
                  <a:pt x="269429" y="382685"/>
                  <a:pt x="254588" y="397526"/>
                  <a:pt x="254588" y="415834"/>
                </a:cubicBezTo>
                <a:moveTo>
                  <a:pt x="381881" y="272057"/>
                </a:moveTo>
                <a:cubicBezTo>
                  <a:pt x="381881" y="290365"/>
                  <a:pt x="396723" y="305206"/>
                  <a:pt x="415031" y="305206"/>
                </a:cubicBezTo>
                <a:cubicBezTo>
                  <a:pt x="433339" y="305206"/>
                  <a:pt x="448180" y="290365"/>
                  <a:pt x="448180" y="272057"/>
                </a:cubicBezTo>
                <a:cubicBezTo>
                  <a:pt x="448180" y="253749"/>
                  <a:pt x="433339" y="238907"/>
                  <a:pt x="415031" y="238907"/>
                </a:cubicBezTo>
                <a:cubicBezTo>
                  <a:pt x="396723" y="238907"/>
                  <a:pt x="381881" y="253749"/>
                  <a:pt x="381881" y="272057"/>
                </a:cubicBezTo>
                <a:moveTo>
                  <a:pt x="509175" y="397309"/>
                </a:moveTo>
                <a:cubicBezTo>
                  <a:pt x="509175" y="415617"/>
                  <a:pt x="524017" y="430458"/>
                  <a:pt x="542324" y="430458"/>
                </a:cubicBezTo>
                <a:cubicBezTo>
                  <a:pt x="560632" y="430458"/>
                  <a:pt x="575474" y="415617"/>
                  <a:pt x="575474" y="397309"/>
                </a:cubicBezTo>
                <a:cubicBezTo>
                  <a:pt x="575474" y="379001"/>
                  <a:pt x="560632" y="364160"/>
                  <a:pt x="542324" y="364160"/>
                </a:cubicBezTo>
                <a:cubicBezTo>
                  <a:pt x="524017" y="364160"/>
                  <a:pt x="509175" y="379001"/>
                  <a:pt x="509175" y="397309"/>
                </a:cubicBezTo>
                <a:moveTo>
                  <a:pt x="636469" y="269323"/>
                </a:moveTo>
                <a:cubicBezTo>
                  <a:pt x="636469" y="287631"/>
                  <a:pt x="651310" y="302472"/>
                  <a:pt x="669618" y="302472"/>
                </a:cubicBezTo>
                <a:cubicBezTo>
                  <a:pt x="687926" y="302472"/>
                  <a:pt x="702768" y="287631"/>
                  <a:pt x="702768" y="269323"/>
                </a:cubicBezTo>
                <a:cubicBezTo>
                  <a:pt x="702768" y="251015"/>
                  <a:pt x="687926" y="236174"/>
                  <a:pt x="669618" y="236174"/>
                </a:cubicBezTo>
                <a:cubicBezTo>
                  <a:pt x="651310" y="236174"/>
                  <a:pt x="636469" y="251015"/>
                  <a:pt x="636469" y="269323"/>
                </a:cubicBezTo>
                <a:moveTo>
                  <a:pt x="763763" y="411062"/>
                </a:moveTo>
                <a:cubicBezTo>
                  <a:pt x="763763" y="429370"/>
                  <a:pt x="778604" y="444211"/>
                  <a:pt x="796912" y="444211"/>
                </a:cubicBezTo>
                <a:cubicBezTo>
                  <a:pt x="815220" y="444211"/>
                  <a:pt x="830061" y="429370"/>
                  <a:pt x="830061" y="411062"/>
                </a:cubicBezTo>
                <a:cubicBezTo>
                  <a:pt x="830061" y="392754"/>
                  <a:pt x="815220" y="377912"/>
                  <a:pt x="796912" y="377912"/>
                </a:cubicBezTo>
                <a:cubicBezTo>
                  <a:pt x="778604" y="377912"/>
                  <a:pt x="763763" y="392754"/>
                  <a:pt x="763763" y="411062"/>
                </a:cubicBezTo>
                <a:moveTo>
                  <a:pt x="891057" y="284090"/>
                </a:moveTo>
                <a:cubicBezTo>
                  <a:pt x="891057" y="302398"/>
                  <a:pt x="905898" y="317240"/>
                  <a:pt x="924206" y="317240"/>
                </a:cubicBezTo>
                <a:cubicBezTo>
                  <a:pt x="942514" y="317240"/>
                  <a:pt x="957356" y="302398"/>
                  <a:pt x="957356" y="284090"/>
                </a:cubicBezTo>
                <a:cubicBezTo>
                  <a:pt x="957356" y="265782"/>
                  <a:pt x="942514" y="250941"/>
                  <a:pt x="924206" y="250941"/>
                </a:cubicBezTo>
                <a:cubicBezTo>
                  <a:pt x="905898" y="250941"/>
                  <a:pt x="891057" y="265782"/>
                  <a:pt x="891057" y="284090"/>
                </a:cubicBezTo>
                <a:moveTo>
                  <a:pt x="1018350" y="310500"/>
                </a:moveTo>
                <a:cubicBezTo>
                  <a:pt x="1018350" y="328808"/>
                  <a:pt x="1033192" y="343650"/>
                  <a:pt x="1051500" y="343650"/>
                </a:cubicBezTo>
                <a:cubicBezTo>
                  <a:pt x="1069808" y="343650"/>
                  <a:pt x="1084649" y="328808"/>
                  <a:pt x="1084649" y="310500"/>
                </a:cubicBezTo>
                <a:cubicBezTo>
                  <a:pt x="1084649" y="292192"/>
                  <a:pt x="1069808" y="277351"/>
                  <a:pt x="1051500" y="277351"/>
                </a:cubicBezTo>
                <a:cubicBezTo>
                  <a:pt x="1033192" y="277351"/>
                  <a:pt x="1018350" y="292192"/>
                  <a:pt x="1018350" y="310500"/>
                </a:cubicBezTo>
                <a:moveTo>
                  <a:pt x="1145644" y="274364"/>
                </a:moveTo>
                <a:cubicBezTo>
                  <a:pt x="1145644" y="292672"/>
                  <a:pt x="1160486" y="307514"/>
                  <a:pt x="1178793" y="307514"/>
                </a:cubicBezTo>
                <a:cubicBezTo>
                  <a:pt x="1197101" y="307514"/>
                  <a:pt x="1211943" y="292672"/>
                  <a:pt x="1211943" y="274364"/>
                </a:cubicBezTo>
                <a:cubicBezTo>
                  <a:pt x="1211943" y="256056"/>
                  <a:pt x="1197101" y="241215"/>
                  <a:pt x="1178793" y="241215"/>
                </a:cubicBezTo>
                <a:cubicBezTo>
                  <a:pt x="1160486" y="241215"/>
                  <a:pt x="1145644" y="256056"/>
                  <a:pt x="1145644" y="274364"/>
                </a:cubicBezTo>
                <a:moveTo>
                  <a:pt x="1272938" y="278474"/>
                </a:moveTo>
                <a:cubicBezTo>
                  <a:pt x="1272938" y="296782"/>
                  <a:pt x="1287780" y="311623"/>
                  <a:pt x="1306087" y="311623"/>
                </a:cubicBezTo>
                <a:cubicBezTo>
                  <a:pt x="1324395" y="311623"/>
                  <a:pt x="1339237" y="296782"/>
                  <a:pt x="1339237" y="278474"/>
                </a:cubicBezTo>
                <a:cubicBezTo>
                  <a:pt x="1339237" y="260166"/>
                  <a:pt x="1324395" y="245324"/>
                  <a:pt x="1306087" y="245324"/>
                </a:cubicBezTo>
                <a:cubicBezTo>
                  <a:pt x="1287780" y="245324"/>
                  <a:pt x="1272938" y="260166"/>
                  <a:pt x="1272938" y="278474"/>
                </a:cubicBezTo>
                <a:moveTo>
                  <a:pt x="1400232" y="255580"/>
                </a:moveTo>
                <a:cubicBezTo>
                  <a:pt x="1400232" y="273888"/>
                  <a:pt x="1415073" y="288730"/>
                  <a:pt x="1433381" y="288730"/>
                </a:cubicBezTo>
                <a:cubicBezTo>
                  <a:pt x="1451689" y="288730"/>
                  <a:pt x="1466531" y="273888"/>
                  <a:pt x="1466531" y="255580"/>
                </a:cubicBezTo>
                <a:cubicBezTo>
                  <a:pt x="1466531" y="237272"/>
                  <a:pt x="1451689" y="222431"/>
                  <a:pt x="1433381" y="222431"/>
                </a:cubicBezTo>
                <a:cubicBezTo>
                  <a:pt x="1415073" y="222431"/>
                  <a:pt x="1400232" y="237272"/>
                  <a:pt x="1400232" y="255580"/>
                </a:cubicBezTo>
                <a:moveTo>
                  <a:pt x="1527526" y="223261"/>
                </a:moveTo>
                <a:cubicBezTo>
                  <a:pt x="1527526" y="241568"/>
                  <a:pt x="1542367" y="256410"/>
                  <a:pt x="1560675" y="256410"/>
                </a:cubicBezTo>
                <a:cubicBezTo>
                  <a:pt x="1578983" y="256410"/>
                  <a:pt x="1593825" y="241568"/>
                  <a:pt x="1593825" y="223261"/>
                </a:cubicBezTo>
                <a:cubicBezTo>
                  <a:pt x="1593825" y="204953"/>
                  <a:pt x="1578983" y="190111"/>
                  <a:pt x="1560675" y="190111"/>
                </a:cubicBezTo>
                <a:cubicBezTo>
                  <a:pt x="1542367" y="190111"/>
                  <a:pt x="1527526" y="204953"/>
                  <a:pt x="1527526" y="223261"/>
                </a:cubicBezTo>
                <a:moveTo>
                  <a:pt x="1654819" y="281596"/>
                </a:moveTo>
                <a:cubicBezTo>
                  <a:pt x="1654819" y="299904"/>
                  <a:pt x="1669661" y="314746"/>
                  <a:pt x="1687969" y="314746"/>
                </a:cubicBezTo>
                <a:cubicBezTo>
                  <a:pt x="1706276" y="314746"/>
                  <a:pt x="1721118" y="299904"/>
                  <a:pt x="1721118" y="281596"/>
                </a:cubicBezTo>
                <a:cubicBezTo>
                  <a:pt x="1721118" y="263288"/>
                  <a:pt x="1706276" y="248447"/>
                  <a:pt x="1687969" y="248447"/>
                </a:cubicBezTo>
                <a:cubicBezTo>
                  <a:pt x="1669661" y="248447"/>
                  <a:pt x="1654819" y="263288"/>
                  <a:pt x="1654819" y="281596"/>
                </a:cubicBezTo>
                <a:moveTo>
                  <a:pt x="1782113" y="403404"/>
                </a:moveTo>
                <a:cubicBezTo>
                  <a:pt x="1782113" y="421712"/>
                  <a:pt x="1796955" y="436554"/>
                  <a:pt x="1815263" y="436554"/>
                </a:cubicBezTo>
                <a:cubicBezTo>
                  <a:pt x="1833571" y="436554"/>
                  <a:pt x="1848412" y="421712"/>
                  <a:pt x="1848412" y="403404"/>
                </a:cubicBezTo>
                <a:cubicBezTo>
                  <a:pt x="1848412" y="385096"/>
                  <a:pt x="1833571" y="370255"/>
                  <a:pt x="1815263" y="370255"/>
                </a:cubicBezTo>
                <a:cubicBezTo>
                  <a:pt x="1796955" y="370255"/>
                  <a:pt x="1782113" y="385096"/>
                  <a:pt x="1782113" y="403404"/>
                </a:cubicBezTo>
                <a:moveTo>
                  <a:pt x="1909407" y="400816"/>
                </a:moveTo>
                <a:cubicBezTo>
                  <a:pt x="1909407" y="419124"/>
                  <a:pt x="1924249" y="433965"/>
                  <a:pt x="1942557" y="433965"/>
                </a:cubicBezTo>
                <a:cubicBezTo>
                  <a:pt x="1960865" y="433965"/>
                  <a:pt x="1975706" y="419124"/>
                  <a:pt x="1975706" y="400816"/>
                </a:cubicBezTo>
                <a:cubicBezTo>
                  <a:pt x="1975706" y="382508"/>
                  <a:pt x="1960865" y="367667"/>
                  <a:pt x="1942557" y="367667"/>
                </a:cubicBezTo>
                <a:cubicBezTo>
                  <a:pt x="1924249" y="367667"/>
                  <a:pt x="1909407" y="382508"/>
                  <a:pt x="1909407" y="400816"/>
                </a:cubicBezTo>
                <a:moveTo>
                  <a:pt x="2036701" y="398444"/>
                </a:moveTo>
                <a:cubicBezTo>
                  <a:pt x="2036701" y="416752"/>
                  <a:pt x="2051543" y="431594"/>
                  <a:pt x="2069850" y="431594"/>
                </a:cubicBezTo>
                <a:cubicBezTo>
                  <a:pt x="2088159" y="431594"/>
                  <a:pt x="2103000" y="416752"/>
                  <a:pt x="2103000" y="398444"/>
                </a:cubicBezTo>
                <a:cubicBezTo>
                  <a:pt x="2103000" y="380136"/>
                  <a:pt x="2088159" y="365295"/>
                  <a:pt x="2069850" y="365295"/>
                </a:cubicBezTo>
                <a:cubicBezTo>
                  <a:pt x="2051543" y="365295"/>
                  <a:pt x="2036701" y="380136"/>
                  <a:pt x="2036701" y="398444"/>
                </a:cubicBezTo>
                <a:moveTo>
                  <a:pt x="2163995" y="399017"/>
                </a:moveTo>
                <a:cubicBezTo>
                  <a:pt x="2163995" y="417325"/>
                  <a:pt x="2178836" y="432167"/>
                  <a:pt x="2197144" y="432167"/>
                </a:cubicBezTo>
                <a:cubicBezTo>
                  <a:pt x="2215452" y="432167"/>
                  <a:pt x="2230294" y="417325"/>
                  <a:pt x="2230294" y="399017"/>
                </a:cubicBezTo>
                <a:cubicBezTo>
                  <a:pt x="2230294" y="380709"/>
                  <a:pt x="2215452" y="365868"/>
                  <a:pt x="2197144" y="365868"/>
                </a:cubicBezTo>
                <a:cubicBezTo>
                  <a:pt x="2178836" y="365868"/>
                  <a:pt x="2163995" y="380709"/>
                  <a:pt x="2163995" y="399017"/>
                </a:cubicBezTo>
                <a:moveTo>
                  <a:pt x="2291289" y="517971"/>
                </a:moveTo>
                <a:cubicBezTo>
                  <a:pt x="2291289" y="536279"/>
                  <a:pt x="2306130" y="551120"/>
                  <a:pt x="2324438" y="551120"/>
                </a:cubicBezTo>
                <a:cubicBezTo>
                  <a:pt x="2342746" y="551120"/>
                  <a:pt x="2357587" y="536279"/>
                  <a:pt x="2357587" y="517971"/>
                </a:cubicBezTo>
                <a:cubicBezTo>
                  <a:pt x="2357587" y="499663"/>
                  <a:pt x="2342746" y="484821"/>
                  <a:pt x="2324438" y="484821"/>
                </a:cubicBezTo>
                <a:cubicBezTo>
                  <a:pt x="2306130" y="484821"/>
                  <a:pt x="2291289" y="499663"/>
                  <a:pt x="2291289" y="517971"/>
                </a:cubicBezTo>
                <a:moveTo>
                  <a:pt x="2418582" y="512454"/>
                </a:moveTo>
                <a:cubicBezTo>
                  <a:pt x="2418582" y="530762"/>
                  <a:pt x="2433424" y="545603"/>
                  <a:pt x="2451732" y="545603"/>
                </a:cubicBezTo>
                <a:cubicBezTo>
                  <a:pt x="2470040" y="545603"/>
                  <a:pt x="2484881" y="530762"/>
                  <a:pt x="2484881" y="512454"/>
                </a:cubicBezTo>
                <a:cubicBezTo>
                  <a:pt x="2484881" y="494146"/>
                  <a:pt x="2470040" y="479304"/>
                  <a:pt x="2451732" y="479304"/>
                </a:cubicBezTo>
                <a:cubicBezTo>
                  <a:pt x="2433424" y="479304"/>
                  <a:pt x="2418582" y="494146"/>
                  <a:pt x="2418582" y="512454"/>
                </a:cubicBezTo>
                <a:moveTo>
                  <a:pt x="2545876" y="516088"/>
                </a:moveTo>
                <a:cubicBezTo>
                  <a:pt x="2545876" y="534396"/>
                  <a:pt x="2560718" y="549237"/>
                  <a:pt x="2579026" y="549237"/>
                </a:cubicBezTo>
                <a:cubicBezTo>
                  <a:pt x="2597334" y="549237"/>
                  <a:pt x="2612175" y="534396"/>
                  <a:pt x="2612175" y="516088"/>
                </a:cubicBezTo>
                <a:cubicBezTo>
                  <a:pt x="2612175" y="497780"/>
                  <a:pt x="2597334" y="482939"/>
                  <a:pt x="2579026" y="482939"/>
                </a:cubicBezTo>
                <a:cubicBezTo>
                  <a:pt x="2560718" y="482939"/>
                  <a:pt x="2545876" y="497780"/>
                  <a:pt x="2545876" y="516088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522967"/>
                </a:moveTo>
                <a:cubicBezTo>
                  <a:pt x="2800464" y="541274"/>
                  <a:pt x="2815306" y="556116"/>
                  <a:pt x="2833613" y="556116"/>
                </a:cubicBezTo>
                <a:cubicBezTo>
                  <a:pt x="2851922" y="556116"/>
                  <a:pt x="2866763" y="541274"/>
                  <a:pt x="2866763" y="522967"/>
                </a:cubicBezTo>
                <a:cubicBezTo>
                  <a:pt x="2866763" y="504659"/>
                  <a:pt x="2851922" y="489817"/>
                  <a:pt x="2833613" y="489817"/>
                </a:cubicBezTo>
                <a:cubicBezTo>
                  <a:pt x="2815306" y="489817"/>
                  <a:pt x="2800464" y="504659"/>
                  <a:pt x="2800464" y="5229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B18F1E-AEA8-4FFF-81CC-5A3BE392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1256977"/>
            <a:ext cx="2800464" cy="891568"/>
          </a:xfrm>
          <a:custGeom xmlns:a="http://schemas.openxmlformats.org/drawingml/2006/main">
            <a:pathLst>
              <a:path w="2800464" h="891568" fill="none">
                <a:moveTo>
                  <a:pt x="0" y="791244"/>
                </a:moveTo>
                <a:lnTo>
                  <a:pt x="127294" y="610445"/>
                </a:lnTo>
                <a:lnTo>
                  <a:pt x="254588" y="749179"/>
                </a:lnTo>
                <a:lnTo>
                  <a:pt x="381881" y="511899"/>
                </a:lnTo>
                <a:lnTo>
                  <a:pt x="509175" y="560732"/>
                </a:lnTo>
                <a:lnTo>
                  <a:pt x="636469" y="493121"/>
                </a:lnTo>
                <a:lnTo>
                  <a:pt x="763763" y="565996"/>
                </a:lnTo>
                <a:lnTo>
                  <a:pt x="891057" y="474170"/>
                </a:lnTo>
                <a:lnTo>
                  <a:pt x="1018351" y="516465"/>
                </a:lnTo>
                <a:lnTo>
                  <a:pt x="1145644" y="545059"/>
                </a:lnTo>
                <a:lnTo>
                  <a:pt x="1272938" y="545845"/>
                </a:lnTo>
                <a:lnTo>
                  <a:pt x="1400232" y="351082"/>
                </a:lnTo>
                <a:lnTo>
                  <a:pt x="1527526" y="406631"/>
                </a:lnTo>
                <a:lnTo>
                  <a:pt x="1654820" y="420563"/>
                </a:lnTo>
                <a:lnTo>
                  <a:pt x="1782114" y="581760"/>
                </a:lnTo>
                <a:lnTo>
                  <a:pt x="1909407" y="579870"/>
                </a:lnTo>
                <a:lnTo>
                  <a:pt x="2036701" y="583508"/>
                </a:lnTo>
                <a:lnTo>
                  <a:pt x="2163995" y="581280"/>
                </a:lnTo>
                <a:lnTo>
                  <a:pt x="2291289" y="886567"/>
                </a:lnTo>
                <a:lnTo>
                  <a:pt x="2418583" y="884043"/>
                </a:lnTo>
                <a:lnTo>
                  <a:pt x="2545876" y="883941"/>
                </a:lnTo>
                <a:lnTo>
                  <a:pt x="2673170" y="0"/>
                </a:lnTo>
                <a:lnTo>
                  <a:pt x="2800464" y="891568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1C1C1C"/>
            </a:solidFill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7746CD-EA54-4658-8415-44CC9E7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1223828"/>
            <a:ext cx="2866763" cy="957867"/>
          </a:xfrm>
          <a:custGeom xmlns:a="http://schemas.openxmlformats.org/drawingml/2006/main">
            <a:pathLst>
              <a:path w="2866763" h="957867">
                <a:moveTo>
                  <a:pt x="0" y="824394"/>
                </a:moveTo>
                <a:cubicBezTo>
                  <a:pt x="0" y="842702"/>
                  <a:pt x="14841" y="857543"/>
                  <a:pt x="33149" y="857543"/>
                </a:cubicBezTo>
                <a:cubicBezTo>
                  <a:pt x="51457" y="857543"/>
                  <a:pt x="66299" y="842702"/>
                  <a:pt x="66299" y="824394"/>
                </a:cubicBezTo>
                <a:cubicBezTo>
                  <a:pt x="66299" y="806086"/>
                  <a:pt x="51457" y="791244"/>
                  <a:pt x="33149" y="791244"/>
                </a:cubicBezTo>
                <a:cubicBezTo>
                  <a:pt x="14841" y="791244"/>
                  <a:pt x="0" y="806086"/>
                  <a:pt x="0" y="824394"/>
                </a:cubicBezTo>
                <a:moveTo>
                  <a:pt x="127294" y="643594"/>
                </a:moveTo>
                <a:cubicBezTo>
                  <a:pt x="127294" y="661902"/>
                  <a:pt x="142135" y="676743"/>
                  <a:pt x="160443" y="676743"/>
                </a:cubicBezTo>
                <a:cubicBezTo>
                  <a:pt x="178751" y="676743"/>
                  <a:pt x="193593" y="661902"/>
                  <a:pt x="193593" y="643594"/>
                </a:cubicBezTo>
                <a:cubicBezTo>
                  <a:pt x="193593" y="625286"/>
                  <a:pt x="178751" y="610445"/>
                  <a:pt x="160443" y="610445"/>
                </a:cubicBezTo>
                <a:cubicBezTo>
                  <a:pt x="142135" y="610445"/>
                  <a:pt x="127294" y="625286"/>
                  <a:pt x="127294" y="643594"/>
                </a:cubicBezTo>
                <a:moveTo>
                  <a:pt x="254588" y="782329"/>
                </a:moveTo>
                <a:cubicBezTo>
                  <a:pt x="254588" y="800636"/>
                  <a:pt x="269429" y="815478"/>
                  <a:pt x="287737" y="815478"/>
                </a:cubicBezTo>
                <a:cubicBezTo>
                  <a:pt x="306045" y="815478"/>
                  <a:pt x="320886" y="800636"/>
                  <a:pt x="320886" y="782329"/>
                </a:cubicBezTo>
                <a:cubicBezTo>
                  <a:pt x="320886" y="764021"/>
                  <a:pt x="306045" y="749179"/>
                  <a:pt x="287737" y="749179"/>
                </a:cubicBezTo>
                <a:cubicBezTo>
                  <a:pt x="269429" y="749179"/>
                  <a:pt x="254588" y="764021"/>
                  <a:pt x="254588" y="782329"/>
                </a:cubicBezTo>
                <a:moveTo>
                  <a:pt x="381881" y="545049"/>
                </a:moveTo>
                <a:cubicBezTo>
                  <a:pt x="381881" y="563356"/>
                  <a:pt x="396723" y="578198"/>
                  <a:pt x="415031" y="578198"/>
                </a:cubicBezTo>
                <a:cubicBezTo>
                  <a:pt x="433339" y="578198"/>
                  <a:pt x="448180" y="563356"/>
                  <a:pt x="448180" y="545049"/>
                </a:cubicBezTo>
                <a:cubicBezTo>
                  <a:pt x="448180" y="526740"/>
                  <a:pt x="433339" y="511899"/>
                  <a:pt x="415031" y="511899"/>
                </a:cubicBezTo>
                <a:cubicBezTo>
                  <a:pt x="396723" y="511899"/>
                  <a:pt x="381881" y="526740"/>
                  <a:pt x="381881" y="545049"/>
                </a:cubicBezTo>
                <a:moveTo>
                  <a:pt x="509175" y="593881"/>
                </a:moveTo>
                <a:cubicBezTo>
                  <a:pt x="509175" y="612190"/>
                  <a:pt x="524017" y="627031"/>
                  <a:pt x="542325" y="627031"/>
                </a:cubicBezTo>
                <a:cubicBezTo>
                  <a:pt x="560633" y="627031"/>
                  <a:pt x="575474" y="612190"/>
                  <a:pt x="575474" y="593881"/>
                </a:cubicBezTo>
                <a:cubicBezTo>
                  <a:pt x="575474" y="575573"/>
                  <a:pt x="560633" y="560732"/>
                  <a:pt x="542325" y="560732"/>
                </a:cubicBezTo>
                <a:cubicBezTo>
                  <a:pt x="524017" y="560732"/>
                  <a:pt x="509175" y="575573"/>
                  <a:pt x="509175" y="593881"/>
                </a:cubicBezTo>
                <a:moveTo>
                  <a:pt x="636469" y="526270"/>
                </a:moveTo>
                <a:cubicBezTo>
                  <a:pt x="636469" y="544578"/>
                  <a:pt x="651311" y="559419"/>
                  <a:pt x="669619" y="559419"/>
                </a:cubicBezTo>
                <a:cubicBezTo>
                  <a:pt x="687926" y="559419"/>
                  <a:pt x="702768" y="544578"/>
                  <a:pt x="702768" y="526270"/>
                </a:cubicBezTo>
                <a:cubicBezTo>
                  <a:pt x="702768" y="507962"/>
                  <a:pt x="687926" y="493121"/>
                  <a:pt x="669619" y="493121"/>
                </a:cubicBezTo>
                <a:cubicBezTo>
                  <a:pt x="651311" y="493121"/>
                  <a:pt x="636469" y="507962"/>
                  <a:pt x="636469" y="526270"/>
                </a:cubicBezTo>
                <a:moveTo>
                  <a:pt x="763763" y="599145"/>
                </a:moveTo>
                <a:cubicBezTo>
                  <a:pt x="763763" y="617453"/>
                  <a:pt x="778605" y="632295"/>
                  <a:pt x="796912" y="632295"/>
                </a:cubicBezTo>
                <a:cubicBezTo>
                  <a:pt x="815220" y="632295"/>
                  <a:pt x="830062" y="617453"/>
                  <a:pt x="830062" y="599145"/>
                </a:cubicBezTo>
                <a:cubicBezTo>
                  <a:pt x="830062" y="580837"/>
                  <a:pt x="815220" y="565996"/>
                  <a:pt x="796912" y="565996"/>
                </a:cubicBezTo>
                <a:cubicBezTo>
                  <a:pt x="778605" y="565996"/>
                  <a:pt x="763763" y="580837"/>
                  <a:pt x="763763" y="599145"/>
                </a:cubicBezTo>
                <a:moveTo>
                  <a:pt x="891057" y="507319"/>
                </a:moveTo>
                <a:cubicBezTo>
                  <a:pt x="891057" y="525628"/>
                  <a:pt x="905898" y="540469"/>
                  <a:pt x="924206" y="540469"/>
                </a:cubicBezTo>
                <a:cubicBezTo>
                  <a:pt x="942514" y="540469"/>
                  <a:pt x="957356" y="525628"/>
                  <a:pt x="957356" y="507319"/>
                </a:cubicBezTo>
                <a:cubicBezTo>
                  <a:pt x="957356" y="489011"/>
                  <a:pt x="942514" y="474170"/>
                  <a:pt x="924206" y="474170"/>
                </a:cubicBezTo>
                <a:cubicBezTo>
                  <a:pt x="905898" y="474170"/>
                  <a:pt x="891057" y="489011"/>
                  <a:pt x="891057" y="507319"/>
                </a:cubicBezTo>
                <a:moveTo>
                  <a:pt x="1018351" y="549614"/>
                </a:moveTo>
                <a:cubicBezTo>
                  <a:pt x="1018351" y="567922"/>
                  <a:pt x="1033192" y="582763"/>
                  <a:pt x="1051500" y="582763"/>
                </a:cubicBezTo>
                <a:cubicBezTo>
                  <a:pt x="1069808" y="582763"/>
                  <a:pt x="1084650" y="567922"/>
                  <a:pt x="1084650" y="549614"/>
                </a:cubicBezTo>
                <a:cubicBezTo>
                  <a:pt x="1084650" y="531306"/>
                  <a:pt x="1069808" y="516465"/>
                  <a:pt x="1051500" y="516465"/>
                </a:cubicBezTo>
                <a:cubicBezTo>
                  <a:pt x="1033192" y="516465"/>
                  <a:pt x="1018351" y="531306"/>
                  <a:pt x="1018351" y="549614"/>
                </a:cubicBezTo>
                <a:moveTo>
                  <a:pt x="1145644" y="578208"/>
                </a:moveTo>
                <a:cubicBezTo>
                  <a:pt x="1145644" y="596516"/>
                  <a:pt x="1160486" y="611357"/>
                  <a:pt x="1178794" y="611357"/>
                </a:cubicBezTo>
                <a:cubicBezTo>
                  <a:pt x="1197102" y="611357"/>
                  <a:pt x="1211943" y="596516"/>
                  <a:pt x="1211943" y="578208"/>
                </a:cubicBezTo>
                <a:cubicBezTo>
                  <a:pt x="1211943" y="559900"/>
                  <a:pt x="1197102" y="545059"/>
                  <a:pt x="1178794" y="545059"/>
                </a:cubicBezTo>
                <a:cubicBezTo>
                  <a:pt x="1160486" y="545059"/>
                  <a:pt x="1145644" y="559900"/>
                  <a:pt x="1145644" y="578208"/>
                </a:cubicBezTo>
                <a:moveTo>
                  <a:pt x="1272938" y="578994"/>
                </a:moveTo>
                <a:cubicBezTo>
                  <a:pt x="1272938" y="597302"/>
                  <a:pt x="1287780" y="612144"/>
                  <a:pt x="1306088" y="612144"/>
                </a:cubicBezTo>
                <a:cubicBezTo>
                  <a:pt x="1324395" y="612144"/>
                  <a:pt x="1339237" y="597302"/>
                  <a:pt x="1339237" y="578994"/>
                </a:cubicBezTo>
                <a:cubicBezTo>
                  <a:pt x="1339237" y="560686"/>
                  <a:pt x="1324395" y="545845"/>
                  <a:pt x="1306088" y="545845"/>
                </a:cubicBezTo>
                <a:cubicBezTo>
                  <a:pt x="1287780" y="545845"/>
                  <a:pt x="1272938" y="560686"/>
                  <a:pt x="1272938" y="578994"/>
                </a:cubicBezTo>
                <a:moveTo>
                  <a:pt x="1400232" y="384231"/>
                </a:moveTo>
                <a:cubicBezTo>
                  <a:pt x="1400232" y="402539"/>
                  <a:pt x="1415074" y="417381"/>
                  <a:pt x="1433381" y="417381"/>
                </a:cubicBezTo>
                <a:cubicBezTo>
                  <a:pt x="1451689" y="417381"/>
                  <a:pt x="1466531" y="402539"/>
                  <a:pt x="1466531" y="384231"/>
                </a:cubicBezTo>
                <a:cubicBezTo>
                  <a:pt x="1466531" y="365923"/>
                  <a:pt x="1451689" y="351082"/>
                  <a:pt x="1433381" y="351082"/>
                </a:cubicBezTo>
                <a:cubicBezTo>
                  <a:pt x="1415074" y="351082"/>
                  <a:pt x="1400232" y="365923"/>
                  <a:pt x="1400232" y="384231"/>
                </a:cubicBezTo>
                <a:moveTo>
                  <a:pt x="1527526" y="439781"/>
                </a:moveTo>
                <a:cubicBezTo>
                  <a:pt x="1527526" y="458089"/>
                  <a:pt x="1542367" y="472930"/>
                  <a:pt x="1560675" y="472930"/>
                </a:cubicBezTo>
                <a:cubicBezTo>
                  <a:pt x="1578983" y="472930"/>
                  <a:pt x="1593825" y="458089"/>
                  <a:pt x="1593825" y="439781"/>
                </a:cubicBezTo>
                <a:cubicBezTo>
                  <a:pt x="1593825" y="421473"/>
                  <a:pt x="1578983" y="406631"/>
                  <a:pt x="1560675" y="406631"/>
                </a:cubicBezTo>
                <a:cubicBezTo>
                  <a:pt x="1542367" y="406631"/>
                  <a:pt x="1527526" y="421473"/>
                  <a:pt x="1527526" y="439781"/>
                </a:cubicBezTo>
                <a:moveTo>
                  <a:pt x="1654820" y="453713"/>
                </a:moveTo>
                <a:cubicBezTo>
                  <a:pt x="1654820" y="472021"/>
                  <a:pt x="1669661" y="486862"/>
                  <a:pt x="1687969" y="486862"/>
                </a:cubicBezTo>
                <a:cubicBezTo>
                  <a:pt x="1706277" y="486862"/>
                  <a:pt x="1721119" y="472021"/>
                  <a:pt x="1721119" y="453713"/>
                </a:cubicBezTo>
                <a:cubicBezTo>
                  <a:pt x="1721119" y="435405"/>
                  <a:pt x="1706277" y="420563"/>
                  <a:pt x="1687969" y="420563"/>
                </a:cubicBezTo>
                <a:cubicBezTo>
                  <a:pt x="1669661" y="420563"/>
                  <a:pt x="1654820" y="435405"/>
                  <a:pt x="1654820" y="453713"/>
                </a:cubicBezTo>
                <a:moveTo>
                  <a:pt x="1782114" y="614909"/>
                </a:moveTo>
                <a:cubicBezTo>
                  <a:pt x="1782114" y="633217"/>
                  <a:pt x="1796955" y="648059"/>
                  <a:pt x="1815263" y="648059"/>
                </a:cubicBezTo>
                <a:cubicBezTo>
                  <a:pt x="1833571" y="648059"/>
                  <a:pt x="1848412" y="633217"/>
                  <a:pt x="1848412" y="614909"/>
                </a:cubicBezTo>
                <a:cubicBezTo>
                  <a:pt x="1848412" y="596601"/>
                  <a:pt x="1833571" y="581760"/>
                  <a:pt x="1815263" y="581760"/>
                </a:cubicBezTo>
                <a:cubicBezTo>
                  <a:pt x="1796955" y="581760"/>
                  <a:pt x="1782114" y="596601"/>
                  <a:pt x="1782114" y="614909"/>
                </a:cubicBezTo>
                <a:moveTo>
                  <a:pt x="1909407" y="613020"/>
                </a:moveTo>
                <a:cubicBezTo>
                  <a:pt x="1909407" y="631327"/>
                  <a:pt x="1924249" y="646169"/>
                  <a:pt x="1942557" y="646169"/>
                </a:cubicBezTo>
                <a:cubicBezTo>
                  <a:pt x="1960865" y="646169"/>
                  <a:pt x="1975706" y="631327"/>
                  <a:pt x="1975706" y="613020"/>
                </a:cubicBezTo>
                <a:cubicBezTo>
                  <a:pt x="1975706" y="594712"/>
                  <a:pt x="1960865" y="579870"/>
                  <a:pt x="1942557" y="579870"/>
                </a:cubicBezTo>
                <a:cubicBezTo>
                  <a:pt x="1924249" y="579870"/>
                  <a:pt x="1909407" y="594712"/>
                  <a:pt x="1909407" y="613020"/>
                </a:cubicBezTo>
                <a:moveTo>
                  <a:pt x="2036701" y="616658"/>
                </a:moveTo>
                <a:cubicBezTo>
                  <a:pt x="2036701" y="634965"/>
                  <a:pt x="2051543" y="649807"/>
                  <a:pt x="2069851" y="649807"/>
                </a:cubicBezTo>
                <a:cubicBezTo>
                  <a:pt x="2088159" y="649807"/>
                  <a:pt x="2103000" y="634965"/>
                  <a:pt x="2103000" y="616658"/>
                </a:cubicBezTo>
                <a:cubicBezTo>
                  <a:pt x="2103000" y="598350"/>
                  <a:pt x="2088159" y="583508"/>
                  <a:pt x="2069851" y="583508"/>
                </a:cubicBezTo>
                <a:cubicBezTo>
                  <a:pt x="2051543" y="583508"/>
                  <a:pt x="2036701" y="598350"/>
                  <a:pt x="2036701" y="616658"/>
                </a:cubicBezTo>
                <a:moveTo>
                  <a:pt x="2163995" y="614429"/>
                </a:moveTo>
                <a:cubicBezTo>
                  <a:pt x="2163995" y="632737"/>
                  <a:pt x="2178837" y="647579"/>
                  <a:pt x="2197144" y="647579"/>
                </a:cubicBezTo>
                <a:cubicBezTo>
                  <a:pt x="2215452" y="647579"/>
                  <a:pt x="2230294" y="632737"/>
                  <a:pt x="2230294" y="614429"/>
                </a:cubicBezTo>
                <a:cubicBezTo>
                  <a:pt x="2230294" y="596121"/>
                  <a:pt x="2215452" y="581280"/>
                  <a:pt x="2197144" y="581280"/>
                </a:cubicBezTo>
                <a:cubicBezTo>
                  <a:pt x="2178837" y="581280"/>
                  <a:pt x="2163995" y="596121"/>
                  <a:pt x="2163995" y="614429"/>
                </a:cubicBezTo>
                <a:moveTo>
                  <a:pt x="2291289" y="919717"/>
                </a:moveTo>
                <a:cubicBezTo>
                  <a:pt x="2291289" y="938025"/>
                  <a:pt x="2306130" y="952866"/>
                  <a:pt x="2324438" y="952866"/>
                </a:cubicBezTo>
                <a:cubicBezTo>
                  <a:pt x="2342746" y="952866"/>
                  <a:pt x="2357588" y="938025"/>
                  <a:pt x="2357588" y="919717"/>
                </a:cubicBezTo>
                <a:cubicBezTo>
                  <a:pt x="2357588" y="901409"/>
                  <a:pt x="2342746" y="886567"/>
                  <a:pt x="2324438" y="886567"/>
                </a:cubicBezTo>
                <a:cubicBezTo>
                  <a:pt x="2306130" y="886567"/>
                  <a:pt x="2291289" y="901409"/>
                  <a:pt x="2291289" y="919717"/>
                </a:cubicBezTo>
                <a:moveTo>
                  <a:pt x="2418583" y="917192"/>
                </a:moveTo>
                <a:cubicBezTo>
                  <a:pt x="2418583" y="935500"/>
                  <a:pt x="2433424" y="950342"/>
                  <a:pt x="2451732" y="950342"/>
                </a:cubicBezTo>
                <a:cubicBezTo>
                  <a:pt x="2470040" y="950342"/>
                  <a:pt x="2484881" y="935500"/>
                  <a:pt x="2484881" y="917192"/>
                </a:cubicBezTo>
                <a:cubicBezTo>
                  <a:pt x="2484881" y="898884"/>
                  <a:pt x="2470040" y="884043"/>
                  <a:pt x="2451732" y="884043"/>
                </a:cubicBezTo>
                <a:cubicBezTo>
                  <a:pt x="2433424" y="884043"/>
                  <a:pt x="2418583" y="898884"/>
                  <a:pt x="2418583" y="917192"/>
                </a:cubicBezTo>
                <a:moveTo>
                  <a:pt x="2545876" y="917090"/>
                </a:moveTo>
                <a:cubicBezTo>
                  <a:pt x="2545876" y="935398"/>
                  <a:pt x="2560718" y="950240"/>
                  <a:pt x="2579026" y="950240"/>
                </a:cubicBezTo>
                <a:cubicBezTo>
                  <a:pt x="2597334" y="950240"/>
                  <a:pt x="2612175" y="935398"/>
                  <a:pt x="2612175" y="917090"/>
                </a:cubicBezTo>
                <a:cubicBezTo>
                  <a:pt x="2612175" y="898782"/>
                  <a:pt x="2597334" y="883941"/>
                  <a:pt x="2579026" y="883941"/>
                </a:cubicBezTo>
                <a:cubicBezTo>
                  <a:pt x="2560718" y="883941"/>
                  <a:pt x="2545876" y="898782"/>
                  <a:pt x="2545876" y="917090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924717"/>
                </a:moveTo>
                <a:cubicBezTo>
                  <a:pt x="2800464" y="943025"/>
                  <a:pt x="2815306" y="957867"/>
                  <a:pt x="2833614" y="957867"/>
                </a:cubicBezTo>
                <a:cubicBezTo>
                  <a:pt x="2851921" y="957867"/>
                  <a:pt x="2866763" y="943025"/>
                  <a:pt x="2866763" y="924717"/>
                </a:cubicBezTo>
                <a:cubicBezTo>
                  <a:pt x="2866763" y="906409"/>
                  <a:pt x="2851921" y="891568"/>
                  <a:pt x="2833614" y="891568"/>
                </a:cubicBezTo>
                <a:cubicBezTo>
                  <a:pt x="2815306" y="891568"/>
                  <a:pt x="2800464" y="906409"/>
                  <a:pt x="2800464" y="924717"/>
                </a:cubicBezTo>
                <a:close/>
              </a:path>
            </a:pathLst>
          </a:custGeom>
          <a:solidFill xmlns:a="http://schemas.openxmlformats.org/drawingml/2006/main">
            <a:srgbClr val="1C1C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31F652-26E5-44D0-9F42-D5D38382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1787746"/>
            <a:ext cx="2800464" cy="545093"/>
          </a:xfrm>
          <a:custGeom xmlns:a="http://schemas.openxmlformats.org/drawingml/2006/main">
            <a:pathLst>
              <a:path w="2800464" h="545093" fill="none">
                <a:moveTo>
                  <a:pt x="0" y="457879"/>
                </a:moveTo>
                <a:lnTo>
                  <a:pt x="127294" y="180915"/>
                </a:lnTo>
                <a:lnTo>
                  <a:pt x="254588" y="431217"/>
                </a:lnTo>
                <a:lnTo>
                  <a:pt x="381881" y="298142"/>
                </a:lnTo>
                <a:lnTo>
                  <a:pt x="509175" y="425141"/>
                </a:lnTo>
                <a:lnTo>
                  <a:pt x="636469" y="280186"/>
                </a:lnTo>
                <a:lnTo>
                  <a:pt x="763763" y="440071"/>
                </a:lnTo>
                <a:lnTo>
                  <a:pt x="891057" y="344890"/>
                </a:lnTo>
                <a:lnTo>
                  <a:pt x="1018350" y="336425"/>
                </a:lnTo>
                <a:lnTo>
                  <a:pt x="1145644" y="291209"/>
                </a:lnTo>
                <a:lnTo>
                  <a:pt x="1272938" y="300267"/>
                </a:lnTo>
                <a:lnTo>
                  <a:pt x="1400232" y="334988"/>
                </a:lnTo>
                <a:lnTo>
                  <a:pt x="1527526" y="302900"/>
                </a:lnTo>
                <a:lnTo>
                  <a:pt x="1654819" y="327750"/>
                </a:lnTo>
                <a:lnTo>
                  <a:pt x="1782113" y="427145"/>
                </a:lnTo>
                <a:lnTo>
                  <a:pt x="1909407" y="428473"/>
                </a:lnTo>
                <a:lnTo>
                  <a:pt x="2036701" y="426495"/>
                </a:lnTo>
                <a:lnTo>
                  <a:pt x="2163995" y="424697"/>
                </a:lnTo>
                <a:lnTo>
                  <a:pt x="2291289" y="541046"/>
                </a:lnTo>
                <a:lnTo>
                  <a:pt x="2418582" y="538483"/>
                </a:lnTo>
                <a:lnTo>
                  <a:pt x="2545876" y="538690"/>
                </a:lnTo>
                <a:lnTo>
                  <a:pt x="2673170" y="0"/>
                </a:lnTo>
                <a:lnTo>
                  <a:pt x="2800464" y="545093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1C1C1C"/>
            </a:solidFill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FA4FA-F2DB-4311-B433-28184A0B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1754597"/>
            <a:ext cx="2866763" cy="611392"/>
          </a:xfrm>
          <a:custGeom xmlns:a="http://schemas.openxmlformats.org/drawingml/2006/main">
            <a:pathLst>
              <a:path w="2866763" h="611392">
                <a:moveTo>
                  <a:pt x="0" y="491029"/>
                </a:moveTo>
                <a:cubicBezTo>
                  <a:pt x="0" y="509337"/>
                  <a:pt x="14841" y="524178"/>
                  <a:pt x="33149" y="524178"/>
                </a:cubicBezTo>
                <a:cubicBezTo>
                  <a:pt x="51457" y="524178"/>
                  <a:pt x="66299" y="509337"/>
                  <a:pt x="66299" y="491029"/>
                </a:cubicBezTo>
                <a:cubicBezTo>
                  <a:pt x="66299" y="472721"/>
                  <a:pt x="51457" y="457879"/>
                  <a:pt x="33149" y="457879"/>
                </a:cubicBezTo>
                <a:cubicBezTo>
                  <a:pt x="14841" y="457879"/>
                  <a:pt x="0" y="472721"/>
                  <a:pt x="0" y="491029"/>
                </a:cubicBezTo>
                <a:moveTo>
                  <a:pt x="127294" y="214065"/>
                </a:moveTo>
                <a:cubicBezTo>
                  <a:pt x="127294" y="232373"/>
                  <a:pt x="142135" y="247214"/>
                  <a:pt x="160443" y="247214"/>
                </a:cubicBezTo>
                <a:cubicBezTo>
                  <a:pt x="178751" y="247214"/>
                  <a:pt x="193592" y="232373"/>
                  <a:pt x="193592" y="214065"/>
                </a:cubicBezTo>
                <a:cubicBezTo>
                  <a:pt x="193592" y="195757"/>
                  <a:pt x="178751" y="180915"/>
                  <a:pt x="160443" y="180915"/>
                </a:cubicBezTo>
                <a:cubicBezTo>
                  <a:pt x="142135" y="180915"/>
                  <a:pt x="127294" y="195757"/>
                  <a:pt x="127294" y="214065"/>
                </a:cubicBezTo>
                <a:moveTo>
                  <a:pt x="254588" y="464367"/>
                </a:moveTo>
                <a:cubicBezTo>
                  <a:pt x="254588" y="482675"/>
                  <a:pt x="269429" y="497516"/>
                  <a:pt x="287737" y="497516"/>
                </a:cubicBezTo>
                <a:cubicBezTo>
                  <a:pt x="306045" y="497516"/>
                  <a:pt x="320886" y="482675"/>
                  <a:pt x="320886" y="464367"/>
                </a:cubicBezTo>
                <a:cubicBezTo>
                  <a:pt x="320886" y="446059"/>
                  <a:pt x="306045" y="431217"/>
                  <a:pt x="287737" y="431217"/>
                </a:cubicBezTo>
                <a:cubicBezTo>
                  <a:pt x="269429" y="431217"/>
                  <a:pt x="254588" y="446059"/>
                  <a:pt x="254588" y="464367"/>
                </a:cubicBezTo>
                <a:moveTo>
                  <a:pt x="381881" y="331292"/>
                </a:moveTo>
                <a:cubicBezTo>
                  <a:pt x="381881" y="349600"/>
                  <a:pt x="396723" y="364441"/>
                  <a:pt x="415031" y="364441"/>
                </a:cubicBezTo>
                <a:cubicBezTo>
                  <a:pt x="433339" y="364441"/>
                  <a:pt x="448180" y="349600"/>
                  <a:pt x="448180" y="331292"/>
                </a:cubicBezTo>
                <a:cubicBezTo>
                  <a:pt x="448180" y="312984"/>
                  <a:pt x="433339" y="298142"/>
                  <a:pt x="415031" y="298142"/>
                </a:cubicBezTo>
                <a:cubicBezTo>
                  <a:pt x="396723" y="298142"/>
                  <a:pt x="381881" y="312984"/>
                  <a:pt x="381881" y="331292"/>
                </a:cubicBezTo>
                <a:moveTo>
                  <a:pt x="509175" y="458290"/>
                </a:moveTo>
                <a:cubicBezTo>
                  <a:pt x="509175" y="476598"/>
                  <a:pt x="524017" y="491440"/>
                  <a:pt x="542324" y="491440"/>
                </a:cubicBezTo>
                <a:cubicBezTo>
                  <a:pt x="560632" y="491440"/>
                  <a:pt x="575474" y="476598"/>
                  <a:pt x="575474" y="458290"/>
                </a:cubicBezTo>
                <a:cubicBezTo>
                  <a:pt x="575474" y="439982"/>
                  <a:pt x="560632" y="425141"/>
                  <a:pt x="542324" y="425141"/>
                </a:cubicBezTo>
                <a:cubicBezTo>
                  <a:pt x="524017" y="425141"/>
                  <a:pt x="509175" y="439982"/>
                  <a:pt x="509175" y="458290"/>
                </a:cubicBezTo>
                <a:moveTo>
                  <a:pt x="636469" y="313336"/>
                </a:moveTo>
                <a:cubicBezTo>
                  <a:pt x="636469" y="331644"/>
                  <a:pt x="651310" y="346485"/>
                  <a:pt x="669618" y="346485"/>
                </a:cubicBezTo>
                <a:cubicBezTo>
                  <a:pt x="687926" y="346485"/>
                  <a:pt x="702768" y="331644"/>
                  <a:pt x="702768" y="313336"/>
                </a:cubicBezTo>
                <a:cubicBezTo>
                  <a:pt x="702768" y="295028"/>
                  <a:pt x="687926" y="280186"/>
                  <a:pt x="669618" y="280186"/>
                </a:cubicBezTo>
                <a:cubicBezTo>
                  <a:pt x="651310" y="280186"/>
                  <a:pt x="636469" y="295028"/>
                  <a:pt x="636469" y="313336"/>
                </a:cubicBezTo>
                <a:moveTo>
                  <a:pt x="763763" y="473221"/>
                </a:moveTo>
                <a:cubicBezTo>
                  <a:pt x="763763" y="491529"/>
                  <a:pt x="778604" y="506370"/>
                  <a:pt x="796912" y="506370"/>
                </a:cubicBezTo>
                <a:cubicBezTo>
                  <a:pt x="815220" y="506370"/>
                  <a:pt x="830061" y="491529"/>
                  <a:pt x="830061" y="473221"/>
                </a:cubicBezTo>
                <a:cubicBezTo>
                  <a:pt x="830061" y="454913"/>
                  <a:pt x="815220" y="440071"/>
                  <a:pt x="796912" y="440071"/>
                </a:cubicBezTo>
                <a:cubicBezTo>
                  <a:pt x="778604" y="440071"/>
                  <a:pt x="763763" y="454913"/>
                  <a:pt x="763763" y="473221"/>
                </a:cubicBezTo>
                <a:moveTo>
                  <a:pt x="891057" y="378040"/>
                </a:moveTo>
                <a:cubicBezTo>
                  <a:pt x="891057" y="396348"/>
                  <a:pt x="905898" y="411189"/>
                  <a:pt x="924206" y="411189"/>
                </a:cubicBezTo>
                <a:cubicBezTo>
                  <a:pt x="942514" y="411189"/>
                  <a:pt x="957356" y="396348"/>
                  <a:pt x="957356" y="378040"/>
                </a:cubicBezTo>
                <a:cubicBezTo>
                  <a:pt x="957356" y="359732"/>
                  <a:pt x="942514" y="344890"/>
                  <a:pt x="924206" y="344890"/>
                </a:cubicBezTo>
                <a:cubicBezTo>
                  <a:pt x="905898" y="344890"/>
                  <a:pt x="891057" y="359732"/>
                  <a:pt x="891057" y="378040"/>
                </a:cubicBezTo>
                <a:moveTo>
                  <a:pt x="1018350" y="369575"/>
                </a:moveTo>
                <a:cubicBezTo>
                  <a:pt x="1018350" y="387882"/>
                  <a:pt x="1033192" y="402724"/>
                  <a:pt x="1051500" y="402724"/>
                </a:cubicBezTo>
                <a:cubicBezTo>
                  <a:pt x="1069808" y="402724"/>
                  <a:pt x="1084649" y="387882"/>
                  <a:pt x="1084649" y="369575"/>
                </a:cubicBezTo>
                <a:cubicBezTo>
                  <a:pt x="1084649" y="351267"/>
                  <a:pt x="1069808" y="336425"/>
                  <a:pt x="1051500" y="336425"/>
                </a:cubicBezTo>
                <a:cubicBezTo>
                  <a:pt x="1033192" y="336425"/>
                  <a:pt x="1018350" y="351267"/>
                  <a:pt x="1018350" y="369575"/>
                </a:cubicBezTo>
                <a:moveTo>
                  <a:pt x="1145644" y="324359"/>
                </a:moveTo>
                <a:cubicBezTo>
                  <a:pt x="1145644" y="342666"/>
                  <a:pt x="1160486" y="357508"/>
                  <a:pt x="1178793" y="357508"/>
                </a:cubicBezTo>
                <a:cubicBezTo>
                  <a:pt x="1197101" y="357508"/>
                  <a:pt x="1211943" y="342666"/>
                  <a:pt x="1211943" y="324359"/>
                </a:cubicBezTo>
                <a:cubicBezTo>
                  <a:pt x="1211943" y="306051"/>
                  <a:pt x="1197101" y="291209"/>
                  <a:pt x="1178793" y="291209"/>
                </a:cubicBezTo>
                <a:cubicBezTo>
                  <a:pt x="1160486" y="291209"/>
                  <a:pt x="1145644" y="306051"/>
                  <a:pt x="1145644" y="324359"/>
                </a:cubicBezTo>
                <a:moveTo>
                  <a:pt x="1272938" y="333416"/>
                </a:moveTo>
                <a:cubicBezTo>
                  <a:pt x="1272938" y="351724"/>
                  <a:pt x="1287780" y="366566"/>
                  <a:pt x="1306087" y="366566"/>
                </a:cubicBezTo>
                <a:cubicBezTo>
                  <a:pt x="1324395" y="366566"/>
                  <a:pt x="1339237" y="351724"/>
                  <a:pt x="1339237" y="333416"/>
                </a:cubicBezTo>
                <a:cubicBezTo>
                  <a:pt x="1339237" y="315108"/>
                  <a:pt x="1324395" y="300267"/>
                  <a:pt x="1306087" y="300267"/>
                </a:cubicBezTo>
                <a:cubicBezTo>
                  <a:pt x="1287780" y="300267"/>
                  <a:pt x="1272938" y="315108"/>
                  <a:pt x="1272938" y="333416"/>
                </a:cubicBezTo>
                <a:moveTo>
                  <a:pt x="1400232" y="368137"/>
                </a:moveTo>
                <a:cubicBezTo>
                  <a:pt x="1400232" y="386445"/>
                  <a:pt x="1415073" y="401286"/>
                  <a:pt x="1433381" y="401286"/>
                </a:cubicBezTo>
                <a:cubicBezTo>
                  <a:pt x="1451689" y="401286"/>
                  <a:pt x="1466531" y="386445"/>
                  <a:pt x="1466531" y="368137"/>
                </a:cubicBezTo>
                <a:cubicBezTo>
                  <a:pt x="1466531" y="349829"/>
                  <a:pt x="1451689" y="334988"/>
                  <a:pt x="1433381" y="334988"/>
                </a:cubicBezTo>
                <a:cubicBezTo>
                  <a:pt x="1415073" y="334988"/>
                  <a:pt x="1400232" y="349829"/>
                  <a:pt x="1400232" y="368137"/>
                </a:cubicBezTo>
                <a:moveTo>
                  <a:pt x="1527526" y="336049"/>
                </a:moveTo>
                <a:cubicBezTo>
                  <a:pt x="1527526" y="354357"/>
                  <a:pt x="1542367" y="369199"/>
                  <a:pt x="1560675" y="369199"/>
                </a:cubicBezTo>
                <a:cubicBezTo>
                  <a:pt x="1578983" y="369199"/>
                  <a:pt x="1593825" y="354357"/>
                  <a:pt x="1593825" y="336049"/>
                </a:cubicBezTo>
                <a:cubicBezTo>
                  <a:pt x="1593825" y="317741"/>
                  <a:pt x="1578983" y="302900"/>
                  <a:pt x="1560675" y="302900"/>
                </a:cubicBezTo>
                <a:cubicBezTo>
                  <a:pt x="1542367" y="302900"/>
                  <a:pt x="1527526" y="317741"/>
                  <a:pt x="1527526" y="336049"/>
                </a:cubicBezTo>
                <a:moveTo>
                  <a:pt x="1654819" y="360900"/>
                </a:moveTo>
                <a:cubicBezTo>
                  <a:pt x="1654819" y="379208"/>
                  <a:pt x="1669661" y="394049"/>
                  <a:pt x="1687969" y="394049"/>
                </a:cubicBezTo>
                <a:cubicBezTo>
                  <a:pt x="1706276" y="394049"/>
                  <a:pt x="1721118" y="379208"/>
                  <a:pt x="1721118" y="360900"/>
                </a:cubicBezTo>
                <a:cubicBezTo>
                  <a:pt x="1721118" y="342592"/>
                  <a:pt x="1706276" y="327750"/>
                  <a:pt x="1687969" y="327750"/>
                </a:cubicBezTo>
                <a:cubicBezTo>
                  <a:pt x="1669661" y="327750"/>
                  <a:pt x="1654819" y="342592"/>
                  <a:pt x="1654819" y="360900"/>
                </a:cubicBezTo>
                <a:moveTo>
                  <a:pt x="1782113" y="460294"/>
                </a:moveTo>
                <a:cubicBezTo>
                  <a:pt x="1782113" y="478602"/>
                  <a:pt x="1796955" y="493444"/>
                  <a:pt x="1815263" y="493444"/>
                </a:cubicBezTo>
                <a:cubicBezTo>
                  <a:pt x="1833571" y="493444"/>
                  <a:pt x="1848412" y="478602"/>
                  <a:pt x="1848412" y="460294"/>
                </a:cubicBezTo>
                <a:cubicBezTo>
                  <a:pt x="1848412" y="441986"/>
                  <a:pt x="1833571" y="427145"/>
                  <a:pt x="1815263" y="427145"/>
                </a:cubicBezTo>
                <a:cubicBezTo>
                  <a:pt x="1796955" y="427145"/>
                  <a:pt x="1782113" y="441986"/>
                  <a:pt x="1782113" y="460294"/>
                </a:cubicBezTo>
                <a:moveTo>
                  <a:pt x="1909407" y="461623"/>
                </a:moveTo>
                <a:cubicBezTo>
                  <a:pt x="1909407" y="479931"/>
                  <a:pt x="1924249" y="494772"/>
                  <a:pt x="1942557" y="494772"/>
                </a:cubicBezTo>
                <a:cubicBezTo>
                  <a:pt x="1960865" y="494772"/>
                  <a:pt x="1975706" y="479931"/>
                  <a:pt x="1975706" y="461623"/>
                </a:cubicBezTo>
                <a:cubicBezTo>
                  <a:pt x="1975706" y="443315"/>
                  <a:pt x="1960865" y="428473"/>
                  <a:pt x="1942557" y="428473"/>
                </a:cubicBezTo>
                <a:cubicBezTo>
                  <a:pt x="1924249" y="428473"/>
                  <a:pt x="1909407" y="443315"/>
                  <a:pt x="1909407" y="461623"/>
                </a:cubicBezTo>
                <a:moveTo>
                  <a:pt x="2036701" y="459644"/>
                </a:moveTo>
                <a:cubicBezTo>
                  <a:pt x="2036701" y="477952"/>
                  <a:pt x="2051543" y="492793"/>
                  <a:pt x="2069850" y="492793"/>
                </a:cubicBezTo>
                <a:cubicBezTo>
                  <a:pt x="2088159" y="492793"/>
                  <a:pt x="2103000" y="477952"/>
                  <a:pt x="2103000" y="459644"/>
                </a:cubicBezTo>
                <a:cubicBezTo>
                  <a:pt x="2103000" y="441336"/>
                  <a:pt x="2088159" y="426495"/>
                  <a:pt x="2069850" y="426495"/>
                </a:cubicBezTo>
                <a:cubicBezTo>
                  <a:pt x="2051543" y="426495"/>
                  <a:pt x="2036701" y="441336"/>
                  <a:pt x="2036701" y="459644"/>
                </a:cubicBezTo>
                <a:moveTo>
                  <a:pt x="2163995" y="457847"/>
                </a:moveTo>
                <a:cubicBezTo>
                  <a:pt x="2163995" y="476155"/>
                  <a:pt x="2178836" y="490996"/>
                  <a:pt x="2197144" y="490996"/>
                </a:cubicBezTo>
                <a:cubicBezTo>
                  <a:pt x="2215452" y="490996"/>
                  <a:pt x="2230294" y="476155"/>
                  <a:pt x="2230294" y="457847"/>
                </a:cubicBezTo>
                <a:cubicBezTo>
                  <a:pt x="2230294" y="439539"/>
                  <a:pt x="2215452" y="424697"/>
                  <a:pt x="2197144" y="424697"/>
                </a:cubicBezTo>
                <a:cubicBezTo>
                  <a:pt x="2178836" y="424697"/>
                  <a:pt x="2163995" y="439539"/>
                  <a:pt x="2163995" y="457847"/>
                </a:cubicBezTo>
                <a:moveTo>
                  <a:pt x="2291289" y="574195"/>
                </a:moveTo>
                <a:cubicBezTo>
                  <a:pt x="2291289" y="592503"/>
                  <a:pt x="2306130" y="607345"/>
                  <a:pt x="2324438" y="607345"/>
                </a:cubicBezTo>
                <a:cubicBezTo>
                  <a:pt x="2342746" y="607345"/>
                  <a:pt x="2357587" y="592503"/>
                  <a:pt x="2357587" y="574195"/>
                </a:cubicBezTo>
                <a:cubicBezTo>
                  <a:pt x="2357587" y="555887"/>
                  <a:pt x="2342746" y="541046"/>
                  <a:pt x="2324438" y="541046"/>
                </a:cubicBezTo>
                <a:cubicBezTo>
                  <a:pt x="2306130" y="541046"/>
                  <a:pt x="2291289" y="555887"/>
                  <a:pt x="2291289" y="574195"/>
                </a:cubicBezTo>
                <a:moveTo>
                  <a:pt x="2418582" y="571632"/>
                </a:moveTo>
                <a:cubicBezTo>
                  <a:pt x="2418582" y="589940"/>
                  <a:pt x="2433424" y="604781"/>
                  <a:pt x="2451732" y="604781"/>
                </a:cubicBezTo>
                <a:cubicBezTo>
                  <a:pt x="2470040" y="604781"/>
                  <a:pt x="2484881" y="589940"/>
                  <a:pt x="2484881" y="571632"/>
                </a:cubicBezTo>
                <a:cubicBezTo>
                  <a:pt x="2484881" y="553324"/>
                  <a:pt x="2470040" y="538483"/>
                  <a:pt x="2451732" y="538483"/>
                </a:cubicBezTo>
                <a:cubicBezTo>
                  <a:pt x="2433424" y="538483"/>
                  <a:pt x="2418582" y="553324"/>
                  <a:pt x="2418582" y="571632"/>
                </a:cubicBezTo>
                <a:moveTo>
                  <a:pt x="2545876" y="571840"/>
                </a:moveTo>
                <a:cubicBezTo>
                  <a:pt x="2545876" y="590148"/>
                  <a:pt x="2560718" y="604989"/>
                  <a:pt x="2579026" y="604989"/>
                </a:cubicBezTo>
                <a:cubicBezTo>
                  <a:pt x="2597334" y="604989"/>
                  <a:pt x="2612175" y="590148"/>
                  <a:pt x="2612175" y="571840"/>
                </a:cubicBezTo>
                <a:cubicBezTo>
                  <a:pt x="2612175" y="553532"/>
                  <a:pt x="2597334" y="538690"/>
                  <a:pt x="2579026" y="538690"/>
                </a:cubicBezTo>
                <a:cubicBezTo>
                  <a:pt x="2560718" y="538690"/>
                  <a:pt x="2545876" y="553532"/>
                  <a:pt x="2545876" y="571840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578243"/>
                </a:moveTo>
                <a:cubicBezTo>
                  <a:pt x="2800464" y="596550"/>
                  <a:pt x="2815306" y="611392"/>
                  <a:pt x="2833613" y="611392"/>
                </a:cubicBezTo>
                <a:cubicBezTo>
                  <a:pt x="2851922" y="611392"/>
                  <a:pt x="2866763" y="596550"/>
                  <a:pt x="2866763" y="578243"/>
                </a:cubicBezTo>
                <a:cubicBezTo>
                  <a:pt x="2866763" y="559935"/>
                  <a:pt x="2851922" y="545093"/>
                  <a:pt x="2833613" y="545093"/>
                </a:cubicBezTo>
                <a:cubicBezTo>
                  <a:pt x="2815306" y="545093"/>
                  <a:pt x="2800464" y="559935"/>
                  <a:pt x="2800464" y="578243"/>
                </a:cubicBezTo>
                <a:close/>
              </a:path>
            </a:pathLst>
          </a:custGeom>
          <a:solidFill xmlns:a="http://schemas.openxmlformats.org/drawingml/2006/main">
            <a:srgbClr val="1C1C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DB6F1-A0F1-41C9-8349-5054F1C1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3477783"/>
            <a:ext cx="2800464" cy="928397"/>
          </a:xfrm>
          <a:custGeom xmlns:a="http://schemas.openxmlformats.org/drawingml/2006/main">
            <a:pathLst>
              <a:path w="2800464" h="928397" fill="none">
                <a:moveTo>
                  <a:pt x="0" y="820437"/>
                </a:moveTo>
                <a:lnTo>
                  <a:pt x="127294" y="586303"/>
                </a:lnTo>
                <a:lnTo>
                  <a:pt x="254588" y="795019"/>
                </a:lnTo>
                <a:lnTo>
                  <a:pt x="381881" y="453986"/>
                </a:lnTo>
                <a:lnTo>
                  <a:pt x="509175" y="544464"/>
                </a:lnTo>
                <a:lnTo>
                  <a:pt x="636469" y="451736"/>
                </a:lnTo>
                <a:lnTo>
                  <a:pt x="763763" y="532177"/>
                </a:lnTo>
                <a:lnTo>
                  <a:pt x="891057" y="453510"/>
                </a:lnTo>
                <a:lnTo>
                  <a:pt x="1018351" y="476963"/>
                </a:lnTo>
                <a:lnTo>
                  <a:pt x="1145644" y="512094"/>
                </a:lnTo>
                <a:lnTo>
                  <a:pt x="1272938" y="510474"/>
                </a:lnTo>
                <a:lnTo>
                  <a:pt x="1400232" y="341762"/>
                </a:lnTo>
                <a:lnTo>
                  <a:pt x="1527526" y="384283"/>
                </a:lnTo>
                <a:lnTo>
                  <a:pt x="1654820" y="412836"/>
                </a:lnTo>
                <a:lnTo>
                  <a:pt x="1782114" y="553221"/>
                </a:lnTo>
                <a:lnTo>
                  <a:pt x="1909407" y="551055"/>
                </a:lnTo>
                <a:lnTo>
                  <a:pt x="2036701" y="550983"/>
                </a:lnTo>
                <a:lnTo>
                  <a:pt x="2163995" y="553209"/>
                </a:lnTo>
                <a:lnTo>
                  <a:pt x="2291289" y="912825"/>
                </a:lnTo>
                <a:lnTo>
                  <a:pt x="2418583" y="909486"/>
                </a:lnTo>
                <a:lnTo>
                  <a:pt x="2545876" y="910673"/>
                </a:lnTo>
                <a:lnTo>
                  <a:pt x="2673170" y="0"/>
                </a:lnTo>
                <a:lnTo>
                  <a:pt x="2800464" y="928397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1C1C1C"/>
            </a:solidFill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F078A-31F0-4636-A32D-74E38A20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3444634"/>
            <a:ext cx="2866763" cy="994696"/>
          </a:xfrm>
          <a:custGeom xmlns:a="http://schemas.openxmlformats.org/drawingml/2006/main">
            <a:pathLst>
              <a:path w="2866763" h="994696">
                <a:moveTo>
                  <a:pt x="0" y="853587"/>
                </a:moveTo>
                <a:cubicBezTo>
                  <a:pt x="0" y="871894"/>
                  <a:pt x="14841" y="886736"/>
                  <a:pt x="33149" y="886736"/>
                </a:cubicBezTo>
                <a:cubicBezTo>
                  <a:pt x="51457" y="886736"/>
                  <a:pt x="66299" y="871894"/>
                  <a:pt x="66299" y="853587"/>
                </a:cubicBezTo>
                <a:cubicBezTo>
                  <a:pt x="66299" y="835279"/>
                  <a:pt x="51457" y="820437"/>
                  <a:pt x="33149" y="820437"/>
                </a:cubicBezTo>
                <a:cubicBezTo>
                  <a:pt x="14841" y="820437"/>
                  <a:pt x="0" y="835279"/>
                  <a:pt x="0" y="853587"/>
                </a:cubicBezTo>
                <a:moveTo>
                  <a:pt x="127294" y="619452"/>
                </a:moveTo>
                <a:cubicBezTo>
                  <a:pt x="127294" y="637760"/>
                  <a:pt x="142135" y="652602"/>
                  <a:pt x="160443" y="652602"/>
                </a:cubicBezTo>
                <a:cubicBezTo>
                  <a:pt x="178751" y="652602"/>
                  <a:pt x="193593" y="637760"/>
                  <a:pt x="193593" y="619452"/>
                </a:cubicBezTo>
                <a:cubicBezTo>
                  <a:pt x="193593" y="601144"/>
                  <a:pt x="178751" y="586303"/>
                  <a:pt x="160443" y="586303"/>
                </a:cubicBezTo>
                <a:cubicBezTo>
                  <a:pt x="142135" y="586303"/>
                  <a:pt x="127294" y="601144"/>
                  <a:pt x="127294" y="619452"/>
                </a:cubicBezTo>
                <a:moveTo>
                  <a:pt x="254588" y="828168"/>
                </a:moveTo>
                <a:cubicBezTo>
                  <a:pt x="254588" y="846476"/>
                  <a:pt x="269429" y="861318"/>
                  <a:pt x="287737" y="861318"/>
                </a:cubicBezTo>
                <a:cubicBezTo>
                  <a:pt x="306045" y="861318"/>
                  <a:pt x="320886" y="846476"/>
                  <a:pt x="320886" y="828168"/>
                </a:cubicBezTo>
                <a:cubicBezTo>
                  <a:pt x="320886" y="809860"/>
                  <a:pt x="306045" y="795019"/>
                  <a:pt x="287737" y="795019"/>
                </a:cubicBezTo>
                <a:cubicBezTo>
                  <a:pt x="269429" y="795019"/>
                  <a:pt x="254588" y="809860"/>
                  <a:pt x="254588" y="828168"/>
                </a:cubicBezTo>
                <a:moveTo>
                  <a:pt x="381881" y="487135"/>
                </a:moveTo>
                <a:cubicBezTo>
                  <a:pt x="381881" y="505443"/>
                  <a:pt x="396723" y="520285"/>
                  <a:pt x="415031" y="520285"/>
                </a:cubicBezTo>
                <a:cubicBezTo>
                  <a:pt x="433339" y="520285"/>
                  <a:pt x="448180" y="505443"/>
                  <a:pt x="448180" y="487135"/>
                </a:cubicBezTo>
                <a:cubicBezTo>
                  <a:pt x="448180" y="468827"/>
                  <a:pt x="433339" y="453986"/>
                  <a:pt x="415031" y="453986"/>
                </a:cubicBezTo>
                <a:cubicBezTo>
                  <a:pt x="396723" y="453986"/>
                  <a:pt x="381881" y="468827"/>
                  <a:pt x="381881" y="487135"/>
                </a:cubicBezTo>
                <a:moveTo>
                  <a:pt x="509175" y="577614"/>
                </a:moveTo>
                <a:cubicBezTo>
                  <a:pt x="509175" y="595922"/>
                  <a:pt x="524017" y="610763"/>
                  <a:pt x="542325" y="610763"/>
                </a:cubicBezTo>
                <a:cubicBezTo>
                  <a:pt x="560633" y="610763"/>
                  <a:pt x="575474" y="595922"/>
                  <a:pt x="575474" y="577614"/>
                </a:cubicBezTo>
                <a:cubicBezTo>
                  <a:pt x="575474" y="559306"/>
                  <a:pt x="560633" y="544464"/>
                  <a:pt x="542325" y="544464"/>
                </a:cubicBezTo>
                <a:cubicBezTo>
                  <a:pt x="524017" y="544464"/>
                  <a:pt x="509175" y="559306"/>
                  <a:pt x="509175" y="577614"/>
                </a:cubicBezTo>
                <a:moveTo>
                  <a:pt x="636469" y="484885"/>
                </a:moveTo>
                <a:cubicBezTo>
                  <a:pt x="636469" y="503193"/>
                  <a:pt x="651311" y="518035"/>
                  <a:pt x="669619" y="518035"/>
                </a:cubicBezTo>
                <a:cubicBezTo>
                  <a:pt x="687926" y="518035"/>
                  <a:pt x="702768" y="503193"/>
                  <a:pt x="702768" y="484885"/>
                </a:cubicBezTo>
                <a:cubicBezTo>
                  <a:pt x="702768" y="466577"/>
                  <a:pt x="687926" y="451736"/>
                  <a:pt x="669619" y="451736"/>
                </a:cubicBezTo>
                <a:cubicBezTo>
                  <a:pt x="651311" y="451736"/>
                  <a:pt x="636469" y="466577"/>
                  <a:pt x="636469" y="484885"/>
                </a:cubicBezTo>
                <a:moveTo>
                  <a:pt x="763763" y="565327"/>
                </a:moveTo>
                <a:cubicBezTo>
                  <a:pt x="763763" y="583635"/>
                  <a:pt x="778605" y="598476"/>
                  <a:pt x="796912" y="598476"/>
                </a:cubicBezTo>
                <a:cubicBezTo>
                  <a:pt x="815220" y="598476"/>
                  <a:pt x="830062" y="583635"/>
                  <a:pt x="830062" y="565327"/>
                </a:cubicBezTo>
                <a:cubicBezTo>
                  <a:pt x="830062" y="547019"/>
                  <a:pt x="815220" y="532177"/>
                  <a:pt x="796912" y="532177"/>
                </a:cubicBezTo>
                <a:cubicBezTo>
                  <a:pt x="778605" y="532177"/>
                  <a:pt x="763763" y="547019"/>
                  <a:pt x="763763" y="565327"/>
                </a:cubicBezTo>
                <a:moveTo>
                  <a:pt x="891057" y="486659"/>
                </a:moveTo>
                <a:cubicBezTo>
                  <a:pt x="891057" y="504967"/>
                  <a:pt x="905898" y="519808"/>
                  <a:pt x="924206" y="519808"/>
                </a:cubicBezTo>
                <a:cubicBezTo>
                  <a:pt x="942514" y="519808"/>
                  <a:pt x="957356" y="504967"/>
                  <a:pt x="957356" y="486659"/>
                </a:cubicBezTo>
                <a:cubicBezTo>
                  <a:pt x="957356" y="468351"/>
                  <a:pt x="942514" y="453510"/>
                  <a:pt x="924206" y="453510"/>
                </a:cubicBezTo>
                <a:cubicBezTo>
                  <a:pt x="905898" y="453510"/>
                  <a:pt x="891057" y="468351"/>
                  <a:pt x="891057" y="486659"/>
                </a:cubicBezTo>
                <a:moveTo>
                  <a:pt x="1018351" y="510113"/>
                </a:moveTo>
                <a:cubicBezTo>
                  <a:pt x="1018351" y="528421"/>
                  <a:pt x="1033192" y="543262"/>
                  <a:pt x="1051500" y="543262"/>
                </a:cubicBezTo>
                <a:cubicBezTo>
                  <a:pt x="1069808" y="543262"/>
                  <a:pt x="1084650" y="528421"/>
                  <a:pt x="1084650" y="510113"/>
                </a:cubicBezTo>
                <a:cubicBezTo>
                  <a:pt x="1084650" y="491805"/>
                  <a:pt x="1069808" y="476963"/>
                  <a:pt x="1051500" y="476963"/>
                </a:cubicBezTo>
                <a:cubicBezTo>
                  <a:pt x="1033192" y="476963"/>
                  <a:pt x="1018351" y="491805"/>
                  <a:pt x="1018351" y="510113"/>
                </a:cubicBezTo>
                <a:moveTo>
                  <a:pt x="1145644" y="545244"/>
                </a:moveTo>
                <a:cubicBezTo>
                  <a:pt x="1145644" y="563552"/>
                  <a:pt x="1160486" y="578393"/>
                  <a:pt x="1178794" y="578393"/>
                </a:cubicBezTo>
                <a:cubicBezTo>
                  <a:pt x="1197102" y="578393"/>
                  <a:pt x="1211943" y="563552"/>
                  <a:pt x="1211943" y="545244"/>
                </a:cubicBezTo>
                <a:cubicBezTo>
                  <a:pt x="1211943" y="526936"/>
                  <a:pt x="1197102" y="512094"/>
                  <a:pt x="1178794" y="512094"/>
                </a:cubicBezTo>
                <a:cubicBezTo>
                  <a:pt x="1160486" y="512094"/>
                  <a:pt x="1145644" y="526936"/>
                  <a:pt x="1145644" y="545244"/>
                </a:cubicBezTo>
                <a:moveTo>
                  <a:pt x="1272938" y="543623"/>
                </a:moveTo>
                <a:cubicBezTo>
                  <a:pt x="1272938" y="561931"/>
                  <a:pt x="1287780" y="576773"/>
                  <a:pt x="1306088" y="576773"/>
                </a:cubicBezTo>
                <a:cubicBezTo>
                  <a:pt x="1324395" y="576773"/>
                  <a:pt x="1339237" y="561931"/>
                  <a:pt x="1339237" y="543623"/>
                </a:cubicBezTo>
                <a:cubicBezTo>
                  <a:pt x="1339237" y="525315"/>
                  <a:pt x="1324395" y="510474"/>
                  <a:pt x="1306088" y="510474"/>
                </a:cubicBezTo>
                <a:cubicBezTo>
                  <a:pt x="1287780" y="510474"/>
                  <a:pt x="1272938" y="525315"/>
                  <a:pt x="1272938" y="543623"/>
                </a:cubicBezTo>
                <a:moveTo>
                  <a:pt x="1400232" y="374911"/>
                </a:moveTo>
                <a:cubicBezTo>
                  <a:pt x="1400232" y="393219"/>
                  <a:pt x="1415074" y="408061"/>
                  <a:pt x="1433381" y="408061"/>
                </a:cubicBezTo>
                <a:cubicBezTo>
                  <a:pt x="1451689" y="408061"/>
                  <a:pt x="1466531" y="393219"/>
                  <a:pt x="1466531" y="374911"/>
                </a:cubicBezTo>
                <a:cubicBezTo>
                  <a:pt x="1466531" y="356603"/>
                  <a:pt x="1451689" y="341762"/>
                  <a:pt x="1433381" y="341762"/>
                </a:cubicBezTo>
                <a:cubicBezTo>
                  <a:pt x="1415074" y="341762"/>
                  <a:pt x="1400232" y="356603"/>
                  <a:pt x="1400232" y="374911"/>
                </a:cubicBezTo>
                <a:moveTo>
                  <a:pt x="1527526" y="417433"/>
                </a:moveTo>
                <a:cubicBezTo>
                  <a:pt x="1527526" y="435741"/>
                  <a:pt x="1542367" y="450582"/>
                  <a:pt x="1560675" y="450582"/>
                </a:cubicBezTo>
                <a:cubicBezTo>
                  <a:pt x="1578983" y="450582"/>
                  <a:pt x="1593825" y="435741"/>
                  <a:pt x="1593825" y="417433"/>
                </a:cubicBezTo>
                <a:cubicBezTo>
                  <a:pt x="1593825" y="399125"/>
                  <a:pt x="1578983" y="384283"/>
                  <a:pt x="1560675" y="384283"/>
                </a:cubicBezTo>
                <a:cubicBezTo>
                  <a:pt x="1542367" y="384283"/>
                  <a:pt x="1527526" y="399125"/>
                  <a:pt x="1527526" y="417433"/>
                </a:cubicBezTo>
                <a:moveTo>
                  <a:pt x="1654820" y="445986"/>
                </a:moveTo>
                <a:cubicBezTo>
                  <a:pt x="1654820" y="464294"/>
                  <a:pt x="1669661" y="479135"/>
                  <a:pt x="1687969" y="479135"/>
                </a:cubicBezTo>
                <a:cubicBezTo>
                  <a:pt x="1706277" y="479135"/>
                  <a:pt x="1721119" y="464294"/>
                  <a:pt x="1721119" y="445986"/>
                </a:cubicBezTo>
                <a:cubicBezTo>
                  <a:pt x="1721119" y="427678"/>
                  <a:pt x="1706277" y="412836"/>
                  <a:pt x="1687969" y="412836"/>
                </a:cubicBezTo>
                <a:cubicBezTo>
                  <a:pt x="1669661" y="412836"/>
                  <a:pt x="1654820" y="427678"/>
                  <a:pt x="1654820" y="445986"/>
                </a:cubicBezTo>
                <a:moveTo>
                  <a:pt x="1782114" y="586370"/>
                </a:moveTo>
                <a:cubicBezTo>
                  <a:pt x="1782114" y="604678"/>
                  <a:pt x="1796955" y="619520"/>
                  <a:pt x="1815263" y="619520"/>
                </a:cubicBezTo>
                <a:cubicBezTo>
                  <a:pt x="1833571" y="619520"/>
                  <a:pt x="1848412" y="604678"/>
                  <a:pt x="1848412" y="586370"/>
                </a:cubicBezTo>
                <a:cubicBezTo>
                  <a:pt x="1848412" y="568062"/>
                  <a:pt x="1833571" y="553221"/>
                  <a:pt x="1815263" y="553221"/>
                </a:cubicBezTo>
                <a:cubicBezTo>
                  <a:pt x="1796955" y="553221"/>
                  <a:pt x="1782114" y="568062"/>
                  <a:pt x="1782114" y="586370"/>
                </a:cubicBezTo>
                <a:moveTo>
                  <a:pt x="1909407" y="584205"/>
                </a:moveTo>
                <a:cubicBezTo>
                  <a:pt x="1909407" y="602513"/>
                  <a:pt x="1924249" y="617354"/>
                  <a:pt x="1942557" y="617354"/>
                </a:cubicBezTo>
                <a:cubicBezTo>
                  <a:pt x="1960865" y="617354"/>
                  <a:pt x="1975706" y="602513"/>
                  <a:pt x="1975706" y="584205"/>
                </a:cubicBezTo>
                <a:cubicBezTo>
                  <a:pt x="1975706" y="565897"/>
                  <a:pt x="1960865" y="551055"/>
                  <a:pt x="1942557" y="551055"/>
                </a:cubicBezTo>
                <a:cubicBezTo>
                  <a:pt x="1924249" y="551055"/>
                  <a:pt x="1909407" y="565897"/>
                  <a:pt x="1909407" y="584205"/>
                </a:cubicBezTo>
                <a:moveTo>
                  <a:pt x="2036701" y="584132"/>
                </a:moveTo>
                <a:cubicBezTo>
                  <a:pt x="2036701" y="602440"/>
                  <a:pt x="2051543" y="617282"/>
                  <a:pt x="2069851" y="617282"/>
                </a:cubicBezTo>
                <a:cubicBezTo>
                  <a:pt x="2088159" y="617282"/>
                  <a:pt x="2103000" y="602440"/>
                  <a:pt x="2103000" y="584132"/>
                </a:cubicBezTo>
                <a:cubicBezTo>
                  <a:pt x="2103000" y="565824"/>
                  <a:pt x="2088159" y="550983"/>
                  <a:pt x="2069851" y="550983"/>
                </a:cubicBezTo>
                <a:cubicBezTo>
                  <a:pt x="2051543" y="550983"/>
                  <a:pt x="2036701" y="565824"/>
                  <a:pt x="2036701" y="584132"/>
                </a:cubicBezTo>
                <a:moveTo>
                  <a:pt x="2163995" y="586359"/>
                </a:moveTo>
                <a:cubicBezTo>
                  <a:pt x="2163995" y="604667"/>
                  <a:pt x="2178837" y="619508"/>
                  <a:pt x="2197144" y="619508"/>
                </a:cubicBezTo>
                <a:cubicBezTo>
                  <a:pt x="2215452" y="619508"/>
                  <a:pt x="2230294" y="604667"/>
                  <a:pt x="2230294" y="586359"/>
                </a:cubicBezTo>
                <a:cubicBezTo>
                  <a:pt x="2230294" y="568051"/>
                  <a:pt x="2215452" y="553209"/>
                  <a:pt x="2197144" y="553209"/>
                </a:cubicBezTo>
                <a:cubicBezTo>
                  <a:pt x="2178837" y="553209"/>
                  <a:pt x="2163995" y="568051"/>
                  <a:pt x="2163995" y="586359"/>
                </a:cubicBezTo>
                <a:moveTo>
                  <a:pt x="2291289" y="945974"/>
                </a:moveTo>
                <a:cubicBezTo>
                  <a:pt x="2291289" y="964282"/>
                  <a:pt x="2306130" y="979124"/>
                  <a:pt x="2324438" y="979124"/>
                </a:cubicBezTo>
                <a:cubicBezTo>
                  <a:pt x="2342746" y="979124"/>
                  <a:pt x="2357588" y="964282"/>
                  <a:pt x="2357588" y="945974"/>
                </a:cubicBezTo>
                <a:cubicBezTo>
                  <a:pt x="2357588" y="927666"/>
                  <a:pt x="2342746" y="912825"/>
                  <a:pt x="2324438" y="912825"/>
                </a:cubicBezTo>
                <a:cubicBezTo>
                  <a:pt x="2306130" y="912825"/>
                  <a:pt x="2291289" y="927666"/>
                  <a:pt x="2291289" y="945974"/>
                </a:cubicBezTo>
                <a:moveTo>
                  <a:pt x="2418583" y="942635"/>
                </a:moveTo>
                <a:cubicBezTo>
                  <a:pt x="2418583" y="960943"/>
                  <a:pt x="2433424" y="975784"/>
                  <a:pt x="2451732" y="975784"/>
                </a:cubicBezTo>
                <a:cubicBezTo>
                  <a:pt x="2470040" y="975784"/>
                  <a:pt x="2484881" y="960943"/>
                  <a:pt x="2484881" y="942635"/>
                </a:cubicBezTo>
                <a:cubicBezTo>
                  <a:pt x="2484881" y="924327"/>
                  <a:pt x="2470040" y="909486"/>
                  <a:pt x="2451732" y="909486"/>
                </a:cubicBezTo>
                <a:cubicBezTo>
                  <a:pt x="2433424" y="909486"/>
                  <a:pt x="2418583" y="924327"/>
                  <a:pt x="2418583" y="942635"/>
                </a:cubicBezTo>
                <a:moveTo>
                  <a:pt x="2545876" y="943823"/>
                </a:moveTo>
                <a:cubicBezTo>
                  <a:pt x="2545876" y="962131"/>
                  <a:pt x="2560718" y="976972"/>
                  <a:pt x="2579026" y="976972"/>
                </a:cubicBezTo>
                <a:cubicBezTo>
                  <a:pt x="2597334" y="976972"/>
                  <a:pt x="2612175" y="962131"/>
                  <a:pt x="2612175" y="943823"/>
                </a:cubicBezTo>
                <a:cubicBezTo>
                  <a:pt x="2612175" y="925515"/>
                  <a:pt x="2597334" y="910673"/>
                  <a:pt x="2579026" y="910673"/>
                </a:cubicBezTo>
                <a:cubicBezTo>
                  <a:pt x="2560718" y="910673"/>
                  <a:pt x="2545876" y="925515"/>
                  <a:pt x="2545876" y="943823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961547"/>
                </a:moveTo>
                <a:cubicBezTo>
                  <a:pt x="2800464" y="979855"/>
                  <a:pt x="2815306" y="994696"/>
                  <a:pt x="2833614" y="994696"/>
                </a:cubicBezTo>
                <a:cubicBezTo>
                  <a:pt x="2851921" y="994696"/>
                  <a:pt x="2866763" y="979855"/>
                  <a:pt x="2866763" y="961547"/>
                </a:cubicBezTo>
                <a:cubicBezTo>
                  <a:pt x="2866763" y="943239"/>
                  <a:pt x="2851921" y="928397"/>
                  <a:pt x="2833614" y="928397"/>
                </a:cubicBezTo>
                <a:cubicBezTo>
                  <a:pt x="2815306" y="928397"/>
                  <a:pt x="2800464" y="943239"/>
                  <a:pt x="2800464" y="961547"/>
                </a:cubicBezTo>
                <a:close/>
              </a:path>
            </a:pathLst>
          </a:custGeom>
          <a:solidFill xmlns:a="http://schemas.openxmlformats.org/drawingml/2006/main">
            <a:srgbClr val="1C1C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2AC1E4-6944-450B-8B18-88441871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4045747"/>
            <a:ext cx="2800464" cy="512502"/>
          </a:xfrm>
          <a:custGeom xmlns:a="http://schemas.openxmlformats.org/drawingml/2006/main">
            <a:pathLst>
              <a:path w="2800464" h="512502" fill="none">
                <a:moveTo>
                  <a:pt x="0" y="416081"/>
                </a:moveTo>
                <a:lnTo>
                  <a:pt x="127294" y="87830"/>
                </a:lnTo>
                <a:lnTo>
                  <a:pt x="254588" y="400045"/>
                </a:lnTo>
                <a:lnTo>
                  <a:pt x="381881" y="246118"/>
                </a:lnTo>
                <a:lnTo>
                  <a:pt x="509175" y="373740"/>
                </a:lnTo>
                <a:lnTo>
                  <a:pt x="636469" y="244645"/>
                </a:lnTo>
                <a:lnTo>
                  <a:pt x="763763" y="383671"/>
                </a:lnTo>
                <a:lnTo>
                  <a:pt x="891057" y="243752"/>
                </a:lnTo>
                <a:lnTo>
                  <a:pt x="1018350" y="282516"/>
                </a:lnTo>
                <a:lnTo>
                  <a:pt x="1145644" y="250113"/>
                </a:lnTo>
                <a:lnTo>
                  <a:pt x="1272938" y="253376"/>
                </a:lnTo>
                <a:lnTo>
                  <a:pt x="1400232" y="200128"/>
                </a:lnTo>
                <a:lnTo>
                  <a:pt x="1527526" y="173687"/>
                </a:lnTo>
                <a:lnTo>
                  <a:pt x="1654819" y="244001"/>
                </a:lnTo>
                <a:lnTo>
                  <a:pt x="1782113" y="372816"/>
                </a:lnTo>
                <a:lnTo>
                  <a:pt x="1909407" y="369706"/>
                </a:lnTo>
                <a:lnTo>
                  <a:pt x="2036701" y="368471"/>
                </a:lnTo>
                <a:lnTo>
                  <a:pt x="2163995" y="367004"/>
                </a:lnTo>
                <a:lnTo>
                  <a:pt x="2291289" y="506197"/>
                </a:lnTo>
                <a:lnTo>
                  <a:pt x="2418582" y="502843"/>
                </a:lnTo>
                <a:lnTo>
                  <a:pt x="2545876" y="501700"/>
                </a:lnTo>
                <a:lnTo>
                  <a:pt x="2673170" y="0"/>
                </a:lnTo>
                <a:lnTo>
                  <a:pt x="2800464" y="512502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1C1C1C"/>
            </a:solidFill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DB9C32-B2F3-458A-837F-F6960DDF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4012597"/>
            <a:ext cx="2866763" cy="578801"/>
          </a:xfrm>
          <a:custGeom xmlns:a="http://schemas.openxmlformats.org/drawingml/2006/main">
            <a:pathLst>
              <a:path w="2866763" h="578801">
                <a:moveTo>
                  <a:pt x="0" y="449231"/>
                </a:moveTo>
                <a:cubicBezTo>
                  <a:pt x="0" y="467539"/>
                  <a:pt x="14841" y="482380"/>
                  <a:pt x="33149" y="482380"/>
                </a:cubicBezTo>
                <a:cubicBezTo>
                  <a:pt x="51457" y="482380"/>
                  <a:pt x="66299" y="467539"/>
                  <a:pt x="66299" y="449231"/>
                </a:cubicBezTo>
                <a:cubicBezTo>
                  <a:pt x="66299" y="430923"/>
                  <a:pt x="51457" y="416081"/>
                  <a:pt x="33149" y="416081"/>
                </a:cubicBezTo>
                <a:cubicBezTo>
                  <a:pt x="14841" y="416081"/>
                  <a:pt x="0" y="430923"/>
                  <a:pt x="0" y="449231"/>
                </a:cubicBezTo>
                <a:moveTo>
                  <a:pt x="127294" y="120980"/>
                </a:moveTo>
                <a:cubicBezTo>
                  <a:pt x="127294" y="139288"/>
                  <a:pt x="142135" y="154129"/>
                  <a:pt x="160443" y="154129"/>
                </a:cubicBezTo>
                <a:cubicBezTo>
                  <a:pt x="178751" y="154129"/>
                  <a:pt x="193592" y="139288"/>
                  <a:pt x="193592" y="120980"/>
                </a:cubicBezTo>
                <a:cubicBezTo>
                  <a:pt x="193592" y="102672"/>
                  <a:pt x="178751" y="87830"/>
                  <a:pt x="160443" y="87830"/>
                </a:cubicBezTo>
                <a:cubicBezTo>
                  <a:pt x="142135" y="87830"/>
                  <a:pt x="127294" y="102672"/>
                  <a:pt x="127294" y="120980"/>
                </a:cubicBezTo>
                <a:moveTo>
                  <a:pt x="254588" y="433195"/>
                </a:moveTo>
                <a:cubicBezTo>
                  <a:pt x="254588" y="451503"/>
                  <a:pt x="269429" y="466344"/>
                  <a:pt x="287737" y="466344"/>
                </a:cubicBezTo>
                <a:cubicBezTo>
                  <a:pt x="306045" y="466344"/>
                  <a:pt x="320886" y="451503"/>
                  <a:pt x="320886" y="433195"/>
                </a:cubicBezTo>
                <a:cubicBezTo>
                  <a:pt x="320886" y="414887"/>
                  <a:pt x="306045" y="400045"/>
                  <a:pt x="287737" y="400045"/>
                </a:cubicBezTo>
                <a:cubicBezTo>
                  <a:pt x="269429" y="400045"/>
                  <a:pt x="254588" y="414887"/>
                  <a:pt x="254588" y="433195"/>
                </a:cubicBezTo>
                <a:moveTo>
                  <a:pt x="381881" y="279268"/>
                </a:moveTo>
                <a:cubicBezTo>
                  <a:pt x="381881" y="297576"/>
                  <a:pt x="396723" y="312417"/>
                  <a:pt x="415031" y="312417"/>
                </a:cubicBezTo>
                <a:cubicBezTo>
                  <a:pt x="433339" y="312417"/>
                  <a:pt x="448180" y="297576"/>
                  <a:pt x="448180" y="279268"/>
                </a:cubicBezTo>
                <a:cubicBezTo>
                  <a:pt x="448180" y="260960"/>
                  <a:pt x="433339" y="246118"/>
                  <a:pt x="415031" y="246118"/>
                </a:cubicBezTo>
                <a:cubicBezTo>
                  <a:pt x="396723" y="246118"/>
                  <a:pt x="381881" y="260960"/>
                  <a:pt x="381881" y="279268"/>
                </a:cubicBezTo>
                <a:moveTo>
                  <a:pt x="509175" y="406890"/>
                </a:moveTo>
                <a:cubicBezTo>
                  <a:pt x="509175" y="425198"/>
                  <a:pt x="524017" y="440039"/>
                  <a:pt x="542324" y="440039"/>
                </a:cubicBezTo>
                <a:cubicBezTo>
                  <a:pt x="560632" y="440039"/>
                  <a:pt x="575474" y="425198"/>
                  <a:pt x="575474" y="406890"/>
                </a:cubicBezTo>
                <a:cubicBezTo>
                  <a:pt x="575474" y="388582"/>
                  <a:pt x="560632" y="373740"/>
                  <a:pt x="542324" y="373740"/>
                </a:cubicBezTo>
                <a:cubicBezTo>
                  <a:pt x="524017" y="373740"/>
                  <a:pt x="509175" y="388582"/>
                  <a:pt x="509175" y="406890"/>
                </a:cubicBezTo>
                <a:moveTo>
                  <a:pt x="636469" y="277795"/>
                </a:moveTo>
                <a:cubicBezTo>
                  <a:pt x="636469" y="296103"/>
                  <a:pt x="651310" y="310944"/>
                  <a:pt x="669618" y="310944"/>
                </a:cubicBezTo>
                <a:cubicBezTo>
                  <a:pt x="687926" y="310944"/>
                  <a:pt x="702768" y="296103"/>
                  <a:pt x="702768" y="277795"/>
                </a:cubicBezTo>
                <a:cubicBezTo>
                  <a:pt x="702768" y="259487"/>
                  <a:pt x="687926" y="244645"/>
                  <a:pt x="669618" y="244645"/>
                </a:cubicBezTo>
                <a:cubicBezTo>
                  <a:pt x="651310" y="244645"/>
                  <a:pt x="636469" y="259487"/>
                  <a:pt x="636469" y="277795"/>
                </a:cubicBezTo>
                <a:moveTo>
                  <a:pt x="763763" y="416820"/>
                </a:moveTo>
                <a:cubicBezTo>
                  <a:pt x="763763" y="435128"/>
                  <a:pt x="778604" y="449969"/>
                  <a:pt x="796912" y="449969"/>
                </a:cubicBezTo>
                <a:cubicBezTo>
                  <a:pt x="815220" y="449969"/>
                  <a:pt x="830061" y="435128"/>
                  <a:pt x="830061" y="416820"/>
                </a:cubicBezTo>
                <a:cubicBezTo>
                  <a:pt x="830061" y="398512"/>
                  <a:pt x="815220" y="383671"/>
                  <a:pt x="796912" y="383671"/>
                </a:cubicBezTo>
                <a:cubicBezTo>
                  <a:pt x="778604" y="383671"/>
                  <a:pt x="763763" y="398512"/>
                  <a:pt x="763763" y="416820"/>
                </a:cubicBezTo>
                <a:moveTo>
                  <a:pt x="891057" y="276901"/>
                </a:moveTo>
                <a:cubicBezTo>
                  <a:pt x="891057" y="295209"/>
                  <a:pt x="905898" y="310051"/>
                  <a:pt x="924206" y="310051"/>
                </a:cubicBezTo>
                <a:cubicBezTo>
                  <a:pt x="942514" y="310051"/>
                  <a:pt x="957356" y="295209"/>
                  <a:pt x="957356" y="276901"/>
                </a:cubicBezTo>
                <a:cubicBezTo>
                  <a:pt x="957356" y="258593"/>
                  <a:pt x="942514" y="243752"/>
                  <a:pt x="924206" y="243752"/>
                </a:cubicBezTo>
                <a:cubicBezTo>
                  <a:pt x="905898" y="243752"/>
                  <a:pt x="891057" y="258593"/>
                  <a:pt x="891057" y="276901"/>
                </a:cubicBezTo>
                <a:moveTo>
                  <a:pt x="1018350" y="315665"/>
                </a:moveTo>
                <a:cubicBezTo>
                  <a:pt x="1018350" y="333973"/>
                  <a:pt x="1033192" y="348814"/>
                  <a:pt x="1051500" y="348814"/>
                </a:cubicBezTo>
                <a:cubicBezTo>
                  <a:pt x="1069808" y="348814"/>
                  <a:pt x="1084649" y="333973"/>
                  <a:pt x="1084649" y="315665"/>
                </a:cubicBezTo>
                <a:cubicBezTo>
                  <a:pt x="1084649" y="297357"/>
                  <a:pt x="1069808" y="282516"/>
                  <a:pt x="1051500" y="282516"/>
                </a:cubicBezTo>
                <a:cubicBezTo>
                  <a:pt x="1033192" y="282516"/>
                  <a:pt x="1018350" y="297357"/>
                  <a:pt x="1018350" y="315665"/>
                </a:cubicBezTo>
                <a:moveTo>
                  <a:pt x="1145644" y="283263"/>
                </a:moveTo>
                <a:cubicBezTo>
                  <a:pt x="1145644" y="301571"/>
                  <a:pt x="1160486" y="316412"/>
                  <a:pt x="1178793" y="316412"/>
                </a:cubicBezTo>
                <a:cubicBezTo>
                  <a:pt x="1197101" y="316412"/>
                  <a:pt x="1211943" y="301571"/>
                  <a:pt x="1211943" y="283263"/>
                </a:cubicBezTo>
                <a:cubicBezTo>
                  <a:pt x="1211943" y="264955"/>
                  <a:pt x="1197101" y="250113"/>
                  <a:pt x="1178793" y="250113"/>
                </a:cubicBezTo>
                <a:cubicBezTo>
                  <a:pt x="1160486" y="250113"/>
                  <a:pt x="1145644" y="264955"/>
                  <a:pt x="1145644" y="283263"/>
                </a:cubicBezTo>
                <a:moveTo>
                  <a:pt x="1272938" y="286526"/>
                </a:moveTo>
                <a:cubicBezTo>
                  <a:pt x="1272938" y="304834"/>
                  <a:pt x="1287780" y="319675"/>
                  <a:pt x="1306087" y="319675"/>
                </a:cubicBezTo>
                <a:cubicBezTo>
                  <a:pt x="1324395" y="319675"/>
                  <a:pt x="1339237" y="304834"/>
                  <a:pt x="1339237" y="286526"/>
                </a:cubicBezTo>
                <a:cubicBezTo>
                  <a:pt x="1339237" y="268218"/>
                  <a:pt x="1324395" y="253376"/>
                  <a:pt x="1306087" y="253376"/>
                </a:cubicBezTo>
                <a:cubicBezTo>
                  <a:pt x="1287780" y="253376"/>
                  <a:pt x="1272938" y="268218"/>
                  <a:pt x="1272938" y="286526"/>
                </a:cubicBezTo>
                <a:moveTo>
                  <a:pt x="1400232" y="233277"/>
                </a:moveTo>
                <a:cubicBezTo>
                  <a:pt x="1400232" y="251585"/>
                  <a:pt x="1415073" y="266427"/>
                  <a:pt x="1433381" y="266427"/>
                </a:cubicBezTo>
                <a:cubicBezTo>
                  <a:pt x="1451689" y="266427"/>
                  <a:pt x="1466531" y="251585"/>
                  <a:pt x="1466531" y="233277"/>
                </a:cubicBezTo>
                <a:cubicBezTo>
                  <a:pt x="1466531" y="214969"/>
                  <a:pt x="1451689" y="200128"/>
                  <a:pt x="1433381" y="200128"/>
                </a:cubicBezTo>
                <a:cubicBezTo>
                  <a:pt x="1415073" y="200128"/>
                  <a:pt x="1400232" y="214969"/>
                  <a:pt x="1400232" y="233277"/>
                </a:cubicBezTo>
                <a:moveTo>
                  <a:pt x="1527526" y="206837"/>
                </a:moveTo>
                <a:cubicBezTo>
                  <a:pt x="1527526" y="225144"/>
                  <a:pt x="1542367" y="239986"/>
                  <a:pt x="1560675" y="239986"/>
                </a:cubicBezTo>
                <a:cubicBezTo>
                  <a:pt x="1578983" y="239986"/>
                  <a:pt x="1593825" y="225144"/>
                  <a:pt x="1593825" y="206837"/>
                </a:cubicBezTo>
                <a:cubicBezTo>
                  <a:pt x="1593825" y="188529"/>
                  <a:pt x="1578983" y="173687"/>
                  <a:pt x="1560675" y="173687"/>
                </a:cubicBezTo>
                <a:cubicBezTo>
                  <a:pt x="1542367" y="173687"/>
                  <a:pt x="1527526" y="188529"/>
                  <a:pt x="1527526" y="206837"/>
                </a:cubicBezTo>
                <a:moveTo>
                  <a:pt x="1654819" y="277150"/>
                </a:moveTo>
                <a:cubicBezTo>
                  <a:pt x="1654819" y="295458"/>
                  <a:pt x="1669661" y="310300"/>
                  <a:pt x="1687969" y="310300"/>
                </a:cubicBezTo>
                <a:cubicBezTo>
                  <a:pt x="1706276" y="310300"/>
                  <a:pt x="1721118" y="295458"/>
                  <a:pt x="1721118" y="277150"/>
                </a:cubicBezTo>
                <a:cubicBezTo>
                  <a:pt x="1721118" y="258842"/>
                  <a:pt x="1706276" y="244001"/>
                  <a:pt x="1687969" y="244001"/>
                </a:cubicBezTo>
                <a:cubicBezTo>
                  <a:pt x="1669661" y="244001"/>
                  <a:pt x="1654819" y="258842"/>
                  <a:pt x="1654819" y="277150"/>
                </a:cubicBezTo>
                <a:moveTo>
                  <a:pt x="1782113" y="405965"/>
                </a:moveTo>
                <a:cubicBezTo>
                  <a:pt x="1782113" y="424273"/>
                  <a:pt x="1796955" y="439115"/>
                  <a:pt x="1815263" y="439115"/>
                </a:cubicBezTo>
                <a:cubicBezTo>
                  <a:pt x="1833571" y="439115"/>
                  <a:pt x="1848412" y="424273"/>
                  <a:pt x="1848412" y="405965"/>
                </a:cubicBezTo>
                <a:cubicBezTo>
                  <a:pt x="1848412" y="387657"/>
                  <a:pt x="1833571" y="372816"/>
                  <a:pt x="1815263" y="372816"/>
                </a:cubicBezTo>
                <a:cubicBezTo>
                  <a:pt x="1796955" y="372816"/>
                  <a:pt x="1782113" y="387657"/>
                  <a:pt x="1782113" y="405965"/>
                </a:cubicBezTo>
                <a:moveTo>
                  <a:pt x="1909407" y="402855"/>
                </a:moveTo>
                <a:cubicBezTo>
                  <a:pt x="1909407" y="421163"/>
                  <a:pt x="1924249" y="436004"/>
                  <a:pt x="1942557" y="436004"/>
                </a:cubicBezTo>
                <a:cubicBezTo>
                  <a:pt x="1960865" y="436004"/>
                  <a:pt x="1975706" y="421163"/>
                  <a:pt x="1975706" y="402855"/>
                </a:cubicBezTo>
                <a:cubicBezTo>
                  <a:pt x="1975706" y="384547"/>
                  <a:pt x="1960865" y="369706"/>
                  <a:pt x="1942557" y="369706"/>
                </a:cubicBezTo>
                <a:cubicBezTo>
                  <a:pt x="1924249" y="369706"/>
                  <a:pt x="1909407" y="384547"/>
                  <a:pt x="1909407" y="402855"/>
                </a:cubicBezTo>
                <a:moveTo>
                  <a:pt x="2036701" y="401621"/>
                </a:moveTo>
                <a:cubicBezTo>
                  <a:pt x="2036701" y="419929"/>
                  <a:pt x="2051543" y="434770"/>
                  <a:pt x="2069850" y="434770"/>
                </a:cubicBezTo>
                <a:cubicBezTo>
                  <a:pt x="2088159" y="434770"/>
                  <a:pt x="2103000" y="419929"/>
                  <a:pt x="2103000" y="401621"/>
                </a:cubicBezTo>
                <a:cubicBezTo>
                  <a:pt x="2103000" y="383313"/>
                  <a:pt x="2088159" y="368471"/>
                  <a:pt x="2069850" y="368471"/>
                </a:cubicBezTo>
                <a:cubicBezTo>
                  <a:pt x="2051543" y="368471"/>
                  <a:pt x="2036701" y="383313"/>
                  <a:pt x="2036701" y="401621"/>
                </a:cubicBezTo>
                <a:moveTo>
                  <a:pt x="2163995" y="400154"/>
                </a:moveTo>
                <a:cubicBezTo>
                  <a:pt x="2163995" y="418462"/>
                  <a:pt x="2178836" y="433303"/>
                  <a:pt x="2197144" y="433303"/>
                </a:cubicBezTo>
                <a:cubicBezTo>
                  <a:pt x="2215452" y="433303"/>
                  <a:pt x="2230294" y="418462"/>
                  <a:pt x="2230294" y="400154"/>
                </a:cubicBezTo>
                <a:cubicBezTo>
                  <a:pt x="2230294" y="381846"/>
                  <a:pt x="2215452" y="367004"/>
                  <a:pt x="2197144" y="367004"/>
                </a:cubicBezTo>
                <a:cubicBezTo>
                  <a:pt x="2178836" y="367004"/>
                  <a:pt x="2163995" y="381846"/>
                  <a:pt x="2163995" y="400154"/>
                </a:cubicBezTo>
                <a:moveTo>
                  <a:pt x="2291289" y="539347"/>
                </a:moveTo>
                <a:cubicBezTo>
                  <a:pt x="2291289" y="557655"/>
                  <a:pt x="2306130" y="572496"/>
                  <a:pt x="2324438" y="572496"/>
                </a:cubicBezTo>
                <a:cubicBezTo>
                  <a:pt x="2342746" y="572496"/>
                  <a:pt x="2357587" y="557655"/>
                  <a:pt x="2357587" y="539347"/>
                </a:cubicBezTo>
                <a:cubicBezTo>
                  <a:pt x="2357587" y="521039"/>
                  <a:pt x="2342746" y="506197"/>
                  <a:pt x="2324438" y="506197"/>
                </a:cubicBezTo>
                <a:cubicBezTo>
                  <a:pt x="2306130" y="506197"/>
                  <a:pt x="2291289" y="521039"/>
                  <a:pt x="2291289" y="539347"/>
                </a:cubicBezTo>
                <a:moveTo>
                  <a:pt x="2418582" y="535993"/>
                </a:moveTo>
                <a:cubicBezTo>
                  <a:pt x="2418582" y="554301"/>
                  <a:pt x="2433424" y="569142"/>
                  <a:pt x="2451732" y="569142"/>
                </a:cubicBezTo>
                <a:cubicBezTo>
                  <a:pt x="2470040" y="569142"/>
                  <a:pt x="2484881" y="554301"/>
                  <a:pt x="2484881" y="535993"/>
                </a:cubicBezTo>
                <a:cubicBezTo>
                  <a:pt x="2484881" y="517685"/>
                  <a:pt x="2470040" y="502843"/>
                  <a:pt x="2451732" y="502843"/>
                </a:cubicBezTo>
                <a:cubicBezTo>
                  <a:pt x="2433424" y="502843"/>
                  <a:pt x="2418582" y="517685"/>
                  <a:pt x="2418582" y="535993"/>
                </a:cubicBezTo>
                <a:moveTo>
                  <a:pt x="2545876" y="534850"/>
                </a:moveTo>
                <a:cubicBezTo>
                  <a:pt x="2545876" y="553158"/>
                  <a:pt x="2560718" y="567999"/>
                  <a:pt x="2579026" y="567999"/>
                </a:cubicBezTo>
                <a:cubicBezTo>
                  <a:pt x="2597334" y="567999"/>
                  <a:pt x="2612175" y="553158"/>
                  <a:pt x="2612175" y="534850"/>
                </a:cubicBezTo>
                <a:cubicBezTo>
                  <a:pt x="2612175" y="516542"/>
                  <a:pt x="2597334" y="501700"/>
                  <a:pt x="2579026" y="501700"/>
                </a:cubicBezTo>
                <a:cubicBezTo>
                  <a:pt x="2560718" y="501700"/>
                  <a:pt x="2545876" y="516542"/>
                  <a:pt x="2545876" y="534850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545652"/>
                </a:moveTo>
                <a:cubicBezTo>
                  <a:pt x="2800464" y="563959"/>
                  <a:pt x="2815306" y="578801"/>
                  <a:pt x="2833613" y="578801"/>
                </a:cubicBezTo>
                <a:cubicBezTo>
                  <a:pt x="2851922" y="578801"/>
                  <a:pt x="2866763" y="563959"/>
                  <a:pt x="2866763" y="545652"/>
                </a:cubicBezTo>
                <a:cubicBezTo>
                  <a:pt x="2866763" y="527344"/>
                  <a:pt x="2851922" y="512502"/>
                  <a:pt x="2833613" y="512502"/>
                </a:cubicBezTo>
                <a:cubicBezTo>
                  <a:pt x="2815306" y="512502"/>
                  <a:pt x="2800464" y="527344"/>
                  <a:pt x="2800464" y="545652"/>
                </a:cubicBezTo>
                <a:close/>
              </a:path>
            </a:pathLst>
          </a:custGeom>
          <a:solidFill xmlns:a="http://schemas.openxmlformats.org/drawingml/2006/main">
            <a:srgbClr val="1C1C1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49049A-C6BE-4620-A9F8-0A3E7909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1155661"/>
            <a:ext cx="2800464" cy="947423"/>
          </a:xfrm>
          <a:custGeom xmlns:a="http://schemas.openxmlformats.org/drawingml/2006/main">
            <a:pathLst>
              <a:path w="2800464" h="947423" fill="none">
                <a:moveTo>
                  <a:pt x="0" y="846318"/>
                </a:moveTo>
                <a:lnTo>
                  <a:pt x="127294" y="642715"/>
                </a:lnTo>
                <a:lnTo>
                  <a:pt x="254588" y="800849"/>
                </a:lnTo>
                <a:lnTo>
                  <a:pt x="381881" y="503937"/>
                </a:lnTo>
                <a:lnTo>
                  <a:pt x="509175" y="543913"/>
                </a:lnTo>
                <a:lnTo>
                  <a:pt x="636469" y="492701"/>
                </a:lnTo>
                <a:lnTo>
                  <a:pt x="763763" y="587102"/>
                </a:lnTo>
                <a:lnTo>
                  <a:pt x="891057" y="489151"/>
                </a:lnTo>
                <a:lnTo>
                  <a:pt x="1018351" y="526413"/>
                </a:lnTo>
                <a:lnTo>
                  <a:pt x="1145644" y="536075"/>
                </a:lnTo>
                <a:lnTo>
                  <a:pt x="1272938" y="539294"/>
                </a:lnTo>
                <a:lnTo>
                  <a:pt x="1400232" y="376634"/>
                </a:lnTo>
                <a:lnTo>
                  <a:pt x="1527526" y="379472"/>
                </a:lnTo>
                <a:lnTo>
                  <a:pt x="1654820" y="457590"/>
                </a:lnTo>
                <a:lnTo>
                  <a:pt x="1782114" y="602706"/>
                </a:lnTo>
                <a:lnTo>
                  <a:pt x="1909407" y="600083"/>
                </a:lnTo>
                <a:lnTo>
                  <a:pt x="2036701" y="602323"/>
                </a:lnTo>
                <a:lnTo>
                  <a:pt x="2163995" y="604045"/>
                </a:lnTo>
                <a:lnTo>
                  <a:pt x="2291289" y="947423"/>
                </a:lnTo>
                <a:lnTo>
                  <a:pt x="2418583" y="942157"/>
                </a:lnTo>
                <a:lnTo>
                  <a:pt x="2545876" y="944159"/>
                </a:lnTo>
                <a:lnTo>
                  <a:pt x="2673170" y="0"/>
                </a:lnTo>
                <a:lnTo>
                  <a:pt x="2800464" y="945587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383838"/>
            </a:solidFill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9417EC-41C2-4DFA-8F9F-85794180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1122511"/>
            <a:ext cx="2866763" cy="1013722"/>
          </a:xfrm>
          <a:custGeom xmlns:a="http://schemas.openxmlformats.org/drawingml/2006/main">
            <a:pathLst>
              <a:path w="2866763" h="1013722">
                <a:moveTo>
                  <a:pt x="0" y="879467"/>
                </a:moveTo>
                <a:cubicBezTo>
                  <a:pt x="0" y="897775"/>
                  <a:pt x="14841" y="912617"/>
                  <a:pt x="33149" y="912617"/>
                </a:cubicBezTo>
                <a:cubicBezTo>
                  <a:pt x="51457" y="912617"/>
                  <a:pt x="66299" y="897775"/>
                  <a:pt x="66299" y="879467"/>
                </a:cubicBezTo>
                <a:cubicBezTo>
                  <a:pt x="66299" y="861159"/>
                  <a:pt x="51457" y="846318"/>
                  <a:pt x="33149" y="846318"/>
                </a:cubicBezTo>
                <a:cubicBezTo>
                  <a:pt x="14841" y="846318"/>
                  <a:pt x="0" y="861159"/>
                  <a:pt x="0" y="879467"/>
                </a:cubicBezTo>
                <a:moveTo>
                  <a:pt x="127294" y="675865"/>
                </a:moveTo>
                <a:cubicBezTo>
                  <a:pt x="127294" y="694173"/>
                  <a:pt x="142135" y="709014"/>
                  <a:pt x="160443" y="709014"/>
                </a:cubicBezTo>
                <a:cubicBezTo>
                  <a:pt x="178751" y="709014"/>
                  <a:pt x="193593" y="694173"/>
                  <a:pt x="193593" y="675865"/>
                </a:cubicBezTo>
                <a:cubicBezTo>
                  <a:pt x="193593" y="657557"/>
                  <a:pt x="178751" y="642715"/>
                  <a:pt x="160443" y="642715"/>
                </a:cubicBezTo>
                <a:cubicBezTo>
                  <a:pt x="142135" y="642715"/>
                  <a:pt x="127294" y="657557"/>
                  <a:pt x="127294" y="675865"/>
                </a:cubicBezTo>
                <a:moveTo>
                  <a:pt x="254588" y="833999"/>
                </a:moveTo>
                <a:cubicBezTo>
                  <a:pt x="254588" y="852307"/>
                  <a:pt x="269429" y="867148"/>
                  <a:pt x="287737" y="867148"/>
                </a:cubicBezTo>
                <a:cubicBezTo>
                  <a:pt x="306045" y="867148"/>
                  <a:pt x="320886" y="852307"/>
                  <a:pt x="320886" y="833999"/>
                </a:cubicBezTo>
                <a:cubicBezTo>
                  <a:pt x="320886" y="815691"/>
                  <a:pt x="306045" y="800849"/>
                  <a:pt x="287737" y="800849"/>
                </a:cubicBezTo>
                <a:cubicBezTo>
                  <a:pt x="269429" y="800849"/>
                  <a:pt x="254588" y="815691"/>
                  <a:pt x="254588" y="833999"/>
                </a:cubicBezTo>
                <a:moveTo>
                  <a:pt x="381881" y="537086"/>
                </a:moveTo>
                <a:cubicBezTo>
                  <a:pt x="381881" y="555394"/>
                  <a:pt x="396723" y="570235"/>
                  <a:pt x="415031" y="570235"/>
                </a:cubicBezTo>
                <a:cubicBezTo>
                  <a:pt x="433339" y="570235"/>
                  <a:pt x="448180" y="555394"/>
                  <a:pt x="448180" y="537086"/>
                </a:cubicBezTo>
                <a:cubicBezTo>
                  <a:pt x="448180" y="518778"/>
                  <a:pt x="433339" y="503937"/>
                  <a:pt x="415031" y="503937"/>
                </a:cubicBezTo>
                <a:cubicBezTo>
                  <a:pt x="396723" y="503937"/>
                  <a:pt x="381881" y="518778"/>
                  <a:pt x="381881" y="537086"/>
                </a:cubicBezTo>
                <a:moveTo>
                  <a:pt x="509175" y="577062"/>
                </a:moveTo>
                <a:cubicBezTo>
                  <a:pt x="509175" y="595370"/>
                  <a:pt x="524017" y="610212"/>
                  <a:pt x="542325" y="610212"/>
                </a:cubicBezTo>
                <a:cubicBezTo>
                  <a:pt x="560633" y="610212"/>
                  <a:pt x="575474" y="595370"/>
                  <a:pt x="575474" y="577062"/>
                </a:cubicBezTo>
                <a:cubicBezTo>
                  <a:pt x="575474" y="558754"/>
                  <a:pt x="560633" y="543913"/>
                  <a:pt x="542325" y="543913"/>
                </a:cubicBezTo>
                <a:cubicBezTo>
                  <a:pt x="524017" y="543913"/>
                  <a:pt x="509175" y="558754"/>
                  <a:pt x="509175" y="577062"/>
                </a:cubicBezTo>
                <a:moveTo>
                  <a:pt x="636469" y="525850"/>
                </a:moveTo>
                <a:cubicBezTo>
                  <a:pt x="636469" y="544158"/>
                  <a:pt x="651311" y="559000"/>
                  <a:pt x="669619" y="559000"/>
                </a:cubicBezTo>
                <a:cubicBezTo>
                  <a:pt x="687926" y="559000"/>
                  <a:pt x="702768" y="544158"/>
                  <a:pt x="702768" y="525850"/>
                </a:cubicBezTo>
                <a:cubicBezTo>
                  <a:pt x="702768" y="507543"/>
                  <a:pt x="687926" y="492701"/>
                  <a:pt x="669619" y="492701"/>
                </a:cubicBezTo>
                <a:cubicBezTo>
                  <a:pt x="651311" y="492701"/>
                  <a:pt x="636469" y="507543"/>
                  <a:pt x="636469" y="525850"/>
                </a:cubicBezTo>
                <a:moveTo>
                  <a:pt x="763763" y="620252"/>
                </a:moveTo>
                <a:cubicBezTo>
                  <a:pt x="763763" y="638560"/>
                  <a:pt x="778605" y="653401"/>
                  <a:pt x="796912" y="653401"/>
                </a:cubicBezTo>
                <a:cubicBezTo>
                  <a:pt x="815220" y="653401"/>
                  <a:pt x="830062" y="638560"/>
                  <a:pt x="830062" y="620252"/>
                </a:cubicBezTo>
                <a:cubicBezTo>
                  <a:pt x="830062" y="601944"/>
                  <a:pt x="815220" y="587102"/>
                  <a:pt x="796912" y="587102"/>
                </a:cubicBezTo>
                <a:cubicBezTo>
                  <a:pt x="778605" y="587102"/>
                  <a:pt x="763763" y="601944"/>
                  <a:pt x="763763" y="620252"/>
                </a:cubicBezTo>
                <a:moveTo>
                  <a:pt x="891057" y="522300"/>
                </a:moveTo>
                <a:cubicBezTo>
                  <a:pt x="891057" y="540608"/>
                  <a:pt x="905898" y="555449"/>
                  <a:pt x="924206" y="555449"/>
                </a:cubicBezTo>
                <a:cubicBezTo>
                  <a:pt x="942514" y="555449"/>
                  <a:pt x="957356" y="540608"/>
                  <a:pt x="957356" y="522300"/>
                </a:cubicBezTo>
                <a:cubicBezTo>
                  <a:pt x="957356" y="503992"/>
                  <a:pt x="942514" y="489151"/>
                  <a:pt x="924206" y="489151"/>
                </a:cubicBezTo>
                <a:cubicBezTo>
                  <a:pt x="905898" y="489151"/>
                  <a:pt x="891057" y="503992"/>
                  <a:pt x="891057" y="522300"/>
                </a:cubicBezTo>
                <a:moveTo>
                  <a:pt x="1018351" y="559563"/>
                </a:moveTo>
                <a:cubicBezTo>
                  <a:pt x="1018351" y="577871"/>
                  <a:pt x="1033192" y="592712"/>
                  <a:pt x="1051500" y="592712"/>
                </a:cubicBezTo>
                <a:cubicBezTo>
                  <a:pt x="1069808" y="592712"/>
                  <a:pt x="1084650" y="577871"/>
                  <a:pt x="1084650" y="559563"/>
                </a:cubicBezTo>
                <a:cubicBezTo>
                  <a:pt x="1084650" y="541255"/>
                  <a:pt x="1069808" y="526413"/>
                  <a:pt x="1051500" y="526413"/>
                </a:cubicBezTo>
                <a:cubicBezTo>
                  <a:pt x="1033192" y="526413"/>
                  <a:pt x="1018351" y="541255"/>
                  <a:pt x="1018351" y="559563"/>
                </a:cubicBezTo>
                <a:moveTo>
                  <a:pt x="1145644" y="569225"/>
                </a:moveTo>
                <a:cubicBezTo>
                  <a:pt x="1145644" y="587532"/>
                  <a:pt x="1160486" y="602374"/>
                  <a:pt x="1178794" y="602374"/>
                </a:cubicBezTo>
                <a:cubicBezTo>
                  <a:pt x="1197102" y="602374"/>
                  <a:pt x="1211943" y="587532"/>
                  <a:pt x="1211943" y="569225"/>
                </a:cubicBezTo>
                <a:cubicBezTo>
                  <a:pt x="1211943" y="550917"/>
                  <a:pt x="1197102" y="536075"/>
                  <a:pt x="1178794" y="536075"/>
                </a:cubicBezTo>
                <a:cubicBezTo>
                  <a:pt x="1160486" y="536075"/>
                  <a:pt x="1145644" y="550917"/>
                  <a:pt x="1145644" y="569225"/>
                </a:cubicBezTo>
                <a:moveTo>
                  <a:pt x="1272938" y="572443"/>
                </a:moveTo>
                <a:cubicBezTo>
                  <a:pt x="1272938" y="590751"/>
                  <a:pt x="1287780" y="605593"/>
                  <a:pt x="1306088" y="605593"/>
                </a:cubicBezTo>
                <a:cubicBezTo>
                  <a:pt x="1324395" y="605593"/>
                  <a:pt x="1339237" y="590751"/>
                  <a:pt x="1339237" y="572443"/>
                </a:cubicBezTo>
                <a:cubicBezTo>
                  <a:pt x="1339237" y="554135"/>
                  <a:pt x="1324395" y="539294"/>
                  <a:pt x="1306088" y="539294"/>
                </a:cubicBezTo>
                <a:cubicBezTo>
                  <a:pt x="1287780" y="539294"/>
                  <a:pt x="1272938" y="554135"/>
                  <a:pt x="1272938" y="572443"/>
                </a:cubicBezTo>
                <a:moveTo>
                  <a:pt x="1400232" y="409783"/>
                </a:moveTo>
                <a:cubicBezTo>
                  <a:pt x="1400232" y="428092"/>
                  <a:pt x="1415074" y="442933"/>
                  <a:pt x="1433381" y="442933"/>
                </a:cubicBezTo>
                <a:cubicBezTo>
                  <a:pt x="1451689" y="442933"/>
                  <a:pt x="1466531" y="428092"/>
                  <a:pt x="1466531" y="409783"/>
                </a:cubicBezTo>
                <a:cubicBezTo>
                  <a:pt x="1466531" y="391476"/>
                  <a:pt x="1451689" y="376634"/>
                  <a:pt x="1433381" y="376634"/>
                </a:cubicBezTo>
                <a:cubicBezTo>
                  <a:pt x="1415074" y="376634"/>
                  <a:pt x="1400232" y="391476"/>
                  <a:pt x="1400232" y="409783"/>
                </a:cubicBezTo>
                <a:moveTo>
                  <a:pt x="1527526" y="412622"/>
                </a:moveTo>
                <a:cubicBezTo>
                  <a:pt x="1527526" y="430930"/>
                  <a:pt x="1542367" y="445771"/>
                  <a:pt x="1560675" y="445771"/>
                </a:cubicBezTo>
                <a:cubicBezTo>
                  <a:pt x="1578983" y="445771"/>
                  <a:pt x="1593825" y="430930"/>
                  <a:pt x="1593825" y="412622"/>
                </a:cubicBezTo>
                <a:cubicBezTo>
                  <a:pt x="1593825" y="394314"/>
                  <a:pt x="1578983" y="379472"/>
                  <a:pt x="1560675" y="379472"/>
                </a:cubicBezTo>
                <a:cubicBezTo>
                  <a:pt x="1542367" y="379472"/>
                  <a:pt x="1527526" y="394314"/>
                  <a:pt x="1527526" y="412622"/>
                </a:cubicBezTo>
                <a:moveTo>
                  <a:pt x="1654820" y="490740"/>
                </a:moveTo>
                <a:cubicBezTo>
                  <a:pt x="1654820" y="509047"/>
                  <a:pt x="1669661" y="523889"/>
                  <a:pt x="1687969" y="523889"/>
                </a:cubicBezTo>
                <a:cubicBezTo>
                  <a:pt x="1706277" y="523889"/>
                  <a:pt x="1721119" y="509047"/>
                  <a:pt x="1721119" y="490740"/>
                </a:cubicBezTo>
                <a:cubicBezTo>
                  <a:pt x="1721119" y="472432"/>
                  <a:pt x="1706277" y="457590"/>
                  <a:pt x="1687969" y="457590"/>
                </a:cubicBezTo>
                <a:cubicBezTo>
                  <a:pt x="1669661" y="457590"/>
                  <a:pt x="1654820" y="472432"/>
                  <a:pt x="1654820" y="490740"/>
                </a:cubicBezTo>
                <a:moveTo>
                  <a:pt x="1782114" y="635855"/>
                </a:moveTo>
                <a:cubicBezTo>
                  <a:pt x="1782114" y="654163"/>
                  <a:pt x="1796955" y="669005"/>
                  <a:pt x="1815263" y="669005"/>
                </a:cubicBezTo>
                <a:cubicBezTo>
                  <a:pt x="1833571" y="669005"/>
                  <a:pt x="1848412" y="654163"/>
                  <a:pt x="1848412" y="635855"/>
                </a:cubicBezTo>
                <a:cubicBezTo>
                  <a:pt x="1848412" y="617548"/>
                  <a:pt x="1833571" y="602706"/>
                  <a:pt x="1815263" y="602706"/>
                </a:cubicBezTo>
                <a:cubicBezTo>
                  <a:pt x="1796955" y="602706"/>
                  <a:pt x="1782114" y="617548"/>
                  <a:pt x="1782114" y="635855"/>
                </a:cubicBezTo>
                <a:moveTo>
                  <a:pt x="1909407" y="633233"/>
                </a:moveTo>
                <a:cubicBezTo>
                  <a:pt x="1909407" y="651541"/>
                  <a:pt x="1924249" y="666382"/>
                  <a:pt x="1942557" y="666382"/>
                </a:cubicBezTo>
                <a:cubicBezTo>
                  <a:pt x="1960865" y="666382"/>
                  <a:pt x="1975706" y="651541"/>
                  <a:pt x="1975706" y="633233"/>
                </a:cubicBezTo>
                <a:cubicBezTo>
                  <a:pt x="1975706" y="614925"/>
                  <a:pt x="1960865" y="600083"/>
                  <a:pt x="1942557" y="600083"/>
                </a:cubicBezTo>
                <a:cubicBezTo>
                  <a:pt x="1924249" y="600083"/>
                  <a:pt x="1909407" y="614925"/>
                  <a:pt x="1909407" y="633233"/>
                </a:cubicBezTo>
                <a:moveTo>
                  <a:pt x="2036701" y="635472"/>
                </a:moveTo>
                <a:cubicBezTo>
                  <a:pt x="2036701" y="653780"/>
                  <a:pt x="2051543" y="668622"/>
                  <a:pt x="2069851" y="668622"/>
                </a:cubicBezTo>
                <a:cubicBezTo>
                  <a:pt x="2088159" y="668622"/>
                  <a:pt x="2103000" y="653780"/>
                  <a:pt x="2103000" y="635472"/>
                </a:cubicBezTo>
                <a:cubicBezTo>
                  <a:pt x="2103000" y="617164"/>
                  <a:pt x="2088159" y="602323"/>
                  <a:pt x="2069851" y="602323"/>
                </a:cubicBezTo>
                <a:cubicBezTo>
                  <a:pt x="2051543" y="602323"/>
                  <a:pt x="2036701" y="617164"/>
                  <a:pt x="2036701" y="635472"/>
                </a:cubicBezTo>
                <a:moveTo>
                  <a:pt x="2163995" y="637194"/>
                </a:moveTo>
                <a:cubicBezTo>
                  <a:pt x="2163995" y="655502"/>
                  <a:pt x="2178837" y="670344"/>
                  <a:pt x="2197144" y="670344"/>
                </a:cubicBezTo>
                <a:cubicBezTo>
                  <a:pt x="2215452" y="670344"/>
                  <a:pt x="2230294" y="655502"/>
                  <a:pt x="2230294" y="637194"/>
                </a:cubicBezTo>
                <a:cubicBezTo>
                  <a:pt x="2230294" y="618886"/>
                  <a:pt x="2215452" y="604045"/>
                  <a:pt x="2197144" y="604045"/>
                </a:cubicBezTo>
                <a:cubicBezTo>
                  <a:pt x="2178837" y="604045"/>
                  <a:pt x="2163995" y="618886"/>
                  <a:pt x="2163995" y="637194"/>
                </a:cubicBezTo>
                <a:moveTo>
                  <a:pt x="2291289" y="980573"/>
                </a:moveTo>
                <a:cubicBezTo>
                  <a:pt x="2291289" y="998881"/>
                  <a:pt x="2306130" y="1013722"/>
                  <a:pt x="2324438" y="1013722"/>
                </a:cubicBezTo>
                <a:cubicBezTo>
                  <a:pt x="2342746" y="1013722"/>
                  <a:pt x="2357588" y="998881"/>
                  <a:pt x="2357588" y="980573"/>
                </a:cubicBezTo>
                <a:cubicBezTo>
                  <a:pt x="2357588" y="962265"/>
                  <a:pt x="2342746" y="947423"/>
                  <a:pt x="2324438" y="947423"/>
                </a:cubicBezTo>
                <a:cubicBezTo>
                  <a:pt x="2306130" y="947423"/>
                  <a:pt x="2291289" y="962265"/>
                  <a:pt x="2291289" y="980573"/>
                </a:cubicBezTo>
                <a:moveTo>
                  <a:pt x="2418583" y="975307"/>
                </a:moveTo>
                <a:cubicBezTo>
                  <a:pt x="2418583" y="993615"/>
                  <a:pt x="2433424" y="1008456"/>
                  <a:pt x="2451732" y="1008456"/>
                </a:cubicBezTo>
                <a:cubicBezTo>
                  <a:pt x="2470040" y="1008456"/>
                  <a:pt x="2484881" y="993615"/>
                  <a:pt x="2484881" y="975307"/>
                </a:cubicBezTo>
                <a:cubicBezTo>
                  <a:pt x="2484881" y="956999"/>
                  <a:pt x="2470040" y="942157"/>
                  <a:pt x="2451732" y="942157"/>
                </a:cubicBezTo>
                <a:cubicBezTo>
                  <a:pt x="2433424" y="942157"/>
                  <a:pt x="2418583" y="956999"/>
                  <a:pt x="2418583" y="975307"/>
                </a:cubicBezTo>
                <a:moveTo>
                  <a:pt x="2545876" y="977308"/>
                </a:moveTo>
                <a:cubicBezTo>
                  <a:pt x="2545876" y="995616"/>
                  <a:pt x="2560718" y="1010458"/>
                  <a:pt x="2579026" y="1010458"/>
                </a:cubicBezTo>
                <a:cubicBezTo>
                  <a:pt x="2597334" y="1010458"/>
                  <a:pt x="2612175" y="995616"/>
                  <a:pt x="2612175" y="977308"/>
                </a:cubicBezTo>
                <a:cubicBezTo>
                  <a:pt x="2612175" y="959000"/>
                  <a:pt x="2597334" y="944159"/>
                  <a:pt x="2579026" y="944159"/>
                </a:cubicBezTo>
                <a:cubicBezTo>
                  <a:pt x="2560718" y="944159"/>
                  <a:pt x="2545876" y="959000"/>
                  <a:pt x="2545876" y="977308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2"/>
                  <a:pt x="2724628" y="0"/>
                  <a:pt x="2706320" y="0"/>
                </a:cubicBezTo>
                <a:cubicBezTo>
                  <a:pt x="2688012" y="0"/>
                  <a:pt x="2673170" y="14842"/>
                  <a:pt x="2673170" y="33149"/>
                </a:cubicBezTo>
                <a:moveTo>
                  <a:pt x="2800464" y="978736"/>
                </a:moveTo>
                <a:cubicBezTo>
                  <a:pt x="2800464" y="997044"/>
                  <a:pt x="2815306" y="1011885"/>
                  <a:pt x="2833614" y="1011885"/>
                </a:cubicBezTo>
                <a:cubicBezTo>
                  <a:pt x="2851921" y="1011885"/>
                  <a:pt x="2866763" y="997044"/>
                  <a:pt x="2866763" y="978736"/>
                </a:cubicBezTo>
                <a:cubicBezTo>
                  <a:pt x="2866763" y="960428"/>
                  <a:pt x="2851921" y="945587"/>
                  <a:pt x="2833614" y="945587"/>
                </a:cubicBezTo>
                <a:cubicBezTo>
                  <a:pt x="2815306" y="945587"/>
                  <a:pt x="2800464" y="960428"/>
                  <a:pt x="2800464" y="978736"/>
                </a:cubicBezTo>
                <a:close/>
              </a:path>
            </a:pathLst>
          </a:custGeom>
          <a:solidFill xmlns:a="http://schemas.openxmlformats.org/drawingml/2006/main">
            <a:srgbClr val="38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F7A60F-689A-4E5A-8564-F7D8765D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1724159"/>
            <a:ext cx="2800464" cy="582239"/>
          </a:xfrm>
          <a:custGeom xmlns:a="http://schemas.openxmlformats.org/drawingml/2006/main">
            <a:pathLst>
              <a:path w="2800464" h="582239" fill="none">
                <a:moveTo>
                  <a:pt x="0" y="489774"/>
                </a:moveTo>
                <a:lnTo>
                  <a:pt x="127294" y="134603"/>
                </a:lnTo>
                <a:lnTo>
                  <a:pt x="254588" y="464112"/>
                </a:lnTo>
                <a:lnTo>
                  <a:pt x="381881" y="309445"/>
                </a:lnTo>
                <a:lnTo>
                  <a:pt x="509175" y="434543"/>
                </a:lnTo>
                <a:lnTo>
                  <a:pt x="636469" y="293814"/>
                </a:lnTo>
                <a:lnTo>
                  <a:pt x="763763" y="450992"/>
                </a:lnTo>
                <a:lnTo>
                  <a:pt x="891057" y="339149"/>
                </a:lnTo>
                <a:lnTo>
                  <a:pt x="1018350" y="351718"/>
                </a:lnTo>
                <a:lnTo>
                  <a:pt x="1145644" y="304402"/>
                </a:lnTo>
                <a:lnTo>
                  <a:pt x="1272938" y="313465"/>
                </a:lnTo>
                <a:lnTo>
                  <a:pt x="1400232" y="287156"/>
                </a:lnTo>
                <a:lnTo>
                  <a:pt x="1527526" y="266234"/>
                </a:lnTo>
                <a:lnTo>
                  <a:pt x="1654819" y="345673"/>
                </a:lnTo>
                <a:lnTo>
                  <a:pt x="1782113" y="441306"/>
                </a:lnTo>
                <a:lnTo>
                  <a:pt x="1909407" y="438329"/>
                </a:lnTo>
                <a:lnTo>
                  <a:pt x="2036701" y="437264"/>
                </a:lnTo>
                <a:lnTo>
                  <a:pt x="2163995" y="437871"/>
                </a:lnTo>
                <a:lnTo>
                  <a:pt x="2291289" y="579991"/>
                </a:lnTo>
                <a:lnTo>
                  <a:pt x="2418582" y="574834"/>
                </a:lnTo>
                <a:lnTo>
                  <a:pt x="2545876" y="575107"/>
                </a:lnTo>
                <a:lnTo>
                  <a:pt x="2673170" y="0"/>
                </a:lnTo>
                <a:lnTo>
                  <a:pt x="2800464" y="582239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383838"/>
            </a:solidFill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841FBA-2468-44E3-BF1C-006D84EA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1691010"/>
            <a:ext cx="2866763" cy="648538"/>
          </a:xfrm>
          <a:custGeom xmlns:a="http://schemas.openxmlformats.org/drawingml/2006/main">
            <a:pathLst>
              <a:path w="2866763" h="648538">
                <a:moveTo>
                  <a:pt x="0" y="522924"/>
                </a:moveTo>
                <a:cubicBezTo>
                  <a:pt x="0" y="541232"/>
                  <a:pt x="14841" y="556073"/>
                  <a:pt x="33149" y="556073"/>
                </a:cubicBezTo>
                <a:cubicBezTo>
                  <a:pt x="51457" y="556073"/>
                  <a:pt x="66299" y="541232"/>
                  <a:pt x="66299" y="522924"/>
                </a:cubicBezTo>
                <a:cubicBezTo>
                  <a:pt x="66299" y="504616"/>
                  <a:pt x="51457" y="489774"/>
                  <a:pt x="33149" y="489774"/>
                </a:cubicBezTo>
                <a:cubicBezTo>
                  <a:pt x="14841" y="489774"/>
                  <a:pt x="0" y="504616"/>
                  <a:pt x="0" y="522924"/>
                </a:cubicBezTo>
                <a:moveTo>
                  <a:pt x="127294" y="167752"/>
                </a:moveTo>
                <a:cubicBezTo>
                  <a:pt x="127294" y="186060"/>
                  <a:pt x="142135" y="200902"/>
                  <a:pt x="160443" y="200902"/>
                </a:cubicBezTo>
                <a:cubicBezTo>
                  <a:pt x="178751" y="200902"/>
                  <a:pt x="193592" y="186060"/>
                  <a:pt x="193592" y="167752"/>
                </a:cubicBezTo>
                <a:cubicBezTo>
                  <a:pt x="193592" y="149444"/>
                  <a:pt x="178751" y="134603"/>
                  <a:pt x="160443" y="134603"/>
                </a:cubicBezTo>
                <a:cubicBezTo>
                  <a:pt x="142135" y="134603"/>
                  <a:pt x="127294" y="149444"/>
                  <a:pt x="127294" y="167752"/>
                </a:cubicBezTo>
                <a:moveTo>
                  <a:pt x="254588" y="497262"/>
                </a:moveTo>
                <a:cubicBezTo>
                  <a:pt x="254588" y="515570"/>
                  <a:pt x="269429" y="530411"/>
                  <a:pt x="287737" y="530411"/>
                </a:cubicBezTo>
                <a:cubicBezTo>
                  <a:pt x="306045" y="530411"/>
                  <a:pt x="320886" y="515570"/>
                  <a:pt x="320886" y="497262"/>
                </a:cubicBezTo>
                <a:cubicBezTo>
                  <a:pt x="320886" y="478954"/>
                  <a:pt x="306045" y="464112"/>
                  <a:pt x="287737" y="464112"/>
                </a:cubicBezTo>
                <a:cubicBezTo>
                  <a:pt x="269429" y="464112"/>
                  <a:pt x="254588" y="478954"/>
                  <a:pt x="254588" y="497262"/>
                </a:cubicBezTo>
                <a:moveTo>
                  <a:pt x="381881" y="342595"/>
                </a:moveTo>
                <a:cubicBezTo>
                  <a:pt x="381881" y="360903"/>
                  <a:pt x="396723" y="375744"/>
                  <a:pt x="415031" y="375744"/>
                </a:cubicBezTo>
                <a:cubicBezTo>
                  <a:pt x="433339" y="375744"/>
                  <a:pt x="448180" y="360903"/>
                  <a:pt x="448180" y="342595"/>
                </a:cubicBezTo>
                <a:cubicBezTo>
                  <a:pt x="448180" y="324287"/>
                  <a:pt x="433339" y="309445"/>
                  <a:pt x="415031" y="309445"/>
                </a:cubicBezTo>
                <a:cubicBezTo>
                  <a:pt x="396723" y="309445"/>
                  <a:pt x="381881" y="324287"/>
                  <a:pt x="381881" y="342595"/>
                </a:cubicBezTo>
                <a:moveTo>
                  <a:pt x="509175" y="467693"/>
                </a:moveTo>
                <a:cubicBezTo>
                  <a:pt x="509175" y="486001"/>
                  <a:pt x="524017" y="500842"/>
                  <a:pt x="542324" y="500842"/>
                </a:cubicBezTo>
                <a:cubicBezTo>
                  <a:pt x="560632" y="500842"/>
                  <a:pt x="575474" y="486001"/>
                  <a:pt x="575474" y="467693"/>
                </a:cubicBezTo>
                <a:cubicBezTo>
                  <a:pt x="575474" y="449385"/>
                  <a:pt x="560632" y="434543"/>
                  <a:pt x="542324" y="434543"/>
                </a:cubicBezTo>
                <a:cubicBezTo>
                  <a:pt x="524017" y="434543"/>
                  <a:pt x="509175" y="449385"/>
                  <a:pt x="509175" y="467693"/>
                </a:cubicBezTo>
                <a:moveTo>
                  <a:pt x="636469" y="326964"/>
                </a:moveTo>
                <a:cubicBezTo>
                  <a:pt x="636469" y="345271"/>
                  <a:pt x="651310" y="360113"/>
                  <a:pt x="669618" y="360113"/>
                </a:cubicBezTo>
                <a:cubicBezTo>
                  <a:pt x="687926" y="360113"/>
                  <a:pt x="702768" y="345271"/>
                  <a:pt x="702768" y="326964"/>
                </a:cubicBezTo>
                <a:cubicBezTo>
                  <a:pt x="702768" y="308656"/>
                  <a:pt x="687926" y="293814"/>
                  <a:pt x="669618" y="293814"/>
                </a:cubicBezTo>
                <a:cubicBezTo>
                  <a:pt x="651310" y="293814"/>
                  <a:pt x="636469" y="308656"/>
                  <a:pt x="636469" y="326964"/>
                </a:cubicBezTo>
                <a:moveTo>
                  <a:pt x="763763" y="484141"/>
                </a:moveTo>
                <a:cubicBezTo>
                  <a:pt x="763763" y="502449"/>
                  <a:pt x="778604" y="517290"/>
                  <a:pt x="796912" y="517290"/>
                </a:cubicBezTo>
                <a:cubicBezTo>
                  <a:pt x="815220" y="517290"/>
                  <a:pt x="830061" y="502449"/>
                  <a:pt x="830061" y="484141"/>
                </a:cubicBezTo>
                <a:cubicBezTo>
                  <a:pt x="830061" y="465833"/>
                  <a:pt x="815220" y="450992"/>
                  <a:pt x="796912" y="450992"/>
                </a:cubicBezTo>
                <a:cubicBezTo>
                  <a:pt x="778604" y="450992"/>
                  <a:pt x="763763" y="465833"/>
                  <a:pt x="763763" y="484141"/>
                </a:cubicBezTo>
                <a:moveTo>
                  <a:pt x="891057" y="372298"/>
                </a:moveTo>
                <a:cubicBezTo>
                  <a:pt x="891057" y="390606"/>
                  <a:pt x="905898" y="405448"/>
                  <a:pt x="924206" y="405448"/>
                </a:cubicBezTo>
                <a:cubicBezTo>
                  <a:pt x="942514" y="405448"/>
                  <a:pt x="957356" y="390606"/>
                  <a:pt x="957356" y="372298"/>
                </a:cubicBezTo>
                <a:cubicBezTo>
                  <a:pt x="957356" y="353990"/>
                  <a:pt x="942514" y="339149"/>
                  <a:pt x="924206" y="339149"/>
                </a:cubicBezTo>
                <a:cubicBezTo>
                  <a:pt x="905898" y="339149"/>
                  <a:pt x="891057" y="353990"/>
                  <a:pt x="891057" y="372298"/>
                </a:cubicBezTo>
                <a:moveTo>
                  <a:pt x="1018350" y="384867"/>
                </a:moveTo>
                <a:cubicBezTo>
                  <a:pt x="1018350" y="403175"/>
                  <a:pt x="1033192" y="418017"/>
                  <a:pt x="1051500" y="418017"/>
                </a:cubicBezTo>
                <a:cubicBezTo>
                  <a:pt x="1069808" y="418017"/>
                  <a:pt x="1084649" y="403175"/>
                  <a:pt x="1084649" y="384867"/>
                </a:cubicBezTo>
                <a:cubicBezTo>
                  <a:pt x="1084649" y="366559"/>
                  <a:pt x="1069808" y="351718"/>
                  <a:pt x="1051500" y="351718"/>
                </a:cubicBezTo>
                <a:cubicBezTo>
                  <a:pt x="1033192" y="351718"/>
                  <a:pt x="1018350" y="366559"/>
                  <a:pt x="1018350" y="384867"/>
                </a:cubicBezTo>
                <a:moveTo>
                  <a:pt x="1145644" y="337551"/>
                </a:moveTo>
                <a:cubicBezTo>
                  <a:pt x="1145644" y="355859"/>
                  <a:pt x="1160486" y="370701"/>
                  <a:pt x="1178793" y="370701"/>
                </a:cubicBezTo>
                <a:cubicBezTo>
                  <a:pt x="1197101" y="370701"/>
                  <a:pt x="1211943" y="355859"/>
                  <a:pt x="1211943" y="337551"/>
                </a:cubicBezTo>
                <a:cubicBezTo>
                  <a:pt x="1211943" y="319243"/>
                  <a:pt x="1197101" y="304402"/>
                  <a:pt x="1178793" y="304402"/>
                </a:cubicBezTo>
                <a:cubicBezTo>
                  <a:pt x="1160486" y="304402"/>
                  <a:pt x="1145644" y="319243"/>
                  <a:pt x="1145644" y="337551"/>
                </a:cubicBezTo>
                <a:moveTo>
                  <a:pt x="1272938" y="346615"/>
                </a:moveTo>
                <a:cubicBezTo>
                  <a:pt x="1272938" y="364923"/>
                  <a:pt x="1287780" y="379764"/>
                  <a:pt x="1306087" y="379764"/>
                </a:cubicBezTo>
                <a:cubicBezTo>
                  <a:pt x="1324395" y="379764"/>
                  <a:pt x="1339237" y="364923"/>
                  <a:pt x="1339237" y="346615"/>
                </a:cubicBezTo>
                <a:cubicBezTo>
                  <a:pt x="1339237" y="328307"/>
                  <a:pt x="1324395" y="313465"/>
                  <a:pt x="1306087" y="313465"/>
                </a:cubicBezTo>
                <a:cubicBezTo>
                  <a:pt x="1287780" y="313465"/>
                  <a:pt x="1272938" y="328307"/>
                  <a:pt x="1272938" y="346615"/>
                </a:cubicBezTo>
                <a:moveTo>
                  <a:pt x="1400232" y="320305"/>
                </a:moveTo>
                <a:cubicBezTo>
                  <a:pt x="1400232" y="338613"/>
                  <a:pt x="1415073" y="353455"/>
                  <a:pt x="1433381" y="353455"/>
                </a:cubicBezTo>
                <a:cubicBezTo>
                  <a:pt x="1451689" y="353455"/>
                  <a:pt x="1466531" y="338613"/>
                  <a:pt x="1466531" y="320305"/>
                </a:cubicBezTo>
                <a:cubicBezTo>
                  <a:pt x="1466531" y="301997"/>
                  <a:pt x="1451689" y="287156"/>
                  <a:pt x="1433381" y="287156"/>
                </a:cubicBezTo>
                <a:cubicBezTo>
                  <a:pt x="1415073" y="287156"/>
                  <a:pt x="1400232" y="301997"/>
                  <a:pt x="1400232" y="320305"/>
                </a:cubicBezTo>
                <a:moveTo>
                  <a:pt x="1527526" y="299384"/>
                </a:moveTo>
                <a:cubicBezTo>
                  <a:pt x="1527526" y="317692"/>
                  <a:pt x="1542367" y="332533"/>
                  <a:pt x="1560675" y="332533"/>
                </a:cubicBezTo>
                <a:cubicBezTo>
                  <a:pt x="1578983" y="332533"/>
                  <a:pt x="1593825" y="317692"/>
                  <a:pt x="1593825" y="299384"/>
                </a:cubicBezTo>
                <a:cubicBezTo>
                  <a:pt x="1593825" y="281076"/>
                  <a:pt x="1578983" y="266234"/>
                  <a:pt x="1560675" y="266234"/>
                </a:cubicBezTo>
                <a:cubicBezTo>
                  <a:pt x="1542367" y="266234"/>
                  <a:pt x="1527526" y="281076"/>
                  <a:pt x="1527526" y="299384"/>
                </a:cubicBezTo>
                <a:moveTo>
                  <a:pt x="1654819" y="378822"/>
                </a:moveTo>
                <a:cubicBezTo>
                  <a:pt x="1654819" y="397130"/>
                  <a:pt x="1669661" y="411971"/>
                  <a:pt x="1687969" y="411971"/>
                </a:cubicBezTo>
                <a:cubicBezTo>
                  <a:pt x="1706276" y="411971"/>
                  <a:pt x="1721118" y="397130"/>
                  <a:pt x="1721118" y="378822"/>
                </a:cubicBezTo>
                <a:cubicBezTo>
                  <a:pt x="1721118" y="360514"/>
                  <a:pt x="1706276" y="345673"/>
                  <a:pt x="1687969" y="345673"/>
                </a:cubicBezTo>
                <a:cubicBezTo>
                  <a:pt x="1669661" y="345673"/>
                  <a:pt x="1654819" y="360514"/>
                  <a:pt x="1654819" y="378822"/>
                </a:cubicBezTo>
                <a:moveTo>
                  <a:pt x="1782113" y="474455"/>
                </a:moveTo>
                <a:cubicBezTo>
                  <a:pt x="1782113" y="492763"/>
                  <a:pt x="1796955" y="507605"/>
                  <a:pt x="1815263" y="507605"/>
                </a:cubicBezTo>
                <a:cubicBezTo>
                  <a:pt x="1833571" y="507605"/>
                  <a:pt x="1848412" y="492763"/>
                  <a:pt x="1848412" y="474455"/>
                </a:cubicBezTo>
                <a:cubicBezTo>
                  <a:pt x="1848412" y="456147"/>
                  <a:pt x="1833571" y="441306"/>
                  <a:pt x="1815263" y="441306"/>
                </a:cubicBezTo>
                <a:cubicBezTo>
                  <a:pt x="1796955" y="441306"/>
                  <a:pt x="1782113" y="456147"/>
                  <a:pt x="1782113" y="474455"/>
                </a:cubicBezTo>
                <a:moveTo>
                  <a:pt x="1909407" y="471478"/>
                </a:moveTo>
                <a:cubicBezTo>
                  <a:pt x="1909407" y="489786"/>
                  <a:pt x="1924249" y="504628"/>
                  <a:pt x="1942557" y="504628"/>
                </a:cubicBezTo>
                <a:cubicBezTo>
                  <a:pt x="1960865" y="504628"/>
                  <a:pt x="1975706" y="489786"/>
                  <a:pt x="1975706" y="471478"/>
                </a:cubicBezTo>
                <a:cubicBezTo>
                  <a:pt x="1975706" y="453171"/>
                  <a:pt x="1960865" y="438329"/>
                  <a:pt x="1942557" y="438329"/>
                </a:cubicBezTo>
                <a:cubicBezTo>
                  <a:pt x="1924249" y="438329"/>
                  <a:pt x="1909407" y="453171"/>
                  <a:pt x="1909407" y="471478"/>
                </a:cubicBezTo>
                <a:moveTo>
                  <a:pt x="2036701" y="470413"/>
                </a:moveTo>
                <a:cubicBezTo>
                  <a:pt x="2036701" y="488721"/>
                  <a:pt x="2051543" y="503562"/>
                  <a:pt x="2069850" y="503562"/>
                </a:cubicBezTo>
                <a:cubicBezTo>
                  <a:pt x="2088159" y="503562"/>
                  <a:pt x="2103000" y="488721"/>
                  <a:pt x="2103000" y="470413"/>
                </a:cubicBezTo>
                <a:cubicBezTo>
                  <a:pt x="2103000" y="452105"/>
                  <a:pt x="2088159" y="437264"/>
                  <a:pt x="2069850" y="437264"/>
                </a:cubicBezTo>
                <a:cubicBezTo>
                  <a:pt x="2051543" y="437264"/>
                  <a:pt x="2036701" y="452105"/>
                  <a:pt x="2036701" y="470413"/>
                </a:cubicBezTo>
                <a:moveTo>
                  <a:pt x="2163995" y="471020"/>
                </a:moveTo>
                <a:cubicBezTo>
                  <a:pt x="2163995" y="489328"/>
                  <a:pt x="2178836" y="504170"/>
                  <a:pt x="2197144" y="504170"/>
                </a:cubicBezTo>
                <a:cubicBezTo>
                  <a:pt x="2215452" y="504170"/>
                  <a:pt x="2230294" y="489328"/>
                  <a:pt x="2230294" y="471020"/>
                </a:cubicBezTo>
                <a:cubicBezTo>
                  <a:pt x="2230294" y="452712"/>
                  <a:pt x="2215452" y="437871"/>
                  <a:pt x="2197144" y="437871"/>
                </a:cubicBezTo>
                <a:cubicBezTo>
                  <a:pt x="2178836" y="437871"/>
                  <a:pt x="2163995" y="452712"/>
                  <a:pt x="2163995" y="471020"/>
                </a:cubicBezTo>
                <a:moveTo>
                  <a:pt x="2291289" y="613140"/>
                </a:moveTo>
                <a:cubicBezTo>
                  <a:pt x="2291289" y="631448"/>
                  <a:pt x="2306130" y="646290"/>
                  <a:pt x="2324438" y="646290"/>
                </a:cubicBezTo>
                <a:cubicBezTo>
                  <a:pt x="2342746" y="646290"/>
                  <a:pt x="2357587" y="631448"/>
                  <a:pt x="2357587" y="613140"/>
                </a:cubicBezTo>
                <a:cubicBezTo>
                  <a:pt x="2357587" y="594832"/>
                  <a:pt x="2342746" y="579991"/>
                  <a:pt x="2324438" y="579991"/>
                </a:cubicBezTo>
                <a:cubicBezTo>
                  <a:pt x="2306130" y="579991"/>
                  <a:pt x="2291289" y="594832"/>
                  <a:pt x="2291289" y="613140"/>
                </a:cubicBezTo>
                <a:moveTo>
                  <a:pt x="2418582" y="607983"/>
                </a:moveTo>
                <a:cubicBezTo>
                  <a:pt x="2418582" y="626291"/>
                  <a:pt x="2433424" y="641133"/>
                  <a:pt x="2451732" y="641133"/>
                </a:cubicBezTo>
                <a:cubicBezTo>
                  <a:pt x="2470040" y="641133"/>
                  <a:pt x="2484881" y="626291"/>
                  <a:pt x="2484881" y="607983"/>
                </a:cubicBezTo>
                <a:cubicBezTo>
                  <a:pt x="2484881" y="589676"/>
                  <a:pt x="2470040" y="574834"/>
                  <a:pt x="2451732" y="574834"/>
                </a:cubicBezTo>
                <a:cubicBezTo>
                  <a:pt x="2433424" y="574834"/>
                  <a:pt x="2418582" y="589676"/>
                  <a:pt x="2418582" y="607983"/>
                </a:cubicBezTo>
                <a:moveTo>
                  <a:pt x="2545876" y="608257"/>
                </a:moveTo>
                <a:cubicBezTo>
                  <a:pt x="2545876" y="626565"/>
                  <a:pt x="2560718" y="641406"/>
                  <a:pt x="2579026" y="641406"/>
                </a:cubicBezTo>
                <a:cubicBezTo>
                  <a:pt x="2597334" y="641406"/>
                  <a:pt x="2612175" y="626565"/>
                  <a:pt x="2612175" y="608257"/>
                </a:cubicBezTo>
                <a:cubicBezTo>
                  <a:pt x="2612175" y="589949"/>
                  <a:pt x="2597334" y="575107"/>
                  <a:pt x="2579026" y="575107"/>
                </a:cubicBezTo>
                <a:cubicBezTo>
                  <a:pt x="2560718" y="575107"/>
                  <a:pt x="2545876" y="589949"/>
                  <a:pt x="2545876" y="608257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2"/>
                  <a:pt x="2724628" y="0"/>
                  <a:pt x="2706319" y="0"/>
                </a:cubicBezTo>
                <a:cubicBezTo>
                  <a:pt x="2688012" y="0"/>
                  <a:pt x="2673170" y="14842"/>
                  <a:pt x="2673170" y="33149"/>
                </a:cubicBezTo>
                <a:moveTo>
                  <a:pt x="2800464" y="615388"/>
                </a:moveTo>
                <a:cubicBezTo>
                  <a:pt x="2800464" y="633696"/>
                  <a:pt x="2815306" y="648538"/>
                  <a:pt x="2833613" y="648538"/>
                </a:cubicBezTo>
                <a:cubicBezTo>
                  <a:pt x="2851922" y="648538"/>
                  <a:pt x="2866763" y="633696"/>
                  <a:pt x="2866763" y="615388"/>
                </a:cubicBezTo>
                <a:cubicBezTo>
                  <a:pt x="2866763" y="597080"/>
                  <a:pt x="2851922" y="582239"/>
                  <a:pt x="2833613" y="582239"/>
                </a:cubicBezTo>
                <a:cubicBezTo>
                  <a:pt x="2815306" y="582239"/>
                  <a:pt x="2800464" y="597080"/>
                  <a:pt x="2800464" y="615388"/>
                </a:cubicBezTo>
                <a:close/>
              </a:path>
            </a:pathLst>
          </a:custGeom>
          <a:solidFill xmlns:a="http://schemas.openxmlformats.org/drawingml/2006/main">
            <a:srgbClr val="38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B66484-95E4-48AB-AE74-969118D1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3386622"/>
            <a:ext cx="2800464" cy="991543"/>
          </a:xfrm>
          <a:custGeom xmlns:a="http://schemas.openxmlformats.org/drawingml/2006/main">
            <a:pathLst>
              <a:path w="2800464" h="991543" fill="none">
                <a:moveTo>
                  <a:pt x="0" y="874366"/>
                </a:moveTo>
                <a:lnTo>
                  <a:pt x="127294" y="663566"/>
                </a:lnTo>
                <a:lnTo>
                  <a:pt x="254588" y="845699"/>
                </a:lnTo>
                <a:lnTo>
                  <a:pt x="381881" y="500802"/>
                </a:lnTo>
                <a:lnTo>
                  <a:pt x="509175" y="563952"/>
                </a:lnTo>
                <a:lnTo>
                  <a:pt x="636469" y="494711"/>
                </a:lnTo>
                <a:lnTo>
                  <a:pt x="763763" y="565695"/>
                </a:lnTo>
                <a:lnTo>
                  <a:pt x="891057" y="495677"/>
                </a:lnTo>
                <a:lnTo>
                  <a:pt x="1018351" y="526287"/>
                </a:lnTo>
                <a:lnTo>
                  <a:pt x="1145644" y="544998"/>
                </a:lnTo>
                <a:lnTo>
                  <a:pt x="1272938" y="546928"/>
                </a:lnTo>
                <a:lnTo>
                  <a:pt x="1400232" y="388675"/>
                </a:lnTo>
                <a:lnTo>
                  <a:pt x="1527526" y="352131"/>
                </a:lnTo>
                <a:lnTo>
                  <a:pt x="1654820" y="461490"/>
                </a:lnTo>
                <a:lnTo>
                  <a:pt x="1782114" y="586694"/>
                </a:lnTo>
                <a:lnTo>
                  <a:pt x="1909407" y="584438"/>
                </a:lnTo>
                <a:lnTo>
                  <a:pt x="2036701" y="591663"/>
                </a:lnTo>
                <a:lnTo>
                  <a:pt x="2163995" y="588041"/>
                </a:lnTo>
                <a:lnTo>
                  <a:pt x="2291289" y="970043"/>
                </a:lnTo>
                <a:lnTo>
                  <a:pt x="2418583" y="970063"/>
                </a:lnTo>
                <a:lnTo>
                  <a:pt x="2545876" y="968903"/>
                </a:lnTo>
                <a:lnTo>
                  <a:pt x="2673170" y="0"/>
                </a:lnTo>
                <a:lnTo>
                  <a:pt x="2800464" y="991543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383838"/>
            </a:solidFill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3F18B4-C9CB-49FC-A9A9-BBBBF9CF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3353473"/>
            <a:ext cx="2866763" cy="1057842"/>
          </a:xfrm>
          <a:custGeom xmlns:a="http://schemas.openxmlformats.org/drawingml/2006/main">
            <a:pathLst>
              <a:path w="2866763" h="1057842">
                <a:moveTo>
                  <a:pt x="0" y="907516"/>
                </a:moveTo>
                <a:cubicBezTo>
                  <a:pt x="0" y="925824"/>
                  <a:pt x="14841" y="940665"/>
                  <a:pt x="33149" y="940665"/>
                </a:cubicBezTo>
                <a:cubicBezTo>
                  <a:pt x="51457" y="940665"/>
                  <a:pt x="66299" y="925824"/>
                  <a:pt x="66299" y="907516"/>
                </a:cubicBezTo>
                <a:cubicBezTo>
                  <a:pt x="66299" y="889208"/>
                  <a:pt x="51457" y="874366"/>
                  <a:pt x="33149" y="874366"/>
                </a:cubicBezTo>
                <a:cubicBezTo>
                  <a:pt x="14841" y="874366"/>
                  <a:pt x="0" y="889208"/>
                  <a:pt x="0" y="907516"/>
                </a:cubicBezTo>
                <a:moveTo>
                  <a:pt x="127294" y="696716"/>
                </a:moveTo>
                <a:cubicBezTo>
                  <a:pt x="127294" y="715024"/>
                  <a:pt x="142135" y="729865"/>
                  <a:pt x="160443" y="729865"/>
                </a:cubicBezTo>
                <a:cubicBezTo>
                  <a:pt x="178751" y="729865"/>
                  <a:pt x="193593" y="715024"/>
                  <a:pt x="193593" y="696716"/>
                </a:cubicBezTo>
                <a:cubicBezTo>
                  <a:pt x="193593" y="678408"/>
                  <a:pt x="178751" y="663566"/>
                  <a:pt x="160443" y="663566"/>
                </a:cubicBezTo>
                <a:cubicBezTo>
                  <a:pt x="142135" y="663566"/>
                  <a:pt x="127294" y="678408"/>
                  <a:pt x="127294" y="696716"/>
                </a:cubicBezTo>
                <a:moveTo>
                  <a:pt x="254588" y="878848"/>
                </a:moveTo>
                <a:cubicBezTo>
                  <a:pt x="254588" y="897156"/>
                  <a:pt x="269429" y="911998"/>
                  <a:pt x="287737" y="911998"/>
                </a:cubicBezTo>
                <a:cubicBezTo>
                  <a:pt x="306045" y="911998"/>
                  <a:pt x="320886" y="897156"/>
                  <a:pt x="320886" y="878848"/>
                </a:cubicBezTo>
                <a:cubicBezTo>
                  <a:pt x="320886" y="860540"/>
                  <a:pt x="306045" y="845699"/>
                  <a:pt x="287737" y="845699"/>
                </a:cubicBezTo>
                <a:cubicBezTo>
                  <a:pt x="269429" y="845699"/>
                  <a:pt x="254588" y="860540"/>
                  <a:pt x="254588" y="878848"/>
                </a:cubicBezTo>
                <a:moveTo>
                  <a:pt x="381881" y="533952"/>
                </a:moveTo>
                <a:cubicBezTo>
                  <a:pt x="381881" y="552260"/>
                  <a:pt x="396723" y="567101"/>
                  <a:pt x="415031" y="567101"/>
                </a:cubicBezTo>
                <a:cubicBezTo>
                  <a:pt x="433339" y="567101"/>
                  <a:pt x="448180" y="552260"/>
                  <a:pt x="448180" y="533952"/>
                </a:cubicBezTo>
                <a:cubicBezTo>
                  <a:pt x="448180" y="515644"/>
                  <a:pt x="433339" y="500802"/>
                  <a:pt x="415031" y="500802"/>
                </a:cubicBezTo>
                <a:cubicBezTo>
                  <a:pt x="396723" y="500802"/>
                  <a:pt x="381881" y="515644"/>
                  <a:pt x="381881" y="533952"/>
                </a:cubicBezTo>
                <a:moveTo>
                  <a:pt x="509175" y="597101"/>
                </a:moveTo>
                <a:cubicBezTo>
                  <a:pt x="509175" y="615409"/>
                  <a:pt x="524017" y="630250"/>
                  <a:pt x="542325" y="630250"/>
                </a:cubicBezTo>
                <a:cubicBezTo>
                  <a:pt x="560633" y="630250"/>
                  <a:pt x="575474" y="615409"/>
                  <a:pt x="575474" y="597101"/>
                </a:cubicBezTo>
                <a:cubicBezTo>
                  <a:pt x="575474" y="578793"/>
                  <a:pt x="560633" y="563952"/>
                  <a:pt x="542325" y="563952"/>
                </a:cubicBezTo>
                <a:cubicBezTo>
                  <a:pt x="524017" y="563952"/>
                  <a:pt x="509175" y="578793"/>
                  <a:pt x="509175" y="597101"/>
                </a:cubicBezTo>
                <a:moveTo>
                  <a:pt x="636469" y="527861"/>
                </a:moveTo>
                <a:cubicBezTo>
                  <a:pt x="636469" y="546168"/>
                  <a:pt x="651311" y="561010"/>
                  <a:pt x="669619" y="561010"/>
                </a:cubicBezTo>
                <a:cubicBezTo>
                  <a:pt x="687926" y="561010"/>
                  <a:pt x="702768" y="546168"/>
                  <a:pt x="702768" y="527861"/>
                </a:cubicBezTo>
                <a:cubicBezTo>
                  <a:pt x="702768" y="509553"/>
                  <a:pt x="687926" y="494711"/>
                  <a:pt x="669619" y="494711"/>
                </a:cubicBezTo>
                <a:cubicBezTo>
                  <a:pt x="651311" y="494711"/>
                  <a:pt x="636469" y="509553"/>
                  <a:pt x="636469" y="527861"/>
                </a:cubicBezTo>
                <a:moveTo>
                  <a:pt x="763763" y="598844"/>
                </a:moveTo>
                <a:cubicBezTo>
                  <a:pt x="763763" y="617152"/>
                  <a:pt x="778605" y="631994"/>
                  <a:pt x="796912" y="631994"/>
                </a:cubicBezTo>
                <a:cubicBezTo>
                  <a:pt x="815220" y="631994"/>
                  <a:pt x="830062" y="617152"/>
                  <a:pt x="830062" y="598844"/>
                </a:cubicBezTo>
                <a:cubicBezTo>
                  <a:pt x="830062" y="580536"/>
                  <a:pt x="815220" y="565695"/>
                  <a:pt x="796912" y="565695"/>
                </a:cubicBezTo>
                <a:cubicBezTo>
                  <a:pt x="778605" y="565695"/>
                  <a:pt x="763763" y="580536"/>
                  <a:pt x="763763" y="598844"/>
                </a:cubicBezTo>
                <a:moveTo>
                  <a:pt x="891057" y="528826"/>
                </a:moveTo>
                <a:cubicBezTo>
                  <a:pt x="891057" y="547134"/>
                  <a:pt x="905898" y="561976"/>
                  <a:pt x="924206" y="561976"/>
                </a:cubicBezTo>
                <a:cubicBezTo>
                  <a:pt x="942514" y="561976"/>
                  <a:pt x="957356" y="547134"/>
                  <a:pt x="957356" y="528826"/>
                </a:cubicBezTo>
                <a:cubicBezTo>
                  <a:pt x="957356" y="510518"/>
                  <a:pt x="942514" y="495677"/>
                  <a:pt x="924206" y="495677"/>
                </a:cubicBezTo>
                <a:cubicBezTo>
                  <a:pt x="905898" y="495677"/>
                  <a:pt x="891057" y="510518"/>
                  <a:pt x="891057" y="528826"/>
                </a:cubicBezTo>
                <a:moveTo>
                  <a:pt x="1018351" y="559437"/>
                </a:moveTo>
                <a:cubicBezTo>
                  <a:pt x="1018351" y="577745"/>
                  <a:pt x="1033192" y="592586"/>
                  <a:pt x="1051500" y="592586"/>
                </a:cubicBezTo>
                <a:cubicBezTo>
                  <a:pt x="1069808" y="592586"/>
                  <a:pt x="1084650" y="577745"/>
                  <a:pt x="1084650" y="559437"/>
                </a:cubicBezTo>
                <a:cubicBezTo>
                  <a:pt x="1084650" y="541129"/>
                  <a:pt x="1069808" y="526287"/>
                  <a:pt x="1051500" y="526287"/>
                </a:cubicBezTo>
                <a:cubicBezTo>
                  <a:pt x="1033192" y="526287"/>
                  <a:pt x="1018351" y="541129"/>
                  <a:pt x="1018351" y="559437"/>
                </a:cubicBezTo>
                <a:moveTo>
                  <a:pt x="1145644" y="578147"/>
                </a:moveTo>
                <a:cubicBezTo>
                  <a:pt x="1145644" y="596455"/>
                  <a:pt x="1160486" y="611296"/>
                  <a:pt x="1178794" y="611296"/>
                </a:cubicBezTo>
                <a:cubicBezTo>
                  <a:pt x="1197102" y="611296"/>
                  <a:pt x="1211943" y="596455"/>
                  <a:pt x="1211943" y="578147"/>
                </a:cubicBezTo>
                <a:cubicBezTo>
                  <a:pt x="1211943" y="559839"/>
                  <a:pt x="1197102" y="544998"/>
                  <a:pt x="1178794" y="544998"/>
                </a:cubicBezTo>
                <a:cubicBezTo>
                  <a:pt x="1160486" y="544998"/>
                  <a:pt x="1145644" y="559839"/>
                  <a:pt x="1145644" y="578147"/>
                </a:cubicBezTo>
                <a:moveTo>
                  <a:pt x="1272938" y="580078"/>
                </a:moveTo>
                <a:cubicBezTo>
                  <a:pt x="1272938" y="598386"/>
                  <a:pt x="1287780" y="613227"/>
                  <a:pt x="1306088" y="613227"/>
                </a:cubicBezTo>
                <a:cubicBezTo>
                  <a:pt x="1324395" y="613227"/>
                  <a:pt x="1339237" y="598386"/>
                  <a:pt x="1339237" y="580078"/>
                </a:cubicBezTo>
                <a:cubicBezTo>
                  <a:pt x="1339237" y="561770"/>
                  <a:pt x="1324395" y="546928"/>
                  <a:pt x="1306088" y="546928"/>
                </a:cubicBezTo>
                <a:cubicBezTo>
                  <a:pt x="1287780" y="546928"/>
                  <a:pt x="1272938" y="561770"/>
                  <a:pt x="1272938" y="580078"/>
                </a:cubicBezTo>
                <a:moveTo>
                  <a:pt x="1400232" y="421824"/>
                </a:moveTo>
                <a:cubicBezTo>
                  <a:pt x="1400232" y="440132"/>
                  <a:pt x="1415074" y="454974"/>
                  <a:pt x="1433381" y="454974"/>
                </a:cubicBezTo>
                <a:cubicBezTo>
                  <a:pt x="1451689" y="454974"/>
                  <a:pt x="1466531" y="440132"/>
                  <a:pt x="1466531" y="421824"/>
                </a:cubicBezTo>
                <a:cubicBezTo>
                  <a:pt x="1466531" y="403517"/>
                  <a:pt x="1451689" y="388675"/>
                  <a:pt x="1433381" y="388675"/>
                </a:cubicBezTo>
                <a:cubicBezTo>
                  <a:pt x="1415074" y="388675"/>
                  <a:pt x="1400232" y="403517"/>
                  <a:pt x="1400232" y="421824"/>
                </a:cubicBezTo>
                <a:moveTo>
                  <a:pt x="1527526" y="385280"/>
                </a:moveTo>
                <a:cubicBezTo>
                  <a:pt x="1527526" y="403588"/>
                  <a:pt x="1542367" y="418430"/>
                  <a:pt x="1560675" y="418430"/>
                </a:cubicBezTo>
                <a:cubicBezTo>
                  <a:pt x="1578983" y="418430"/>
                  <a:pt x="1593825" y="403588"/>
                  <a:pt x="1593825" y="385280"/>
                </a:cubicBezTo>
                <a:cubicBezTo>
                  <a:pt x="1593825" y="366972"/>
                  <a:pt x="1578983" y="352131"/>
                  <a:pt x="1560675" y="352131"/>
                </a:cubicBezTo>
                <a:cubicBezTo>
                  <a:pt x="1542367" y="352131"/>
                  <a:pt x="1527526" y="366972"/>
                  <a:pt x="1527526" y="385280"/>
                </a:cubicBezTo>
                <a:moveTo>
                  <a:pt x="1654820" y="494640"/>
                </a:moveTo>
                <a:cubicBezTo>
                  <a:pt x="1654820" y="512948"/>
                  <a:pt x="1669661" y="527789"/>
                  <a:pt x="1687969" y="527789"/>
                </a:cubicBezTo>
                <a:cubicBezTo>
                  <a:pt x="1706277" y="527789"/>
                  <a:pt x="1721119" y="512948"/>
                  <a:pt x="1721119" y="494640"/>
                </a:cubicBezTo>
                <a:cubicBezTo>
                  <a:pt x="1721119" y="476332"/>
                  <a:pt x="1706277" y="461490"/>
                  <a:pt x="1687969" y="461490"/>
                </a:cubicBezTo>
                <a:cubicBezTo>
                  <a:pt x="1669661" y="461490"/>
                  <a:pt x="1654820" y="476332"/>
                  <a:pt x="1654820" y="494640"/>
                </a:cubicBezTo>
                <a:moveTo>
                  <a:pt x="1782114" y="619844"/>
                </a:moveTo>
                <a:cubicBezTo>
                  <a:pt x="1782114" y="638152"/>
                  <a:pt x="1796955" y="652993"/>
                  <a:pt x="1815263" y="652993"/>
                </a:cubicBezTo>
                <a:cubicBezTo>
                  <a:pt x="1833571" y="652993"/>
                  <a:pt x="1848412" y="638152"/>
                  <a:pt x="1848412" y="619844"/>
                </a:cubicBezTo>
                <a:cubicBezTo>
                  <a:pt x="1848412" y="601536"/>
                  <a:pt x="1833571" y="586694"/>
                  <a:pt x="1815263" y="586694"/>
                </a:cubicBezTo>
                <a:cubicBezTo>
                  <a:pt x="1796955" y="586694"/>
                  <a:pt x="1782114" y="601536"/>
                  <a:pt x="1782114" y="619844"/>
                </a:cubicBezTo>
                <a:moveTo>
                  <a:pt x="1909407" y="617587"/>
                </a:moveTo>
                <a:cubicBezTo>
                  <a:pt x="1909407" y="635895"/>
                  <a:pt x="1924249" y="650737"/>
                  <a:pt x="1942557" y="650737"/>
                </a:cubicBezTo>
                <a:cubicBezTo>
                  <a:pt x="1960865" y="650737"/>
                  <a:pt x="1975706" y="635895"/>
                  <a:pt x="1975706" y="617587"/>
                </a:cubicBezTo>
                <a:cubicBezTo>
                  <a:pt x="1975706" y="599279"/>
                  <a:pt x="1960865" y="584438"/>
                  <a:pt x="1942557" y="584438"/>
                </a:cubicBezTo>
                <a:cubicBezTo>
                  <a:pt x="1924249" y="584438"/>
                  <a:pt x="1909407" y="599279"/>
                  <a:pt x="1909407" y="617587"/>
                </a:cubicBezTo>
                <a:moveTo>
                  <a:pt x="2036701" y="624813"/>
                </a:moveTo>
                <a:cubicBezTo>
                  <a:pt x="2036701" y="643121"/>
                  <a:pt x="2051543" y="657962"/>
                  <a:pt x="2069851" y="657962"/>
                </a:cubicBezTo>
                <a:cubicBezTo>
                  <a:pt x="2088159" y="657962"/>
                  <a:pt x="2103000" y="643121"/>
                  <a:pt x="2103000" y="624813"/>
                </a:cubicBezTo>
                <a:cubicBezTo>
                  <a:pt x="2103000" y="606505"/>
                  <a:pt x="2088159" y="591663"/>
                  <a:pt x="2069851" y="591663"/>
                </a:cubicBezTo>
                <a:cubicBezTo>
                  <a:pt x="2051543" y="591663"/>
                  <a:pt x="2036701" y="606505"/>
                  <a:pt x="2036701" y="624813"/>
                </a:cubicBezTo>
                <a:moveTo>
                  <a:pt x="2163995" y="621190"/>
                </a:moveTo>
                <a:cubicBezTo>
                  <a:pt x="2163995" y="639498"/>
                  <a:pt x="2178837" y="654340"/>
                  <a:pt x="2197144" y="654340"/>
                </a:cubicBezTo>
                <a:cubicBezTo>
                  <a:pt x="2215452" y="654340"/>
                  <a:pt x="2230294" y="639498"/>
                  <a:pt x="2230294" y="621190"/>
                </a:cubicBezTo>
                <a:cubicBezTo>
                  <a:pt x="2230294" y="602882"/>
                  <a:pt x="2215452" y="588041"/>
                  <a:pt x="2197144" y="588041"/>
                </a:cubicBezTo>
                <a:cubicBezTo>
                  <a:pt x="2178837" y="588041"/>
                  <a:pt x="2163995" y="602882"/>
                  <a:pt x="2163995" y="621190"/>
                </a:cubicBezTo>
                <a:moveTo>
                  <a:pt x="2291289" y="1003193"/>
                </a:moveTo>
                <a:cubicBezTo>
                  <a:pt x="2291289" y="1021501"/>
                  <a:pt x="2306130" y="1036342"/>
                  <a:pt x="2324438" y="1036342"/>
                </a:cubicBezTo>
                <a:cubicBezTo>
                  <a:pt x="2342746" y="1036342"/>
                  <a:pt x="2357588" y="1021501"/>
                  <a:pt x="2357588" y="1003193"/>
                </a:cubicBezTo>
                <a:cubicBezTo>
                  <a:pt x="2357588" y="984885"/>
                  <a:pt x="2342746" y="970043"/>
                  <a:pt x="2324438" y="970043"/>
                </a:cubicBezTo>
                <a:cubicBezTo>
                  <a:pt x="2306130" y="970043"/>
                  <a:pt x="2291289" y="984885"/>
                  <a:pt x="2291289" y="1003193"/>
                </a:cubicBezTo>
                <a:moveTo>
                  <a:pt x="2418583" y="1003212"/>
                </a:moveTo>
                <a:cubicBezTo>
                  <a:pt x="2418583" y="1021520"/>
                  <a:pt x="2433424" y="1036362"/>
                  <a:pt x="2451732" y="1036362"/>
                </a:cubicBezTo>
                <a:cubicBezTo>
                  <a:pt x="2470040" y="1036362"/>
                  <a:pt x="2484881" y="1021520"/>
                  <a:pt x="2484881" y="1003212"/>
                </a:cubicBezTo>
                <a:cubicBezTo>
                  <a:pt x="2484881" y="984905"/>
                  <a:pt x="2470040" y="970063"/>
                  <a:pt x="2451732" y="970063"/>
                </a:cubicBezTo>
                <a:cubicBezTo>
                  <a:pt x="2433424" y="970063"/>
                  <a:pt x="2418583" y="984905"/>
                  <a:pt x="2418583" y="1003212"/>
                </a:cubicBezTo>
                <a:moveTo>
                  <a:pt x="2545876" y="1002052"/>
                </a:moveTo>
                <a:cubicBezTo>
                  <a:pt x="2545876" y="1020360"/>
                  <a:pt x="2560718" y="1035201"/>
                  <a:pt x="2579026" y="1035201"/>
                </a:cubicBezTo>
                <a:cubicBezTo>
                  <a:pt x="2597334" y="1035201"/>
                  <a:pt x="2612175" y="1020360"/>
                  <a:pt x="2612175" y="1002052"/>
                </a:cubicBezTo>
                <a:cubicBezTo>
                  <a:pt x="2612175" y="983744"/>
                  <a:pt x="2597334" y="968903"/>
                  <a:pt x="2579026" y="968903"/>
                </a:cubicBezTo>
                <a:cubicBezTo>
                  <a:pt x="2560718" y="968903"/>
                  <a:pt x="2545876" y="983744"/>
                  <a:pt x="2545876" y="1002052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024693"/>
                </a:moveTo>
                <a:cubicBezTo>
                  <a:pt x="2800464" y="1043001"/>
                  <a:pt x="2815306" y="1057842"/>
                  <a:pt x="2833614" y="1057842"/>
                </a:cubicBezTo>
                <a:cubicBezTo>
                  <a:pt x="2851921" y="1057842"/>
                  <a:pt x="2866763" y="1043001"/>
                  <a:pt x="2866763" y="1024693"/>
                </a:cubicBezTo>
                <a:cubicBezTo>
                  <a:pt x="2866763" y="1006385"/>
                  <a:pt x="2851921" y="991543"/>
                  <a:pt x="2833614" y="991543"/>
                </a:cubicBezTo>
                <a:cubicBezTo>
                  <a:pt x="2815306" y="991543"/>
                  <a:pt x="2800464" y="1006385"/>
                  <a:pt x="2800464" y="1024693"/>
                </a:cubicBezTo>
                <a:close/>
              </a:path>
            </a:pathLst>
          </a:custGeom>
          <a:solidFill xmlns:a="http://schemas.openxmlformats.org/drawingml/2006/main">
            <a:srgbClr val="38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C352FE-91D7-4952-8E4D-9512DF94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985449"/>
            <a:ext cx="2800464" cy="541867"/>
          </a:xfrm>
          <a:custGeom xmlns:a="http://schemas.openxmlformats.org/drawingml/2006/main">
            <a:pathLst>
              <a:path w="2800464" h="541867" fill="none">
                <a:moveTo>
                  <a:pt x="0" y="441630"/>
                </a:moveTo>
                <a:lnTo>
                  <a:pt x="127294" y="60423"/>
                </a:lnTo>
                <a:lnTo>
                  <a:pt x="254588" y="421945"/>
                </a:lnTo>
                <a:lnTo>
                  <a:pt x="381881" y="257697"/>
                </a:lnTo>
                <a:lnTo>
                  <a:pt x="509175" y="389314"/>
                </a:lnTo>
                <a:lnTo>
                  <a:pt x="636469" y="256157"/>
                </a:lnTo>
                <a:lnTo>
                  <a:pt x="763763" y="391479"/>
                </a:lnTo>
                <a:lnTo>
                  <a:pt x="891057" y="239379"/>
                </a:lnTo>
                <a:lnTo>
                  <a:pt x="1018350" y="301352"/>
                </a:lnTo>
                <a:lnTo>
                  <a:pt x="1145644" y="261252"/>
                </a:lnTo>
                <a:lnTo>
                  <a:pt x="1272938" y="270054"/>
                </a:lnTo>
                <a:lnTo>
                  <a:pt x="1400232" y="165511"/>
                </a:lnTo>
                <a:lnTo>
                  <a:pt x="1527526" y="142276"/>
                </a:lnTo>
                <a:lnTo>
                  <a:pt x="1654819" y="257266"/>
                </a:lnTo>
                <a:lnTo>
                  <a:pt x="1782113" y="387441"/>
                </a:lnTo>
                <a:lnTo>
                  <a:pt x="1909407" y="386763"/>
                </a:lnTo>
                <a:lnTo>
                  <a:pt x="2036701" y="383121"/>
                </a:lnTo>
                <a:lnTo>
                  <a:pt x="2163995" y="384794"/>
                </a:lnTo>
                <a:lnTo>
                  <a:pt x="2291289" y="534251"/>
                </a:lnTo>
                <a:lnTo>
                  <a:pt x="2418582" y="534458"/>
                </a:lnTo>
                <a:lnTo>
                  <a:pt x="2545876" y="531207"/>
                </a:lnTo>
                <a:lnTo>
                  <a:pt x="2673170" y="0"/>
                </a:lnTo>
                <a:lnTo>
                  <a:pt x="2800464" y="541867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383838"/>
            </a:solidFill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0691FC-5B7C-4306-AEB5-1EAA15D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952299"/>
            <a:ext cx="2866763" cy="608166"/>
          </a:xfrm>
          <a:custGeom xmlns:a="http://schemas.openxmlformats.org/drawingml/2006/main">
            <a:pathLst>
              <a:path w="2866763" h="608166">
                <a:moveTo>
                  <a:pt x="0" y="474779"/>
                </a:moveTo>
                <a:cubicBezTo>
                  <a:pt x="0" y="493087"/>
                  <a:pt x="14841" y="507928"/>
                  <a:pt x="33149" y="507928"/>
                </a:cubicBezTo>
                <a:cubicBezTo>
                  <a:pt x="51457" y="507928"/>
                  <a:pt x="66299" y="493087"/>
                  <a:pt x="66299" y="474779"/>
                </a:cubicBezTo>
                <a:cubicBezTo>
                  <a:pt x="66299" y="456471"/>
                  <a:pt x="51457" y="441630"/>
                  <a:pt x="33149" y="441630"/>
                </a:cubicBezTo>
                <a:cubicBezTo>
                  <a:pt x="14841" y="441630"/>
                  <a:pt x="0" y="456471"/>
                  <a:pt x="0" y="474779"/>
                </a:cubicBezTo>
                <a:moveTo>
                  <a:pt x="127294" y="93573"/>
                </a:moveTo>
                <a:cubicBezTo>
                  <a:pt x="127294" y="111880"/>
                  <a:pt x="142135" y="126722"/>
                  <a:pt x="160443" y="126722"/>
                </a:cubicBezTo>
                <a:cubicBezTo>
                  <a:pt x="178751" y="126722"/>
                  <a:pt x="193592" y="111880"/>
                  <a:pt x="193592" y="93573"/>
                </a:cubicBezTo>
                <a:cubicBezTo>
                  <a:pt x="193592" y="75265"/>
                  <a:pt x="178751" y="60423"/>
                  <a:pt x="160443" y="60423"/>
                </a:cubicBezTo>
                <a:cubicBezTo>
                  <a:pt x="142135" y="60423"/>
                  <a:pt x="127294" y="75265"/>
                  <a:pt x="127294" y="93573"/>
                </a:cubicBezTo>
                <a:moveTo>
                  <a:pt x="254588" y="455095"/>
                </a:moveTo>
                <a:cubicBezTo>
                  <a:pt x="254588" y="473403"/>
                  <a:pt x="269429" y="488244"/>
                  <a:pt x="287737" y="488244"/>
                </a:cubicBezTo>
                <a:cubicBezTo>
                  <a:pt x="306045" y="488244"/>
                  <a:pt x="320886" y="473403"/>
                  <a:pt x="320886" y="455095"/>
                </a:cubicBezTo>
                <a:cubicBezTo>
                  <a:pt x="320886" y="436787"/>
                  <a:pt x="306045" y="421945"/>
                  <a:pt x="287737" y="421945"/>
                </a:cubicBezTo>
                <a:cubicBezTo>
                  <a:pt x="269429" y="421945"/>
                  <a:pt x="254588" y="436787"/>
                  <a:pt x="254588" y="455095"/>
                </a:cubicBezTo>
                <a:moveTo>
                  <a:pt x="381881" y="290846"/>
                </a:moveTo>
                <a:cubicBezTo>
                  <a:pt x="381881" y="309154"/>
                  <a:pt x="396723" y="323995"/>
                  <a:pt x="415031" y="323995"/>
                </a:cubicBezTo>
                <a:cubicBezTo>
                  <a:pt x="433339" y="323995"/>
                  <a:pt x="448180" y="309154"/>
                  <a:pt x="448180" y="290846"/>
                </a:cubicBezTo>
                <a:cubicBezTo>
                  <a:pt x="448180" y="272538"/>
                  <a:pt x="433339" y="257697"/>
                  <a:pt x="415031" y="257697"/>
                </a:cubicBezTo>
                <a:cubicBezTo>
                  <a:pt x="396723" y="257697"/>
                  <a:pt x="381881" y="272538"/>
                  <a:pt x="381881" y="290846"/>
                </a:cubicBezTo>
                <a:moveTo>
                  <a:pt x="509175" y="422463"/>
                </a:moveTo>
                <a:cubicBezTo>
                  <a:pt x="509175" y="440771"/>
                  <a:pt x="524017" y="455612"/>
                  <a:pt x="542324" y="455612"/>
                </a:cubicBezTo>
                <a:cubicBezTo>
                  <a:pt x="560632" y="455612"/>
                  <a:pt x="575474" y="440771"/>
                  <a:pt x="575474" y="422463"/>
                </a:cubicBezTo>
                <a:cubicBezTo>
                  <a:pt x="575474" y="404155"/>
                  <a:pt x="560632" y="389314"/>
                  <a:pt x="542324" y="389314"/>
                </a:cubicBezTo>
                <a:cubicBezTo>
                  <a:pt x="524017" y="389314"/>
                  <a:pt x="509175" y="404155"/>
                  <a:pt x="509175" y="422463"/>
                </a:cubicBezTo>
                <a:moveTo>
                  <a:pt x="636469" y="289306"/>
                </a:moveTo>
                <a:cubicBezTo>
                  <a:pt x="636469" y="307614"/>
                  <a:pt x="651310" y="322456"/>
                  <a:pt x="669618" y="322456"/>
                </a:cubicBezTo>
                <a:cubicBezTo>
                  <a:pt x="687926" y="322456"/>
                  <a:pt x="702768" y="307614"/>
                  <a:pt x="702768" y="289306"/>
                </a:cubicBezTo>
                <a:cubicBezTo>
                  <a:pt x="702768" y="270999"/>
                  <a:pt x="687926" y="256157"/>
                  <a:pt x="669618" y="256157"/>
                </a:cubicBezTo>
                <a:cubicBezTo>
                  <a:pt x="651310" y="256157"/>
                  <a:pt x="636469" y="270999"/>
                  <a:pt x="636469" y="289306"/>
                </a:cubicBezTo>
                <a:moveTo>
                  <a:pt x="763763" y="424629"/>
                </a:moveTo>
                <a:cubicBezTo>
                  <a:pt x="763763" y="442937"/>
                  <a:pt x="778604" y="457778"/>
                  <a:pt x="796912" y="457778"/>
                </a:cubicBezTo>
                <a:cubicBezTo>
                  <a:pt x="815220" y="457778"/>
                  <a:pt x="830061" y="442937"/>
                  <a:pt x="830061" y="424629"/>
                </a:cubicBezTo>
                <a:cubicBezTo>
                  <a:pt x="830061" y="406321"/>
                  <a:pt x="815220" y="391479"/>
                  <a:pt x="796912" y="391479"/>
                </a:cubicBezTo>
                <a:cubicBezTo>
                  <a:pt x="778604" y="391479"/>
                  <a:pt x="763763" y="406321"/>
                  <a:pt x="763763" y="424629"/>
                </a:cubicBezTo>
                <a:moveTo>
                  <a:pt x="891057" y="272529"/>
                </a:moveTo>
                <a:cubicBezTo>
                  <a:pt x="891057" y="290837"/>
                  <a:pt x="905898" y="305678"/>
                  <a:pt x="924206" y="305678"/>
                </a:cubicBezTo>
                <a:cubicBezTo>
                  <a:pt x="942514" y="305678"/>
                  <a:pt x="957356" y="290837"/>
                  <a:pt x="957356" y="272529"/>
                </a:cubicBezTo>
                <a:cubicBezTo>
                  <a:pt x="957356" y="254221"/>
                  <a:pt x="942514" y="239379"/>
                  <a:pt x="924206" y="239379"/>
                </a:cubicBezTo>
                <a:cubicBezTo>
                  <a:pt x="905898" y="239379"/>
                  <a:pt x="891057" y="254221"/>
                  <a:pt x="891057" y="272529"/>
                </a:cubicBezTo>
                <a:moveTo>
                  <a:pt x="1018350" y="334502"/>
                </a:moveTo>
                <a:cubicBezTo>
                  <a:pt x="1018350" y="352810"/>
                  <a:pt x="1033192" y="367651"/>
                  <a:pt x="1051500" y="367651"/>
                </a:cubicBezTo>
                <a:cubicBezTo>
                  <a:pt x="1069808" y="367651"/>
                  <a:pt x="1084649" y="352810"/>
                  <a:pt x="1084649" y="334502"/>
                </a:cubicBezTo>
                <a:cubicBezTo>
                  <a:pt x="1084649" y="316194"/>
                  <a:pt x="1069808" y="301352"/>
                  <a:pt x="1051500" y="301352"/>
                </a:cubicBezTo>
                <a:cubicBezTo>
                  <a:pt x="1033192" y="301352"/>
                  <a:pt x="1018350" y="316194"/>
                  <a:pt x="1018350" y="334502"/>
                </a:cubicBezTo>
                <a:moveTo>
                  <a:pt x="1145644" y="294401"/>
                </a:moveTo>
                <a:cubicBezTo>
                  <a:pt x="1145644" y="312709"/>
                  <a:pt x="1160486" y="327551"/>
                  <a:pt x="1178793" y="327551"/>
                </a:cubicBezTo>
                <a:cubicBezTo>
                  <a:pt x="1197101" y="327551"/>
                  <a:pt x="1211943" y="312709"/>
                  <a:pt x="1211943" y="294401"/>
                </a:cubicBezTo>
                <a:cubicBezTo>
                  <a:pt x="1211943" y="276093"/>
                  <a:pt x="1197101" y="261252"/>
                  <a:pt x="1178793" y="261252"/>
                </a:cubicBezTo>
                <a:cubicBezTo>
                  <a:pt x="1160486" y="261252"/>
                  <a:pt x="1145644" y="276093"/>
                  <a:pt x="1145644" y="294401"/>
                </a:cubicBezTo>
                <a:moveTo>
                  <a:pt x="1272938" y="303204"/>
                </a:moveTo>
                <a:cubicBezTo>
                  <a:pt x="1272938" y="321512"/>
                  <a:pt x="1287780" y="336353"/>
                  <a:pt x="1306087" y="336353"/>
                </a:cubicBezTo>
                <a:cubicBezTo>
                  <a:pt x="1324395" y="336353"/>
                  <a:pt x="1339237" y="321512"/>
                  <a:pt x="1339237" y="303204"/>
                </a:cubicBezTo>
                <a:cubicBezTo>
                  <a:pt x="1339237" y="284896"/>
                  <a:pt x="1324395" y="270054"/>
                  <a:pt x="1306087" y="270054"/>
                </a:cubicBezTo>
                <a:cubicBezTo>
                  <a:pt x="1287780" y="270054"/>
                  <a:pt x="1272938" y="284896"/>
                  <a:pt x="1272938" y="303204"/>
                </a:cubicBezTo>
                <a:moveTo>
                  <a:pt x="1400232" y="198660"/>
                </a:moveTo>
                <a:cubicBezTo>
                  <a:pt x="1400232" y="216968"/>
                  <a:pt x="1415073" y="231810"/>
                  <a:pt x="1433381" y="231810"/>
                </a:cubicBezTo>
                <a:cubicBezTo>
                  <a:pt x="1451689" y="231810"/>
                  <a:pt x="1466531" y="216968"/>
                  <a:pt x="1466531" y="198660"/>
                </a:cubicBezTo>
                <a:cubicBezTo>
                  <a:pt x="1466531" y="180353"/>
                  <a:pt x="1451689" y="165511"/>
                  <a:pt x="1433381" y="165511"/>
                </a:cubicBezTo>
                <a:cubicBezTo>
                  <a:pt x="1415073" y="165511"/>
                  <a:pt x="1400232" y="180353"/>
                  <a:pt x="1400232" y="198660"/>
                </a:cubicBezTo>
                <a:moveTo>
                  <a:pt x="1527526" y="175425"/>
                </a:moveTo>
                <a:cubicBezTo>
                  <a:pt x="1527526" y="193733"/>
                  <a:pt x="1542367" y="208575"/>
                  <a:pt x="1560675" y="208575"/>
                </a:cubicBezTo>
                <a:cubicBezTo>
                  <a:pt x="1578983" y="208575"/>
                  <a:pt x="1593825" y="193733"/>
                  <a:pt x="1593825" y="175425"/>
                </a:cubicBezTo>
                <a:cubicBezTo>
                  <a:pt x="1593825" y="157117"/>
                  <a:pt x="1578983" y="142276"/>
                  <a:pt x="1560675" y="142276"/>
                </a:cubicBezTo>
                <a:cubicBezTo>
                  <a:pt x="1542367" y="142276"/>
                  <a:pt x="1527526" y="157117"/>
                  <a:pt x="1527526" y="175425"/>
                </a:cubicBezTo>
                <a:moveTo>
                  <a:pt x="1654819" y="290416"/>
                </a:moveTo>
                <a:cubicBezTo>
                  <a:pt x="1654819" y="308724"/>
                  <a:pt x="1669661" y="323565"/>
                  <a:pt x="1687969" y="323565"/>
                </a:cubicBezTo>
                <a:cubicBezTo>
                  <a:pt x="1706276" y="323565"/>
                  <a:pt x="1721118" y="308724"/>
                  <a:pt x="1721118" y="290416"/>
                </a:cubicBezTo>
                <a:cubicBezTo>
                  <a:pt x="1721118" y="272108"/>
                  <a:pt x="1706276" y="257266"/>
                  <a:pt x="1687969" y="257266"/>
                </a:cubicBezTo>
                <a:cubicBezTo>
                  <a:pt x="1669661" y="257266"/>
                  <a:pt x="1654819" y="272108"/>
                  <a:pt x="1654819" y="290416"/>
                </a:cubicBezTo>
                <a:moveTo>
                  <a:pt x="1782113" y="420590"/>
                </a:moveTo>
                <a:cubicBezTo>
                  <a:pt x="1782113" y="438898"/>
                  <a:pt x="1796955" y="453740"/>
                  <a:pt x="1815263" y="453740"/>
                </a:cubicBezTo>
                <a:cubicBezTo>
                  <a:pt x="1833571" y="453740"/>
                  <a:pt x="1848412" y="438898"/>
                  <a:pt x="1848412" y="420590"/>
                </a:cubicBezTo>
                <a:cubicBezTo>
                  <a:pt x="1848412" y="402282"/>
                  <a:pt x="1833571" y="387441"/>
                  <a:pt x="1815263" y="387441"/>
                </a:cubicBezTo>
                <a:cubicBezTo>
                  <a:pt x="1796955" y="387441"/>
                  <a:pt x="1782113" y="402282"/>
                  <a:pt x="1782113" y="420590"/>
                </a:cubicBezTo>
                <a:moveTo>
                  <a:pt x="1909407" y="419912"/>
                </a:moveTo>
                <a:cubicBezTo>
                  <a:pt x="1909407" y="438220"/>
                  <a:pt x="1924249" y="453061"/>
                  <a:pt x="1942557" y="453061"/>
                </a:cubicBezTo>
                <a:cubicBezTo>
                  <a:pt x="1960865" y="453061"/>
                  <a:pt x="1975706" y="438220"/>
                  <a:pt x="1975706" y="419912"/>
                </a:cubicBezTo>
                <a:cubicBezTo>
                  <a:pt x="1975706" y="401604"/>
                  <a:pt x="1960865" y="386763"/>
                  <a:pt x="1942557" y="386763"/>
                </a:cubicBezTo>
                <a:cubicBezTo>
                  <a:pt x="1924249" y="386763"/>
                  <a:pt x="1909407" y="401604"/>
                  <a:pt x="1909407" y="419912"/>
                </a:cubicBezTo>
                <a:moveTo>
                  <a:pt x="2036701" y="416271"/>
                </a:moveTo>
                <a:cubicBezTo>
                  <a:pt x="2036701" y="434579"/>
                  <a:pt x="2051543" y="449420"/>
                  <a:pt x="2069850" y="449420"/>
                </a:cubicBezTo>
                <a:cubicBezTo>
                  <a:pt x="2088159" y="449420"/>
                  <a:pt x="2103000" y="434579"/>
                  <a:pt x="2103000" y="416271"/>
                </a:cubicBezTo>
                <a:cubicBezTo>
                  <a:pt x="2103000" y="397963"/>
                  <a:pt x="2088159" y="383121"/>
                  <a:pt x="2069850" y="383121"/>
                </a:cubicBezTo>
                <a:cubicBezTo>
                  <a:pt x="2051543" y="383121"/>
                  <a:pt x="2036701" y="397963"/>
                  <a:pt x="2036701" y="416271"/>
                </a:cubicBezTo>
                <a:moveTo>
                  <a:pt x="2163995" y="417943"/>
                </a:moveTo>
                <a:cubicBezTo>
                  <a:pt x="2163995" y="436251"/>
                  <a:pt x="2178836" y="451093"/>
                  <a:pt x="2197144" y="451093"/>
                </a:cubicBezTo>
                <a:cubicBezTo>
                  <a:pt x="2215452" y="451093"/>
                  <a:pt x="2230294" y="436251"/>
                  <a:pt x="2230294" y="417943"/>
                </a:cubicBezTo>
                <a:cubicBezTo>
                  <a:pt x="2230294" y="399635"/>
                  <a:pt x="2215452" y="384794"/>
                  <a:pt x="2197144" y="384794"/>
                </a:cubicBezTo>
                <a:cubicBezTo>
                  <a:pt x="2178836" y="384794"/>
                  <a:pt x="2163995" y="399635"/>
                  <a:pt x="2163995" y="417943"/>
                </a:cubicBezTo>
                <a:moveTo>
                  <a:pt x="2291289" y="567400"/>
                </a:moveTo>
                <a:cubicBezTo>
                  <a:pt x="2291289" y="585708"/>
                  <a:pt x="2306130" y="600549"/>
                  <a:pt x="2324438" y="600549"/>
                </a:cubicBezTo>
                <a:cubicBezTo>
                  <a:pt x="2342746" y="600549"/>
                  <a:pt x="2357587" y="585708"/>
                  <a:pt x="2357587" y="567400"/>
                </a:cubicBezTo>
                <a:cubicBezTo>
                  <a:pt x="2357587" y="549092"/>
                  <a:pt x="2342746" y="534251"/>
                  <a:pt x="2324438" y="534251"/>
                </a:cubicBezTo>
                <a:cubicBezTo>
                  <a:pt x="2306130" y="534251"/>
                  <a:pt x="2291289" y="549092"/>
                  <a:pt x="2291289" y="567400"/>
                </a:cubicBezTo>
                <a:moveTo>
                  <a:pt x="2418582" y="567608"/>
                </a:moveTo>
                <a:cubicBezTo>
                  <a:pt x="2418582" y="585915"/>
                  <a:pt x="2433424" y="600757"/>
                  <a:pt x="2451732" y="600757"/>
                </a:cubicBezTo>
                <a:cubicBezTo>
                  <a:pt x="2470040" y="600757"/>
                  <a:pt x="2484881" y="585915"/>
                  <a:pt x="2484881" y="567608"/>
                </a:cubicBezTo>
                <a:cubicBezTo>
                  <a:pt x="2484881" y="549300"/>
                  <a:pt x="2470040" y="534458"/>
                  <a:pt x="2451732" y="534458"/>
                </a:cubicBezTo>
                <a:cubicBezTo>
                  <a:pt x="2433424" y="534458"/>
                  <a:pt x="2418582" y="549300"/>
                  <a:pt x="2418582" y="567608"/>
                </a:cubicBezTo>
                <a:moveTo>
                  <a:pt x="2545876" y="564357"/>
                </a:moveTo>
                <a:cubicBezTo>
                  <a:pt x="2545876" y="582665"/>
                  <a:pt x="2560718" y="597506"/>
                  <a:pt x="2579026" y="597506"/>
                </a:cubicBezTo>
                <a:cubicBezTo>
                  <a:pt x="2597334" y="597506"/>
                  <a:pt x="2612175" y="582665"/>
                  <a:pt x="2612175" y="564357"/>
                </a:cubicBezTo>
                <a:cubicBezTo>
                  <a:pt x="2612175" y="546049"/>
                  <a:pt x="2597334" y="531207"/>
                  <a:pt x="2579026" y="531207"/>
                </a:cubicBezTo>
                <a:cubicBezTo>
                  <a:pt x="2560718" y="531207"/>
                  <a:pt x="2545876" y="546049"/>
                  <a:pt x="2545876" y="564357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2"/>
                  <a:pt x="2724628" y="0"/>
                  <a:pt x="2706319" y="0"/>
                </a:cubicBezTo>
                <a:cubicBezTo>
                  <a:pt x="2688012" y="0"/>
                  <a:pt x="2673170" y="14842"/>
                  <a:pt x="2673170" y="33149"/>
                </a:cubicBezTo>
                <a:moveTo>
                  <a:pt x="2800464" y="575017"/>
                </a:moveTo>
                <a:cubicBezTo>
                  <a:pt x="2800464" y="593324"/>
                  <a:pt x="2815306" y="608166"/>
                  <a:pt x="2833613" y="608166"/>
                </a:cubicBezTo>
                <a:cubicBezTo>
                  <a:pt x="2851922" y="608166"/>
                  <a:pt x="2866763" y="593324"/>
                  <a:pt x="2866763" y="575017"/>
                </a:cubicBezTo>
                <a:cubicBezTo>
                  <a:pt x="2866763" y="556709"/>
                  <a:pt x="2851922" y="541867"/>
                  <a:pt x="2833613" y="541867"/>
                </a:cubicBezTo>
                <a:cubicBezTo>
                  <a:pt x="2815306" y="541867"/>
                  <a:pt x="2800464" y="556709"/>
                  <a:pt x="2800464" y="575017"/>
                </a:cubicBezTo>
                <a:close/>
              </a:path>
            </a:pathLst>
          </a:custGeom>
          <a:solidFill xmlns:a="http://schemas.openxmlformats.org/drawingml/2006/main">
            <a:srgbClr val="38383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F83E06-BFFC-4B6A-9D10-A12AD27D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1047739"/>
            <a:ext cx="2800464" cy="1028737"/>
          </a:xfrm>
          <a:custGeom xmlns:a="http://schemas.openxmlformats.org/drawingml/2006/main">
            <a:pathLst>
              <a:path w="2800464" h="1028737" fill="none">
                <a:moveTo>
                  <a:pt x="0" y="916591"/>
                </a:moveTo>
                <a:lnTo>
                  <a:pt x="127294" y="671895"/>
                </a:lnTo>
                <a:lnTo>
                  <a:pt x="254588" y="873940"/>
                </a:lnTo>
                <a:lnTo>
                  <a:pt x="381881" y="563001"/>
                </a:lnTo>
                <a:lnTo>
                  <a:pt x="509175" y="598436"/>
                </a:lnTo>
                <a:lnTo>
                  <a:pt x="636469" y="552011"/>
                </a:lnTo>
                <a:lnTo>
                  <a:pt x="763763" y="645119"/>
                </a:lnTo>
                <a:lnTo>
                  <a:pt x="891057" y="542159"/>
                </a:lnTo>
                <a:lnTo>
                  <a:pt x="1018351" y="588458"/>
                </a:lnTo>
                <a:lnTo>
                  <a:pt x="1145644" y="598987"/>
                </a:lnTo>
                <a:lnTo>
                  <a:pt x="1272938" y="601381"/>
                </a:lnTo>
                <a:lnTo>
                  <a:pt x="1400232" y="439565"/>
                </a:lnTo>
                <a:lnTo>
                  <a:pt x="1527526" y="438002"/>
                </a:lnTo>
                <a:lnTo>
                  <a:pt x="1654820" y="509411"/>
                </a:lnTo>
                <a:lnTo>
                  <a:pt x="1782114" y="660585"/>
                </a:lnTo>
                <a:lnTo>
                  <a:pt x="1909407" y="657026"/>
                </a:lnTo>
                <a:lnTo>
                  <a:pt x="2036701" y="656032"/>
                </a:lnTo>
                <a:lnTo>
                  <a:pt x="2163995" y="662825"/>
                </a:lnTo>
                <a:lnTo>
                  <a:pt x="2291289" y="1027912"/>
                </a:lnTo>
                <a:lnTo>
                  <a:pt x="2418583" y="1023285"/>
                </a:lnTo>
                <a:lnTo>
                  <a:pt x="2545876" y="1026733"/>
                </a:lnTo>
                <a:lnTo>
                  <a:pt x="2673170" y="0"/>
                </a:lnTo>
                <a:lnTo>
                  <a:pt x="2800464" y="1028737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555555"/>
            </a:solidFill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C0E6C6-DE7E-4612-BBF9-42FCCF0F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1014590"/>
            <a:ext cx="2866763" cy="1095036"/>
          </a:xfrm>
          <a:custGeom xmlns:a="http://schemas.openxmlformats.org/drawingml/2006/main">
            <a:pathLst>
              <a:path w="2866763" h="1095036">
                <a:moveTo>
                  <a:pt x="0" y="949741"/>
                </a:moveTo>
                <a:cubicBezTo>
                  <a:pt x="0" y="968049"/>
                  <a:pt x="14841" y="982890"/>
                  <a:pt x="33149" y="982890"/>
                </a:cubicBezTo>
                <a:cubicBezTo>
                  <a:pt x="51457" y="982890"/>
                  <a:pt x="66299" y="968049"/>
                  <a:pt x="66299" y="949741"/>
                </a:cubicBezTo>
                <a:cubicBezTo>
                  <a:pt x="66299" y="931433"/>
                  <a:pt x="51457" y="916591"/>
                  <a:pt x="33149" y="916591"/>
                </a:cubicBezTo>
                <a:cubicBezTo>
                  <a:pt x="14841" y="916591"/>
                  <a:pt x="0" y="931433"/>
                  <a:pt x="0" y="949741"/>
                </a:cubicBezTo>
                <a:moveTo>
                  <a:pt x="127294" y="705045"/>
                </a:moveTo>
                <a:cubicBezTo>
                  <a:pt x="127294" y="723353"/>
                  <a:pt x="142135" y="738194"/>
                  <a:pt x="160443" y="738194"/>
                </a:cubicBezTo>
                <a:cubicBezTo>
                  <a:pt x="178751" y="738194"/>
                  <a:pt x="193593" y="723353"/>
                  <a:pt x="193593" y="705045"/>
                </a:cubicBezTo>
                <a:cubicBezTo>
                  <a:pt x="193593" y="686737"/>
                  <a:pt x="178751" y="671895"/>
                  <a:pt x="160443" y="671895"/>
                </a:cubicBezTo>
                <a:cubicBezTo>
                  <a:pt x="142135" y="671895"/>
                  <a:pt x="127294" y="686737"/>
                  <a:pt x="127294" y="705045"/>
                </a:cubicBezTo>
                <a:moveTo>
                  <a:pt x="254588" y="907090"/>
                </a:moveTo>
                <a:cubicBezTo>
                  <a:pt x="254588" y="925398"/>
                  <a:pt x="269429" y="940239"/>
                  <a:pt x="287737" y="940239"/>
                </a:cubicBezTo>
                <a:cubicBezTo>
                  <a:pt x="306045" y="940239"/>
                  <a:pt x="320886" y="925398"/>
                  <a:pt x="320886" y="907090"/>
                </a:cubicBezTo>
                <a:cubicBezTo>
                  <a:pt x="320886" y="888782"/>
                  <a:pt x="306045" y="873940"/>
                  <a:pt x="287737" y="873940"/>
                </a:cubicBezTo>
                <a:cubicBezTo>
                  <a:pt x="269429" y="873940"/>
                  <a:pt x="254588" y="888782"/>
                  <a:pt x="254588" y="907090"/>
                </a:cubicBezTo>
                <a:moveTo>
                  <a:pt x="381881" y="596150"/>
                </a:moveTo>
                <a:cubicBezTo>
                  <a:pt x="381881" y="614458"/>
                  <a:pt x="396723" y="629300"/>
                  <a:pt x="415031" y="629300"/>
                </a:cubicBezTo>
                <a:cubicBezTo>
                  <a:pt x="433339" y="629300"/>
                  <a:pt x="448180" y="614458"/>
                  <a:pt x="448180" y="596150"/>
                </a:cubicBezTo>
                <a:cubicBezTo>
                  <a:pt x="448180" y="577842"/>
                  <a:pt x="433339" y="563001"/>
                  <a:pt x="415031" y="563001"/>
                </a:cubicBezTo>
                <a:cubicBezTo>
                  <a:pt x="396723" y="563001"/>
                  <a:pt x="381881" y="577842"/>
                  <a:pt x="381881" y="596150"/>
                </a:cubicBezTo>
                <a:moveTo>
                  <a:pt x="509175" y="631585"/>
                </a:moveTo>
                <a:cubicBezTo>
                  <a:pt x="509175" y="649893"/>
                  <a:pt x="524017" y="664735"/>
                  <a:pt x="542325" y="664735"/>
                </a:cubicBezTo>
                <a:cubicBezTo>
                  <a:pt x="560633" y="664735"/>
                  <a:pt x="575474" y="649893"/>
                  <a:pt x="575474" y="631585"/>
                </a:cubicBezTo>
                <a:cubicBezTo>
                  <a:pt x="575474" y="613277"/>
                  <a:pt x="560633" y="598436"/>
                  <a:pt x="542325" y="598436"/>
                </a:cubicBezTo>
                <a:cubicBezTo>
                  <a:pt x="524017" y="598436"/>
                  <a:pt x="509175" y="613277"/>
                  <a:pt x="509175" y="631585"/>
                </a:cubicBezTo>
                <a:moveTo>
                  <a:pt x="636469" y="585161"/>
                </a:moveTo>
                <a:cubicBezTo>
                  <a:pt x="636469" y="603468"/>
                  <a:pt x="651311" y="618310"/>
                  <a:pt x="669619" y="618310"/>
                </a:cubicBezTo>
                <a:cubicBezTo>
                  <a:pt x="687926" y="618310"/>
                  <a:pt x="702768" y="603468"/>
                  <a:pt x="702768" y="585161"/>
                </a:cubicBezTo>
                <a:cubicBezTo>
                  <a:pt x="702768" y="566853"/>
                  <a:pt x="687926" y="552011"/>
                  <a:pt x="669619" y="552011"/>
                </a:cubicBezTo>
                <a:cubicBezTo>
                  <a:pt x="651311" y="552011"/>
                  <a:pt x="636469" y="566853"/>
                  <a:pt x="636469" y="585161"/>
                </a:cubicBezTo>
                <a:moveTo>
                  <a:pt x="763763" y="678269"/>
                </a:moveTo>
                <a:cubicBezTo>
                  <a:pt x="763763" y="696576"/>
                  <a:pt x="778605" y="711418"/>
                  <a:pt x="796912" y="711418"/>
                </a:cubicBezTo>
                <a:cubicBezTo>
                  <a:pt x="815220" y="711418"/>
                  <a:pt x="830062" y="696576"/>
                  <a:pt x="830062" y="678269"/>
                </a:cubicBezTo>
                <a:cubicBezTo>
                  <a:pt x="830062" y="659961"/>
                  <a:pt x="815220" y="645119"/>
                  <a:pt x="796912" y="645119"/>
                </a:cubicBezTo>
                <a:cubicBezTo>
                  <a:pt x="778605" y="645119"/>
                  <a:pt x="763763" y="659961"/>
                  <a:pt x="763763" y="678269"/>
                </a:cubicBezTo>
                <a:moveTo>
                  <a:pt x="891057" y="575309"/>
                </a:moveTo>
                <a:cubicBezTo>
                  <a:pt x="891057" y="593616"/>
                  <a:pt x="905898" y="608458"/>
                  <a:pt x="924206" y="608458"/>
                </a:cubicBezTo>
                <a:cubicBezTo>
                  <a:pt x="942514" y="608458"/>
                  <a:pt x="957356" y="593616"/>
                  <a:pt x="957356" y="575309"/>
                </a:cubicBezTo>
                <a:cubicBezTo>
                  <a:pt x="957356" y="557001"/>
                  <a:pt x="942514" y="542159"/>
                  <a:pt x="924206" y="542159"/>
                </a:cubicBezTo>
                <a:cubicBezTo>
                  <a:pt x="905898" y="542159"/>
                  <a:pt x="891057" y="557001"/>
                  <a:pt x="891057" y="575309"/>
                </a:cubicBezTo>
                <a:moveTo>
                  <a:pt x="1018351" y="621607"/>
                </a:moveTo>
                <a:cubicBezTo>
                  <a:pt x="1018351" y="639915"/>
                  <a:pt x="1033192" y="654756"/>
                  <a:pt x="1051500" y="654756"/>
                </a:cubicBezTo>
                <a:cubicBezTo>
                  <a:pt x="1069808" y="654756"/>
                  <a:pt x="1084650" y="639915"/>
                  <a:pt x="1084650" y="621607"/>
                </a:cubicBezTo>
                <a:cubicBezTo>
                  <a:pt x="1084650" y="603299"/>
                  <a:pt x="1069808" y="588458"/>
                  <a:pt x="1051500" y="588458"/>
                </a:cubicBezTo>
                <a:cubicBezTo>
                  <a:pt x="1033192" y="588458"/>
                  <a:pt x="1018351" y="603299"/>
                  <a:pt x="1018351" y="621607"/>
                </a:cubicBezTo>
                <a:moveTo>
                  <a:pt x="1145644" y="632137"/>
                </a:moveTo>
                <a:cubicBezTo>
                  <a:pt x="1145644" y="650445"/>
                  <a:pt x="1160486" y="665286"/>
                  <a:pt x="1178794" y="665286"/>
                </a:cubicBezTo>
                <a:cubicBezTo>
                  <a:pt x="1197102" y="665286"/>
                  <a:pt x="1211943" y="650445"/>
                  <a:pt x="1211943" y="632137"/>
                </a:cubicBezTo>
                <a:cubicBezTo>
                  <a:pt x="1211943" y="613829"/>
                  <a:pt x="1197102" y="598987"/>
                  <a:pt x="1178794" y="598987"/>
                </a:cubicBezTo>
                <a:cubicBezTo>
                  <a:pt x="1160486" y="598987"/>
                  <a:pt x="1145644" y="613829"/>
                  <a:pt x="1145644" y="632137"/>
                </a:cubicBezTo>
                <a:moveTo>
                  <a:pt x="1272938" y="634530"/>
                </a:moveTo>
                <a:cubicBezTo>
                  <a:pt x="1272938" y="652839"/>
                  <a:pt x="1287780" y="667680"/>
                  <a:pt x="1306088" y="667680"/>
                </a:cubicBezTo>
                <a:cubicBezTo>
                  <a:pt x="1324395" y="667680"/>
                  <a:pt x="1339237" y="652839"/>
                  <a:pt x="1339237" y="634530"/>
                </a:cubicBezTo>
                <a:cubicBezTo>
                  <a:pt x="1339237" y="616222"/>
                  <a:pt x="1324395" y="601381"/>
                  <a:pt x="1306088" y="601381"/>
                </a:cubicBezTo>
                <a:cubicBezTo>
                  <a:pt x="1287780" y="601381"/>
                  <a:pt x="1272938" y="616222"/>
                  <a:pt x="1272938" y="634530"/>
                </a:cubicBezTo>
                <a:moveTo>
                  <a:pt x="1400232" y="472714"/>
                </a:moveTo>
                <a:cubicBezTo>
                  <a:pt x="1400232" y="491022"/>
                  <a:pt x="1415074" y="505863"/>
                  <a:pt x="1433381" y="505863"/>
                </a:cubicBezTo>
                <a:cubicBezTo>
                  <a:pt x="1451689" y="505863"/>
                  <a:pt x="1466531" y="491022"/>
                  <a:pt x="1466531" y="472714"/>
                </a:cubicBezTo>
                <a:cubicBezTo>
                  <a:pt x="1466531" y="454406"/>
                  <a:pt x="1451689" y="439565"/>
                  <a:pt x="1433381" y="439565"/>
                </a:cubicBezTo>
                <a:cubicBezTo>
                  <a:pt x="1415074" y="439565"/>
                  <a:pt x="1400232" y="454406"/>
                  <a:pt x="1400232" y="472714"/>
                </a:cubicBezTo>
                <a:moveTo>
                  <a:pt x="1527526" y="471151"/>
                </a:moveTo>
                <a:cubicBezTo>
                  <a:pt x="1527526" y="489459"/>
                  <a:pt x="1542367" y="504301"/>
                  <a:pt x="1560675" y="504301"/>
                </a:cubicBezTo>
                <a:cubicBezTo>
                  <a:pt x="1578983" y="504301"/>
                  <a:pt x="1593825" y="489459"/>
                  <a:pt x="1593825" y="471151"/>
                </a:cubicBezTo>
                <a:cubicBezTo>
                  <a:pt x="1593825" y="452843"/>
                  <a:pt x="1578983" y="438002"/>
                  <a:pt x="1560675" y="438002"/>
                </a:cubicBezTo>
                <a:cubicBezTo>
                  <a:pt x="1542367" y="438002"/>
                  <a:pt x="1527526" y="452843"/>
                  <a:pt x="1527526" y="471151"/>
                </a:cubicBezTo>
                <a:moveTo>
                  <a:pt x="1654820" y="542560"/>
                </a:moveTo>
                <a:cubicBezTo>
                  <a:pt x="1654820" y="560868"/>
                  <a:pt x="1669661" y="575710"/>
                  <a:pt x="1687969" y="575710"/>
                </a:cubicBezTo>
                <a:cubicBezTo>
                  <a:pt x="1706277" y="575710"/>
                  <a:pt x="1721119" y="560868"/>
                  <a:pt x="1721119" y="542560"/>
                </a:cubicBezTo>
                <a:cubicBezTo>
                  <a:pt x="1721119" y="524252"/>
                  <a:pt x="1706277" y="509411"/>
                  <a:pt x="1687969" y="509411"/>
                </a:cubicBezTo>
                <a:cubicBezTo>
                  <a:pt x="1669661" y="509411"/>
                  <a:pt x="1654820" y="524252"/>
                  <a:pt x="1654820" y="542560"/>
                </a:cubicBezTo>
                <a:moveTo>
                  <a:pt x="1782114" y="693734"/>
                </a:moveTo>
                <a:cubicBezTo>
                  <a:pt x="1782114" y="712042"/>
                  <a:pt x="1796955" y="726883"/>
                  <a:pt x="1815263" y="726883"/>
                </a:cubicBezTo>
                <a:cubicBezTo>
                  <a:pt x="1833571" y="726883"/>
                  <a:pt x="1848412" y="712042"/>
                  <a:pt x="1848412" y="693734"/>
                </a:cubicBezTo>
                <a:cubicBezTo>
                  <a:pt x="1848412" y="675426"/>
                  <a:pt x="1833571" y="660585"/>
                  <a:pt x="1815263" y="660585"/>
                </a:cubicBezTo>
                <a:cubicBezTo>
                  <a:pt x="1796955" y="660585"/>
                  <a:pt x="1782114" y="675426"/>
                  <a:pt x="1782114" y="693734"/>
                </a:cubicBezTo>
                <a:moveTo>
                  <a:pt x="1909407" y="690175"/>
                </a:moveTo>
                <a:cubicBezTo>
                  <a:pt x="1909407" y="708483"/>
                  <a:pt x="1924249" y="723325"/>
                  <a:pt x="1942557" y="723325"/>
                </a:cubicBezTo>
                <a:cubicBezTo>
                  <a:pt x="1960865" y="723325"/>
                  <a:pt x="1975706" y="708483"/>
                  <a:pt x="1975706" y="690175"/>
                </a:cubicBezTo>
                <a:cubicBezTo>
                  <a:pt x="1975706" y="671868"/>
                  <a:pt x="1960865" y="657026"/>
                  <a:pt x="1942557" y="657026"/>
                </a:cubicBezTo>
                <a:cubicBezTo>
                  <a:pt x="1924249" y="657026"/>
                  <a:pt x="1909407" y="671868"/>
                  <a:pt x="1909407" y="690175"/>
                </a:cubicBezTo>
                <a:moveTo>
                  <a:pt x="2036701" y="689181"/>
                </a:moveTo>
                <a:cubicBezTo>
                  <a:pt x="2036701" y="707489"/>
                  <a:pt x="2051543" y="722331"/>
                  <a:pt x="2069851" y="722331"/>
                </a:cubicBezTo>
                <a:cubicBezTo>
                  <a:pt x="2088159" y="722331"/>
                  <a:pt x="2103000" y="707489"/>
                  <a:pt x="2103000" y="689181"/>
                </a:cubicBezTo>
                <a:cubicBezTo>
                  <a:pt x="2103000" y="670873"/>
                  <a:pt x="2088159" y="656032"/>
                  <a:pt x="2069851" y="656032"/>
                </a:cubicBezTo>
                <a:cubicBezTo>
                  <a:pt x="2051543" y="656032"/>
                  <a:pt x="2036701" y="670873"/>
                  <a:pt x="2036701" y="689181"/>
                </a:cubicBezTo>
                <a:moveTo>
                  <a:pt x="2163995" y="695974"/>
                </a:moveTo>
                <a:cubicBezTo>
                  <a:pt x="2163995" y="714282"/>
                  <a:pt x="2178837" y="729123"/>
                  <a:pt x="2197144" y="729123"/>
                </a:cubicBezTo>
                <a:cubicBezTo>
                  <a:pt x="2215452" y="729123"/>
                  <a:pt x="2230294" y="714282"/>
                  <a:pt x="2230294" y="695974"/>
                </a:cubicBezTo>
                <a:cubicBezTo>
                  <a:pt x="2230294" y="677666"/>
                  <a:pt x="2215452" y="662825"/>
                  <a:pt x="2197144" y="662825"/>
                </a:cubicBezTo>
                <a:cubicBezTo>
                  <a:pt x="2178837" y="662825"/>
                  <a:pt x="2163995" y="677666"/>
                  <a:pt x="2163995" y="695974"/>
                </a:cubicBezTo>
                <a:moveTo>
                  <a:pt x="2291289" y="1061062"/>
                </a:moveTo>
                <a:cubicBezTo>
                  <a:pt x="2291289" y="1079370"/>
                  <a:pt x="2306130" y="1094211"/>
                  <a:pt x="2324438" y="1094211"/>
                </a:cubicBezTo>
                <a:cubicBezTo>
                  <a:pt x="2342746" y="1094211"/>
                  <a:pt x="2357588" y="1079370"/>
                  <a:pt x="2357588" y="1061062"/>
                </a:cubicBezTo>
                <a:cubicBezTo>
                  <a:pt x="2357588" y="1042754"/>
                  <a:pt x="2342746" y="1027912"/>
                  <a:pt x="2324438" y="1027912"/>
                </a:cubicBezTo>
                <a:cubicBezTo>
                  <a:pt x="2306130" y="1027912"/>
                  <a:pt x="2291289" y="1042754"/>
                  <a:pt x="2291289" y="1061062"/>
                </a:cubicBezTo>
                <a:moveTo>
                  <a:pt x="2418583" y="1056434"/>
                </a:moveTo>
                <a:cubicBezTo>
                  <a:pt x="2418583" y="1074742"/>
                  <a:pt x="2433424" y="1089584"/>
                  <a:pt x="2451732" y="1089584"/>
                </a:cubicBezTo>
                <a:cubicBezTo>
                  <a:pt x="2470040" y="1089584"/>
                  <a:pt x="2484881" y="1074742"/>
                  <a:pt x="2484881" y="1056434"/>
                </a:cubicBezTo>
                <a:cubicBezTo>
                  <a:pt x="2484881" y="1038126"/>
                  <a:pt x="2470040" y="1023285"/>
                  <a:pt x="2451732" y="1023285"/>
                </a:cubicBezTo>
                <a:cubicBezTo>
                  <a:pt x="2433424" y="1023285"/>
                  <a:pt x="2418583" y="1038126"/>
                  <a:pt x="2418583" y="1056434"/>
                </a:cubicBezTo>
                <a:moveTo>
                  <a:pt x="2545876" y="1059882"/>
                </a:moveTo>
                <a:cubicBezTo>
                  <a:pt x="2545876" y="1078190"/>
                  <a:pt x="2560718" y="1093031"/>
                  <a:pt x="2579026" y="1093031"/>
                </a:cubicBezTo>
                <a:cubicBezTo>
                  <a:pt x="2597334" y="1093031"/>
                  <a:pt x="2612175" y="1078190"/>
                  <a:pt x="2612175" y="1059882"/>
                </a:cubicBezTo>
                <a:cubicBezTo>
                  <a:pt x="2612175" y="1041574"/>
                  <a:pt x="2597334" y="1026733"/>
                  <a:pt x="2579026" y="1026733"/>
                </a:cubicBezTo>
                <a:cubicBezTo>
                  <a:pt x="2560718" y="1026733"/>
                  <a:pt x="2545876" y="1041574"/>
                  <a:pt x="2545876" y="1059882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061887"/>
                </a:moveTo>
                <a:cubicBezTo>
                  <a:pt x="2800464" y="1080194"/>
                  <a:pt x="2815306" y="1095036"/>
                  <a:pt x="2833614" y="1095036"/>
                </a:cubicBezTo>
                <a:cubicBezTo>
                  <a:pt x="2851921" y="1095036"/>
                  <a:pt x="2866763" y="1080194"/>
                  <a:pt x="2866763" y="1061887"/>
                </a:cubicBezTo>
                <a:cubicBezTo>
                  <a:pt x="2866763" y="1043579"/>
                  <a:pt x="2851921" y="1028737"/>
                  <a:pt x="2833614" y="1028737"/>
                </a:cubicBezTo>
                <a:cubicBezTo>
                  <a:pt x="2815306" y="1028737"/>
                  <a:pt x="2800464" y="1043579"/>
                  <a:pt x="2800464" y="1061887"/>
                </a:cubicBez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853F6F-6DA1-4F1C-92C1-E52E561E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1776364"/>
            <a:ext cx="2800464" cy="521907"/>
          </a:xfrm>
          <a:custGeom xmlns:a="http://schemas.openxmlformats.org/drawingml/2006/main">
            <a:pathLst>
              <a:path w="2800464" h="521907" fill="none">
                <a:moveTo>
                  <a:pt x="0" y="430910"/>
                </a:moveTo>
                <a:lnTo>
                  <a:pt x="127294" y="7260"/>
                </a:lnTo>
                <a:lnTo>
                  <a:pt x="254588" y="408239"/>
                </a:lnTo>
                <a:lnTo>
                  <a:pt x="381881" y="240854"/>
                </a:lnTo>
                <a:lnTo>
                  <a:pt x="509175" y="363781"/>
                </a:lnTo>
                <a:lnTo>
                  <a:pt x="636469" y="226367"/>
                </a:lnTo>
                <a:lnTo>
                  <a:pt x="763763" y="374342"/>
                </a:lnTo>
                <a:lnTo>
                  <a:pt x="891057" y="240372"/>
                </a:lnTo>
                <a:lnTo>
                  <a:pt x="1018350" y="289248"/>
                </a:lnTo>
                <a:lnTo>
                  <a:pt x="1145644" y="229466"/>
                </a:lnTo>
                <a:lnTo>
                  <a:pt x="1272938" y="238116"/>
                </a:lnTo>
                <a:lnTo>
                  <a:pt x="1400232" y="166529"/>
                </a:lnTo>
                <a:lnTo>
                  <a:pt x="1527526" y="132478"/>
                </a:lnTo>
                <a:lnTo>
                  <a:pt x="1654819" y="270722"/>
                </a:lnTo>
                <a:lnTo>
                  <a:pt x="1782113" y="366741"/>
                </a:lnTo>
                <a:lnTo>
                  <a:pt x="1909407" y="364110"/>
                </a:lnTo>
                <a:lnTo>
                  <a:pt x="2036701" y="362738"/>
                </a:lnTo>
                <a:lnTo>
                  <a:pt x="2163995" y="362235"/>
                </a:lnTo>
                <a:lnTo>
                  <a:pt x="2291289" y="520993"/>
                </a:lnTo>
                <a:lnTo>
                  <a:pt x="2418582" y="519045"/>
                </a:lnTo>
                <a:lnTo>
                  <a:pt x="2545876" y="519118"/>
                </a:lnTo>
                <a:lnTo>
                  <a:pt x="2673170" y="0"/>
                </a:lnTo>
                <a:lnTo>
                  <a:pt x="2800464" y="521907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555555"/>
            </a:solidFill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55476-2C01-41B1-9E08-1FD3A6B8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1743214"/>
            <a:ext cx="2866763" cy="588205"/>
          </a:xfrm>
          <a:custGeom xmlns:a="http://schemas.openxmlformats.org/drawingml/2006/main">
            <a:pathLst>
              <a:path w="2866763" h="588205">
                <a:moveTo>
                  <a:pt x="0" y="464060"/>
                </a:moveTo>
                <a:cubicBezTo>
                  <a:pt x="0" y="482368"/>
                  <a:pt x="14841" y="497209"/>
                  <a:pt x="33149" y="497209"/>
                </a:cubicBezTo>
                <a:cubicBezTo>
                  <a:pt x="51457" y="497209"/>
                  <a:pt x="66299" y="482368"/>
                  <a:pt x="66299" y="464060"/>
                </a:cubicBezTo>
                <a:cubicBezTo>
                  <a:pt x="66299" y="445752"/>
                  <a:pt x="51457" y="430910"/>
                  <a:pt x="33149" y="430910"/>
                </a:cubicBezTo>
                <a:cubicBezTo>
                  <a:pt x="14841" y="430910"/>
                  <a:pt x="0" y="445752"/>
                  <a:pt x="0" y="464060"/>
                </a:cubicBezTo>
                <a:moveTo>
                  <a:pt x="127294" y="40409"/>
                </a:moveTo>
                <a:cubicBezTo>
                  <a:pt x="127294" y="58717"/>
                  <a:pt x="142135" y="73558"/>
                  <a:pt x="160443" y="73558"/>
                </a:cubicBezTo>
                <a:cubicBezTo>
                  <a:pt x="178751" y="73558"/>
                  <a:pt x="193592" y="58717"/>
                  <a:pt x="193592" y="40409"/>
                </a:cubicBezTo>
                <a:cubicBezTo>
                  <a:pt x="193592" y="22101"/>
                  <a:pt x="178751" y="7260"/>
                  <a:pt x="160443" y="7260"/>
                </a:cubicBezTo>
                <a:cubicBezTo>
                  <a:pt x="142135" y="7260"/>
                  <a:pt x="127294" y="22101"/>
                  <a:pt x="127294" y="40409"/>
                </a:cubicBezTo>
                <a:moveTo>
                  <a:pt x="254588" y="441388"/>
                </a:moveTo>
                <a:cubicBezTo>
                  <a:pt x="254588" y="459696"/>
                  <a:pt x="269429" y="474538"/>
                  <a:pt x="287737" y="474538"/>
                </a:cubicBezTo>
                <a:cubicBezTo>
                  <a:pt x="306045" y="474538"/>
                  <a:pt x="320886" y="459696"/>
                  <a:pt x="320886" y="441388"/>
                </a:cubicBezTo>
                <a:cubicBezTo>
                  <a:pt x="320886" y="423080"/>
                  <a:pt x="306045" y="408239"/>
                  <a:pt x="287737" y="408239"/>
                </a:cubicBezTo>
                <a:cubicBezTo>
                  <a:pt x="269429" y="408239"/>
                  <a:pt x="254588" y="423080"/>
                  <a:pt x="254588" y="441388"/>
                </a:cubicBezTo>
                <a:moveTo>
                  <a:pt x="381881" y="274004"/>
                </a:moveTo>
                <a:cubicBezTo>
                  <a:pt x="381881" y="292312"/>
                  <a:pt x="396723" y="307153"/>
                  <a:pt x="415031" y="307153"/>
                </a:cubicBezTo>
                <a:cubicBezTo>
                  <a:pt x="433339" y="307153"/>
                  <a:pt x="448180" y="292312"/>
                  <a:pt x="448180" y="274004"/>
                </a:cubicBezTo>
                <a:cubicBezTo>
                  <a:pt x="448180" y="255696"/>
                  <a:pt x="433339" y="240854"/>
                  <a:pt x="415031" y="240854"/>
                </a:cubicBezTo>
                <a:cubicBezTo>
                  <a:pt x="396723" y="240854"/>
                  <a:pt x="381881" y="255696"/>
                  <a:pt x="381881" y="274004"/>
                </a:cubicBezTo>
                <a:moveTo>
                  <a:pt x="509175" y="396931"/>
                </a:moveTo>
                <a:cubicBezTo>
                  <a:pt x="509175" y="415239"/>
                  <a:pt x="524017" y="430080"/>
                  <a:pt x="542324" y="430080"/>
                </a:cubicBezTo>
                <a:cubicBezTo>
                  <a:pt x="560632" y="430080"/>
                  <a:pt x="575474" y="415239"/>
                  <a:pt x="575474" y="396931"/>
                </a:cubicBezTo>
                <a:cubicBezTo>
                  <a:pt x="575474" y="378623"/>
                  <a:pt x="560632" y="363781"/>
                  <a:pt x="542324" y="363781"/>
                </a:cubicBezTo>
                <a:cubicBezTo>
                  <a:pt x="524017" y="363781"/>
                  <a:pt x="509175" y="378623"/>
                  <a:pt x="509175" y="396931"/>
                </a:cubicBezTo>
                <a:moveTo>
                  <a:pt x="636469" y="259517"/>
                </a:moveTo>
                <a:cubicBezTo>
                  <a:pt x="636469" y="277825"/>
                  <a:pt x="651310" y="292666"/>
                  <a:pt x="669618" y="292666"/>
                </a:cubicBezTo>
                <a:cubicBezTo>
                  <a:pt x="687926" y="292666"/>
                  <a:pt x="702768" y="277825"/>
                  <a:pt x="702768" y="259517"/>
                </a:cubicBezTo>
                <a:cubicBezTo>
                  <a:pt x="702768" y="241209"/>
                  <a:pt x="687926" y="226367"/>
                  <a:pt x="669618" y="226367"/>
                </a:cubicBezTo>
                <a:cubicBezTo>
                  <a:pt x="651310" y="226367"/>
                  <a:pt x="636469" y="241209"/>
                  <a:pt x="636469" y="259517"/>
                </a:cubicBezTo>
                <a:moveTo>
                  <a:pt x="763763" y="407491"/>
                </a:moveTo>
                <a:cubicBezTo>
                  <a:pt x="763763" y="425799"/>
                  <a:pt x="778604" y="440641"/>
                  <a:pt x="796912" y="440641"/>
                </a:cubicBezTo>
                <a:cubicBezTo>
                  <a:pt x="815220" y="440641"/>
                  <a:pt x="830061" y="425799"/>
                  <a:pt x="830061" y="407491"/>
                </a:cubicBezTo>
                <a:cubicBezTo>
                  <a:pt x="830061" y="389183"/>
                  <a:pt x="815220" y="374342"/>
                  <a:pt x="796912" y="374342"/>
                </a:cubicBezTo>
                <a:cubicBezTo>
                  <a:pt x="778604" y="374342"/>
                  <a:pt x="763763" y="389183"/>
                  <a:pt x="763763" y="407491"/>
                </a:cubicBezTo>
                <a:moveTo>
                  <a:pt x="891057" y="273521"/>
                </a:moveTo>
                <a:cubicBezTo>
                  <a:pt x="891057" y="291829"/>
                  <a:pt x="905898" y="306671"/>
                  <a:pt x="924206" y="306671"/>
                </a:cubicBezTo>
                <a:cubicBezTo>
                  <a:pt x="942514" y="306671"/>
                  <a:pt x="957356" y="291829"/>
                  <a:pt x="957356" y="273521"/>
                </a:cubicBezTo>
                <a:cubicBezTo>
                  <a:pt x="957356" y="255213"/>
                  <a:pt x="942514" y="240372"/>
                  <a:pt x="924206" y="240372"/>
                </a:cubicBezTo>
                <a:cubicBezTo>
                  <a:pt x="905898" y="240372"/>
                  <a:pt x="891057" y="255213"/>
                  <a:pt x="891057" y="273521"/>
                </a:cubicBezTo>
                <a:moveTo>
                  <a:pt x="1018350" y="322398"/>
                </a:moveTo>
                <a:cubicBezTo>
                  <a:pt x="1018350" y="340706"/>
                  <a:pt x="1033192" y="355547"/>
                  <a:pt x="1051500" y="355547"/>
                </a:cubicBezTo>
                <a:cubicBezTo>
                  <a:pt x="1069808" y="355547"/>
                  <a:pt x="1084649" y="340706"/>
                  <a:pt x="1084649" y="322398"/>
                </a:cubicBezTo>
                <a:cubicBezTo>
                  <a:pt x="1084649" y="304090"/>
                  <a:pt x="1069808" y="289248"/>
                  <a:pt x="1051500" y="289248"/>
                </a:cubicBezTo>
                <a:cubicBezTo>
                  <a:pt x="1033192" y="289248"/>
                  <a:pt x="1018350" y="304090"/>
                  <a:pt x="1018350" y="322398"/>
                </a:cubicBezTo>
                <a:moveTo>
                  <a:pt x="1145644" y="262615"/>
                </a:moveTo>
                <a:cubicBezTo>
                  <a:pt x="1145644" y="280923"/>
                  <a:pt x="1160486" y="295765"/>
                  <a:pt x="1178793" y="295765"/>
                </a:cubicBezTo>
                <a:cubicBezTo>
                  <a:pt x="1197101" y="295765"/>
                  <a:pt x="1211943" y="280923"/>
                  <a:pt x="1211943" y="262615"/>
                </a:cubicBezTo>
                <a:cubicBezTo>
                  <a:pt x="1211943" y="244307"/>
                  <a:pt x="1197101" y="229466"/>
                  <a:pt x="1178793" y="229466"/>
                </a:cubicBezTo>
                <a:cubicBezTo>
                  <a:pt x="1160486" y="229466"/>
                  <a:pt x="1145644" y="244307"/>
                  <a:pt x="1145644" y="262615"/>
                </a:cubicBezTo>
                <a:moveTo>
                  <a:pt x="1272938" y="271265"/>
                </a:moveTo>
                <a:cubicBezTo>
                  <a:pt x="1272938" y="289573"/>
                  <a:pt x="1287780" y="304415"/>
                  <a:pt x="1306087" y="304415"/>
                </a:cubicBezTo>
                <a:cubicBezTo>
                  <a:pt x="1324395" y="304415"/>
                  <a:pt x="1339237" y="289573"/>
                  <a:pt x="1339237" y="271265"/>
                </a:cubicBezTo>
                <a:cubicBezTo>
                  <a:pt x="1339237" y="252957"/>
                  <a:pt x="1324395" y="238116"/>
                  <a:pt x="1306087" y="238116"/>
                </a:cubicBezTo>
                <a:cubicBezTo>
                  <a:pt x="1287780" y="238116"/>
                  <a:pt x="1272938" y="252957"/>
                  <a:pt x="1272938" y="271265"/>
                </a:cubicBezTo>
                <a:moveTo>
                  <a:pt x="1400232" y="199679"/>
                </a:moveTo>
                <a:cubicBezTo>
                  <a:pt x="1400232" y="217987"/>
                  <a:pt x="1415073" y="232828"/>
                  <a:pt x="1433381" y="232828"/>
                </a:cubicBezTo>
                <a:cubicBezTo>
                  <a:pt x="1451689" y="232828"/>
                  <a:pt x="1466531" y="217987"/>
                  <a:pt x="1466531" y="199679"/>
                </a:cubicBezTo>
                <a:cubicBezTo>
                  <a:pt x="1466531" y="181371"/>
                  <a:pt x="1451689" y="166529"/>
                  <a:pt x="1433381" y="166529"/>
                </a:cubicBezTo>
                <a:cubicBezTo>
                  <a:pt x="1415073" y="166529"/>
                  <a:pt x="1400232" y="181371"/>
                  <a:pt x="1400232" y="199679"/>
                </a:cubicBezTo>
                <a:moveTo>
                  <a:pt x="1527526" y="165628"/>
                </a:moveTo>
                <a:cubicBezTo>
                  <a:pt x="1527526" y="183936"/>
                  <a:pt x="1542367" y="198777"/>
                  <a:pt x="1560675" y="198777"/>
                </a:cubicBezTo>
                <a:cubicBezTo>
                  <a:pt x="1578983" y="198777"/>
                  <a:pt x="1593825" y="183936"/>
                  <a:pt x="1593825" y="165628"/>
                </a:cubicBezTo>
                <a:cubicBezTo>
                  <a:pt x="1593825" y="147320"/>
                  <a:pt x="1578983" y="132478"/>
                  <a:pt x="1560675" y="132478"/>
                </a:cubicBezTo>
                <a:cubicBezTo>
                  <a:pt x="1542367" y="132478"/>
                  <a:pt x="1527526" y="147320"/>
                  <a:pt x="1527526" y="165628"/>
                </a:cubicBezTo>
                <a:moveTo>
                  <a:pt x="1654819" y="303872"/>
                </a:moveTo>
                <a:cubicBezTo>
                  <a:pt x="1654819" y="322180"/>
                  <a:pt x="1669661" y="337021"/>
                  <a:pt x="1687969" y="337021"/>
                </a:cubicBezTo>
                <a:cubicBezTo>
                  <a:pt x="1706276" y="337021"/>
                  <a:pt x="1721118" y="322180"/>
                  <a:pt x="1721118" y="303872"/>
                </a:cubicBezTo>
                <a:cubicBezTo>
                  <a:pt x="1721118" y="285564"/>
                  <a:pt x="1706276" y="270722"/>
                  <a:pt x="1687969" y="270722"/>
                </a:cubicBezTo>
                <a:cubicBezTo>
                  <a:pt x="1669661" y="270722"/>
                  <a:pt x="1654819" y="285564"/>
                  <a:pt x="1654819" y="303872"/>
                </a:cubicBezTo>
                <a:moveTo>
                  <a:pt x="1782113" y="399891"/>
                </a:moveTo>
                <a:cubicBezTo>
                  <a:pt x="1782113" y="418199"/>
                  <a:pt x="1796955" y="433040"/>
                  <a:pt x="1815263" y="433040"/>
                </a:cubicBezTo>
                <a:cubicBezTo>
                  <a:pt x="1833571" y="433040"/>
                  <a:pt x="1848412" y="418199"/>
                  <a:pt x="1848412" y="399891"/>
                </a:cubicBezTo>
                <a:cubicBezTo>
                  <a:pt x="1848412" y="381583"/>
                  <a:pt x="1833571" y="366741"/>
                  <a:pt x="1815263" y="366741"/>
                </a:cubicBezTo>
                <a:cubicBezTo>
                  <a:pt x="1796955" y="366741"/>
                  <a:pt x="1782113" y="381583"/>
                  <a:pt x="1782113" y="399891"/>
                </a:cubicBezTo>
                <a:moveTo>
                  <a:pt x="1909407" y="397259"/>
                </a:moveTo>
                <a:cubicBezTo>
                  <a:pt x="1909407" y="415567"/>
                  <a:pt x="1924249" y="430408"/>
                  <a:pt x="1942557" y="430408"/>
                </a:cubicBezTo>
                <a:cubicBezTo>
                  <a:pt x="1960865" y="430408"/>
                  <a:pt x="1975706" y="415567"/>
                  <a:pt x="1975706" y="397259"/>
                </a:cubicBezTo>
                <a:cubicBezTo>
                  <a:pt x="1975706" y="378951"/>
                  <a:pt x="1960865" y="364110"/>
                  <a:pt x="1942557" y="364110"/>
                </a:cubicBezTo>
                <a:cubicBezTo>
                  <a:pt x="1924249" y="364110"/>
                  <a:pt x="1909407" y="378951"/>
                  <a:pt x="1909407" y="397259"/>
                </a:cubicBezTo>
                <a:moveTo>
                  <a:pt x="2036701" y="395887"/>
                </a:moveTo>
                <a:cubicBezTo>
                  <a:pt x="2036701" y="414195"/>
                  <a:pt x="2051543" y="429037"/>
                  <a:pt x="2069850" y="429037"/>
                </a:cubicBezTo>
                <a:cubicBezTo>
                  <a:pt x="2088159" y="429037"/>
                  <a:pt x="2103000" y="414195"/>
                  <a:pt x="2103000" y="395887"/>
                </a:cubicBezTo>
                <a:cubicBezTo>
                  <a:pt x="2103000" y="377580"/>
                  <a:pt x="2088159" y="362738"/>
                  <a:pt x="2069850" y="362738"/>
                </a:cubicBezTo>
                <a:cubicBezTo>
                  <a:pt x="2051543" y="362738"/>
                  <a:pt x="2036701" y="377580"/>
                  <a:pt x="2036701" y="395887"/>
                </a:cubicBezTo>
                <a:moveTo>
                  <a:pt x="2163995" y="395385"/>
                </a:moveTo>
                <a:cubicBezTo>
                  <a:pt x="2163995" y="413693"/>
                  <a:pt x="2178836" y="428534"/>
                  <a:pt x="2197144" y="428534"/>
                </a:cubicBezTo>
                <a:cubicBezTo>
                  <a:pt x="2215452" y="428534"/>
                  <a:pt x="2230294" y="413693"/>
                  <a:pt x="2230294" y="395385"/>
                </a:cubicBezTo>
                <a:cubicBezTo>
                  <a:pt x="2230294" y="377077"/>
                  <a:pt x="2215452" y="362235"/>
                  <a:pt x="2197144" y="362235"/>
                </a:cubicBezTo>
                <a:cubicBezTo>
                  <a:pt x="2178836" y="362235"/>
                  <a:pt x="2163995" y="377077"/>
                  <a:pt x="2163995" y="395385"/>
                </a:cubicBezTo>
                <a:moveTo>
                  <a:pt x="2291289" y="554142"/>
                </a:moveTo>
                <a:cubicBezTo>
                  <a:pt x="2291289" y="572450"/>
                  <a:pt x="2306130" y="587292"/>
                  <a:pt x="2324438" y="587292"/>
                </a:cubicBezTo>
                <a:cubicBezTo>
                  <a:pt x="2342746" y="587292"/>
                  <a:pt x="2357587" y="572450"/>
                  <a:pt x="2357587" y="554142"/>
                </a:cubicBezTo>
                <a:cubicBezTo>
                  <a:pt x="2357587" y="535834"/>
                  <a:pt x="2342746" y="520993"/>
                  <a:pt x="2324438" y="520993"/>
                </a:cubicBezTo>
                <a:cubicBezTo>
                  <a:pt x="2306130" y="520993"/>
                  <a:pt x="2291289" y="535834"/>
                  <a:pt x="2291289" y="554142"/>
                </a:cubicBezTo>
                <a:moveTo>
                  <a:pt x="2418582" y="552194"/>
                </a:moveTo>
                <a:cubicBezTo>
                  <a:pt x="2418582" y="570502"/>
                  <a:pt x="2433424" y="585344"/>
                  <a:pt x="2451732" y="585344"/>
                </a:cubicBezTo>
                <a:cubicBezTo>
                  <a:pt x="2470040" y="585344"/>
                  <a:pt x="2484881" y="570502"/>
                  <a:pt x="2484881" y="552194"/>
                </a:cubicBezTo>
                <a:cubicBezTo>
                  <a:pt x="2484881" y="533886"/>
                  <a:pt x="2470040" y="519045"/>
                  <a:pt x="2451732" y="519045"/>
                </a:cubicBezTo>
                <a:cubicBezTo>
                  <a:pt x="2433424" y="519045"/>
                  <a:pt x="2418582" y="533886"/>
                  <a:pt x="2418582" y="552194"/>
                </a:cubicBezTo>
                <a:moveTo>
                  <a:pt x="2545876" y="552268"/>
                </a:moveTo>
                <a:cubicBezTo>
                  <a:pt x="2545876" y="570576"/>
                  <a:pt x="2560718" y="585417"/>
                  <a:pt x="2579026" y="585417"/>
                </a:cubicBezTo>
                <a:cubicBezTo>
                  <a:pt x="2597334" y="585417"/>
                  <a:pt x="2612175" y="570576"/>
                  <a:pt x="2612175" y="552268"/>
                </a:cubicBezTo>
                <a:cubicBezTo>
                  <a:pt x="2612175" y="533960"/>
                  <a:pt x="2597334" y="519118"/>
                  <a:pt x="2579026" y="519118"/>
                </a:cubicBezTo>
                <a:cubicBezTo>
                  <a:pt x="2560718" y="519118"/>
                  <a:pt x="2545876" y="533960"/>
                  <a:pt x="2545876" y="552268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555056"/>
                </a:moveTo>
                <a:cubicBezTo>
                  <a:pt x="2800464" y="573364"/>
                  <a:pt x="2815306" y="588205"/>
                  <a:pt x="2833613" y="588205"/>
                </a:cubicBezTo>
                <a:cubicBezTo>
                  <a:pt x="2851922" y="588205"/>
                  <a:pt x="2866763" y="573364"/>
                  <a:pt x="2866763" y="555056"/>
                </a:cubicBezTo>
                <a:cubicBezTo>
                  <a:pt x="2866763" y="536748"/>
                  <a:pt x="2851922" y="521907"/>
                  <a:pt x="2833613" y="521907"/>
                </a:cubicBezTo>
                <a:cubicBezTo>
                  <a:pt x="2815306" y="521907"/>
                  <a:pt x="2800464" y="536748"/>
                  <a:pt x="2800464" y="555056"/>
                </a:cubicBez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3FEEA5-1736-4160-BC86-91157336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3324067"/>
            <a:ext cx="2800464" cy="1034035"/>
          </a:xfrm>
          <a:custGeom xmlns:a="http://schemas.openxmlformats.org/drawingml/2006/main">
            <a:pathLst>
              <a:path w="2800464" h="1034035" fill="none">
                <a:moveTo>
                  <a:pt x="0" y="912919"/>
                </a:moveTo>
                <a:lnTo>
                  <a:pt x="127294" y="640143"/>
                </a:lnTo>
                <a:lnTo>
                  <a:pt x="254588" y="878066"/>
                </a:lnTo>
                <a:lnTo>
                  <a:pt x="381881" y="519746"/>
                </a:lnTo>
                <a:lnTo>
                  <a:pt x="509175" y="579295"/>
                </a:lnTo>
                <a:lnTo>
                  <a:pt x="636469" y="515267"/>
                </a:lnTo>
                <a:lnTo>
                  <a:pt x="763763" y="581650"/>
                </a:lnTo>
                <a:lnTo>
                  <a:pt x="891057" y="511325"/>
                </a:lnTo>
                <a:lnTo>
                  <a:pt x="1018351" y="534862"/>
                </a:lnTo>
                <a:lnTo>
                  <a:pt x="1145644" y="563915"/>
                </a:lnTo>
                <a:lnTo>
                  <a:pt x="1272938" y="569949"/>
                </a:lnTo>
                <a:lnTo>
                  <a:pt x="1400232" y="396804"/>
                </a:lnTo>
                <a:lnTo>
                  <a:pt x="1527526" y="365302"/>
                </a:lnTo>
                <a:lnTo>
                  <a:pt x="1654820" y="482398"/>
                </a:lnTo>
                <a:lnTo>
                  <a:pt x="1782114" y="603709"/>
                </a:lnTo>
                <a:lnTo>
                  <a:pt x="1909407" y="602141"/>
                </a:lnTo>
                <a:lnTo>
                  <a:pt x="2036701" y="603136"/>
                </a:lnTo>
                <a:lnTo>
                  <a:pt x="2163995" y="601321"/>
                </a:lnTo>
                <a:lnTo>
                  <a:pt x="2291289" y="1007315"/>
                </a:lnTo>
                <a:lnTo>
                  <a:pt x="2418583" y="1003425"/>
                </a:lnTo>
                <a:lnTo>
                  <a:pt x="2545876" y="1005368"/>
                </a:lnTo>
                <a:lnTo>
                  <a:pt x="2673170" y="0"/>
                </a:lnTo>
                <a:lnTo>
                  <a:pt x="2800464" y="1034035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555555"/>
            </a:solidFill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ABBAE5-B7EE-4C80-A9E9-E3CD1AA5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3290917"/>
            <a:ext cx="2866763" cy="1100334"/>
          </a:xfrm>
          <a:custGeom xmlns:a="http://schemas.openxmlformats.org/drawingml/2006/main">
            <a:pathLst>
              <a:path w="2866763" h="1100334">
                <a:moveTo>
                  <a:pt x="0" y="946069"/>
                </a:moveTo>
                <a:cubicBezTo>
                  <a:pt x="0" y="964377"/>
                  <a:pt x="14841" y="979218"/>
                  <a:pt x="33149" y="979218"/>
                </a:cubicBezTo>
                <a:cubicBezTo>
                  <a:pt x="51457" y="979218"/>
                  <a:pt x="66299" y="964377"/>
                  <a:pt x="66299" y="946069"/>
                </a:cubicBezTo>
                <a:cubicBezTo>
                  <a:pt x="66299" y="927761"/>
                  <a:pt x="51457" y="912919"/>
                  <a:pt x="33149" y="912919"/>
                </a:cubicBezTo>
                <a:cubicBezTo>
                  <a:pt x="14841" y="912919"/>
                  <a:pt x="0" y="927761"/>
                  <a:pt x="0" y="946069"/>
                </a:cubicBezTo>
                <a:moveTo>
                  <a:pt x="127294" y="673292"/>
                </a:moveTo>
                <a:cubicBezTo>
                  <a:pt x="127294" y="691600"/>
                  <a:pt x="142135" y="706442"/>
                  <a:pt x="160443" y="706442"/>
                </a:cubicBezTo>
                <a:cubicBezTo>
                  <a:pt x="178751" y="706442"/>
                  <a:pt x="193593" y="691600"/>
                  <a:pt x="193593" y="673292"/>
                </a:cubicBezTo>
                <a:cubicBezTo>
                  <a:pt x="193593" y="654984"/>
                  <a:pt x="178751" y="640143"/>
                  <a:pt x="160443" y="640143"/>
                </a:cubicBezTo>
                <a:cubicBezTo>
                  <a:pt x="142135" y="640143"/>
                  <a:pt x="127294" y="654984"/>
                  <a:pt x="127294" y="673292"/>
                </a:cubicBezTo>
                <a:moveTo>
                  <a:pt x="254588" y="911216"/>
                </a:moveTo>
                <a:cubicBezTo>
                  <a:pt x="254588" y="929524"/>
                  <a:pt x="269429" y="944365"/>
                  <a:pt x="287737" y="944365"/>
                </a:cubicBezTo>
                <a:cubicBezTo>
                  <a:pt x="306045" y="944365"/>
                  <a:pt x="320886" y="929524"/>
                  <a:pt x="320886" y="911216"/>
                </a:cubicBezTo>
                <a:cubicBezTo>
                  <a:pt x="320886" y="892908"/>
                  <a:pt x="306045" y="878066"/>
                  <a:pt x="287737" y="878066"/>
                </a:cubicBezTo>
                <a:cubicBezTo>
                  <a:pt x="269429" y="878066"/>
                  <a:pt x="254588" y="892908"/>
                  <a:pt x="254588" y="911216"/>
                </a:cubicBezTo>
                <a:moveTo>
                  <a:pt x="381881" y="552896"/>
                </a:moveTo>
                <a:cubicBezTo>
                  <a:pt x="381881" y="571204"/>
                  <a:pt x="396723" y="586045"/>
                  <a:pt x="415031" y="586045"/>
                </a:cubicBezTo>
                <a:cubicBezTo>
                  <a:pt x="433339" y="586045"/>
                  <a:pt x="448180" y="571204"/>
                  <a:pt x="448180" y="552896"/>
                </a:cubicBezTo>
                <a:cubicBezTo>
                  <a:pt x="448180" y="534588"/>
                  <a:pt x="433339" y="519746"/>
                  <a:pt x="415031" y="519746"/>
                </a:cubicBezTo>
                <a:cubicBezTo>
                  <a:pt x="396723" y="519746"/>
                  <a:pt x="381881" y="534588"/>
                  <a:pt x="381881" y="552896"/>
                </a:cubicBezTo>
                <a:moveTo>
                  <a:pt x="509175" y="612444"/>
                </a:moveTo>
                <a:cubicBezTo>
                  <a:pt x="509175" y="630752"/>
                  <a:pt x="524017" y="645594"/>
                  <a:pt x="542325" y="645594"/>
                </a:cubicBezTo>
                <a:cubicBezTo>
                  <a:pt x="560633" y="645594"/>
                  <a:pt x="575474" y="630752"/>
                  <a:pt x="575474" y="612444"/>
                </a:cubicBezTo>
                <a:cubicBezTo>
                  <a:pt x="575474" y="594136"/>
                  <a:pt x="560633" y="579295"/>
                  <a:pt x="542325" y="579295"/>
                </a:cubicBezTo>
                <a:cubicBezTo>
                  <a:pt x="524017" y="579295"/>
                  <a:pt x="509175" y="594136"/>
                  <a:pt x="509175" y="612444"/>
                </a:cubicBezTo>
                <a:moveTo>
                  <a:pt x="636469" y="548416"/>
                </a:moveTo>
                <a:cubicBezTo>
                  <a:pt x="636469" y="566724"/>
                  <a:pt x="651311" y="581565"/>
                  <a:pt x="669619" y="581565"/>
                </a:cubicBezTo>
                <a:cubicBezTo>
                  <a:pt x="687926" y="581565"/>
                  <a:pt x="702768" y="566724"/>
                  <a:pt x="702768" y="548416"/>
                </a:cubicBezTo>
                <a:cubicBezTo>
                  <a:pt x="702768" y="530108"/>
                  <a:pt x="687926" y="515267"/>
                  <a:pt x="669619" y="515267"/>
                </a:cubicBezTo>
                <a:cubicBezTo>
                  <a:pt x="651311" y="515267"/>
                  <a:pt x="636469" y="530108"/>
                  <a:pt x="636469" y="548416"/>
                </a:cubicBezTo>
                <a:moveTo>
                  <a:pt x="763763" y="614800"/>
                </a:moveTo>
                <a:cubicBezTo>
                  <a:pt x="763763" y="633108"/>
                  <a:pt x="778605" y="647949"/>
                  <a:pt x="796912" y="647949"/>
                </a:cubicBezTo>
                <a:cubicBezTo>
                  <a:pt x="815220" y="647949"/>
                  <a:pt x="830062" y="633108"/>
                  <a:pt x="830062" y="614800"/>
                </a:cubicBezTo>
                <a:cubicBezTo>
                  <a:pt x="830062" y="596492"/>
                  <a:pt x="815220" y="581650"/>
                  <a:pt x="796912" y="581650"/>
                </a:cubicBezTo>
                <a:cubicBezTo>
                  <a:pt x="778605" y="581650"/>
                  <a:pt x="763763" y="596492"/>
                  <a:pt x="763763" y="614800"/>
                </a:cubicBezTo>
                <a:moveTo>
                  <a:pt x="891057" y="544475"/>
                </a:moveTo>
                <a:cubicBezTo>
                  <a:pt x="891057" y="562782"/>
                  <a:pt x="905898" y="577624"/>
                  <a:pt x="924206" y="577624"/>
                </a:cubicBezTo>
                <a:cubicBezTo>
                  <a:pt x="942514" y="577624"/>
                  <a:pt x="957356" y="562782"/>
                  <a:pt x="957356" y="544475"/>
                </a:cubicBezTo>
                <a:cubicBezTo>
                  <a:pt x="957356" y="526167"/>
                  <a:pt x="942514" y="511325"/>
                  <a:pt x="924206" y="511325"/>
                </a:cubicBezTo>
                <a:cubicBezTo>
                  <a:pt x="905898" y="511325"/>
                  <a:pt x="891057" y="526167"/>
                  <a:pt x="891057" y="544475"/>
                </a:cubicBezTo>
                <a:moveTo>
                  <a:pt x="1018351" y="568011"/>
                </a:moveTo>
                <a:cubicBezTo>
                  <a:pt x="1018351" y="586319"/>
                  <a:pt x="1033192" y="601161"/>
                  <a:pt x="1051500" y="601161"/>
                </a:cubicBezTo>
                <a:cubicBezTo>
                  <a:pt x="1069808" y="601161"/>
                  <a:pt x="1084650" y="586319"/>
                  <a:pt x="1084650" y="568011"/>
                </a:cubicBezTo>
                <a:cubicBezTo>
                  <a:pt x="1084650" y="549703"/>
                  <a:pt x="1069808" y="534862"/>
                  <a:pt x="1051500" y="534862"/>
                </a:cubicBezTo>
                <a:cubicBezTo>
                  <a:pt x="1033192" y="534862"/>
                  <a:pt x="1018351" y="549703"/>
                  <a:pt x="1018351" y="568011"/>
                </a:cubicBezTo>
                <a:moveTo>
                  <a:pt x="1145644" y="597065"/>
                </a:moveTo>
                <a:cubicBezTo>
                  <a:pt x="1145644" y="615373"/>
                  <a:pt x="1160486" y="630214"/>
                  <a:pt x="1178794" y="630214"/>
                </a:cubicBezTo>
                <a:cubicBezTo>
                  <a:pt x="1197102" y="630214"/>
                  <a:pt x="1211943" y="615373"/>
                  <a:pt x="1211943" y="597065"/>
                </a:cubicBezTo>
                <a:cubicBezTo>
                  <a:pt x="1211943" y="578757"/>
                  <a:pt x="1197102" y="563915"/>
                  <a:pt x="1178794" y="563915"/>
                </a:cubicBezTo>
                <a:cubicBezTo>
                  <a:pt x="1160486" y="563915"/>
                  <a:pt x="1145644" y="578757"/>
                  <a:pt x="1145644" y="597065"/>
                </a:cubicBezTo>
                <a:moveTo>
                  <a:pt x="1272938" y="603098"/>
                </a:moveTo>
                <a:cubicBezTo>
                  <a:pt x="1272938" y="621406"/>
                  <a:pt x="1287780" y="636248"/>
                  <a:pt x="1306088" y="636248"/>
                </a:cubicBezTo>
                <a:cubicBezTo>
                  <a:pt x="1324395" y="636248"/>
                  <a:pt x="1339237" y="621406"/>
                  <a:pt x="1339237" y="603098"/>
                </a:cubicBezTo>
                <a:cubicBezTo>
                  <a:pt x="1339237" y="584790"/>
                  <a:pt x="1324395" y="569949"/>
                  <a:pt x="1306088" y="569949"/>
                </a:cubicBezTo>
                <a:cubicBezTo>
                  <a:pt x="1287780" y="569949"/>
                  <a:pt x="1272938" y="584790"/>
                  <a:pt x="1272938" y="603098"/>
                </a:cubicBezTo>
                <a:moveTo>
                  <a:pt x="1400232" y="429954"/>
                </a:moveTo>
                <a:cubicBezTo>
                  <a:pt x="1400232" y="448262"/>
                  <a:pt x="1415074" y="463103"/>
                  <a:pt x="1433381" y="463103"/>
                </a:cubicBezTo>
                <a:cubicBezTo>
                  <a:pt x="1451689" y="463103"/>
                  <a:pt x="1466531" y="448262"/>
                  <a:pt x="1466531" y="429954"/>
                </a:cubicBezTo>
                <a:cubicBezTo>
                  <a:pt x="1466531" y="411646"/>
                  <a:pt x="1451689" y="396804"/>
                  <a:pt x="1433381" y="396804"/>
                </a:cubicBezTo>
                <a:cubicBezTo>
                  <a:pt x="1415074" y="396804"/>
                  <a:pt x="1400232" y="411646"/>
                  <a:pt x="1400232" y="429954"/>
                </a:cubicBezTo>
                <a:moveTo>
                  <a:pt x="1527526" y="398451"/>
                </a:moveTo>
                <a:cubicBezTo>
                  <a:pt x="1527526" y="416759"/>
                  <a:pt x="1542367" y="431600"/>
                  <a:pt x="1560675" y="431600"/>
                </a:cubicBezTo>
                <a:cubicBezTo>
                  <a:pt x="1578983" y="431600"/>
                  <a:pt x="1593825" y="416759"/>
                  <a:pt x="1593825" y="398451"/>
                </a:cubicBezTo>
                <a:cubicBezTo>
                  <a:pt x="1593825" y="380144"/>
                  <a:pt x="1578983" y="365302"/>
                  <a:pt x="1560675" y="365302"/>
                </a:cubicBezTo>
                <a:cubicBezTo>
                  <a:pt x="1542367" y="365302"/>
                  <a:pt x="1527526" y="380144"/>
                  <a:pt x="1527526" y="398451"/>
                </a:cubicBezTo>
                <a:moveTo>
                  <a:pt x="1654820" y="515548"/>
                </a:moveTo>
                <a:cubicBezTo>
                  <a:pt x="1654820" y="533856"/>
                  <a:pt x="1669661" y="548697"/>
                  <a:pt x="1687969" y="548697"/>
                </a:cubicBezTo>
                <a:cubicBezTo>
                  <a:pt x="1706277" y="548697"/>
                  <a:pt x="1721119" y="533856"/>
                  <a:pt x="1721119" y="515548"/>
                </a:cubicBezTo>
                <a:cubicBezTo>
                  <a:pt x="1721119" y="497240"/>
                  <a:pt x="1706277" y="482398"/>
                  <a:pt x="1687969" y="482398"/>
                </a:cubicBezTo>
                <a:cubicBezTo>
                  <a:pt x="1669661" y="482398"/>
                  <a:pt x="1654820" y="497240"/>
                  <a:pt x="1654820" y="515548"/>
                </a:cubicBezTo>
                <a:moveTo>
                  <a:pt x="1782114" y="636858"/>
                </a:moveTo>
                <a:cubicBezTo>
                  <a:pt x="1782114" y="655166"/>
                  <a:pt x="1796955" y="670007"/>
                  <a:pt x="1815263" y="670007"/>
                </a:cubicBezTo>
                <a:cubicBezTo>
                  <a:pt x="1833571" y="670007"/>
                  <a:pt x="1848412" y="655166"/>
                  <a:pt x="1848412" y="636858"/>
                </a:cubicBezTo>
                <a:cubicBezTo>
                  <a:pt x="1848412" y="618550"/>
                  <a:pt x="1833571" y="603709"/>
                  <a:pt x="1815263" y="603709"/>
                </a:cubicBezTo>
                <a:cubicBezTo>
                  <a:pt x="1796955" y="603709"/>
                  <a:pt x="1782114" y="618550"/>
                  <a:pt x="1782114" y="636858"/>
                </a:cubicBezTo>
                <a:moveTo>
                  <a:pt x="1909407" y="635290"/>
                </a:moveTo>
                <a:cubicBezTo>
                  <a:pt x="1909407" y="653598"/>
                  <a:pt x="1924249" y="668440"/>
                  <a:pt x="1942557" y="668440"/>
                </a:cubicBezTo>
                <a:cubicBezTo>
                  <a:pt x="1960865" y="668440"/>
                  <a:pt x="1975706" y="653598"/>
                  <a:pt x="1975706" y="635290"/>
                </a:cubicBezTo>
                <a:cubicBezTo>
                  <a:pt x="1975706" y="616982"/>
                  <a:pt x="1960865" y="602141"/>
                  <a:pt x="1942557" y="602141"/>
                </a:cubicBezTo>
                <a:cubicBezTo>
                  <a:pt x="1924249" y="602141"/>
                  <a:pt x="1909407" y="616982"/>
                  <a:pt x="1909407" y="635290"/>
                </a:cubicBezTo>
                <a:moveTo>
                  <a:pt x="2036701" y="636286"/>
                </a:moveTo>
                <a:cubicBezTo>
                  <a:pt x="2036701" y="654593"/>
                  <a:pt x="2051543" y="669435"/>
                  <a:pt x="2069851" y="669435"/>
                </a:cubicBezTo>
                <a:cubicBezTo>
                  <a:pt x="2088159" y="669435"/>
                  <a:pt x="2103000" y="654593"/>
                  <a:pt x="2103000" y="636286"/>
                </a:cubicBezTo>
                <a:cubicBezTo>
                  <a:pt x="2103000" y="617978"/>
                  <a:pt x="2088159" y="603136"/>
                  <a:pt x="2069851" y="603136"/>
                </a:cubicBezTo>
                <a:cubicBezTo>
                  <a:pt x="2051543" y="603136"/>
                  <a:pt x="2036701" y="617978"/>
                  <a:pt x="2036701" y="636286"/>
                </a:cubicBezTo>
                <a:moveTo>
                  <a:pt x="2163995" y="634470"/>
                </a:moveTo>
                <a:cubicBezTo>
                  <a:pt x="2163995" y="652778"/>
                  <a:pt x="2178837" y="667620"/>
                  <a:pt x="2197144" y="667620"/>
                </a:cubicBezTo>
                <a:cubicBezTo>
                  <a:pt x="2215452" y="667620"/>
                  <a:pt x="2230294" y="652778"/>
                  <a:pt x="2230294" y="634470"/>
                </a:cubicBezTo>
                <a:cubicBezTo>
                  <a:pt x="2230294" y="616162"/>
                  <a:pt x="2215452" y="601321"/>
                  <a:pt x="2197144" y="601321"/>
                </a:cubicBezTo>
                <a:cubicBezTo>
                  <a:pt x="2178837" y="601321"/>
                  <a:pt x="2163995" y="616162"/>
                  <a:pt x="2163995" y="634470"/>
                </a:cubicBezTo>
                <a:moveTo>
                  <a:pt x="2291289" y="1040464"/>
                </a:moveTo>
                <a:cubicBezTo>
                  <a:pt x="2291289" y="1058772"/>
                  <a:pt x="2306130" y="1073614"/>
                  <a:pt x="2324438" y="1073614"/>
                </a:cubicBezTo>
                <a:cubicBezTo>
                  <a:pt x="2342746" y="1073614"/>
                  <a:pt x="2357588" y="1058772"/>
                  <a:pt x="2357588" y="1040464"/>
                </a:cubicBezTo>
                <a:cubicBezTo>
                  <a:pt x="2357588" y="1022157"/>
                  <a:pt x="2342746" y="1007315"/>
                  <a:pt x="2324438" y="1007315"/>
                </a:cubicBezTo>
                <a:cubicBezTo>
                  <a:pt x="2306130" y="1007315"/>
                  <a:pt x="2291289" y="1022157"/>
                  <a:pt x="2291289" y="1040464"/>
                </a:cubicBezTo>
                <a:moveTo>
                  <a:pt x="2418583" y="1036574"/>
                </a:moveTo>
                <a:cubicBezTo>
                  <a:pt x="2418583" y="1054882"/>
                  <a:pt x="2433424" y="1069724"/>
                  <a:pt x="2451732" y="1069724"/>
                </a:cubicBezTo>
                <a:cubicBezTo>
                  <a:pt x="2470040" y="1069724"/>
                  <a:pt x="2484881" y="1054882"/>
                  <a:pt x="2484881" y="1036574"/>
                </a:cubicBezTo>
                <a:cubicBezTo>
                  <a:pt x="2484881" y="1018266"/>
                  <a:pt x="2470040" y="1003425"/>
                  <a:pt x="2451732" y="1003425"/>
                </a:cubicBezTo>
                <a:cubicBezTo>
                  <a:pt x="2433424" y="1003425"/>
                  <a:pt x="2418583" y="1018266"/>
                  <a:pt x="2418583" y="1036574"/>
                </a:cubicBezTo>
                <a:moveTo>
                  <a:pt x="2545876" y="1038518"/>
                </a:moveTo>
                <a:cubicBezTo>
                  <a:pt x="2545876" y="1056826"/>
                  <a:pt x="2560718" y="1071667"/>
                  <a:pt x="2579026" y="1071667"/>
                </a:cubicBezTo>
                <a:cubicBezTo>
                  <a:pt x="2597334" y="1071667"/>
                  <a:pt x="2612175" y="1056826"/>
                  <a:pt x="2612175" y="1038518"/>
                </a:cubicBezTo>
                <a:cubicBezTo>
                  <a:pt x="2612175" y="1020210"/>
                  <a:pt x="2597334" y="1005368"/>
                  <a:pt x="2579026" y="1005368"/>
                </a:cubicBezTo>
                <a:cubicBezTo>
                  <a:pt x="2560718" y="1005368"/>
                  <a:pt x="2545876" y="1020210"/>
                  <a:pt x="2545876" y="1038518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067184"/>
                </a:moveTo>
                <a:cubicBezTo>
                  <a:pt x="2800464" y="1085492"/>
                  <a:pt x="2815306" y="1100334"/>
                  <a:pt x="2833614" y="1100334"/>
                </a:cubicBezTo>
                <a:cubicBezTo>
                  <a:pt x="2851921" y="1100334"/>
                  <a:pt x="2866763" y="1085492"/>
                  <a:pt x="2866763" y="1067184"/>
                </a:cubicBezTo>
                <a:cubicBezTo>
                  <a:pt x="2866763" y="1048876"/>
                  <a:pt x="2851921" y="1034035"/>
                  <a:pt x="2833614" y="1034035"/>
                </a:cubicBezTo>
                <a:cubicBezTo>
                  <a:pt x="2815306" y="1034035"/>
                  <a:pt x="2800464" y="1048876"/>
                  <a:pt x="2800464" y="1067184"/>
                </a:cubicBez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C5E1FB-F262-46DC-9A9A-DC1D2A66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921385"/>
            <a:ext cx="2800464" cy="582752"/>
          </a:xfrm>
          <a:custGeom xmlns:a="http://schemas.openxmlformats.org/drawingml/2006/main">
            <a:pathLst>
              <a:path w="2800464" h="582752" fill="none">
                <a:moveTo>
                  <a:pt x="0" y="477929"/>
                </a:moveTo>
                <a:lnTo>
                  <a:pt x="127294" y="79975"/>
                </a:lnTo>
                <a:lnTo>
                  <a:pt x="254588" y="459476"/>
                </a:lnTo>
                <a:lnTo>
                  <a:pt x="381881" y="286279"/>
                </a:lnTo>
                <a:lnTo>
                  <a:pt x="509175" y="409718"/>
                </a:lnTo>
                <a:lnTo>
                  <a:pt x="636469" y="279696"/>
                </a:lnTo>
                <a:lnTo>
                  <a:pt x="763763" y="422984"/>
                </a:lnTo>
                <a:lnTo>
                  <a:pt x="891057" y="270448"/>
                </a:lnTo>
                <a:lnTo>
                  <a:pt x="1018350" y="334969"/>
                </a:lnTo>
                <a:lnTo>
                  <a:pt x="1145644" y="287761"/>
                </a:lnTo>
                <a:lnTo>
                  <a:pt x="1272938" y="290701"/>
                </a:lnTo>
                <a:lnTo>
                  <a:pt x="1400232" y="186723"/>
                </a:lnTo>
                <a:lnTo>
                  <a:pt x="1527526" y="153263"/>
                </a:lnTo>
                <a:lnTo>
                  <a:pt x="1654819" y="287076"/>
                </a:lnTo>
                <a:lnTo>
                  <a:pt x="1782113" y="420111"/>
                </a:lnTo>
                <a:lnTo>
                  <a:pt x="1909407" y="416789"/>
                </a:lnTo>
                <a:lnTo>
                  <a:pt x="2036701" y="418266"/>
                </a:lnTo>
                <a:lnTo>
                  <a:pt x="2163995" y="416347"/>
                </a:lnTo>
                <a:lnTo>
                  <a:pt x="2291289" y="574653"/>
                </a:lnTo>
                <a:lnTo>
                  <a:pt x="2418582" y="568533"/>
                </a:lnTo>
                <a:lnTo>
                  <a:pt x="2545876" y="572553"/>
                </a:lnTo>
                <a:lnTo>
                  <a:pt x="2673170" y="0"/>
                </a:lnTo>
                <a:lnTo>
                  <a:pt x="2800464" y="582752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555555"/>
            </a:solidFill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D7601-F3A1-4D9C-8AA3-00B457E0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888235"/>
            <a:ext cx="2866763" cy="649051"/>
          </a:xfrm>
          <a:custGeom xmlns:a="http://schemas.openxmlformats.org/drawingml/2006/main">
            <a:pathLst>
              <a:path w="2866763" h="649051">
                <a:moveTo>
                  <a:pt x="0" y="511078"/>
                </a:moveTo>
                <a:cubicBezTo>
                  <a:pt x="0" y="529386"/>
                  <a:pt x="14841" y="544228"/>
                  <a:pt x="33149" y="544228"/>
                </a:cubicBezTo>
                <a:cubicBezTo>
                  <a:pt x="51457" y="544228"/>
                  <a:pt x="66299" y="529386"/>
                  <a:pt x="66299" y="511078"/>
                </a:cubicBezTo>
                <a:cubicBezTo>
                  <a:pt x="66299" y="492770"/>
                  <a:pt x="51457" y="477929"/>
                  <a:pt x="33149" y="477929"/>
                </a:cubicBezTo>
                <a:cubicBezTo>
                  <a:pt x="14841" y="477929"/>
                  <a:pt x="0" y="492770"/>
                  <a:pt x="0" y="511078"/>
                </a:cubicBezTo>
                <a:moveTo>
                  <a:pt x="127294" y="113125"/>
                </a:moveTo>
                <a:cubicBezTo>
                  <a:pt x="127294" y="131433"/>
                  <a:pt x="142135" y="146274"/>
                  <a:pt x="160443" y="146274"/>
                </a:cubicBezTo>
                <a:cubicBezTo>
                  <a:pt x="178751" y="146274"/>
                  <a:pt x="193592" y="131433"/>
                  <a:pt x="193592" y="113125"/>
                </a:cubicBezTo>
                <a:cubicBezTo>
                  <a:pt x="193592" y="94817"/>
                  <a:pt x="178751" y="79975"/>
                  <a:pt x="160443" y="79975"/>
                </a:cubicBezTo>
                <a:cubicBezTo>
                  <a:pt x="142135" y="79975"/>
                  <a:pt x="127294" y="94817"/>
                  <a:pt x="127294" y="113125"/>
                </a:cubicBezTo>
                <a:moveTo>
                  <a:pt x="254588" y="492625"/>
                </a:moveTo>
                <a:cubicBezTo>
                  <a:pt x="254588" y="510933"/>
                  <a:pt x="269429" y="525774"/>
                  <a:pt x="287737" y="525774"/>
                </a:cubicBezTo>
                <a:cubicBezTo>
                  <a:pt x="306045" y="525774"/>
                  <a:pt x="320886" y="510933"/>
                  <a:pt x="320886" y="492625"/>
                </a:cubicBezTo>
                <a:cubicBezTo>
                  <a:pt x="320886" y="474317"/>
                  <a:pt x="306045" y="459476"/>
                  <a:pt x="287737" y="459476"/>
                </a:cubicBezTo>
                <a:cubicBezTo>
                  <a:pt x="269429" y="459476"/>
                  <a:pt x="254588" y="474317"/>
                  <a:pt x="254588" y="492625"/>
                </a:cubicBezTo>
                <a:moveTo>
                  <a:pt x="381881" y="319429"/>
                </a:moveTo>
                <a:cubicBezTo>
                  <a:pt x="381881" y="337737"/>
                  <a:pt x="396723" y="352578"/>
                  <a:pt x="415031" y="352578"/>
                </a:cubicBezTo>
                <a:cubicBezTo>
                  <a:pt x="433339" y="352578"/>
                  <a:pt x="448180" y="337737"/>
                  <a:pt x="448180" y="319429"/>
                </a:cubicBezTo>
                <a:cubicBezTo>
                  <a:pt x="448180" y="301121"/>
                  <a:pt x="433339" y="286279"/>
                  <a:pt x="415031" y="286279"/>
                </a:cubicBezTo>
                <a:cubicBezTo>
                  <a:pt x="396723" y="286279"/>
                  <a:pt x="381881" y="301121"/>
                  <a:pt x="381881" y="319429"/>
                </a:cubicBezTo>
                <a:moveTo>
                  <a:pt x="509175" y="442867"/>
                </a:moveTo>
                <a:cubicBezTo>
                  <a:pt x="509175" y="461175"/>
                  <a:pt x="524017" y="476017"/>
                  <a:pt x="542324" y="476017"/>
                </a:cubicBezTo>
                <a:cubicBezTo>
                  <a:pt x="560632" y="476017"/>
                  <a:pt x="575474" y="461175"/>
                  <a:pt x="575474" y="442867"/>
                </a:cubicBezTo>
                <a:cubicBezTo>
                  <a:pt x="575474" y="424559"/>
                  <a:pt x="560632" y="409718"/>
                  <a:pt x="542324" y="409718"/>
                </a:cubicBezTo>
                <a:cubicBezTo>
                  <a:pt x="524017" y="409718"/>
                  <a:pt x="509175" y="424559"/>
                  <a:pt x="509175" y="442867"/>
                </a:cubicBezTo>
                <a:moveTo>
                  <a:pt x="636469" y="312845"/>
                </a:moveTo>
                <a:cubicBezTo>
                  <a:pt x="636469" y="331153"/>
                  <a:pt x="651310" y="345995"/>
                  <a:pt x="669618" y="345995"/>
                </a:cubicBezTo>
                <a:cubicBezTo>
                  <a:pt x="687926" y="345995"/>
                  <a:pt x="702768" y="331153"/>
                  <a:pt x="702768" y="312845"/>
                </a:cubicBezTo>
                <a:cubicBezTo>
                  <a:pt x="702768" y="294538"/>
                  <a:pt x="687926" y="279696"/>
                  <a:pt x="669618" y="279696"/>
                </a:cubicBezTo>
                <a:cubicBezTo>
                  <a:pt x="651310" y="279696"/>
                  <a:pt x="636469" y="294538"/>
                  <a:pt x="636469" y="312845"/>
                </a:cubicBezTo>
                <a:moveTo>
                  <a:pt x="763763" y="456134"/>
                </a:moveTo>
                <a:cubicBezTo>
                  <a:pt x="763763" y="474442"/>
                  <a:pt x="778604" y="489283"/>
                  <a:pt x="796912" y="489283"/>
                </a:cubicBezTo>
                <a:cubicBezTo>
                  <a:pt x="815220" y="489283"/>
                  <a:pt x="830061" y="474442"/>
                  <a:pt x="830061" y="456134"/>
                </a:cubicBezTo>
                <a:cubicBezTo>
                  <a:pt x="830061" y="437826"/>
                  <a:pt x="815220" y="422984"/>
                  <a:pt x="796912" y="422984"/>
                </a:cubicBezTo>
                <a:cubicBezTo>
                  <a:pt x="778604" y="422984"/>
                  <a:pt x="763763" y="437826"/>
                  <a:pt x="763763" y="456134"/>
                </a:cubicBezTo>
                <a:moveTo>
                  <a:pt x="891057" y="303597"/>
                </a:moveTo>
                <a:cubicBezTo>
                  <a:pt x="891057" y="321905"/>
                  <a:pt x="905898" y="336747"/>
                  <a:pt x="924206" y="336747"/>
                </a:cubicBezTo>
                <a:cubicBezTo>
                  <a:pt x="942514" y="336747"/>
                  <a:pt x="957356" y="321905"/>
                  <a:pt x="957356" y="303597"/>
                </a:cubicBezTo>
                <a:cubicBezTo>
                  <a:pt x="957356" y="285289"/>
                  <a:pt x="942514" y="270448"/>
                  <a:pt x="924206" y="270448"/>
                </a:cubicBezTo>
                <a:cubicBezTo>
                  <a:pt x="905898" y="270448"/>
                  <a:pt x="891057" y="285289"/>
                  <a:pt x="891057" y="303597"/>
                </a:cubicBezTo>
                <a:moveTo>
                  <a:pt x="1018350" y="368119"/>
                </a:moveTo>
                <a:cubicBezTo>
                  <a:pt x="1018350" y="386427"/>
                  <a:pt x="1033192" y="401268"/>
                  <a:pt x="1051500" y="401268"/>
                </a:cubicBezTo>
                <a:cubicBezTo>
                  <a:pt x="1069808" y="401268"/>
                  <a:pt x="1084649" y="386427"/>
                  <a:pt x="1084649" y="368119"/>
                </a:cubicBezTo>
                <a:cubicBezTo>
                  <a:pt x="1084649" y="349811"/>
                  <a:pt x="1069808" y="334969"/>
                  <a:pt x="1051500" y="334969"/>
                </a:cubicBezTo>
                <a:cubicBezTo>
                  <a:pt x="1033192" y="334969"/>
                  <a:pt x="1018350" y="349811"/>
                  <a:pt x="1018350" y="368119"/>
                </a:cubicBezTo>
                <a:moveTo>
                  <a:pt x="1145644" y="320911"/>
                </a:moveTo>
                <a:cubicBezTo>
                  <a:pt x="1145644" y="339219"/>
                  <a:pt x="1160486" y="354060"/>
                  <a:pt x="1178793" y="354060"/>
                </a:cubicBezTo>
                <a:cubicBezTo>
                  <a:pt x="1197101" y="354060"/>
                  <a:pt x="1211943" y="339219"/>
                  <a:pt x="1211943" y="320911"/>
                </a:cubicBezTo>
                <a:cubicBezTo>
                  <a:pt x="1211943" y="302603"/>
                  <a:pt x="1197101" y="287761"/>
                  <a:pt x="1178793" y="287761"/>
                </a:cubicBezTo>
                <a:cubicBezTo>
                  <a:pt x="1160486" y="287761"/>
                  <a:pt x="1145644" y="302603"/>
                  <a:pt x="1145644" y="320911"/>
                </a:cubicBezTo>
                <a:moveTo>
                  <a:pt x="1272938" y="323850"/>
                </a:moveTo>
                <a:cubicBezTo>
                  <a:pt x="1272938" y="342158"/>
                  <a:pt x="1287780" y="356999"/>
                  <a:pt x="1306087" y="356999"/>
                </a:cubicBezTo>
                <a:cubicBezTo>
                  <a:pt x="1324395" y="356999"/>
                  <a:pt x="1339237" y="342158"/>
                  <a:pt x="1339237" y="323850"/>
                </a:cubicBezTo>
                <a:cubicBezTo>
                  <a:pt x="1339237" y="305542"/>
                  <a:pt x="1324395" y="290701"/>
                  <a:pt x="1306087" y="290701"/>
                </a:cubicBezTo>
                <a:cubicBezTo>
                  <a:pt x="1287780" y="290701"/>
                  <a:pt x="1272938" y="305542"/>
                  <a:pt x="1272938" y="323850"/>
                </a:cubicBezTo>
                <a:moveTo>
                  <a:pt x="1400232" y="219872"/>
                </a:moveTo>
                <a:cubicBezTo>
                  <a:pt x="1400232" y="238180"/>
                  <a:pt x="1415073" y="253021"/>
                  <a:pt x="1433381" y="253021"/>
                </a:cubicBezTo>
                <a:cubicBezTo>
                  <a:pt x="1451689" y="253021"/>
                  <a:pt x="1466531" y="238180"/>
                  <a:pt x="1466531" y="219872"/>
                </a:cubicBezTo>
                <a:cubicBezTo>
                  <a:pt x="1466531" y="201564"/>
                  <a:pt x="1451689" y="186723"/>
                  <a:pt x="1433381" y="186723"/>
                </a:cubicBezTo>
                <a:cubicBezTo>
                  <a:pt x="1415073" y="186723"/>
                  <a:pt x="1400232" y="201564"/>
                  <a:pt x="1400232" y="219872"/>
                </a:cubicBezTo>
                <a:moveTo>
                  <a:pt x="1527526" y="186413"/>
                </a:moveTo>
                <a:cubicBezTo>
                  <a:pt x="1527526" y="204721"/>
                  <a:pt x="1542367" y="219562"/>
                  <a:pt x="1560675" y="219562"/>
                </a:cubicBezTo>
                <a:cubicBezTo>
                  <a:pt x="1578983" y="219562"/>
                  <a:pt x="1593825" y="204721"/>
                  <a:pt x="1593825" y="186413"/>
                </a:cubicBezTo>
                <a:cubicBezTo>
                  <a:pt x="1593825" y="168105"/>
                  <a:pt x="1578983" y="153263"/>
                  <a:pt x="1560675" y="153263"/>
                </a:cubicBezTo>
                <a:cubicBezTo>
                  <a:pt x="1542367" y="153263"/>
                  <a:pt x="1527526" y="168105"/>
                  <a:pt x="1527526" y="186413"/>
                </a:cubicBezTo>
                <a:moveTo>
                  <a:pt x="1654819" y="320226"/>
                </a:moveTo>
                <a:cubicBezTo>
                  <a:pt x="1654819" y="338534"/>
                  <a:pt x="1669661" y="353375"/>
                  <a:pt x="1687969" y="353375"/>
                </a:cubicBezTo>
                <a:cubicBezTo>
                  <a:pt x="1706276" y="353375"/>
                  <a:pt x="1721118" y="338534"/>
                  <a:pt x="1721118" y="320226"/>
                </a:cubicBezTo>
                <a:cubicBezTo>
                  <a:pt x="1721118" y="301918"/>
                  <a:pt x="1706276" y="287076"/>
                  <a:pt x="1687969" y="287076"/>
                </a:cubicBezTo>
                <a:cubicBezTo>
                  <a:pt x="1669661" y="287076"/>
                  <a:pt x="1654819" y="301918"/>
                  <a:pt x="1654819" y="320226"/>
                </a:cubicBezTo>
                <a:moveTo>
                  <a:pt x="1782113" y="453260"/>
                </a:moveTo>
                <a:cubicBezTo>
                  <a:pt x="1782113" y="471568"/>
                  <a:pt x="1796955" y="486410"/>
                  <a:pt x="1815263" y="486410"/>
                </a:cubicBezTo>
                <a:cubicBezTo>
                  <a:pt x="1833571" y="486410"/>
                  <a:pt x="1848412" y="471568"/>
                  <a:pt x="1848412" y="453260"/>
                </a:cubicBezTo>
                <a:cubicBezTo>
                  <a:pt x="1848412" y="434953"/>
                  <a:pt x="1833571" y="420111"/>
                  <a:pt x="1815263" y="420111"/>
                </a:cubicBezTo>
                <a:cubicBezTo>
                  <a:pt x="1796955" y="420111"/>
                  <a:pt x="1782113" y="434953"/>
                  <a:pt x="1782113" y="453260"/>
                </a:cubicBezTo>
                <a:moveTo>
                  <a:pt x="1909407" y="449939"/>
                </a:moveTo>
                <a:cubicBezTo>
                  <a:pt x="1909407" y="468247"/>
                  <a:pt x="1924249" y="483088"/>
                  <a:pt x="1942557" y="483088"/>
                </a:cubicBezTo>
                <a:cubicBezTo>
                  <a:pt x="1960865" y="483088"/>
                  <a:pt x="1975706" y="468247"/>
                  <a:pt x="1975706" y="449939"/>
                </a:cubicBezTo>
                <a:cubicBezTo>
                  <a:pt x="1975706" y="431631"/>
                  <a:pt x="1960865" y="416789"/>
                  <a:pt x="1942557" y="416789"/>
                </a:cubicBezTo>
                <a:cubicBezTo>
                  <a:pt x="1924249" y="416789"/>
                  <a:pt x="1909407" y="431631"/>
                  <a:pt x="1909407" y="449939"/>
                </a:cubicBezTo>
                <a:moveTo>
                  <a:pt x="2036701" y="451415"/>
                </a:moveTo>
                <a:cubicBezTo>
                  <a:pt x="2036701" y="469723"/>
                  <a:pt x="2051543" y="484565"/>
                  <a:pt x="2069850" y="484565"/>
                </a:cubicBezTo>
                <a:cubicBezTo>
                  <a:pt x="2088159" y="484565"/>
                  <a:pt x="2103000" y="469723"/>
                  <a:pt x="2103000" y="451415"/>
                </a:cubicBezTo>
                <a:cubicBezTo>
                  <a:pt x="2103000" y="433107"/>
                  <a:pt x="2088159" y="418266"/>
                  <a:pt x="2069850" y="418266"/>
                </a:cubicBezTo>
                <a:cubicBezTo>
                  <a:pt x="2051543" y="418266"/>
                  <a:pt x="2036701" y="433107"/>
                  <a:pt x="2036701" y="451415"/>
                </a:cubicBezTo>
                <a:moveTo>
                  <a:pt x="2163995" y="449497"/>
                </a:moveTo>
                <a:cubicBezTo>
                  <a:pt x="2163995" y="467805"/>
                  <a:pt x="2178836" y="482646"/>
                  <a:pt x="2197144" y="482646"/>
                </a:cubicBezTo>
                <a:cubicBezTo>
                  <a:pt x="2215452" y="482646"/>
                  <a:pt x="2230294" y="467805"/>
                  <a:pt x="2230294" y="449497"/>
                </a:cubicBezTo>
                <a:cubicBezTo>
                  <a:pt x="2230294" y="431189"/>
                  <a:pt x="2215452" y="416347"/>
                  <a:pt x="2197144" y="416347"/>
                </a:cubicBezTo>
                <a:cubicBezTo>
                  <a:pt x="2178836" y="416347"/>
                  <a:pt x="2163995" y="431189"/>
                  <a:pt x="2163995" y="449497"/>
                </a:cubicBezTo>
                <a:moveTo>
                  <a:pt x="2291289" y="607802"/>
                </a:moveTo>
                <a:cubicBezTo>
                  <a:pt x="2291289" y="626110"/>
                  <a:pt x="2306130" y="640952"/>
                  <a:pt x="2324438" y="640952"/>
                </a:cubicBezTo>
                <a:cubicBezTo>
                  <a:pt x="2342746" y="640952"/>
                  <a:pt x="2357587" y="626110"/>
                  <a:pt x="2357587" y="607802"/>
                </a:cubicBezTo>
                <a:cubicBezTo>
                  <a:pt x="2357587" y="589494"/>
                  <a:pt x="2342746" y="574653"/>
                  <a:pt x="2324438" y="574653"/>
                </a:cubicBezTo>
                <a:cubicBezTo>
                  <a:pt x="2306130" y="574653"/>
                  <a:pt x="2291289" y="589494"/>
                  <a:pt x="2291289" y="607802"/>
                </a:cubicBezTo>
                <a:moveTo>
                  <a:pt x="2418582" y="601682"/>
                </a:moveTo>
                <a:cubicBezTo>
                  <a:pt x="2418582" y="619990"/>
                  <a:pt x="2433424" y="634832"/>
                  <a:pt x="2451732" y="634832"/>
                </a:cubicBezTo>
                <a:cubicBezTo>
                  <a:pt x="2470040" y="634832"/>
                  <a:pt x="2484881" y="619990"/>
                  <a:pt x="2484881" y="601682"/>
                </a:cubicBezTo>
                <a:cubicBezTo>
                  <a:pt x="2484881" y="583374"/>
                  <a:pt x="2470040" y="568533"/>
                  <a:pt x="2451732" y="568533"/>
                </a:cubicBezTo>
                <a:cubicBezTo>
                  <a:pt x="2433424" y="568533"/>
                  <a:pt x="2418582" y="583374"/>
                  <a:pt x="2418582" y="601682"/>
                </a:cubicBezTo>
                <a:moveTo>
                  <a:pt x="2545876" y="605702"/>
                </a:moveTo>
                <a:cubicBezTo>
                  <a:pt x="2545876" y="624010"/>
                  <a:pt x="2560718" y="638852"/>
                  <a:pt x="2579026" y="638852"/>
                </a:cubicBezTo>
                <a:cubicBezTo>
                  <a:pt x="2597334" y="638852"/>
                  <a:pt x="2612175" y="624010"/>
                  <a:pt x="2612175" y="605702"/>
                </a:cubicBezTo>
                <a:cubicBezTo>
                  <a:pt x="2612175" y="587394"/>
                  <a:pt x="2597334" y="572553"/>
                  <a:pt x="2579026" y="572553"/>
                </a:cubicBezTo>
                <a:cubicBezTo>
                  <a:pt x="2560718" y="572553"/>
                  <a:pt x="2545876" y="587394"/>
                  <a:pt x="2545876" y="605702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615901"/>
                </a:moveTo>
                <a:cubicBezTo>
                  <a:pt x="2800464" y="634209"/>
                  <a:pt x="2815306" y="649051"/>
                  <a:pt x="2833613" y="649051"/>
                </a:cubicBezTo>
                <a:cubicBezTo>
                  <a:pt x="2851922" y="649051"/>
                  <a:pt x="2866763" y="634209"/>
                  <a:pt x="2866763" y="615901"/>
                </a:cubicBezTo>
                <a:cubicBezTo>
                  <a:pt x="2866763" y="597593"/>
                  <a:pt x="2851922" y="582752"/>
                  <a:pt x="2833613" y="582752"/>
                </a:cubicBezTo>
                <a:cubicBezTo>
                  <a:pt x="2815306" y="582752"/>
                  <a:pt x="2800464" y="597593"/>
                  <a:pt x="2800464" y="615901"/>
                </a:cubicBezTo>
                <a:close/>
              </a:path>
            </a:pathLst>
          </a:custGeom>
          <a:solidFill xmlns:a="http://schemas.openxmlformats.org/drawingml/2006/main">
            <a:srgbClr val="55555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1E4E51-D045-46E0-8DE8-7CD4B037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997489"/>
            <a:ext cx="2800464" cy="1027409"/>
          </a:xfrm>
          <a:custGeom xmlns:a="http://schemas.openxmlformats.org/drawingml/2006/main">
            <a:pathLst>
              <a:path w="2800464" h="1027409" fill="none">
                <a:moveTo>
                  <a:pt x="0" y="881836"/>
                </a:moveTo>
                <a:lnTo>
                  <a:pt x="127294" y="661555"/>
                </a:lnTo>
                <a:lnTo>
                  <a:pt x="254588" y="853603"/>
                </a:lnTo>
                <a:lnTo>
                  <a:pt x="381881" y="533154"/>
                </a:lnTo>
                <a:lnTo>
                  <a:pt x="509175" y="562915"/>
                </a:lnTo>
                <a:lnTo>
                  <a:pt x="636469" y="523701"/>
                </a:lnTo>
                <a:lnTo>
                  <a:pt x="763763" y="640564"/>
                </a:lnTo>
                <a:lnTo>
                  <a:pt x="891057" y="487381"/>
                </a:lnTo>
                <a:lnTo>
                  <a:pt x="1018351" y="570168"/>
                </a:lnTo>
                <a:lnTo>
                  <a:pt x="1145644" y="572295"/>
                </a:lnTo>
                <a:lnTo>
                  <a:pt x="1272938" y="571759"/>
                </a:lnTo>
                <a:lnTo>
                  <a:pt x="1400232" y="422339"/>
                </a:lnTo>
                <a:lnTo>
                  <a:pt x="1527526" y="388218"/>
                </a:lnTo>
                <a:lnTo>
                  <a:pt x="1654820" y="494945"/>
                </a:lnTo>
                <a:lnTo>
                  <a:pt x="1782114" y="657060"/>
                </a:lnTo>
                <a:lnTo>
                  <a:pt x="1909407" y="653451"/>
                </a:lnTo>
                <a:lnTo>
                  <a:pt x="2036701" y="655041"/>
                </a:lnTo>
                <a:lnTo>
                  <a:pt x="2163995" y="657545"/>
                </a:lnTo>
                <a:lnTo>
                  <a:pt x="2291289" y="1027409"/>
                </a:lnTo>
                <a:lnTo>
                  <a:pt x="2418583" y="1022918"/>
                </a:lnTo>
                <a:lnTo>
                  <a:pt x="2545876" y="1023650"/>
                </a:lnTo>
                <a:lnTo>
                  <a:pt x="2673170" y="0"/>
                </a:lnTo>
                <a:lnTo>
                  <a:pt x="2800464" y="394277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717171"/>
            </a:solidFill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03E687-39F9-4964-B86E-7C8D95BE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964340"/>
            <a:ext cx="2866763" cy="1093708"/>
          </a:xfrm>
          <a:custGeom xmlns:a="http://schemas.openxmlformats.org/drawingml/2006/main">
            <a:pathLst>
              <a:path w="2866763" h="1093708">
                <a:moveTo>
                  <a:pt x="0" y="914985"/>
                </a:moveTo>
                <a:cubicBezTo>
                  <a:pt x="0" y="933293"/>
                  <a:pt x="14841" y="948135"/>
                  <a:pt x="33149" y="948135"/>
                </a:cubicBezTo>
                <a:cubicBezTo>
                  <a:pt x="51457" y="948135"/>
                  <a:pt x="66299" y="933293"/>
                  <a:pt x="66299" y="914985"/>
                </a:cubicBezTo>
                <a:cubicBezTo>
                  <a:pt x="66299" y="896677"/>
                  <a:pt x="51457" y="881836"/>
                  <a:pt x="33149" y="881836"/>
                </a:cubicBezTo>
                <a:cubicBezTo>
                  <a:pt x="14841" y="881836"/>
                  <a:pt x="0" y="896677"/>
                  <a:pt x="0" y="914985"/>
                </a:cubicBezTo>
                <a:moveTo>
                  <a:pt x="127294" y="694705"/>
                </a:moveTo>
                <a:cubicBezTo>
                  <a:pt x="127294" y="713013"/>
                  <a:pt x="142135" y="727854"/>
                  <a:pt x="160443" y="727854"/>
                </a:cubicBezTo>
                <a:cubicBezTo>
                  <a:pt x="178751" y="727854"/>
                  <a:pt x="193593" y="713013"/>
                  <a:pt x="193593" y="694705"/>
                </a:cubicBezTo>
                <a:cubicBezTo>
                  <a:pt x="193593" y="676397"/>
                  <a:pt x="178751" y="661555"/>
                  <a:pt x="160443" y="661555"/>
                </a:cubicBezTo>
                <a:cubicBezTo>
                  <a:pt x="142135" y="661555"/>
                  <a:pt x="127294" y="676397"/>
                  <a:pt x="127294" y="694705"/>
                </a:cubicBezTo>
                <a:moveTo>
                  <a:pt x="254588" y="886752"/>
                </a:moveTo>
                <a:cubicBezTo>
                  <a:pt x="254588" y="905060"/>
                  <a:pt x="269429" y="919902"/>
                  <a:pt x="287737" y="919902"/>
                </a:cubicBezTo>
                <a:cubicBezTo>
                  <a:pt x="306045" y="919902"/>
                  <a:pt x="320886" y="905060"/>
                  <a:pt x="320886" y="886752"/>
                </a:cubicBezTo>
                <a:cubicBezTo>
                  <a:pt x="320886" y="868445"/>
                  <a:pt x="306045" y="853603"/>
                  <a:pt x="287737" y="853603"/>
                </a:cubicBezTo>
                <a:cubicBezTo>
                  <a:pt x="269429" y="853603"/>
                  <a:pt x="254588" y="868445"/>
                  <a:pt x="254588" y="886752"/>
                </a:cubicBezTo>
                <a:moveTo>
                  <a:pt x="381881" y="566303"/>
                </a:moveTo>
                <a:cubicBezTo>
                  <a:pt x="381881" y="584611"/>
                  <a:pt x="396723" y="599453"/>
                  <a:pt x="415031" y="599453"/>
                </a:cubicBezTo>
                <a:cubicBezTo>
                  <a:pt x="433339" y="599453"/>
                  <a:pt x="448180" y="584611"/>
                  <a:pt x="448180" y="566303"/>
                </a:cubicBezTo>
                <a:cubicBezTo>
                  <a:pt x="448180" y="547995"/>
                  <a:pt x="433339" y="533154"/>
                  <a:pt x="415031" y="533154"/>
                </a:cubicBezTo>
                <a:cubicBezTo>
                  <a:pt x="396723" y="533154"/>
                  <a:pt x="381881" y="547995"/>
                  <a:pt x="381881" y="566303"/>
                </a:cubicBezTo>
                <a:moveTo>
                  <a:pt x="509175" y="596065"/>
                </a:moveTo>
                <a:cubicBezTo>
                  <a:pt x="509175" y="614373"/>
                  <a:pt x="524017" y="629214"/>
                  <a:pt x="542325" y="629214"/>
                </a:cubicBezTo>
                <a:cubicBezTo>
                  <a:pt x="560633" y="629214"/>
                  <a:pt x="575474" y="614373"/>
                  <a:pt x="575474" y="596065"/>
                </a:cubicBezTo>
                <a:cubicBezTo>
                  <a:pt x="575474" y="577757"/>
                  <a:pt x="560633" y="562915"/>
                  <a:pt x="542325" y="562915"/>
                </a:cubicBezTo>
                <a:cubicBezTo>
                  <a:pt x="524017" y="562915"/>
                  <a:pt x="509175" y="577757"/>
                  <a:pt x="509175" y="596065"/>
                </a:cubicBezTo>
                <a:moveTo>
                  <a:pt x="636469" y="556850"/>
                </a:moveTo>
                <a:cubicBezTo>
                  <a:pt x="636469" y="575158"/>
                  <a:pt x="651311" y="590000"/>
                  <a:pt x="669619" y="590000"/>
                </a:cubicBezTo>
                <a:cubicBezTo>
                  <a:pt x="687926" y="590000"/>
                  <a:pt x="702768" y="575158"/>
                  <a:pt x="702768" y="556850"/>
                </a:cubicBezTo>
                <a:cubicBezTo>
                  <a:pt x="702768" y="538543"/>
                  <a:pt x="687926" y="523701"/>
                  <a:pt x="669619" y="523701"/>
                </a:cubicBezTo>
                <a:cubicBezTo>
                  <a:pt x="651311" y="523701"/>
                  <a:pt x="636469" y="538543"/>
                  <a:pt x="636469" y="556850"/>
                </a:cubicBezTo>
                <a:moveTo>
                  <a:pt x="763763" y="673714"/>
                </a:moveTo>
                <a:cubicBezTo>
                  <a:pt x="763763" y="692022"/>
                  <a:pt x="778605" y="706863"/>
                  <a:pt x="796912" y="706863"/>
                </a:cubicBezTo>
                <a:cubicBezTo>
                  <a:pt x="815220" y="706863"/>
                  <a:pt x="830062" y="692022"/>
                  <a:pt x="830062" y="673714"/>
                </a:cubicBezTo>
                <a:cubicBezTo>
                  <a:pt x="830062" y="655406"/>
                  <a:pt x="815220" y="640564"/>
                  <a:pt x="796912" y="640564"/>
                </a:cubicBezTo>
                <a:cubicBezTo>
                  <a:pt x="778605" y="640564"/>
                  <a:pt x="763763" y="655406"/>
                  <a:pt x="763763" y="673714"/>
                </a:cubicBezTo>
                <a:moveTo>
                  <a:pt x="891057" y="520531"/>
                </a:moveTo>
                <a:cubicBezTo>
                  <a:pt x="891057" y="538839"/>
                  <a:pt x="905898" y="553680"/>
                  <a:pt x="924206" y="553680"/>
                </a:cubicBezTo>
                <a:cubicBezTo>
                  <a:pt x="942514" y="553680"/>
                  <a:pt x="957356" y="538839"/>
                  <a:pt x="957356" y="520531"/>
                </a:cubicBezTo>
                <a:cubicBezTo>
                  <a:pt x="957356" y="502223"/>
                  <a:pt x="942514" y="487381"/>
                  <a:pt x="924206" y="487381"/>
                </a:cubicBezTo>
                <a:cubicBezTo>
                  <a:pt x="905898" y="487381"/>
                  <a:pt x="891057" y="502223"/>
                  <a:pt x="891057" y="520531"/>
                </a:cubicBezTo>
                <a:moveTo>
                  <a:pt x="1018351" y="603318"/>
                </a:moveTo>
                <a:cubicBezTo>
                  <a:pt x="1018351" y="621626"/>
                  <a:pt x="1033192" y="636467"/>
                  <a:pt x="1051500" y="636467"/>
                </a:cubicBezTo>
                <a:cubicBezTo>
                  <a:pt x="1069808" y="636467"/>
                  <a:pt x="1084650" y="621626"/>
                  <a:pt x="1084650" y="603318"/>
                </a:cubicBezTo>
                <a:cubicBezTo>
                  <a:pt x="1084650" y="585010"/>
                  <a:pt x="1069808" y="570168"/>
                  <a:pt x="1051500" y="570168"/>
                </a:cubicBezTo>
                <a:cubicBezTo>
                  <a:pt x="1033192" y="570168"/>
                  <a:pt x="1018351" y="585010"/>
                  <a:pt x="1018351" y="603318"/>
                </a:cubicBezTo>
                <a:moveTo>
                  <a:pt x="1145644" y="605444"/>
                </a:moveTo>
                <a:cubicBezTo>
                  <a:pt x="1145644" y="623752"/>
                  <a:pt x="1160486" y="638594"/>
                  <a:pt x="1178794" y="638594"/>
                </a:cubicBezTo>
                <a:cubicBezTo>
                  <a:pt x="1197102" y="638594"/>
                  <a:pt x="1211943" y="623752"/>
                  <a:pt x="1211943" y="605444"/>
                </a:cubicBezTo>
                <a:cubicBezTo>
                  <a:pt x="1211943" y="587137"/>
                  <a:pt x="1197102" y="572295"/>
                  <a:pt x="1178794" y="572295"/>
                </a:cubicBezTo>
                <a:cubicBezTo>
                  <a:pt x="1160486" y="572295"/>
                  <a:pt x="1145644" y="587137"/>
                  <a:pt x="1145644" y="605444"/>
                </a:cubicBezTo>
                <a:moveTo>
                  <a:pt x="1272938" y="604909"/>
                </a:moveTo>
                <a:cubicBezTo>
                  <a:pt x="1272938" y="623216"/>
                  <a:pt x="1287780" y="638058"/>
                  <a:pt x="1306088" y="638058"/>
                </a:cubicBezTo>
                <a:cubicBezTo>
                  <a:pt x="1324395" y="638058"/>
                  <a:pt x="1339237" y="623216"/>
                  <a:pt x="1339237" y="604909"/>
                </a:cubicBezTo>
                <a:cubicBezTo>
                  <a:pt x="1339237" y="586601"/>
                  <a:pt x="1324395" y="571759"/>
                  <a:pt x="1306088" y="571759"/>
                </a:cubicBezTo>
                <a:cubicBezTo>
                  <a:pt x="1287780" y="571759"/>
                  <a:pt x="1272938" y="586601"/>
                  <a:pt x="1272938" y="604909"/>
                </a:cubicBezTo>
                <a:moveTo>
                  <a:pt x="1400232" y="455488"/>
                </a:moveTo>
                <a:cubicBezTo>
                  <a:pt x="1400232" y="473796"/>
                  <a:pt x="1415074" y="488638"/>
                  <a:pt x="1433381" y="488638"/>
                </a:cubicBezTo>
                <a:cubicBezTo>
                  <a:pt x="1451689" y="488638"/>
                  <a:pt x="1466531" y="473796"/>
                  <a:pt x="1466531" y="455488"/>
                </a:cubicBezTo>
                <a:cubicBezTo>
                  <a:pt x="1466531" y="437181"/>
                  <a:pt x="1451689" y="422339"/>
                  <a:pt x="1433381" y="422339"/>
                </a:cubicBezTo>
                <a:cubicBezTo>
                  <a:pt x="1415074" y="422339"/>
                  <a:pt x="1400232" y="437181"/>
                  <a:pt x="1400232" y="455488"/>
                </a:cubicBezTo>
                <a:moveTo>
                  <a:pt x="1527526" y="421367"/>
                </a:moveTo>
                <a:cubicBezTo>
                  <a:pt x="1527526" y="439675"/>
                  <a:pt x="1542367" y="454517"/>
                  <a:pt x="1560675" y="454517"/>
                </a:cubicBezTo>
                <a:cubicBezTo>
                  <a:pt x="1578983" y="454517"/>
                  <a:pt x="1593825" y="439675"/>
                  <a:pt x="1593825" y="421367"/>
                </a:cubicBezTo>
                <a:cubicBezTo>
                  <a:pt x="1593825" y="403059"/>
                  <a:pt x="1578983" y="388218"/>
                  <a:pt x="1560675" y="388218"/>
                </a:cubicBezTo>
                <a:cubicBezTo>
                  <a:pt x="1542367" y="388218"/>
                  <a:pt x="1527526" y="403059"/>
                  <a:pt x="1527526" y="421367"/>
                </a:cubicBezTo>
                <a:moveTo>
                  <a:pt x="1654820" y="528094"/>
                </a:moveTo>
                <a:cubicBezTo>
                  <a:pt x="1654820" y="546402"/>
                  <a:pt x="1669661" y="561244"/>
                  <a:pt x="1687969" y="561244"/>
                </a:cubicBezTo>
                <a:cubicBezTo>
                  <a:pt x="1706277" y="561244"/>
                  <a:pt x="1721119" y="546402"/>
                  <a:pt x="1721119" y="528094"/>
                </a:cubicBezTo>
                <a:cubicBezTo>
                  <a:pt x="1721119" y="509786"/>
                  <a:pt x="1706277" y="494945"/>
                  <a:pt x="1687969" y="494945"/>
                </a:cubicBezTo>
                <a:cubicBezTo>
                  <a:pt x="1669661" y="494945"/>
                  <a:pt x="1654820" y="509786"/>
                  <a:pt x="1654820" y="528094"/>
                </a:cubicBezTo>
                <a:moveTo>
                  <a:pt x="1782114" y="690210"/>
                </a:moveTo>
                <a:cubicBezTo>
                  <a:pt x="1782114" y="708518"/>
                  <a:pt x="1796955" y="723359"/>
                  <a:pt x="1815263" y="723359"/>
                </a:cubicBezTo>
                <a:cubicBezTo>
                  <a:pt x="1833571" y="723359"/>
                  <a:pt x="1848412" y="708518"/>
                  <a:pt x="1848412" y="690210"/>
                </a:cubicBezTo>
                <a:cubicBezTo>
                  <a:pt x="1848412" y="671902"/>
                  <a:pt x="1833571" y="657060"/>
                  <a:pt x="1815263" y="657060"/>
                </a:cubicBezTo>
                <a:cubicBezTo>
                  <a:pt x="1796955" y="657060"/>
                  <a:pt x="1782114" y="671902"/>
                  <a:pt x="1782114" y="690210"/>
                </a:cubicBezTo>
                <a:moveTo>
                  <a:pt x="1909407" y="686601"/>
                </a:moveTo>
                <a:cubicBezTo>
                  <a:pt x="1909407" y="704909"/>
                  <a:pt x="1924249" y="719750"/>
                  <a:pt x="1942557" y="719750"/>
                </a:cubicBezTo>
                <a:cubicBezTo>
                  <a:pt x="1960865" y="719750"/>
                  <a:pt x="1975706" y="704909"/>
                  <a:pt x="1975706" y="686601"/>
                </a:cubicBezTo>
                <a:cubicBezTo>
                  <a:pt x="1975706" y="668293"/>
                  <a:pt x="1960865" y="653451"/>
                  <a:pt x="1942557" y="653451"/>
                </a:cubicBezTo>
                <a:cubicBezTo>
                  <a:pt x="1924249" y="653451"/>
                  <a:pt x="1909407" y="668293"/>
                  <a:pt x="1909407" y="686601"/>
                </a:cubicBezTo>
                <a:moveTo>
                  <a:pt x="2036701" y="688191"/>
                </a:moveTo>
                <a:cubicBezTo>
                  <a:pt x="2036701" y="706499"/>
                  <a:pt x="2051543" y="721340"/>
                  <a:pt x="2069851" y="721340"/>
                </a:cubicBezTo>
                <a:cubicBezTo>
                  <a:pt x="2088159" y="721340"/>
                  <a:pt x="2103000" y="706499"/>
                  <a:pt x="2103000" y="688191"/>
                </a:cubicBezTo>
                <a:cubicBezTo>
                  <a:pt x="2103000" y="669883"/>
                  <a:pt x="2088159" y="655041"/>
                  <a:pt x="2069851" y="655041"/>
                </a:cubicBezTo>
                <a:cubicBezTo>
                  <a:pt x="2051543" y="655041"/>
                  <a:pt x="2036701" y="669883"/>
                  <a:pt x="2036701" y="688191"/>
                </a:cubicBezTo>
                <a:moveTo>
                  <a:pt x="2163995" y="690695"/>
                </a:moveTo>
                <a:cubicBezTo>
                  <a:pt x="2163995" y="709003"/>
                  <a:pt x="2178837" y="723844"/>
                  <a:pt x="2197144" y="723844"/>
                </a:cubicBezTo>
                <a:cubicBezTo>
                  <a:pt x="2215452" y="723844"/>
                  <a:pt x="2230294" y="709003"/>
                  <a:pt x="2230294" y="690695"/>
                </a:cubicBezTo>
                <a:cubicBezTo>
                  <a:pt x="2230294" y="672387"/>
                  <a:pt x="2215452" y="657545"/>
                  <a:pt x="2197144" y="657545"/>
                </a:cubicBezTo>
                <a:cubicBezTo>
                  <a:pt x="2178837" y="657545"/>
                  <a:pt x="2163995" y="672387"/>
                  <a:pt x="2163995" y="690695"/>
                </a:cubicBezTo>
                <a:moveTo>
                  <a:pt x="2291289" y="1060558"/>
                </a:moveTo>
                <a:cubicBezTo>
                  <a:pt x="2291289" y="1078866"/>
                  <a:pt x="2306130" y="1093708"/>
                  <a:pt x="2324438" y="1093708"/>
                </a:cubicBezTo>
                <a:cubicBezTo>
                  <a:pt x="2342746" y="1093708"/>
                  <a:pt x="2357588" y="1078866"/>
                  <a:pt x="2357588" y="1060558"/>
                </a:cubicBezTo>
                <a:cubicBezTo>
                  <a:pt x="2357588" y="1042251"/>
                  <a:pt x="2342746" y="1027409"/>
                  <a:pt x="2324438" y="1027409"/>
                </a:cubicBezTo>
                <a:cubicBezTo>
                  <a:pt x="2306130" y="1027409"/>
                  <a:pt x="2291289" y="1042251"/>
                  <a:pt x="2291289" y="1060558"/>
                </a:cubicBezTo>
                <a:moveTo>
                  <a:pt x="2418583" y="1056067"/>
                </a:moveTo>
                <a:cubicBezTo>
                  <a:pt x="2418583" y="1074375"/>
                  <a:pt x="2433424" y="1089217"/>
                  <a:pt x="2451732" y="1089217"/>
                </a:cubicBezTo>
                <a:cubicBezTo>
                  <a:pt x="2470040" y="1089217"/>
                  <a:pt x="2484881" y="1074375"/>
                  <a:pt x="2484881" y="1056067"/>
                </a:cubicBezTo>
                <a:cubicBezTo>
                  <a:pt x="2484881" y="1037759"/>
                  <a:pt x="2470040" y="1022918"/>
                  <a:pt x="2451732" y="1022918"/>
                </a:cubicBezTo>
                <a:cubicBezTo>
                  <a:pt x="2433424" y="1022918"/>
                  <a:pt x="2418583" y="1037759"/>
                  <a:pt x="2418583" y="1056067"/>
                </a:cubicBezTo>
                <a:moveTo>
                  <a:pt x="2545876" y="1056800"/>
                </a:moveTo>
                <a:cubicBezTo>
                  <a:pt x="2545876" y="1075107"/>
                  <a:pt x="2560718" y="1089949"/>
                  <a:pt x="2579026" y="1089949"/>
                </a:cubicBezTo>
                <a:cubicBezTo>
                  <a:pt x="2597334" y="1089949"/>
                  <a:pt x="2612175" y="1075107"/>
                  <a:pt x="2612175" y="1056800"/>
                </a:cubicBezTo>
                <a:cubicBezTo>
                  <a:pt x="2612175" y="1038492"/>
                  <a:pt x="2597334" y="1023650"/>
                  <a:pt x="2579026" y="1023650"/>
                </a:cubicBezTo>
                <a:cubicBezTo>
                  <a:pt x="2560718" y="1023650"/>
                  <a:pt x="2545876" y="1038492"/>
                  <a:pt x="2545876" y="1056800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427426"/>
                </a:moveTo>
                <a:cubicBezTo>
                  <a:pt x="2800464" y="445734"/>
                  <a:pt x="2815306" y="460576"/>
                  <a:pt x="2833614" y="460576"/>
                </a:cubicBezTo>
                <a:cubicBezTo>
                  <a:pt x="2851921" y="460576"/>
                  <a:pt x="2866763" y="445734"/>
                  <a:pt x="2866763" y="427426"/>
                </a:cubicBezTo>
                <a:cubicBezTo>
                  <a:pt x="2866763" y="409118"/>
                  <a:pt x="2851921" y="394277"/>
                  <a:pt x="2833614" y="394277"/>
                </a:cubicBezTo>
                <a:cubicBezTo>
                  <a:pt x="2815306" y="394277"/>
                  <a:pt x="2800464" y="409118"/>
                  <a:pt x="2800464" y="427426"/>
                </a:cubicBezTo>
                <a:close/>
              </a:path>
            </a:pathLst>
          </a:custGeom>
          <a:solidFill xmlns:a="http://schemas.openxmlformats.org/drawingml/2006/main">
            <a:srgbClr val="71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880C1-BF40-4DDE-BDC2-4ADD92E5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1688763"/>
            <a:ext cx="2800464" cy="580730"/>
          </a:xfrm>
          <a:custGeom xmlns:a="http://schemas.openxmlformats.org/drawingml/2006/main">
            <a:pathLst>
              <a:path w="2800464" h="580730" fill="none">
                <a:moveTo>
                  <a:pt x="0" y="482420"/>
                </a:moveTo>
                <a:lnTo>
                  <a:pt x="127294" y="0"/>
                </a:lnTo>
                <a:lnTo>
                  <a:pt x="254588" y="465678"/>
                </a:lnTo>
                <a:lnTo>
                  <a:pt x="381881" y="281134"/>
                </a:lnTo>
                <a:lnTo>
                  <a:pt x="509175" y="398566"/>
                </a:lnTo>
                <a:lnTo>
                  <a:pt x="636469" y="270607"/>
                </a:lnTo>
                <a:lnTo>
                  <a:pt x="763763" y="420669"/>
                </a:lnTo>
                <a:lnTo>
                  <a:pt x="891057" y="270512"/>
                </a:lnTo>
                <a:lnTo>
                  <a:pt x="1018350" y="334782"/>
                </a:lnTo>
                <a:lnTo>
                  <a:pt x="1145644" y="278322"/>
                </a:lnTo>
                <a:lnTo>
                  <a:pt x="1272938" y="283789"/>
                </a:lnTo>
                <a:lnTo>
                  <a:pt x="1400232" y="118588"/>
                </a:lnTo>
                <a:lnTo>
                  <a:pt x="1527526" y="115405"/>
                </a:lnTo>
                <a:lnTo>
                  <a:pt x="1654819" y="309329"/>
                </a:lnTo>
                <a:lnTo>
                  <a:pt x="1782113" y="411474"/>
                </a:lnTo>
                <a:lnTo>
                  <a:pt x="1909407" y="408736"/>
                </a:lnTo>
                <a:lnTo>
                  <a:pt x="2036701" y="408921"/>
                </a:lnTo>
                <a:lnTo>
                  <a:pt x="2163995" y="408039"/>
                </a:lnTo>
                <a:lnTo>
                  <a:pt x="2291289" y="577795"/>
                </a:lnTo>
                <a:lnTo>
                  <a:pt x="2418582" y="574333"/>
                </a:lnTo>
                <a:lnTo>
                  <a:pt x="2545876" y="573573"/>
                </a:lnTo>
                <a:lnTo>
                  <a:pt x="2673170" y="35350"/>
                </a:lnTo>
                <a:lnTo>
                  <a:pt x="2800464" y="58073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717171"/>
            </a:solidFill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BB48F5-1B29-4FC6-B319-EE315594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1655613"/>
            <a:ext cx="2866763" cy="647028"/>
          </a:xfrm>
          <a:custGeom xmlns:a="http://schemas.openxmlformats.org/drawingml/2006/main">
            <a:pathLst>
              <a:path w="2866763" h="647028">
                <a:moveTo>
                  <a:pt x="0" y="515569"/>
                </a:moveTo>
                <a:cubicBezTo>
                  <a:pt x="0" y="533877"/>
                  <a:pt x="14841" y="548719"/>
                  <a:pt x="33149" y="548719"/>
                </a:cubicBezTo>
                <a:cubicBezTo>
                  <a:pt x="51457" y="548719"/>
                  <a:pt x="66299" y="533877"/>
                  <a:pt x="66299" y="515569"/>
                </a:cubicBezTo>
                <a:cubicBezTo>
                  <a:pt x="66299" y="497261"/>
                  <a:pt x="51457" y="482420"/>
                  <a:pt x="33149" y="482420"/>
                </a:cubicBezTo>
                <a:cubicBezTo>
                  <a:pt x="14841" y="482420"/>
                  <a:pt x="0" y="497261"/>
                  <a:pt x="0" y="515569"/>
                </a:cubicBezTo>
                <a:moveTo>
                  <a:pt x="127294" y="33149"/>
                </a:moveTo>
                <a:cubicBezTo>
                  <a:pt x="127294" y="51457"/>
                  <a:pt x="142135" y="66299"/>
                  <a:pt x="160443" y="66299"/>
                </a:cubicBezTo>
                <a:cubicBezTo>
                  <a:pt x="178751" y="66299"/>
                  <a:pt x="193592" y="51457"/>
                  <a:pt x="193592" y="33149"/>
                </a:cubicBezTo>
                <a:cubicBezTo>
                  <a:pt x="193592" y="14841"/>
                  <a:pt x="178751" y="0"/>
                  <a:pt x="160443" y="0"/>
                </a:cubicBezTo>
                <a:cubicBezTo>
                  <a:pt x="142135" y="0"/>
                  <a:pt x="127294" y="14841"/>
                  <a:pt x="127294" y="33149"/>
                </a:cubicBezTo>
                <a:moveTo>
                  <a:pt x="254588" y="498827"/>
                </a:moveTo>
                <a:cubicBezTo>
                  <a:pt x="254588" y="517135"/>
                  <a:pt x="269429" y="531977"/>
                  <a:pt x="287737" y="531977"/>
                </a:cubicBezTo>
                <a:cubicBezTo>
                  <a:pt x="306045" y="531977"/>
                  <a:pt x="320886" y="517135"/>
                  <a:pt x="320886" y="498827"/>
                </a:cubicBezTo>
                <a:cubicBezTo>
                  <a:pt x="320886" y="480519"/>
                  <a:pt x="306045" y="465678"/>
                  <a:pt x="287737" y="465678"/>
                </a:cubicBezTo>
                <a:cubicBezTo>
                  <a:pt x="269429" y="465678"/>
                  <a:pt x="254588" y="480519"/>
                  <a:pt x="254588" y="498827"/>
                </a:cubicBezTo>
                <a:moveTo>
                  <a:pt x="381881" y="314284"/>
                </a:moveTo>
                <a:cubicBezTo>
                  <a:pt x="381881" y="332592"/>
                  <a:pt x="396723" y="347433"/>
                  <a:pt x="415031" y="347433"/>
                </a:cubicBezTo>
                <a:cubicBezTo>
                  <a:pt x="433339" y="347433"/>
                  <a:pt x="448180" y="332592"/>
                  <a:pt x="448180" y="314284"/>
                </a:cubicBezTo>
                <a:cubicBezTo>
                  <a:pt x="448180" y="295976"/>
                  <a:pt x="433339" y="281134"/>
                  <a:pt x="415031" y="281134"/>
                </a:cubicBezTo>
                <a:cubicBezTo>
                  <a:pt x="396723" y="281134"/>
                  <a:pt x="381881" y="295976"/>
                  <a:pt x="381881" y="314284"/>
                </a:cubicBezTo>
                <a:moveTo>
                  <a:pt x="509175" y="431715"/>
                </a:moveTo>
                <a:cubicBezTo>
                  <a:pt x="509175" y="450023"/>
                  <a:pt x="524017" y="464864"/>
                  <a:pt x="542324" y="464864"/>
                </a:cubicBezTo>
                <a:cubicBezTo>
                  <a:pt x="560632" y="464864"/>
                  <a:pt x="575474" y="450023"/>
                  <a:pt x="575474" y="431715"/>
                </a:cubicBezTo>
                <a:cubicBezTo>
                  <a:pt x="575474" y="413407"/>
                  <a:pt x="560632" y="398566"/>
                  <a:pt x="542324" y="398566"/>
                </a:cubicBezTo>
                <a:cubicBezTo>
                  <a:pt x="524017" y="398566"/>
                  <a:pt x="509175" y="413407"/>
                  <a:pt x="509175" y="431715"/>
                </a:cubicBezTo>
                <a:moveTo>
                  <a:pt x="636469" y="303757"/>
                </a:moveTo>
                <a:cubicBezTo>
                  <a:pt x="636469" y="322065"/>
                  <a:pt x="651310" y="336906"/>
                  <a:pt x="669618" y="336906"/>
                </a:cubicBezTo>
                <a:cubicBezTo>
                  <a:pt x="687926" y="336906"/>
                  <a:pt x="702768" y="322065"/>
                  <a:pt x="702768" y="303757"/>
                </a:cubicBezTo>
                <a:cubicBezTo>
                  <a:pt x="702768" y="285449"/>
                  <a:pt x="687926" y="270607"/>
                  <a:pt x="669618" y="270607"/>
                </a:cubicBezTo>
                <a:cubicBezTo>
                  <a:pt x="651310" y="270607"/>
                  <a:pt x="636469" y="285449"/>
                  <a:pt x="636469" y="303757"/>
                </a:cubicBezTo>
                <a:moveTo>
                  <a:pt x="763763" y="453819"/>
                </a:moveTo>
                <a:cubicBezTo>
                  <a:pt x="763763" y="472127"/>
                  <a:pt x="778604" y="486968"/>
                  <a:pt x="796912" y="486968"/>
                </a:cubicBezTo>
                <a:cubicBezTo>
                  <a:pt x="815220" y="486968"/>
                  <a:pt x="830061" y="472127"/>
                  <a:pt x="830061" y="453819"/>
                </a:cubicBezTo>
                <a:cubicBezTo>
                  <a:pt x="830061" y="435511"/>
                  <a:pt x="815220" y="420669"/>
                  <a:pt x="796912" y="420669"/>
                </a:cubicBezTo>
                <a:cubicBezTo>
                  <a:pt x="778604" y="420669"/>
                  <a:pt x="763763" y="435511"/>
                  <a:pt x="763763" y="453819"/>
                </a:cubicBezTo>
                <a:moveTo>
                  <a:pt x="891057" y="303662"/>
                </a:moveTo>
                <a:cubicBezTo>
                  <a:pt x="891057" y="321969"/>
                  <a:pt x="905898" y="336811"/>
                  <a:pt x="924206" y="336811"/>
                </a:cubicBezTo>
                <a:cubicBezTo>
                  <a:pt x="942514" y="336811"/>
                  <a:pt x="957356" y="321969"/>
                  <a:pt x="957356" y="303662"/>
                </a:cubicBezTo>
                <a:cubicBezTo>
                  <a:pt x="957356" y="285354"/>
                  <a:pt x="942514" y="270512"/>
                  <a:pt x="924206" y="270512"/>
                </a:cubicBezTo>
                <a:cubicBezTo>
                  <a:pt x="905898" y="270512"/>
                  <a:pt x="891057" y="285354"/>
                  <a:pt x="891057" y="303662"/>
                </a:cubicBezTo>
                <a:moveTo>
                  <a:pt x="1018350" y="367931"/>
                </a:moveTo>
                <a:cubicBezTo>
                  <a:pt x="1018350" y="386239"/>
                  <a:pt x="1033192" y="401080"/>
                  <a:pt x="1051500" y="401080"/>
                </a:cubicBezTo>
                <a:cubicBezTo>
                  <a:pt x="1069808" y="401080"/>
                  <a:pt x="1084649" y="386239"/>
                  <a:pt x="1084649" y="367931"/>
                </a:cubicBezTo>
                <a:cubicBezTo>
                  <a:pt x="1084649" y="349623"/>
                  <a:pt x="1069808" y="334782"/>
                  <a:pt x="1051500" y="334782"/>
                </a:cubicBezTo>
                <a:cubicBezTo>
                  <a:pt x="1033192" y="334782"/>
                  <a:pt x="1018350" y="349623"/>
                  <a:pt x="1018350" y="367931"/>
                </a:cubicBezTo>
                <a:moveTo>
                  <a:pt x="1145644" y="311471"/>
                </a:moveTo>
                <a:cubicBezTo>
                  <a:pt x="1145644" y="329779"/>
                  <a:pt x="1160486" y="344621"/>
                  <a:pt x="1178793" y="344621"/>
                </a:cubicBezTo>
                <a:cubicBezTo>
                  <a:pt x="1197101" y="344621"/>
                  <a:pt x="1211943" y="329779"/>
                  <a:pt x="1211943" y="311471"/>
                </a:cubicBezTo>
                <a:cubicBezTo>
                  <a:pt x="1211943" y="293164"/>
                  <a:pt x="1197101" y="278322"/>
                  <a:pt x="1178793" y="278322"/>
                </a:cubicBezTo>
                <a:cubicBezTo>
                  <a:pt x="1160486" y="278322"/>
                  <a:pt x="1145644" y="293164"/>
                  <a:pt x="1145644" y="311471"/>
                </a:cubicBezTo>
                <a:moveTo>
                  <a:pt x="1272938" y="316938"/>
                </a:moveTo>
                <a:cubicBezTo>
                  <a:pt x="1272938" y="335246"/>
                  <a:pt x="1287780" y="350088"/>
                  <a:pt x="1306087" y="350088"/>
                </a:cubicBezTo>
                <a:cubicBezTo>
                  <a:pt x="1324395" y="350088"/>
                  <a:pt x="1339237" y="335246"/>
                  <a:pt x="1339237" y="316938"/>
                </a:cubicBezTo>
                <a:cubicBezTo>
                  <a:pt x="1339237" y="298630"/>
                  <a:pt x="1324395" y="283789"/>
                  <a:pt x="1306087" y="283789"/>
                </a:cubicBezTo>
                <a:cubicBezTo>
                  <a:pt x="1287780" y="283789"/>
                  <a:pt x="1272938" y="298630"/>
                  <a:pt x="1272938" y="316938"/>
                </a:cubicBezTo>
                <a:moveTo>
                  <a:pt x="1400232" y="151737"/>
                </a:moveTo>
                <a:cubicBezTo>
                  <a:pt x="1400232" y="170045"/>
                  <a:pt x="1415073" y="184887"/>
                  <a:pt x="1433381" y="184887"/>
                </a:cubicBezTo>
                <a:cubicBezTo>
                  <a:pt x="1451689" y="184887"/>
                  <a:pt x="1466531" y="170045"/>
                  <a:pt x="1466531" y="151737"/>
                </a:cubicBezTo>
                <a:cubicBezTo>
                  <a:pt x="1466531" y="133429"/>
                  <a:pt x="1451689" y="118588"/>
                  <a:pt x="1433381" y="118588"/>
                </a:cubicBezTo>
                <a:cubicBezTo>
                  <a:pt x="1415073" y="118588"/>
                  <a:pt x="1400232" y="133429"/>
                  <a:pt x="1400232" y="151737"/>
                </a:cubicBezTo>
                <a:moveTo>
                  <a:pt x="1527526" y="148555"/>
                </a:moveTo>
                <a:cubicBezTo>
                  <a:pt x="1527526" y="166863"/>
                  <a:pt x="1542367" y="181704"/>
                  <a:pt x="1560675" y="181704"/>
                </a:cubicBezTo>
                <a:cubicBezTo>
                  <a:pt x="1578983" y="181704"/>
                  <a:pt x="1593825" y="166863"/>
                  <a:pt x="1593825" y="148555"/>
                </a:cubicBezTo>
                <a:cubicBezTo>
                  <a:pt x="1593825" y="130247"/>
                  <a:pt x="1578983" y="115405"/>
                  <a:pt x="1560675" y="115405"/>
                </a:cubicBezTo>
                <a:cubicBezTo>
                  <a:pt x="1542367" y="115405"/>
                  <a:pt x="1527526" y="130247"/>
                  <a:pt x="1527526" y="148555"/>
                </a:cubicBezTo>
                <a:moveTo>
                  <a:pt x="1654819" y="342478"/>
                </a:moveTo>
                <a:cubicBezTo>
                  <a:pt x="1654819" y="360786"/>
                  <a:pt x="1669661" y="375628"/>
                  <a:pt x="1687969" y="375628"/>
                </a:cubicBezTo>
                <a:cubicBezTo>
                  <a:pt x="1706276" y="375628"/>
                  <a:pt x="1721118" y="360786"/>
                  <a:pt x="1721118" y="342478"/>
                </a:cubicBezTo>
                <a:cubicBezTo>
                  <a:pt x="1721118" y="324170"/>
                  <a:pt x="1706276" y="309329"/>
                  <a:pt x="1687969" y="309329"/>
                </a:cubicBezTo>
                <a:cubicBezTo>
                  <a:pt x="1669661" y="309329"/>
                  <a:pt x="1654819" y="324170"/>
                  <a:pt x="1654819" y="342478"/>
                </a:cubicBezTo>
                <a:moveTo>
                  <a:pt x="1782113" y="444623"/>
                </a:moveTo>
                <a:cubicBezTo>
                  <a:pt x="1782113" y="462931"/>
                  <a:pt x="1796955" y="477773"/>
                  <a:pt x="1815263" y="477773"/>
                </a:cubicBezTo>
                <a:cubicBezTo>
                  <a:pt x="1833571" y="477773"/>
                  <a:pt x="1848412" y="462931"/>
                  <a:pt x="1848412" y="444623"/>
                </a:cubicBezTo>
                <a:cubicBezTo>
                  <a:pt x="1848412" y="426315"/>
                  <a:pt x="1833571" y="411474"/>
                  <a:pt x="1815263" y="411474"/>
                </a:cubicBezTo>
                <a:cubicBezTo>
                  <a:pt x="1796955" y="411474"/>
                  <a:pt x="1782113" y="426315"/>
                  <a:pt x="1782113" y="444623"/>
                </a:cubicBezTo>
                <a:moveTo>
                  <a:pt x="1909407" y="441886"/>
                </a:moveTo>
                <a:cubicBezTo>
                  <a:pt x="1909407" y="460194"/>
                  <a:pt x="1924249" y="475035"/>
                  <a:pt x="1942557" y="475035"/>
                </a:cubicBezTo>
                <a:cubicBezTo>
                  <a:pt x="1960865" y="475035"/>
                  <a:pt x="1975706" y="460194"/>
                  <a:pt x="1975706" y="441886"/>
                </a:cubicBezTo>
                <a:cubicBezTo>
                  <a:pt x="1975706" y="423578"/>
                  <a:pt x="1960865" y="408736"/>
                  <a:pt x="1942557" y="408736"/>
                </a:cubicBezTo>
                <a:cubicBezTo>
                  <a:pt x="1924249" y="408736"/>
                  <a:pt x="1909407" y="423578"/>
                  <a:pt x="1909407" y="441886"/>
                </a:cubicBezTo>
                <a:moveTo>
                  <a:pt x="2036701" y="442071"/>
                </a:moveTo>
                <a:cubicBezTo>
                  <a:pt x="2036701" y="460379"/>
                  <a:pt x="2051543" y="475220"/>
                  <a:pt x="2069850" y="475220"/>
                </a:cubicBezTo>
                <a:cubicBezTo>
                  <a:pt x="2088159" y="475220"/>
                  <a:pt x="2103000" y="460379"/>
                  <a:pt x="2103000" y="442071"/>
                </a:cubicBezTo>
                <a:cubicBezTo>
                  <a:pt x="2103000" y="423763"/>
                  <a:pt x="2088159" y="408921"/>
                  <a:pt x="2069850" y="408921"/>
                </a:cubicBezTo>
                <a:cubicBezTo>
                  <a:pt x="2051543" y="408921"/>
                  <a:pt x="2036701" y="423763"/>
                  <a:pt x="2036701" y="442071"/>
                </a:cubicBezTo>
                <a:moveTo>
                  <a:pt x="2163995" y="441188"/>
                </a:moveTo>
                <a:cubicBezTo>
                  <a:pt x="2163995" y="459496"/>
                  <a:pt x="2178836" y="474337"/>
                  <a:pt x="2197144" y="474337"/>
                </a:cubicBezTo>
                <a:cubicBezTo>
                  <a:pt x="2215452" y="474337"/>
                  <a:pt x="2230294" y="459496"/>
                  <a:pt x="2230294" y="441188"/>
                </a:cubicBezTo>
                <a:cubicBezTo>
                  <a:pt x="2230294" y="422880"/>
                  <a:pt x="2215452" y="408039"/>
                  <a:pt x="2197144" y="408039"/>
                </a:cubicBezTo>
                <a:cubicBezTo>
                  <a:pt x="2178836" y="408039"/>
                  <a:pt x="2163995" y="422880"/>
                  <a:pt x="2163995" y="441188"/>
                </a:cubicBezTo>
                <a:moveTo>
                  <a:pt x="2291289" y="610945"/>
                </a:moveTo>
                <a:cubicBezTo>
                  <a:pt x="2291289" y="629252"/>
                  <a:pt x="2306130" y="644094"/>
                  <a:pt x="2324438" y="644094"/>
                </a:cubicBezTo>
                <a:cubicBezTo>
                  <a:pt x="2342746" y="644094"/>
                  <a:pt x="2357587" y="629252"/>
                  <a:pt x="2357587" y="610945"/>
                </a:cubicBezTo>
                <a:cubicBezTo>
                  <a:pt x="2357587" y="592637"/>
                  <a:pt x="2342746" y="577795"/>
                  <a:pt x="2324438" y="577795"/>
                </a:cubicBezTo>
                <a:cubicBezTo>
                  <a:pt x="2306130" y="577795"/>
                  <a:pt x="2291289" y="592637"/>
                  <a:pt x="2291289" y="610945"/>
                </a:cubicBezTo>
                <a:moveTo>
                  <a:pt x="2418582" y="607482"/>
                </a:moveTo>
                <a:cubicBezTo>
                  <a:pt x="2418582" y="625790"/>
                  <a:pt x="2433424" y="640631"/>
                  <a:pt x="2451732" y="640631"/>
                </a:cubicBezTo>
                <a:cubicBezTo>
                  <a:pt x="2470040" y="640631"/>
                  <a:pt x="2484881" y="625790"/>
                  <a:pt x="2484881" y="607482"/>
                </a:cubicBezTo>
                <a:cubicBezTo>
                  <a:pt x="2484881" y="589174"/>
                  <a:pt x="2470040" y="574333"/>
                  <a:pt x="2451732" y="574333"/>
                </a:cubicBezTo>
                <a:cubicBezTo>
                  <a:pt x="2433424" y="574333"/>
                  <a:pt x="2418582" y="589174"/>
                  <a:pt x="2418582" y="607482"/>
                </a:cubicBezTo>
                <a:moveTo>
                  <a:pt x="2545876" y="606723"/>
                </a:moveTo>
                <a:cubicBezTo>
                  <a:pt x="2545876" y="625031"/>
                  <a:pt x="2560718" y="639872"/>
                  <a:pt x="2579026" y="639872"/>
                </a:cubicBezTo>
                <a:cubicBezTo>
                  <a:pt x="2597334" y="639872"/>
                  <a:pt x="2612175" y="625031"/>
                  <a:pt x="2612175" y="606723"/>
                </a:cubicBezTo>
                <a:cubicBezTo>
                  <a:pt x="2612175" y="588415"/>
                  <a:pt x="2597334" y="573573"/>
                  <a:pt x="2579026" y="573573"/>
                </a:cubicBezTo>
                <a:cubicBezTo>
                  <a:pt x="2560718" y="573573"/>
                  <a:pt x="2545876" y="588415"/>
                  <a:pt x="2545876" y="606723"/>
                </a:cubicBezTo>
                <a:moveTo>
                  <a:pt x="2673170" y="68500"/>
                </a:moveTo>
                <a:cubicBezTo>
                  <a:pt x="2673170" y="86807"/>
                  <a:pt x="2688012" y="101649"/>
                  <a:pt x="2706319" y="101649"/>
                </a:cubicBezTo>
                <a:cubicBezTo>
                  <a:pt x="2724628" y="101649"/>
                  <a:pt x="2739469" y="86807"/>
                  <a:pt x="2739469" y="68500"/>
                </a:cubicBezTo>
                <a:cubicBezTo>
                  <a:pt x="2739469" y="50192"/>
                  <a:pt x="2724628" y="35350"/>
                  <a:pt x="2706319" y="35350"/>
                </a:cubicBezTo>
                <a:cubicBezTo>
                  <a:pt x="2688012" y="35350"/>
                  <a:pt x="2673170" y="50192"/>
                  <a:pt x="2673170" y="68500"/>
                </a:cubicBezTo>
                <a:moveTo>
                  <a:pt x="2800464" y="613879"/>
                </a:moveTo>
                <a:cubicBezTo>
                  <a:pt x="2800464" y="632187"/>
                  <a:pt x="2815306" y="647028"/>
                  <a:pt x="2833613" y="647028"/>
                </a:cubicBezTo>
                <a:cubicBezTo>
                  <a:pt x="2851922" y="647028"/>
                  <a:pt x="2866763" y="632187"/>
                  <a:pt x="2866763" y="613879"/>
                </a:cubicBezTo>
                <a:cubicBezTo>
                  <a:pt x="2866763" y="595571"/>
                  <a:pt x="2851922" y="580730"/>
                  <a:pt x="2833613" y="580730"/>
                </a:cubicBezTo>
                <a:cubicBezTo>
                  <a:pt x="2815306" y="580730"/>
                  <a:pt x="2800464" y="595571"/>
                  <a:pt x="2800464" y="613879"/>
                </a:cubicBezTo>
                <a:close/>
              </a:path>
            </a:pathLst>
          </a:custGeom>
          <a:solidFill xmlns:a="http://schemas.openxmlformats.org/drawingml/2006/main">
            <a:srgbClr val="71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61C181-0D4C-421E-B377-D9461B2E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3208633"/>
            <a:ext cx="2800464" cy="1111430"/>
          </a:xfrm>
          <a:custGeom xmlns:a="http://schemas.openxmlformats.org/drawingml/2006/main">
            <a:pathLst>
              <a:path w="2800464" h="1111430" fill="none">
                <a:moveTo>
                  <a:pt x="0" y="977210"/>
                </a:moveTo>
                <a:lnTo>
                  <a:pt x="127294" y="719756"/>
                </a:lnTo>
                <a:lnTo>
                  <a:pt x="254588" y="947153"/>
                </a:lnTo>
                <a:lnTo>
                  <a:pt x="381881" y="544449"/>
                </a:lnTo>
                <a:lnTo>
                  <a:pt x="509175" y="551896"/>
                </a:lnTo>
                <a:lnTo>
                  <a:pt x="636469" y="536007"/>
                </a:lnTo>
                <a:lnTo>
                  <a:pt x="763763" y="600661"/>
                </a:lnTo>
                <a:lnTo>
                  <a:pt x="891057" y="515938"/>
                </a:lnTo>
                <a:lnTo>
                  <a:pt x="1018351" y="554155"/>
                </a:lnTo>
                <a:lnTo>
                  <a:pt x="1145644" y="598976"/>
                </a:lnTo>
                <a:lnTo>
                  <a:pt x="1272938" y="596503"/>
                </a:lnTo>
                <a:lnTo>
                  <a:pt x="1400232" y="424151"/>
                </a:lnTo>
                <a:lnTo>
                  <a:pt x="1527526" y="364414"/>
                </a:lnTo>
                <a:lnTo>
                  <a:pt x="1654820" y="505918"/>
                </a:lnTo>
                <a:lnTo>
                  <a:pt x="1782114" y="628762"/>
                </a:lnTo>
                <a:lnTo>
                  <a:pt x="1909407" y="627065"/>
                </a:lnTo>
                <a:lnTo>
                  <a:pt x="2036701" y="630849"/>
                </a:lnTo>
                <a:lnTo>
                  <a:pt x="2163995" y="635943"/>
                </a:lnTo>
                <a:lnTo>
                  <a:pt x="2291289" y="1081271"/>
                </a:lnTo>
                <a:lnTo>
                  <a:pt x="2418583" y="1079584"/>
                </a:lnTo>
                <a:lnTo>
                  <a:pt x="2545876" y="1080831"/>
                </a:lnTo>
                <a:lnTo>
                  <a:pt x="2673170" y="0"/>
                </a:lnTo>
                <a:lnTo>
                  <a:pt x="2800464" y="111143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717171"/>
            </a:solidFill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079B15-17A0-4F6C-9246-40EF8CD1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3175484"/>
            <a:ext cx="2866763" cy="1177729"/>
          </a:xfrm>
          <a:custGeom xmlns:a="http://schemas.openxmlformats.org/drawingml/2006/main">
            <a:pathLst>
              <a:path w="2866763" h="1177729">
                <a:moveTo>
                  <a:pt x="0" y="1010360"/>
                </a:moveTo>
                <a:cubicBezTo>
                  <a:pt x="0" y="1028668"/>
                  <a:pt x="14841" y="1043509"/>
                  <a:pt x="33149" y="1043509"/>
                </a:cubicBezTo>
                <a:cubicBezTo>
                  <a:pt x="51457" y="1043509"/>
                  <a:pt x="66299" y="1028668"/>
                  <a:pt x="66299" y="1010360"/>
                </a:cubicBezTo>
                <a:cubicBezTo>
                  <a:pt x="66299" y="992052"/>
                  <a:pt x="51457" y="977210"/>
                  <a:pt x="33149" y="977210"/>
                </a:cubicBezTo>
                <a:cubicBezTo>
                  <a:pt x="14841" y="977210"/>
                  <a:pt x="0" y="992052"/>
                  <a:pt x="0" y="1010360"/>
                </a:cubicBezTo>
                <a:moveTo>
                  <a:pt x="127294" y="752906"/>
                </a:moveTo>
                <a:cubicBezTo>
                  <a:pt x="127294" y="771214"/>
                  <a:pt x="142135" y="786055"/>
                  <a:pt x="160443" y="786055"/>
                </a:cubicBezTo>
                <a:cubicBezTo>
                  <a:pt x="178751" y="786055"/>
                  <a:pt x="193593" y="771214"/>
                  <a:pt x="193593" y="752906"/>
                </a:cubicBezTo>
                <a:cubicBezTo>
                  <a:pt x="193593" y="734598"/>
                  <a:pt x="178751" y="719756"/>
                  <a:pt x="160443" y="719756"/>
                </a:cubicBezTo>
                <a:cubicBezTo>
                  <a:pt x="142135" y="719756"/>
                  <a:pt x="127294" y="734598"/>
                  <a:pt x="127294" y="752906"/>
                </a:cubicBezTo>
                <a:moveTo>
                  <a:pt x="254588" y="980303"/>
                </a:moveTo>
                <a:cubicBezTo>
                  <a:pt x="254588" y="998611"/>
                  <a:pt x="269429" y="1013452"/>
                  <a:pt x="287737" y="1013452"/>
                </a:cubicBezTo>
                <a:cubicBezTo>
                  <a:pt x="306045" y="1013452"/>
                  <a:pt x="320886" y="998611"/>
                  <a:pt x="320886" y="980303"/>
                </a:cubicBezTo>
                <a:cubicBezTo>
                  <a:pt x="320886" y="961995"/>
                  <a:pt x="306045" y="947153"/>
                  <a:pt x="287737" y="947153"/>
                </a:cubicBezTo>
                <a:cubicBezTo>
                  <a:pt x="269429" y="947153"/>
                  <a:pt x="254588" y="961995"/>
                  <a:pt x="254588" y="980303"/>
                </a:cubicBezTo>
                <a:moveTo>
                  <a:pt x="381881" y="577598"/>
                </a:moveTo>
                <a:cubicBezTo>
                  <a:pt x="381881" y="595906"/>
                  <a:pt x="396723" y="610748"/>
                  <a:pt x="415031" y="610748"/>
                </a:cubicBezTo>
                <a:cubicBezTo>
                  <a:pt x="433339" y="610748"/>
                  <a:pt x="448180" y="595906"/>
                  <a:pt x="448180" y="577598"/>
                </a:cubicBezTo>
                <a:cubicBezTo>
                  <a:pt x="448180" y="559290"/>
                  <a:pt x="433339" y="544449"/>
                  <a:pt x="415031" y="544449"/>
                </a:cubicBezTo>
                <a:cubicBezTo>
                  <a:pt x="396723" y="544449"/>
                  <a:pt x="381881" y="559290"/>
                  <a:pt x="381881" y="577598"/>
                </a:cubicBezTo>
                <a:moveTo>
                  <a:pt x="509175" y="585045"/>
                </a:moveTo>
                <a:cubicBezTo>
                  <a:pt x="509175" y="603353"/>
                  <a:pt x="524017" y="618195"/>
                  <a:pt x="542325" y="618195"/>
                </a:cubicBezTo>
                <a:cubicBezTo>
                  <a:pt x="560633" y="618195"/>
                  <a:pt x="575474" y="603353"/>
                  <a:pt x="575474" y="585045"/>
                </a:cubicBezTo>
                <a:cubicBezTo>
                  <a:pt x="575474" y="566737"/>
                  <a:pt x="560633" y="551896"/>
                  <a:pt x="542325" y="551896"/>
                </a:cubicBezTo>
                <a:cubicBezTo>
                  <a:pt x="524017" y="551896"/>
                  <a:pt x="509175" y="566737"/>
                  <a:pt x="509175" y="585045"/>
                </a:cubicBezTo>
                <a:moveTo>
                  <a:pt x="636469" y="569156"/>
                </a:moveTo>
                <a:cubicBezTo>
                  <a:pt x="636469" y="587464"/>
                  <a:pt x="651311" y="602306"/>
                  <a:pt x="669619" y="602306"/>
                </a:cubicBezTo>
                <a:cubicBezTo>
                  <a:pt x="687926" y="602306"/>
                  <a:pt x="702768" y="587464"/>
                  <a:pt x="702768" y="569156"/>
                </a:cubicBezTo>
                <a:cubicBezTo>
                  <a:pt x="702768" y="550848"/>
                  <a:pt x="687926" y="536007"/>
                  <a:pt x="669619" y="536007"/>
                </a:cubicBezTo>
                <a:cubicBezTo>
                  <a:pt x="651311" y="536007"/>
                  <a:pt x="636469" y="550848"/>
                  <a:pt x="636469" y="569156"/>
                </a:cubicBezTo>
                <a:moveTo>
                  <a:pt x="763763" y="633810"/>
                </a:moveTo>
                <a:cubicBezTo>
                  <a:pt x="763763" y="652118"/>
                  <a:pt x="778605" y="666959"/>
                  <a:pt x="796912" y="666959"/>
                </a:cubicBezTo>
                <a:cubicBezTo>
                  <a:pt x="815220" y="666959"/>
                  <a:pt x="830062" y="652118"/>
                  <a:pt x="830062" y="633810"/>
                </a:cubicBezTo>
                <a:cubicBezTo>
                  <a:pt x="830062" y="615502"/>
                  <a:pt x="815220" y="600661"/>
                  <a:pt x="796912" y="600661"/>
                </a:cubicBezTo>
                <a:cubicBezTo>
                  <a:pt x="778605" y="600661"/>
                  <a:pt x="763763" y="615502"/>
                  <a:pt x="763763" y="633810"/>
                </a:cubicBezTo>
                <a:moveTo>
                  <a:pt x="891057" y="549087"/>
                </a:moveTo>
                <a:cubicBezTo>
                  <a:pt x="891057" y="567395"/>
                  <a:pt x="905898" y="582237"/>
                  <a:pt x="924206" y="582237"/>
                </a:cubicBezTo>
                <a:cubicBezTo>
                  <a:pt x="942514" y="582237"/>
                  <a:pt x="957356" y="567395"/>
                  <a:pt x="957356" y="549087"/>
                </a:cubicBezTo>
                <a:cubicBezTo>
                  <a:pt x="957356" y="530779"/>
                  <a:pt x="942514" y="515938"/>
                  <a:pt x="924206" y="515938"/>
                </a:cubicBezTo>
                <a:cubicBezTo>
                  <a:pt x="905898" y="515938"/>
                  <a:pt x="891057" y="530779"/>
                  <a:pt x="891057" y="549087"/>
                </a:cubicBezTo>
                <a:moveTo>
                  <a:pt x="1018351" y="587305"/>
                </a:moveTo>
                <a:cubicBezTo>
                  <a:pt x="1018351" y="605613"/>
                  <a:pt x="1033192" y="620454"/>
                  <a:pt x="1051500" y="620454"/>
                </a:cubicBezTo>
                <a:cubicBezTo>
                  <a:pt x="1069808" y="620454"/>
                  <a:pt x="1084650" y="605613"/>
                  <a:pt x="1084650" y="587305"/>
                </a:cubicBezTo>
                <a:cubicBezTo>
                  <a:pt x="1084650" y="568997"/>
                  <a:pt x="1069808" y="554155"/>
                  <a:pt x="1051500" y="554155"/>
                </a:cubicBezTo>
                <a:cubicBezTo>
                  <a:pt x="1033192" y="554155"/>
                  <a:pt x="1018351" y="568997"/>
                  <a:pt x="1018351" y="587305"/>
                </a:cubicBezTo>
                <a:moveTo>
                  <a:pt x="1145644" y="632125"/>
                </a:moveTo>
                <a:cubicBezTo>
                  <a:pt x="1145644" y="650433"/>
                  <a:pt x="1160486" y="665275"/>
                  <a:pt x="1178794" y="665275"/>
                </a:cubicBezTo>
                <a:cubicBezTo>
                  <a:pt x="1197102" y="665275"/>
                  <a:pt x="1211943" y="650433"/>
                  <a:pt x="1211943" y="632125"/>
                </a:cubicBezTo>
                <a:cubicBezTo>
                  <a:pt x="1211943" y="613817"/>
                  <a:pt x="1197102" y="598976"/>
                  <a:pt x="1178794" y="598976"/>
                </a:cubicBezTo>
                <a:cubicBezTo>
                  <a:pt x="1160486" y="598976"/>
                  <a:pt x="1145644" y="613817"/>
                  <a:pt x="1145644" y="632125"/>
                </a:cubicBezTo>
                <a:moveTo>
                  <a:pt x="1272938" y="629653"/>
                </a:moveTo>
                <a:cubicBezTo>
                  <a:pt x="1272938" y="647961"/>
                  <a:pt x="1287780" y="662802"/>
                  <a:pt x="1306088" y="662802"/>
                </a:cubicBezTo>
                <a:cubicBezTo>
                  <a:pt x="1324395" y="662802"/>
                  <a:pt x="1339237" y="647961"/>
                  <a:pt x="1339237" y="629653"/>
                </a:cubicBezTo>
                <a:cubicBezTo>
                  <a:pt x="1339237" y="611345"/>
                  <a:pt x="1324395" y="596503"/>
                  <a:pt x="1306088" y="596503"/>
                </a:cubicBezTo>
                <a:cubicBezTo>
                  <a:pt x="1287780" y="596503"/>
                  <a:pt x="1272938" y="611345"/>
                  <a:pt x="1272938" y="629653"/>
                </a:cubicBezTo>
                <a:moveTo>
                  <a:pt x="1400232" y="457300"/>
                </a:moveTo>
                <a:cubicBezTo>
                  <a:pt x="1400232" y="475608"/>
                  <a:pt x="1415074" y="490450"/>
                  <a:pt x="1433381" y="490450"/>
                </a:cubicBezTo>
                <a:cubicBezTo>
                  <a:pt x="1451689" y="490450"/>
                  <a:pt x="1466531" y="475608"/>
                  <a:pt x="1466531" y="457300"/>
                </a:cubicBezTo>
                <a:cubicBezTo>
                  <a:pt x="1466531" y="438992"/>
                  <a:pt x="1451689" y="424151"/>
                  <a:pt x="1433381" y="424151"/>
                </a:cubicBezTo>
                <a:cubicBezTo>
                  <a:pt x="1415074" y="424151"/>
                  <a:pt x="1400232" y="438992"/>
                  <a:pt x="1400232" y="457300"/>
                </a:cubicBezTo>
                <a:moveTo>
                  <a:pt x="1527526" y="397563"/>
                </a:moveTo>
                <a:cubicBezTo>
                  <a:pt x="1527526" y="415871"/>
                  <a:pt x="1542367" y="430713"/>
                  <a:pt x="1560675" y="430713"/>
                </a:cubicBezTo>
                <a:cubicBezTo>
                  <a:pt x="1578983" y="430713"/>
                  <a:pt x="1593825" y="415871"/>
                  <a:pt x="1593825" y="397563"/>
                </a:cubicBezTo>
                <a:cubicBezTo>
                  <a:pt x="1593825" y="379255"/>
                  <a:pt x="1578983" y="364414"/>
                  <a:pt x="1560675" y="364414"/>
                </a:cubicBezTo>
                <a:cubicBezTo>
                  <a:pt x="1542367" y="364414"/>
                  <a:pt x="1527526" y="379255"/>
                  <a:pt x="1527526" y="397563"/>
                </a:cubicBezTo>
                <a:moveTo>
                  <a:pt x="1654820" y="539068"/>
                </a:moveTo>
                <a:cubicBezTo>
                  <a:pt x="1654820" y="557376"/>
                  <a:pt x="1669661" y="572217"/>
                  <a:pt x="1687969" y="572217"/>
                </a:cubicBezTo>
                <a:cubicBezTo>
                  <a:pt x="1706277" y="572217"/>
                  <a:pt x="1721119" y="557376"/>
                  <a:pt x="1721119" y="539068"/>
                </a:cubicBezTo>
                <a:cubicBezTo>
                  <a:pt x="1721119" y="520760"/>
                  <a:pt x="1706277" y="505918"/>
                  <a:pt x="1687969" y="505918"/>
                </a:cubicBezTo>
                <a:cubicBezTo>
                  <a:pt x="1669661" y="505918"/>
                  <a:pt x="1654820" y="520760"/>
                  <a:pt x="1654820" y="539068"/>
                </a:cubicBezTo>
                <a:moveTo>
                  <a:pt x="1782114" y="661911"/>
                </a:moveTo>
                <a:cubicBezTo>
                  <a:pt x="1782114" y="680219"/>
                  <a:pt x="1796955" y="695061"/>
                  <a:pt x="1815263" y="695061"/>
                </a:cubicBezTo>
                <a:cubicBezTo>
                  <a:pt x="1833571" y="695061"/>
                  <a:pt x="1848412" y="680219"/>
                  <a:pt x="1848412" y="661911"/>
                </a:cubicBezTo>
                <a:cubicBezTo>
                  <a:pt x="1848412" y="643603"/>
                  <a:pt x="1833571" y="628762"/>
                  <a:pt x="1815263" y="628762"/>
                </a:cubicBezTo>
                <a:cubicBezTo>
                  <a:pt x="1796955" y="628762"/>
                  <a:pt x="1782114" y="643603"/>
                  <a:pt x="1782114" y="661911"/>
                </a:cubicBezTo>
                <a:moveTo>
                  <a:pt x="1909407" y="660214"/>
                </a:moveTo>
                <a:cubicBezTo>
                  <a:pt x="1909407" y="678522"/>
                  <a:pt x="1924249" y="693363"/>
                  <a:pt x="1942557" y="693363"/>
                </a:cubicBezTo>
                <a:cubicBezTo>
                  <a:pt x="1960865" y="693363"/>
                  <a:pt x="1975706" y="678522"/>
                  <a:pt x="1975706" y="660214"/>
                </a:cubicBezTo>
                <a:cubicBezTo>
                  <a:pt x="1975706" y="641906"/>
                  <a:pt x="1960865" y="627065"/>
                  <a:pt x="1942557" y="627065"/>
                </a:cubicBezTo>
                <a:cubicBezTo>
                  <a:pt x="1924249" y="627065"/>
                  <a:pt x="1909407" y="641906"/>
                  <a:pt x="1909407" y="660214"/>
                </a:cubicBezTo>
                <a:moveTo>
                  <a:pt x="2036701" y="663999"/>
                </a:moveTo>
                <a:cubicBezTo>
                  <a:pt x="2036701" y="682307"/>
                  <a:pt x="2051543" y="697148"/>
                  <a:pt x="2069851" y="697148"/>
                </a:cubicBezTo>
                <a:cubicBezTo>
                  <a:pt x="2088159" y="697148"/>
                  <a:pt x="2103000" y="682307"/>
                  <a:pt x="2103000" y="663999"/>
                </a:cubicBezTo>
                <a:cubicBezTo>
                  <a:pt x="2103000" y="645691"/>
                  <a:pt x="2088159" y="630849"/>
                  <a:pt x="2069851" y="630849"/>
                </a:cubicBezTo>
                <a:cubicBezTo>
                  <a:pt x="2051543" y="630849"/>
                  <a:pt x="2036701" y="645691"/>
                  <a:pt x="2036701" y="663999"/>
                </a:cubicBezTo>
                <a:moveTo>
                  <a:pt x="2163995" y="669092"/>
                </a:moveTo>
                <a:cubicBezTo>
                  <a:pt x="2163995" y="687400"/>
                  <a:pt x="2178837" y="702242"/>
                  <a:pt x="2197144" y="702242"/>
                </a:cubicBezTo>
                <a:cubicBezTo>
                  <a:pt x="2215452" y="702242"/>
                  <a:pt x="2230294" y="687400"/>
                  <a:pt x="2230294" y="669092"/>
                </a:cubicBezTo>
                <a:cubicBezTo>
                  <a:pt x="2230294" y="650785"/>
                  <a:pt x="2215452" y="635943"/>
                  <a:pt x="2197144" y="635943"/>
                </a:cubicBezTo>
                <a:cubicBezTo>
                  <a:pt x="2178837" y="635943"/>
                  <a:pt x="2163995" y="650785"/>
                  <a:pt x="2163995" y="669092"/>
                </a:cubicBezTo>
                <a:moveTo>
                  <a:pt x="2291289" y="1114421"/>
                </a:moveTo>
                <a:cubicBezTo>
                  <a:pt x="2291289" y="1132729"/>
                  <a:pt x="2306130" y="1147570"/>
                  <a:pt x="2324438" y="1147570"/>
                </a:cubicBezTo>
                <a:cubicBezTo>
                  <a:pt x="2342746" y="1147570"/>
                  <a:pt x="2357588" y="1132729"/>
                  <a:pt x="2357588" y="1114421"/>
                </a:cubicBezTo>
                <a:cubicBezTo>
                  <a:pt x="2357588" y="1096113"/>
                  <a:pt x="2342746" y="1081271"/>
                  <a:pt x="2324438" y="1081271"/>
                </a:cubicBezTo>
                <a:cubicBezTo>
                  <a:pt x="2306130" y="1081271"/>
                  <a:pt x="2291289" y="1096113"/>
                  <a:pt x="2291289" y="1114421"/>
                </a:cubicBezTo>
                <a:moveTo>
                  <a:pt x="2418583" y="1112733"/>
                </a:moveTo>
                <a:cubicBezTo>
                  <a:pt x="2418583" y="1131041"/>
                  <a:pt x="2433424" y="1145882"/>
                  <a:pt x="2451732" y="1145882"/>
                </a:cubicBezTo>
                <a:cubicBezTo>
                  <a:pt x="2470040" y="1145882"/>
                  <a:pt x="2484881" y="1131041"/>
                  <a:pt x="2484881" y="1112733"/>
                </a:cubicBezTo>
                <a:cubicBezTo>
                  <a:pt x="2484881" y="1094425"/>
                  <a:pt x="2470040" y="1079584"/>
                  <a:pt x="2451732" y="1079584"/>
                </a:cubicBezTo>
                <a:cubicBezTo>
                  <a:pt x="2433424" y="1079584"/>
                  <a:pt x="2418583" y="1094425"/>
                  <a:pt x="2418583" y="1112733"/>
                </a:cubicBezTo>
                <a:moveTo>
                  <a:pt x="2545876" y="1113981"/>
                </a:moveTo>
                <a:cubicBezTo>
                  <a:pt x="2545876" y="1132288"/>
                  <a:pt x="2560718" y="1147130"/>
                  <a:pt x="2579026" y="1147130"/>
                </a:cubicBezTo>
                <a:cubicBezTo>
                  <a:pt x="2597334" y="1147130"/>
                  <a:pt x="2612175" y="1132288"/>
                  <a:pt x="2612175" y="1113981"/>
                </a:cubicBezTo>
                <a:cubicBezTo>
                  <a:pt x="2612175" y="1095673"/>
                  <a:pt x="2597334" y="1080831"/>
                  <a:pt x="2579026" y="1080831"/>
                </a:cubicBezTo>
                <a:cubicBezTo>
                  <a:pt x="2560718" y="1080831"/>
                  <a:pt x="2545876" y="1095673"/>
                  <a:pt x="2545876" y="1113981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144579"/>
                </a:moveTo>
                <a:cubicBezTo>
                  <a:pt x="2800464" y="1162887"/>
                  <a:pt x="2815306" y="1177729"/>
                  <a:pt x="2833614" y="1177729"/>
                </a:cubicBezTo>
                <a:cubicBezTo>
                  <a:pt x="2851921" y="1177729"/>
                  <a:pt x="2866763" y="1162887"/>
                  <a:pt x="2866763" y="1144579"/>
                </a:cubicBezTo>
                <a:cubicBezTo>
                  <a:pt x="2866763" y="1126271"/>
                  <a:pt x="2851921" y="1111430"/>
                  <a:pt x="2833614" y="1111430"/>
                </a:cubicBezTo>
                <a:cubicBezTo>
                  <a:pt x="2815306" y="1111430"/>
                  <a:pt x="2800464" y="1126271"/>
                  <a:pt x="2800464" y="1144579"/>
                </a:cubicBezTo>
                <a:close/>
              </a:path>
            </a:pathLst>
          </a:custGeom>
          <a:solidFill xmlns:a="http://schemas.openxmlformats.org/drawingml/2006/main">
            <a:srgbClr val="71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F0B561-C7FF-45AE-B118-CAED64F9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864839"/>
            <a:ext cx="2800464" cy="611412"/>
          </a:xfrm>
          <a:custGeom xmlns:a="http://schemas.openxmlformats.org/drawingml/2006/main">
            <a:pathLst>
              <a:path w="2800464" h="611412" fill="none">
                <a:moveTo>
                  <a:pt x="0" y="499687"/>
                </a:moveTo>
                <a:lnTo>
                  <a:pt x="127294" y="70345"/>
                </a:lnTo>
                <a:lnTo>
                  <a:pt x="254588" y="480389"/>
                </a:lnTo>
                <a:lnTo>
                  <a:pt x="381881" y="301383"/>
                </a:lnTo>
                <a:lnTo>
                  <a:pt x="509175" y="401501"/>
                </a:lnTo>
                <a:lnTo>
                  <a:pt x="636469" y="294351"/>
                </a:lnTo>
                <a:lnTo>
                  <a:pt x="763763" y="416455"/>
                </a:lnTo>
                <a:lnTo>
                  <a:pt x="891057" y="263319"/>
                </a:lnTo>
                <a:lnTo>
                  <a:pt x="1018350" y="333665"/>
                </a:lnTo>
                <a:lnTo>
                  <a:pt x="1145644" y="302914"/>
                </a:lnTo>
                <a:lnTo>
                  <a:pt x="1272938" y="309485"/>
                </a:lnTo>
                <a:lnTo>
                  <a:pt x="1400232" y="128336"/>
                </a:lnTo>
                <a:lnTo>
                  <a:pt x="1527526" y="100719"/>
                </a:lnTo>
                <a:lnTo>
                  <a:pt x="1654819" y="291794"/>
                </a:lnTo>
                <a:lnTo>
                  <a:pt x="1782113" y="420699"/>
                </a:lnTo>
                <a:lnTo>
                  <a:pt x="1909407" y="418638"/>
                </a:lnTo>
                <a:lnTo>
                  <a:pt x="2036701" y="416467"/>
                </a:lnTo>
                <a:lnTo>
                  <a:pt x="2163995" y="416861"/>
                </a:lnTo>
                <a:lnTo>
                  <a:pt x="2291289" y="601999"/>
                </a:lnTo>
                <a:lnTo>
                  <a:pt x="2418582" y="600895"/>
                </a:lnTo>
                <a:lnTo>
                  <a:pt x="2545876" y="601128"/>
                </a:lnTo>
                <a:lnTo>
                  <a:pt x="2673170" y="0"/>
                </a:lnTo>
                <a:lnTo>
                  <a:pt x="2800464" y="611412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717171"/>
            </a:solidFill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39F29-5DE9-48E9-8E67-9055ACC4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831690"/>
            <a:ext cx="2866763" cy="677711"/>
          </a:xfrm>
          <a:custGeom xmlns:a="http://schemas.openxmlformats.org/drawingml/2006/main">
            <a:pathLst>
              <a:path w="2866763" h="677711">
                <a:moveTo>
                  <a:pt x="0" y="532837"/>
                </a:moveTo>
                <a:cubicBezTo>
                  <a:pt x="0" y="551145"/>
                  <a:pt x="14841" y="565986"/>
                  <a:pt x="33149" y="565986"/>
                </a:cubicBezTo>
                <a:cubicBezTo>
                  <a:pt x="51457" y="565986"/>
                  <a:pt x="66299" y="551145"/>
                  <a:pt x="66299" y="532837"/>
                </a:cubicBezTo>
                <a:cubicBezTo>
                  <a:pt x="66299" y="514529"/>
                  <a:pt x="51457" y="499687"/>
                  <a:pt x="33149" y="499687"/>
                </a:cubicBezTo>
                <a:cubicBezTo>
                  <a:pt x="14841" y="499687"/>
                  <a:pt x="0" y="514529"/>
                  <a:pt x="0" y="532837"/>
                </a:cubicBezTo>
                <a:moveTo>
                  <a:pt x="127294" y="103495"/>
                </a:moveTo>
                <a:cubicBezTo>
                  <a:pt x="127294" y="121803"/>
                  <a:pt x="142135" y="136644"/>
                  <a:pt x="160443" y="136644"/>
                </a:cubicBezTo>
                <a:cubicBezTo>
                  <a:pt x="178751" y="136644"/>
                  <a:pt x="193592" y="121803"/>
                  <a:pt x="193592" y="103495"/>
                </a:cubicBezTo>
                <a:cubicBezTo>
                  <a:pt x="193592" y="85187"/>
                  <a:pt x="178751" y="70345"/>
                  <a:pt x="160443" y="70345"/>
                </a:cubicBezTo>
                <a:cubicBezTo>
                  <a:pt x="142135" y="70345"/>
                  <a:pt x="127294" y="85187"/>
                  <a:pt x="127294" y="103495"/>
                </a:cubicBezTo>
                <a:moveTo>
                  <a:pt x="254588" y="513539"/>
                </a:moveTo>
                <a:cubicBezTo>
                  <a:pt x="254588" y="531847"/>
                  <a:pt x="269429" y="546688"/>
                  <a:pt x="287737" y="546688"/>
                </a:cubicBezTo>
                <a:cubicBezTo>
                  <a:pt x="306045" y="546688"/>
                  <a:pt x="320886" y="531847"/>
                  <a:pt x="320886" y="513539"/>
                </a:cubicBezTo>
                <a:cubicBezTo>
                  <a:pt x="320886" y="495231"/>
                  <a:pt x="306045" y="480389"/>
                  <a:pt x="287737" y="480389"/>
                </a:cubicBezTo>
                <a:cubicBezTo>
                  <a:pt x="269429" y="480389"/>
                  <a:pt x="254588" y="495231"/>
                  <a:pt x="254588" y="513539"/>
                </a:cubicBezTo>
                <a:moveTo>
                  <a:pt x="381881" y="334533"/>
                </a:moveTo>
                <a:cubicBezTo>
                  <a:pt x="381881" y="352841"/>
                  <a:pt x="396723" y="367682"/>
                  <a:pt x="415031" y="367682"/>
                </a:cubicBezTo>
                <a:cubicBezTo>
                  <a:pt x="433339" y="367682"/>
                  <a:pt x="448180" y="352841"/>
                  <a:pt x="448180" y="334533"/>
                </a:cubicBezTo>
                <a:cubicBezTo>
                  <a:pt x="448180" y="316225"/>
                  <a:pt x="433339" y="301383"/>
                  <a:pt x="415031" y="301383"/>
                </a:cubicBezTo>
                <a:cubicBezTo>
                  <a:pt x="396723" y="301383"/>
                  <a:pt x="381881" y="316225"/>
                  <a:pt x="381881" y="334533"/>
                </a:cubicBezTo>
                <a:moveTo>
                  <a:pt x="509175" y="434650"/>
                </a:moveTo>
                <a:cubicBezTo>
                  <a:pt x="509175" y="452958"/>
                  <a:pt x="524017" y="467800"/>
                  <a:pt x="542324" y="467800"/>
                </a:cubicBezTo>
                <a:cubicBezTo>
                  <a:pt x="560632" y="467800"/>
                  <a:pt x="575474" y="452958"/>
                  <a:pt x="575474" y="434650"/>
                </a:cubicBezTo>
                <a:cubicBezTo>
                  <a:pt x="575474" y="416342"/>
                  <a:pt x="560632" y="401501"/>
                  <a:pt x="542324" y="401501"/>
                </a:cubicBezTo>
                <a:cubicBezTo>
                  <a:pt x="524017" y="401501"/>
                  <a:pt x="509175" y="416342"/>
                  <a:pt x="509175" y="434650"/>
                </a:cubicBezTo>
                <a:moveTo>
                  <a:pt x="636469" y="327501"/>
                </a:moveTo>
                <a:cubicBezTo>
                  <a:pt x="636469" y="345809"/>
                  <a:pt x="651310" y="360650"/>
                  <a:pt x="669618" y="360650"/>
                </a:cubicBezTo>
                <a:cubicBezTo>
                  <a:pt x="687926" y="360650"/>
                  <a:pt x="702768" y="345809"/>
                  <a:pt x="702768" y="327501"/>
                </a:cubicBezTo>
                <a:cubicBezTo>
                  <a:pt x="702768" y="309193"/>
                  <a:pt x="687926" y="294351"/>
                  <a:pt x="669618" y="294351"/>
                </a:cubicBezTo>
                <a:cubicBezTo>
                  <a:pt x="651310" y="294351"/>
                  <a:pt x="636469" y="309193"/>
                  <a:pt x="636469" y="327501"/>
                </a:cubicBezTo>
                <a:moveTo>
                  <a:pt x="763763" y="449605"/>
                </a:moveTo>
                <a:cubicBezTo>
                  <a:pt x="763763" y="467913"/>
                  <a:pt x="778604" y="482754"/>
                  <a:pt x="796912" y="482754"/>
                </a:cubicBezTo>
                <a:cubicBezTo>
                  <a:pt x="815220" y="482754"/>
                  <a:pt x="830061" y="467913"/>
                  <a:pt x="830061" y="449605"/>
                </a:cubicBezTo>
                <a:cubicBezTo>
                  <a:pt x="830061" y="431297"/>
                  <a:pt x="815220" y="416455"/>
                  <a:pt x="796912" y="416455"/>
                </a:cubicBezTo>
                <a:cubicBezTo>
                  <a:pt x="778604" y="416455"/>
                  <a:pt x="763763" y="431297"/>
                  <a:pt x="763763" y="449605"/>
                </a:cubicBezTo>
                <a:moveTo>
                  <a:pt x="891057" y="296468"/>
                </a:moveTo>
                <a:cubicBezTo>
                  <a:pt x="891057" y="314776"/>
                  <a:pt x="905898" y="329618"/>
                  <a:pt x="924206" y="329618"/>
                </a:cubicBezTo>
                <a:cubicBezTo>
                  <a:pt x="942514" y="329618"/>
                  <a:pt x="957356" y="314776"/>
                  <a:pt x="957356" y="296468"/>
                </a:cubicBezTo>
                <a:cubicBezTo>
                  <a:pt x="957356" y="278160"/>
                  <a:pt x="942514" y="263319"/>
                  <a:pt x="924206" y="263319"/>
                </a:cubicBezTo>
                <a:cubicBezTo>
                  <a:pt x="905898" y="263319"/>
                  <a:pt x="891057" y="278160"/>
                  <a:pt x="891057" y="296468"/>
                </a:cubicBezTo>
                <a:moveTo>
                  <a:pt x="1018350" y="366815"/>
                </a:moveTo>
                <a:cubicBezTo>
                  <a:pt x="1018350" y="385123"/>
                  <a:pt x="1033192" y="399964"/>
                  <a:pt x="1051500" y="399964"/>
                </a:cubicBezTo>
                <a:cubicBezTo>
                  <a:pt x="1069808" y="399964"/>
                  <a:pt x="1084649" y="385123"/>
                  <a:pt x="1084649" y="366815"/>
                </a:cubicBezTo>
                <a:cubicBezTo>
                  <a:pt x="1084649" y="348507"/>
                  <a:pt x="1069808" y="333665"/>
                  <a:pt x="1051500" y="333665"/>
                </a:cubicBezTo>
                <a:cubicBezTo>
                  <a:pt x="1033192" y="333665"/>
                  <a:pt x="1018350" y="348507"/>
                  <a:pt x="1018350" y="366815"/>
                </a:cubicBezTo>
                <a:moveTo>
                  <a:pt x="1145644" y="336064"/>
                </a:moveTo>
                <a:cubicBezTo>
                  <a:pt x="1145644" y="354372"/>
                  <a:pt x="1160486" y="369213"/>
                  <a:pt x="1178793" y="369213"/>
                </a:cubicBezTo>
                <a:cubicBezTo>
                  <a:pt x="1197101" y="369213"/>
                  <a:pt x="1211943" y="354372"/>
                  <a:pt x="1211943" y="336064"/>
                </a:cubicBezTo>
                <a:cubicBezTo>
                  <a:pt x="1211943" y="317756"/>
                  <a:pt x="1197101" y="302914"/>
                  <a:pt x="1178793" y="302914"/>
                </a:cubicBezTo>
                <a:cubicBezTo>
                  <a:pt x="1160486" y="302914"/>
                  <a:pt x="1145644" y="317756"/>
                  <a:pt x="1145644" y="336064"/>
                </a:cubicBezTo>
                <a:moveTo>
                  <a:pt x="1272938" y="342635"/>
                </a:moveTo>
                <a:cubicBezTo>
                  <a:pt x="1272938" y="360942"/>
                  <a:pt x="1287780" y="375784"/>
                  <a:pt x="1306087" y="375784"/>
                </a:cubicBezTo>
                <a:cubicBezTo>
                  <a:pt x="1324395" y="375784"/>
                  <a:pt x="1339237" y="360942"/>
                  <a:pt x="1339237" y="342635"/>
                </a:cubicBezTo>
                <a:cubicBezTo>
                  <a:pt x="1339237" y="324327"/>
                  <a:pt x="1324395" y="309485"/>
                  <a:pt x="1306087" y="309485"/>
                </a:cubicBezTo>
                <a:cubicBezTo>
                  <a:pt x="1287780" y="309485"/>
                  <a:pt x="1272938" y="324327"/>
                  <a:pt x="1272938" y="342635"/>
                </a:cubicBezTo>
                <a:moveTo>
                  <a:pt x="1400232" y="161485"/>
                </a:moveTo>
                <a:cubicBezTo>
                  <a:pt x="1400232" y="179793"/>
                  <a:pt x="1415073" y="194635"/>
                  <a:pt x="1433381" y="194635"/>
                </a:cubicBezTo>
                <a:cubicBezTo>
                  <a:pt x="1451689" y="194635"/>
                  <a:pt x="1466531" y="179793"/>
                  <a:pt x="1466531" y="161485"/>
                </a:cubicBezTo>
                <a:cubicBezTo>
                  <a:pt x="1466531" y="143177"/>
                  <a:pt x="1451689" y="128336"/>
                  <a:pt x="1433381" y="128336"/>
                </a:cubicBezTo>
                <a:cubicBezTo>
                  <a:pt x="1415073" y="128336"/>
                  <a:pt x="1400232" y="143177"/>
                  <a:pt x="1400232" y="161485"/>
                </a:cubicBezTo>
                <a:moveTo>
                  <a:pt x="1527526" y="133868"/>
                </a:moveTo>
                <a:cubicBezTo>
                  <a:pt x="1527526" y="152176"/>
                  <a:pt x="1542367" y="167017"/>
                  <a:pt x="1560675" y="167017"/>
                </a:cubicBezTo>
                <a:cubicBezTo>
                  <a:pt x="1578983" y="167017"/>
                  <a:pt x="1593825" y="152176"/>
                  <a:pt x="1593825" y="133868"/>
                </a:cubicBezTo>
                <a:cubicBezTo>
                  <a:pt x="1593825" y="115560"/>
                  <a:pt x="1578983" y="100719"/>
                  <a:pt x="1560675" y="100719"/>
                </a:cubicBezTo>
                <a:cubicBezTo>
                  <a:pt x="1542367" y="100719"/>
                  <a:pt x="1527526" y="115560"/>
                  <a:pt x="1527526" y="133868"/>
                </a:cubicBezTo>
                <a:moveTo>
                  <a:pt x="1654819" y="324943"/>
                </a:moveTo>
                <a:cubicBezTo>
                  <a:pt x="1654819" y="343251"/>
                  <a:pt x="1669661" y="358093"/>
                  <a:pt x="1687969" y="358093"/>
                </a:cubicBezTo>
                <a:cubicBezTo>
                  <a:pt x="1706276" y="358093"/>
                  <a:pt x="1721118" y="343251"/>
                  <a:pt x="1721118" y="324943"/>
                </a:cubicBezTo>
                <a:cubicBezTo>
                  <a:pt x="1721118" y="306635"/>
                  <a:pt x="1706276" y="291794"/>
                  <a:pt x="1687969" y="291794"/>
                </a:cubicBezTo>
                <a:cubicBezTo>
                  <a:pt x="1669661" y="291794"/>
                  <a:pt x="1654819" y="306635"/>
                  <a:pt x="1654819" y="324943"/>
                </a:cubicBezTo>
                <a:moveTo>
                  <a:pt x="1782113" y="453848"/>
                </a:moveTo>
                <a:cubicBezTo>
                  <a:pt x="1782113" y="472156"/>
                  <a:pt x="1796955" y="486998"/>
                  <a:pt x="1815263" y="486998"/>
                </a:cubicBezTo>
                <a:cubicBezTo>
                  <a:pt x="1833571" y="486998"/>
                  <a:pt x="1848412" y="472156"/>
                  <a:pt x="1848412" y="453848"/>
                </a:cubicBezTo>
                <a:cubicBezTo>
                  <a:pt x="1848412" y="435540"/>
                  <a:pt x="1833571" y="420699"/>
                  <a:pt x="1815263" y="420699"/>
                </a:cubicBezTo>
                <a:cubicBezTo>
                  <a:pt x="1796955" y="420699"/>
                  <a:pt x="1782113" y="435540"/>
                  <a:pt x="1782113" y="453848"/>
                </a:cubicBezTo>
                <a:moveTo>
                  <a:pt x="1909407" y="451787"/>
                </a:moveTo>
                <a:cubicBezTo>
                  <a:pt x="1909407" y="470095"/>
                  <a:pt x="1924249" y="484936"/>
                  <a:pt x="1942557" y="484936"/>
                </a:cubicBezTo>
                <a:cubicBezTo>
                  <a:pt x="1960865" y="484936"/>
                  <a:pt x="1975706" y="470095"/>
                  <a:pt x="1975706" y="451787"/>
                </a:cubicBezTo>
                <a:cubicBezTo>
                  <a:pt x="1975706" y="433479"/>
                  <a:pt x="1960865" y="418638"/>
                  <a:pt x="1942557" y="418638"/>
                </a:cubicBezTo>
                <a:cubicBezTo>
                  <a:pt x="1924249" y="418638"/>
                  <a:pt x="1909407" y="433479"/>
                  <a:pt x="1909407" y="451787"/>
                </a:cubicBezTo>
                <a:moveTo>
                  <a:pt x="2036701" y="449616"/>
                </a:moveTo>
                <a:cubicBezTo>
                  <a:pt x="2036701" y="467924"/>
                  <a:pt x="2051543" y="482766"/>
                  <a:pt x="2069850" y="482766"/>
                </a:cubicBezTo>
                <a:cubicBezTo>
                  <a:pt x="2088159" y="482766"/>
                  <a:pt x="2103000" y="467924"/>
                  <a:pt x="2103000" y="449616"/>
                </a:cubicBezTo>
                <a:cubicBezTo>
                  <a:pt x="2103000" y="431308"/>
                  <a:pt x="2088159" y="416467"/>
                  <a:pt x="2069850" y="416467"/>
                </a:cubicBezTo>
                <a:cubicBezTo>
                  <a:pt x="2051543" y="416467"/>
                  <a:pt x="2036701" y="431308"/>
                  <a:pt x="2036701" y="449616"/>
                </a:cubicBezTo>
                <a:moveTo>
                  <a:pt x="2163995" y="450010"/>
                </a:moveTo>
                <a:cubicBezTo>
                  <a:pt x="2163995" y="468318"/>
                  <a:pt x="2178836" y="483160"/>
                  <a:pt x="2197144" y="483160"/>
                </a:cubicBezTo>
                <a:cubicBezTo>
                  <a:pt x="2215452" y="483160"/>
                  <a:pt x="2230294" y="468318"/>
                  <a:pt x="2230294" y="450010"/>
                </a:cubicBezTo>
                <a:cubicBezTo>
                  <a:pt x="2230294" y="431702"/>
                  <a:pt x="2215452" y="416861"/>
                  <a:pt x="2197144" y="416861"/>
                </a:cubicBezTo>
                <a:cubicBezTo>
                  <a:pt x="2178836" y="416861"/>
                  <a:pt x="2163995" y="431702"/>
                  <a:pt x="2163995" y="450010"/>
                </a:cubicBezTo>
                <a:moveTo>
                  <a:pt x="2291289" y="635149"/>
                </a:moveTo>
                <a:cubicBezTo>
                  <a:pt x="2291289" y="653457"/>
                  <a:pt x="2306130" y="668298"/>
                  <a:pt x="2324438" y="668298"/>
                </a:cubicBezTo>
                <a:cubicBezTo>
                  <a:pt x="2342746" y="668298"/>
                  <a:pt x="2357587" y="653457"/>
                  <a:pt x="2357587" y="635149"/>
                </a:cubicBezTo>
                <a:cubicBezTo>
                  <a:pt x="2357587" y="616841"/>
                  <a:pt x="2342746" y="601999"/>
                  <a:pt x="2324438" y="601999"/>
                </a:cubicBezTo>
                <a:cubicBezTo>
                  <a:pt x="2306130" y="601999"/>
                  <a:pt x="2291289" y="616841"/>
                  <a:pt x="2291289" y="635149"/>
                </a:cubicBezTo>
                <a:moveTo>
                  <a:pt x="2418582" y="634045"/>
                </a:moveTo>
                <a:cubicBezTo>
                  <a:pt x="2418582" y="652353"/>
                  <a:pt x="2433424" y="667194"/>
                  <a:pt x="2451732" y="667194"/>
                </a:cubicBezTo>
                <a:cubicBezTo>
                  <a:pt x="2470040" y="667194"/>
                  <a:pt x="2484881" y="652353"/>
                  <a:pt x="2484881" y="634045"/>
                </a:cubicBezTo>
                <a:cubicBezTo>
                  <a:pt x="2484881" y="615737"/>
                  <a:pt x="2470040" y="600895"/>
                  <a:pt x="2451732" y="600895"/>
                </a:cubicBezTo>
                <a:cubicBezTo>
                  <a:pt x="2433424" y="600895"/>
                  <a:pt x="2418582" y="615737"/>
                  <a:pt x="2418582" y="634045"/>
                </a:cubicBezTo>
                <a:moveTo>
                  <a:pt x="2545876" y="634277"/>
                </a:moveTo>
                <a:cubicBezTo>
                  <a:pt x="2545876" y="652585"/>
                  <a:pt x="2560718" y="667427"/>
                  <a:pt x="2579026" y="667427"/>
                </a:cubicBezTo>
                <a:cubicBezTo>
                  <a:pt x="2597334" y="667427"/>
                  <a:pt x="2612175" y="652585"/>
                  <a:pt x="2612175" y="634277"/>
                </a:cubicBezTo>
                <a:cubicBezTo>
                  <a:pt x="2612175" y="615969"/>
                  <a:pt x="2597334" y="601128"/>
                  <a:pt x="2579026" y="601128"/>
                </a:cubicBezTo>
                <a:cubicBezTo>
                  <a:pt x="2560718" y="601128"/>
                  <a:pt x="2545876" y="615969"/>
                  <a:pt x="2545876" y="634277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644561"/>
                </a:moveTo>
                <a:cubicBezTo>
                  <a:pt x="2800464" y="662869"/>
                  <a:pt x="2815306" y="677711"/>
                  <a:pt x="2833613" y="677711"/>
                </a:cubicBezTo>
                <a:cubicBezTo>
                  <a:pt x="2851922" y="677711"/>
                  <a:pt x="2866763" y="662869"/>
                  <a:pt x="2866763" y="644561"/>
                </a:cubicBezTo>
                <a:cubicBezTo>
                  <a:pt x="2866763" y="626254"/>
                  <a:pt x="2851922" y="611412"/>
                  <a:pt x="2833613" y="611412"/>
                </a:cubicBezTo>
                <a:cubicBezTo>
                  <a:pt x="2815306" y="611412"/>
                  <a:pt x="2800464" y="626254"/>
                  <a:pt x="2800464" y="644561"/>
                </a:cubicBezTo>
                <a:close/>
              </a:path>
            </a:pathLst>
          </a:custGeom>
          <a:solidFill xmlns:a="http://schemas.openxmlformats.org/drawingml/2006/main">
            <a:srgbClr val="71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44CEF-74F0-4DA0-8FB4-C8039197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943698"/>
            <a:ext cx="2800464" cy="1005839"/>
          </a:xfrm>
          <a:custGeom xmlns:a="http://schemas.openxmlformats.org/drawingml/2006/main">
            <a:pathLst>
              <a:path w="2800464" h="1005839" fill="none">
                <a:moveTo>
                  <a:pt x="0" y="901620"/>
                </a:moveTo>
                <a:lnTo>
                  <a:pt x="127294" y="574818"/>
                </a:lnTo>
                <a:lnTo>
                  <a:pt x="254588" y="855983"/>
                </a:lnTo>
                <a:lnTo>
                  <a:pt x="381881" y="534964"/>
                </a:lnTo>
                <a:lnTo>
                  <a:pt x="509175" y="566785"/>
                </a:lnTo>
                <a:lnTo>
                  <a:pt x="636469" y="527330"/>
                </a:lnTo>
                <a:lnTo>
                  <a:pt x="763763" y="653575"/>
                </a:lnTo>
                <a:lnTo>
                  <a:pt x="891057" y="439458"/>
                </a:lnTo>
                <a:lnTo>
                  <a:pt x="1018351" y="585192"/>
                </a:lnTo>
                <a:lnTo>
                  <a:pt x="1145644" y="576875"/>
                </a:lnTo>
                <a:lnTo>
                  <a:pt x="1272938" y="579201"/>
                </a:lnTo>
                <a:lnTo>
                  <a:pt x="1400232" y="447173"/>
                </a:lnTo>
                <a:lnTo>
                  <a:pt x="1527526" y="380578"/>
                </a:lnTo>
                <a:lnTo>
                  <a:pt x="1654820" y="503080"/>
                </a:lnTo>
                <a:lnTo>
                  <a:pt x="1782114" y="683329"/>
                </a:lnTo>
                <a:lnTo>
                  <a:pt x="1909407" y="677202"/>
                </a:lnTo>
                <a:lnTo>
                  <a:pt x="2036701" y="680594"/>
                </a:lnTo>
                <a:lnTo>
                  <a:pt x="2163995" y="682251"/>
                </a:lnTo>
                <a:lnTo>
                  <a:pt x="2291289" y="1005839"/>
                </a:lnTo>
                <a:lnTo>
                  <a:pt x="2418583" y="1002817"/>
                </a:lnTo>
                <a:lnTo>
                  <a:pt x="2545876" y="1002769"/>
                </a:lnTo>
                <a:lnTo>
                  <a:pt x="2673170" y="0"/>
                </a:lnTo>
                <a:lnTo>
                  <a:pt x="2800464" y="416497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8D8D8D"/>
            </a:solidFill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9BFB7E-8A9B-4A95-A4D5-27318220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910549"/>
            <a:ext cx="2866763" cy="1072137"/>
          </a:xfrm>
          <a:custGeom xmlns:a="http://schemas.openxmlformats.org/drawingml/2006/main">
            <a:pathLst>
              <a:path w="2866763" h="1072137">
                <a:moveTo>
                  <a:pt x="0" y="934769"/>
                </a:moveTo>
                <a:cubicBezTo>
                  <a:pt x="0" y="953078"/>
                  <a:pt x="14841" y="967919"/>
                  <a:pt x="33149" y="967919"/>
                </a:cubicBezTo>
                <a:cubicBezTo>
                  <a:pt x="51457" y="967919"/>
                  <a:pt x="66299" y="953078"/>
                  <a:pt x="66299" y="934769"/>
                </a:cubicBezTo>
                <a:cubicBezTo>
                  <a:pt x="66299" y="916461"/>
                  <a:pt x="51457" y="901620"/>
                  <a:pt x="33149" y="901620"/>
                </a:cubicBezTo>
                <a:cubicBezTo>
                  <a:pt x="14841" y="901620"/>
                  <a:pt x="0" y="916461"/>
                  <a:pt x="0" y="934769"/>
                </a:cubicBezTo>
                <a:moveTo>
                  <a:pt x="127294" y="607968"/>
                </a:moveTo>
                <a:cubicBezTo>
                  <a:pt x="127294" y="626276"/>
                  <a:pt x="142135" y="641117"/>
                  <a:pt x="160443" y="641117"/>
                </a:cubicBezTo>
                <a:cubicBezTo>
                  <a:pt x="178751" y="641117"/>
                  <a:pt x="193593" y="626276"/>
                  <a:pt x="193593" y="607968"/>
                </a:cubicBezTo>
                <a:cubicBezTo>
                  <a:pt x="193593" y="589660"/>
                  <a:pt x="178751" y="574818"/>
                  <a:pt x="160443" y="574818"/>
                </a:cubicBezTo>
                <a:cubicBezTo>
                  <a:pt x="142135" y="574818"/>
                  <a:pt x="127294" y="589660"/>
                  <a:pt x="127294" y="607968"/>
                </a:cubicBezTo>
                <a:moveTo>
                  <a:pt x="254588" y="889132"/>
                </a:moveTo>
                <a:cubicBezTo>
                  <a:pt x="254588" y="907440"/>
                  <a:pt x="269429" y="922282"/>
                  <a:pt x="287737" y="922282"/>
                </a:cubicBezTo>
                <a:cubicBezTo>
                  <a:pt x="306045" y="922282"/>
                  <a:pt x="320886" y="907440"/>
                  <a:pt x="320886" y="889132"/>
                </a:cubicBezTo>
                <a:cubicBezTo>
                  <a:pt x="320886" y="870824"/>
                  <a:pt x="306045" y="855983"/>
                  <a:pt x="287737" y="855983"/>
                </a:cubicBezTo>
                <a:cubicBezTo>
                  <a:pt x="269429" y="855983"/>
                  <a:pt x="254588" y="870824"/>
                  <a:pt x="254588" y="889132"/>
                </a:cubicBezTo>
                <a:moveTo>
                  <a:pt x="381881" y="568113"/>
                </a:moveTo>
                <a:cubicBezTo>
                  <a:pt x="381881" y="586421"/>
                  <a:pt x="396723" y="601263"/>
                  <a:pt x="415031" y="601263"/>
                </a:cubicBezTo>
                <a:cubicBezTo>
                  <a:pt x="433339" y="601263"/>
                  <a:pt x="448180" y="586421"/>
                  <a:pt x="448180" y="568113"/>
                </a:cubicBezTo>
                <a:cubicBezTo>
                  <a:pt x="448180" y="549805"/>
                  <a:pt x="433339" y="534964"/>
                  <a:pt x="415031" y="534964"/>
                </a:cubicBezTo>
                <a:cubicBezTo>
                  <a:pt x="396723" y="534964"/>
                  <a:pt x="381881" y="549805"/>
                  <a:pt x="381881" y="568113"/>
                </a:cubicBezTo>
                <a:moveTo>
                  <a:pt x="509175" y="599935"/>
                </a:moveTo>
                <a:cubicBezTo>
                  <a:pt x="509175" y="618242"/>
                  <a:pt x="524017" y="633084"/>
                  <a:pt x="542325" y="633084"/>
                </a:cubicBezTo>
                <a:cubicBezTo>
                  <a:pt x="560633" y="633084"/>
                  <a:pt x="575474" y="618242"/>
                  <a:pt x="575474" y="599935"/>
                </a:cubicBezTo>
                <a:cubicBezTo>
                  <a:pt x="575474" y="581627"/>
                  <a:pt x="560633" y="566785"/>
                  <a:pt x="542325" y="566785"/>
                </a:cubicBezTo>
                <a:cubicBezTo>
                  <a:pt x="524017" y="566785"/>
                  <a:pt x="509175" y="581627"/>
                  <a:pt x="509175" y="599935"/>
                </a:cubicBezTo>
                <a:moveTo>
                  <a:pt x="636469" y="560480"/>
                </a:moveTo>
                <a:cubicBezTo>
                  <a:pt x="636469" y="578787"/>
                  <a:pt x="651311" y="593629"/>
                  <a:pt x="669619" y="593629"/>
                </a:cubicBezTo>
                <a:cubicBezTo>
                  <a:pt x="687926" y="593629"/>
                  <a:pt x="702768" y="578787"/>
                  <a:pt x="702768" y="560480"/>
                </a:cubicBezTo>
                <a:cubicBezTo>
                  <a:pt x="702768" y="542172"/>
                  <a:pt x="687926" y="527330"/>
                  <a:pt x="669619" y="527330"/>
                </a:cubicBezTo>
                <a:cubicBezTo>
                  <a:pt x="651311" y="527330"/>
                  <a:pt x="636469" y="542172"/>
                  <a:pt x="636469" y="560480"/>
                </a:cubicBezTo>
                <a:moveTo>
                  <a:pt x="763763" y="686725"/>
                </a:moveTo>
                <a:cubicBezTo>
                  <a:pt x="763763" y="705032"/>
                  <a:pt x="778605" y="719874"/>
                  <a:pt x="796912" y="719874"/>
                </a:cubicBezTo>
                <a:cubicBezTo>
                  <a:pt x="815220" y="719874"/>
                  <a:pt x="830062" y="705032"/>
                  <a:pt x="830062" y="686725"/>
                </a:cubicBezTo>
                <a:cubicBezTo>
                  <a:pt x="830062" y="668417"/>
                  <a:pt x="815220" y="653575"/>
                  <a:pt x="796912" y="653575"/>
                </a:cubicBezTo>
                <a:cubicBezTo>
                  <a:pt x="778605" y="653575"/>
                  <a:pt x="763763" y="668417"/>
                  <a:pt x="763763" y="686725"/>
                </a:cubicBezTo>
                <a:moveTo>
                  <a:pt x="891057" y="472607"/>
                </a:moveTo>
                <a:cubicBezTo>
                  <a:pt x="891057" y="490915"/>
                  <a:pt x="905898" y="505757"/>
                  <a:pt x="924206" y="505757"/>
                </a:cubicBezTo>
                <a:cubicBezTo>
                  <a:pt x="942514" y="505757"/>
                  <a:pt x="957356" y="490915"/>
                  <a:pt x="957356" y="472607"/>
                </a:cubicBezTo>
                <a:cubicBezTo>
                  <a:pt x="957356" y="454299"/>
                  <a:pt x="942514" y="439458"/>
                  <a:pt x="924206" y="439458"/>
                </a:cubicBezTo>
                <a:cubicBezTo>
                  <a:pt x="905898" y="439458"/>
                  <a:pt x="891057" y="454299"/>
                  <a:pt x="891057" y="472607"/>
                </a:cubicBezTo>
                <a:moveTo>
                  <a:pt x="1018351" y="618342"/>
                </a:moveTo>
                <a:cubicBezTo>
                  <a:pt x="1018351" y="636650"/>
                  <a:pt x="1033192" y="651491"/>
                  <a:pt x="1051500" y="651491"/>
                </a:cubicBezTo>
                <a:cubicBezTo>
                  <a:pt x="1069808" y="651491"/>
                  <a:pt x="1084650" y="636650"/>
                  <a:pt x="1084650" y="618342"/>
                </a:cubicBezTo>
                <a:cubicBezTo>
                  <a:pt x="1084650" y="600034"/>
                  <a:pt x="1069808" y="585192"/>
                  <a:pt x="1051500" y="585192"/>
                </a:cubicBezTo>
                <a:cubicBezTo>
                  <a:pt x="1033192" y="585192"/>
                  <a:pt x="1018351" y="600034"/>
                  <a:pt x="1018351" y="618342"/>
                </a:cubicBezTo>
                <a:moveTo>
                  <a:pt x="1145644" y="610025"/>
                </a:moveTo>
                <a:cubicBezTo>
                  <a:pt x="1145644" y="628333"/>
                  <a:pt x="1160486" y="643174"/>
                  <a:pt x="1178794" y="643174"/>
                </a:cubicBezTo>
                <a:cubicBezTo>
                  <a:pt x="1197102" y="643174"/>
                  <a:pt x="1211943" y="628333"/>
                  <a:pt x="1211943" y="610025"/>
                </a:cubicBezTo>
                <a:cubicBezTo>
                  <a:pt x="1211943" y="591717"/>
                  <a:pt x="1197102" y="576875"/>
                  <a:pt x="1178794" y="576875"/>
                </a:cubicBezTo>
                <a:cubicBezTo>
                  <a:pt x="1160486" y="576875"/>
                  <a:pt x="1145644" y="591717"/>
                  <a:pt x="1145644" y="610025"/>
                </a:cubicBezTo>
                <a:moveTo>
                  <a:pt x="1272938" y="612351"/>
                </a:moveTo>
                <a:cubicBezTo>
                  <a:pt x="1272938" y="630659"/>
                  <a:pt x="1287780" y="645500"/>
                  <a:pt x="1306088" y="645500"/>
                </a:cubicBezTo>
                <a:cubicBezTo>
                  <a:pt x="1324395" y="645500"/>
                  <a:pt x="1339237" y="630659"/>
                  <a:pt x="1339237" y="612351"/>
                </a:cubicBezTo>
                <a:cubicBezTo>
                  <a:pt x="1339237" y="594043"/>
                  <a:pt x="1324395" y="579201"/>
                  <a:pt x="1306088" y="579201"/>
                </a:cubicBezTo>
                <a:cubicBezTo>
                  <a:pt x="1287780" y="579201"/>
                  <a:pt x="1272938" y="594043"/>
                  <a:pt x="1272938" y="612351"/>
                </a:cubicBezTo>
                <a:moveTo>
                  <a:pt x="1400232" y="480322"/>
                </a:moveTo>
                <a:cubicBezTo>
                  <a:pt x="1400232" y="498630"/>
                  <a:pt x="1415074" y="513472"/>
                  <a:pt x="1433381" y="513472"/>
                </a:cubicBezTo>
                <a:cubicBezTo>
                  <a:pt x="1451689" y="513472"/>
                  <a:pt x="1466531" y="498630"/>
                  <a:pt x="1466531" y="480322"/>
                </a:cubicBezTo>
                <a:cubicBezTo>
                  <a:pt x="1466531" y="462014"/>
                  <a:pt x="1451689" y="447173"/>
                  <a:pt x="1433381" y="447173"/>
                </a:cubicBezTo>
                <a:cubicBezTo>
                  <a:pt x="1415074" y="447173"/>
                  <a:pt x="1400232" y="462014"/>
                  <a:pt x="1400232" y="480322"/>
                </a:cubicBezTo>
                <a:moveTo>
                  <a:pt x="1527526" y="413728"/>
                </a:moveTo>
                <a:cubicBezTo>
                  <a:pt x="1527526" y="432035"/>
                  <a:pt x="1542367" y="446877"/>
                  <a:pt x="1560675" y="446877"/>
                </a:cubicBezTo>
                <a:cubicBezTo>
                  <a:pt x="1578983" y="446877"/>
                  <a:pt x="1593825" y="432035"/>
                  <a:pt x="1593825" y="413728"/>
                </a:cubicBezTo>
                <a:cubicBezTo>
                  <a:pt x="1593825" y="395419"/>
                  <a:pt x="1578983" y="380578"/>
                  <a:pt x="1560675" y="380578"/>
                </a:cubicBezTo>
                <a:cubicBezTo>
                  <a:pt x="1542367" y="380578"/>
                  <a:pt x="1527526" y="395419"/>
                  <a:pt x="1527526" y="413728"/>
                </a:cubicBezTo>
                <a:moveTo>
                  <a:pt x="1654820" y="536230"/>
                </a:moveTo>
                <a:cubicBezTo>
                  <a:pt x="1654820" y="554538"/>
                  <a:pt x="1669661" y="569379"/>
                  <a:pt x="1687969" y="569379"/>
                </a:cubicBezTo>
                <a:cubicBezTo>
                  <a:pt x="1706277" y="569379"/>
                  <a:pt x="1721119" y="554538"/>
                  <a:pt x="1721119" y="536230"/>
                </a:cubicBezTo>
                <a:cubicBezTo>
                  <a:pt x="1721119" y="517922"/>
                  <a:pt x="1706277" y="503080"/>
                  <a:pt x="1687969" y="503080"/>
                </a:cubicBezTo>
                <a:cubicBezTo>
                  <a:pt x="1669661" y="503080"/>
                  <a:pt x="1654820" y="517922"/>
                  <a:pt x="1654820" y="536230"/>
                </a:cubicBezTo>
                <a:moveTo>
                  <a:pt x="1782114" y="716479"/>
                </a:moveTo>
                <a:cubicBezTo>
                  <a:pt x="1782114" y="734786"/>
                  <a:pt x="1796955" y="749628"/>
                  <a:pt x="1815263" y="749628"/>
                </a:cubicBezTo>
                <a:cubicBezTo>
                  <a:pt x="1833571" y="749628"/>
                  <a:pt x="1848412" y="734786"/>
                  <a:pt x="1848412" y="716479"/>
                </a:cubicBezTo>
                <a:cubicBezTo>
                  <a:pt x="1848412" y="698171"/>
                  <a:pt x="1833571" y="683329"/>
                  <a:pt x="1815263" y="683329"/>
                </a:cubicBezTo>
                <a:cubicBezTo>
                  <a:pt x="1796955" y="683329"/>
                  <a:pt x="1782114" y="698171"/>
                  <a:pt x="1782114" y="716479"/>
                </a:cubicBezTo>
                <a:moveTo>
                  <a:pt x="1909407" y="710351"/>
                </a:moveTo>
                <a:cubicBezTo>
                  <a:pt x="1909407" y="728659"/>
                  <a:pt x="1924249" y="743501"/>
                  <a:pt x="1942557" y="743501"/>
                </a:cubicBezTo>
                <a:cubicBezTo>
                  <a:pt x="1960865" y="743501"/>
                  <a:pt x="1975706" y="728659"/>
                  <a:pt x="1975706" y="710351"/>
                </a:cubicBezTo>
                <a:cubicBezTo>
                  <a:pt x="1975706" y="692044"/>
                  <a:pt x="1960865" y="677202"/>
                  <a:pt x="1942557" y="677202"/>
                </a:cubicBezTo>
                <a:cubicBezTo>
                  <a:pt x="1924249" y="677202"/>
                  <a:pt x="1909407" y="692044"/>
                  <a:pt x="1909407" y="710351"/>
                </a:cubicBezTo>
                <a:moveTo>
                  <a:pt x="2036701" y="713743"/>
                </a:moveTo>
                <a:cubicBezTo>
                  <a:pt x="2036701" y="732051"/>
                  <a:pt x="2051543" y="746892"/>
                  <a:pt x="2069851" y="746892"/>
                </a:cubicBezTo>
                <a:cubicBezTo>
                  <a:pt x="2088159" y="746892"/>
                  <a:pt x="2103000" y="732051"/>
                  <a:pt x="2103000" y="713743"/>
                </a:cubicBezTo>
                <a:cubicBezTo>
                  <a:pt x="2103000" y="695435"/>
                  <a:pt x="2088159" y="680594"/>
                  <a:pt x="2069851" y="680594"/>
                </a:cubicBezTo>
                <a:cubicBezTo>
                  <a:pt x="2051543" y="680594"/>
                  <a:pt x="2036701" y="695435"/>
                  <a:pt x="2036701" y="713743"/>
                </a:cubicBezTo>
                <a:moveTo>
                  <a:pt x="2163995" y="715401"/>
                </a:moveTo>
                <a:cubicBezTo>
                  <a:pt x="2163995" y="733709"/>
                  <a:pt x="2178837" y="748550"/>
                  <a:pt x="2197144" y="748550"/>
                </a:cubicBezTo>
                <a:cubicBezTo>
                  <a:pt x="2215452" y="748550"/>
                  <a:pt x="2230294" y="733709"/>
                  <a:pt x="2230294" y="715401"/>
                </a:cubicBezTo>
                <a:cubicBezTo>
                  <a:pt x="2230294" y="697093"/>
                  <a:pt x="2215452" y="682251"/>
                  <a:pt x="2197144" y="682251"/>
                </a:cubicBezTo>
                <a:cubicBezTo>
                  <a:pt x="2178837" y="682251"/>
                  <a:pt x="2163995" y="697093"/>
                  <a:pt x="2163995" y="715401"/>
                </a:cubicBezTo>
                <a:moveTo>
                  <a:pt x="2291289" y="1038988"/>
                </a:moveTo>
                <a:cubicBezTo>
                  <a:pt x="2291289" y="1057296"/>
                  <a:pt x="2306130" y="1072137"/>
                  <a:pt x="2324438" y="1072137"/>
                </a:cubicBezTo>
                <a:cubicBezTo>
                  <a:pt x="2342746" y="1072137"/>
                  <a:pt x="2357588" y="1057296"/>
                  <a:pt x="2357588" y="1038988"/>
                </a:cubicBezTo>
                <a:cubicBezTo>
                  <a:pt x="2357588" y="1020680"/>
                  <a:pt x="2342746" y="1005839"/>
                  <a:pt x="2324438" y="1005839"/>
                </a:cubicBezTo>
                <a:cubicBezTo>
                  <a:pt x="2306130" y="1005839"/>
                  <a:pt x="2291289" y="1020680"/>
                  <a:pt x="2291289" y="1038988"/>
                </a:cubicBezTo>
                <a:moveTo>
                  <a:pt x="2418583" y="1035967"/>
                </a:moveTo>
                <a:cubicBezTo>
                  <a:pt x="2418583" y="1054274"/>
                  <a:pt x="2433424" y="1069116"/>
                  <a:pt x="2451732" y="1069116"/>
                </a:cubicBezTo>
                <a:cubicBezTo>
                  <a:pt x="2470040" y="1069116"/>
                  <a:pt x="2484881" y="1054274"/>
                  <a:pt x="2484881" y="1035967"/>
                </a:cubicBezTo>
                <a:cubicBezTo>
                  <a:pt x="2484881" y="1017659"/>
                  <a:pt x="2470040" y="1002817"/>
                  <a:pt x="2451732" y="1002817"/>
                </a:cubicBezTo>
                <a:cubicBezTo>
                  <a:pt x="2433424" y="1002817"/>
                  <a:pt x="2418583" y="1017659"/>
                  <a:pt x="2418583" y="1035967"/>
                </a:cubicBezTo>
                <a:moveTo>
                  <a:pt x="2545876" y="1035918"/>
                </a:moveTo>
                <a:cubicBezTo>
                  <a:pt x="2545876" y="1054226"/>
                  <a:pt x="2560718" y="1069068"/>
                  <a:pt x="2579026" y="1069068"/>
                </a:cubicBezTo>
                <a:cubicBezTo>
                  <a:pt x="2597334" y="1069068"/>
                  <a:pt x="2612175" y="1054226"/>
                  <a:pt x="2612175" y="1035918"/>
                </a:cubicBezTo>
                <a:cubicBezTo>
                  <a:pt x="2612175" y="1017610"/>
                  <a:pt x="2597334" y="1002769"/>
                  <a:pt x="2579026" y="1002769"/>
                </a:cubicBezTo>
                <a:cubicBezTo>
                  <a:pt x="2560718" y="1002769"/>
                  <a:pt x="2545876" y="1017610"/>
                  <a:pt x="2545876" y="1035918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2"/>
                  <a:pt x="2724628" y="0"/>
                  <a:pt x="2706320" y="0"/>
                </a:cubicBezTo>
                <a:cubicBezTo>
                  <a:pt x="2688012" y="0"/>
                  <a:pt x="2673170" y="14842"/>
                  <a:pt x="2673170" y="33149"/>
                </a:cubicBezTo>
                <a:moveTo>
                  <a:pt x="2800464" y="449647"/>
                </a:moveTo>
                <a:cubicBezTo>
                  <a:pt x="2800464" y="467954"/>
                  <a:pt x="2815306" y="482796"/>
                  <a:pt x="2833614" y="482796"/>
                </a:cubicBezTo>
                <a:cubicBezTo>
                  <a:pt x="2851921" y="482796"/>
                  <a:pt x="2866763" y="467954"/>
                  <a:pt x="2866763" y="449647"/>
                </a:cubicBezTo>
                <a:cubicBezTo>
                  <a:pt x="2866763" y="431338"/>
                  <a:pt x="2851921" y="416497"/>
                  <a:pt x="2833614" y="416497"/>
                </a:cubicBezTo>
                <a:cubicBezTo>
                  <a:pt x="2815306" y="416497"/>
                  <a:pt x="2800464" y="431338"/>
                  <a:pt x="2800464" y="449647"/>
                </a:cubicBezTo>
                <a:close/>
              </a:path>
            </a:pathLst>
          </a:custGeom>
          <a:solidFill xmlns:a="http://schemas.openxmlformats.org/drawingml/2006/main">
            <a:srgbClr val="8D8D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89DCC8-4BAA-46EB-B287-2D1819F8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1627599"/>
            <a:ext cx="2800464" cy="619192"/>
          </a:xfrm>
          <a:custGeom xmlns:a="http://schemas.openxmlformats.org/drawingml/2006/main">
            <a:pathLst>
              <a:path w="2800464" h="619192" fill="none">
                <a:moveTo>
                  <a:pt x="0" y="519136"/>
                </a:moveTo>
                <a:lnTo>
                  <a:pt x="127294" y="0"/>
                </a:lnTo>
                <a:lnTo>
                  <a:pt x="254588" y="499357"/>
                </a:lnTo>
                <a:lnTo>
                  <a:pt x="381881" y="309570"/>
                </a:lnTo>
                <a:lnTo>
                  <a:pt x="509175" y="426100"/>
                </a:lnTo>
                <a:lnTo>
                  <a:pt x="636469" y="302779"/>
                </a:lnTo>
                <a:lnTo>
                  <a:pt x="763763" y="444939"/>
                </a:lnTo>
                <a:lnTo>
                  <a:pt x="891057" y="294525"/>
                </a:lnTo>
                <a:lnTo>
                  <a:pt x="1018350" y="368016"/>
                </a:lnTo>
                <a:lnTo>
                  <a:pt x="1145644" y="312974"/>
                </a:lnTo>
                <a:lnTo>
                  <a:pt x="1272938" y="315391"/>
                </a:lnTo>
                <a:lnTo>
                  <a:pt x="1400232" y="120356"/>
                </a:lnTo>
                <a:lnTo>
                  <a:pt x="1527526" y="107782"/>
                </a:lnTo>
                <a:lnTo>
                  <a:pt x="1654819" y="339341"/>
                </a:lnTo>
                <a:lnTo>
                  <a:pt x="1782113" y="438641"/>
                </a:lnTo>
                <a:lnTo>
                  <a:pt x="1909407" y="435723"/>
                </a:lnTo>
                <a:lnTo>
                  <a:pt x="2036701" y="434685"/>
                </a:lnTo>
                <a:lnTo>
                  <a:pt x="2163995" y="435237"/>
                </a:lnTo>
                <a:lnTo>
                  <a:pt x="2291289" y="615752"/>
                </a:lnTo>
                <a:lnTo>
                  <a:pt x="2418582" y="612187"/>
                </a:lnTo>
                <a:lnTo>
                  <a:pt x="2545876" y="612038"/>
                </a:lnTo>
                <a:lnTo>
                  <a:pt x="2673170" y="25498"/>
                </a:lnTo>
                <a:lnTo>
                  <a:pt x="2800464" y="619192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8D8D8D"/>
            </a:solidFill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6645C6-630B-451D-8B38-E627E5FD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1594450"/>
            <a:ext cx="2866763" cy="685491"/>
          </a:xfrm>
          <a:custGeom xmlns:a="http://schemas.openxmlformats.org/drawingml/2006/main">
            <a:pathLst>
              <a:path w="2866763" h="685491">
                <a:moveTo>
                  <a:pt x="0" y="552285"/>
                </a:moveTo>
                <a:cubicBezTo>
                  <a:pt x="0" y="570593"/>
                  <a:pt x="14841" y="585434"/>
                  <a:pt x="33149" y="585434"/>
                </a:cubicBezTo>
                <a:cubicBezTo>
                  <a:pt x="51457" y="585434"/>
                  <a:pt x="66299" y="570593"/>
                  <a:pt x="66299" y="552285"/>
                </a:cubicBezTo>
                <a:cubicBezTo>
                  <a:pt x="66299" y="533977"/>
                  <a:pt x="51457" y="519136"/>
                  <a:pt x="33149" y="519136"/>
                </a:cubicBezTo>
                <a:cubicBezTo>
                  <a:pt x="14841" y="519136"/>
                  <a:pt x="0" y="533977"/>
                  <a:pt x="0" y="552285"/>
                </a:cubicBezTo>
                <a:moveTo>
                  <a:pt x="127294" y="33149"/>
                </a:moveTo>
                <a:cubicBezTo>
                  <a:pt x="127294" y="51458"/>
                  <a:pt x="142135" y="66299"/>
                  <a:pt x="160443" y="66299"/>
                </a:cubicBezTo>
                <a:cubicBezTo>
                  <a:pt x="178751" y="66299"/>
                  <a:pt x="193592" y="51458"/>
                  <a:pt x="193592" y="33149"/>
                </a:cubicBezTo>
                <a:cubicBezTo>
                  <a:pt x="193592" y="14841"/>
                  <a:pt x="178751" y="0"/>
                  <a:pt x="160443" y="0"/>
                </a:cubicBezTo>
                <a:cubicBezTo>
                  <a:pt x="142135" y="0"/>
                  <a:pt x="127294" y="14841"/>
                  <a:pt x="127294" y="33149"/>
                </a:cubicBezTo>
                <a:moveTo>
                  <a:pt x="254588" y="532506"/>
                </a:moveTo>
                <a:cubicBezTo>
                  <a:pt x="254588" y="550814"/>
                  <a:pt x="269429" y="565655"/>
                  <a:pt x="287737" y="565655"/>
                </a:cubicBezTo>
                <a:cubicBezTo>
                  <a:pt x="306045" y="565655"/>
                  <a:pt x="320886" y="550814"/>
                  <a:pt x="320886" y="532506"/>
                </a:cubicBezTo>
                <a:cubicBezTo>
                  <a:pt x="320886" y="514198"/>
                  <a:pt x="306045" y="499357"/>
                  <a:pt x="287737" y="499357"/>
                </a:cubicBezTo>
                <a:cubicBezTo>
                  <a:pt x="269429" y="499357"/>
                  <a:pt x="254588" y="514198"/>
                  <a:pt x="254588" y="532506"/>
                </a:cubicBezTo>
                <a:moveTo>
                  <a:pt x="381881" y="342720"/>
                </a:moveTo>
                <a:cubicBezTo>
                  <a:pt x="381881" y="361028"/>
                  <a:pt x="396723" y="375869"/>
                  <a:pt x="415031" y="375869"/>
                </a:cubicBezTo>
                <a:cubicBezTo>
                  <a:pt x="433339" y="375869"/>
                  <a:pt x="448180" y="361028"/>
                  <a:pt x="448180" y="342720"/>
                </a:cubicBezTo>
                <a:cubicBezTo>
                  <a:pt x="448180" y="324412"/>
                  <a:pt x="433339" y="309570"/>
                  <a:pt x="415031" y="309570"/>
                </a:cubicBezTo>
                <a:cubicBezTo>
                  <a:pt x="396723" y="309570"/>
                  <a:pt x="381881" y="324412"/>
                  <a:pt x="381881" y="342720"/>
                </a:cubicBezTo>
                <a:moveTo>
                  <a:pt x="509175" y="459250"/>
                </a:moveTo>
                <a:cubicBezTo>
                  <a:pt x="509175" y="477558"/>
                  <a:pt x="524017" y="492399"/>
                  <a:pt x="542324" y="492399"/>
                </a:cubicBezTo>
                <a:cubicBezTo>
                  <a:pt x="560632" y="492399"/>
                  <a:pt x="575474" y="477558"/>
                  <a:pt x="575474" y="459250"/>
                </a:cubicBezTo>
                <a:cubicBezTo>
                  <a:pt x="575474" y="440942"/>
                  <a:pt x="560632" y="426100"/>
                  <a:pt x="542324" y="426100"/>
                </a:cubicBezTo>
                <a:cubicBezTo>
                  <a:pt x="524017" y="426100"/>
                  <a:pt x="509175" y="440942"/>
                  <a:pt x="509175" y="459250"/>
                </a:cubicBezTo>
                <a:moveTo>
                  <a:pt x="636469" y="335929"/>
                </a:moveTo>
                <a:cubicBezTo>
                  <a:pt x="636469" y="354236"/>
                  <a:pt x="651310" y="369078"/>
                  <a:pt x="669618" y="369078"/>
                </a:cubicBezTo>
                <a:cubicBezTo>
                  <a:pt x="687926" y="369078"/>
                  <a:pt x="702768" y="354236"/>
                  <a:pt x="702768" y="335929"/>
                </a:cubicBezTo>
                <a:cubicBezTo>
                  <a:pt x="702768" y="317621"/>
                  <a:pt x="687926" y="302779"/>
                  <a:pt x="669618" y="302779"/>
                </a:cubicBezTo>
                <a:cubicBezTo>
                  <a:pt x="651310" y="302779"/>
                  <a:pt x="636469" y="317621"/>
                  <a:pt x="636469" y="335929"/>
                </a:cubicBezTo>
                <a:moveTo>
                  <a:pt x="763763" y="478089"/>
                </a:moveTo>
                <a:cubicBezTo>
                  <a:pt x="763763" y="496397"/>
                  <a:pt x="778604" y="511238"/>
                  <a:pt x="796912" y="511238"/>
                </a:cubicBezTo>
                <a:cubicBezTo>
                  <a:pt x="815220" y="511238"/>
                  <a:pt x="830061" y="496397"/>
                  <a:pt x="830061" y="478089"/>
                </a:cubicBezTo>
                <a:cubicBezTo>
                  <a:pt x="830061" y="459781"/>
                  <a:pt x="815220" y="444939"/>
                  <a:pt x="796912" y="444939"/>
                </a:cubicBezTo>
                <a:cubicBezTo>
                  <a:pt x="778604" y="444939"/>
                  <a:pt x="763763" y="459781"/>
                  <a:pt x="763763" y="478089"/>
                </a:cubicBezTo>
                <a:moveTo>
                  <a:pt x="891057" y="327675"/>
                </a:moveTo>
                <a:cubicBezTo>
                  <a:pt x="891057" y="345982"/>
                  <a:pt x="905898" y="360824"/>
                  <a:pt x="924206" y="360824"/>
                </a:cubicBezTo>
                <a:cubicBezTo>
                  <a:pt x="942514" y="360824"/>
                  <a:pt x="957356" y="345982"/>
                  <a:pt x="957356" y="327675"/>
                </a:cubicBezTo>
                <a:cubicBezTo>
                  <a:pt x="957356" y="309366"/>
                  <a:pt x="942514" y="294525"/>
                  <a:pt x="924206" y="294525"/>
                </a:cubicBezTo>
                <a:cubicBezTo>
                  <a:pt x="905898" y="294525"/>
                  <a:pt x="891057" y="309366"/>
                  <a:pt x="891057" y="327675"/>
                </a:cubicBezTo>
                <a:moveTo>
                  <a:pt x="1018350" y="401165"/>
                </a:moveTo>
                <a:cubicBezTo>
                  <a:pt x="1018350" y="419473"/>
                  <a:pt x="1033192" y="434315"/>
                  <a:pt x="1051500" y="434315"/>
                </a:cubicBezTo>
                <a:cubicBezTo>
                  <a:pt x="1069808" y="434315"/>
                  <a:pt x="1084649" y="419473"/>
                  <a:pt x="1084649" y="401165"/>
                </a:cubicBezTo>
                <a:cubicBezTo>
                  <a:pt x="1084649" y="382857"/>
                  <a:pt x="1069808" y="368016"/>
                  <a:pt x="1051500" y="368016"/>
                </a:cubicBezTo>
                <a:cubicBezTo>
                  <a:pt x="1033192" y="368016"/>
                  <a:pt x="1018350" y="382857"/>
                  <a:pt x="1018350" y="401165"/>
                </a:cubicBezTo>
                <a:moveTo>
                  <a:pt x="1145644" y="346123"/>
                </a:moveTo>
                <a:cubicBezTo>
                  <a:pt x="1145644" y="364431"/>
                  <a:pt x="1160486" y="379273"/>
                  <a:pt x="1178793" y="379273"/>
                </a:cubicBezTo>
                <a:cubicBezTo>
                  <a:pt x="1197101" y="379273"/>
                  <a:pt x="1211943" y="364431"/>
                  <a:pt x="1211943" y="346123"/>
                </a:cubicBezTo>
                <a:cubicBezTo>
                  <a:pt x="1211943" y="327815"/>
                  <a:pt x="1197101" y="312974"/>
                  <a:pt x="1178793" y="312974"/>
                </a:cubicBezTo>
                <a:cubicBezTo>
                  <a:pt x="1160486" y="312974"/>
                  <a:pt x="1145644" y="327815"/>
                  <a:pt x="1145644" y="346123"/>
                </a:cubicBezTo>
                <a:moveTo>
                  <a:pt x="1272938" y="348541"/>
                </a:moveTo>
                <a:cubicBezTo>
                  <a:pt x="1272938" y="366849"/>
                  <a:pt x="1287780" y="381690"/>
                  <a:pt x="1306087" y="381690"/>
                </a:cubicBezTo>
                <a:cubicBezTo>
                  <a:pt x="1324395" y="381690"/>
                  <a:pt x="1339237" y="366849"/>
                  <a:pt x="1339237" y="348541"/>
                </a:cubicBezTo>
                <a:cubicBezTo>
                  <a:pt x="1339237" y="330233"/>
                  <a:pt x="1324395" y="315391"/>
                  <a:pt x="1306087" y="315391"/>
                </a:cubicBezTo>
                <a:cubicBezTo>
                  <a:pt x="1287780" y="315391"/>
                  <a:pt x="1272938" y="330233"/>
                  <a:pt x="1272938" y="348541"/>
                </a:cubicBezTo>
                <a:moveTo>
                  <a:pt x="1400232" y="153506"/>
                </a:moveTo>
                <a:cubicBezTo>
                  <a:pt x="1400232" y="171813"/>
                  <a:pt x="1415073" y="186655"/>
                  <a:pt x="1433381" y="186655"/>
                </a:cubicBezTo>
                <a:cubicBezTo>
                  <a:pt x="1451689" y="186655"/>
                  <a:pt x="1466531" y="171813"/>
                  <a:pt x="1466531" y="153506"/>
                </a:cubicBezTo>
                <a:cubicBezTo>
                  <a:pt x="1466531" y="135198"/>
                  <a:pt x="1451689" y="120356"/>
                  <a:pt x="1433381" y="120356"/>
                </a:cubicBezTo>
                <a:cubicBezTo>
                  <a:pt x="1415073" y="120356"/>
                  <a:pt x="1400232" y="135198"/>
                  <a:pt x="1400232" y="153506"/>
                </a:cubicBezTo>
                <a:moveTo>
                  <a:pt x="1527526" y="140931"/>
                </a:moveTo>
                <a:cubicBezTo>
                  <a:pt x="1527526" y="159239"/>
                  <a:pt x="1542367" y="174081"/>
                  <a:pt x="1560675" y="174081"/>
                </a:cubicBezTo>
                <a:cubicBezTo>
                  <a:pt x="1578983" y="174081"/>
                  <a:pt x="1593825" y="159239"/>
                  <a:pt x="1593825" y="140931"/>
                </a:cubicBezTo>
                <a:cubicBezTo>
                  <a:pt x="1593825" y="122623"/>
                  <a:pt x="1578983" y="107782"/>
                  <a:pt x="1560675" y="107782"/>
                </a:cubicBezTo>
                <a:cubicBezTo>
                  <a:pt x="1542367" y="107782"/>
                  <a:pt x="1527526" y="122623"/>
                  <a:pt x="1527526" y="140931"/>
                </a:cubicBezTo>
                <a:moveTo>
                  <a:pt x="1654819" y="372491"/>
                </a:moveTo>
                <a:cubicBezTo>
                  <a:pt x="1654819" y="390799"/>
                  <a:pt x="1669661" y="405640"/>
                  <a:pt x="1687969" y="405640"/>
                </a:cubicBezTo>
                <a:cubicBezTo>
                  <a:pt x="1706276" y="405640"/>
                  <a:pt x="1721118" y="390799"/>
                  <a:pt x="1721118" y="372491"/>
                </a:cubicBezTo>
                <a:cubicBezTo>
                  <a:pt x="1721118" y="354183"/>
                  <a:pt x="1706276" y="339341"/>
                  <a:pt x="1687969" y="339341"/>
                </a:cubicBezTo>
                <a:cubicBezTo>
                  <a:pt x="1669661" y="339341"/>
                  <a:pt x="1654819" y="354183"/>
                  <a:pt x="1654819" y="372491"/>
                </a:cubicBezTo>
                <a:moveTo>
                  <a:pt x="1782113" y="471791"/>
                </a:moveTo>
                <a:cubicBezTo>
                  <a:pt x="1782113" y="490099"/>
                  <a:pt x="1796955" y="504940"/>
                  <a:pt x="1815263" y="504940"/>
                </a:cubicBezTo>
                <a:cubicBezTo>
                  <a:pt x="1833571" y="504940"/>
                  <a:pt x="1848412" y="490099"/>
                  <a:pt x="1848412" y="471791"/>
                </a:cubicBezTo>
                <a:cubicBezTo>
                  <a:pt x="1848412" y="453483"/>
                  <a:pt x="1833571" y="438641"/>
                  <a:pt x="1815263" y="438641"/>
                </a:cubicBezTo>
                <a:cubicBezTo>
                  <a:pt x="1796955" y="438641"/>
                  <a:pt x="1782113" y="453483"/>
                  <a:pt x="1782113" y="471791"/>
                </a:cubicBezTo>
                <a:moveTo>
                  <a:pt x="1909407" y="468872"/>
                </a:moveTo>
                <a:cubicBezTo>
                  <a:pt x="1909407" y="487180"/>
                  <a:pt x="1924249" y="502022"/>
                  <a:pt x="1942557" y="502022"/>
                </a:cubicBezTo>
                <a:cubicBezTo>
                  <a:pt x="1960865" y="502022"/>
                  <a:pt x="1975706" y="487180"/>
                  <a:pt x="1975706" y="468872"/>
                </a:cubicBezTo>
                <a:cubicBezTo>
                  <a:pt x="1975706" y="450564"/>
                  <a:pt x="1960865" y="435723"/>
                  <a:pt x="1942557" y="435723"/>
                </a:cubicBezTo>
                <a:cubicBezTo>
                  <a:pt x="1924249" y="435723"/>
                  <a:pt x="1909407" y="450564"/>
                  <a:pt x="1909407" y="468872"/>
                </a:cubicBezTo>
                <a:moveTo>
                  <a:pt x="2036701" y="467835"/>
                </a:moveTo>
                <a:cubicBezTo>
                  <a:pt x="2036701" y="486143"/>
                  <a:pt x="2051543" y="500984"/>
                  <a:pt x="2069850" y="500984"/>
                </a:cubicBezTo>
                <a:cubicBezTo>
                  <a:pt x="2088159" y="500984"/>
                  <a:pt x="2103000" y="486143"/>
                  <a:pt x="2103000" y="467835"/>
                </a:cubicBezTo>
                <a:cubicBezTo>
                  <a:pt x="2103000" y="449527"/>
                  <a:pt x="2088159" y="434685"/>
                  <a:pt x="2069850" y="434685"/>
                </a:cubicBezTo>
                <a:cubicBezTo>
                  <a:pt x="2051543" y="434685"/>
                  <a:pt x="2036701" y="449527"/>
                  <a:pt x="2036701" y="467835"/>
                </a:cubicBezTo>
                <a:moveTo>
                  <a:pt x="2163995" y="468386"/>
                </a:moveTo>
                <a:cubicBezTo>
                  <a:pt x="2163995" y="486694"/>
                  <a:pt x="2178836" y="501536"/>
                  <a:pt x="2197144" y="501536"/>
                </a:cubicBezTo>
                <a:cubicBezTo>
                  <a:pt x="2215452" y="501536"/>
                  <a:pt x="2230294" y="486694"/>
                  <a:pt x="2230294" y="468386"/>
                </a:cubicBezTo>
                <a:cubicBezTo>
                  <a:pt x="2230294" y="450078"/>
                  <a:pt x="2215452" y="435237"/>
                  <a:pt x="2197144" y="435237"/>
                </a:cubicBezTo>
                <a:cubicBezTo>
                  <a:pt x="2178836" y="435237"/>
                  <a:pt x="2163995" y="450078"/>
                  <a:pt x="2163995" y="468386"/>
                </a:cubicBezTo>
                <a:moveTo>
                  <a:pt x="2291289" y="648902"/>
                </a:moveTo>
                <a:cubicBezTo>
                  <a:pt x="2291289" y="667210"/>
                  <a:pt x="2306130" y="682051"/>
                  <a:pt x="2324438" y="682051"/>
                </a:cubicBezTo>
                <a:cubicBezTo>
                  <a:pt x="2342746" y="682051"/>
                  <a:pt x="2357587" y="667210"/>
                  <a:pt x="2357587" y="648902"/>
                </a:cubicBezTo>
                <a:cubicBezTo>
                  <a:pt x="2357587" y="630594"/>
                  <a:pt x="2342746" y="615752"/>
                  <a:pt x="2324438" y="615752"/>
                </a:cubicBezTo>
                <a:cubicBezTo>
                  <a:pt x="2306130" y="615752"/>
                  <a:pt x="2291289" y="630594"/>
                  <a:pt x="2291289" y="648902"/>
                </a:cubicBezTo>
                <a:moveTo>
                  <a:pt x="2418582" y="645336"/>
                </a:moveTo>
                <a:cubicBezTo>
                  <a:pt x="2418582" y="663644"/>
                  <a:pt x="2433424" y="678486"/>
                  <a:pt x="2451732" y="678486"/>
                </a:cubicBezTo>
                <a:cubicBezTo>
                  <a:pt x="2470040" y="678486"/>
                  <a:pt x="2484881" y="663644"/>
                  <a:pt x="2484881" y="645336"/>
                </a:cubicBezTo>
                <a:cubicBezTo>
                  <a:pt x="2484881" y="627028"/>
                  <a:pt x="2470040" y="612187"/>
                  <a:pt x="2451732" y="612187"/>
                </a:cubicBezTo>
                <a:cubicBezTo>
                  <a:pt x="2433424" y="612187"/>
                  <a:pt x="2418582" y="627028"/>
                  <a:pt x="2418582" y="645336"/>
                </a:cubicBezTo>
                <a:moveTo>
                  <a:pt x="2545876" y="645187"/>
                </a:moveTo>
                <a:cubicBezTo>
                  <a:pt x="2545876" y="663495"/>
                  <a:pt x="2560718" y="678337"/>
                  <a:pt x="2579026" y="678337"/>
                </a:cubicBezTo>
                <a:cubicBezTo>
                  <a:pt x="2597334" y="678337"/>
                  <a:pt x="2612175" y="663495"/>
                  <a:pt x="2612175" y="645187"/>
                </a:cubicBezTo>
                <a:cubicBezTo>
                  <a:pt x="2612175" y="626879"/>
                  <a:pt x="2597334" y="612038"/>
                  <a:pt x="2579026" y="612038"/>
                </a:cubicBezTo>
                <a:cubicBezTo>
                  <a:pt x="2560718" y="612038"/>
                  <a:pt x="2545876" y="626879"/>
                  <a:pt x="2545876" y="645187"/>
                </a:cubicBezTo>
                <a:moveTo>
                  <a:pt x="2673170" y="58647"/>
                </a:moveTo>
                <a:cubicBezTo>
                  <a:pt x="2673170" y="76955"/>
                  <a:pt x="2688012" y="91797"/>
                  <a:pt x="2706319" y="91797"/>
                </a:cubicBezTo>
                <a:cubicBezTo>
                  <a:pt x="2724628" y="91797"/>
                  <a:pt x="2739469" y="76955"/>
                  <a:pt x="2739469" y="58647"/>
                </a:cubicBezTo>
                <a:cubicBezTo>
                  <a:pt x="2739469" y="40339"/>
                  <a:pt x="2724628" y="25498"/>
                  <a:pt x="2706319" y="25498"/>
                </a:cubicBezTo>
                <a:cubicBezTo>
                  <a:pt x="2688012" y="25498"/>
                  <a:pt x="2673170" y="40339"/>
                  <a:pt x="2673170" y="58647"/>
                </a:cubicBezTo>
                <a:moveTo>
                  <a:pt x="2800464" y="652341"/>
                </a:moveTo>
                <a:cubicBezTo>
                  <a:pt x="2800464" y="670650"/>
                  <a:pt x="2815306" y="685491"/>
                  <a:pt x="2833613" y="685491"/>
                </a:cubicBezTo>
                <a:cubicBezTo>
                  <a:pt x="2851922" y="685491"/>
                  <a:pt x="2866763" y="670650"/>
                  <a:pt x="2866763" y="652341"/>
                </a:cubicBezTo>
                <a:cubicBezTo>
                  <a:pt x="2866763" y="634033"/>
                  <a:pt x="2851922" y="619192"/>
                  <a:pt x="2833613" y="619192"/>
                </a:cubicBezTo>
                <a:cubicBezTo>
                  <a:pt x="2815306" y="619192"/>
                  <a:pt x="2800464" y="634033"/>
                  <a:pt x="2800464" y="652341"/>
                </a:cubicBezTo>
                <a:close/>
              </a:path>
            </a:pathLst>
          </a:custGeom>
          <a:solidFill xmlns:a="http://schemas.openxmlformats.org/drawingml/2006/main">
            <a:srgbClr val="8D8D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5E2605-B014-452B-BEDE-F1750696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3149813"/>
            <a:ext cx="2800464" cy="1141684"/>
          </a:xfrm>
          <a:custGeom xmlns:a="http://schemas.openxmlformats.org/drawingml/2006/main">
            <a:pathLst>
              <a:path w="2800464" h="1141684" fill="none">
                <a:moveTo>
                  <a:pt x="0" y="1001012"/>
                </a:moveTo>
                <a:lnTo>
                  <a:pt x="127294" y="747093"/>
                </a:lnTo>
                <a:lnTo>
                  <a:pt x="254588" y="958009"/>
                </a:lnTo>
                <a:lnTo>
                  <a:pt x="381881" y="570001"/>
                </a:lnTo>
                <a:lnTo>
                  <a:pt x="509175" y="610968"/>
                </a:lnTo>
                <a:lnTo>
                  <a:pt x="636469" y="561451"/>
                </a:lnTo>
                <a:lnTo>
                  <a:pt x="763763" y="612070"/>
                </a:lnTo>
                <a:lnTo>
                  <a:pt x="891057" y="540566"/>
                </a:lnTo>
                <a:lnTo>
                  <a:pt x="1018351" y="581253"/>
                </a:lnTo>
                <a:lnTo>
                  <a:pt x="1145644" y="627200"/>
                </a:lnTo>
                <a:lnTo>
                  <a:pt x="1272938" y="621425"/>
                </a:lnTo>
                <a:lnTo>
                  <a:pt x="1400232" y="490921"/>
                </a:lnTo>
                <a:lnTo>
                  <a:pt x="1527526" y="417371"/>
                </a:lnTo>
                <a:lnTo>
                  <a:pt x="1654820" y="535272"/>
                </a:lnTo>
                <a:lnTo>
                  <a:pt x="1782114" y="658930"/>
                </a:lnTo>
                <a:lnTo>
                  <a:pt x="1909407" y="661569"/>
                </a:lnTo>
                <a:lnTo>
                  <a:pt x="2036701" y="662021"/>
                </a:lnTo>
                <a:lnTo>
                  <a:pt x="2163995" y="663060"/>
                </a:lnTo>
                <a:lnTo>
                  <a:pt x="2291289" y="1108863"/>
                </a:lnTo>
                <a:lnTo>
                  <a:pt x="2418583" y="1099299"/>
                </a:lnTo>
                <a:lnTo>
                  <a:pt x="2545876" y="1109339"/>
                </a:lnTo>
                <a:lnTo>
                  <a:pt x="2673170" y="0"/>
                </a:lnTo>
                <a:lnTo>
                  <a:pt x="2800464" y="1141684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8D8D8D"/>
            </a:solidFill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376196-BA75-4BF2-9263-8CF465DD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3116664"/>
            <a:ext cx="2866763" cy="1207982"/>
          </a:xfrm>
          <a:custGeom xmlns:a="http://schemas.openxmlformats.org/drawingml/2006/main">
            <a:pathLst>
              <a:path w="2866763" h="1207982">
                <a:moveTo>
                  <a:pt x="0" y="1034161"/>
                </a:moveTo>
                <a:cubicBezTo>
                  <a:pt x="0" y="1052469"/>
                  <a:pt x="14841" y="1067311"/>
                  <a:pt x="33149" y="1067311"/>
                </a:cubicBezTo>
                <a:cubicBezTo>
                  <a:pt x="51457" y="1067311"/>
                  <a:pt x="66299" y="1052469"/>
                  <a:pt x="66299" y="1034161"/>
                </a:cubicBezTo>
                <a:cubicBezTo>
                  <a:pt x="66299" y="1015853"/>
                  <a:pt x="51457" y="1001012"/>
                  <a:pt x="33149" y="1001012"/>
                </a:cubicBezTo>
                <a:cubicBezTo>
                  <a:pt x="14841" y="1001012"/>
                  <a:pt x="0" y="1015853"/>
                  <a:pt x="0" y="1034161"/>
                </a:cubicBezTo>
                <a:moveTo>
                  <a:pt x="127294" y="780242"/>
                </a:moveTo>
                <a:cubicBezTo>
                  <a:pt x="127294" y="798550"/>
                  <a:pt x="142135" y="813392"/>
                  <a:pt x="160443" y="813392"/>
                </a:cubicBezTo>
                <a:cubicBezTo>
                  <a:pt x="178751" y="813392"/>
                  <a:pt x="193593" y="798550"/>
                  <a:pt x="193593" y="780242"/>
                </a:cubicBezTo>
                <a:cubicBezTo>
                  <a:pt x="193593" y="761934"/>
                  <a:pt x="178751" y="747093"/>
                  <a:pt x="160443" y="747093"/>
                </a:cubicBezTo>
                <a:cubicBezTo>
                  <a:pt x="142135" y="747093"/>
                  <a:pt x="127294" y="761934"/>
                  <a:pt x="127294" y="780242"/>
                </a:cubicBezTo>
                <a:moveTo>
                  <a:pt x="254588" y="991158"/>
                </a:moveTo>
                <a:cubicBezTo>
                  <a:pt x="254588" y="1009466"/>
                  <a:pt x="269429" y="1024307"/>
                  <a:pt x="287737" y="1024307"/>
                </a:cubicBezTo>
                <a:cubicBezTo>
                  <a:pt x="306045" y="1024307"/>
                  <a:pt x="320886" y="1009466"/>
                  <a:pt x="320886" y="991158"/>
                </a:cubicBezTo>
                <a:cubicBezTo>
                  <a:pt x="320886" y="972850"/>
                  <a:pt x="306045" y="958009"/>
                  <a:pt x="287737" y="958009"/>
                </a:cubicBezTo>
                <a:cubicBezTo>
                  <a:pt x="269429" y="958009"/>
                  <a:pt x="254588" y="972850"/>
                  <a:pt x="254588" y="991158"/>
                </a:cubicBezTo>
                <a:moveTo>
                  <a:pt x="381881" y="603151"/>
                </a:moveTo>
                <a:cubicBezTo>
                  <a:pt x="381881" y="621459"/>
                  <a:pt x="396723" y="636300"/>
                  <a:pt x="415031" y="636300"/>
                </a:cubicBezTo>
                <a:cubicBezTo>
                  <a:pt x="433339" y="636300"/>
                  <a:pt x="448180" y="621459"/>
                  <a:pt x="448180" y="603151"/>
                </a:cubicBezTo>
                <a:cubicBezTo>
                  <a:pt x="448180" y="584843"/>
                  <a:pt x="433339" y="570001"/>
                  <a:pt x="415031" y="570001"/>
                </a:cubicBezTo>
                <a:cubicBezTo>
                  <a:pt x="396723" y="570001"/>
                  <a:pt x="381881" y="584843"/>
                  <a:pt x="381881" y="603151"/>
                </a:cubicBezTo>
                <a:moveTo>
                  <a:pt x="509175" y="644118"/>
                </a:moveTo>
                <a:cubicBezTo>
                  <a:pt x="509175" y="662426"/>
                  <a:pt x="524017" y="677267"/>
                  <a:pt x="542325" y="677267"/>
                </a:cubicBezTo>
                <a:cubicBezTo>
                  <a:pt x="560633" y="677267"/>
                  <a:pt x="575474" y="662426"/>
                  <a:pt x="575474" y="644118"/>
                </a:cubicBezTo>
                <a:cubicBezTo>
                  <a:pt x="575474" y="625810"/>
                  <a:pt x="560633" y="610968"/>
                  <a:pt x="542325" y="610968"/>
                </a:cubicBezTo>
                <a:cubicBezTo>
                  <a:pt x="524017" y="610968"/>
                  <a:pt x="509175" y="625810"/>
                  <a:pt x="509175" y="644118"/>
                </a:cubicBezTo>
                <a:moveTo>
                  <a:pt x="636469" y="594600"/>
                </a:moveTo>
                <a:cubicBezTo>
                  <a:pt x="636469" y="612908"/>
                  <a:pt x="651311" y="627750"/>
                  <a:pt x="669619" y="627750"/>
                </a:cubicBezTo>
                <a:cubicBezTo>
                  <a:pt x="687926" y="627750"/>
                  <a:pt x="702768" y="612908"/>
                  <a:pt x="702768" y="594600"/>
                </a:cubicBezTo>
                <a:cubicBezTo>
                  <a:pt x="702768" y="576293"/>
                  <a:pt x="687926" y="561451"/>
                  <a:pt x="669619" y="561451"/>
                </a:cubicBezTo>
                <a:cubicBezTo>
                  <a:pt x="651311" y="561451"/>
                  <a:pt x="636469" y="576293"/>
                  <a:pt x="636469" y="594600"/>
                </a:cubicBezTo>
                <a:moveTo>
                  <a:pt x="763763" y="645219"/>
                </a:moveTo>
                <a:cubicBezTo>
                  <a:pt x="763763" y="663527"/>
                  <a:pt x="778605" y="678369"/>
                  <a:pt x="796912" y="678369"/>
                </a:cubicBezTo>
                <a:cubicBezTo>
                  <a:pt x="815220" y="678369"/>
                  <a:pt x="830062" y="663527"/>
                  <a:pt x="830062" y="645219"/>
                </a:cubicBezTo>
                <a:cubicBezTo>
                  <a:pt x="830062" y="626911"/>
                  <a:pt x="815220" y="612070"/>
                  <a:pt x="796912" y="612070"/>
                </a:cubicBezTo>
                <a:cubicBezTo>
                  <a:pt x="778605" y="612070"/>
                  <a:pt x="763763" y="626911"/>
                  <a:pt x="763763" y="645219"/>
                </a:cubicBezTo>
                <a:moveTo>
                  <a:pt x="891057" y="573715"/>
                </a:moveTo>
                <a:cubicBezTo>
                  <a:pt x="891057" y="592023"/>
                  <a:pt x="905898" y="606865"/>
                  <a:pt x="924206" y="606865"/>
                </a:cubicBezTo>
                <a:cubicBezTo>
                  <a:pt x="942514" y="606865"/>
                  <a:pt x="957356" y="592023"/>
                  <a:pt x="957356" y="573715"/>
                </a:cubicBezTo>
                <a:cubicBezTo>
                  <a:pt x="957356" y="555407"/>
                  <a:pt x="942514" y="540566"/>
                  <a:pt x="924206" y="540566"/>
                </a:cubicBezTo>
                <a:cubicBezTo>
                  <a:pt x="905898" y="540566"/>
                  <a:pt x="891057" y="555407"/>
                  <a:pt x="891057" y="573715"/>
                </a:cubicBezTo>
                <a:moveTo>
                  <a:pt x="1018351" y="614403"/>
                </a:moveTo>
                <a:cubicBezTo>
                  <a:pt x="1018351" y="632711"/>
                  <a:pt x="1033192" y="647552"/>
                  <a:pt x="1051500" y="647552"/>
                </a:cubicBezTo>
                <a:cubicBezTo>
                  <a:pt x="1069808" y="647552"/>
                  <a:pt x="1084650" y="632711"/>
                  <a:pt x="1084650" y="614403"/>
                </a:cubicBezTo>
                <a:cubicBezTo>
                  <a:pt x="1084650" y="596095"/>
                  <a:pt x="1069808" y="581253"/>
                  <a:pt x="1051500" y="581253"/>
                </a:cubicBezTo>
                <a:cubicBezTo>
                  <a:pt x="1033192" y="581253"/>
                  <a:pt x="1018351" y="596095"/>
                  <a:pt x="1018351" y="614403"/>
                </a:cubicBezTo>
                <a:moveTo>
                  <a:pt x="1145644" y="660350"/>
                </a:moveTo>
                <a:cubicBezTo>
                  <a:pt x="1145644" y="678658"/>
                  <a:pt x="1160486" y="693499"/>
                  <a:pt x="1178794" y="693499"/>
                </a:cubicBezTo>
                <a:cubicBezTo>
                  <a:pt x="1197102" y="693499"/>
                  <a:pt x="1211943" y="678658"/>
                  <a:pt x="1211943" y="660350"/>
                </a:cubicBezTo>
                <a:cubicBezTo>
                  <a:pt x="1211943" y="642042"/>
                  <a:pt x="1197102" y="627200"/>
                  <a:pt x="1178794" y="627200"/>
                </a:cubicBezTo>
                <a:cubicBezTo>
                  <a:pt x="1160486" y="627200"/>
                  <a:pt x="1145644" y="642042"/>
                  <a:pt x="1145644" y="660350"/>
                </a:cubicBezTo>
                <a:moveTo>
                  <a:pt x="1272938" y="654574"/>
                </a:moveTo>
                <a:cubicBezTo>
                  <a:pt x="1272938" y="672882"/>
                  <a:pt x="1287780" y="687724"/>
                  <a:pt x="1306088" y="687724"/>
                </a:cubicBezTo>
                <a:cubicBezTo>
                  <a:pt x="1324395" y="687724"/>
                  <a:pt x="1339237" y="672882"/>
                  <a:pt x="1339237" y="654574"/>
                </a:cubicBezTo>
                <a:cubicBezTo>
                  <a:pt x="1339237" y="636266"/>
                  <a:pt x="1324395" y="621425"/>
                  <a:pt x="1306088" y="621425"/>
                </a:cubicBezTo>
                <a:cubicBezTo>
                  <a:pt x="1287780" y="621425"/>
                  <a:pt x="1272938" y="636266"/>
                  <a:pt x="1272938" y="654574"/>
                </a:cubicBezTo>
                <a:moveTo>
                  <a:pt x="1400232" y="524070"/>
                </a:moveTo>
                <a:cubicBezTo>
                  <a:pt x="1400232" y="542378"/>
                  <a:pt x="1415074" y="557219"/>
                  <a:pt x="1433381" y="557219"/>
                </a:cubicBezTo>
                <a:cubicBezTo>
                  <a:pt x="1451689" y="557219"/>
                  <a:pt x="1466531" y="542378"/>
                  <a:pt x="1466531" y="524070"/>
                </a:cubicBezTo>
                <a:cubicBezTo>
                  <a:pt x="1466531" y="505762"/>
                  <a:pt x="1451689" y="490921"/>
                  <a:pt x="1433381" y="490921"/>
                </a:cubicBezTo>
                <a:cubicBezTo>
                  <a:pt x="1415074" y="490921"/>
                  <a:pt x="1400232" y="505762"/>
                  <a:pt x="1400232" y="524070"/>
                </a:cubicBezTo>
                <a:moveTo>
                  <a:pt x="1527526" y="450520"/>
                </a:moveTo>
                <a:cubicBezTo>
                  <a:pt x="1527526" y="468828"/>
                  <a:pt x="1542367" y="483669"/>
                  <a:pt x="1560675" y="483669"/>
                </a:cubicBezTo>
                <a:cubicBezTo>
                  <a:pt x="1578983" y="483669"/>
                  <a:pt x="1593825" y="468828"/>
                  <a:pt x="1593825" y="450520"/>
                </a:cubicBezTo>
                <a:cubicBezTo>
                  <a:pt x="1593825" y="432212"/>
                  <a:pt x="1578983" y="417371"/>
                  <a:pt x="1560675" y="417371"/>
                </a:cubicBezTo>
                <a:cubicBezTo>
                  <a:pt x="1542367" y="417371"/>
                  <a:pt x="1527526" y="432212"/>
                  <a:pt x="1527526" y="450520"/>
                </a:cubicBezTo>
                <a:moveTo>
                  <a:pt x="1654820" y="568421"/>
                </a:moveTo>
                <a:cubicBezTo>
                  <a:pt x="1654820" y="586729"/>
                  <a:pt x="1669661" y="601571"/>
                  <a:pt x="1687969" y="601571"/>
                </a:cubicBezTo>
                <a:cubicBezTo>
                  <a:pt x="1706277" y="601571"/>
                  <a:pt x="1721119" y="586729"/>
                  <a:pt x="1721119" y="568421"/>
                </a:cubicBezTo>
                <a:cubicBezTo>
                  <a:pt x="1721119" y="550113"/>
                  <a:pt x="1706277" y="535272"/>
                  <a:pt x="1687969" y="535272"/>
                </a:cubicBezTo>
                <a:cubicBezTo>
                  <a:pt x="1669661" y="535272"/>
                  <a:pt x="1654820" y="550113"/>
                  <a:pt x="1654820" y="568421"/>
                </a:cubicBezTo>
                <a:moveTo>
                  <a:pt x="1782114" y="692079"/>
                </a:moveTo>
                <a:cubicBezTo>
                  <a:pt x="1782114" y="710387"/>
                  <a:pt x="1796955" y="725228"/>
                  <a:pt x="1815263" y="725228"/>
                </a:cubicBezTo>
                <a:cubicBezTo>
                  <a:pt x="1833571" y="725228"/>
                  <a:pt x="1848412" y="710387"/>
                  <a:pt x="1848412" y="692079"/>
                </a:cubicBezTo>
                <a:cubicBezTo>
                  <a:pt x="1848412" y="673771"/>
                  <a:pt x="1833571" y="658930"/>
                  <a:pt x="1815263" y="658930"/>
                </a:cubicBezTo>
                <a:cubicBezTo>
                  <a:pt x="1796955" y="658930"/>
                  <a:pt x="1782114" y="673771"/>
                  <a:pt x="1782114" y="692079"/>
                </a:cubicBezTo>
                <a:moveTo>
                  <a:pt x="1909407" y="694718"/>
                </a:moveTo>
                <a:cubicBezTo>
                  <a:pt x="1909407" y="713026"/>
                  <a:pt x="1924249" y="727868"/>
                  <a:pt x="1942557" y="727868"/>
                </a:cubicBezTo>
                <a:cubicBezTo>
                  <a:pt x="1960865" y="727868"/>
                  <a:pt x="1975706" y="713026"/>
                  <a:pt x="1975706" y="694718"/>
                </a:cubicBezTo>
                <a:cubicBezTo>
                  <a:pt x="1975706" y="676410"/>
                  <a:pt x="1960865" y="661569"/>
                  <a:pt x="1942557" y="661569"/>
                </a:cubicBezTo>
                <a:cubicBezTo>
                  <a:pt x="1924249" y="661569"/>
                  <a:pt x="1909407" y="676410"/>
                  <a:pt x="1909407" y="694718"/>
                </a:cubicBezTo>
                <a:moveTo>
                  <a:pt x="2036701" y="695171"/>
                </a:moveTo>
                <a:cubicBezTo>
                  <a:pt x="2036701" y="713479"/>
                  <a:pt x="2051543" y="728320"/>
                  <a:pt x="2069851" y="728320"/>
                </a:cubicBezTo>
                <a:cubicBezTo>
                  <a:pt x="2088159" y="728320"/>
                  <a:pt x="2103000" y="713479"/>
                  <a:pt x="2103000" y="695171"/>
                </a:cubicBezTo>
                <a:cubicBezTo>
                  <a:pt x="2103000" y="676863"/>
                  <a:pt x="2088159" y="662021"/>
                  <a:pt x="2069851" y="662021"/>
                </a:cubicBezTo>
                <a:cubicBezTo>
                  <a:pt x="2051543" y="662021"/>
                  <a:pt x="2036701" y="676863"/>
                  <a:pt x="2036701" y="695171"/>
                </a:cubicBezTo>
                <a:moveTo>
                  <a:pt x="2163995" y="696210"/>
                </a:moveTo>
                <a:cubicBezTo>
                  <a:pt x="2163995" y="714518"/>
                  <a:pt x="2178837" y="729359"/>
                  <a:pt x="2197144" y="729359"/>
                </a:cubicBezTo>
                <a:cubicBezTo>
                  <a:pt x="2215452" y="729359"/>
                  <a:pt x="2230294" y="714518"/>
                  <a:pt x="2230294" y="696210"/>
                </a:cubicBezTo>
                <a:cubicBezTo>
                  <a:pt x="2230294" y="677902"/>
                  <a:pt x="2215452" y="663060"/>
                  <a:pt x="2197144" y="663060"/>
                </a:cubicBezTo>
                <a:cubicBezTo>
                  <a:pt x="2178837" y="663060"/>
                  <a:pt x="2163995" y="677902"/>
                  <a:pt x="2163995" y="696210"/>
                </a:cubicBezTo>
                <a:moveTo>
                  <a:pt x="2291289" y="1142012"/>
                </a:moveTo>
                <a:cubicBezTo>
                  <a:pt x="2291289" y="1160320"/>
                  <a:pt x="2306130" y="1175162"/>
                  <a:pt x="2324438" y="1175162"/>
                </a:cubicBezTo>
                <a:cubicBezTo>
                  <a:pt x="2342746" y="1175162"/>
                  <a:pt x="2357588" y="1160320"/>
                  <a:pt x="2357588" y="1142012"/>
                </a:cubicBezTo>
                <a:cubicBezTo>
                  <a:pt x="2357588" y="1123704"/>
                  <a:pt x="2342746" y="1108863"/>
                  <a:pt x="2324438" y="1108863"/>
                </a:cubicBezTo>
                <a:cubicBezTo>
                  <a:pt x="2306130" y="1108863"/>
                  <a:pt x="2291289" y="1123704"/>
                  <a:pt x="2291289" y="1142012"/>
                </a:cubicBezTo>
                <a:moveTo>
                  <a:pt x="2418583" y="1132449"/>
                </a:moveTo>
                <a:cubicBezTo>
                  <a:pt x="2418583" y="1150757"/>
                  <a:pt x="2433424" y="1165598"/>
                  <a:pt x="2451732" y="1165598"/>
                </a:cubicBezTo>
                <a:cubicBezTo>
                  <a:pt x="2470040" y="1165598"/>
                  <a:pt x="2484881" y="1150757"/>
                  <a:pt x="2484881" y="1132449"/>
                </a:cubicBezTo>
                <a:cubicBezTo>
                  <a:pt x="2484881" y="1114141"/>
                  <a:pt x="2470040" y="1099299"/>
                  <a:pt x="2451732" y="1099299"/>
                </a:cubicBezTo>
                <a:cubicBezTo>
                  <a:pt x="2433424" y="1099299"/>
                  <a:pt x="2418583" y="1114141"/>
                  <a:pt x="2418583" y="1132449"/>
                </a:cubicBezTo>
                <a:moveTo>
                  <a:pt x="2545876" y="1142489"/>
                </a:moveTo>
                <a:cubicBezTo>
                  <a:pt x="2545876" y="1160796"/>
                  <a:pt x="2560718" y="1175638"/>
                  <a:pt x="2579026" y="1175638"/>
                </a:cubicBezTo>
                <a:cubicBezTo>
                  <a:pt x="2597334" y="1175638"/>
                  <a:pt x="2612175" y="1160796"/>
                  <a:pt x="2612175" y="1142489"/>
                </a:cubicBezTo>
                <a:cubicBezTo>
                  <a:pt x="2612175" y="1124181"/>
                  <a:pt x="2597334" y="1109339"/>
                  <a:pt x="2579026" y="1109339"/>
                </a:cubicBezTo>
                <a:cubicBezTo>
                  <a:pt x="2560718" y="1109339"/>
                  <a:pt x="2545876" y="1124181"/>
                  <a:pt x="2545876" y="1142489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174833"/>
                </a:moveTo>
                <a:cubicBezTo>
                  <a:pt x="2800464" y="1193141"/>
                  <a:pt x="2815306" y="1207982"/>
                  <a:pt x="2833614" y="1207982"/>
                </a:cubicBezTo>
                <a:cubicBezTo>
                  <a:pt x="2851921" y="1207982"/>
                  <a:pt x="2866763" y="1193141"/>
                  <a:pt x="2866763" y="1174833"/>
                </a:cubicBezTo>
                <a:cubicBezTo>
                  <a:pt x="2866763" y="1156525"/>
                  <a:pt x="2851921" y="1141684"/>
                  <a:pt x="2833614" y="1141684"/>
                </a:cubicBezTo>
                <a:cubicBezTo>
                  <a:pt x="2815306" y="1141684"/>
                  <a:pt x="2800464" y="1156525"/>
                  <a:pt x="2800464" y="1174833"/>
                </a:cubicBezTo>
                <a:close/>
              </a:path>
            </a:pathLst>
          </a:custGeom>
          <a:solidFill xmlns:a="http://schemas.openxmlformats.org/drawingml/2006/main">
            <a:srgbClr val="8D8D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BC23C-F79F-4C37-A4A4-21390F6E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815743"/>
            <a:ext cx="2800464" cy="639950"/>
          </a:xfrm>
          <a:custGeom xmlns:a="http://schemas.openxmlformats.org/drawingml/2006/main">
            <a:pathLst>
              <a:path w="2800464" h="639950" fill="none">
                <a:moveTo>
                  <a:pt x="0" y="523055"/>
                </a:moveTo>
                <a:lnTo>
                  <a:pt x="127294" y="73269"/>
                </a:lnTo>
                <a:lnTo>
                  <a:pt x="254588" y="502913"/>
                </a:lnTo>
                <a:lnTo>
                  <a:pt x="381881" y="327604"/>
                </a:lnTo>
                <a:lnTo>
                  <a:pt x="509175" y="422133"/>
                </a:lnTo>
                <a:lnTo>
                  <a:pt x="636469" y="321566"/>
                </a:lnTo>
                <a:lnTo>
                  <a:pt x="763763" y="429613"/>
                </a:lnTo>
                <a:lnTo>
                  <a:pt x="891057" y="287993"/>
                </a:lnTo>
                <a:lnTo>
                  <a:pt x="1018350" y="357679"/>
                </a:lnTo>
                <a:lnTo>
                  <a:pt x="1145644" y="329872"/>
                </a:lnTo>
                <a:lnTo>
                  <a:pt x="1272938" y="337895"/>
                </a:lnTo>
                <a:lnTo>
                  <a:pt x="1400232" y="180737"/>
                </a:lnTo>
                <a:lnTo>
                  <a:pt x="1527526" y="135088"/>
                </a:lnTo>
                <a:lnTo>
                  <a:pt x="1654819" y="317361"/>
                </a:lnTo>
                <a:lnTo>
                  <a:pt x="1782113" y="438970"/>
                </a:lnTo>
                <a:lnTo>
                  <a:pt x="1909407" y="437161"/>
                </a:lnTo>
                <a:lnTo>
                  <a:pt x="2036701" y="435812"/>
                </a:lnTo>
                <a:lnTo>
                  <a:pt x="2163995" y="434834"/>
                </a:lnTo>
                <a:lnTo>
                  <a:pt x="2291289" y="626799"/>
                </a:lnTo>
                <a:lnTo>
                  <a:pt x="2418582" y="621491"/>
                </a:lnTo>
                <a:lnTo>
                  <a:pt x="2545876" y="625812"/>
                </a:lnTo>
                <a:lnTo>
                  <a:pt x="2673170" y="0"/>
                </a:lnTo>
                <a:lnTo>
                  <a:pt x="2800464" y="63995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8D8D8D"/>
            </a:solidFill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C8812-6159-46A0-A0D9-612A4029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782593"/>
            <a:ext cx="2866763" cy="706248"/>
          </a:xfrm>
          <a:custGeom xmlns:a="http://schemas.openxmlformats.org/drawingml/2006/main">
            <a:pathLst>
              <a:path w="2866763" h="706248">
                <a:moveTo>
                  <a:pt x="0" y="556205"/>
                </a:moveTo>
                <a:cubicBezTo>
                  <a:pt x="0" y="574513"/>
                  <a:pt x="14841" y="589354"/>
                  <a:pt x="33149" y="589354"/>
                </a:cubicBezTo>
                <a:cubicBezTo>
                  <a:pt x="51457" y="589354"/>
                  <a:pt x="66299" y="574513"/>
                  <a:pt x="66299" y="556205"/>
                </a:cubicBezTo>
                <a:cubicBezTo>
                  <a:pt x="66299" y="537897"/>
                  <a:pt x="51457" y="523055"/>
                  <a:pt x="33149" y="523055"/>
                </a:cubicBezTo>
                <a:cubicBezTo>
                  <a:pt x="14841" y="523055"/>
                  <a:pt x="0" y="537897"/>
                  <a:pt x="0" y="556205"/>
                </a:cubicBezTo>
                <a:moveTo>
                  <a:pt x="127294" y="106419"/>
                </a:moveTo>
                <a:cubicBezTo>
                  <a:pt x="127294" y="124727"/>
                  <a:pt x="142135" y="139568"/>
                  <a:pt x="160443" y="139568"/>
                </a:cubicBezTo>
                <a:cubicBezTo>
                  <a:pt x="178751" y="139568"/>
                  <a:pt x="193592" y="124727"/>
                  <a:pt x="193592" y="106419"/>
                </a:cubicBezTo>
                <a:cubicBezTo>
                  <a:pt x="193592" y="88111"/>
                  <a:pt x="178751" y="73269"/>
                  <a:pt x="160443" y="73269"/>
                </a:cubicBezTo>
                <a:cubicBezTo>
                  <a:pt x="142135" y="73269"/>
                  <a:pt x="127294" y="88111"/>
                  <a:pt x="127294" y="106419"/>
                </a:cubicBezTo>
                <a:moveTo>
                  <a:pt x="254588" y="536062"/>
                </a:moveTo>
                <a:cubicBezTo>
                  <a:pt x="254588" y="554370"/>
                  <a:pt x="269429" y="569211"/>
                  <a:pt x="287737" y="569211"/>
                </a:cubicBezTo>
                <a:cubicBezTo>
                  <a:pt x="306045" y="569211"/>
                  <a:pt x="320886" y="554370"/>
                  <a:pt x="320886" y="536062"/>
                </a:cubicBezTo>
                <a:cubicBezTo>
                  <a:pt x="320886" y="517755"/>
                  <a:pt x="306045" y="502913"/>
                  <a:pt x="287737" y="502913"/>
                </a:cubicBezTo>
                <a:cubicBezTo>
                  <a:pt x="269429" y="502913"/>
                  <a:pt x="254588" y="517755"/>
                  <a:pt x="254588" y="536062"/>
                </a:cubicBezTo>
                <a:moveTo>
                  <a:pt x="381881" y="360753"/>
                </a:moveTo>
                <a:cubicBezTo>
                  <a:pt x="381881" y="379061"/>
                  <a:pt x="396723" y="393903"/>
                  <a:pt x="415031" y="393903"/>
                </a:cubicBezTo>
                <a:cubicBezTo>
                  <a:pt x="433339" y="393903"/>
                  <a:pt x="448180" y="379061"/>
                  <a:pt x="448180" y="360753"/>
                </a:cubicBezTo>
                <a:cubicBezTo>
                  <a:pt x="448180" y="342445"/>
                  <a:pt x="433339" y="327604"/>
                  <a:pt x="415031" y="327604"/>
                </a:cubicBezTo>
                <a:cubicBezTo>
                  <a:pt x="396723" y="327604"/>
                  <a:pt x="381881" y="342445"/>
                  <a:pt x="381881" y="360753"/>
                </a:cubicBezTo>
                <a:moveTo>
                  <a:pt x="509175" y="455283"/>
                </a:moveTo>
                <a:cubicBezTo>
                  <a:pt x="509175" y="473591"/>
                  <a:pt x="524017" y="488432"/>
                  <a:pt x="542324" y="488432"/>
                </a:cubicBezTo>
                <a:cubicBezTo>
                  <a:pt x="560632" y="488432"/>
                  <a:pt x="575474" y="473591"/>
                  <a:pt x="575474" y="455283"/>
                </a:cubicBezTo>
                <a:cubicBezTo>
                  <a:pt x="575474" y="436975"/>
                  <a:pt x="560632" y="422133"/>
                  <a:pt x="542324" y="422133"/>
                </a:cubicBezTo>
                <a:cubicBezTo>
                  <a:pt x="524017" y="422133"/>
                  <a:pt x="509175" y="436975"/>
                  <a:pt x="509175" y="455283"/>
                </a:cubicBezTo>
                <a:moveTo>
                  <a:pt x="636469" y="354715"/>
                </a:moveTo>
                <a:cubicBezTo>
                  <a:pt x="636469" y="373023"/>
                  <a:pt x="651310" y="387865"/>
                  <a:pt x="669618" y="387865"/>
                </a:cubicBezTo>
                <a:cubicBezTo>
                  <a:pt x="687926" y="387865"/>
                  <a:pt x="702768" y="373023"/>
                  <a:pt x="702768" y="354715"/>
                </a:cubicBezTo>
                <a:cubicBezTo>
                  <a:pt x="702768" y="336407"/>
                  <a:pt x="687926" y="321566"/>
                  <a:pt x="669618" y="321566"/>
                </a:cubicBezTo>
                <a:cubicBezTo>
                  <a:pt x="651310" y="321566"/>
                  <a:pt x="636469" y="336407"/>
                  <a:pt x="636469" y="354715"/>
                </a:cubicBezTo>
                <a:moveTo>
                  <a:pt x="763763" y="462762"/>
                </a:moveTo>
                <a:cubicBezTo>
                  <a:pt x="763763" y="481070"/>
                  <a:pt x="778604" y="495912"/>
                  <a:pt x="796912" y="495912"/>
                </a:cubicBezTo>
                <a:cubicBezTo>
                  <a:pt x="815220" y="495912"/>
                  <a:pt x="830061" y="481070"/>
                  <a:pt x="830061" y="462762"/>
                </a:cubicBezTo>
                <a:cubicBezTo>
                  <a:pt x="830061" y="444454"/>
                  <a:pt x="815220" y="429613"/>
                  <a:pt x="796912" y="429613"/>
                </a:cubicBezTo>
                <a:cubicBezTo>
                  <a:pt x="778604" y="429613"/>
                  <a:pt x="763763" y="444454"/>
                  <a:pt x="763763" y="462762"/>
                </a:cubicBezTo>
                <a:moveTo>
                  <a:pt x="891057" y="321143"/>
                </a:moveTo>
                <a:cubicBezTo>
                  <a:pt x="891057" y="339451"/>
                  <a:pt x="905898" y="354292"/>
                  <a:pt x="924206" y="354292"/>
                </a:cubicBezTo>
                <a:cubicBezTo>
                  <a:pt x="942514" y="354292"/>
                  <a:pt x="957356" y="339451"/>
                  <a:pt x="957356" y="321143"/>
                </a:cubicBezTo>
                <a:cubicBezTo>
                  <a:pt x="957356" y="302835"/>
                  <a:pt x="942514" y="287993"/>
                  <a:pt x="924206" y="287993"/>
                </a:cubicBezTo>
                <a:cubicBezTo>
                  <a:pt x="905898" y="287993"/>
                  <a:pt x="891057" y="302835"/>
                  <a:pt x="891057" y="321143"/>
                </a:cubicBezTo>
                <a:moveTo>
                  <a:pt x="1018350" y="390828"/>
                </a:moveTo>
                <a:cubicBezTo>
                  <a:pt x="1018350" y="409136"/>
                  <a:pt x="1033192" y="423978"/>
                  <a:pt x="1051500" y="423978"/>
                </a:cubicBezTo>
                <a:cubicBezTo>
                  <a:pt x="1069808" y="423978"/>
                  <a:pt x="1084649" y="409136"/>
                  <a:pt x="1084649" y="390828"/>
                </a:cubicBezTo>
                <a:cubicBezTo>
                  <a:pt x="1084649" y="372520"/>
                  <a:pt x="1069808" y="357679"/>
                  <a:pt x="1051500" y="357679"/>
                </a:cubicBezTo>
                <a:cubicBezTo>
                  <a:pt x="1033192" y="357679"/>
                  <a:pt x="1018350" y="372520"/>
                  <a:pt x="1018350" y="390828"/>
                </a:cubicBezTo>
                <a:moveTo>
                  <a:pt x="1145644" y="363021"/>
                </a:moveTo>
                <a:cubicBezTo>
                  <a:pt x="1145644" y="381329"/>
                  <a:pt x="1160486" y="396171"/>
                  <a:pt x="1178793" y="396171"/>
                </a:cubicBezTo>
                <a:cubicBezTo>
                  <a:pt x="1197101" y="396171"/>
                  <a:pt x="1211943" y="381329"/>
                  <a:pt x="1211943" y="363021"/>
                </a:cubicBezTo>
                <a:cubicBezTo>
                  <a:pt x="1211943" y="344713"/>
                  <a:pt x="1197101" y="329872"/>
                  <a:pt x="1178793" y="329872"/>
                </a:cubicBezTo>
                <a:cubicBezTo>
                  <a:pt x="1160486" y="329872"/>
                  <a:pt x="1145644" y="344713"/>
                  <a:pt x="1145644" y="363021"/>
                </a:cubicBezTo>
                <a:moveTo>
                  <a:pt x="1272938" y="371044"/>
                </a:moveTo>
                <a:cubicBezTo>
                  <a:pt x="1272938" y="389352"/>
                  <a:pt x="1287780" y="404194"/>
                  <a:pt x="1306087" y="404194"/>
                </a:cubicBezTo>
                <a:cubicBezTo>
                  <a:pt x="1324395" y="404194"/>
                  <a:pt x="1339237" y="389352"/>
                  <a:pt x="1339237" y="371044"/>
                </a:cubicBezTo>
                <a:cubicBezTo>
                  <a:pt x="1339237" y="352736"/>
                  <a:pt x="1324395" y="337895"/>
                  <a:pt x="1306087" y="337895"/>
                </a:cubicBezTo>
                <a:cubicBezTo>
                  <a:pt x="1287780" y="337895"/>
                  <a:pt x="1272938" y="352736"/>
                  <a:pt x="1272938" y="371044"/>
                </a:cubicBezTo>
                <a:moveTo>
                  <a:pt x="1400232" y="213886"/>
                </a:moveTo>
                <a:cubicBezTo>
                  <a:pt x="1400232" y="232194"/>
                  <a:pt x="1415073" y="247036"/>
                  <a:pt x="1433381" y="247036"/>
                </a:cubicBezTo>
                <a:cubicBezTo>
                  <a:pt x="1451689" y="247036"/>
                  <a:pt x="1466531" y="232194"/>
                  <a:pt x="1466531" y="213886"/>
                </a:cubicBezTo>
                <a:cubicBezTo>
                  <a:pt x="1466531" y="195578"/>
                  <a:pt x="1451689" y="180737"/>
                  <a:pt x="1433381" y="180737"/>
                </a:cubicBezTo>
                <a:cubicBezTo>
                  <a:pt x="1415073" y="180737"/>
                  <a:pt x="1400232" y="195578"/>
                  <a:pt x="1400232" y="213886"/>
                </a:cubicBezTo>
                <a:moveTo>
                  <a:pt x="1527526" y="168238"/>
                </a:moveTo>
                <a:cubicBezTo>
                  <a:pt x="1527526" y="186546"/>
                  <a:pt x="1542367" y="201387"/>
                  <a:pt x="1560675" y="201387"/>
                </a:cubicBezTo>
                <a:cubicBezTo>
                  <a:pt x="1578983" y="201387"/>
                  <a:pt x="1593825" y="186546"/>
                  <a:pt x="1593825" y="168238"/>
                </a:cubicBezTo>
                <a:cubicBezTo>
                  <a:pt x="1593825" y="149930"/>
                  <a:pt x="1578983" y="135088"/>
                  <a:pt x="1560675" y="135088"/>
                </a:cubicBezTo>
                <a:cubicBezTo>
                  <a:pt x="1542367" y="135088"/>
                  <a:pt x="1527526" y="149930"/>
                  <a:pt x="1527526" y="168238"/>
                </a:cubicBezTo>
                <a:moveTo>
                  <a:pt x="1654819" y="350510"/>
                </a:moveTo>
                <a:cubicBezTo>
                  <a:pt x="1654819" y="368818"/>
                  <a:pt x="1669661" y="383660"/>
                  <a:pt x="1687969" y="383660"/>
                </a:cubicBezTo>
                <a:cubicBezTo>
                  <a:pt x="1706276" y="383660"/>
                  <a:pt x="1721118" y="368818"/>
                  <a:pt x="1721118" y="350510"/>
                </a:cubicBezTo>
                <a:cubicBezTo>
                  <a:pt x="1721118" y="332202"/>
                  <a:pt x="1706276" y="317361"/>
                  <a:pt x="1687969" y="317361"/>
                </a:cubicBezTo>
                <a:cubicBezTo>
                  <a:pt x="1669661" y="317361"/>
                  <a:pt x="1654819" y="332202"/>
                  <a:pt x="1654819" y="350510"/>
                </a:cubicBezTo>
                <a:moveTo>
                  <a:pt x="1782113" y="472119"/>
                </a:moveTo>
                <a:cubicBezTo>
                  <a:pt x="1782113" y="490427"/>
                  <a:pt x="1796955" y="505269"/>
                  <a:pt x="1815263" y="505269"/>
                </a:cubicBezTo>
                <a:cubicBezTo>
                  <a:pt x="1833571" y="505269"/>
                  <a:pt x="1848412" y="490427"/>
                  <a:pt x="1848412" y="472119"/>
                </a:cubicBezTo>
                <a:cubicBezTo>
                  <a:pt x="1848412" y="453811"/>
                  <a:pt x="1833571" y="438970"/>
                  <a:pt x="1815263" y="438970"/>
                </a:cubicBezTo>
                <a:cubicBezTo>
                  <a:pt x="1796955" y="438970"/>
                  <a:pt x="1782113" y="453811"/>
                  <a:pt x="1782113" y="472119"/>
                </a:cubicBezTo>
                <a:moveTo>
                  <a:pt x="1909407" y="470311"/>
                </a:moveTo>
                <a:cubicBezTo>
                  <a:pt x="1909407" y="488619"/>
                  <a:pt x="1924249" y="503460"/>
                  <a:pt x="1942557" y="503460"/>
                </a:cubicBezTo>
                <a:cubicBezTo>
                  <a:pt x="1960865" y="503460"/>
                  <a:pt x="1975706" y="488619"/>
                  <a:pt x="1975706" y="470311"/>
                </a:cubicBezTo>
                <a:cubicBezTo>
                  <a:pt x="1975706" y="452003"/>
                  <a:pt x="1960865" y="437161"/>
                  <a:pt x="1942557" y="437161"/>
                </a:cubicBezTo>
                <a:cubicBezTo>
                  <a:pt x="1924249" y="437161"/>
                  <a:pt x="1909407" y="452003"/>
                  <a:pt x="1909407" y="470311"/>
                </a:cubicBezTo>
                <a:moveTo>
                  <a:pt x="2036701" y="468961"/>
                </a:moveTo>
                <a:cubicBezTo>
                  <a:pt x="2036701" y="487269"/>
                  <a:pt x="2051543" y="502110"/>
                  <a:pt x="2069850" y="502110"/>
                </a:cubicBezTo>
                <a:cubicBezTo>
                  <a:pt x="2088159" y="502110"/>
                  <a:pt x="2103000" y="487269"/>
                  <a:pt x="2103000" y="468961"/>
                </a:cubicBezTo>
                <a:cubicBezTo>
                  <a:pt x="2103000" y="450653"/>
                  <a:pt x="2088159" y="435812"/>
                  <a:pt x="2069850" y="435812"/>
                </a:cubicBezTo>
                <a:cubicBezTo>
                  <a:pt x="2051543" y="435812"/>
                  <a:pt x="2036701" y="450653"/>
                  <a:pt x="2036701" y="468961"/>
                </a:cubicBezTo>
                <a:moveTo>
                  <a:pt x="2163995" y="467983"/>
                </a:moveTo>
                <a:cubicBezTo>
                  <a:pt x="2163995" y="486291"/>
                  <a:pt x="2178836" y="501133"/>
                  <a:pt x="2197144" y="501133"/>
                </a:cubicBezTo>
                <a:cubicBezTo>
                  <a:pt x="2215452" y="501133"/>
                  <a:pt x="2230294" y="486291"/>
                  <a:pt x="2230294" y="467983"/>
                </a:cubicBezTo>
                <a:cubicBezTo>
                  <a:pt x="2230294" y="449675"/>
                  <a:pt x="2215452" y="434834"/>
                  <a:pt x="2197144" y="434834"/>
                </a:cubicBezTo>
                <a:cubicBezTo>
                  <a:pt x="2178836" y="434834"/>
                  <a:pt x="2163995" y="449675"/>
                  <a:pt x="2163995" y="467983"/>
                </a:cubicBezTo>
                <a:moveTo>
                  <a:pt x="2291289" y="659949"/>
                </a:moveTo>
                <a:cubicBezTo>
                  <a:pt x="2291289" y="678257"/>
                  <a:pt x="2306130" y="693098"/>
                  <a:pt x="2324438" y="693098"/>
                </a:cubicBezTo>
                <a:cubicBezTo>
                  <a:pt x="2342746" y="693098"/>
                  <a:pt x="2357587" y="678257"/>
                  <a:pt x="2357587" y="659949"/>
                </a:cubicBezTo>
                <a:cubicBezTo>
                  <a:pt x="2357587" y="641641"/>
                  <a:pt x="2342746" y="626799"/>
                  <a:pt x="2324438" y="626799"/>
                </a:cubicBezTo>
                <a:cubicBezTo>
                  <a:pt x="2306130" y="626799"/>
                  <a:pt x="2291289" y="641641"/>
                  <a:pt x="2291289" y="659949"/>
                </a:cubicBezTo>
                <a:moveTo>
                  <a:pt x="2418582" y="654640"/>
                </a:moveTo>
                <a:cubicBezTo>
                  <a:pt x="2418582" y="672948"/>
                  <a:pt x="2433424" y="687790"/>
                  <a:pt x="2451732" y="687790"/>
                </a:cubicBezTo>
                <a:cubicBezTo>
                  <a:pt x="2470040" y="687790"/>
                  <a:pt x="2484881" y="672948"/>
                  <a:pt x="2484881" y="654640"/>
                </a:cubicBezTo>
                <a:cubicBezTo>
                  <a:pt x="2484881" y="636332"/>
                  <a:pt x="2470040" y="621491"/>
                  <a:pt x="2451732" y="621491"/>
                </a:cubicBezTo>
                <a:cubicBezTo>
                  <a:pt x="2433424" y="621491"/>
                  <a:pt x="2418582" y="636332"/>
                  <a:pt x="2418582" y="654640"/>
                </a:cubicBezTo>
                <a:moveTo>
                  <a:pt x="2545876" y="658961"/>
                </a:moveTo>
                <a:cubicBezTo>
                  <a:pt x="2545876" y="677269"/>
                  <a:pt x="2560718" y="692111"/>
                  <a:pt x="2579026" y="692111"/>
                </a:cubicBezTo>
                <a:cubicBezTo>
                  <a:pt x="2597334" y="692111"/>
                  <a:pt x="2612175" y="677269"/>
                  <a:pt x="2612175" y="658961"/>
                </a:cubicBezTo>
                <a:cubicBezTo>
                  <a:pt x="2612175" y="640653"/>
                  <a:pt x="2597334" y="625812"/>
                  <a:pt x="2579026" y="625812"/>
                </a:cubicBezTo>
                <a:cubicBezTo>
                  <a:pt x="2560718" y="625812"/>
                  <a:pt x="2545876" y="640653"/>
                  <a:pt x="2545876" y="658961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673099"/>
                </a:moveTo>
                <a:cubicBezTo>
                  <a:pt x="2800464" y="691407"/>
                  <a:pt x="2815306" y="706248"/>
                  <a:pt x="2833613" y="706248"/>
                </a:cubicBezTo>
                <a:cubicBezTo>
                  <a:pt x="2851922" y="706248"/>
                  <a:pt x="2866763" y="691407"/>
                  <a:pt x="2866763" y="673099"/>
                </a:cubicBezTo>
                <a:cubicBezTo>
                  <a:pt x="2866763" y="654791"/>
                  <a:pt x="2851922" y="639950"/>
                  <a:pt x="2833613" y="639950"/>
                </a:cubicBezTo>
                <a:cubicBezTo>
                  <a:pt x="2815306" y="639950"/>
                  <a:pt x="2800464" y="654791"/>
                  <a:pt x="2800464" y="673099"/>
                </a:cubicBezTo>
                <a:close/>
              </a:path>
            </a:pathLst>
          </a:custGeom>
          <a:solidFill xmlns:a="http://schemas.openxmlformats.org/drawingml/2006/main">
            <a:srgbClr val="8D8D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90EF84-F3EA-47CF-BBDD-D0F41F53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829099"/>
            <a:ext cx="2800464" cy="1082878"/>
          </a:xfrm>
          <a:custGeom xmlns:a="http://schemas.openxmlformats.org/drawingml/2006/main">
            <a:pathLst>
              <a:path w="2800464" h="1082878" fill="none">
                <a:moveTo>
                  <a:pt x="0" y="943601"/>
                </a:moveTo>
                <a:lnTo>
                  <a:pt x="127294" y="545557"/>
                </a:lnTo>
                <a:lnTo>
                  <a:pt x="254588" y="906037"/>
                </a:lnTo>
                <a:lnTo>
                  <a:pt x="381881" y="567142"/>
                </a:lnTo>
                <a:lnTo>
                  <a:pt x="509175" y="594243"/>
                </a:lnTo>
                <a:lnTo>
                  <a:pt x="636469" y="558918"/>
                </a:lnTo>
                <a:lnTo>
                  <a:pt x="763763" y="697198"/>
                </a:lnTo>
                <a:lnTo>
                  <a:pt x="891057" y="497801"/>
                </a:lnTo>
                <a:lnTo>
                  <a:pt x="1018351" y="616239"/>
                </a:lnTo>
                <a:lnTo>
                  <a:pt x="1145644" y="615001"/>
                </a:lnTo>
                <a:lnTo>
                  <a:pt x="1272938" y="613258"/>
                </a:lnTo>
                <a:lnTo>
                  <a:pt x="1400232" y="510461"/>
                </a:lnTo>
                <a:lnTo>
                  <a:pt x="1527526" y="394473"/>
                </a:lnTo>
                <a:lnTo>
                  <a:pt x="1654820" y="564289"/>
                </a:lnTo>
                <a:lnTo>
                  <a:pt x="1782114" y="729994"/>
                </a:lnTo>
                <a:lnTo>
                  <a:pt x="1909407" y="726284"/>
                </a:lnTo>
                <a:lnTo>
                  <a:pt x="2036701" y="728489"/>
                </a:lnTo>
                <a:lnTo>
                  <a:pt x="2163995" y="728314"/>
                </a:lnTo>
                <a:lnTo>
                  <a:pt x="2291289" y="1082878"/>
                </a:lnTo>
                <a:lnTo>
                  <a:pt x="2418583" y="1081554"/>
                </a:lnTo>
                <a:lnTo>
                  <a:pt x="2545876" y="1080928"/>
                </a:lnTo>
                <a:lnTo>
                  <a:pt x="2673170" y="0"/>
                </a:lnTo>
                <a:lnTo>
                  <a:pt x="2800464" y="539573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AAAAAA"/>
            </a:solidFill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775096-9D38-4735-B10C-3D5ECBFF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795950"/>
            <a:ext cx="2866763" cy="1149177"/>
          </a:xfrm>
          <a:custGeom xmlns:a="http://schemas.openxmlformats.org/drawingml/2006/main">
            <a:pathLst>
              <a:path w="2866763" h="1149177">
                <a:moveTo>
                  <a:pt x="0" y="976750"/>
                </a:moveTo>
                <a:cubicBezTo>
                  <a:pt x="0" y="995058"/>
                  <a:pt x="14841" y="1009900"/>
                  <a:pt x="33149" y="1009900"/>
                </a:cubicBezTo>
                <a:cubicBezTo>
                  <a:pt x="51457" y="1009900"/>
                  <a:pt x="66299" y="995058"/>
                  <a:pt x="66299" y="976750"/>
                </a:cubicBezTo>
                <a:cubicBezTo>
                  <a:pt x="66299" y="958442"/>
                  <a:pt x="51457" y="943601"/>
                  <a:pt x="33149" y="943601"/>
                </a:cubicBezTo>
                <a:cubicBezTo>
                  <a:pt x="14841" y="943601"/>
                  <a:pt x="0" y="958442"/>
                  <a:pt x="0" y="976750"/>
                </a:cubicBezTo>
                <a:moveTo>
                  <a:pt x="127294" y="578707"/>
                </a:moveTo>
                <a:cubicBezTo>
                  <a:pt x="127294" y="597014"/>
                  <a:pt x="142135" y="611856"/>
                  <a:pt x="160443" y="611856"/>
                </a:cubicBezTo>
                <a:cubicBezTo>
                  <a:pt x="178751" y="611856"/>
                  <a:pt x="193593" y="597014"/>
                  <a:pt x="193593" y="578707"/>
                </a:cubicBezTo>
                <a:cubicBezTo>
                  <a:pt x="193593" y="560399"/>
                  <a:pt x="178751" y="545557"/>
                  <a:pt x="160443" y="545557"/>
                </a:cubicBezTo>
                <a:cubicBezTo>
                  <a:pt x="142135" y="545557"/>
                  <a:pt x="127294" y="560399"/>
                  <a:pt x="127294" y="578707"/>
                </a:cubicBezTo>
                <a:moveTo>
                  <a:pt x="254588" y="939187"/>
                </a:moveTo>
                <a:cubicBezTo>
                  <a:pt x="254588" y="957495"/>
                  <a:pt x="269429" y="972336"/>
                  <a:pt x="287737" y="972336"/>
                </a:cubicBezTo>
                <a:cubicBezTo>
                  <a:pt x="306045" y="972336"/>
                  <a:pt x="320886" y="957495"/>
                  <a:pt x="320886" y="939187"/>
                </a:cubicBezTo>
                <a:cubicBezTo>
                  <a:pt x="320886" y="920879"/>
                  <a:pt x="306045" y="906037"/>
                  <a:pt x="287737" y="906037"/>
                </a:cubicBezTo>
                <a:cubicBezTo>
                  <a:pt x="269429" y="906037"/>
                  <a:pt x="254588" y="920879"/>
                  <a:pt x="254588" y="939187"/>
                </a:cubicBezTo>
                <a:moveTo>
                  <a:pt x="381881" y="600292"/>
                </a:moveTo>
                <a:cubicBezTo>
                  <a:pt x="381881" y="618600"/>
                  <a:pt x="396723" y="633441"/>
                  <a:pt x="415031" y="633441"/>
                </a:cubicBezTo>
                <a:cubicBezTo>
                  <a:pt x="433339" y="633441"/>
                  <a:pt x="448180" y="618600"/>
                  <a:pt x="448180" y="600292"/>
                </a:cubicBezTo>
                <a:cubicBezTo>
                  <a:pt x="448180" y="581984"/>
                  <a:pt x="433339" y="567142"/>
                  <a:pt x="415031" y="567142"/>
                </a:cubicBezTo>
                <a:cubicBezTo>
                  <a:pt x="396723" y="567142"/>
                  <a:pt x="381881" y="581984"/>
                  <a:pt x="381881" y="600292"/>
                </a:cubicBezTo>
                <a:moveTo>
                  <a:pt x="509175" y="627393"/>
                </a:moveTo>
                <a:cubicBezTo>
                  <a:pt x="509175" y="645701"/>
                  <a:pt x="524017" y="660542"/>
                  <a:pt x="542325" y="660542"/>
                </a:cubicBezTo>
                <a:cubicBezTo>
                  <a:pt x="560633" y="660542"/>
                  <a:pt x="575474" y="645701"/>
                  <a:pt x="575474" y="627393"/>
                </a:cubicBezTo>
                <a:cubicBezTo>
                  <a:pt x="575474" y="609085"/>
                  <a:pt x="560633" y="594243"/>
                  <a:pt x="542325" y="594243"/>
                </a:cubicBezTo>
                <a:cubicBezTo>
                  <a:pt x="524017" y="594243"/>
                  <a:pt x="509175" y="609085"/>
                  <a:pt x="509175" y="627393"/>
                </a:cubicBezTo>
                <a:moveTo>
                  <a:pt x="636469" y="592068"/>
                </a:moveTo>
                <a:cubicBezTo>
                  <a:pt x="636469" y="610375"/>
                  <a:pt x="651311" y="625217"/>
                  <a:pt x="669619" y="625217"/>
                </a:cubicBezTo>
                <a:cubicBezTo>
                  <a:pt x="687926" y="625217"/>
                  <a:pt x="702768" y="610375"/>
                  <a:pt x="702768" y="592068"/>
                </a:cubicBezTo>
                <a:cubicBezTo>
                  <a:pt x="702768" y="573760"/>
                  <a:pt x="687926" y="558918"/>
                  <a:pt x="669619" y="558918"/>
                </a:cubicBezTo>
                <a:cubicBezTo>
                  <a:pt x="651311" y="558918"/>
                  <a:pt x="636469" y="573760"/>
                  <a:pt x="636469" y="592068"/>
                </a:cubicBezTo>
                <a:moveTo>
                  <a:pt x="763763" y="730348"/>
                </a:moveTo>
                <a:cubicBezTo>
                  <a:pt x="763763" y="748656"/>
                  <a:pt x="778605" y="763497"/>
                  <a:pt x="796912" y="763497"/>
                </a:cubicBezTo>
                <a:cubicBezTo>
                  <a:pt x="815220" y="763497"/>
                  <a:pt x="830062" y="748656"/>
                  <a:pt x="830062" y="730348"/>
                </a:cubicBezTo>
                <a:cubicBezTo>
                  <a:pt x="830062" y="712040"/>
                  <a:pt x="815220" y="697198"/>
                  <a:pt x="796912" y="697198"/>
                </a:cubicBezTo>
                <a:cubicBezTo>
                  <a:pt x="778605" y="697198"/>
                  <a:pt x="763763" y="712040"/>
                  <a:pt x="763763" y="730348"/>
                </a:cubicBezTo>
                <a:moveTo>
                  <a:pt x="891057" y="530950"/>
                </a:moveTo>
                <a:cubicBezTo>
                  <a:pt x="891057" y="549258"/>
                  <a:pt x="905898" y="564100"/>
                  <a:pt x="924206" y="564100"/>
                </a:cubicBezTo>
                <a:cubicBezTo>
                  <a:pt x="942514" y="564100"/>
                  <a:pt x="957356" y="549258"/>
                  <a:pt x="957356" y="530950"/>
                </a:cubicBezTo>
                <a:cubicBezTo>
                  <a:pt x="957356" y="512642"/>
                  <a:pt x="942514" y="497801"/>
                  <a:pt x="924206" y="497801"/>
                </a:cubicBezTo>
                <a:cubicBezTo>
                  <a:pt x="905898" y="497801"/>
                  <a:pt x="891057" y="512642"/>
                  <a:pt x="891057" y="530950"/>
                </a:cubicBezTo>
                <a:moveTo>
                  <a:pt x="1018351" y="649388"/>
                </a:moveTo>
                <a:cubicBezTo>
                  <a:pt x="1018351" y="667696"/>
                  <a:pt x="1033192" y="682538"/>
                  <a:pt x="1051500" y="682538"/>
                </a:cubicBezTo>
                <a:cubicBezTo>
                  <a:pt x="1069808" y="682538"/>
                  <a:pt x="1084650" y="667696"/>
                  <a:pt x="1084650" y="649388"/>
                </a:cubicBezTo>
                <a:cubicBezTo>
                  <a:pt x="1084650" y="631080"/>
                  <a:pt x="1069808" y="616239"/>
                  <a:pt x="1051500" y="616239"/>
                </a:cubicBezTo>
                <a:cubicBezTo>
                  <a:pt x="1033192" y="616239"/>
                  <a:pt x="1018351" y="631080"/>
                  <a:pt x="1018351" y="649388"/>
                </a:cubicBezTo>
                <a:moveTo>
                  <a:pt x="1145644" y="648150"/>
                </a:moveTo>
                <a:cubicBezTo>
                  <a:pt x="1145644" y="666458"/>
                  <a:pt x="1160486" y="681300"/>
                  <a:pt x="1178794" y="681300"/>
                </a:cubicBezTo>
                <a:cubicBezTo>
                  <a:pt x="1197102" y="681300"/>
                  <a:pt x="1211943" y="666458"/>
                  <a:pt x="1211943" y="648150"/>
                </a:cubicBezTo>
                <a:cubicBezTo>
                  <a:pt x="1211943" y="629842"/>
                  <a:pt x="1197102" y="615001"/>
                  <a:pt x="1178794" y="615001"/>
                </a:cubicBezTo>
                <a:cubicBezTo>
                  <a:pt x="1160486" y="615001"/>
                  <a:pt x="1145644" y="629842"/>
                  <a:pt x="1145644" y="648150"/>
                </a:cubicBezTo>
                <a:moveTo>
                  <a:pt x="1272938" y="646408"/>
                </a:moveTo>
                <a:cubicBezTo>
                  <a:pt x="1272938" y="664715"/>
                  <a:pt x="1287780" y="679557"/>
                  <a:pt x="1306088" y="679557"/>
                </a:cubicBezTo>
                <a:cubicBezTo>
                  <a:pt x="1324395" y="679557"/>
                  <a:pt x="1339237" y="664715"/>
                  <a:pt x="1339237" y="646408"/>
                </a:cubicBezTo>
                <a:cubicBezTo>
                  <a:pt x="1339237" y="628100"/>
                  <a:pt x="1324395" y="613258"/>
                  <a:pt x="1306088" y="613258"/>
                </a:cubicBezTo>
                <a:cubicBezTo>
                  <a:pt x="1287780" y="613258"/>
                  <a:pt x="1272938" y="628100"/>
                  <a:pt x="1272938" y="646408"/>
                </a:cubicBezTo>
                <a:moveTo>
                  <a:pt x="1400232" y="543611"/>
                </a:moveTo>
                <a:cubicBezTo>
                  <a:pt x="1400232" y="561918"/>
                  <a:pt x="1415074" y="576760"/>
                  <a:pt x="1433381" y="576760"/>
                </a:cubicBezTo>
                <a:cubicBezTo>
                  <a:pt x="1451689" y="576760"/>
                  <a:pt x="1466531" y="561918"/>
                  <a:pt x="1466531" y="543611"/>
                </a:cubicBezTo>
                <a:cubicBezTo>
                  <a:pt x="1466531" y="525303"/>
                  <a:pt x="1451689" y="510461"/>
                  <a:pt x="1433381" y="510461"/>
                </a:cubicBezTo>
                <a:cubicBezTo>
                  <a:pt x="1415074" y="510461"/>
                  <a:pt x="1400232" y="525303"/>
                  <a:pt x="1400232" y="543611"/>
                </a:cubicBezTo>
                <a:moveTo>
                  <a:pt x="1527526" y="427622"/>
                </a:moveTo>
                <a:cubicBezTo>
                  <a:pt x="1527526" y="445930"/>
                  <a:pt x="1542367" y="460772"/>
                  <a:pt x="1560675" y="460772"/>
                </a:cubicBezTo>
                <a:cubicBezTo>
                  <a:pt x="1578983" y="460772"/>
                  <a:pt x="1593825" y="445930"/>
                  <a:pt x="1593825" y="427622"/>
                </a:cubicBezTo>
                <a:cubicBezTo>
                  <a:pt x="1593825" y="409314"/>
                  <a:pt x="1578983" y="394473"/>
                  <a:pt x="1560675" y="394473"/>
                </a:cubicBezTo>
                <a:cubicBezTo>
                  <a:pt x="1542367" y="394473"/>
                  <a:pt x="1527526" y="409314"/>
                  <a:pt x="1527526" y="427622"/>
                </a:cubicBezTo>
                <a:moveTo>
                  <a:pt x="1654820" y="597439"/>
                </a:moveTo>
                <a:cubicBezTo>
                  <a:pt x="1654820" y="615747"/>
                  <a:pt x="1669661" y="630588"/>
                  <a:pt x="1687969" y="630588"/>
                </a:cubicBezTo>
                <a:cubicBezTo>
                  <a:pt x="1706277" y="630588"/>
                  <a:pt x="1721119" y="615747"/>
                  <a:pt x="1721119" y="597439"/>
                </a:cubicBezTo>
                <a:cubicBezTo>
                  <a:pt x="1721119" y="579131"/>
                  <a:pt x="1706277" y="564289"/>
                  <a:pt x="1687969" y="564289"/>
                </a:cubicBezTo>
                <a:cubicBezTo>
                  <a:pt x="1669661" y="564289"/>
                  <a:pt x="1654820" y="579131"/>
                  <a:pt x="1654820" y="597439"/>
                </a:cubicBezTo>
                <a:moveTo>
                  <a:pt x="1782114" y="763144"/>
                </a:moveTo>
                <a:cubicBezTo>
                  <a:pt x="1782114" y="781451"/>
                  <a:pt x="1796955" y="796293"/>
                  <a:pt x="1815263" y="796293"/>
                </a:cubicBezTo>
                <a:cubicBezTo>
                  <a:pt x="1833571" y="796293"/>
                  <a:pt x="1848412" y="781451"/>
                  <a:pt x="1848412" y="763144"/>
                </a:cubicBezTo>
                <a:cubicBezTo>
                  <a:pt x="1848412" y="744836"/>
                  <a:pt x="1833571" y="729994"/>
                  <a:pt x="1815263" y="729994"/>
                </a:cubicBezTo>
                <a:cubicBezTo>
                  <a:pt x="1796955" y="729994"/>
                  <a:pt x="1782114" y="744836"/>
                  <a:pt x="1782114" y="763144"/>
                </a:cubicBezTo>
                <a:moveTo>
                  <a:pt x="1909407" y="759434"/>
                </a:moveTo>
                <a:cubicBezTo>
                  <a:pt x="1909407" y="777742"/>
                  <a:pt x="1924249" y="792583"/>
                  <a:pt x="1942557" y="792583"/>
                </a:cubicBezTo>
                <a:cubicBezTo>
                  <a:pt x="1960865" y="792583"/>
                  <a:pt x="1975706" y="777742"/>
                  <a:pt x="1975706" y="759434"/>
                </a:cubicBezTo>
                <a:cubicBezTo>
                  <a:pt x="1975706" y="741126"/>
                  <a:pt x="1960865" y="726284"/>
                  <a:pt x="1942557" y="726284"/>
                </a:cubicBezTo>
                <a:cubicBezTo>
                  <a:pt x="1924249" y="726284"/>
                  <a:pt x="1909407" y="741126"/>
                  <a:pt x="1909407" y="759434"/>
                </a:cubicBezTo>
                <a:moveTo>
                  <a:pt x="2036701" y="761638"/>
                </a:moveTo>
                <a:cubicBezTo>
                  <a:pt x="2036701" y="779946"/>
                  <a:pt x="2051543" y="794788"/>
                  <a:pt x="2069851" y="794788"/>
                </a:cubicBezTo>
                <a:cubicBezTo>
                  <a:pt x="2088159" y="794788"/>
                  <a:pt x="2103000" y="779946"/>
                  <a:pt x="2103000" y="761638"/>
                </a:cubicBezTo>
                <a:cubicBezTo>
                  <a:pt x="2103000" y="743330"/>
                  <a:pt x="2088159" y="728489"/>
                  <a:pt x="2069851" y="728489"/>
                </a:cubicBezTo>
                <a:cubicBezTo>
                  <a:pt x="2051543" y="728489"/>
                  <a:pt x="2036701" y="743330"/>
                  <a:pt x="2036701" y="761638"/>
                </a:cubicBezTo>
                <a:moveTo>
                  <a:pt x="2163995" y="761463"/>
                </a:moveTo>
                <a:cubicBezTo>
                  <a:pt x="2163995" y="779771"/>
                  <a:pt x="2178837" y="794613"/>
                  <a:pt x="2197144" y="794613"/>
                </a:cubicBezTo>
                <a:cubicBezTo>
                  <a:pt x="2215452" y="794613"/>
                  <a:pt x="2230294" y="779771"/>
                  <a:pt x="2230294" y="761463"/>
                </a:cubicBezTo>
                <a:cubicBezTo>
                  <a:pt x="2230294" y="743156"/>
                  <a:pt x="2215452" y="728314"/>
                  <a:pt x="2197144" y="728314"/>
                </a:cubicBezTo>
                <a:cubicBezTo>
                  <a:pt x="2178837" y="728314"/>
                  <a:pt x="2163995" y="743156"/>
                  <a:pt x="2163995" y="761463"/>
                </a:cubicBezTo>
                <a:moveTo>
                  <a:pt x="2291289" y="1116027"/>
                </a:moveTo>
                <a:cubicBezTo>
                  <a:pt x="2291289" y="1134335"/>
                  <a:pt x="2306130" y="1149177"/>
                  <a:pt x="2324438" y="1149177"/>
                </a:cubicBezTo>
                <a:cubicBezTo>
                  <a:pt x="2342746" y="1149177"/>
                  <a:pt x="2357588" y="1134335"/>
                  <a:pt x="2357588" y="1116027"/>
                </a:cubicBezTo>
                <a:cubicBezTo>
                  <a:pt x="2357588" y="1097719"/>
                  <a:pt x="2342746" y="1082878"/>
                  <a:pt x="2324438" y="1082878"/>
                </a:cubicBezTo>
                <a:cubicBezTo>
                  <a:pt x="2306130" y="1082878"/>
                  <a:pt x="2291289" y="1097719"/>
                  <a:pt x="2291289" y="1116027"/>
                </a:cubicBezTo>
                <a:moveTo>
                  <a:pt x="2418583" y="1114703"/>
                </a:moveTo>
                <a:cubicBezTo>
                  <a:pt x="2418583" y="1133011"/>
                  <a:pt x="2433424" y="1147853"/>
                  <a:pt x="2451732" y="1147853"/>
                </a:cubicBezTo>
                <a:cubicBezTo>
                  <a:pt x="2470040" y="1147853"/>
                  <a:pt x="2484881" y="1133011"/>
                  <a:pt x="2484881" y="1114703"/>
                </a:cubicBezTo>
                <a:cubicBezTo>
                  <a:pt x="2484881" y="1096395"/>
                  <a:pt x="2470040" y="1081554"/>
                  <a:pt x="2451732" y="1081554"/>
                </a:cubicBezTo>
                <a:cubicBezTo>
                  <a:pt x="2433424" y="1081554"/>
                  <a:pt x="2418583" y="1096395"/>
                  <a:pt x="2418583" y="1114703"/>
                </a:cubicBezTo>
                <a:moveTo>
                  <a:pt x="2545876" y="1114077"/>
                </a:moveTo>
                <a:cubicBezTo>
                  <a:pt x="2545876" y="1132385"/>
                  <a:pt x="2560718" y="1147226"/>
                  <a:pt x="2579026" y="1147226"/>
                </a:cubicBezTo>
                <a:cubicBezTo>
                  <a:pt x="2597334" y="1147226"/>
                  <a:pt x="2612175" y="1132385"/>
                  <a:pt x="2612175" y="1114077"/>
                </a:cubicBezTo>
                <a:cubicBezTo>
                  <a:pt x="2612175" y="1095769"/>
                  <a:pt x="2597334" y="1080928"/>
                  <a:pt x="2579026" y="1080928"/>
                </a:cubicBezTo>
                <a:cubicBezTo>
                  <a:pt x="2560718" y="1080928"/>
                  <a:pt x="2545876" y="1095769"/>
                  <a:pt x="2545876" y="1114077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572722"/>
                </a:moveTo>
                <a:cubicBezTo>
                  <a:pt x="2800464" y="591030"/>
                  <a:pt x="2815306" y="605871"/>
                  <a:pt x="2833614" y="605871"/>
                </a:cubicBezTo>
                <a:cubicBezTo>
                  <a:pt x="2851921" y="605871"/>
                  <a:pt x="2866763" y="591030"/>
                  <a:pt x="2866763" y="572722"/>
                </a:cubicBezTo>
                <a:cubicBezTo>
                  <a:pt x="2866763" y="554414"/>
                  <a:pt x="2851921" y="539573"/>
                  <a:pt x="2833614" y="539573"/>
                </a:cubicBezTo>
                <a:cubicBezTo>
                  <a:pt x="2815306" y="539573"/>
                  <a:pt x="2800464" y="554414"/>
                  <a:pt x="2800464" y="572722"/>
                </a:cubicBezTo>
                <a:close/>
              </a:path>
            </a:pathLst>
          </a:custGeom>
          <a:solidFill xmlns:a="http://schemas.openxmlformats.org/drawingml/2006/main">
            <a:srgbClr val="AA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B274F8-2578-4968-8CA9-71B5D9A1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1512244"/>
            <a:ext cx="2800464" cy="705016"/>
          </a:xfrm>
          <a:custGeom xmlns:a="http://schemas.openxmlformats.org/drawingml/2006/main">
            <a:pathLst>
              <a:path w="2800464" h="705016" fill="none">
                <a:moveTo>
                  <a:pt x="0" y="603054"/>
                </a:moveTo>
                <a:lnTo>
                  <a:pt x="127294" y="0"/>
                </a:lnTo>
                <a:lnTo>
                  <a:pt x="254588" y="584797"/>
                </a:lnTo>
                <a:lnTo>
                  <a:pt x="381881" y="369849"/>
                </a:lnTo>
                <a:lnTo>
                  <a:pt x="509175" y="493657"/>
                </a:lnTo>
                <a:lnTo>
                  <a:pt x="636469" y="363554"/>
                </a:lnTo>
                <a:lnTo>
                  <a:pt x="763763" y="519139"/>
                </a:lnTo>
                <a:lnTo>
                  <a:pt x="891057" y="351665"/>
                </a:lnTo>
                <a:lnTo>
                  <a:pt x="1018350" y="431281"/>
                </a:lnTo>
                <a:lnTo>
                  <a:pt x="1145644" y="372638"/>
                </a:lnTo>
                <a:lnTo>
                  <a:pt x="1272938" y="374954"/>
                </a:lnTo>
                <a:lnTo>
                  <a:pt x="1400232" y="175875"/>
                </a:lnTo>
                <a:lnTo>
                  <a:pt x="1527526" y="150959"/>
                </a:lnTo>
                <a:lnTo>
                  <a:pt x="1654819" y="397941"/>
                </a:lnTo>
                <a:lnTo>
                  <a:pt x="1782113" y="511124"/>
                </a:lnTo>
                <a:lnTo>
                  <a:pt x="1909407" y="508134"/>
                </a:lnTo>
                <a:lnTo>
                  <a:pt x="2036701" y="507092"/>
                </a:lnTo>
                <a:lnTo>
                  <a:pt x="2163995" y="507299"/>
                </a:lnTo>
                <a:lnTo>
                  <a:pt x="2291289" y="702923"/>
                </a:lnTo>
                <a:lnTo>
                  <a:pt x="2418582" y="699925"/>
                </a:lnTo>
                <a:lnTo>
                  <a:pt x="2545876" y="699060"/>
                </a:lnTo>
                <a:lnTo>
                  <a:pt x="2673170" y="85828"/>
                </a:lnTo>
                <a:lnTo>
                  <a:pt x="2800464" y="705016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AAAAAA"/>
            </a:solidFill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FF80E-67D9-4F5F-B6BF-B8B21920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1479095"/>
            <a:ext cx="2866763" cy="771315"/>
          </a:xfrm>
          <a:custGeom xmlns:a="http://schemas.openxmlformats.org/drawingml/2006/main">
            <a:pathLst>
              <a:path w="2866763" h="771315">
                <a:moveTo>
                  <a:pt x="0" y="636203"/>
                </a:moveTo>
                <a:cubicBezTo>
                  <a:pt x="0" y="654511"/>
                  <a:pt x="14841" y="669353"/>
                  <a:pt x="33149" y="669353"/>
                </a:cubicBezTo>
                <a:cubicBezTo>
                  <a:pt x="51457" y="669353"/>
                  <a:pt x="66299" y="654511"/>
                  <a:pt x="66299" y="636203"/>
                </a:cubicBezTo>
                <a:cubicBezTo>
                  <a:pt x="66299" y="617895"/>
                  <a:pt x="51457" y="603054"/>
                  <a:pt x="33149" y="603054"/>
                </a:cubicBezTo>
                <a:cubicBezTo>
                  <a:pt x="14841" y="603054"/>
                  <a:pt x="0" y="617895"/>
                  <a:pt x="0" y="636203"/>
                </a:cubicBezTo>
                <a:moveTo>
                  <a:pt x="127294" y="33149"/>
                </a:moveTo>
                <a:cubicBezTo>
                  <a:pt x="127294" y="51457"/>
                  <a:pt x="142135" y="66299"/>
                  <a:pt x="160443" y="66299"/>
                </a:cubicBezTo>
                <a:cubicBezTo>
                  <a:pt x="178751" y="66299"/>
                  <a:pt x="193592" y="51457"/>
                  <a:pt x="193592" y="33149"/>
                </a:cubicBezTo>
                <a:cubicBezTo>
                  <a:pt x="193592" y="14841"/>
                  <a:pt x="178751" y="0"/>
                  <a:pt x="160443" y="0"/>
                </a:cubicBezTo>
                <a:cubicBezTo>
                  <a:pt x="142135" y="0"/>
                  <a:pt x="127294" y="14841"/>
                  <a:pt x="127294" y="33149"/>
                </a:cubicBezTo>
                <a:moveTo>
                  <a:pt x="254588" y="617946"/>
                </a:moveTo>
                <a:cubicBezTo>
                  <a:pt x="254588" y="636254"/>
                  <a:pt x="269429" y="651096"/>
                  <a:pt x="287737" y="651096"/>
                </a:cubicBezTo>
                <a:cubicBezTo>
                  <a:pt x="306045" y="651096"/>
                  <a:pt x="320886" y="636254"/>
                  <a:pt x="320886" y="617946"/>
                </a:cubicBezTo>
                <a:cubicBezTo>
                  <a:pt x="320886" y="599638"/>
                  <a:pt x="306045" y="584797"/>
                  <a:pt x="287737" y="584797"/>
                </a:cubicBezTo>
                <a:cubicBezTo>
                  <a:pt x="269429" y="584797"/>
                  <a:pt x="254588" y="599638"/>
                  <a:pt x="254588" y="617946"/>
                </a:cubicBezTo>
                <a:moveTo>
                  <a:pt x="381881" y="402998"/>
                </a:moveTo>
                <a:cubicBezTo>
                  <a:pt x="381881" y="421306"/>
                  <a:pt x="396723" y="436148"/>
                  <a:pt x="415031" y="436148"/>
                </a:cubicBezTo>
                <a:cubicBezTo>
                  <a:pt x="433339" y="436148"/>
                  <a:pt x="448180" y="421306"/>
                  <a:pt x="448180" y="402998"/>
                </a:cubicBezTo>
                <a:cubicBezTo>
                  <a:pt x="448180" y="384691"/>
                  <a:pt x="433339" y="369849"/>
                  <a:pt x="415031" y="369849"/>
                </a:cubicBezTo>
                <a:cubicBezTo>
                  <a:pt x="396723" y="369849"/>
                  <a:pt x="381881" y="384691"/>
                  <a:pt x="381881" y="402998"/>
                </a:cubicBezTo>
                <a:moveTo>
                  <a:pt x="509175" y="526806"/>
                </a:moveTo>
                <a:cubicBezTo>
                  <a:pt x="509175" y="545114"/>
                  <a:pt x="524017" y="559956"/>
                  <a:pt x="542324" y="559956"/>
                </a:cubicBezTo>
                <a:cubicBezTo>
                  <a:pt x="560632" y="559956"/>
                  <a:pt x="575474" y="545114"/>
                  <a:pt x="575474" y="526806"/>
                </a:cubicBezTo>
                <a:cubicBezTo>
                  <a:pt x="575474" y="508498"/>
                  <a:pt x="560632" y="493657"/>
                  <a:pt x="542324" y="493657"/>
                </a:cubicBezTo>
                <a:cubicBezTo>
                  <a:pt x="524017" y="493657"/>
                  <a:pt x="509175" y="508498"/>
                  <a:pt x="509175" y="526806"/>
                </a:cubicBezTo>
                <a:moveTo>
                  <a:pt x="636469" y="396704"/>
                </a:moveTo>
                <a:cubicBezTo>
                  <a:pt x="636469" y="415012"/>
                  <a:pt x="651310" y="429853"/>
                  <a:pt x="669618" y="429853"/>
                </a:cubicBezTo>
                <a:cubicBezTo>
                  <a:pt x="687926" y="429853"/>
                  <a:pt x="702768" y="415012"/>
                  <a:pt x="702768" y="396704"/>
                </a:cubicBezTo>
                <a:cubicBezTo>
                  <a:pt x="702768" y="378396"/>
                  <a:pt x="687926" y="363554"/>
                  <a:pt x="669618" y="363554"/>
                </a:cubicBezTo>
                <a:cubicBezTo>
                  <a:pt x="651310" y="363554"/>
                  <a:pt x="636469" y="378396"/>
                  <a:pt x="636469" y="396704"/>
                </a:cubicBezTo>
                <a:moveTo>
                  <a:pt x="763763" y="552288"/>
                </a:moveTo>
                <a:cubicBezTo>
                  <a:pt x="763763" y="570596"/>
                  <a:pt x="778604" y="585437"/>
                  <a:pt x="796912" y="585437"/>
                </a:cubicBezTo>
                <a:cubicBezTo>
                  <a:pt x="815220" y="585437"/>
                  <a:pt x="830061" y="570596"/>
                  <a:pt x="830061" y="552288"/>
                </a:cubicBezTo>
                <a:cubicBezTo>
                  <a:pt x="830061" y="533980"/>
                  <a:pt x="815220" y="519139"/>
                  <a:pt x="796912" y="519139"/>
                </a:cubicBezTo>
                <a:cubicBezTo>
                  <a:pt x="778604" y="519139"/>
                  <a:pt x="763763" y="533980"/>
                  <a:pt x="763763" y="552288"/>
                </a:cubicBezTo>
                <a:moveTo>
                  <a:pt x="891057" y="384814"/>
                </a:moveTo>
                <a:cubicBezTo>
                  <a:pt x="891057" y="403122"/>
                  <a:pt x="905898" y="417963"/>
                  <a:pt x="924206" y="417963"/>
                </a:cubicBezTo>
                <a:cubicBezTo>
                  <a:pt x="942514" y="417963"/>
                  <a:pt x="957356" y="403122"/>
                  <a:pt x="957356" y="384814"/>
                </a:cubicBezTo>
                <a:cubicBezTo>
                  <a:pt x="957356" y="366506"/>
                  <a:pt x="942514" y="351665"/>
                  <a:pt x="924206" y="351665"/>
                </a:cubicBezTo>
                <a:cubicBezTo>
                  <a:pt x="905898" y="351665"/>
                  <a:pt x="891057" y="366506"/>
                  <a:pt x="891057" y="384814"/>
                </a:cubicBezTo>
                <a:moveTo>
                  <a:pt x="1018350" y="464431"/>
                </a:moveTo>
                <a:cubicBezTo>
                  <a:pt x="1018350" y="482739"/>
                  <a:pt x="1033192" y="497580"/>
                  <a:pt x="1051500" y="497580"/>
                </a:cubicBezTo>
                <a:cubicBezTo>
                  <a:pt x="1069808" y="497580"/>
                  <a:pt x="1084649" y="482739"/>
                  <a:pt x="1084649" y="464431"/>
                </a:cubicBezTo>
                <a:cubicBezTo>
                  <a:pt x="1084649" y="446123"/>
                  <a:pt x="1069808" y="431281"/>
                  <a:pt x="1051500" y="431281"/>
                </a:cubicBezTo>
                <a:cubicBezTo>
                  <a:pt x="1033192" y="431281"/>
                  <a:pt x="1018350" y="446123"/>
                  <a:pt x="1018350" y="464431"/>
                </a:cubicBezTo>
                <a:moveTo>
                  <a:pt x="1145644" y="405787"/>
                </a:moveTo>
                <a:cubicBezTo>
                  <a:pt x="1145644" y="424095"/>
                  <a:pt x="1160486" y="438936"/>
                  <a:pt x="1178793" y="438936"/>
                </a:cubicBezTo>
                <a:cubicBezTo>
                  <a:pt x="1197101" y="438936"/>
                  <a:pt x="1211943" y="424095"/>
                  <a:pt x="1211943" y="405787"/>
                </a:cubicBezTo>
                <a:cubicBezTo>
                  <a:pt x="1211943" y="387479"/>
                  <a:pt x="1197101" y="372638"/>
                  <a:pt x="1178793" y="372638"/>
                </a:cubicBezTo>
                <a:cubicBezTo>
                  <a:pt x="1160486" y="372638"/>
                  <a:pt x="1145644" y="387479"/>
                  <a:pt x="1145644" y="405787"/>
                </a:cubicBezTo>
                <a:moveTo>
                  <a:pt x="1272938" y="408104"/>
                </a:moveTo>
                <a:cubicBezTo>
                  <a:pt x="1272938" y="426411"/>
                  <a:pt x="1287780" y="441253"/>
                  <a:pt x="1306087" y="441253"/>
                </a:cubicBezTo>
                <a:cubicBezTo>
                  <a:pt x="1324395" y="441253"/>
                  <a:pt x="1339237" y="426411"/>
                  <a:pt x="1339237" y="408104"/>
                </a:cubicBezTo>
                <a:cubicBezTo>
                  <a:pt x="1339237" y="389795"/>
                  <a:pt x="1324395" y="374954"/>
                  <a:pt x="1306087" y="374954"/>
                </a:cubicBezTo>
                <a:cubicBezTo>
                  <a:pt x="1287780" y="374954"/>
                  <a:pt x="1272938" y="389795"/>
                  <a:pt x="1272938" y="408104"/>
                </a:cubicBezTo>
                <a:moveTo>
                  <a:pt x="1400232" y="209024"/>
                </a:moveTo>
                <a:cubicBezTo>
                  <a:pt x="1400232" y="227332"/>
                  <a:pt x="1415073" y="242174"/>
                  <a:pt x="1433381" y="242174"/>
                </a:cubicBezTo>
                <a:cubicBezTo>
                  <a:pt x="1451689" y="242174"/>
                  <a:pt x="1466531" y="227332"/>
                  <a:pt x="1466531" y="209024"/>
                </a:cubicBezTo>
                <a:cubicBezTo>
                  <a:pt x="1466531" y="190716"/>
                  <a:pt x="1451689" y="175875"/>
                  <a:pt x="1433381" y="175875"/>
                </a:cubicBezTo>
                <a:cubicBezTo>
                  <a:pt x="1415073" y="175875"/>
                  <a:pt x="1400232" y="190716"/>
                  <a:pt x="1400232" y="209024"/>
                </a:cubicBezTo>
                <a:moveTo>
                  <a:pt x="1527526" y="184108"/>
                </a:moveTo>
                <a:cubicBezTo>
                  <a:pt x="1527526" y="202416"/>
                  <a:pt x="1542367" y="217258"/>
                  <a:pt x="1560675" y="217258"/>
                </a:cubicBezTo>
                <a:cubicBezTo>
                  <a:pt x="1578983" y="217258"/>
                  <a:pt x="1593825" y="202416"/>
                  <a:pt x="1593825" y="184108"/>
                </a:cubicBezTo>
                <a:cubicBezTo>
                  <a:pt x="1593825" y="165801"/>
                  <a:pt x="1578983" y="150959"/>
                  <a:pt x="1560675" y="150959"/>
                </a:cubicBezTo>
                <a:cubicBezTo>
                  <a:pt x="1542367" y="150959"/>
                  <a:pt x="1527526" y="165801"/>
                  <a:pt x="1527526" y="184108"/>
                </a:cubicBezTo>
                <a:moveTo>
                  <a:pt x="1654819" y="431091"/>
                </a:moveTo>
                <a:cubicBezTo>
                  <a:pt x="1654819" y="449399"/>
                  <a:pt x="1669661" y="464240"/>
                  <a:pt x="1687969" y="464240"/>
                </a:cubicBezTo>
                <a:cubicBezTo>
                  <a:pt x="1706276" y="464240"/>
                  <a:pt x="1721118" y="449399"/>
                  <a:pt x="1721118" y="431091"/>
                </a:cubicBezTo>
                <a:cubicBezTo>
                  <a:pt x="1721118" y="412783"/>
                  <a:pt x="1706276" y="397941"/>
                  <a:pt x="1687969" y="397941"/>
                </a:cubicBezTo>
                <a:cubicBezTo>
                  <a:pt x="1669661" y="397941"/>
                  <a:pt x="1654819" y="412783"/>
                  <a:pt x="1654819" y="431091"/>
                </a:cubicBezTo>
                <a:moveTo>
                  <a:pt x="1782113" y="544273"/>
                </a:moveTo>
                <a:cubicBezTo>
                  <a:pt x="1782113" y="562581"/>
                  <a:pt x="1796955" y="577422"/>
                  <a:pt x="1815263" y="577422"/>
                </a:cubicBezTo>
                <a:cubicBezTo>
                  <a:pt x="1833571" y="577422"/>
                  <a:pt x="1848412" y="562581"/>
                  <a:pt x="1848412" y="544273"/>
                </a:cubicBezTo>
                <a:cubicBezTo>
                  <a:pt x="1848412" y="525965"/>
                  <a:pt x="1833571" y="511124"/>
                  <a:pt x="1815263" y="511124"/>
                </a:cubicBezTo>
                <a:cubicBezTo>
                  <a:pt x="1796955" y="511124"/>
                  <a:pt x="1782113" y="525965"/>
                  <a:pt x="1782113" y="544273"/>
                </a:cubicBezTo>
                <a:moveTo>
                  <a:pt x="1909407" y="541284"/>
                </a:moveTo>
                <a:cubicBezTo>
                  <a:pt x="1909407" y="559592"/>
                  <a:pt x="1924249" y="574433"/>
                  <a:pt x="1942557" y="574433"/>
                </a:cubicBezTo>
                <a:cubicBezTo>
                  <a:pt x="1960865" y="574433"/>
                  <a:pt x="1975706" y="559592"/>
                  <a:pt x="1975706" y="541284"/>
                </a:cubicBezTo>
                <a:cubicBezTo>
                  <a:pt x="1975706" y="522976"/>
                  <a:pt x="1960865" y="508134"/>
                  <a:pt x="1942557" y="508134"/>
                </a:cubicBezTo>
                <a:cubicBezTo>
                  <a:pt x="1924249" y="508134"/>
                  <a:pt x="1909407" y="522976"/>
                  <a:pt x="1909407" y="541284"/>
                </a:cubicBezTo>
                <a:moveTo>
                  <a:pt x="2036701" y="540242"/>
                </a:moveTo>
                <a:cubicBezTo>
                  <a:pt x="2036701" y="558550"/>
                  <a:pt x="2051543" y="573391"/>
                  <a:pt x="2069850" y="573391"/>
                </a:cubicBezTo>
                <a:cubicBezTo>
                  <a:pt x="2088159" y="573391"/>
                  <a:pt x="2103000" y="558550"/>
                  <a:pt x="2103000" y="540242"/>
                </a:cubicBezTo>
                <a:cubicBezTo>
                  <a:pt x="2103000" y="521934"/>
                  <a:pt x="2088159" y="507092"/>
                  <a:pt x="2069850" y="507092"/>
                </a:cubicBezTo>
                <a:cubicBezTo>
                  <a:pt x="2051543" y="507092"/>
                  <a:pt x="2036701" y="521934"/>
                  <a:pt x="2036701" y="540242"/>
                </a:cubicBezTo>
                <a:moveTo>
                  <a:pt x="2163995" y="540448"/>
                </a:moveTo>
                <a:cubicBezTo>
                  <a:pt x="2163995" y="558756"/>
                  <a:pt x="2178836" y="573597"/>
                  <a:pt x="2197144" y="573597"/>
                </a:cubicBezTo>
                <a:cubicBezTo>
                  <a:pt x="2215452" y="573597"/>
                  <a:pt x="2230294" y="558756"/>
                  <a:pt x="2230294" y="540448"/>
                </a:cubicBezTo>
                <a:cubicBezTo>
                  <a:pt x="2230294" y="522140"/>
                  <a:pt x="2215452" y="507299"/>
                  <a:pt x="2197144" y="507299"/>
                </a:cubicBezTo>
                <a:cubicBezTo>
                  <a:pt x="2178836" y="507299"/>
                  <a:pt x="2163995" y="522140"/>
                  <a:pt x="2163995" y="540448"/>
                </a:cubicBezTo>
                <a:moveTo>
                  <a:pt x="2291289" y="736072"/>
                </a:moveTo>
                <a:cubicBezTo>
                  <a:pt x="2291289" y="754380"/>
                  <a:pt x="2306130" y="769221"/>
                  <a:pt x="2324438" y="769221"/>
                </a:cubicBezTo>
                <a:cubicBezTo>
                  <a:pt x="2342746" y="769221"/>
                  <a:pt x="2357587" y="754380"/>
                  <a:pt x="2357587" y="736072"/>
                </a:cubicBezTo>
                <a:cubicBezTo>
                  <a:pt x="2357587" y="717764"/>
                  <a:pt x="2342746" y="702923"/>
                  <a:pt x="2324438" y="702923"/>
                </a:cubicBezTo>
                <a:cubicBezTo>
                  <a:pt x="2306130" y="702923"/>
                  <a:pt x="2291289" y="717764"/>
                  <a:pt x="2291289" y="736072"/>
                </a:cubicBezTo>
                <a:moveTo>
                  <a:pt x="2418582" y="733075"/>
                </a:moveTo>
                <a:cubicBezTo>
                  <a:pt x="2418582" y="751383"/>
                  <a:pt x="2433424" y="766224"/>
                  <a:pt x="2451732" y="766224"/>
                </a:cubicBezTo>
                <a:cubicBezTo>
                  <a:pt x="2470040" y="766224"/>
                  <a:pt x="2484881" y="751383"/>
                  <a:pt x="2484881" y="733075"/>
                </a:cubicBezTo>
                <a:cubicBezTo>
                  <a:pt x="2484881" y="714767"/>
                  <a:pt x="2470040" y="699925"/>
                  <a:pt x="2451732" y="699925"/>
                </a:cubicBezTo>
                <a:cubicBezTo>
                  <a:pt x="2433424" y="699925"/>
                  <a:pt x="2418582" y="714767"/>
                  <a:pt x="2418582" y="733075"/>
                </a:cubicBezTo>
                <a:moveTo>
                  <a:pt x="2545876" y="732209"/>
                </a:moveTo>
                <a:cubicBezTo>
                  <a:pt x="2545876" y="750517"/>
                  <a:pt x="2560718" y="765359"/>
                  <a:pt x="2579026" y="765359"/>
                </a:cubicBezTo>
                <a:cubicBezTo>
                  <a:pt x="2597334" y="765359"/>
                  <a:pt x="2612175" y="750517"/>
                  <a:pt x="2612175" y="732209"/>
                </a:cubicBezTo>
                <a:cubicBezTo>
                  <a:pt x="2612175" y="713901"/>
                  <a:pt x="2597334" y="699060"/>
                  <a:pt x="2579026" y="699060"/>
                </a:cubicBezTo>
                <a:cubicBezTo>
                  <a:pt x="2560718" y="699060"/>
                  <a:pt x="2545876" y="713901"/>
                  <a:pt x="2545876" y="732209"/>
                </a:cubicBezTo>
                <a:moveTo>
                  <a:pt x="2673170" y="118977"/>
                </a:moveTo>
                <a:cubicBezTo>
                  <a:pt x="2673170" y="137285"/>
                  <a:pt x="2688012" y="152127"/>
                  <a:pt x="2706319" y="152127"/>
                </a:cubicBezTo>
                <a:cubicBezTo>
                  <a:pt x="2724628" y="152127"/>
                  <a:pt x="2739469" y="137285"/>
                  <a:pt x="2739469" y="118977"/>
                </a:cubicBezTo>
                <a:cubicBezTo>
                  <a:pt x="2739469" y="100670"/>
                  <a:pt x="2724628" y="85828"/>
                  <a:pt x="2706319" y="85828"/>
                </a:cubicBezTo>
                <a:cubicBezTo>
                  <a:pt x="2688012" y="85828"/>
                  <a:pt x="2673170" y="100670"/>
                  <a:pt x="2673170" y="118977"/>
                </a:cubicBezTo>
                <a:moveTo>
                  <a:pt x="2800464" y="738166"/>
                </a:moveTo>
                <a:cubicBezTo>
                  <a:pt x="2800464" y="756473"/>
                  <a:pt x="2815306" y="771315"/>
                  <a:pt x="2833613" y="771315"/>
                </a:cubicBezTo>
                <a:cubicBezTo>
                  <a:pt x="2851922" y="771315"/>
                  <a:pt x="2866763" y="756473"/>
                  <a:pt x="2866763" y="738166"/>
                </a:cubicBezTo>
                <a:cubicBezTo>
                  <a:pt x="2866763" y="719858"/>
                  <a:pt x="2851922" y="705016"/>
                  <a:pt x="2833613" y="705016"/>
                </a:cubicBezTo>
                <a:cubicBezTo>
                  <a:pt x="2815306" y="705016"/>
                  <a:pt x="2800464" y="719858"/>
                  <a:pt x="2800464" y="738166"/>
                </a:cubicBezTo>
                <a:close/>
              </a:path>
            </a:pathLst>
          </a:custGeom>
          <a:solidFill xmlns:a="http://schemas.openxmlformats.org/drawingml/2006/main">
            <a:srgbClr val="AA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68D4A6-A164-4A49-8499-65675FAA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3039967"/>
            <a:ext cx="2800464" cy="1215817"/>
          </a:xfrm>
          <a:custGeom xmlns:a="http://schemas.openxmlformats.org/drawingml/2006/main">
            <a:pathLst>
              <a:path w="2800464" h="1215817" fill="none">
                <a:moveTo>
                  <a:pt x="0" y="1047289"/>
                </a:moveTo>
                <a:lnTo>
                  <a:pt x="127294" y="766833"/>
                </a:lnTo>
                <a:lnTo>
                  <a:pt x="254588" y="1028524"/>
                </a:lnTo>
                <a:lnTo>
                  <a:pt x="381881" y="622033"/>
                </a:lnTo>
                <a:lnTo>
                  <a:pt x="509175" y="624266"/>
                </a:lnTo>
                <a:lnTo>
                  <a:pt x="636469" y="615077"/>
                </a:lnTo>
                <a:lnTo>
                  <a:pt x="763763" y="657037"/>
                </a:lnTo>
                <a:lnTo>
                  <a:pt x="891057" y="573952"/>
                </a:lnTo>
                <a:lnTo>
                  <a:pt x="1018351" y="622731"/>
                </a:lnTo>
                <a:lnTo>
                  <a:pt x="1145644" y="678365"/>
                </a:lnTo>
                <a:lnTo>
                  <a:pt x="1272938" y="674563"/>
                </a:lnTo>
                <a:lnTo>
                  <a:pt x="1400232" y="536729"/>
                </a:lnTo>
                <a:lnTo>
                  <a:pt x="1527526" y="478055"/>
                </a:lnTo>
                <a:lnTo>
                  <a:pt x="1654820" y="579453"/>
                </a:lnTo>
                <a:lnTo>
                  <a:pt x="1782114" y="707728"/>
                </a:lnTo>
                <a:lnTo>
                  <a:pt x="1909407" y="704252"/>
                </a:lnTo>
                <a:lnTo>
                  <a:pt x="2036701" y="705202"/>
                </a:lnTo>
                <a:lnTo>
                  <a:pt x="2163995" y="712347"/>
                </a:lnTo>
                <a:lnTo>
                  <a:pt x="2291289" y="1184170"/>
                </a:lnTo>
                <a:lnTo>
                  <a:pt x="2418583" y="1177013"/>
                </a:lnTo>
                <a:lnTo>
                  <a:pt x="2545876" y="1178193"/>
                </a:lnTo>
                <a:lnTo>
                  <a:pt x="2673170" y="0"/>
                </a:lnTo>
                <a:lnTo>
                  <a:pt x="2800464" y="1215817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AAAAAA"/>
            </a:solidFill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3FDDA-2EB5-4A21-8DBE-65E2EEB8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3006817"/>
            <a:ext cx="2866763" cy="1282115"/>
          </a:xfrm>
          <a:custGeom xmlns:a="http://schemas.openxmlformats.org/drawingml/2006/main">
            <a:pathLst>
              <a:path w="2866763" h="1282115">
                <a:moveTo>
                  <a:pt x="0" y="1080438"/>
                </a:moveTo>
                <a:cubicBezTo>
                  <a:pt x="0" y="1098746"/>
                  <a:pt x="14841" y="1113588"/>
                  <a:pt x="33149" y="1113588"/>
                </a:cubicBezTo>
                <a:cubicBezTo>
                  <a:pt x="51457" y="1113588"/>
                  <a:pt x="66299" y="1098746"/>
                  <a:pt x="66299" y="1080438"/>
                </a:cubicBezTo>
                <a:cubicBezTo>
                  <a:pt x="66299" y="1062130"/>
                  <a:pt x="51457" y="1047289"/>
                  <a:pt x="33149" y="1047289"/>
                </a:cubicBezTo>
                <a:cubicBezTo>
                  <a:pt x="14841" y="1047289"/>
                  <a:pt x="0" y="1062130"/>
                  <a:pt x="0" y="1080438"/>
                </a:cubicBezTo>
                <a:moveTo>
                  <a:pt x="127294" y="799983"/>
                </a:moveTo>
                <a:cubicBezTo>
                  <a:pt x="127294" y="818291"/>
                  <a:pt x="142135" y="833132"/>
                  <a:pt x="160443" y="833132"/>
                </a:cubicBezTo>
                <a:cubicBezTo>
                  <a:pt x="178751" y="833132"/>
                  <a:pt x="193593" y="818291"/>
                  <a:pt x="193593" y="799983"/>
                </a:cubicBezTo>
                <a:cubicBezTo>
                  <a:pt x="193593" y="781675"/>
                  <a:pt x="178751" y="766833"/>
                  <a:pt x="160443" y="766833"/>
                </a:cubicBezTo>
                <a:cubicBezTo>
                  <a:pt x="142135" y="766833"/>
                  <a:pt x="127294" y="781675"/>
                  <a:pt x="127294" y="799983"/>
                </a:cubicBezTo>
                <a:moveTo>
                  <a:pt x="254588" y="1061674"/>
                </a:moveTo>
                <a:cubicBezTo>
                  <a:pt x="254588" y="1079982"/>
                  <a:pt x="269429" y="1094823"/>
                  <a:pt x="287737" y="1094823"/>
                </a:cubicBezTo>
                <a:cubicBezTo>
                  <a:pt x="306045" y="1094823"/>
                  <a:pt x="320886" y="1079982"/>
                  <a:pt x="320886" y="1061674"/>
                </a:cubicBezTo>
                <a:cubicBezTo>
                  <a:pt x="320886" y="1043366"/>
                  <a:pt x="306045" y="1028524"/>
                  <a:pt x="287737" y="1028524"/>
                </a:cubicBezTo>
                <a:cubicBezTo>
                  <a:pt x="269429" y="1028524"/>
                  <a:pt x="254588" y="1043366"/>
                  <a:pt x="254588" y="1061674"/>
                </a:cubicBezTo>
                <a:moveTo>
                  <a:pt x="381881" y="655182"/>
                </a:moveTo>
                <a:cubicBezTo>
                  <a:pt x="381881" y="673490"/>
                  <a:pt x="396723" y="688332"/>
                  <a:pt x="415031" y="688332"/>
                </a:cubicBezTo>
                <a:cubicBezTo>
                  <a:pt x="433339" y="688332"/>
                  <a:pt x="448180" y="673490"/>
                  <a:pt x="448180" y="655182"/>
                </a:cubicBezTo>
                <a:cubicBezTo>
                  <a:pt x="448180" y="636874"/>
                  <a:pt x="433339" y="622033"/>
                  <a:pt x="415031" y="622033"/>
                </a:cubicBezTo>
                <a:cubicBezTo>
                  <a:pt x="396723" y="622033"/>
                  <a:pt x="381881" y="636874"/>
                  <a:pt x="381881" y="655182"/>
                </a:cubicBezTo>
                <a:moveTo>
                  <a:pt x="509175" y="657415"/>
                </a:moveTo>
                <a:cubicBezTo>
                  <a:pt x="509175" y="675723"/>
                  <a:pt x="524017" y="690564"/>
                  <a:pt x="542325" y="690564"/>
                </a:cubicBezTo>
                <a:cubicBezTo>
                  <a:pt x="560633" y="690564"/>
                  <a:pt x="575474" y="675723"/>
                  <a:pt x="575474" y="657415"/>
                </a:cubicBezTo>
                <a:cubicBezTo>
                  <a:pt x="575474" y="639107"/>
                  <a:pt x="560633" y="624266"/>
                  <a:pt x="542325" y="624266"/>
                </a:cubicBezTo>
                <a:cubicBezTo>
                  <a:pt x="524017" y="624266"/>
                  <a:pt x="509175" y="639107"/>
                  <a:pt x="509175" y="657415"/>
                </a:cubicBezTo>
                <a:moveTo>
                  <a:pt x="636469" y="648227"/>
                </a:moveTo>
                <a:cubicBezTo>
                  <a:pt x="636469" y="666535"/>
                  <a:pt x="651311" y="681376"/>
                  <a:pt x="669619" y="681376"/>
                </a:cubicBezTo>
                <a:cubicBezTo>
                  <a:pt x="687926" y="681376"/>
                  <a:pt x="702768" y="666535"/>
                  <a:pt x="702768" y="648227"/>
                </a:cubicBezTo>
                <a:cubicBezTo>
                  <a:pt x="702768" y="629919"/>
                  <a:pt x="687926" y="615077"/>
                  <a:pt x="669619" y="615077"/>
                </a:cubicBezTo>
                <a:cubicBezTo>
                  <a:pt x="651311" y="615077"/>
                  <a:pt x="636469" y="629919"/>
                  <a:pt x="636469" y="648227"/>
                </a:cubicBezTo>
                <a:moveTo>
                  <a:pt x="763763" y="690186"/>
                </a:moveTo>
                <a:cubicBezTo>
                  <a:pt x="763763" y="708494"/>
                  <a:pt x="778605" y="723336"/>
                  <a:pt x="796912" y="723336"/>
                </a:cubicBezTo>
                <a:cubicBezTo>
                  <a:pt x="815220" y="723336"/>
                  <a:pt x="830062" y="708494"/>
                  <a:pt x="830062" y="690186"/>
                </a:cubicBezTo>
                <a:cubicBezTo>
                  <a:pt x="830062" y="671878"/>
                  <a:pt x="815220" y="657037"/>
                  <a:pt x="796912" y="657037"/>
                </a:cubicBezTo>
                <a:cubicBezTo>
                  <a:pt x="778605" y="657037"/>
                  <a:pt x="763763" y="671878"/>
                  <a:pt x="763763" y="690186"/>
                </a:cubicBezTo>
                <a:moveTo>
                  <a:pt x="891057" y="607102"/>
                </a:moveTo>
                <a:cubicBezTo>
                  <a:pt x="891057" y="625410"/>
                  <a:pt x="905898" y="640251"/>
                  <a:pt x="924206" y="640251"/>
                </a:cubicBezTo>
                <a:cubicBezTo>
                  <a:pt x="942514" y="640251"/>
                  <a:pt x="957356" y="625410"/>
                  <a:pt x="957356" y="607102"/>
                </a:cubicBezTo>
                <a:cubicBezTo>
                  <a:pt x="957356" y="588794"/>
                  <a:pt x="942514" y="573952"/>
                  <a:pt x="924206" y="573952"/>
                </a:cubicBezTo>
                <a:cubicBezTo>
                  <a:pt x="905898" y="573952"/>
                  <a:pt x="891057" y="588794"/>
                  <a:pt x="891057" y="607102"/>
                </a:cubicBezTo>
                <a:moveTo>
                  <a:pt x="1018351" y="655881"/>
                </a:moveTo>
                <a:cubicBezTo>
                  <a:pt x="1018351" y="674189"/>
                  <a:pt x="1033192" y="689030"/>
                  <a:pt x="1051500" y="689030"/>
                </a:cubicBezTo>
                <a:cubicBezTo>
                  <a:pt x="1069808" y="689030"/>
                  <a:pt x="1084650" y="674189"/>
                  <a:pt x="1084650" y="655881"/>
                </a:cubicBezTo>
                <a:cubicBezTo>
                  <a:pt x="1084650" y="637573"/>
                  <a:pt x="1069808" y="622731"/>
                  <a:pt x="1051500" y="622731"/>
                </a:cubicBezTo>
                <a:cubicBezTo>
                  <a:pt x="1033192" y="622731"/>
                  <a:pt x="1018351" y="637573"/>
                  <a:pt x="1018351" y="655881"/>
                </a:cubicBezTo>
                <a:moveTo>
                  <a:pt x="1145644" y="711514"/>
                </a:moveTo>
                <a:cubicBezTo>
                  <a:pt x="1145644" y="729822"/>
                  <a:pt x="1160486" y="744664"/>
                  <a:pt x="1178794" y="744664"/>
                </a:cubicBezTo>
                <a:cubicBezTo>
                  <a:pt x="1197102" y="744664"/>
                  <a:pt x="1211943" y="729822"/>
                  <a:pt x="1211943" y="711514"/>
                </a:cubicBezTo>
                <a:cubicBezTo>
                  <a:pt x="1211943" y="693206"/>
                  <a:pt x="1197102" y="678365"/>
                  <a:pt x="1178794" y="678365"/>
                </a:cubicBezTo>
                <a:cubicBezTo>
                  <a:pt x="1160486" y="678365"/>
                  <a:pt x="1145644" y="693206"/>
                  <a:pt x="1145644" y="711514"/>
                </a:cubicBezTo>
                <a:moveTo>
                  <a:pt x="1272938" y="707712"/>
                </a:moveTo>
                <a:cubicBezTo>
                  <a:pt x="1272938" y="726020"/>
                  <a:pt x="1287780" y="740861"/>
                  <a:pt x="1306088" y="740861"/>
                </a:cubicBezTo>
                <a:cubicBezTo>
                  <a:pt x="1324395" y="740861"/>
                  <a:pt x="1339237" y="726020"/>
                  <a:pt x="1339237" y="707712"/>
                </a:cubicBezTo>
                <a:cubicBezTo>
                  <a:pt x="1339237" y="689404"/>
                  <a:pt x="1324395" y="674563"/>
                  <a:pt x="1306088" y="674563"/>
                </a:cubicBezTo>
                <a:cubicBezTo>
                  <a:pt x="1287780" y="674563"/>
                  <a:pt x="1272938" y="689404"/>
                  <a:pt x="1272938" y="707712"/>
                </a:cubicBezTo>
                <a:moveTo>
                  <a:pt x="1400232" y="569878"/>
                </a:moveTo>
                <a:cubicBezTo>
                  <a:pt x="1400232" y="588186"/>
                  <a:pt x="1415074" y="603028"/>
                  <a:pt x="1433381" y="603028"/>
                </a:cubicBezTo>
                <a:cubicBezTo>
                  <a:pt x="1451689" y="603028"/>
                  <a:pt x="1466531" y="588186"/>
                  <a:pt x="1466531" y="569878"/>
                </a:cubicBezTo>
                <a:cubicBezTo>
                  <a:pt x="1466531" y="551570"/>
                  <a:pt x="1451689" y="536729"/>
                  <a:pt x="1433381" y="536729"/>
                </a:cubicBezTo>
                <a:cubicBezTo>
                  <a:pt x="1415074" y="536729"/>
                  <a:pt x="1400232" y="551570"/>
                  <a:pt x="1400232" y="569878"/>
                </a:cubicBezTo>
                <a:moveTo>
                  <a:pt x="1527526" y="511205"/>
                </a:moveTo>
                <a:cubicBezTo>
                  <a:pt x="1527526" y="529513"/>
                  <a:pt x="1542367" y="544354"/>
                  <a:pt x="1560675" y="544354"/>
                </a:cubicBezTo>
                <a:cubicBezTo>
                  <a:pt x="1578983" y="544354"/>
                  <a:pt x="1593825" y="529513"/>
                  <a:pt x="1593825" y="511205"/>
                </a:cubicBezTo>
                <a:cubicBezTo>
                  <a:pt x="1593825" y="492897"/>
                  <a:pt x="1578983" y="478055"/>
                  <a:pt x="1560675" y="478055"/>
                </a:cubicBezTo>
                <a:cubicBezTo>
                  <a:pt x="1542367" y="478055"/>
                  <a:pt x="1527526" y="492897"/>
                  <a:pt x="1527526" y="511205"/>
                </a:cubicBezTo>
                <a:moveTo>
                  <a:pt x="1654820" y="612603"/>
                </a:moveTo>
                <a:cubicBezTo>
                  <a:pt x="1654820" y="630911"/>
                  <a:pt x="1669661" y="645752"/>
                  <a:pt x="1687969" y="645752"/>
                </a:cubicBezTo>
                <a:cubicBezTo>
                  <a:pt x="1706277" y="645752"/>
                  <a:pt x="1721119" y="630911"/>
                  <a:pt x="1721119" y="612603"/>
                </a:cubicBezTo>
                <a:cubicBezTo>
                  <a:pt x="1721119" y="594295"/>
                  <a:pt x="1706277" y="579453"/>
                  <a:pt x="1687969" y="579453"/>
                </a:cubicBezTo>
                <a:cubicBezTo>
                  <a:pt x="1669661" y="579453"/>
                  <a:pt x="1654820" y="594295"/>
                  <a:pt x="1654820" y="612603"/>
                </a:cubicBezTo>
                <a:moveTo>
                  <a:pt x="1782114" y="740877"/>
                </a:moveTo>
                <a:cubicBezTo>
                  <a:pt x="1782114" y="759185"/>
                  <a:pt x="1796955" y="774027"/>
                  <a:pt x="1815263" y="774027"/>
                </a:cubicBezTo>
                <a:cubicBezTo>
                  <a:pt x="1833571" y="774027"/>
                  <a:pt x="1848412" y="759185"/>
                  <a:pt x="1848412" y="740877"/>
                </a:cubicBezTo>
                <a:cubicBezTo>
                  <a:pt x="1848412" y="722569"/>
                  <a:pt x="1833571" y="707728"/>
                  <a:pt x="1815263" y="707728"/>
                </a:cubicBezTo>
                <a:cubicBezTo>
                  <a:pt x="1796955" y="707728"/>
                  <a:pt x="1782114" y="722569"/>
                  <a:pt x="1782114" y="740877"/>
                </a:cubicBezTo>
                <a:moveTo>
                  <a:pt x="1909407" y="737402"/>
                </a:moveTo>
                <a:cubicBezTo>
                  <a:pt x="1909407" y="755710"/>
                  <a:pt x="1924249" y="770551"/>
                  <a:pt x="1942557" y="770551"/>
                </a:cubicBezTo>
                <a:cubicBezTo>
                  <a:pt x="1960865" y="770551"/>
                  <a:pt x="1975706" y="755710"/>
                  <a:pt x="1975706" y="737402"/>
                </a:cubicBezTo>
                <a:cubicBezTo>
                  <a:pt x="1975706" y="719094"/>
                  <a:pt x="1960865" y="704252"/>
                  <a:pt x="1942557" y="704252"/>
                </a:cubicBezTo>
                <a:cubicBezTo>
                  <a:pt x="1924249" y="704252"/>
                  <a:pt x="1909407" y="719094"/>
                  <a:pt x="1909407" y="737402"/>
                </a:cubicBezTo>
                <a:moveTo>
                  <a:pt x="2036701" y="738351"/>
                </a:moveTo>
                <a:cubicBezTo>
                  <a:pt x="2036701" y="756659"/>
                  <a:pt x="2051543" y="771501"/>
                  <a:pt x="2069851" y="771501"/>
                </a:cubicBezTo>
                <a:cubicBezTo>
                  <a:pt x="2088159" y="771501"/>
                  <a:pt x="2103000" y="756659"/>
                  <a:pt x="2103000" y="738351"/>
                </a:cubicBezTo>
                <a:cubicBezTo>
                  <a:pt x="2103000" y="720043"/>
                  <a:pt x="2088159" y="705202"/>
                  <a:pt x="2069851" y="705202"/>
                </a:cubicBezTo>
                <a:cubicBezTo>
                  <a:pt x="2051543" y="705202"/>
                  <a:pt x="2036701" y="720043"/>
                  <a:pt x="2036701" y="738351"/>
                </a:cubicBezTo>
                <a:moveTo>
                  <a:pt x="2163995" y="745496"/>
                </a:moveTo>
                <a:cubicBezTo>
                  <a:pt x="2163995" y="763804"/>
                  <a:pt x="2178837" y="778646"/>
                  <a:pt x="2197144" y="778646"/>
                </a:cubicBezTo>
                <a:cubicBezTo>
                  <a:pt x="2215452" y="778646"/>
                  <a:pt x="2230294" y="763804"/>
                  <a:pt x="2230294" y="745496"/>
                </a:cubicBezTo>
                <a:cubicBezTo>
                  <a:pt x="2230294" y="727188"/>
                  <a:pt x="2215452" y="712347"/>
                  <a:pt x="2197144" y="712347"/>
                </a:cubicBezTo>
                <a:cubicBezTo>
                  <a:pt x="2178837" y="712347"/>
                  <a:pt x="2163995" y="727188"/>
                  <a:pt x="2163995" y="745496"/>
                </a:cubicBezTo>
                <a:moveTo>
                  <a:pt x="2291289" y="1217320"/>
                </a:moveTo>
                <a:cubicBezTo>
                  <a:pt x="2291289" y="1235628"/>
                  <a:pt x="2306130" y="1250469"/>
                  <a:pt x="2324438" y="1250469"/>
                </a:cubicBezTo>
                <a:cubicBezTo>
                  <a:pt x="2342746" y="1250469"/>
                  <a:pt x="2357588" y="1235628"/>
                  <a:pt x="2357588" y="1217320"/>
                </a:cubicBezTo>
                <a:cubicBezTo>
                  <a:pt x="2357588" y="1199012"/>
                  <a:pt x="2342746" y="1184170"/>
                  <a:pt x="2324438" y="1184170"/>
                </a:cubicBezTo>
                <a:cubicBezTo>
                  <a:pt x="2306130" y="1184170"/>
                  <a:pt x="2291289" y="1199012"/>
                  <a:pt x="2291289" y="1217320"/>
                </a:cubicBezTo>
                <a:moveTo>
                  <a:pt x="2418583" y="1210163"/>
                </a:moveTo>
                <a:cubicBezTo>
                  <a:pt x="2418583" y="1228471"/>
                  <a:pt x="2433424" y="1243312"/>
                  <a:pt x="2451732" y="1243312"/>
                </a:cubicBezTo>
                <a:cubicBezTo>
                  <a:pt x="2470040" y="1243312"/>
                  <a:pt x="2484881" y="1228471"/>
                  <a:pt x="2484881" y="1210163"/>
                </a:cubicBezTo>
                <a:cubicBezTo>
                  <a:pt x="2484881" y="1191855"/>
                  <a:pt x="2470040" y="1177013"/>
                  <a:pt x="2451732" y="1177013"/>
                </a:cubicBezTo>
                <a:cubicBezTo>
                  <a:pt x="2433424" y="1177013"/>
                  <a:pt x="2418583" y="1191855"/>
                  <a:pt x="2418583" y="1210163"/>
                </a:cubicBezTo>
                <a:moveTo>
                  <a:pt x="2545876" y="1211342"/>
                </a:moveTo>
                <a:cubicBezTo>
                  <a:pt x="2545876" y="1229650"/>
                  <a:pt x="2560718" y="1244491"/>
                  <a:pt x="2579026" y="1244491"/>
                </a:cubicBezTo>
                <a:cubicBezTo>
                  <a:pt x="2597334" y="1244491"/>
                  <a:pt x="2612175" y="1229650"/>
                  <a:pt x="2612175" y="1211342"/>
                </a:cubicBezTo>
                <a:cubicBezTo>
                  <a:pt x="2612175" y="1193034"/>
                  <a:pt x="2597334" y="1178193"/>
                  <a:pt x="2579026" y="1178193"/>
                </a:cubicBezTo>
                <a:cubicBezTo>
                  <a:pt x="2560718" y="1178193"/>
                  <a:pt x="2545876" y="1193034"/>
                  <a:pt x="2545876" y="1211342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248966"/>
                </a:moveTo>
                <a:cubicBezTo>
                  <a:pt x="2800464" y="1267274"/>
                  <a:pt x="2815306" y="1282115"/>
                  <a:pt x="2833614" y="1282115"/>
                </a:cubicBezTo>
                <a:cubicBezTo>
                  <a:pt x="2851921" y="1282115"/>
                  <a:pt x="2866763" y="1267274"/>
                  <a:pt x="2866763" y="1248966"/>
                </a:cubicBezTo>
                <a:cubicBezTo>
                  <a:pt x="2866763" y="1230658"/>
                  <a:pt x="2851921" y="1215817"/>
                  <a:pt x="2833614" y="1215817"/>
                </a:cubicBezTo>
                <a:cubicBezTo>
                  <a:pt x="2815306" y="1215817"/>
                  <a:pt x="2800464" y="1230658"/>
                  <a:pt x="2800464" y="1248966"/>
                </a:cubicBezTo>
                <a:close/>
              </a:path>
            </a:pathLst>
          </a:custGeom>
          <a:solidFill xmlns:a="http://schemas.openxmlformats.org/drawingml/2006/main">
            <a:srgbClr val="AA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46BC09-FFEE-46CE-A32F-B7A29BF9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768827"/>
            <a:ext cx="2800464" cy="650960"/>
          </a:xfrm>
          <a:custGeom xmlns:a="http://schemas.openxmlformats.org/drawingml/2006/main">
            <a:pathLst>
              <a:path w="2800464" h="650960" fill="none">
                <a:moveTo>
                  <a:pt x="0" y="533238"/>
                </a:moveTo>
                <a:lnTo>
                  <a:pt x="127294" y="41607"/>
                </a:lnTo>
                <a:lnTo>
                  <a:pt x="254588" y="510130"/>
                </a:lnTo>
                <a:lnTo>
                  <a:pt x="381881" y="324763"/>
                </a:lnTo>
                <a:lnTo>
                  <a:pt x="509175" y="419369"/>
                </a:lnTo>
                <a:lnTo>
                  <a:pt x="636469" y="322065"/>
                </a:lnTo>
                <a:lnTo>
                  <a:pt x="763763" y="430833"/>
                </a:lnTo>
                <a:lnTo>
                  <a:pt x="891057" y="258993"/>
                </a:lnTo>
                <a:lnTo>
                  <a:pt x="1018350" y="337188"/>
                </a:lnTo>
                <a:lnTo>
                  <a:pt x="1145644" y="335489"/>
                </a:lnTo>
                <a:lnTo>
                  <a:pt x="1272938" y="336156"/>
                </a:lnTo>
                <a:lnTo>
                  <a:pt x="1400232" y="162803"/>
                </a:lnTo>
                <a:lnTo>
                  <a:pt x="1527526" y="120205"/>
                </a:lnTo>
                <a:lnTo>
                  <a:pt x="1654819" y="303346"/>
                </a:lnTo>
                <a:lnTo>
                  <a:pt x="1782113" y="437247"/>
                </a:lnTo>
                <a:lnTo>
                  <a:pt x="1909407" y="434222"/>
                </a:lnTo>
                <a:lnTo>
                  <a:pt x="2036701" y="433187"/>
                </a:lnTo>
                <a:lnTo>
                  <a:pt x="2163995" y="433306"/>
                </a:lnTo>
                <a:lnTo>
                  <a:pt x="2291289" y="642316"/>
                </a:lnTo>
                <a:lnTo>
                  <a:pt x="2418582" y="641773"/>
                </a:lnTo>
                <a:lnTo>
                  <a:pt x="2545876" y="637944"/>
                </a:lnTo>
                <a:lnTo>
                  <a:pt x="2673170" y="0"/>
                </a:lnTo>
                <a:lnTo>
                  <a:pt x="2800464" y="65096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AAAAAA"/>
            </a:solidFill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C12D72-2918-4409-906A-B49DBAD5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735678"/>
            <a:ext cx="2866763" cy="717259"/>
          </a:xfrm>
          <a:custGeom xmlns:a="http://schemas.openxmlformats.org/drawingml/2006/main">
            <a:pathLst>
              <a:path w="2866763" h="717259">
                <a:moveTo>
                  <a:pt x="0" y="566387"/>
                </a:moveTo>
                <a:cubicBezTo>
                  <a:pt x="0" y="584695"/>
                  <a:pt x="14841" y="599537"/>
                  <a:pt x="33149" y="599537"/>
                </a:cubicBezTo>
                <a:cubicBezTo>
                  <a:pt x="51457" y="599537"/>
                  <a:pt x="66299" y="584695"/>
                  <a:pt x="66299" y="566387"/>
                </a:cubicBezTo>
                <a:cubicBezTo>
                  <a:pt x="66299" y="548079"/>
                  <a:pt x="51457" y="533238"/>
                  <a:pt x="33149" y="533238"/>
                </a:cubicBezTo>
                <a:cubicBezTo>
                  <a:pt x="14841" y="533238"/>
                  <a:pt x="0" y="548079"/>
                  <a:pt x="0" y="566387"/>
                </a:cubicBezTo>
                <a:moveTo>
                  <a:pt x="127294" y="74756"/>
                </a:moveTo>
                <a:cubicBezTo>
                  <a:pt x="127294" y="93064"/>
                  <a:pt x="142135" y="107906"/>
                  <a:pt x="160443" y="107906"/>
                </a:cubicBezTo>
                <a:cubicBezTo>
                  <a:pt x="178751" y="107906"/>
                  <a:pt x="193592" y="93064"/>
                  <a:pt x="193592" y="74756"/>
                </a:cubicBezTo>
                <a:cubicBezTo>
                  <a:pt x="193592" y="56448"/>
                  <a:pt x="178751" y="41607"/>
                  <a:pt x="160443" y="41607"/>
                </a:cubicBezTo>
                <a:cubicBezTo>
                  <a:pt x="142135" y="41607"/>
                  <a:pt x="127294" y="56448"/>
                  <a:pt x="127294" y="74756"/>
                </a:cubicBezTo>
                <a:moveTo>
                  <a:pt x="254588" y="543279"/>
                </a:moveTo>
                <a:cubicBezTo>
                  <a:pt x="254588" y="561587"/>
                  <a:pt x="269429" y="576429"/>
                  <a:pt x="287737" y="576429"/>
                </a:cubicBezTo>
                <a:cubicBezTo>
                  <a:pt x="306045" y="576429"/>
                  <a:pt x="320886" y="561587"/>
                  <a:pt x="320886" y="543279"/>
                </a:cubicBezTo>
                <a:cubicBezTo>
                  <a:pt x="320886" y="524971"/>
                  <a:pt x="306045" y="510130"/>
                  <a:pt x="287737" y="510130"/>
                </a:cubicBezTo>
                <a:cubicBezTo>
                  <a:pt x="269429" y="510130"/>
                  <a:pt x="254588" y="524971"/>
                  <a:pt x="254588" y="543279"/>
                </a:cubicBezTo>
                <a:moveTo>
                  <a:pt x="381881" y="357913"/>
                </a:moveTo>
                <a:cubicBezTo>
                  <a:pt x="381881" y="376221"/>
                  <a:pt x="396723" y="391062"/>
                  <a:pt x="415031" y="391062"/>
                </a:cubicBezTo>
                <a:cubicBezTo>
                  <a:pt x="433339" y="391062"/>
                  <a:pt x="448180" y="376221"/>
                  <a:pt x="448180" y="357913"/>
                </a:cubicBezTo>
                <a:cubicBezTo>
                  <a:pt x="448180" y="339605"/>
                  <a:pt x="433339" y="324763"/>
                  <a:pt x="415031" y="324763"/>
                </a:cubicBezTo>
                <a:cubicBezTo>
                  <a:pt x="396723" y="324763"/>
                  <a:pt x="381881" y="339605"/>
                  <a:pt x="381881" y="357913"/>
                </a:cubicBezTo>
                <a:moveTo>
                  <a:pt x="509175" y="452518"/>
                </a:moveTo>
                <a:cubicBezTo>
                  <a:pt x="509175" y="470826"/>
                  <a:pt x="524017" y="485668"/>
                  <a:pt x="542324" y="485668"/>
                </a:cubicBezTo>
                <a:cubicBezTo>
                  <a:pt x="560632" y="485668"/>
                  <a:pt x="575474" y="470826"/>
                  <a:pt x="575474" y="452518"/>
                </a:cubicBezTo>
                <a:cubicBezTo>
                  <a:pt x="575474" y="434210"/>
                  <a:pt x="560632" y="419369"/>
                  <a:pt x="542324" y="419369"/>
                </a:cubicBezTo>
                <a:cubicBezTo>
                  <a:pt x="524017" y="419369"/>
                  <a:pt x="509175" y="434210"/>
                  <a:pt x="509175" y="452518"/>
                </a:cubicBezTo>
                <a:moveTo>
                  <a:pt x="636469" y="355215"/>
                </a:moveTo>
                <a:cubicBezTo>
                  <a:pt x="636469" y="373523"/>
                  <a:pt x="651310" y="388364"/>
                  <a:pt x="669618" y="388364"/>
                </a:cubicBezTo>
                <a:cubicBezTo>
                  <a:pt x="687926" y="388364"/>
                  <a:pt x="702768" y="373523"/>
                  <a:pt x="702768" y="355215"/>
                </a:cubicBezTo>
                <a:cubicBezTo>
                  <a:pt x="702768" y="336907"/>
                  <a:pt x="687926" y="322065"/>
                  <a:pt x="669618" y="322065"/>
                </a:cubicBezTo>
                <a:cubicBezTo>
                  <a:pt x="651310" y="322065"/>
                  <a:pt x="636469" y="336907"/>
                  <a:pt x="636469" y="355215"/>
                </a:cubicBezTo>
                <a:moveTo>
                  <a:pt x="763763" y="463982"/>
                </a:moveTo>
                <a:cubicBezTo>
                  <a:pt x="763763" y="482290"/>
                  <a:pt x="778604" y="497131"/>
                  <a:pt x="796912" y="497131"/>
                </a:cubicBezTo>
                <a:cubicBezTo>
                  <a:pt x="815220" y="497131"/>
                  <a:pt x="830061" y="482290"/>
                  <a:pt x="830061" y="463982"/>
                </a:cubicBezTo>
                <a:cubicBezTo>
                  <a:pt x="830061" y="445674"/>
                  <a:pt x="815220" y="430833"/>
                  <a:pt x="796912" y="430833"/>
                </a:cubicBezTo>
                <a:cubicBezTo>
                  <a:pt x="778604" y="430833"/>
                  <a:pt x="763763" y="445674"/>
                  <a:pt x="763763" y="463982"/>
                </a:cubicBezTo>
                <a:moveTo>
                  <a:pt x="891057" y="292142"/>
                </a:moveTo>
                <a:cubicBezTo>
                  <a:pt x="891057" y="310450"/>
                  <a:pt x="905898" y="325292"/>
                  <a:pt x="924206" y="325292"/>
                </a:cubicBezTo>
                <a:cubicBezTo>
                  <a:pt x="942514" y="325292"/>
                  <a:pt x="957356" y="310450"/>
                  <a:pt x="957356" y="292142"/>
                </a:cubicBezTo>
                <a:cubicBezTo>
                  <a:pt x="957356" y="273834"/>
                  <a:pt x="942514" y="258993"/>
                  <a:pt x="924206" y="258993"/>
                </a:cubicBezTo>
                <a:cubicBezTo>
                  <a:pt x="905898" y="258993"/>
                  <a:pt x="891057" y="273834"/>
                  <a:pt x="891057" y="292142"/>
                </a:cubicBezTo>
                <a:moveTo>
                  <a:pt x="1018350" y="370338"/>
                </a:moveTo>
                <a:cubicBezTo>
                  <a:pt x="1018350" y="388646"/>
                  <a:pt x="1033192" y="403487"/>
                  <a:pt x="1051500" y="403487"/>
                </a:cubicBezTo>
                <a:cubicBezTo>
                  <a:pt x="1069808" y="403487"/>
                  <a:pt x="1084649" y="388646"/>
                  <a:pt x="1084649" y="370338"/>
                </a:cubicBezTo>
                <a:cubicBezTo>
                  <a:pt x="1084649" y="352030"/>
                  <a:pt x="1069808" y="337188"/>
                  <a:pt x="1051500" y="337188"/>
                </a:cubicBezTo>
                <a:cubicBezTo>
                  <a:pt x="1033192" y="337188"/>
                  <a:pt x="1018350" y="352030"/>
                  <a:pt x="1018350" y="370338"/>
                </a:cubicBezTo>
                <a:moveTo>
                  <a:pt x="1145644" y="368638"/>
                </a:moveTo>
                <a:cubicBezTo>
                  <a:pt x="1145644" y="386946"/>
                  <a:pt x="1160486" y="401787"/>
                  <a:pt x="1178793" y="401787"/>
                </a:cubicBezTo>
                <a:cubicBezTo>
                  <a:pt x="1197101" y="401787"/>
                  <a:pt x="1211943" y="386946"/>
                  <a:pt x="1211943" y="368638"/>
                </a:cubicBezTo>
                <a:cubicBezTo>
                  <a:pt x="1211943" y="350330"/>
                  <a:pt x="1197101" y="335489"/>
                  <a:pt x="1178793" y="335489"/>
                </a:cubicBezTo>
                <a:cubicBezTo>
                  <a:pt x="1160486" y="335489"/>
                  <a:pt x="1145644" y="350330"/>
                  <a:pt x="1145644" y="368638"/>
                </a:cubicBezTo>
                <a:moveTo>
                  <a:pt x="1272938" y="369305"/>
                </a:moveTo>
                <a:cubicBezTo>
                  <a:pt x="1272938" y="387613"/>
                  <a:pt x="1287780" y="402455"/>
                  <a:pt x="1306087" y="402455"/>
                </a:cubicBezTo>
                <a:cubicBezTo>
                  <a:pt x="1324395" y="402455"/>
                  <a:pt x="1339237" y="387613"/>
                  <a:pt x="1339237" y="369305"/>
                </a:cubicBezTo>
                <a:cubicBezTo>
                  <a:pt x="1339237" y="350997"/>
                  <a:pt x="1324395" y="336156"/>
                  <a:pt x="1306087" y="336156"/>
                </a:cubicBezTo>
                <a:cubicBezTo>
                  <a:pt x="1287780" y="336156"/>
                  <a:pt x="1272938" y="350997"/>
                  <a:pt x="1272938" y="369305"/>
                </a:cubicBezTo>
                <a:moveTo>
                  <a:pt x="1400232" y="195953"/>
                </a:moveTo>
                <a:cubicBezTo>
                  <a:pt x="1400232" y="214260"/>
                  <a:pt x="1415073" y="229102"/>
                  <a:pt x="1433381" y="229102"/>
                </a:cubicBezTo>
                <a:cubicBezTo>
                  <a:pt x="1451689" y="229102"/>
                  <a:pt x="1466531" y="214260"/>
                  <a:pt x="1466531" y="195953"/>
                </a:cubicBezTo>
                <a:cubicBezTo>
                  <a:pt x="1466531" y="177645"/>
                  <a:pt x="1451689" y="162803"/>
                  <a:pt x="1433381" y="162803"/>
                </a:cubicBezTo>
                <a:cubicBezTo>
                  <a:pt x="1415073" y="162803"/>
                  <a:pt x="1400232" y="177645"/>
                  <a:pt x="1400232" y="195953"/>
                </a:cubicBezTo>
                <a:moveTo>
                  <a:pt x="1527526" y="153355"/>
                </a:moveTo>
                <a:cubicBezTo>
                  <a:pt x="1527526" y="171662"/>
                  <a:pt x="1542367" y="186504"/>
                  <a:pt x="1560675" y="186504"/>
                </a:cubicBezTo>
                <a:cubicBezTo>
                  <a:pt x="1578983" y="186504"/>
                  <a:pt x="1593825" y="171662"/>
                  <a:pt x="1593825" y="153355"/>
                </a:cubicBezTo>
                <a:cubicBezTo>
                  <a:pt x="1593825" y="135047"/>
                  <a:pt x="1578983" y="120205"/>
                  <a:pt x="1560675" y="120205"/>
                </a:cubicBezTo>
                <a:cubicBezTo>
                  <a:pt x="1542367" y="120205"/>
                  <a:pt x="1527526" y="135047"/>
                  <a:pt x="1527526" y="153355"/>
                </a:cubicBezTo>
                <a:moveTo>
                  <a:pt x="1654819" y="336495"/>
                </a:moveTo>
                <a:cubicBezTo>
                  <a:pt x="1654819" y="354803"/>
                  <a:pt x="1669661" y="369645"/>
                  <a:pt x="1687969" y="369645"/>
                </a:cubicBezTo>
                <a:cubicBezTo>
                  <a:pt x="1706276" y="369645"/>
                  <a:pt x="1721118" y="354803"/>
                  <a:pt x="1721118" y="336495"/>
                </a:cubicBezTo>
                <a:cubicBezTo>
                  <a:pt x="1721118" y="318187"/>
                  <a:pt x="1706276" y="303346"/>
                  <a:pt x="1687969" y="303346"/>
                </a:cubicBezTo>
                <a:cubicBezTo>
                  <a:pt x="1669661" y="303346"/>
                  <a:pt x="1654819" y="318187"/>
                  <a:pt x="1654819" y="336495"/>
                </a:cubicBezTo>
                <a:moveTo>
                  <a:pt x="1782113" y="470396"/>
                </a:moveTo>
                <a:cubicBezTo>
                  <a:pt x="1782113" y="488704"/>
                  <a:pt x="1796955" y="503546"/>
                  <a:pt x="1815263" y="503546"/>
                </a:cubicBezTo>
                <a:cubicBezTo>
                  <a:pt x="1833571" y="503546"/>
                  <a:pt x="1848412" y="488704"/>
                  <a:pt x="1848412" y="470396"/>
                </a:cubicBezTo>
                <a:cubicBezTo>
                  <a:pt x="1848412" y="452088"/>
                  <a:pt x="1833571" y="437247"/>
                  <a:pt x="1815263" y="437247"/>
                </a:cubicBezTo>
                <a:cubicBezTo>
                  <a:pt x="1796955" y="437247"/>
                  <a:pt x="1782113" y="452088"/>
                  <a:pt x="1782113" y="470396"/>
                </a:cubicBezTo>
                <a:moveTo>
                  <a:pt x="1909407" y="467372"/>
                </a:moveTo>
                <a:cubicBezTo>
                  <a:pt x="1909407" y="485680"/>
                  <a:pt x="1924249" y="500521"/>
                  <a:pt x="1942557" y="500521"/>
                </a:cubicBezTo>
                <a:cubicBezTo>
                  <a:pt x="1960865" y="500521"/>
                  <a:pt x="1975706" y="485680"/>
                  <a:pt x="1975706" y="467372"/>
                </a:cubicBezTo>
                <a:cubicBezTo>
                  <a:pt x="1975706" y="449064"/>
                  <a:pt x="1960865" y="434222"/>
                  <a:pt x="1942557" y="434222"/>
                </a:cubicBezTo>
                <a:cubicBezTo>
                  <a:pt x="1924249" y="434222"/>
                  <a:pt x="1909407" y="449064"/>
                  <a:pt x="1909407" y="467372"/>
                </a:cubicBezTo>
                <a:moveTo>
                  <a:pt x="2036701" y="466336"/>
                </a:moveTo>
                <a:cubicBezTo>
                  <a:pt x="2036701" y="484644"/>
                  <a:pt x="2051543" y="499486"/>
                  <a:pt x="2069850" y="499486"/>
                </a:cubicBezTo>
                <a:cubicBezTo>
                  <a:pt x="2088159" y="499486"/>
                  <a:pt x="2103000" y="484644"/>
                  <a:pt x="2103000" y="466336"/>
                </a:cubicBezTo>
                <a:cubicBezTo>
                  <a:pt x="2103000" y="448028"/>
                  <a:pt x="2088159" y="433187"/>
                  <a:pt x="2069850" y="433187"/>
                </a:cubicBezTo>
                <a:cubicBezTo>
                  <a:pt x="2051543" y="433187"/>
                  <a:pt x="2036701" y="448028"/>
                  <a:pt x="2036701" y="466336"/>
                </a:cubicBezTo>
                <a:moveTo>
                  <a:pt x="2163995" y="466456"/>
                </a:moveTo>
                <a:cubicBezTo>
                  <a:pt x="2163995" y="484764"/>
                  <a:pt x="2178836" y="499605"/>
                  <a:pt x="2197144" y="499605"/>
                </a:cubicBezTo>
                <a:cubicBezTo>
                  <a:pt x="2215452" y="499605"/>
                  <a:pt x="2230294" y="484764"/>
                  <a:pt x="2230294" y="466456"/>
                </a:cubicBezTo>
                <a:cubicBezTo>
                  <a:pt x="2230294" y="448148"/>
                  <a:pt x="2215452" y="433306"/>
                  <a:pt x="2197144" y="433306"/>
                </a:cubicBezTo>
                <a:cubicBezTo>
                  <a:pt x="2178836" y="433306"/>
                  <a:pt x="2163995" y="448148"/>
                  <a:pt x="2163995" y="466456"/>
                </a:cubicBezTo>
                <a:moveTo>
                  <a:pt x="2291289" y="675466"/>
                </a:moveTo>
                <a:cubicBezTo>
                  <a:pt x="2291289" y="693773"/>
                  <a:pt x="2306130" y="708615"/>
                  <a:pt x="2324438" y="708615"/>
                </a:cubicBezTo>
                <a:cubicBezTo>
                  <a:pt x="2342746" y="708615"/>
                  <a:pt x="2357587" y="693773"/>
                  <a:pt x="2357587" y="675466"/>
                </a:cubicBezTo>
                <a:cubicBezTo>
                  <a:pt x="2357587" y="657158"/>
                  <a:pt x="2342746" y="642316"/>
                  <a:pt x="2324438" y="642316"/>
                </a:cubicBezTo>
                <a:cubicBezTo>
                  <a:pt x="2306130" y="642316"/>
                  <a:pt x="2291289" y="657158"/>
                  <a:pt x="2291289" y="675466"/>
                </a:cubicBezTo>
                <a:moveTo>
                  <a:pt x="2418582" y="674923"/>
                </a:moveTo>
                <a:cubicBezTo>
                  <a:pt x="2418582" y="693231"/>
                  <a:pt x="2433424" y="708072"/>
                  <a:pt x="2451732" y="708072"/>
                </a:cubicBezTo>
                <a:cubicBezTo>
                  <a:pt x="2470040" y="708072"/>
                  <a:pt x="2484881" y="693231"/>
                  <a:pt x="2484881" y="674923"/>
                </a:cubicBezTo>
                <a:cubicBezTo>
                  <a:pt x="2484881" y="656615"/>
                  <a:pt x="2470040" y="641773"/>
                  <a:pt x="2451732" y="641773"/>
                </a:cubicBezTo>
                <a:cubicBezTo>
                  <a:pt x="2433424" y="641773"/>
                  <a:pt x="2418582" y="656615"/>
                  <a:pt x="2418582" y="674923"/>
                </a:cubicBezTo>
                <a:moveTo>
                  <a:pt x="2545876" y="671094"/>
                </a:moveTo>
                <a:cubicBezTo>
                  <a:pt x="2545876" y="689402"/>
                  <a:pt x="2560718" y="704243"/>
                  <a:pt x="2579026" y="704243"/>
                </a:cubicBezTo>
                <a:cubicBezTo>
                  <a:pt x="2597334" y="704243"/>
                  <a:pt x="2612175" y="689402"/>
                  <a:pt x="2612175" y="671094"/>
                </a:cubicBezTo>
                <a:cubicBezTo>
                  <a:pt x="2612175" y="652786"/>
                  <a:pt x="2597334" y="637944"/>
                  <a:pt x="2579026" y="637944"/>
                </a:cubicBezTo>
                <a:cubicBezTo>
                  <a:pt x="2560718" y="637944"/>
                  <a:pt x="2545876" y="652786"/>
                  <a:pt x="2545876" y="671094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684110"/>
                </a:moveTo>
                <a:cubicBezTo>
                  <a:pt x="2800464" y="702418"/>
                  <a:pt x="2815306" y="717259"/>
                  <a:pt x="2833613" y="717259"/>
                </a:cubicBezTo>
                <a:cubicBezTo>
                  <a:pt x="2851922" y="717259"/>
                  <a:pt x="2866763" y="702418"/>
                  <a:pt x="2866763" y="684110"/>
                </a:cubicBezTo>
                <a:cubicBezTo>
                  <a:pt x="2866763" y="665802"/>
                  <a:pt x="2851922" y="650960"/>
                  <a:pt x="2833613" y="650960"/>
                </a:cubicBezTo>
                <a:cubicBezTo>
                  <a:pt x="2815306" y="650960"/>
                  <a:pt x="2800464" y="665802"/>
                  <a:pt x="2800464" y="684110"/>
                </a:cubicBezTo>
                <a:close/>
              </a:path>
            </a:pathLst>
          </a:custGeom>
          <a:solidFill xmlns:a="http://schemas.openxmlformats.org/drawingml/2006/main">
            <a:srgbClr val="AAAAA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658AA7-2D38-4A0D-8780-755DA001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769163"/>
            <a:ext cx="2800464" cy="1079673"/>
          </a:xfrm>
          <a:custGeom xmlns:a="http://schemas.openxmlformats.org/drawingml/2006/main">
            <a:pathLst>
              <a:path w="2800464" h="1079673" fill="none">
                <a:moveTo>
                  <a:pt x="0" y="933592"/>
                </a:moveTo>
                <a:lnTo>
                  <a:pt x="127294" y="538771"/>
                </a:lnTo>
                <a:lnTo>
                  <a:pt x="254588" y="915825"/>
                </a:lnTo>
                <a:lnTo>
                  <a:pt x="381881" y="559655"/>
                </a:lnTo>
                <a:lnTo>
                  <a:pt x="509175" y="585698"/>
                </a:lnTo>
                <a:lnTo>
                  <a:pt x="636469" y="549220"/>
                </a:lnTo>
                <a:lnTo>
                  <a:pt x="763763" y="704846"/>
                </a:lnTo>
                <a:lnTo>
                  <a:pt x="891057" y="467205"/>
                </a:lnTo>
                <a:lnTo>
                  <a:pt x="1018351" y="590833"/>
                </a:lnTo>
                <a:lnTo>
                  <a:pt x="1145644" y="609126"/>
                </a:lnTo>
                <a:lnTo>
                  <a:pt x="1272938" y="610119"/>
                </a:lnTo>
                <a:lnTo>
                  <a:pt x="1400232" y="553303"/>
                </a:lnTo>
                <a:lnTo>
                  <a:pt x="1527526" y="367122"/>
                </a:lnTo>
                <a:lnTo>
                  <a:pt x="1654820" y="555626"/>
                </a:lnTo>
                <a:lnTo>
                  <a:pt x="1782114" y="732860"/>
                </a:lnTo>
                <a:lnTo>
                  <a:pt x="1909407" y="731216"/>
                </a:lnTo>
                <a:lnTo>
                  <a:pt x="2036701" y="731391"/>
                </a:lnTo>
                <a:lnTo>
                  <a:pt x="2163995" y="731611"/>
                </a:lnTo>
                <a:lnTo>
                  <a:pt x="2291289" y="1079673"/>
                </a:lnTo>
                <a:lnTo>
                  <a:pt x="2418583" y="1074799"/>
                </a:lnTo>
                <a:lnTo>
                  <a:pt x="2545876" y="1074104"/>
                </a:lnTo>
                <a:lnTo>
                  <a:pt x="2673170" y="0"/>
                </a:lnTo>
                <a:lnTo>
                  <a:pt x="2800464" y="48402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C6C6C6"/>
            </a:solidFill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BA1987-7BB7-4FB7-84E2-4D25A29A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736013"/>
            <a:ext cx="2866763" cy="1145972"/>
          </a:xfrm>
          <a:custGeom xmlns:a="http://schemas.openxmlformats.org/drawingml/2006/main">
            <a:pathLst>
              <a:path w="2866763" h="1145972">
                <a:moveTo>
                  <a:pt x="0" y="966741"/>
                </a:moveTo>
                <a:cubicBezTo>
                  <a:pt x="0" y="985049"/>
                  <a:pt x="14841" y="999891"/>
                  <a:pt x="33149" y="999891"/>
                </a:cubicBezTo>
                <a:cubicBezTo>
                  <a:pt x="51457" y="999891"/>
                  <a:pt x="66299" y="985049"/>
                  <a:pt x="66299" y="966741"/>
                </a:cubicBezTo>
                <a:cubicBezTo>
                  <a:pt x="66299" y="948433"/>
                  <a:pt x="51457" y="933592"/>
                  <a:pt x="33149" y="933592"/>
                </a:cubicBezTo>
                <a:cubicBezTo>
                  <a:pt x="14841" y="933592"/>
                  <a:pt x="0" y="948433"/>
                  <a:pt x="0" y="966741"/>
                </a:cubicBezTo>
                <a:moveTo>
                  <a:pt x="127294" y="571920"/>
                </a:moveTo>
                <a:cubicBezTo>
                  <a:pt x="127294" y="590228"/>
                  <a:pt x="142135" y="605070"/>
                  <a:pt x="160443" y="605070"/>
                </a:cubicBezTo>
                <a:cubicBezTo>
                  <a:pt x="178751" y="605070"/>
                  <a:pt x="193593" y="590228"/>
                  <a:pt x="193593" y="571920"/>
                </a:cubicBezTo>
                <a:cubicBezTo>
                  <a:pt x="193593" y="553612"/>
                  <a:pt x="178751" y="538771"/>
                  <a:pt x="160443" y="538771"/>
                </a:cubicBezTo>
                <a:cubicBezTo>
                  <a:pt x="142135" y="538771"/>
                  <a:pt x="127294" y="553612"/>
                  <a:pt x="127294" y="571920"/>
                </a:cubicBezTo>
                <a:moveTo>
                  <a:pt x="254588" y="948975"/>
                </a:moveTo>
                <a:cubicBezTo>
                  <a:pt x="254588" y="967283"/>
                  <a:pt x="269429" y="982124"/>
                  <a:pt x="287737" y="982124"/>
                </a:cubicBezTo>
                <a:cubicBezTo>
                  <a:pt x="306045" y="982124"/>
                  <a:pt x="320886" y="967283"/>
                  <a:pt x="320886" y="948975"/>
                </a:cubicBezTo>
                <a:cubicBezTo>
                  <a:pt x="320886" y="930667"/>
                  <a:pt x="306045" y="915825"/>
                  <a:pt x="287737" y="915825"/>
                </a:cubicBezTo>
                <a:cubicBezTo>
                  <a:pt x="269429" y="915825"/>
                  <a:pt x="254588" y="930667"/>
                  <a:pt x="254588" y="948975"/>
                </a:cubicBezTo>
                <a:moveTo>
                  <a:pt x="381881" y="592805"/>
                </a:moveTo>
                <a:cubicBezTo>
                  <a:pt x="381881" y="611113"/>
                  <a:pt x="396723" y="625954"/>
                  <a:pt x="415031" y="625954"/>
                </a:cubicBezTo>
                <a:cubicBezTo>
                  <a:pt x="433339" y="625954"/>
                  <a:pt x="448180" y="611113"/>
                  <a:pt x="448180" y="592805"/>
                </a:cubicBezTo>
                <a:cubicBezTo>
                  <a:pt x="448180" y="574497"/>
                  <a:pt x="433339" y="559655"/>
                  <a:pt x="415031" y="559655"/>
                </a:cubicBezTo>
                <a:cubicBezTo>
                  <a:pt x="396723" y="559655"/>
                  <a:pt x="381881" y="574497"/>
                  <a:pt x="381881" y="592805"/>
                </a:cubicBezTo>
                <a:moveTo>
                  <a:pt x="509175" y="618848"/>
                </a:moveTo>
                <a:cubicBezTo>
                  <a:pt x="509175" y="637156"/>
                  <a:pt x="524017" y="651997"/>
                  <a:pt x="542325" y="651997"/>
                </a:cubicBezTo>
                <a:cubicBezTo>
                  <a:pt x="560633" y="651997"/>
                  <a:pt x="575474" y="637156"/>
                  <a:pt x="575474" y="618848"/>
                </a:cubicBezTo>
                <a:cubicBezTo>
                  <a:pt x="575474" y="600540"/>
                  <a:pt x="560633" y="585698"/>
                  <a:pt x="542325" y="585698"/>
                </a:cubicBezTo>
                <a:cubicBezTo>
                  <a:pt x="524017" y="585698"/>
                  <a:pt x="509175" y="600540"/>
                  <a:pt x="509175" y="618848"/>
                </a:cubicBezTo>
                <a:moveTo>
                  <a:pt x="636469" y="582369"/>
                </a:moveTo>
                <a:cubicBezTo>
                  <a:pt x="636469" y="600677"/>
                  <a:pt x="651311" y="615519"/>
                  <a:pt x="669619" y="615519"/>
                </a:cubicBezTo>
                <a:cubicBezTo>
                  <a:pt x="687926" y="615519"/>
                  <a:pt x="702768" y="600677"/>
                  <a:pt x="702768" y="582369"/>
                </a:cubicBezTo>
                <a:cubicBezTo>
                  <a:pt x="702768" y="564061"/>
                  <a:pt x="687926" y="549220"/>
                  <a:pt x="669619" y="549220"/>
                </a:cubicBezTo>
                <a:cubicBezTo>
                  <a:pt x="651311" y="549220"/>
                  <a:pt x="636469" y="564061"/>
                  <a:pt x="636469" y="582369"/>
                </a:cubicBezTo>
                <a:moveTo>
                  <a:pt x="763763" y="737996"/>
                </a:moveTo>
                <a:cubicBezTo>
                  <a:pt x="763763" y="756304"/>
                  <a:pt x="778605" y="771145"/>
                  <a:pt x="796912" y="771145"/>
                </a:cubicBezTo>
                <a:cubicBezTo>
                  <a:pt x="815220" y="771145"/>
                  <a:pt x="830062" y="756304"/>
                  <a:pt x="830062" y="737996"/>
                </a:cubicBezTo>
                <a:cubicBezTo>
                  <a:pt x="830062" y="719688"/>
                  <a:pt x="815220" y="704846"/>
                  <a:pt x="796912" y="704846"/>
                </a:cubicBezTo>
                <a:cubicBezTo>
                  <a:pt x="778605" y="704846"/>
                  <a:pt x="763763" y="719688"/>
                  <a:pt x="763763" y="737996"/>
                </a:cubicBezTo>
                <a:moveTo>
                  <a:pt x="891057" y="500354"/>
                </a:moveTo>
                <a:cubicBezTo>
                  <a:pt x="891057" y="518662"/>
                  <a:pt x="905898" y="533504"/>
                  <a:pt x="924206" y="533504"/>
                </a:cubicBezTo>
                <a:cubicBezTo>
                  <a:pt x="942514" y="533504"/>
                  <a:pt x="957356" y="518662"/>
                  <a:pt x="957356" y="500354"/>
                </a:cubicBezTo>
                <a:cubicBezTo>
                  <a:pt x="957356" y="482046"/>
                  <a:pt x="942514" y="467205"/>
                  <a:pt x="924206" y="467205"/>
                </a:cubicBezTo>
                <a:cubicBezTo>
                  <a:pt x="905898" y="467205"/>
                  <a:pt x="891057" y="482046"/>
                  <a:pt x="891057" y="500354"/>
                </a:cubicBezTo>
                <a:moveTo>
                  <a:pt x="1018351" y="623982"/>
                </a:moveTo>
                <a:cubicBezTo>
                  <a:pt x="1018351" y="642290"/>
                  <a:pt x="1033192" y="657132"/>
                  <a:pt x="1051500" y="657132"/>
                </a:cubicBezTo>
                <a:cubicBezTo>
                  <a:pt x="1069808" y="657132"/>
                  <a:pt x="1084650" y="642290"/>
                  <a:pt x="1084650" y="623982"/>
                </a:cubicBezTo>
                <a:cubicBezTo>
                  <a:pt x="1084650" y="605674"/>
                  <a:pt x="1069808" y="590833"/>
                  <a:pt x="1051500" y="590833"/>
                </a:cubicBezTo>
                <a:cubicBezTo>
                  <a:pt x="1033192" y="590833"/>
                  <a:pt x="1018351" y="605674"/>
                  <a:pt x="1018351" y="623982"/>
                </a:cubicBezTo>
                <a:moveTo>
                  <a:pt x="1145644" y="642275"/>
                </a:moveTo>
                <a:cubicBezTo>
                  <a:pt x="1145644" y="660583"/>
                  <a:pt x="1160486" y="675425"/>
                  <a:pt x="1178794" y="675425"/>
                </a:cubicBezTo>
                <a:cubicBezTo>
                  <a:pt x="1197102" y="675425"/>
                  <a:pt x="1211943" y="660583"/>
                  <a:pt x="1211943" y="642275"/>
                </a:cubicBezTo>
                <a:cubicBezTo>
                  <a:pt x="1211943" y="623968"/>
                  <a:pt x="1197102" y="609126"/>
                  <a:pt x="1178794" y="609126"/>
                </a:cubicBezTo>
                <a:cubicBezTo>
                  <a:pt x="1160486" y="609126"/>
                  <a:pt x="1145644" y="623968"/>
                  <a:pt x="1145644" y="642275"/>
                </a:cubicBezTo>
                <a:moveTo>
                  <a:pt x="1272938" y="643269"/>
                </a:moveTo>
                <a:cubicBezTo>
                  <a:pt x="1272938" y="661577"/>
                  <a:pt x="1287780" y="676418"/>
                  <a:pt x="1306088" y="676418"/>
                </a:cubicBezTo>
                <a:cubicBezTo>
                  <a:pt x="1324395" y="676418"/>
                  <a:pt x="1339237" y="661577"/>
                  <a:pt x="1339237" y="643269"/>
                </a:cubicBezTo>
                <a:cubicBezTo>
                  <a:pt x="1339237" y="624961"/>
                  <a:pt x="1324395" y="610119"/>
                  <a:pt x="1306088" y="610119"/>
                </a:cubicBezTo>
                <a:cubicBezTo>
                  <a:pt x="1287780" y="610119"/>
                  <a:pt x="1272938" y="624961"/>
                  <a:pt x="1272938" y="643269"/>
                </a:cubicBezTo>
                <a:moveTo>
                  <a:pt x="1400232" y="586452"/>
                </a:moveTo>
                <a:cubicBezTo>
                  <a:pt x="1400232" y="604760"/>
                  <a:pt x="1415074" y="619602"/>
                  <a:pt x="1433381" y="619602"/>
                </a:cubicBezTo>
                <a:cubicBezTo>
                  <a:pt x="1451689" y="619602"/>
                  <a:pt x="1466531" y="604760"/>
                  <a:pt x="1466531" y="586452"/>
                </a:cubicBezTo>
                <a:cubicBezTo>
                  <a:pt x="1466531" y="568144"/>
                  <a:pt x="1451689" y="553303"/>
                  <a:pt x="1433381" y="553303"/>
                </a:cubicBezTo>
                <a:cubicBezTo>
                  <a:pt x="1415074" y="553303"/>
                  <a:pt x="1400232" y="568144"/>
                  <a:pt x="1400232" y="586452"/>
                </a:cubicBezTo>
                <a:moveTo>
                  <a:pt x="1527526" y="400272"/>
                </a:moveTo>
                <a:cubicBezTo>
                  <a:pt x="1527526" y="418580"/>
                  <a:pt x="1542367" y="433421"/>
                  <a:pt x="1560675" y="433421"/>
                </a:cubicBezTo>
                <a:cubicBezTo>
                  <a:pt x="1578983" y="433421"/>
                  <a:pt x="1593825" y="418580"/>
                  <a:pt x="1593825" y="400272"/>
                </a:cubicBezTo>
                <a:cubicBezTo>
                  <a:pt x="1593825" y="381964"/>
                  <a:pt x="1578983" y="367122"/>
                  <a:pt x="1560675" y="367122"/>
                </a:cubicBezTo>
                <a:cubicBezTo>
                  <a:pt x="1542367" y="367122"/>
                  <a:pt x="1527526" y="381964"/>
                  <a:pt x="1527526" y="400272"/>
                </a:cubicBezTo>
                <a:moveTo>
                  <a:pt x="1654820" y="588775"/>
                </a:moveTo>
                <a:cubicBezTo>
                  <a:pt x="1654820" y="607083"/>
                  <a:pt x="1669661" y="621924"/>
                  <a:pt x="1687969" y="621924"/>
                </a:cubicBezTo>
                <a:cubicBezTo>
                  <a:pt x="1706277" y="621924"/>
                  <a:pt x="1721119" y="607083"/>
                  <a:pt x="1721119" y="588775"/>
                </a:cubicBezTo>
                <a:cubicBezTo>
                  <a:pt x="1721119" y="570467"/>
                  <a:pt x="1706277" y="555626"/>
                  <a:pt x="1687969" y="555626"/>
                </a:cubicBezTo>
                <a:cubicBezTo>
                  <a:pt x="1669661" y="555626"/>
                  <a:pt x="1654820" y="570467"/>
                  <a:pt x="1654820" y="588775"/>
                </a:cubicBezTo>
                <a:moveTo>
                  <a:pt x="1782114" y="766009"/>
                </a:moveTo>
                <a:cubicBezTo>
                  <a:pt x="1782114" y="784318"/>
                  <a:pt x="1796955" y="799159"/>
                  <a:pt x="1815263" y="799159"/>
                </a:cubicBezTo>
                <a:cubicBezTo>
                  <a:pt x="1833571" y="799159"/>
                  <a:pt x="1848412" y="784318"/>
                  <a:pt x="1848412" y="766009"/>
                </a:cubicBezTo>
                <a:cubicBezTo>
                  <a:pt x="1848412" y="747702"/>
                  <a:pt x="1833571" y="732860"/>
                  <a:pt x="1815263" y="732860"/>
                </a:cubicBezTo>
                <a:cubicBezTo>
                  <a:pt x="1796955" y="732860"/>
                  <a:pt x="1782114" y="747702"/>
                  <a:pt x="1782114" y="766009"/>
                </a:cubicBezTo>
                <a:moveTo>
                  <a:pt x="1909407" y="764366"/>
                </a:moveTo>
                <a:cubicBezTo>
                  <a:pt x="1909407" y="782674"/>
                  <a:pt x="1924249" y="797515"/>
                  <a:pt x="1942557" y="797515"/>
                </a:cubicBezTo>
                <a:cubicBezTo>
                  <a:pt x="1960865" y="797515"/>
                  <a:pt x="1975706" y="782674"/>
                  <a:pt x="1975706" y="764366"/>
                </a:cubicBezTo>
                <a:cubicBezTo>
                  <a:pt x="1975706" y="746058"/>
                  <a:pt x="1960865" y="731216"/>
                  <a:pt x="1942557" y="731216"/>
                </a:cubicBezTo>
                <a:cubicBezTo>
                  <a:pt x="1924249" y="731216"/>
                  <a:pt x="1909407" y="746058"/>
                  <a:pt x="1909407" y="764366"/>
                </a:cubicBezTo>
                <a:moveTo>
                  <a:pt x="2036701" y="764541"/>
                </a:moveTo>
                <a:cubicBezTo>
                  <a:pt x="2036701" y="782849"/>
                  <a:pt x="2051543" y="797690"/>
                  <a:pt x="2069851" y="797690"/>
                </a:cubicBezTo>
                <a:cubicBezTo>
                  <a:pt x="2088159" y="797690"/>
                  <a:pt x="2103000" y="782849"/>
                  <a:pt x="2103000" y="764541"/>
                </a:cubicBezTo>
                <a:cubicBezTo>
                  <a:pt x="2103000" y="746233"/>
                  <a:pt x="2088159" y="731391"/>
                  <a:pt x="2069851" y="731391"/>
                </a:cubicBezTo>
                <a:cubicBezTo>
                  <a:pt x="2051543" y="731391"/>
                  <a:pt x="2036701" y="746233"/>
                  <a:pt x="2036701" y="764541"/>
                </a:cubicBezTo>
                <a:moveTo>
                  <a:pt x="2163995" y="764760"/>
                </a:moveTo>
                <a:cubicBezTo>
                  <a:pt x="2163995" y="783068"/>
                  <a:pt x="2178837" y="797910"/>
                  <a:pt x="2197144" y="797910"/>
                </a:cubicBezTo>
                <a:cubicBezTo>
                  <a:pt x="2215452" y="797910"/>
                  <a:pt x="2230294" y="783068"/>
                  <a:pt x="2230294" y="764760"/>
                </a:cubicBezTo>
                <a:cubicBezTo>
                  <a:pt x="2230294" y="746452"/>
                  <a:pt x="2215452" y="731611"/>
                  <a:pt x="2197144" y="731611"/>
                </a:cubicBezTo>
                <a:cubicBezTo>
                  <a:pt x="2178837" y="731611"/>
                  <a:pt x="2163995" y="746452"/>
                  <a:pt x="2163995" y="764760"/>
                </a:cubicBezTo>
                <a:moveTo>
                  <a:pt x="2291289" y="1112822"/>
                </a:moveTo>
                <a:cubicBezTo>
                  <a:pt x="2291289" y="1131130"/>
                  <a:pt x="2306130" y="1145972"/>
                  <a:pt x="2324438" y="1145972"/>
                </a:cubicBezTo>
                <a:cubicBezTo>
                  <a:pt x="2342746" y="1145972"/>
                  <a:pt x="2357588" y="1131130"/>
                  <a:pt x="2357588" y="1112822"/>
                </a:cubicBezTo>
                <a:cubicBezTo>
                  <a:pt x="2357588" y="1094514"/>
                  <a:pt x="2342746" y="1079673"/>
                  <a:pt x="2324438" y="1079673"/>
                </a:cubicBezTo>
                <a:cubicBezTo>
                  <a:pt x="2306130" y="1079673"/>
                  <a:pt x="2291289" y="1094514"/>
                  <a:pt x="2291289" y="1112822"/>
                </a:cubicBezTo>
                <a:moveTo>
                  <a:pt x="2418583" y="1107949"/>
                </a:moveTo>
                <a:cubicBezTo>
                  <a:pt x="2418583" y="1126256"/>
                  <a:pt x="2433424" y="1141098"/>
                  <a:pt x="2451732" y="1141098"/>
                </a:cubicBezTo>
                <a:cubicBezTo>
                  <a:pt x="2470040" y="1141098"/>
                  <a:pt x="2484881" y="1126256"/>
                  <a:pt x="2484881" y="1107949"/>
                </a:cubicBezTo>
                <a:cubicBezTo>
                  <a:pt x="2484881" y="1089641"/>
                  <a:pt x="2470040" y="1074799"/>
                  <a:pt x="2451732" y="1074799"/>
                </a:cubicBezTo>
                <a:cubicBezTo>
                  <a:pt x="2433424" y="1074799"/>
                  <a:pt x="2418583" y="1089641"/>
                  <a:pt x="2418583" y="1107949"/>
                </a:cubicBezTo>
                <a:moveTo>
                  <a:pt x="2545876" y="1107253"/>
                </a:moveTo>
                <a:cubicBezTo>
                  <a:pt x="2545876" y="1125561"/>
                  <a:pt x="2560718" y="1140403"/>
                  <a:pt x="2579026" y="1140403"/>
                </a:cubicBezTo>
                <a:cubicBezTo>
                  <a:pt x="2597334" y="1140403"/>
                  <a:pt x="2612175" y="1125561"/>
                  <a:pt x="2612175" y="1107253"/>
                </a:cubicBezTo>
                <a:cubicBezTo>
                  <a:pt x="2612175" y="1088945"/>
                  <a:pt x="2597334" y="1074104"/>
                  <a:pt x="2579026" y="1074104"/>
                </a:cubicBezTo>
                <a:cubicBezTo>
                  <a:pt x="2560718" y="1074104"/>
                  <a:pt x="2545876" y="1088945"/>
                  <a:pt x="2545876" y="1107253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2"/>
                  <a:pt x="2724628" y="0"/>
                  <a:pt x="2706320" y="0"/>
                </a:cubicBezTo>
                <a:cubicBezTo>
                  <a:pt x="2688012" y="0"/>
                  <a:pt x="2673170" y="14842"/>
                  <a:pt x="2673170" y="33149"/>
                </a:cubicBezTo>
                <a:moveTo>
                  <a:pt x="2800464" y="517170"/>
                </a:moveTo>
                <a:cubicBezTo>
                  <a:pt x="2800464" y="535477"/>
                  <a:pt x="2815306" y="550319"/>
                  <a:pt x="2833614" y="550319"/>
                </a:cubicBezTo>
                <a:cubicBezTo>
                  <a:pt x="2851921" y="550319"/>
                  <a:pt x="2866763" y="535477"/>
                  <a:pt x="2866763" y="517170"/>
                </a:cubicBezTo>
                <a:cubicBezTo>
                  <a:pt x="2866763" y="498862"/>
                  <a:pt x="2851921" y="484020"/>
                  <a:pt x="2833614" y="484020"/>
                </a:cubicBezTo>
                <a:cubicBezTo>
                  <a:pt x="2815306" y="484020"/>
                  <a:pt x="2800464" y="498862"/>
                  <a:pt x="2800464" y="517170"/>
                </a:cubicBezTo>
                <a:close/>
              </a:path>
            </a:pathLst>
          </a:custGeom>
          <a:solidFill xmlns:a="http://schemas.openxmlformats.org/drawingml/2006/main">
            <a:srgbClr val="C6C6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D79E1B-4F2D-4C02-BDE9-FB6EBBF0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1442769"/>
            <a:ext cx="2800464" cy="756212"/>
          </a:xfrm>
          <a:custGeom xmlns:a="http://schemas.openxmlformats.org/drawingml/2006/main">
            <a:pathLst>
              <a:path w="2800464" h="756212" fill="none">
                <a:moveTo>
                  <a:pt x="0" y="651906"/>
                </a:moveTo>
                <a:lnTo>
                  <a:pt x="127294" y="0"/>
                </a:lnTo>
                <a:lnTo>
                  <a:pt x="254588" y="635356"/>
                </a:lnTo>
                <a:lnTo>
                  <a:pt x="381881" y="411698"/>
                </a:lnTo>
                <a:lnTo>
                  <a:pt x="509175" y="532570"/>
                </a:lnTo>
                <a:lnTo>
                  <a:pt x="636469" y="401640"/>
                </a:lnTo>
                <a:lnTo>
                  <a:pt x="763763" y="556565"/>
                </a:lnTo>
                <a:lnTo>
                  <a:pt x="891057" y="394142"/>
                </a:lnTo>
                <a:lnTo>
                  <a:pt x="1018350" y="469628"/>
                </a:lnTo>
                <a:lnTo>
                  <a:pt x="1145644" y="414745"/>
                </a:lnTo>
                <a:lnTo>
                  <a:pt x="1272938" y="418114"/>
                </a:lnTo>
                <a:lnTo>
                  <a:pt x="1400232" y="242552"/>
                </a:lnTo>
                <a:lnTo>
                  <a:pt x="1527526" y="209741"/>
                </a:lnTo>
                <a:lnTo>
                  <a:pt x="1654819" y="424187"/>
                </a:lnTo>
                <a:lnTo>
                  <a:pt x="1782113" y="550552"/>
                </a:lnTo>
                <a:lnTo>
                  <a:pt x="1909407" y="548254"/>
                </a:lnTo>
                <a:lnTo>
                  <a:pt x="2036701" y="547789"/>
                </a:lnTo>
                <a:lnTo>
                  <a:pt x="2163995" y="547568"/>
                </a:lnTo>
                <a:lnTo>
                  <a:pt x="2291289" y="753103"/>
                </a:lnTo>
                <a:lnTo>
                  <a:pt x="2418582" y="750083"/>
                </a:lnTo>
                <a:lnTo>
                  <a:pt x="2545876" y="748077"/>
                </a:lnTo>
                <a:lnTo>
                  <a:pt x="2673170" y="136728"/>
                </a:lnTo>
                <a:lnTo>
                  <a:pt x="2800464" y="756212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C6C6C6"/>
            </a:solidFill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E4CCC-0BA4-4259-BE1A-E657A565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1409619"/>
            <a:ext cx="2866763" cy="822510"/>
          </a:xfrm>
          <a:custGeom xmlns:a="http://schemas.openxmlformats.org/drawingml/2006/main">
            <a:pathLst>
              <a:path w="2866763" h="822510">
                <a:moveTo>
                  <a:pt x="0" y="685055"/>
                </a:moveTo>
                <a:cubicBezTo>
                  <a:pt x="0" y="703363"/>
                  <a:pt x="14841" y="718205"/>
                  <a:pt x="33149" y="718205"/>
                </a:cubicBezTo>
                <a:cubicBezTo>
                  <a:pt x="51457" y="718205"/>
                  <a:pt x="66299" y="703363"/>
                  <a:pt x="66299" y="685055"/>
                </a:cubicBezTo>
                <a:cubicBezTo>
                  <a:pt x="66299" y="666748"/>
                  <a:pt x="51457" y="651906"/>
                  <a:pt x="33149" y="651906"/>
                </a:cubicBezTo>
                <a:cubicBezTo>
                  <a:pt x="14841" y="651906"/>
                  <a:pt x="0" y="666748"/>
                  <a:pt x="0" y="685055"/>
                </a:cubicBezTo>
                <a:moveTo>
                  <a:pt x="127294" y="33149"/>
                </a:moveTo>
                <a:cubicBezTo>
                  <a:pt x="127294" y="51457"/>
                  <a:pt x="142135" y="66299"/>
                  <a:pt x="160443" y="66299"/>
                </a:cubicBezTo>
                <a:cubicBezTo>
                  <a:pt x="178751" y="66299"/>
                  <a:pt x="193592" y="51457"/>
                  <a:pt x="193592" y="33149"/>
                </a:cubicBezTo>
                <a:cubicBezTo>
                  <a:pt x="193592" y="14841"/>
                  <a:pt x="178751" y="0"/>
                  <a:pt x="160443" y="0"/>
                </a:cubicBezTo>
                <a:cubicBezTo>
                  <a:pt x="142135" y="0"/>
                  <a:pt x="127294" y="14841"/>
                  <a:pt x="127294" y="33149"/>
                </a:cubicBezTo>
                <a:moveTo>
                  <a:pt x="254588" y="668506"/>
                </a:moveTo>
                <a:cubicBezTo>
                  <a:pt x="254588" y="686814"/>
                  <a:pt x="269429" y="701655"/>
                  <a:pt x="287737" y="701655"/>
                </a:cubicBezTo>
                <a:cubicBezTo>
                  <a:pt x="306045" y="701655"/>
                  <a:pt x="320886" y="686814"/>
                  <a:pt x="320886" y="668506"/>
                </a:cubicBezTo>
                <a:cubicBezTo>
                  <a:pt x="320886" y="650198"/>
                  <a:pt x="306045" y="635356"/>
                  <a:pt x="287737" y="635356"/>
                </a:cubicBezTo>
                <a:cubicBezTo>
                  <a:pt x="269429" y="635356"/>
                  <a:pt x="254588" y="650198"/>
                  <a:pt x="254588" y="668506"/>
                </a:cubicBezTo>
                <a:moveTo>
                  <a:pt x="381881" y="444847"/>
                </a:moveTo>
                <a:cubicBezTo>
                  <a:pt x="381881" y="463155"/>
                  <a:pt x="396723" y="477996"/>
                  <a:pt x="415031" y="477996"/>
                </a:cubicBezTo>
                <a:cubicBezTo>
                  <a:pt x="433339" y="477996"/>
                  <a:pt x="448180" y="463155"/>
                  <a:pt x="448180" y="444847"/>
                </a:cubicBezTo>
                <a:cubicBezTo>
                  <a:pt x="448180" y="426539"/>
                  <a:pt x="433339" y="411698"/>
                  <a:pt x="415031" y="411698"/>
                </a:cubicBezTo>
                <a:cubicBezTo>
                  <a:pt x="396723" y="411698"/>
                  <a:pt x="381881" y="426539"/>
                  <a:pt x="381881" y="444847"/>
                </a:cubicBezTo>
                <a:moveTo>
                  <a:pt x="509175" y="565720"/>
                </a:moveTo>
                <a:cubicBezTo>
                  <a:pt x="509175" y="584028"/>
                  <a:pt x="524017" y="598869"/>
                  <a:pt x="542324" y="598869"/>
                </a:cubicBezTo>
                <a:cubicBezTo>
                  <a:pt x="560632" y="598869"/>
                  <a:pt x="575474" y="584028"/>
                  <a:pt x="575474" y="565720"/>
                </a:cubicBezTo>
                <a:cubicBezTo>
                  <a:pt x="575474" y="547412"/>
                  <a:pt x="560632" y="532570"/>
                  <a:pt x="542324" y="532570"/>
                </a:cubicBezTo>
                <a:cubicBezTo>
                  <a:pt x="524017" y="532570"/>
                  <a:pt x="509175" y="547412"/>
                  <a:pt x="509175" y="565720"/>
                </a:cubicBezTo>
                <a:moveTo>
                  <a:pt x="636469" y="434789"/>
                </a:moveTo>
                <a:cubicBezTo>
                  <a:pt x="636469" y="453097"/>
                  <a:pt x="651310" y="467939"/>
                  <a:pt x="669618" y="467939"/>
                </a:cubicBezTo>
                <a:cubicBezTo>
                  <a:pt x="687926" y="467939"/>
                  <a:pt x="702768" y="453097"/>
                  <a:pt x="702768" y="434789"/>
                </a:cubicBezTo>
                <a:cubicBezTo>
                  <a:pt x="702768" y="416481"/>
                  <a:pt x="687926" y="401640"/>
                  <a:pt x="669618" y="401640"/>
                </a:cubicBezTo>
                <a:cubicBezTo>
                  <a:pt x="651310" y="401640"/>
                  <a:pt x="636469" y="416481"/>
                  <a:pt x="636469" y="434789"/>
                </a:cubicBezTo>
                <a:moveTo>
                  <a:pt x="763763" y="589715"/>
                </a:moveTo>
                <a:cubicBezTo>
                  <a:pt x="763763" y="608023"/>
                  <a:pt x="778604" y="622864"/>
                  <a:pt x="796912" y="622864"/>
                </a:cubicBezTo>
                <a:cubicBezTo>
                  <a:pt x="815220" y="622864"/>
                  <a:pt x="830061" y="608023"/>
                  <a:pt x="830061" y="589715"/>
                </a:cubicBezTo>
                <a:cubicBezTo>
                  <a:pt x="830061" y="571407"/>
                  <a:pt x="815220" y="556565"/>
                  <a:pt x="796912" y="556565"/>
                </a:cubicBezTo>
                <a:cubicBezTo>
                  <a:pt x="778604" y="556565"/>
                  <a:pt x="763763" y="571407"/>
                  <a:pt x="763763" y="589715"/>
                </a:cubicBezTo>
                <a:moveTo>
                  <a:pt x="891057" y="427291"/>
                </a:moveTo>
                <a:cubicBezTo>
                  <a:pt x="891057" y="445599"/>
                  <a:pt x="905898" y="460440"/>
                  <a:pt x="924206" y="460440"/>
                </a:cubicBezTo>
                <a:cubicBezTo>
                  <a:pt x="942514" y="460440"/>
                  <a:pt x="957356" y="445599"/>
                  <a:pt x="957356" y="427291"/>
                </a:cubicBezTo>
                <a:cubicBezTo>
                  <a:pt x="957356" y="408983"/>
                  <a:pt x="942514" y="394142"/>
                  <a:pt x="924206" y="394142"/>
                </a:cubicBezTo>
                <a:cubicBezTo>
                  <a:pt x="905898" y="394142"/>
                  <a:pt x="891057" y="408983"/>
                  <a:pt x="891057" y="427291"/>
                </a:cubicBezTo>
                <a:moveTo>
                  <a:pt x="1018350" y="502777"/>
                </a:moveTo>
                <a:cubicBezTo>
                  <a:pt x="1018350" y="521085"/>
                  <a:pt x="1033192" y="535926"/>
                  <a:pt x="1051500" y="535926"/>
                </a:cubicBezTo>
                <a:cubicBezTo>
                  <a:pt x="1069808" y="535926"/>
                  <a:pt x="1084649" y="521085"/>
                  <a:pt x="1084649" y="502777"/>
                </a:cubicBezTo>
                <a:cubicBezTo>
                  <a:pt x="1084649" y="484469"/>
                  <a:pt x="1069808" y="469628"/>
                  <a:pt x="1051500" y="469628"/>
                </a:cubicBezTo>
                <a:cubicBezTo>
                  <a:pt x="1033192" y="469628"/>
                  <a:pt x="1018350" y="484469"/>
                  <a:pt x="1018350" y="502777"/>
                </a:cubicBezTo>
                <a:moveTo>
                  <a:pt x="1145644" y="447894"/>
                </a:moveTo>
                <a:cubicBezTo>
                  <a:pt x="1145644" y="466202"/>
                  <a:pt x="1160486" y="481044"/>
                  <a:pt x="1178793" y="481044"/>
                </a:cubicBezTo>
                <a:cubicBezTo>
                  <a:pt x="1197101" y="481044"/>
                  <a:pt x="1211943" y="466202"/>
                  <a:pt x="1211943" y="447894"/>
                </a:cubicBezTo>
                <a:cubicBezTo>
                  <a:pt x="1211943" y="429586"/>
                  <a:pt x="1197101" y="414745"/>
                  <a:pt x="1178793" y="414745"/>
                </a:cubicBezTo>
                <a:cubicBezTo>
                  <a:pt x="1160486" y="414745"/>
                  <a:pt x="1145644" y="429586"/>
                  <a:pt x="1145644" y="447894"/>
                </a:cubicBezTo>
                <a:moveTo>
                  <a:pt x="1272938" y="451263"/>
                </a:moveTo>
                <a:cubicBezTo>
                  <a:pt x="1272938" y="469571"/>
                  <a:pt x="1287780" y="484413"/>
                  <a:pt x="1306087" y="484413"/>
                </a:cubicBezTo>
                <a:cubicBezTo>
                  <a:pt x="1324395" y="484413"/>
                  <a:pt x="1339237" y="469571"/>
                  <a:pt x="1339237" y="451263"/>
                </a:cubicBezTo>
                <a:cubicBezTo>
                  <a:pt x="1339237" y="432955"/>
                  <a:pt x="1324395" y="418114"/>
                  <a:pt x="1306087" y="418114"/>
                </a:cubicBezTo>
                <a:cubicBezTo>
                  <a:pt x="1287780" y="418114"/>
                  <a:pt x="1272938" y="432955"/>
                  <a:pt x="1272938" y="451263"/>
                </a:cubicBezTo>
                <a:moveTo>
                  <a:pt x="1400232" y="275701"/>
                </a:moveTo>
                <a:cubicBezTo>
                  <a:pt x="1400232" y="294009"/>
                  <a:pt x="1415073" y="308851"/>
                  <a:pt x="1433381" y="308851"/>
                </a:cubicBezTo>
                <a:cubicBezTo>
                  <a:pt x="1451689" y="308851"/>
                  <a:pt x="1466531" y="294009"/>
                  <a:pt x="1466531" y="275701"/>
                </a:cubicBezTo>
                <a:cubicBezTo>
                  <a:pt x="1466531" y="257393"/>
                  <a:pt x="1451689" y="242552"/>
                  <a:pt x="1433381" y="242552"/>
                </a:cubicBezTo>
                <a:cubicBezTo>
                  <a:pt x="1415073" y="242552"/>
                  <a:pt x="1400232" y="257393"/>
                  <a:pt x="1400232" y="275701"/>
                </a:cubicBezTo>
                <a:moveTo>
                  <a:pt x="1527526" y="242891"/>
                </a:moveTo>
                <a:cubicBezTo>
                  <a:pt x="1527526" y="261198"/>
                  <a:pt x="1542367" y="276040"/>
                  <a:pt x="1560675" y="276040"/>
                </a:cubicBezTo>
                <a:cubicBezTo>
                  <a:pt x="1578983" y="276040"/>
                  <a:pt x="1593825" y="261198"/>
                  <a:pt x="1593825" y="242891"/>
                </a:cubicBezTo>
                <a:cubicBezTo>
                  <a:pt x="1593825" y="224583"/>
                  <a:pt x="1578983" y="209741"/>
                  <a:pt x="1560675" y="209741"/>
                </a:cubicBezTo>
                <a:cubicBezTo>
                  <a:pt x="1542367" y="209741"/>
                  <a:pt x="1527526" y="224583"/>
                  <a:pt x="1527526" y="242891"/>
                </a:cubicBezTo>
                <a:moveTo>
                  <a:pt x="1654819" y="457336"/>
                </a:moveTo>
                <a:cubicBezTo>
                  <a:pt x="1654819" y="475644"/>
                  <a:pt x="1669661" y="490485"/>
                  <a:pt x="1687969" y="490485"/>
                </a:cubicBezTo>
                <a:cubicBezTo>
                  <a:pt x="1706276" y="490485"/>
                  <a:pt x="1721118" y="475644"/>
                  <a:pt x="1721118" y="457336"/>
                </a:cubicBezTo>
                <a:cubicBezTo>
                  <a:pt x="1721118" y="439028"/>
                  <a:pt x="1706276" y="424187"/>
                  <a:pt x="1687969" y="424187"/>
                </a:cubicBezTo>
                <a:cubicBezTo>
                  <a:pt x="1669661" y="424187"/>
                  <a:pt x="1654819" y="439028"/>
                  <a:pt x="1654819" y="457336"/>
                </a:cubicBezTo>
                <a:moveTo>
                  <a:pt x="1782113" y="583701"/>
                </a:moveTo>
                <a:cubicBezTo>
                  <a:pt x="1782113" y="602009"/>
                  <a:pt x="1796955" y="616851"/>
                  <a:pt x="1815263" y="616851"/>
                </a:cubicBezTo>
                <a:cubicBezTo>
                  <a:pt x="1833571" y="616851"/>
                  <a:pt x="1848412" y="602009"/>
                  <a:pt x="1848412" y="583701"/>
                </a:cubicBezTo>
                <a:cubicBezTo>
                  <a:pt x="1848412" y="565394"/>
                  <a:pt x="1833571" y="550552"/>
                  <a:pt x="1815263" y="550552"/>
                </a:cubicBezTo>
                <a:cubicBezTo>
                  <a:pt x="1796955" y="550552"/>
                  <a:pt x="1782113" y="565394"/>
                  <a:pt x="1782113" y="583701"/>
                </a:cubicBezTo>
                <a:moveTo>
                  <a:pt x="1909407" y="581403"/>
                </a:moveTo>
                <a:cubicBezTo>
                  <a:pt x="1909407" y="599711"/>
                  <a:pt x="1924249" y="614552"/>
                  <a:pt x="1942557" y="614552"/>
                </a:cubicBezTo>
                <a:cubicBezTo>
                  <a:pt x="1960865" y="614552"/>
                  <a:pt x="1975706" y="599711"/>
                  <a:pt x="1975706" y="581403"/>
                </a:cubicBezTo>
                <a:cubicBezTo>
                  <a:pt x="1975706" y="563095"/>
                  <a:pt x="1960865" y="548254"/>
                  <a:pt x="1942557" y="548254"/>
                </a:cubicBezTo>
                <a:cubicBezTo>
                  <a:pt x="1924249" y="548254"/>
                  <a:pt x="1909407" y="563095"/>
                  <a:pt x="1909407" y="581403"/>
                </a:cubicBezTo>
                <a:moveTo>
                  <a:pt x="2036701" y="580938"/>
                </a:moveTo>
                <a:cubicBezTo>
                  <a:pt x="2036701" y="599246"/>
                  <a:pt x="2051543" y="614087"/>
                  <a:pt x="2069850" y="614087"/>
                </a:cubicBezTo>
                <a:cubicBezTo>
                  <a:pt x="2088159" y="614087"/>
                  <a:pt x="2103000" y="599246"/>
                  <a:pt x="2103000" y="580938"/>
                </a:cubicBezTo>
                <a:cubicBezTo>
                  <a:pt x="2103000" y="562630"/>
                  <a:pt x="2088159" y="547789"/>
                  <a:pt x="2069850" y="547789"/>
                </a:cubicBezTo>
                <a:cubicBezTo>
                  <a:pt x="2051543" y="547789"/>
                  <a:pt x="2036701" y="562630"/>
                  <a:pt x="2036701" y="580938"/>
                </a:cubicBezTo>
                <a:moveTo>
                  <a:pt x="2163995" y="580718"/>
                </a:moveTo>
                <a:cubicBezTo>
                  <a:pt x="2163995" y="599026"/>
                  <a:pt x="2178836" y="613867"/>
                  <a:pt x="2197144" y="613867"/>
                </a:cubicBezTo>
                <a:cubicBezTo>
                  <a:pt x="2215452" y="613867"/>
                  <a:pt x="2230294" y="599026"/>
                  <a:pt x="2230294" y="580718"/>
                </a:cubicBezTo>
                <a:cubicBezTo>
                  <a:pt x="2230294" y="562410"/>
                  <a:pt x="2215452" y="547568"/>
                  <a:pt x="2197144" y="547568"/>
                </a:cubicBezTo>
                <a:cubicBezTo>
                  <a:pt x="2178836" y="547568"/>
                  <a:pt x="2163995" y="562410"/>
                  <a:pt x="2163995" y="580718"/>
                </a:cubicBezTo>
                <a:moveTo>
                  <a:pt x="2291289" y="786252"/>
                </a:moveTo>
                <a:cubicBezTo>
                  <a:pt x="2291289" y="804560"/>
                  <a:pt x="2306130" y="819402"/>
                  <a:pt x="2324438" y="819402"/>
                </a:cubicBezTo>
                <a:cubicBezTo>
                  <a:pt x="2342746" y="819402"/>
                  <a:pt x="2357587" y="804560"/>
                  <a:pt x="2357587" y="786252"/>
                </a:cubicBezTo>
                <a:cubicBezTo>
                  <a:pt x="2357587" y="767944"/>
                  <a:pt x="2342746" y="753103"/>
                  <a:pt x="2324438" y="753103"/>
                </a:cubicBezTo>
                <a:cubicBezTo>
                  <a:pt x="2306130" y="753103"/>
                  <a:pt x="2291289" y="767944"/>
                  <a:pt x="2291289" y="786252"/>
                </a:cubicBezTo>
                <a:moveTo>
                  <a:pt x="2418582" y="783232"/>
                </a:moveTo>
                <a:cubicBezTo>
                  <a:pt x="2418582" y="801540"/>
                  <a:pt x="2433424" y="816381"/>
                  <a:pt x="2451732" y="816381"/>
                </a:cubicBezTo>
                <a:cubicBezTo>
                  <a:pt x="2470040" y="816381"/>
                  <a:pt x="2484881" y="801540"/>
                  <a:pt x="2484881" y="783232"/>
                </a:cubicBezTo>
                <a:cubicBezTo>
                  <a:pt x="2484881" y="764924"/>
                  <a:pt x="2470040" y="750083"/>
                  <a:pt x="2451732" y="750083"/>
                </a:cubicBezTo>
                <a:cubicBezTo>
                  <a:pt x="2433424" y="750083"/>
                  <a:pt x="2418582" y="764924"/>
                  <a:pt x="2418582" y="783232"/>
                </a:cubicBezTo>
                <a:moveTo>
                  <a:pt x="2545876" y="781226"/>
                </a:moveTo>
                <a:cubicBezTo>
                  <a:pt x="2545876" y="799534"/>
                  <a:pt x="2560718" y="814376"/>
                  <a:pt x="2579026" y="814376"/>
                </a:cubicBezTo>
                <a:cubicBezTo>
                  <a:pt x="2597334" y="814376"/>
                  <a:pt x="2612175" y="799534"/>
                  <a:pt x="2612175" y="781226"/>
                </a:cubicBezTo>
                <a:cubicBezTo>
                  <a:pt x="2612175" y="762918"/>
                  <a:pt x="2597334" y="748077"/>
                  <a:pt x="2579026" y="748077"/>
                </a:cubicBezTo>
                <a:cubicBezTo>
                  <a:pt x="2560718" y="748077"/>
                  <a:pt x="2545876" y="762918"/>
                  <a:pt x="2545876" y="781226"/>
                </a:cubicBezTo>
                <a:moveTo>
                  <a:pt x="2673170" y="169878"/>
                </a:moveTo>
                <a:cubicBezTo>
                  <a:pt x="2673170" y="188186"/>
                  <a:pt x="2688012" y="203027"/>
                  <a:pt x="2706319" y="203027"/>
                </a:cubicBezTo>
                <a:cubicBezTo>
                  <a:pt x="2724628" y="203027"/>
                  <a:pt x="2739469" y="188186"/>
                  <a:pt x="2739469" y="169878"/>
                </a:cubicBezTo>
                <a:cubicBezTo>
                  <a:pt x="2739469" y="151570"/>
                  <a:pt x="2724628" y="136728"/>
                  <a:pt x="2706319" y="136728"/>
                </a:cubicBezTo>
                <a:cubicBezTo>
                  <a:pt x="2688012" y="136728"/>
                  <a:pt x="2673170" y="151570"/>
                  <a:pt x="2673170" y="169878"/>
                </a:cubicBezTo>
                <a:moveTo>
                  <a:pt x="2800464" y="789361"/>
                </a:moveTo>
                <a:cubicBezTo>
                  <a:pt x="2800464" y="807669"/>
                  <a:pt x="2815306" y="822510"/>
                  <a:pt x="2833613" y="822510"/>
                </a:cubicBezTo>
                <a:cubicBezTo>
                  <a:pt x="2851922" y="822510"/>
                  <a:pt x="2866763" y="807669"/>
                  <a:pt x="2866763" y="789361"/>
                </a:cubicBezTo>
                <a:cubicBezTo>
                  <a:pt x="2866763" y="771053"/>
                  <a:pt x="2851922" y="756212"/>
                  <a:pt x="2833613" y="756212"/>
                </a:cubicBezTo>
                <a:cubicBezTo>
                  <a:pt x="2815306" y="756212"/>
                  <a:pt x="2800464" y="771053"/>
                  <a:pt x="2800464" y="789361"/>
                </a:cubicBezTo>
                <a:close/>
              </a:path>
            </a:pathLst>
          </a:custGeom>
          <a:solidFill xmlns:a="http://schemas.openxmlformats.org/drawingml/2006/main">
            <a:srgbClr val="C6C6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81081F-02CA-4A56-B291-914F55A8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2969034"/>
            <a:ext cx="2800464" cy="1260071"/>
          </a:xfrm>
          <a:custGeom xmlns:a="http://schemas.openxmlformats.org/drawingml/2006/main">
            <a:pathLst>
              <a:path w="2800464" h="1260071" fill="none">
                <a:moveTo>
                  <a:pt x="0" y="1066850"/>
                </a:moveTo>
                <a:lnTo>
                  <a:pt x="127294" y="793588"/>
                </a:lnTo>
                <a:lnTo>
                  <a:pt x="254588" y="1070845"/>
                </a:lnTo>
                <a:lnTo>
                  <a:pt x="381881" y="642859"/>
                </a:lnTo>
                <a:lnTo>
                  <a:pt x="509175" y="651066"/>
                </a:lnTo>
                <a:lnTo>
                  <a:pt x="636469" y="638976"/>
                </a:lnTo>
                <a:lnTo>
                  <a:pt x="763763" y="675643"/>
                </a:lnTo>
                <a:lnTo>
                  <a:pt x="891057" y="576273"/>
                </a:lnTo>
                <a:lnTo>
                  <a:pt x="1018351" y="630947"/>
                </a:lnTo>
                <a:lnTo>
                  <a:pt x="1145644" y="694046"/>
                </a:lnTo>
                <a:lnTo>
                  <a:pt x="1272938" y="695310"/>
                </a:lnTo>
                <a:lnTo>
                  <a:pt x="1400232" y="545648"/>
                </a:lnTo>
                <a:lnTo>
                  <a:pt x="1527526" y="492708"/>
                </a:lnTo>
                <a:lnTo>
                  <a:pt x="1654820" y="585819"/>
                </a:lnTo>
                <a:lnTo>
                  <a:pt x="1782114" y="716478"/>
                </a:lnTo>
                <a:lnTo>
                  <a:pt x="1909407" y="713306"/>
                </a:lnTo>
                <a:lnTo>
                  <a:pt x="2036701" y="715081"/>
                </a:lnTo>
                <a:lnTo>
                  <a:pt x="2163995" y="721447"/>
                </a:lnTo>
                <a:lnTo>
                  <a:pt x="2291289" y="1226572"/>
                </a:lnTo>
                <a:lnTo>
                  <a:pt x="2418583" y="1219528"/>
                </a:lnTo>
                <a:lnTo>
                  <a:pt x="2545876" y="1218132"/>
                </a:lnTo>
                <a:lnTo>
                  <a:pt x="2673170" y="0"/>
                </a:lnTo>
                <a:lnTo>
                  <a:pt x="2800464" y="1260071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C6C6C6"/>
            </a:solidFill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EAC4B7-C997-498B-AC14-4B2864B4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2935884"/>
            <a:ext cx="2866763" cy="1326370"/>
          </a:xfrm>
          <a:custGeom xmlns:a="http://schemas.openxmlformats.org/drawingml/2006/main">
            <a:pathLst>
              <a:path w="2866763" h="1326370">
                <a:moveTo>
                  <a:pt x="0" y="1100000"/>
                </a:moveTo>
                <a:cubicBezTo>
                  <a:pt x="0" y="1118308"/>
                  <a:pt x="14841" y="1133149"/>
                  <a:pt x="33149" y="1133149"/>
                </a:cubicBezTo>
                <a:cubicBezTo>
                  <a:pt x="51457" y="1133149"/>
                  <a:pt x="66299" y="1118308"/>
                  <a:pt x="66299" y="1100000"/>
                </a:cubicBezTo>
                <a:cubicBezTo>
                  <a:pt x="66299" y="1081692"/>
                  <a:pt x="51457" y="1066850"/>
                  <a:pt x="33149" y="1066850"/>
                </a:cubicBezTo>
                <a:cubicBezTo>
                  <a:pt x="14841" y="1066850"/>
                  <a:pt x="0" y="1081692"/>
                  <a:pt x="0" y="1100000"/>
                </a:cubicBezTo>
                <a:moveTo>
                  <a:pt x="127294" y="826737"/>
                </a:moveTo>
                <a:cubicBezTo>
                  <a:pt x="127294" y="845045"/>
                  <a:pt x="142135" y="859887"/>
                  <a:pt x="160443" y="859887"/>
                </a:cubicBezTo>
                <a:cubicBezTo>
                  <a:pt x="178751" y="859887"/>
                  <a:pt x="193593" y="845045"/>
                  <a:pt x="193593" y="826737"/>
                </a:cubicBezTo>
                <a:cubicBezTo>
                  <a:pt x="193593" y="808430"/>
                  <a:pt x="178751" y="793588"/>
                  <a:pt x="160443" y="793588"/>
                </a:cubicBezTo>
                <a:cubicBezTo>
                  <a:pt x="142135" y="793588"/>
                  <a:pt x="127294" y="808430"/>
                  <a:pt x="127294" y="826737"/>
                </a:cubicBezTo>
                <a:moveTo>
                  <a:pt x="254588" y="1103995"/>
                </a:moveTo>
                <a:cubicBezTo>
                  <a:pt x="254588" y="1122303"/>
                  <a:pt x="269429" y="1137144"/>
                  <a:pt x="287737" y="1137144"/>
                </a:cubicBezTo>
                <a:cubicBezTo>
                  <a:pt x="306045" y="1137144"/>
                  <a:pt x="320886" y="1122303"/>
                  <a:pt x="320886" y="1103995"/>
                </a:cubicBezTo>
                <a:cubicBezTo>
                  <a:pt x="320886" y="1085687"/>
                  <a:pt x="306045" y="1070845"/>
                  <a:pt x="287737" y="1070845"/>
                </a:cubicBezTo>
                <a:cubicBezTo>
                  <a:pt x="269429" y="1070845"/>
                  <a:pt x="254588" y="1085687"/>
                  <a:pt x="254588" y="1103995"/>
                </a:cubicBezTo>
                <a:moveTo>
                  <a:pt x="381881" y="676009"/>
                </a:moveTo>
                <a:cubicBezTo>
                  <a:pt x="381881" y="694317"/>
                  <a:pt x="396723" y="709158"/>
                  <a:pt x="415031" y="709158"/>
                </a:cubicBezTo>
                <a:cubicBezTo>
                  <a:pt x="433339" y="709158"/>
                  <a:pt x="448180" y="694317"/>
                  <a:pt x="448180" y="676009"/>
                </a:cubicBezTo>
                <a:cubicBezTo>
                  <a:pt x="448180" y="657701"/>
                  <a:pt x="433339" y="642859"/>
                  <a:pt x="415031" y="642859"/>
                </a:cubicBezTo>
                <a:cubicBezTo>
                  <a:pt x="396723" y="642859"/>
                  <a:pt x="381881" y="657701"/>
                  <a:pt x="381881" y="676009"/>
                </a:cubicBezTo>
                <a:moveTo>
                  <a:pt x="509175" y="684215"/>
                </a:moveTo>
                <a:cubicBezTo>
                  <a:pt x="509175" y="702523"/>
                  <a:pt x="524017" y="717364"/>
                  <a:pt x="542325" y="717364"/>
                </a:cubicBezTo>
                <a:cubicBezTo>
                  <a:pt x="560633" y="717364"/>
                  <a:pt x="575474" y="702523"/>
                  <a:pt x="575474" y="684215"/>
                </a:cubicBezTo>
                <a:cubicBezTo>
                  <a:pt x="575474" y="665907"/>
                  <a:pt x="560633" y="651066"/>
                  <a:pt x="542325" y="651066"/>
                </a:cubicBezTo>
                <a:cubicBezTo>
                  <a:pt x="524017" y="651066"/>
                  <a:pt x="509175" y="665907"/>
                  <a:pt x="509175" y="684215"/>
                </a:cubicBezTo>
                <a:moveTo>
                  <a:pt x="636469" y="672126"/>
                </a:moveTo>
                <a:cubicBezTo>
                  <a:pt x="636469" y="690434"/>
                  <a:pt x="651311" y="705275"/>
                  <a:pt x="669619" y="705275"/>
                </a:cubicBezTo>
                <a:cubicBezTo>
                  <a:pt x="687926" y="705275"/>
                  <a:pt x="702768" y="690434"/>
                  <a:pt x="702768" y="672126"/>
                </a:cubicBezTo>
                <a:cubicBezTo>
                  <a:pt x="702768" y="653818"/>
                  <a:pt x="687926" y="638976"/>
                  <a:pt x="669619" y="638976"/>
                </a:cubicBezTo>
                <a:cubicBezTo>
                  <a:pt x="651311" y="638976"/>
                  <a:pt x="636469" y="653818"/>
                  <a:pt x="636469" y="672126"/>
                </a:cubicBezTo>
                <a:moveTo>
                  <a:pt x="763763" y="708792"/>
                </a:moveTo>
                <a:cubicBezTo>
                  <a:pt x="763763" y="727100"/>
                  <a:pt x="778605" y="741941"/>
                  <a:pt x="796912" y="741941"/>
                </a:cubicBezTo>
                <a:cubicBezTo>
                  <a:pt x="815220" y="741941"/>
                  <a:pt x="830062" y="727100"/>
                  <a:pt x="830062" y="708792"/>
                </a:cubicBezTo>
                <a:cubicBezTo>
                  <a:pt x="830062" y="690484"/>
                  <a:pt x="815220" y="675643"/>
                  <a:pt x="796912" y="675643"/>
                </a:cubicBezTo>
                <a:cubicBezTo>
                  <a:pt x="778605" y="675643"/>
                  <a:pt x="763763" y="690484"/>
                  <a:pt x="763763" y="708792"/>
                </a:cubicBezTo>
                <a:moveTo>
                  <a:pt x="891057" y="609423"/>
                </a:moveTo>
                <a:cubicBezTo>
                  <a:pt x="891057" y="627731"/>
                  <a:pt x="905898" y="642572"/>
                  <a:pt x="924206" y="642572"/>
                </a:cubicBezTo>
                <a:cubicBezTo>
                  <a:pt x="942514" y="642572"/>
                  <a:pt x="957356" y="627731"/>
                  <a:pt x="957356" y="609423"/>
                </a:cubicBezTo>
                <a:cubicBezTo>
                  <a:pt x="957356" y="591115"/>
                  <a:pt x="942514" y="576273"/>
                  <a:pt x="924206" y="576273"/>
                </a:cubicBezTo>
                <a:cubicBezTo>
                  <a:pt x="905898" y="576273"/>
                  <a:pt x="891057" y="591115"/>
                  <a:pt x="891057" y="609423"/>
                </a:cubicBezTo>
                <a:moveTo>
                  <a:pt x="1018351" y="664096"/>
                </a:moveTo>
                <a:cubicBezTo>
                  <a:pt x="1018351" y="682404"/>
                  <a:pt x="1033192" y="697245"/>
                  <a:pt x="1051500" y="697245"/>
                </a:cubicBezTo>
                <a:cubicBezTo>
                  <a:pt x="1069808" y="697245"/>
                  <a:pt x="1084650" y="682404"/>
                  <a:pt x="1084650" y="664096"/>
                </a:cubicBezTo>
                <a:cubicBezTo>
                  <a:pt x="1084650" y="645788"/>
                  <a:pt x="1069808" y="630947"/>
                  <a:pt x="1051500" y="630947"/>
                </a:cubicBezTo>
                <a:cubicBezTo>
                  <a:pt x="1033192" y="630947"/>
                  <a:pt x="1018351" y="645788"/>
                  <a:pt x="1018351" y="664096"/>
                </a:cubicBezTo>
                <a:moveTo>
                  <a:pt x="1145644" y="727195"/>
                </a:moveTo>
                <a:cubicBezTo>
                  <a:pt x="1145644" y="745503"/>
                  <a:pt x="1160486" y="760345"/>
                  <a:pt x="1178794" y="760345"/>
                </a:cubicBezTo>
                <a:cubicBezTo>
                  <a:pt x="1197102" y="760345"/>
                  <a:pt x="1211943" y="745503"/>
                  <a:pt x="1211943" y="727195"/>
                </a:cubicBezTo>
                <a:cubicBezTo>
                  <a:pt x="1211943" y="708887"/>
                  <a:pt x="1197102" y="694046"/>
                  <a:pt x="1178794" y="694046"/>
                </a:cubicBezTo>
                <a:cubicBezTo>
                  <a:pt x="1160486" y="694046"/>
                  <a:pt x="1145644" y="708887"/>
                  <a:pt x="1145644" y="727195"/>
                </a:cubicBezTo>
                <a:moveTo>
                  <a:pt x="1272938" y="728460"/>
                </a:moveTo>
                <a:cubicBezTo>
                  <a:pt x="1272938" y="746768"/>
                  <a:pt x="1287780" y="761609"/>
                  <a:pt x="1306088" y="761609"/>
                </a:cubicBezTo>
                <a:cubicBezTo>
                  <a:pt x="1324395" y="761609"/>
                  <a:pt x="1339237" y="746768"/>
                  <a:pt x="1339237" y="728460"/>
                </a:cubicBezTo>
                <a:cubicBezTo>
                  <a:pt x="1339237" y="710152"/>
                  <a:pt x="1324395" y="695310"/>
                  <a:pt x="1306088" y="695310"/>
                </a:cubicBezTo>
                <a:cubicBezTo>
                  <a:pt x="1287780" y="695310"/>
                  <a:pt x="1272938" y="710152"/>
                  <a:pt x="1272938" y="728460"/>
                </a:cubicBezTo>
                <a:moveTo>
                  <a:pt x="1400232" y="578797"/>
                </a:moveTo>
                <a:cubicBezTo>
                  <a:pt x="1400232" y="597105"/>
                  <a:pt x="1415074" y="611947"/>
                  <a:pt x="1433381" y="611947"/>
                </a:cubicBezTo>
                <a:cubicBezTo>
                  <a:pt x="1451689" y="611947"/>
                  <a:pt x="1466531" y="597105"/>
                  <a:pt x="1466531" y="578797"/>
                </a:cubicBezTo>
                <a:cubicBezTo>
                  <a:pt x="1466531" y="560490"/>
                  <a:pt x="1451689" y="545648"/>
                  <a:pt x="1433381" y="545648"/>
                </a:cubicBezTo>
                <a:cubicBezTo>
                  <a:pt x="1415074" y="545648"/>
                  <a:pt x="1400232" y="560490"/>
                  <a:pt x="1400232" y="578797"/>
                </a:cubicBezTo>
                <a:moveTo>
                  <a:pt x="1527526" y="525857"/>
                </a:moveTo>
                <a:cubicBezTo>
                  <a:pt x="1527526" y="544165"/>
                  <a:pt x="1542367" y="559007"/>
                  <a:pt x="1560675" y="559007"/>
                </a:cubicBezTo>
                <a:cubicBezTo>
                  <a:pt x="1578983" y="559007"/>
                  <a:pt x="1593825" y="544165"/>
                  <a:pt x="1593825" y="525857"/>
                </a:cubicBezTo>
                <a:cubicBezTo>
                  <a:pt x="1593825" y="507549"/>
                  <a:pt x="1578983" y="492708"/>
                  <a:pt x="1560675" y="492708"/>
                </a:cubicBezTo>
                <a:cubicBezTo>
                  <a:pt x="1542367" y="492708"/>
                  <a:pt x="1527526" y="507549"/>
                  <a:pt x="1527526" y="525857"/>
                </a:cubicBezTo>
                <a:moveTo>
                  <a:pt x="1654820" y="618969"/>
                </a:moveTo>
                <a:cubicBezTo>
                  <a:pt x="1654820" y="637277"/>
                  <a:pt x="1669661" y="652118"/>
                  <a:pt x="1687969" y="652118"/>
                </a:cubicBezTo>
                <a:cubicBezTo>
                  <a:pt x="1706277" y="652118"/>
                  <a:pt x="1721119" y="637277"/>
                  <a:pt x="1721119" y="618969"/>
                </a:cubicBezTo>
                <a:cubicBezTo>
                  <a:pt x="1721119" y="600661"/>
                  <a:pt x="1706277" y="585819"/>
                  <a:pt x="1687969" y="585819"/>
                </a:cubicBezTo>
                <a:cubicBezTo>
                  <a:pt x="1669661" y="585819"/>
                  <a:pt x="1654820" y="600661"/>
                  <a:pt x="1654820" y="618969"/>
                </a:cubicBezTo>
                <a:moveTo>
                  <a:pt x="1782114" y="749627"/>
                </a:moveTo>
                <a:cubicBezTo>
                  <a:pt x="1782114" y="767935"/>
                  <a:pt x="1796955" y="782776"/>
                  <a:pt x="1815263" y="782776"/>
                </a:cubicBezTo>
                <a:cubicBezTo>
                  <a:pt x="1833571" y="782776"/>
                  <a:pt x="1848412" y="767935"/>
                  <a:pt x="1848412" y="749627"/>
                </a:cubicBezTo>
                <a:cubicBezTo>
                  <a:pt x="1848412" y="731319"/>
                  <a:pt x="1833571" y="716478"/>
                  <a:pt x="1815263" y="716478"/>
                </a:cubicBezTo>
                <a:cubicBezTo>
                  <a:pt x="1796955" y="716478"/>
                  <a:pt x="1782114" y="731319"/>
                  <a:pt x="1782114" y="749627"/>
                </a:cubicBezTo>
                <a:moveTo>
                  <a:pt x="1909407" y="746455"/>
                </a:moveTo>
                <a:cubicBezTo>
                  <a:pt x="1909407" y="764763"/>
                  <a:pt x="1924249" y="779605"/>
                  <a:pt x="1942557" y="779605"/>
                </a:cubicBezTo>
                <a:cubicBezTo>
                  <a:pt x="1960865" y="779605"/>
                  <a:pt x="1975706" y="764763"/>
                  <a:pt x="1975706" y="746455"/>
                </a:cubicBezTo>
                <a:cubicBezTo>
                  <a:pt x="1975706" y="728148"/>
                  <a:pt x="1960865" y="713306"/>
                  <a:pt x="1942557" y="713306"/>
                </a:cubicBezTo>
                <a:cubicBezTo>
                  <a:pt x="1924249" y="713306"/>
                  <a:pt x="1909407" y="728148"/>
                  <a:pt x="1909407" y="746455"/>
                </a:cubicBezTo>
                <a:moveTo>
                  <a:pt x="2036701" y="748231"/>
                </a:moveTo>
                <a:cubicBezTo>
                  <a:pt x="2036701" y="766539"/>
                  <a:pt x="2051543" y="781380"/>
                  <a:pt x="2069851" y="781380"/>
                </a:cubicBezTo>
                <a:cubicBezTo>
                  <a:pt x="2088159" y="781380"/>
                  <a:pt x="2103000" y="766539"/>
                  <a:pt x="2103000" y="748231"/>
                </a:cubicBezTo>
                <a:cubicBezTo>
                  <a:pt x="2103000" y="729923"/>
                  <a:pt x="2088159" y="715081"/>
                  <a:pt x="2069851" y="715081"/>
                </a:cubicBezTo>
                <a:cubicBezTo>
                  <a:pt x="2051543" y="715081"/>
                  <a:pt x="2036701" y="729923"/>
                  <a:pt x="2036701" y="748231"/>
                </a:cubicBezTo>
                <a:moveTo>
                  <a:pt x="2163995" y="754597"/>
                </a:moveTo>
                <a:cubicBezTo>
                  <a:pt x="2163995" y="772905"/>
                  <a:pt x="2178837" y="787746"/>
                  <a:pt x="2197144" y="787746"/>
                </a:cubicBezTo>
                <a:cubicBezTo>
                  <a:pt x="2215452" y="787746"/>
                  <a:pt x="2230294" y="772905"/>
                  <a:pt x="2230294" y="754597"/>
                </a:cubicBezTo>
                <a:cubicBezTo>
                  <a:pt x="2230294" y="736289"/>
                  <a:pt x="2215452" y="721447"/>
                  <a:pt x="2197144" y="721447"/>
                </a:cubicBezTo>
                <a:cubicBezTo>
                  <a:pt x="2178837" y="721447"/>
                  <a:pt x="2163995" y="736289"/>
                  <a:pt x="2163995" y="754597"/>
                </a:cubicBezTo>
                <a:moveTo>
                  <a:pt x="2291289" y="1259722"/>
                </a:moveTo>
                <a:cubicBezTo>
                  <a:pt x="2291289" y="1278030"/>
                  <a:pt x="2306130" y="1292871"/>
                  <a:pt x="2324438" y="1292871"/>
                </a:cubicBezTo>
                <a:cubicBezTo>
                  <a:pt x="2342746" y="1292871"/>
                  <a:pt x="2357588" y="1278030"/>
                  <a:pt x="2357588" y="1259722"/>
                </a:cubicBezTo>
                <a:cubicBezTo>
                  <a:pt x="2357588" y="1241414"/>
                  <a:pt x="2342746" y="1226572"/>
                  <a:pt x="2324438" y="1226572"/>
                </a:cubicBezTo>
                <a:cubicBezTo>
                  <a:pt x="2306130" y="1226572"/>
                  <a:pt x="2291289" y="1241414"/>
                  <a:pt x="2291289" y="1259722"/>
                </a:cubicBezTo>
                <a:moveTo>
                  <a:pt x="2418583" y="1252678"/>
                </a:moveTo>
                <a:cubicBezTo>
                  <a:pt x="2418583" y="1270986"/>
                  <a:pt x="2433424" y="1285827"/>
                  <a:pt x="2451732" y="1285827"/>
                </a:cubicBezTo>
                <a:cubicBezTo>
                  <a:pt x="2470040" y="1285827"/>
                  <a:pt x="2484881" y="1270986"/>
                  <a:pt x="2484881" y="1252678"/>
                </a:cubicBezTo>
                <a:cubicBezTo>
                  <a:pt x="2484881" y="1234370"/>
                  <a:pt x="2470040" y="1219528"/>
                  <a:pt x="2451732" y="1219528"/>
                </a:cubicBezTo>
                <a:cubicBezTo>
                  <a:pt x="2433424" y="1219528"/>
                  <a:pt x="2418583" y="1234370"/>
                  <a:pt x="2418583" y="1252678"/>
                </a:cubicBezTo>
                <a:moveTo>
                  <a:pt x="2545876" y="1251282"/>
                </a:moveTo>
                <a:cubicBezTo>
                  <a:pt x="2545876" y="1269590"/>
                  <a:pt x="2560718" y="1284431"/>
                  <a:pt x="2579026" y="1284431"/>
                </a:cubicBezTo>
                <a:cubicBezTo>
                  <a:pt x="2597334" y="1284431"/>
                  <a:pt x="2612175" y="1269590"/>
                  <a:pt x="2612175" y="1251282"/>
                </a:cubicBezTo>
                <a:cubicBezTo>
                  <a:pt x="2612175" y="1232974"/>
                  <a:pt x="2597334" y="1218132"/>
                  <a:pt x="2579026" y="1218132"/>
                </a:cubicBezTo>
                <a:cubicBezTo>
                  <a:pt x="2560718" y="1218132"/>
                  <a:pt x="2545876" y="1232974"/>
                  <a:pt x="2545876" y="1251282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293220"/>
                </a:moveTo>
                <a:cubicBezTo>
                  <a:pt x="2800464" y="1311528"/>
                  <a:pt x="2815306" y="1326370"/>
                  <a:pt x="2833614" y="1326370"/>
                </a:cubicBezTo>
                <a:cubicBezTo>
                  <a:pt x="2851921" y="1326370"/>
                  <a:pt x="2866763" y="1311528"/>
                  <a:pt x="2866763" y="1293220"/>
                </a:cubicBezTo>
                <a:cubicBezTo>
                  <a:pt x="2866763" y="1274912"/>
                  <a:pt x="2851921" y="1260071"/>
                  <a:pt x="2833614" y="1260071"/>
                </a:cubicBezTo>
                <a:cubicBezTo>
                  <a:pt x="2815306" y="1260071"/>
                  <a:pt x="2800464" y="1274912"/>
                  <a:pt x="2800464" y="1293220"/>
                </a:cubicBezTo>
                <a:close/>
              </a:path>
            </a:pathLst>
          </a:custGeom>
          <a:solidFill xmlns:a="http://schemas.openxmlformats.org/drawingml/2006/main">
            <a:srgbClr val="C6C6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C2C82C-FFBA-4716-92F0-9BB26D17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734164"/>
            <a:ext cx="2800464" cy="673422"/>
          </a:xfrm>
          <a:custGeom xmlns:a="http://schemas.openxmlformats.org/drawingml/2006/main">
            <a:pathLst>
              <a:path w="2800464" h="673422" fill="none">
                <a:moveTo>
                  <a:pt x="0" y="543346"/>
                </a:moveTo>
                <a:lnTo>
                  <a:pt x="127294" y="83"/>
                </a:lnTo>
                <a:lnTo>
                  <a:pt x="254588" y="525490"/>
                </a:lnTo>
                <a:lnTo>
                  <a:pt x="381881" y="334261"/>
                </a:lnTo>
                <a:lnTo>
                  <a:pt x="509175" y="408465"/>
                </a:lnTo>
                <a:lnTo>
                  <a:pt x="636469" y="329462"/>
                </a:lnTo>
                <a:lnTo>
                  <a:pt x="763763" y="427086"/>
                </a:lnTo>
                <a:lnTo>
                  <a:pt x="891057" y="261489"/>
                </a:lnTo>
                <a:lnTo>
                  <a:pt x="1018350" y="345019"/>
                </a:lnTo>
                <a:lnTo>
                  <a:pt x="1145644" y="342160"/>
                </a:lnTo>
                <a:lnTo>
                  <a:pt x="1272938" y="348395"/>
                </a:lnTo>
                <a:lnTo>
                  <a:pt x="1400232" y="199239"/>
                </a:lnTo>
                <a:lnTo>
                  <a:pt x="1527526" y="161694"/>
                </a:lnTo>
                <a:lnTo>
                  <a:pt x="1654819" y="307257"/>
                </a:lnTo>
                <a:lnTo>
                  <a:pt x="1782113" y="437011"/>
                </a:lnTo>
                <a:lnTo>
                  <a:pt x="1909407" y="432378"/>
                </a:lnTo>
                <a:lnTo>
                  <a:pt x="2036701" y="431788"/>
                </a:lnTo>
                <a:lnTo>
                  <a:pt x="2163995" y="433152"/>
                </a:lnTo>
                <a:lnTo>
                  <a:pt x="2291289" y="661798"/>
                </a:lnTo>
                <a:lnTo>
                  <a:pt x="2418582" y="653538"/>
                </a:lnTo>
                <a:lnTo>
                  <a:pt x="2545876" y="653877"/>
                </a:lnTo>
                <a:lnTo>
                  <a:pt x="2673170" y="0"/>
                </a:lnTo>
                <a:lnTo>
                  <a:pt x="2800464" y="673422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C6C6C6"/>
            </a:solidFill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B7243-C954-4D92-835F-F404C9B7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701014"/>
            <a:ext cx="2866763" cy="739720"/>
          </a:xfrm>
          <a:custGeom xmlns:a="http://schemas.openxmlformats.org/drawingml/2006/main">
            <a:pathLst>
              <a:path w="2866763" h="739720">
                <a:moveTo>
                  <a:pt x="0" y="576495"/>
                </a:moveTo>
                <a:cubicBezTo>
                  <a:pt x="0" y="594803"/>
                  <a:pt x="14841" y="609645"/>
                  <a:pt x="33149" y="609645"/>
                </a:cubicBezTo>
                <a:cubicBezTo>
                  <a:pt x="51457" y="609645"/>
                  <a:pt x="66299" y="594803"/>
                  <a:pt x="66299" y="576495"/>
                </a:cubicBezTo>
                <a:cubicBezTo>
                  <a:pt x="66299" y="558187"/>
                  <a:pt x="51457" y="543346"/>
                  <a:pt x="33149" y="543346"/>
                </a:cubicBezTo>
                <a:cubicBezTo>
                  <a:pt x="14841" y="543346"/>
                  <a:pt x="0" y="558187"/>
                  <a:pt x="0" y="576495"/>
                </a:cubicBezTo>
                <a:moveTo>
                  <a:pt x="127294" y="33233"/>
                </a:moveTo>
                <a:cubicBezTo>
                  <a:pt x="127294" y="51541"/>
                  <a:pt x="142135" y="66382"/>
                  <a:pt x="160443" y="66382"/>
                </a:cubicBezTo>
                <a:cubicBezTo>
                  <a:pt x="178751" y="66382"/>
                  <a:pt x="193592" y="51541"/>
                  <a:pt x="193592" y="33233"/>
                </a:cubicBezTo>
                <a:cubicBezTo>
                  <a:pt x="193592" y="14925"/>
                  <a:pt x="178751" y="83"/>
                  <a:pt x="160443" y="83"/>
                </a:cubicBezTo>
                <a:cubicBezTo>
                  <a:pt x="142135" y="83"/>
                  <a:pt x="127294" y="14925"/>
                  <a:pt x="127294" y="33233"/>
                </a:cubicBezTo>
                <a:moveTo>
                  <a:pt x="254588" y="558639"/>
                </a:moveTo>
                <a:cubicBezTo>
                  <a:pt x="254588" y="576947"/>
                  <a:pt x="269429" y="591789"/>
                  <a:pt x="287737" y="591789"/>
                </a:cubicBezTo>
                <a:cubicBezTo>
                  <a:pt x="306045" y="591789"/>
                  <a:pt x="320886" y="576947"/>
                  <a:pt x="320886" y="558639"/>
                </a:cubicBezTo>
                <a:cubicBezTo>
                  <a:pt x="320886" y="540332"/>
                  <a:pt x="306045" y="525490"/>
                  <a:pt x="287737" y="525490"/>
                </a:cubicBezTo>
                <a:cubicBezTo>
                  <a:pt x="269429" y="525490"/>
                  <a:pt x="254588" y="540332"/>
                  <a:pt x="254588" y="558639"/>
                </a:cubicBezTo>
                <a:moveTo>
                  <a:pt x="381881" y="367411"/>
                </a:moveTo>
                <a:cubicBezTo>
                  <a:pt x="381881" y="385719"/>
                  <a:pt x="396723" y="400560"/>
                  <a:pt x="415031" y="400560"/>
                </a:cubicBezTo>
                <a:cubicBezTo>
                  <a:pt x="433339" y="400560"/>
                  <a:pt x="448180" y="385719"/>
                  <a:pt x="448180" y="367411"/>
                </a:cubicBezTo>
                <a:cubicBezTo>
                  <a:pt x="448180" y="349103"/>
                  <a:pt x="433339" y="334261"/>
                  <a:pt x="415031" y="334261"/>
                </a:cubicBezTo>
                <a:cubicBezTo>
                  <a:pt x="396723" y="334261"/>
                  <a:pt x="381881" y="349103"/>
                  <a:pt x="381881" y="367411"/>
                </a:cubicBezTo>
                <a:moveTo>
                  <a:pt x="509175" y="441614"/>
                </a:moveTo>
                <a:cubicBezTo>
                  <a:pt x="509175" y="459922"/>
                  <a:pt x="524017" y="474763"/>
                  <a:pt x="542324" y="474763"/>
                </a:cubicBezTo>
                <a:cubicBezTo>
                  <a:pt x="560632" y="474763"/>
                  <a:pt x="575474" y="459922"/>
                  <a:pt x="575474" y="441614"/>
                </a:cubicBezTo>
                <a:cubicBezTo>
                  <a:pt x="575474" y="423306"/>
                  <a:pt x="560632" y="408465"/>
                  <a:pt x="542324" y="408465"/>
                </a:cubicBezTo>
                <a:cubicBezTo>
                  <a:pt x="524017" y="408465"/>
                  <a:pt x="509175" y="423306"/>
                  <a:pt x="509175" y="441614"/>
                </a:cubicBezTo>
                <a:moveTo>
                  <a:pt x="636469" y="362612"/>
                </a:moveTo>
                <a:cubicBezTo>
                  <a:pt x="636469" y="380920"/>
                  <a:pt x="651310" y="395761"/>
                  <a:pt x="669618" y="395761"/>
                </a:cubicBezTo>
                <a:cubicBezTo>
                  <a:pt x="687926" y="395761"/>
                  <a:pt x="702768" y="380920"/>
                  <a:pt x="702768" y="362612"/>
                </a:cubicBezTo>
                <a:cubicBezTo>
                  <a:pt x="702768" y="344304"/>
                  <a:pt x="687926" y="329462"/>
                  <a:pt x="669618" y="329462"/>
                </a:cubicBezTo>
                <a:cubicBezTo>
                  <a:pt x="651310" y="329462"/>
                  <a:pt x="636469" y="344304"/>
                  <a:pt x="636469" y="362612"/>
                </a:cubicBezTo>
                <a:moveTo>
                  <a:pt x="763763" y="460235"/>
                </a:moveTo>
                <a:cubicBezTo>
                  <a:pt x="763763" y="478543"/>
                  <a:pt x="778604" y="493385"/>
                  <a:pt x="796912" y="493385"/>
                </a:cubicBezTo>
                <a:cubicBezTo>
                  <a:pt x="815220" y="493385"/>
                  <a:pt x="830061" y="478543"/>
                  <a:pt x="830061" y="460235"/>
                </a:cubicBezTo>
                <a:cubicBezTo>
                  <a:pt x="830061" y="441927"/>
                  <a:pt x="815220" y="427086"/>
                  <a:pt x="796912" y="427086"/>
                </a:cubicBezTo>
                <a:cubicBezTo>
                  <a:pt x="778604" y="427086"/>
                  <a:pt x="763763" y="441927"/>
                  <a:pt x="763763" y="460235"/>
                </a:cubicBezTo>
                <a:moveTo>
                  <a:pt x="891057" y="294638"/>
                </a:moveTo>
                <a:cubicBezTo>
                  <a:pt x="891057" y="312946"/>
                  <a:pt x="905898" y="327788"/>
                  <a:pt x="924206" y="327788"/>
                </a:cubicBezTo>
                <a:cubicBezTo>
                  <a:pt x="942514" y="327788"/>
                  <a:pt x="957356" y="312946"/>
                  <a:pt x="957356" y="294638"/>
                </a:cubicBezTo>
                <a:cubicBezTo>
                  <a:pt x="957356" y="276330"/>
                  <a:pt x="942514" y="261489"/>
                  <a:pt x="924206" y="261489"/>
                </a:cubicBezTo>
                <a:cubicBezTo>
                  <a:pt x="905898" y="261489"/>
                  <a:pt x="891057" y="276330"/>
                  <a:pt x="891057" y="294638"/>
                </a:cubicBezTo>
                <a:moveTo>
                  <a:pt x="1018350" y="378168"/>
                </a:moveTo>
                <a:cubicBezTo>
                  <a:pt x="1018350" y="396476"/>
                  <a:pt x="1033192" y="411318"/>
                  <a:pt x="1051500" y="411318"/>
                </a:cubicBezTo>
                <a:cubicBezTo>
                  <a:pt x="1069808" y="411318"/>
                  <a:pt x="1084649" y="396476"/>
                  <a:pt x="1084649" y="378168"/>
                </a:cubicBezTo>
                <a:cubicBezTo>
                  <a:pt x="1084649" y="359860"/>
                  <a:pt x="1069808" y="345019"/>
                  <a:pt x="1051500" y="345019"/>
                </a:cubicBezTo>
                <a:cubicBezTo>
                  <a:pt x="1033192" y="345019"/>
                  <a:pt x="1018350" y="359860"/>
                  <a:pt x="1018350" y="378168"/>
                </a:cubicBezTo>
                <a:moveTo>
                  <a:pt x="1145644" y="375309"/>
                </a:moveTo>
                <a:cubicBezTo>
                  <a:pt x="1145644" y="393617"/>
                  <a:pt x="1160486" y="408459"/>
                  <a:pt x="1178793" y="408459"/>
                </a:cubicBezTo>
                <a:cubicBezTo>
                  <a:pt x="1197101" y="408459"/>
                  <a:pt x="1211943" y="393617"/>
                  <a:pt x="1211943" y="375309"/>
                </a:cubicBezTo>
                <a:cubicBezTo>
                  <a:pt x="1211943" y="357001"/>
                  <a:pt x="1197101" y="342160"/>
                  <a:pt x="1178793" y="342160"/>
                </a:cubicBezTo>
                <a:cubicBezTo>
                  <a:pt x="1160486" y="342160"/>
                  <a:pt x="1145644" y="357001"/>
                  <a:pt x="1145644" y="375309"/>
                </a:cubicBezTo>
                <a:moveTo>
                  <a:pt x="1272938" y="381544"/>
                </a:moveTo>
                <a:cubicBezTo>
                  <a:pt x="1272938" y="399852"/>
                  <a:pt x="1287780" y="414693"/>
                  <a:pt x="1306087" y="414693"/>
                </a:cubicBezTo>
                <a:cubicBezTo>
                  <a:pt x="1324395" y="414693"/>
                  <a:pt x="1339237" y="399852"/>
                  <a:pt x="1339237" y="381544"/>
                </a:cubicBezTo>
                <a:cubicBezTo>
                  <a:pt x="1339237" y="363236"/>
                  <a:pt x="1324395" y="348395"/>
                  <a:pt x="1306087" y="348395"/>
                </a:cubicBezTo>
                <a:cubicBezTo>
                  <a:pt x="1287780" y="348395"/>
                  <a:pt x="1272938" y="363236"/>
                  <a:pt x="1272938" y="381544"/>
                </a:cubicBezTo>
                <a:moveTo>
                  <a:pt x="1400232" y="232388"/>
                </a:moveTo>
                <a:cubicBezTo>
                  <a:pt x="1400232" y="250696"/>
                  <a:pt x="1415073" y="265538"/>
                  <a:pt x="1433381" y="265538"/>
                </a:cubicBezTo>
                <a:cubicBezTo>
                  <a:pt x="1451689" y="265538"/>
                  <a:pt x="1466531" y="250696"/>
                  <a:pt x="1466531" y="232388"/>
                </a:cubicBezTo>
                <a:cubicBezTo>
                  <a:pt x="1466531" y="214080"/>
                  <a:pt x="1451689" y="199239"/>
                  <a:pt x="1433381" y="199239"/>
                </a:cubicBezTo>
                <a:cubicBezTo>
                  <a:pt x="1415073" y="199239"/>
                  <a:pt x="1400232" y="214080"/>
                  <a:pt x="1400232" y="232388"/>
                </a:cubicBezTo>
                <a:moveTo>
                  <a:pt x="1527526" y="194844"/>
                </a:moveTo>
                <a:cubicBezTo>
                  <a:pt x="1527526" y="213152"/>
                  <a:pt x="1542367" y="227993"/>
                  <a:pt x="1560675" y="227993"/>
                </a:cubicBezTo>
                <a:cubicBezTo>
                  <a:pt x="1578983" y="227993"/>
                  <a:pt x="1593825" y="213152"/>
                  <a:pt x="1593825" y="194844"/>
                </a:cubicBezTo>
                <a:cubicBezTo>
                  <a:pt x="1593825" y="176536"/>
                  <a:pt x="1578983" y="161694"/>
                  <a:pt x="1560675" y="161694"/>
                </a:cubicBezTo>
                <a:cubicBezTo>
                  <a:pt x="1542367" y="161694"/>
                  <a:pt x="1527526" y="176536"/>
                  <a:pt x="1527526" y="194844"/>
                </a:cubicBezTo>
                <a:moveTo>
                  <a:pt x="1654819" y="340406"/>
                </a:moveTo>
                <a:cubicBezTo>
                  <a:pt x="1654819" y="358714"/>
                  <a:pt x="1669661" y="373556"/>
                  <a:pt x="1687969" y="373556"/>
                </a:cubicBezTo>
                <a:cubicBezTo>
                  <a:pt x="1706276" y="373556"/>
                  <a:pt x="1721118" y="358714"/>
                  <a:pt x="1721118" y="340406"/>
                </a:cubicBezTo>
                <a:cubicBezTo>
                  <a:pt x="1721118" y="322098"/>
                  <a:pt x="1706276" y="307257"/>
                  <a:pt x="1687969" y="307257"/>
                </a:cubicBezTo>
                <a:cubicBezTo>
                  <a:pt x="1669661" y="307257"/>
                  <a:pt x="1654819" y="322098"/>
                  <a:pt x="1654819" y="340406"/>
                </a:cubicBezTo>
                <a:moveTo>
                  <a:pt x="1782113" y="470161"/>
                </a:moveTo>
                <a:cubicBezTo>
                  <a:pt x="1782113" y="488469"/>
                  <a:pt x="1796955" y="503310"/>
                  <a:pt x="1815263" y="503310"/>
                </a:cubicBezTo>
                <a:cubicBezTo>
                  <a:pt x="1833571" y="503310"/>
                  <a:pt x="1848412" y="488469"/>
                  <a:pt x="1848412" y="470161"/>
                </a:cubicBezTo>
                <a:cubicBezTo>
                  <a:pt x="1848412" y="451853"/>
                  <a:pt x="1833571" y="437011"/>
                  <a:pt x="1815263" y="437011"/>
                </a:cubicBezTo>
                <a:cubicBezTo>
                  <a:pt x="1796955" y="437011"/>
                  <a:pt x="1782113" y="451853"/>
                  <a:pt x="1782113" y="470161"/>
                </a:cubicBezTo>
                <a:moveTo>
                  <a:pt x="1909407" y="465527"/>
                </a:moveTo>
                <a:cubicBezTo>
                  <a:pt x="1909407" y="483835"/>
                  <a:pt x="1924249" y="498677"/>
                  <a:pt x="1942557" y="498677"/>
                </a:cubicBezTo>
                <a:cubicBezTo>
                  <a:pt x="1960865" y="498677"/>
                  <a:pt x="1975706" y="483835"/>
                  <a:pt x="1975706" y="465527"/>
                </a:cubicBezTo>
                <a:cubicBezTo>
                  <a:pt x="1975706" y="447219"/>
                  <a:pt x="1960865" y="432378"/>
                  <a:pt x="1942557" y="432378"/>
                </a:cubicBezTo>
                <a:cubicBezTo>
                  <a:pt x="1924249" y="432378"/>
                  <a:pt x="1909407" y="447219"/>
                  <a:pt x="1909407" y="465527"/>
                </a:cubicBezTo>
                <a:moveTo>
                  <a:pt x="2036701" y="464938"/>
                </a:moveTo>
                <a:cubicBezTo>
                  <a:pt x="2036701" y="483246"/>
                  <a:pt x="2051543" y="498087"/>
                  <a:pt x="2069850" y="498087"/>
                </a:cubicBezTo>
                <a:cubicBezTo>
                  <a:pt x="2088159" y="498087"/>
                  <a:pt x="2103000" y="483246"/>
                  <a:pt x="2103000" y="464938"/>
                </a:cubicBezTo>
                <a:cubicBezTo>
                  <a:pt x="2103000" y="446630"/>
                  <a:pt x="2088159" y="431788"/>
                  <a:pt x="2069850" y="431788"/>
                </a:cubicBezTo>
                <a:cubicBezTo>
                  <a:pt x="2051543" y="431788"/>
                  <a:pt x="2036701" y="446630"/>
                  <a:pt x="2036701" y="464938"/>
                </a:cubicBezTo>
                <a:moveTo>
                  <a:pt x="2163995" y="466302"/>
                </a:moveTo>
                <a:cubicBezTo>
                  <a:pt x="2163995" y="484609"/>
                  <a:pt x="2178836" y="499451"/>
                  <a:pt x="2197144" y="499451"/>
                </a:cubicBezTo>
                <a:cubicBezTo>
                  <a:pt x="2215452" y="499451"/>
                  <a:pt x="2230294" y="484609"/>
                  <a:pt x="2230294" y="466302"/>
                </a:cubicBezTo>
                <a:cubicBezTo>
                  <a:pt x="2230294" y="447994"/>
                  <a:pt x="2215452" y="433152"/>
                  <a:pt x="2197144" y="433152"/>
                </a:cubicBezTo>
                <a:cubicBezTo>
                  <a:pt x="2178836" y="433152"/>
                  <a:pt x="2163995" y="447994"/>
                  <a:pt x="2163995" y="466302"/>
                </a:cubicBezTo>
                <a:moveTo>
                  <a:pt x="2291289" y="694948"/>
                </a:moveTo>
                <a:cubicBezTo>
                  <a:pt x="2291289" y="713256"/>
                  <a:pt x="2306130" y="728097"/>
                  <a:pt x="2324438" y="728097"/>
                </a:cubicBezTo>
                <a:cubicBezTo>
                  <a:pt x="2342746" y="728097"/>
                  <a:pt x="2357587" y="713256"/>
                  <a:pt x="2357587" y="694948"/>
                </a:cubicBezTo>
                <a:cubicBezTo>
                  <a:pt x="2357587" y="676640"/>
                  <a:pt x="2342746" y="661798"/>
                  <a:pt x="2324438" y="661798"/>
                </a:cubicBezTo>
                <a:cubicBezTo>
                  <a:pt x="2306130" y="661798"/>
                  <a:pt x="2291289" y="676640"/>
                  <a:pt x="2291289" y="694948"/>
                </a:cubicBezTo>
                <a:moveTo>
                  <a:pt x="2418582" y="686687"/>
                </a:moveTo>
                <a:cubicBezTo>
                  <a:pt x="2418582" y="704995"/>
                  <a:pt x="2433424" y="719837"/>
                  <a:pt x="2451732" y="719837"/>
                </a:cubicBezTo>
                <a:cubicBezTo>
                  <a:pt x="2470040" y="719837"/>
                  <a:pt x="2484881" y="704995"/>
                  <a:pt x="2484881" y="686687"/>
                </a:cubicBezTo>
                <a:cubicBezTo>
                  <a:pt x="2484881" y="668379"/>
                  <a:pt x="2470040" y="653538"/>
                  <a:pt x="2451732" y="653538"/>
                </a:cubicBezTo>
                <a:cubicBezTo>
                  <a:pt x="2433424" y="653538"/>
                  <a:pt x="2418582" y="668379"/>
                  <a:pt x="2418582" y="686687"/>
                </a:cubicBezTo>
                <a:moveTo>
                  <a:pt x="2545876" y="687027"/>
                </a:moveTo>
                <a:cubicBezTo>
                  <a:pt x="2545876" y="705335"/>
                  <a:pt x="2560718" y="720176"/>
                  <a:pt x="2579026" y="720176"/>
                </a:cubicBezTo>
                <a:cubicBezTo>
                  <a:pt x="2597334" y="720176"/>
                  <a:pt x="2612175" y="705335"/>
                  <a:pt x="2612175" y="687027"/>
                </a:cubicBezTo>
                <a:cubicBezTo>
                  <a:pt x="2612175" y="668719"/>
                  <a:pt x="2597334" y="653877"/>
                  <a:pt x="2579026" y="653877"/>
                </a:cubicBezTo>
                <a:cubicBezTo>
                  <a:pt x="2560718" y="653877"/>
                  <a:pt x="2545876" y="668719"/>
                  <a:pt x="2545876" y="687027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706571"/>
                </a:moveTo>
                <a:cubicBezTo>
                  <a:pt x="2800464" y="724879"/>
                  <a:pt x="2815306" y="739720"/>
                  <a:pt x="2833613" y="739720"/>
                </a:cubicBezTo>
                <a:cubicBezTo>
                  <a:pt x="2851922" y="739720"/>
                  <a:pt x="2866763" y="724879"/>
                  <a:pt x="2866763" y="706571"/>
                </a:cubicBezTo>
                <a:cubicBezTo>
                  <a:pt x="2866763" y="688263"/>
                  <a:pt x="2851922" y="673422"/>
                  <a:pt x="2833613" y="673422"/>
                </a:cubicBezTo>
                <a:cubicBezTo>
                  <a:pt x="2815306" y="673422"/>
                  <a:pt x="2800464" y="688263"/>
                  <a:pt x="2800464" y="706571"/>
                </a:cubicBezTo>
                <a:close/>
              </a:path>
            </a:pathLst>
          </a:custGeom>
          <a:solidFill xmlns:a="http://schemas.openxmlformats.org/drawingml/2006/main">
            <a:srgbClr val="C6C6C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791D82-C34C-4E69-9DBB-93D591A1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711566"/>
            <a:ext cx="2800464" cy="1111108"/>
          </a:xfrm>
          <a:custGeom xmlns:a="http://schemas.openxmlformats.org/drawingml/2006/main">
            <a:pathLst>
              <a:path w="2800464" h="1111108" fill="none">
                <a:moveTo>
                  <a:pt x="0" y="976126"/>
                </a:moveTo>
                <a:lnTo>
                  <a:pt x="127294" y="529243"/>
                </a:lnTo>
                <a:lnTo>
                  <a:pt x="254588" y="957521"/>
                </a:lnTo>
                <a:lnTo>
                  <a:pt x="381881" y="556395"/>
                </a:lnTo>
                <a:lnTo>
                  <a:pt x="509175" y="604481"/>
                </a:lnTo>
                <a:lnTo>
                  <a:pt x="636469" y="549225"/>
                </a:lnTo>
                <a:lnTo>
                  <a:pt x="763763" y="708996"/>
                </a:lnTo>
                <a:lnTo>
                  <a:pt x="891057" y="451822"/>
                </a:lnTo>
                <a:lnTo>
                  <a:pt x="1018351" y="593162"/>
                </a:lnTo>
                <a:lnTo>
                  <a:pt x="1145644" y="611186"/>
                </a:lnTo>
                <a:lnTo>
                  <a:pt x="1272938" y="609567"/>
                </a:lnTo>
                <a:lnTo>
                  <a:pt x="1400232" y="606174"/>
                </a:lnTo>
                <a:lnTo>
                  <a:pt x="1527526" y="380493"/>
                </a:lnTo>
                <a:lnTo>
                  <a:pt x="1654820" y="569309"/>
                </a:lnTo>
                <a:lnTo>
                  <a:pt x="1782114" y="742360"/>
                </a:lnTo>
                <a:lnTo>
                  <a:pt x="1909407" y="741593"/>
                </a:lnTo>
                <a:lnTo>
                  <a:pt x="2036701" y="742101"/>
                </a:lnTo>
                <a:lnTo>
                  <a:pt x="2163995" y="743868"/>
                </a:lnTo>
                <a:lnTo>
                  <a:pt x="2291289" y="1111108"/>
                </a:lnTo>
                <a:lnTo>
                  <a:pt x="2418583" y="1106156"/>
                </a:lnTo>
                <a:lnTo>
                  <a:pt x="2545876" y="1106164"/>
                </a:lnTo>
                <a:lnTo>
                  <a:pt x="2673170" y="0"/>
                </a:lnTo>
                <a:lnTo>
                  <a:pt x="2800464" y="514323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00FF"/>
            </a:solidFill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E1FA69-6579-4536-8E2F-F5BB11F7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678417"/>
            <a:ext cx="2866763" cy="1177407"/>
          </a:xfrm>
          <a:custGeom xmlns:a="http://schemas.openxmlformats.org/drawingml/2006/main">
            <a:pathLst>
              <a:path w="2866763" h="1177407">
                <a:moveTo>
                  <a:pt x="0" y="1009275"/>
                </a:moveTo>
                <a:cubicBezTo>
                  <a:pt x="0" y="1027583"/>
                  <a:pt x="14841" y="1042425"/>
                  <a:pt x="33149" y="1042425"/>
                </a:cubicBezTo>
                <a:cubicBezTo>
                  <a:pt x="51457" y="1042425"/>
                  <a:pt x="66299" y="1027583"/>
                  <a:pt x="66299" y="1009275"/>
                </a:cubicBezTo>
                <a:cubicBezTo>
                  <a:pt x="66299" y="990967"/>
                  <a:pt x="51457" y="976126"/>
                  <a:pt x="33149" y="976126"/>
                </a:cubicBezTo>
                <a:cubicBezTo>
                  <a:pt x="14841" y="976126"/>
                  <a:pt x="0" y="990967"/>
                  <a:pt x="0" y="1009275"/>
                </a:cubicBezTo>
                <a:moveTo>
                  <a:pt x="127294" y="562392"/>
                </a:moveTo>
                <a:cubicBezTo>
                  <a:pt x="127294" y="580700"/>
                  <a:pt x="142135" y="595542"/>
                  <a:pt x="160443" y="595542"/>
                </a:cubicBezTo>
                <a:cubicBezTo>
                  <a:pt x="178751" y="595542"/>
                  <a:pt x="193593" y="580700"/>
                  <a:pt x="193593" y="562392"/>
                </a:cubicBezTo>
                <a:cubicBezTo>
                  <a:pt x="193593" y="544084"/>
                  <a:pt x="178751" y="529243"/>
                  <a:pt x="160443" y="529243"/>
                </a:cubicBezTo>
                <a:cubicBezTo>
                  <a:pt x="142135" y="529243"/>
                  <a:pt x="127294" y="544084"/>
                  <a:pt x="127294" y="562392"/>
                </a:cubicBezTo>
                <a:moveTo>
                  <a:pt x="254588" y="990670"/>
                </a:moveTo>
                <a:cubicBezTo>
                  <a:pt x="254588" y="1008978"/>
                  <a:pt x="269429" y="1023820"/>
                  <a:pt x="287737" y="1023820"/>
                </a:cubicBezTo>
                <a:cubicBezTo>
                  <a:pt x="306045" y="1023820"/>
                  <a:pt x="320886" y="1008978"/>
                  <a:pt x="320886" y="990670"/>
                </a:cubicBezTo>
                <a:cubicBezTo>
                  <a:pt x="320886" y="972362"/>
                  <a:pt x="306045" y="957521"/>
                  <a:pt x="287737" y="957521"/>
                </a:cubicBezTo>
                <a:cubicBezTo>
                  <a:pt x="269429" y="957521"/>
                  <a:pt x="254588" y="972362"/>
                  <a:pt x="254588" y="990670"/>
                </a:cubicBezTo>
                <a:moveTo>
                  <a:pt x="381881" y="589545"/>
                </a:moveTo>
                <a:cubicBezTo>
                  <a:pt x="381881" y="607853"/>
                  <a:pt x="396723" y="622694"/>
                  <a:pt x="415031" y="622694"/>
                </a:cubicBezTo>
                <a:cubicBezTo>
                  <a:pt x="433339" y="622694"/>
                  <a:pt x="448180" y="607853"/>
                  <a:pt x="448180" y="589545"/>
                </a:cubicBezTo>
                <a:cubicBezTo>
                  <a:pt x="448180" y="571237"/>
                  <a:pt x="433339" y="556395"/>
                  <a:pt x="415031" y="556395"/>
                </a:cubicBezTo>
                <a:cubicBezTo>
                  <a:pt x="396723" y="556395"/>
                  <a:pt x="381881" y="571237"/>
                  <a:pt x="381881" y="589545"/>
                </a:cubicBezTo>
                <a:moveTo>
                  <a:pt x="509175" y="637630"/>
                </a:moveTo>
                <a:cubicBezTo>
                  <a:pt x="509175" y="655938"/>
                  <a:pt x="524017" y="670780"/>
                  <a:pt x="542325" y="670780"/>
                </a:cubicBezTo>
                <a:cubicBezTo>
                  <a:pt x="560633" y="670780"/>
                  <a:pt x="575474" y="655938"/>
                  <a:pt x="575474" y="637630"/>
                </a:cubicBezTo>
                <a:cubicBezTo>
                  <a:pt x="575474" y="619322"/>
                  <a:pt x="560633" y="604481"/>
                  <a:pt x="542325" y="604481"/>
                </a:cubicBezTo>
                <a:cubicBezTo>
                  <a:pt x="524017" y="604481"/>
                  <a:pt x="509175" y="619322"/>
                  <a:pt x="509175" y="637630"/>
                </a:cubicBezTo>
                <a:moveTo>
                  <a:pt x="636469" y="582375"/>
                </a:moveTo>
                <a:cubicBezTo>
                  <a:pt x="636469" y="600683"/>
                  <a:pt x="651311" y="615524"/>
                  <a:pt x="669619" y="615524"/>
                </a:cubicBezTo>
                <a:cubicBezTo>
                  <a:pt x="687926" y="615524"/>
                  <a:pt x="702768" y="600683"/>
                  <a:pt x="702768" y="582375"/>
                </a:cubicBezTo>
                <a:cubicBezTo>
                  <a:pt x="702768" y="564067"/>
                  <a:pt x="687926" y="549225"/>
                  <a:pt x="669619" y="549225"/>
                </a:cubicBezTo>
                <a:cubicBezTo>
                  <a:pt x="651311" y="549225"/>
                  <a:pt x="636469" y="564067"/>
                  <a:pt x="636469" y="582375"/>
                </a:cubicBezTo>
                <a:moveTo>
                  <a:pt x="763763" y="742145"/>
                </a:moveTo>
                <a:cubicBezTo>
                  <a:pt x="763763" y="760453"/>
                  <a:pt x="778605" y="775294"/>
                  <a:pt x="796912" y="775294"/>
                </a:cubicBezTo>
                <a:cubicBezTo>
                  <a:pt x="815220" y="775294"/>
                  <a:pt x="830062" y="760453"/>
                  <a:pt x="830062" y="742145"/>
                </a:cubicBezTo>
                <a:cubicBezTo>
                  <a:pt x="830062" y="723837"/>
                  <a:pt x="815220" y="708996"/>
                  <a:pt x="796912" y="708996"/>
                </a:cubicBezTo>
                <a:cubicBezTo>
                  <a:pt x="778605" y="708996"/>
                  <a:pt x="763763" y="723837"/>
                  <a:pt x="763763" y="742145"/>
                </a:cubicBezTo>
                <a:moveTo>
                  <a:pt x="891057" y="484972"/>
                </a:moveTo>
                <a:cubicBezTo>
                  <a:pt x="891057" y="503279"/>
                  <a:pt x="905898" y="518121"/>
                  <a:pt x="924206" y="518121"/>
                </a:cubicBezTo>
                <a:cubicBezTo>
                  <a:pt x="942514" y="518121"/>
                  <a:pt x="957356" y="503279"/>
                  <a:pt x="957356" y="484972"/>
                </a:cubicBezTo>
                <a:cubicBezTo>
                  <a:pt x="957356" y="466664"/>
                  <a:pt x="942514" y="451822"/>
                  <a:pt x="924206" y="451822"/>
                </a:cubicBezTo>
                <a:cubicBezTo>
                  <a:pt x="905898" y="451822"/>
                  <a:pt x="891057" y="466664"/>
                  <a:pt x="891057" y="484972"/>
                </a:cubicBezTo>
                <a:moveTo>
                  <a:pt x="1018351" y="626312"/>
                </a:moveTo>
                <a:cubicBezTo>
                  <a:pt x="1018351" y="644620"/>
                  <a:pt x="1033192" y="659461"/>
                  <a:pt x="1051500" y="659461"/>
                </a:cubicBezTo>
                <a:cubicBezTo>
                  <a:pt x="1069808" y="659461"/>
                  <a:pt x="1084650" y="644620"/>
                  <a:pt x="1084650" y="626312"/>
                </a:cubicBezTo>
                <a:cubicBezTo>
                  <a:pt x="1084650" y="608004"/>
                  <a:pt x="1069808" y="593162"/>
                  <a:pt x="1051500" y="593162"/>
                </a:cubicBezTo>
                <a:cubicBezTo>
                  <a:pt x="1033192" y="593162"/>
                  <a:pt x="1018351" y="608004"/>
                  <a:pt x="1018351" y="626312"/>
                </a:cubicBezTo>
                <a:moveTo>
                  <a:pt x="1145644" y="644335"/>
                </a:moveTo>
                <a:cubicBezTo>
                  <a:pt x="1145644" y="662643"/>
                  <a:pt x="1160486" y="677485"/>
                  <a:pt x="1178794" y="677485"/>
                </a:cubicBezTo>
                <a:cubicBezTo>
                  <a:pt x="1197102" y="677485"/>
                  <a:pt x="1211943" y="662643"/>
                  <a:pt x="1211943" y="644335"/>
                </a:cubicBezTo>
                <a:cubicBezTo>
                  <a:pt x="1211943" y="626027"/>
                  <a:pt x="1197102" y="611186"/>
                  <a:pt x="1178794" y="611186"/>
                </a:cubicBezTo>
                <a:cubicBezTo>
                  <a:pt x="1160486" y="611186"/>
                  <a:pt x="1145644" y="626027"/>
                  <a:pt x="1145644" y="644335"/>
                </a:cubicBezTo>
                <a:moveTo>
                  <a:pt x="1272938" y="642716"/>
                </a:moveTo>
                <a:cubicBezTo>
                  <a:pt x="1272938" y="661024"/>
                  <a:pt x="1287780" y="675865"/>
                  <a:pt x="1306088" y="675865"/>
                </a:cubicBezTo>
                <a:cubicBezTo>
                  <a:pt x="1324395" y="675865"/>
                  <a:pt x="1339237" y="661024"/>
                  <a:pt x="1339237" y="642716"/>
                </a:cubicBezTo>
                <a:cubicBezTo>
                  <a:pt x="1339237" y="624408"/>
                  <a:pt x="1324395" y="609567"/>
                  <a:pt x="1306088" y="609567"/>
                </a:cubicBezTo>
                <a:cubicBezTo>
                  <a:pt x="1287780" y="609567"/>
                  <a:pt x="1272938" y="624408"/>
                  <a:pt x="1272938" y="642716"/>
                </a:cubicBezTo>
                <a:moveTo>
                  <a:pt x="1400232" y="639323"/>
                </a:moveTo>
                <a:cubicBezTo>
                  <a:pt x="1400232" y="657631"/>
                  <a:pt x="1415074" y="672472"/>
                  <a:pt x="1433381" y="672472"/>
                </a:cubicBezTo>
                <a:cubicBezTo>
                  <a:pt x="1451689" y="672472"/>
                  <a:pt x="1466531" y="657631"/>
                  <a:pt x="1466531" y="639323"/>
                </a:cubicBezTo>
                <a:cubicBezTo>
                  <a:pt x="1466531" y="621015"/>
                  <a:pt x="1451689" y="606174"/>
                  <a:pt x="1433381" y="606174"/>
                </a:cubicBezTo>
                <a:cubicBezTo>
                  <a:pt x="1415074" y="606174"/>
                  <a:pt x="1400232" y="621015"/>
                  <a:pt x="1400232" y="639323"/>
                </a:cubicBezTo>
                <a:moveTo>
                  <a:pt x="1527526" y="413643"/>
                </a:moveTo>
                <a:cubicBezTo>
                  <a:pt x="1527526" y="431951"/>
                  <a:pt x="1542367" y="446792"/>
                  <a:pt x="1560675" y="446792"/>
                </a:cubicBezTo>
                <a:cubicBezTo>
                  <a:pt x="1578983" y="446792"/>
                  <a:pt x="1593825" y="431951"/>
                  <a:pt x="1593825" y="413643"/>
                </a:cubicBezTo>
                <a:cubicBezTo>
                  <a:pt x="1593825" y="395335"/>
                  <a:pt x="1578983" y="380493"/>
                  <a:pt x="1560675" y="380493"/>
                </a:cubicBezTo>
                <a:cubicBezTo>
                  <a:pt x="1542367" y="380493"/>
                  <a:pt x="1527526" y="395335"/>
                  <a:pt x="1527526" y="413643"/>
                </a:cubicBezTo>
                <a:moveTo>
                  <a:pt x="1654820" y="602458"/>
                </a:moveTo>
                <a:cubicBezTo>
                  <a:pt x="1654820" y="620766"/>
                  <a:pt x="1669661" y="635608"/>
                  <a:pt x="1687969" y="635608"/>
                </a:cubicBezTo>
                <a:cubicBezTo>
                  <a:pt x="1706277" y="635608"/>
                  <a:pt x="1721119" y="620766"/>
                  <a:pt x="1721119" y="602458"/>
                </a:cubicBezTo>
                <a:cubicBezTo>
                  <a:pt x="1721119" y="584150"/>
                  <a:pt x="1706277" y="569309"/>
                  <a:pt x="1687969" y="569309"/>
                </a:cubicBezTo>
                <a:cubicBezTo>
                  <a:pt x="1669661" y="569309"/>
                  <a:pt x="1654820" y="584150"/>
                  <a:pt x="1654820" y="602458"/>
                </a:cubicBezTo>
                <a:moveTo>
                  <a:pt x="1782114" y="775510"/>
                </a:moveTo>
                <a:cubicBezTo>
                  <a:pt x="1782114" y="793818"/>
                  <a:pt x="1796955" y="808659"/>
                  <a:pt x="1815263" y="808659"/>
                </a:cubicBezTo>
                <a:cubicBezTo>
                  <a:pt x="1833571" y="808659"/>
                  <a:pt x="1848412" y="793818"/>
                  <a:pt x="1848412" y="775510"/>
                </a:cubicBezTo>
                <a:cubicBezTo>
                  <a:pt x="1848412" y="757202"/>
                  <a:pt x="1833571" y="742360"/>
                  <a:pt x="1815263" y="742360"/>
                </a:cubicBezTo>
                <a:cubicBezTo>
                  <a:pt x="1796955" y="742360"/>
                  <a:pt x="1782114" y="757202"/>
                  <a:pt x="1782114" y="775510"/>
                </a:cubicBezTo>
                <a:moveTo>
                  <a:pt x="1909407" y="774742"/>
                </a:moveTo>
                <a:cubicBezTo>
                  <a:pt x="1909407" y="793050"/>
                  <a:pt x="1924249" y="807892"/>
                  <a:pt x="1942557" y="807892"/>
                </a:cubicBezTo>
                <a:cubicBezTo>
                  <a:pt x="1960865" y="807892"/>
                  <a:pt x="1975706" y="793050"/>
                  <a:pt x="1975706" y="774742"/>
                </a:cubicBezTo>
                <a:cubicBezTo>
                  <a:pt x="1975706" y="756435"/>
                  <a:pt x="1960865" y="741593"/>
                  <a:pt x="1942557" y="741593"/>
                </a:cubicBezTo>
                <a:cubicBezTo>
                  <a:pt x="1924249" y="741593"/>
                  <a:pt x="1909407" y="756435"/>
                  <a:pt x="1909407" y="774742"/>
                </a:cubicBezTo>
                <a:moveTo>
                  <a:pt x="2036701" y="775251"/>
                </a:moveTo>
                <a:cubicBezTo>
                  <a:pt x="2036701" y="793559"/>
                  <a:pt x="2051543" y="808400"/>
                  <a:pt x="2069851" y="808400"/>
                </a:cubicBezTo>
                <a:cubicBezTo>
                  <a:pt x="2088159" y="808400"/>
                  <a:pt x="2103000" y="793559"/>
                  <a:pt x="2103000" y="775251"/>
                </a:cubicBezTo>
                <a:cubicBezTo>
                  <a:pt x="2103000" y="756943"/>
                  <a:pt x="2088159" y="742101"/>
                  <a:pt x="2069851" y="742101"/>
                </a:cubicBezTo>
                <a:cubicBezTo>
                  <a:pt x="2051543" y="742101"/>
                  <a:pt x="2036701" y="756943"/>
                  <a:pt x="2036701" y="775251"/>
                </a:cubicBezTo>
                <a:moveTo>
                  <a:pt x="2163995" y="777017"/>
                </a:moveTo>
                <a:cubicBezTo>
                  <a:pt x="2163995" y="795325"/>
                  <a:pt x="2178837" y="810167"/>
                  <a:pt x="2197144" y="810167"/>
                </a:cubicBezTo>
                <a:cubicBezTo>
                  <a:pt x="2215452" y="810167"/>
                  <a:pt x="2230294" y="795325"/>
                  <a:pt x="2230294" y="777017"/>
                </a:cubicBezTo>
                <a:cubicBezTo>
                  <a:pt x="2230294" y="758709"/>
                  <a:pt x="2215452" y="743868"/>
                  <a:pt x="2197144" y="743868"/>
                </a:cubicBezTo>
                <a:cubicBezTo>
                  <a:pt x="2178837" y="743868"/>
                  <a:pt x="2163995" y="758709"/>
                  <a:pt x="2163995" y="777017"/>
                </a:cubicBezTo>
                <a:moveTo>
                  <a:pt x="2291289" y="1144258"/>
                </a:moveTo>
                <a:cubicBezTo>
                  <a:pt x="2291289" y="1162565"/>
                  <a:pt x="2306130" y="1177407"/>
                  <a:pt x="2324438" y="1177407"/>
                </a:cubicBezTo>
                <a:cubicBezTo>
                  <a:pt x="2342746" y="1177407"/>
                  <a:pt x="2357588" y="1162565"/>
                  <a:pt x="2357588" y="1144258"/>
                </a:cubicBezTo>
                <a:cubicBezTo>
                  <a:pt x="2357588" y="1125950"/>
                  <a:pt x="2342746" y="1111108"/>
                  <a:pt x="2324438" y="1111108"/>
                </a:cubicBezTo>
                <a:cubicBezTo>
                  <a:pt x="2306130" y="1111108"/>
                  <a:pt x="2291289" y="1125950"/>
                  <a:pt x="2291289" y="1144258"/>
                </a:cubicBezTo>
                <a:moveTo>
                  <a:pt x="2418583" y="1139306"/>
                </a:moveTo>
                <a:cubicBezTo>
                  <a:pt x="2418583" y="1157614"/>
                  <a:pt x="2433424" y="1172455"/>
                  <a:pt x="2451732" y="1172455"/>
                </a:cubicBezTo>
                <a:cubicBezTo>
                  <a:pt x="2470040" y="1172455"/>
                  <a:pt x="2484881" y="1157614"/>
                  <a:pt x="2484881" y="1139306"/>
                </a:cubicBezTo>
                <a:cubicBezTo>
                  <a:pt x="2484881" y="1120998"/>
                  <a:pt x="2470040" y="1106156"/>
                  <a:pt x="2451732" y="1106156"/>
                </a:cubicBezTo>
                <a:cubicBezTo>
                  <a:pt x="2433424" y="1106156"/>
                  <a:pt x="2418583" y="1120998"/>
                  <a:pt x="2418583" y="1139306"/>
                </a:cubicBezTo>
                <a:moveTo>
                  <a:pt x="2545876" y="1139313"/>
                </a:moveTo>
                <a:cubicBezTo>
                  <a:pt x="2545876" y="1157621"/>
                  <a:pt x="2560718" y="1172463"/>
                  <a:pt x="2579026" y="1172463"/>
                </a:cubicBezTo>
                <a:cubicBezTo>
                  <a:pt x="2597334" y="1172463"/>
                  <a:pt x="2612175" y="1157621"/>
                  <a:pt x="2612175" y="1139313"/>
                </a:cubicBezTo>
                <a:cubicBezTo>
                  <a:pt x="2612175" y="1121005"/>
                  <a:pt x="2597334" y="1106164"/>
                  <a:pt x="2579026" y="1106164"/>
                </a:cubicBezTo>
                <a:cubicBezTo>
                  <a:pt x="2560718" y="1106164"/>
                  <a:pt x="2545876" y="1121005"/>
                  <a:pt x="2545876" y="1139313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2"/>
                  <a:pt x="2724628" y="0"/>
                  <a:pt x="2706320" y="0"/>
                </a:cubicBezTo>
                <a:cubicBezTo>
                  <a:pt x="2688012" y="0"/>
                  <a:pt x="2673170" y="14842"/>
                  <a:pt x="2673170" y="33149"/>
                </a:cubicBezTo>
                <a:moveTo>
                  <a:pt x="2800464" y="547473"/>
                </a:moveTo>
                <a:cubicBezTo>
                  <a:pt x="2800464" y="565780"/>
                  <a:pt x="2815306" y="580622"/>
                  <a:pt x="2833614" y="580622"/>
                </a:cubicBezTo>
                <a:cubicBezTo>
                  <a:pt x="2851921" y="580622"/>
                  <a:pt x="2866763" y="565780"/>
                  <a:pt x="2866763" y="547473"/>
                </a:cubicBezTo>
                <a:cubicBezTo>
                  <a:pt x="2866763" y="529165"/>
                  <a:pt x="2851921" y="514323"/>
                  <a:pt x="2833614" y="514323"/>
                </a:cubicBezTo>
                <a:cubicBezTo>
                  <a:pt x="2815306" y="514323"/>
                  <a:pt x="2800464" y="529165"/>
                  <a:pt x="2800464" y="547473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FE097-81A2-492B-B3B3-970FECD3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1388939"/>
            <a:ext cx="2800464" cy="762950"/>
          </a:xfrm>
          <a:custGeom xmlns:a="http://schemas.openxmlformats.org/drawingml/2006/main">
            <a:pathLst>
              <a:path w="2800464" h="762950" fill="none">
                <a:moveTo>
                  <a:pt x="0" y="644353"/>
                </a:moveTo>
                <a:lnTo>
                  <a:pt x="127294" y="0"/>
                </a:lnTo>
                <a:lnTo>
                  <a:pt x="254588" y="628805"/>
                </a:lnTo>
                <a:lnTo>
                  <a:pt x="381881" y="369405"/>
                </a:lnTo>
                <a:lnTo>
                  <a:pt x="509175" y="517241"/>
                </a:lnTo>
                <a:lnTo>
                  <a:pt x="636469" y="366938"/>
                </a:lnTo>
                <a:lnTo>
                  <a:pt x="763763" y="544386"/>
                </a:lnTo>
                <a:lnTo>
                  <a:pt x="891057" y="350313"/>
                </a:lnTo>
                <a:lnTo>
                  <a:pt x="1018350" y="451466"/>
                </a:lnTo>
                <a:lnTo>
                  <a:pt x="1145644" y="381854"/>
                </a:lnTo>
                <a:lnTo>
                  <a:pt x="1272938" y="384068"/>
                </a:lnTo>
                <a:lnTo>
                  <a:pt x="1400232" y="306969"/>
                </a:lnTo>
                <a:lnTo>
                  <a:pt x="1527526" y="255014"/>
                </a:lnTo>
                <a:lnTo>
                  <a:pt x="1654819" y="403648"/>
                </a:lnTo>
                <a:lnTo>
                  <a:pt x="1782113" y="538611"/>
                </a:lnTo>
                <a:lnTo>
                  <a:pt x="1909407" y="534681"/>
                </a:lnTo>
                <a:lnTo>
                  <a:pt x="2036701" y="534588"/>
                </a:lnTo>
                <a:lnTo>
                  <a:pt x="2163995" y="534298"/>
                </a:lnTo>
                <a:lnTo>
                  <a:pt x="2291289" y="755709"/>
                </a:lnTo>
                <a:lnTo>
                  <a:pt x="2418582" y="752987"/>
                </a:lnTo>
                <a:lnTo>
                  <a:pt x="2545876" y="752102"/>
                </a:lnTo>
                <a:lnTo>
                  <a:pt x="2673170" y="105008"/>
                </a:lnTo>
                <a:lnTo>
                  <a:pt x="2800464" y="76295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00FF"/>
            </a:solidFill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60838-BA72-474A-A69F-C25EC494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1355789"/>
            <a:ext cx="2866763" cy="829249"/>
          </a:xfrm>
          <a:custGeom xmlns:a="http://schemas.openxmlformats.org/drawingml/2006/main">
            <a:pathLst>
              <a:path w="2866763" h="829249">
                <a:moveTo>
                  <a:pt x="0" y="677502"/>
                </a:moveTo>
                <a:cubicBezTo>
                  <a:pt x="0" y="695810"/>
                  <a:pt x="14841" y="710651"/>
                  <a:pt x="33149" y="710651"/>
                </a:cubicBezTo>
                <a:cubicBezTo>
                  <a:pt x="51457" y="710651"/>
                  <a:pt x="66299" y="695810"/>
                  <a:pt x="66299" y="677502"/>
                </a:cubicBezTo>
                <a:cubicBezTo>
                  <a:pt x="66299" y="659194"/>
                  <a:pt x="51457" y="644353"/>
                  <a:pt x="33149" y="644353"/>
                </a:cubicBezTo>
                <a:cubicBezTo>
                  <a:pt x="14841" y="644353"/>
                  <a:pt x="0" y="659194"/>
                  <a:pt x="0" y="677502"/>
                </a:cubicBezTo>
                <a:moveTo>
                  <a:pt x="127294" y="33149"/>
                </a:moveTo>
                <a:cubicBezTo>
                  <a:pt x="127294" y="51457"/>
                  <a:pt x="142135" y="66299"/>
                  <a:pt x="160443" y="66299"/>
                </a:cubicBezTo>
                <a:cubicBezTo>
                  <a:pt x="178751" y="66299"/>
                  <a:pt x="193592" y="51457"/>
                  <a:pt x="193592" y="33149"/>
                </a:cubicBezTo>
                <a:cubicBezTo>
                  <a:pt x="193592" y="14842"/>
                  <a:pt x="178751" y="0"/>
                  <a:pt x="160443" y="0"/>
                </a:cubicBezTo>
                <a:cubicBezTo>
                  <a:pt x="142135" y="0"/>
                  <a:pt x="127294" y="14842"/>
                  <a:pt x="127294" y="33149"/>
                </a:cubicBezTo>
                <a:moveTo>
                  <a:pt x="254588" y="661955"/>
                </a:moveTo>
                <a:cubicBezTo>
                  <a:pt x="254588" y="680263"/>
                  <a:pt x="269429" y="695104"/>
                  <a:pt x="287737" y="695104"/>
                </a:cubicBezTo>
                <a:cubicBezTo>
                  <a:pt x="306045" y="695104"/>
                  <a:pt x="320886" y="680263"/>
                  <a:pt x="320886" y="661955"/>
                </a:cubicBezTo>
                <a:cubicBezTo>
                  <a:pt x="320886" y="643647"/>
                  <a:pt x="306045" y="628805"/>
                  <a:pt x="287737" y="628805"/>
                </a:cubicBezTo>
                <a:cubicBezTo>
                  <a:pt x="269429" y="628805"/>
                  <a:pt x="254588" y="643647"/>
                  <a:pt x="254588" y="661955"/>
                </a:cubicBezTo>
                <a:moveTo>
                  <a:pt x="381881" y="402555"/>
                </a:moveTo>
                <a:cubicBezTo>
                  <a:pt x="381881" y="420863"/>
                  <a:pt x="396723" y="435704"/>
                  <a:pt x="415031" y="435704"/>
                </a:cubicBezTo>
                <a:cubicBezTo>
                  <a:pt x="433339" y="435704"/>
                  <a:pt x="448180" y="420863"/>
                  <a:pt x="448180" y="402555"/>
                </a:cubicBezTo>
                <a:cubicBezTo>
                  <a:pt x="448180" y="384247"/>
                  <a:pt x="433339" y="369405"/>
                  <a:pt x="415031" y="369405"/>
                </a:cubicBezTo>
                <a:cubicBezTo>
                  <a:pt x="396723" y="369405"/>
                  <a:pt x="381881" y="384247"/>
                  <a:pt x="381881" y="402555"/>
                </a:cubicBezTo>
                <a:moveTo>
                  <a:pt x="509175" y="550391"/>
                </a:moveTo>
                <a:cubicBezTo>
                  <a:pt x="509175" y="568699"/>
                  <a:pt x="524017" y="583540"/>
                  <a:pt x="542324" y="583540"/>
                </a:cubicBezTo>
                <a:cubicBezTo>
                  <a:pt x="560632" y="583540"/>
                  <a:pt x="575474" y="568699"/>
                  <a:pt x="575474" y="550391"/>
                </a:cubicBezTo>
                <a:cubicBezTo>
                  <a:pt x="575474" y="532083"/>
                  <a:pt x="560632" y="517241"/>
                  <a:pt x="542324" y="517241"/>
                </a:cubicBezTo>
                <a:cubicBezTo>
                  <a:pt x="524017" y="517241"/>
                  <a:pt x="509175" y="532083"/>
                  <a:pt x="509175" y="550391"/>
                </a:cubicBezTo>
                <a:moveTo>
                  <a:pt x="636469" y="400087"/>
                </a:moveTo>
                <a:cubicBezTo>
                  <a:pt x="636469" y="418395"/>
                  <a:pt x="651310" y="433237"/>
                  <a:pt x="669618" y="433237"/>
                </a:cubicBezTo>
                <a:cubicBezTo>
                  <a:pt x="687926" y="433237"/>
                  <a:pt x="702768" y="418395"/>
                  <a:pt x="702768" y="400087"/>
                </a:cubicBezTo>
                <a:cubicBezTo>
                  <a:pt x="702768" y="381779"/>
                  <a:pt x="687926" y="366938"/>
                  <a:pt x="669618" y="366938"/>
                </a:cubicBezTo>
                <a:cubicBezTo>
                  <a:pt x="651310" y="366938"/>
                  <a:pt x="636469" y="381779"/>
                  <a:pt x="636469" y="400087"/>
                </a:cubicBezTo>
                <a:moveTo>
                  <a:pt x="763763" y="577535"/>
                </a:moveTo>
                <a:cubicBezTo>
                  <a:pt x="763763" y="595843"/>
                  <a:pt x="778604" y="610685"/>
                  <a:pt x="796912" y="610685"/>
                </a:cubicBezTo>
                <a:cubicBezTo>
                  <a:pt x="815220" y="610685"/>
                  <a:pt x="830061" y="595843"/>
                  <a:pt x="830061" y="577535"/>
                </a:cubicBezTo>
                <a:cubicBezTo>
                  <a:pt x="830061" y="559227"/>
                  <a:pt x="815220" y="544386"/>
                  <a:pt x="796912" y="544386"/>
                </a:cubicBezTo>
                <a:cubicBezTo>
                  <a:pt x="778604" y="544386"/>
                  <a:pt x="763763" y="559227"/>
                  <a:pt x="763763" y="577535"/>
                </a:cubicBezTo>
                <a:moveTo>
                  <a:pt x="891057" y="383462"/>
                </a:moveTo>
                <a:cubicBezTo>
                  <a:pt x="891057" y="401770"/>
                  <a:pt x="905898" y="416611"/>
                  <a:pt x="924206" y="416611"/>
                </a:cubicBezTo>
                <a:cubicBezTo>
                  <a:pt x="942514" y="416611"/>
                  <a:pt x="957356" y="401770"/>
                  <a:pt x="957356" y="383462"/>
                </a:cubicBezTo>
                <a:cubicBezTo>
                  <a:pt x="957356" y="365154"/>
                  <a:pt x="942514" y="350313"/>
                  <a:pt x="924206" y="350313"/>
                </a:cubicBezTo>
                <a:cubicBezTo>
                  <a:pt x="905898" y="350313"/>
                  <a:pt x="891057" y="365154"/>
                  <a:pt x="891057" y="383462"/>
                </a:cubicBezTo>
                <a:moveTo>
                  <a:pt x="1018350" y="484616"/>
                </a:moveTo>
                <a:cubicBezTo>
                  <a:pt x="1018350" y="502924"/>
                  <a:pt x="1033192" y="517765"/>
                  <a:pt x="1051500" y="517765"/>
                </a:cubicBezTo>
                <a:cubicBezTo>
                  <a:pt x="1069808" y="517765"/>
                  <a:pt x="1084649" y="502924"/>
                  <a:pt x="1084649" y="484616"/>
                </a:cubicBezTo>
                <a:cubicBezTo>
                  <a:pt x="1084649" y="466308"/>
                  <a:pt x="1069808" y="451466"/>
                  <a:pt x="1051500" y="451466"/>
                </a:cubicBezTo>
                <a:cubicBezTo>
                  <a:pt x="1033192" y="451466"/>
                  <a:pt x="1018350" y="466308"/>
                  <a:pt x="1018350" y="484616"/>
                </a:cubicBezTo>
                <a:moveTo>
                  <a:pt x="1145644" y="415003"/>
                </a:moveTo>
                <a:cubicBezTo>
                  <a:pt x="1145644" y="433311"/>
                  <a:pt x="1160486" y="448152"/>
                  <a:pt x="1178793" y="448152"/>
                </a:cubicBezTo>
                <a:cubicBezTo>
                  <a:pt x="1197101" y="448152"/>
                  <a:pt x="1211943" y="433311"/>
                  <a:pt x="1211943" y="415003"/>
                </a:cubicBezTo>
                <a:cubicBezTo>
                  <a:pt x="1211943" y="396695"/>
                  <a:pt x="1197101" y="381854"/>
                  <a:pt x="1178793" y="381854"/>
                </a:cubicBezTo>
                <a:cubicBezTo>
                  <a:pt x="1160486" y="381854"/>
                  <a:pt x="1145644" y="396695"/>
                  <a:pt x="1145644" y="415003"/>
                </a:cubicBezTo>
                <a:moveTo>
                  <a:pt x="1272938" y="417217"/>
                </a:moveTo>
                <a:cubicBezTo>
                  <a:pt x="1272938" y="435525"/>
                  <a:pt x="1287780" y="450367"/>
                  <a:pt x="1306087" y="450367"/>
                </a:cubicBezTo>
                <a:cubicBezTo>
                  <a:pt x="1324395" y="450367"/>
                  <a:pt x="1339237" y="435525"/>
                  <a:pt x="1339237" y="417217"/>
                </a:cubicBezTo>
                <a:cubicBezTo>
                  <a:pt x="1339237" y="398909"/>
                  <a:pt x="1324395" y="384068"/>
                  <a:pt x="1306087" y="384068"/>
                </a:cubicBezTo>
                <a:cubicBezTo>
                  <a:pt x="1287780" y="384068"/>
                  <a:pt x="1272938" y="398909"/>
                  <a:pt x="1272938" y="417217"/>
                </a:cubicBezTo>
                <a:moveTo>
                  <a:pt x="1400232" y="340118"/>
                </a:moveTo>
                <a:cubicBezTo>
                  <a:pt x="1400232" y="358426"/>
                  <a:pt x="1415073" y="373267"/>
                  <a:pt x="1433381" y="373267"/>
                </a:cubicBezTo>
                <a:cubicBezTo>
                  <a:pt x="1451689" y="373267"/>
                  <a:pt x="1466531" y="358426"/>
                  <a:pt x="1466531" y="340118"/>
                </a:cubicBezTo>
                <a:cubicBezTo>
                  <a:pt x="1466531" y="321810"/>
                  <a:pt x="1451689" y="306969"/>
                  <a:pt x="1433381" y="306969"/>
                </a:cubicBezTo>
                <a:cubicBezTo>
                  <a:pt x="1415073" y="306969"/>
                  <a:pt x="1400232" y="321810"/>
                  <a:pt x="1400232" y="340118"/>
                </a:cubicBezTo>
                <a:moveTo>
                  <a:pt x="1527526" y="288164"/>
                </a:moveTo>
                <a:cubicBezTo>
                  <a:pt x="1527526" y="306472"/>
                  <a:pt x="1542367" y="321313"/>
                  <a:pt x="1560675" y="321313"/>
                </a:cubicBezTo>
                <a:cubicBezTo>
                  <a:pt x="1578983" y="321313"/>
                  <a:pt x="1593825" y="306472"/>
                  <a:pt x="1593825" y="288164"/>
                </a:cubicBezTo>
                <a:cubicBezTo>
                  <a:pt x="1593825" y="269855"/>
                  <a:pt x="1578983" y="255014"/>
                  <a:pt x="1560675" y="255014"/>
                </a:cubicBezTo>
                <a:cubicBezTo>
                  <a:pt x="1542367" y="255014"/>
                  <a:pt x="1527526" y="269855"/>
                  <a:pt x="1527526" y="288164"/>
                </a:cubicBezTo>
                <a:moveTo>
                  <a:pt x="1654819" y="436797"/>
                </a:moveTo>
                <a:cubicBezTo>
                  <a:pt x="1654819" y="455105"/>
                  <a:pt x="1669661" y="469947"/>
                  <a:pt x="1687969" y="469947"/>
                </a:cubicBezTo>
                <a:cubicBezTo>
                  <a:pt x="1706276" y="469947"/>
                  <a:pt x="1721118" y="455105"/>
                  <a:pt x="1721118" y="436797"/>
                </a:cubicBezTo>
                <a:cubicBezTo>
                  <a:pt x="1721118" y="418490"/>
                  <a:pt x="1706276" y="403648"/>
                  <a:pt x="1687969" y="403648"/>
                </a:cubicBezTo>
                <a:cubicBezTo>
                  <a:pt x="1669661" y="403648"/>
                  <a:pt x="1654819" y="418490"/>
                  <a:pt x="1654819" y="436797"/>
                </a:cubicBezTo>
                <a:moveTo>
                  <a:pt x="1782113" y="571761"/>
                </a:moveTo>
                <a:cubicBezTo>
                  <a:pt x="1782113" y="590069"/>
                  <a:pt x="1796955" y="604910"/>
                  <a:pt x="1815263" y="604910"/>
                </a:cubicBezTo>
                <a:cubicBezTo>
                  <a:pt x="1833571" y="604910"/>
                  <a:pt x="1848412" y="590069"/>
                  <a:pt x="1848412" y="571761"/>
                </a:cubicBezTo>
                <a:cubicBezTo>
                  <a:pt x="1848412" y="553453"/>
                  <a:pt x="1833571" y="538611"/>
                  <a:pt x="1815263" y="538611"/>
                </a:cubicBezTo>
                <a:cubicBezTo>
                  <a:pt x="1796955" y="538611"/>
                  <a:pt x="1782113" y="553453"/>
                  <a:pt x="1782113" y="571761"/>
                </a:cubicBezTo>
                <a:moveTo>
                  <a:pt x="1909407" y="567831"/>
                </a:moveTo>
                <a:cubicBezTo>
                  <a:pt x="1909407" y="586138"/>
                  <a:pt x="1924249" y="600980"/>
                  <a:pt x="1942557" y="600980"/>
                </a:cubicBezTo>
                <a:cubicBezTo>
                  <a:pt x="1960865" y="600980"/>
                  <a:pt x="1975706" y="586138"/>
                  <a:pt x="1975706" y="567831"/>
                </a:cubicBezTo>
                <a:cubicBezTo>
                  <a:pt x="1975706" y="549523"/>
                  <a:pt x="1960865" y="534681"/>
                  <a:pt x="1942557" y="534681"/>
                </a:cubicBezTo>
                <a:cubicBezTo>
                  <a:pt x="1924249" y="534681"/>
                  <a:pt x="1909407" y="549523"/>
                  <a:pt x="1909407" y="567831"/>
                </a:cubicBezTo>
                <a:moveTo>
                  <a:pt x="2036701" y="567738"/>
                </a:moveTo>
                <a:cubicBezTo>
                  <a:pt x="2036701" y="586046"/>
                  <a:pt x="2051543" y="600887"/>
                  <a:pt x="2069850" y="600887"/>
                </a:cubicBezTo>
                <a:cubicBezTo>
                  <a:pt x="2088159" y="600887"/>
                  <a:pt x="2103000" y="586046"/>
                  <a:pt x="2103000" y="567738"/>
                </a:cubicBezTo>
                <a:cubicBezTo>
                  <a:pt x="2103000" y="549430"/>
                  <a:pt x="2088159" y="534588"/>
                  <a:pt x="2069850" y="534588"/>
                </a:cubicBezTo>
                <a:cubicBezTo>
                  <a:pt x="2051543" y="534588"/>
                  <a:pt x="2036701" y="549430"/>
                  <a:pt x="2036701" y="567738"/>
                </a:cubicBezTo>
                <a:moveTo>
                  <a:pt x="2163995" y="567447"/>
                </a:moveTo>
                <a:cubicBezTo>
                  <a:pt x="2163995" y="585755"/>
                  <a:pt x="2178836" y="600597"/>
                  <a:pt x="2197144" y="600597"/>
                </a:cubicBezTo>
                <a:cubicBezTo>
                  <a:pt x="2215452" y="600597"/>
                  <a:pt x="2230294" y="585755"/>
                  <a:pt x="2230294" y="567447"/>
                </a:cubicBezTo>
                <a:cubicBezTo>
                  <a:pt x="2230294" y="549140"/>
                  <a:pt x="2215452" y="534298"/>
                  <a:pt x="2197144" y="534298"/>
                </a:cubicBezTo>
                <a:cubicBezTo>
                  <a:pt x="2178836" y="534298"/>
                  <a:pt x="2163995" y="549140"/>
                  <a:pt x="2163995" y="567447"/>
                </a:cubicBezTo>
                <a:moveTo>
                  <a:pt x="2291289" y="788858"/>
                </a:moveTo>
                <a:cubicBezTo>
                  <a:pt x="2291289" y="807166"/>
                  <a:pt x="2306130" y="822007"/>
                  <a:pt x="2324438" y="822007"/>
                </a:cubicBezTo>
                <a:cubicBezTo>
                  <a:pt x="2342746" y="822007"/>
                  <a:pt x="2357587" y="807166"/>
                  <a:pt x="2357587" y="788858"/>
                </a:cubicBezTo>
                <a:cubicBezTo>
                  <a:pt x="2357587" y="770550"/>
                  <a:pt x="2342746" y="755709"/>
                  <a:pt x="2324438" y="755709"/>
                </a:cubicBezTo>
                <a:cubicBezTo>
                  <a:pt x="2306130" y="755709"/>
                  <a:pt x="2291289" y="770550"/>
                  <a:pt x="2291289" y="788858"/>
                </a:cubicBezTo>
                <a:moveTo>
                  <a:pt x="2418582" y="786136"/>
                </a:moveTo>
                <a:cubicBezTo>
                  <a:pt x="2418582" y="804444"/>
                  <a:pt x="2433424" y="819286"/>
                  <a:pt x="2451732" y="819286"/>
                </a:cubicBezTo>
                <a:cubicBezTo>
                  <a:pt x="2470040" y="819286"/>
                  <a:pt x="2484881" y="804444"/>
                  <a:pt x="2484881" y="786136"/>
                </a:cubicBezTo>
                <a:cubicBezTo>
                  <a:pt x="2484881" y="767829"/>
                  <a:pt x="2470040" y="752987"/>
                  <a:pt x="2451732" y="752987"/>
                </a:cubicBezTo>
                <a:cubicBezTo>
                  <a:pt x="2433424" y="752987"/>
                  <a:pt x="2418582" y="767829"/>
                  <a:pt x="2418582" y="786136"/>
                </a:cubicBezTo>
                <a:moveTo>
                  <a:pt x="2545876" y="785252"/>
                </a:moveTo>
                <a:cubicBezTo>
                  <a:pt x="2545876" y="803560"/>
                  <a:pt x="2560718" y="818401"/>
                  <a:pt x="2579026" y="818401"/>
                </a:cubicBezTo>
                <a:cubicBezTo>
                  <a:pt x="2597334" y="818401"/>
                  <a:pt x="2612175" y="803560"/>
                  <a:pt x="2612175" y="785252"/>
                </a:cubicBezTo>
                <a:cubicBezTo>
                  <a:pt x="2612175" y="766944"/>
                  <a:pt x="2597334" y="752102"/>
                  <a:pt x="2579026" y="752102"/>
                </a:cubicBezTo>
                <a:cubicBezTo>
                  <a:pt x="2560718" y="752102"/>
                  <a:pt x="2545876" y="766944"/>
                  <a:pt x="2545876" y="785252"/>
                </a:cubicBezTo>
                <a:moveTo>
                  <a:pt x="2673170" y="138158"/>
                </a:moveTo>
                <a:cubicBezTo>
                  <a:pt x="2673170" y="156466"/>
                  <a:pt x="2688012" y="171307"/>
                  <a:pt x="2706319" y="171307"/>
                </a:cubicBezTo>
                <a:cubicBezTo>
                  <a:pt x="2724628" y="171307"/>
                  <a:pt x="2739469" y="156466"/>
                  <a:pt x="2739469" y="138158"/>
                </a:cubicBezTo>
                <a:cubicBezTo>
                  <a:pt x="2739469" y="119850"/>
                  <a:pt x="2724628" y="105008"/>
                  <a:pt x="2706319" y="105008"/>
                </a:cubicBezTo>
                <a:cubicBezTo>
                  <a:pt x="2688012" y="105008"/>
                  <a:pt x="2673170" y="119850"/>
                  <a:pt x="2673170" y="138158"/>
                </a:cubicBezTo>
                <a:moveTo>
                  <a:pt x="2800464" y="796099"/>
                </a:moveTo>
                <a:cubicBezTo>
                  <a:pt x="2800464" y="814407"/>
                  <a:pt x="2815306" y="829249"/>
                  <a:pt x="2833613" y="829249"/>
                </a:cubicBezTo>
                <a:cubicBezTo>
                  <a:pt x="2851922" y="829249"/>
                  <a:pt x="2866763" y="814407"/>
                  <a:pt x="2866763" y="796099"/>
                </a:cubicBezTo>
                <a:cubicBezTo>
                  <a:pt x="2866763" y="777791"/>
                  <a:pt x="2851922" y="762950"/>
                  <a:pt x="2833613" y="762950"/>
                </a:cubicBezTo>
                <a:cubicBezTo>
                  <a:pt x="2815306" y="762950"/>
                  <a:pt x="2800464" y="777791"/>
                  <a:pt x="2800464" y="796099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A2B838-0ECE-4993-B4D9-18E6513F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2901395"/>
            <a:ext cx="2800464" cy="1303957"/>
          </a:xfrm>
          <a:custGeom xmlns:a="http://schemas.openxmlformats.org/drawingml/2006/main">
            <a:pathLst>
              <a:path w="2800464" h="1303957" fill="none">
                <a:moveTo>
                  <a:pt x="0" y="1104995"/>
                </a:moveTo>
                <a:lnTo>
                  <a:pt x="127294" y="804541"/>
                </a:lnTo>
                <a:lnTo>
                  <a:pt x="254588" y="1108733"/>
                </a:lnTo>
                <a:lnTo>
                  <a:pt x="381881" y="653249"/>
                </a:lnTo>
                <a:lnTo>
                  <a:pt x="509175" y="663863"/>
                </a:lnTo>
                <a:lnTo>
                  <a:pt x="636469" y="650251"/>
                </a:lnTo>
                <a:lnTo>
                  <a:pt x="763763" y="686841"/>
                </a:lnTo>
                <a:lnTo>
                  <a:pt x="891057" y="595514"/>
                </a:lnTo>
                <a:lnTo>
                  <a:pt x="1018351" y="646903"/>
                </a:lnTo>
                <a:lnTo>
                  <a:pt x="1145644" y="717609"/>
                </a:lnTo>
                <a:lnTo>
                  <a:pt x="1272938" y="714990"/>
                </a:lnTo>
                <a:lnTo>
                  <a:pt x="1400232" y="568707"/>
                </a:lnTo>
                <a:lnTo>
                  <a:pt x="1527526" y="513951"/>
                </a:lnTo>
                <a:lnTo>
                  <a:pt x="1654820" y="607596"/>
                </a:lnTo>
                <a:lnTo>
                  <a:pt x="1782114" y="737418"/>
                </a:lnTo>
                <a:lnTo>
                  <a:pt x="1909407" y="735588"/>
                </a:lnTo>
                <a:lnTo>
                  <a:pt x="2036701" y="735455"/>
                </a:lnTo>
                <a:lnTo>
                  <a:pt x="2163995" y="739120"/>
                </a:lnTo>
                <a:lnTo>
                  <a:pt x="2291289" y="1261264"/>
                </a:lnTo>
                <a:lnTo>
                  <a:pt x="2418583" y="1263027"/>
                </a:lnTo>
                <a:lnTo>
                  <a:pt x="2545876" y="1262493"/>
                </a:lnTo>
                <a:lnTo>
                  <a:pt x="2673170" y="0"/>
                </a:lnTo>
                <a:lnTo>
                  <a:pt x="2800464" y="1303957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00FF"/>
            </a:solidFill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72196B-CA1B-427F-BE02-0C1A1008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2868246"/>
            <a:ext cx="2866763" cy="1370256"/>
          </a:xfrm>
          <a:custGeom xmlns:a="http://schemas.openxmlformats.org/drawingml/2006/main">
            <a:pathLst>
              <a:path w="2866763" h="1370256">
                <a:moveTo>
                  <a:pt x="0" y="1138145"/>
                </a:moveTo>
                <a:cubicBezTo>
                  <a:pt x="0" y="1156453"/>
                  <a:pt x="14841" y="1171294"/>
                  <a:pt x="33149" y="1171294"/>
                </a:cubicBezTo>
                <a:cubicBezTo>
                  <a:pt x="51457" y="1171294"/>
                  <a:pt x="66299" y="1156453"/>
                  <a:pt x="66299" y="1138145"/>
                </a:cubicBezTo>
                <a:cubicBezTo>
                  <a:pt x="66299" y="1119837"/>
                  <a:pt x="51457" y="1104995"/>
                  <a:pt x="33149" y="1104995"/>
                </a:cubicBezTo>
                <a:cubicBezTo>
                  <a:pt x="14841" y="1104995"/>
                  <a:pt x="0" y="1119837"/>
                  <a:pt x="0" y="1138145"/>
                </a:cubicBezTo>
                <a:moveTo>
                  <a:pt x="127294" y="837690"/>
                </a:moveTo>
                <a:cubicBezTo>
                  <a:pt x="127294" y="855998"/>
                  <a:pt x="142135" y="870840"/>
                  <a:pt x="160443" y="870840"/>
                </a:cubicBezTo>
                <a:cubicBezTo>
                  <a:pt x="178751" y="870840"/>
                  <a:pt x="193593" y="855998"/>
                  <a:pt x="193593" y="837690"/>
                </a:cubicBezTo>
                <a:cubicBezTo>
                  <a:pt x="193593" y="819383"/>
                  <a:pt x="178751" y="804541"/>
                  <a:pt x="160443" y="804541"/>
                </a:cubicBezTo>
                <a:cubicBezTo>
                  <a:pt x="142135" y="804541"/>
                  <a:pt x="127294" y="819383"/>
                  <a:pt x="127294" y="837690"/>
                </a:cubicBezTo>
                <a:moveTo>
                  <a:pt x="254588" y="1141883"/>
                </a:moveTo>
                <a:cubicBezTo>
                  <a:pt x="254588" y="1160191"/>
                  <a:pt x="269429" y="1175032"/>
                  <a:pt x="287737" y="1175032"/>
                </a:cubicBezTo>
                <a:cubicBezTo>
                  <a:pt x="306045" y="1175032"/>
                  <a:pt x="320886" y="1160191"/>
                  <a:pt x="320886" y="1141883"/>
                </a:cubicBezTo>
                <a:cubicBezTo>
                  <a:pt x="320886" y="1123575"/>
                  <a:pt x="306045" y="1108733"/>
                  <a:pt x="287737" y="1108733"/>
                </a:cubicBezTo>
                <a:cubicBezTo>
                  <a:pt x="269429" y="1108733"/>
                  <a:pt x="254588" y="1123575"/>
                  <a:pt x="254588" y="1141883"/>
                </a:cubicBezTo>
                <a:moveTo>
                  <a:pt x="381881" y="686398"/>
                </a:moveTo>
                <a:cubicBezTo>
                  <a:pt x="381881" y="704706"/>
                  <a:pt x="396723" y="719548"/>
                  <a:pt x="415031" y="719548"/>
                </a:cubicBezTo>
                <a:cubicBezTo>
                  <a:pt x="433339" y="719548"/>
                  <a:pt x="448180" y="704706"/>
                  <a:pt x="448180" y="686398"/>
                </a:cubicBezTo>
                <a:cubicBezTo>
                  <a:pt x="448180" y="668090"/>
                  <a:pt x="433339" y="653249"/>
                  <a:pt x="415031" y="653249"/>
                </a:cubicBezTo>
                <a:cubicBezTo>
                  <a:pt x="396723" y="653249"/>
                  <a:pt x="381881" y="668090"/>
                  <a:pt x="381881" y="686398"/>
                </a:cubicBezTo>
                <a:moveTo>
                  <a:pt x="509175" y="697012"/>
                </a:moveTo>
                <a:cubicBezTo>
                  <a:pt x="509175" y="715320"/>
                  <a:pt x="524017" y="730162"/>
                  <a:pt x="542325" y="730162"/>
                </a:cubicBezTo>
                <a:cubicBezTo>
                  <a:pt x="560633" y="730162"/>
                  <a:pt x="575474" y="715320"/>
                  <a:pt x="575474" y="697012"/>
                </a:cubicBezTo>
                <a:cubicBezTo>
                  <a:pt x="575474" y="678705"/>
                  <a:pt x="560633" y="663863"/>
                  <a:pt x="542325" y="663863"/>
                </a:cubicBezTo>
                <a:cubicBezTo>
                  <a:pt x="524017" y="663863"/>
                  <a:pt x="509175" y="678705"/>
                  <a:pt x="509175" y="697012"/>
                </a:cubicBezTo>
                <a:moveTo>
                  <a:pt x="636469" y="683400"/>
                </a:moveTo>
                <a:cubicBezTo>
                  <a:pt x="636469" y="701708"/>
                  <a:pt x="651311" y="716550"/>
                  <a:pt x="669619" y="716550"/>
                </a:cubicBezTo>
                <a:cubicBezTo>
                  <a:pt x="687926" y="716550"/>
                  <a:pt x="702768" y="701708"/>
                  <a:pt x="702768" y="683400"/>
                </a:cubicBezTo>
                <a:cubicBezTo>
                  <a:pt x="702768" y="665092"/>
                  <a:pt x="687926" y="650251"/>
                  <a:pt x="669619" y="650251"/>
                </a:cubicBezTo>
                <a:cubicBezTo>
                  <a:pt x="651311" y="650251"/>
                  <a:pt x="636469" y="665092"/>
                  <a:pt x="636469" y="683400"/>
                </a:cubicBezTo>
                <a:moveTo>
                  <a:pt x="763763" y="719990"/>
                </a:moveTo>
                <a:cubicBezTo>
                  <a:pt x="763763" y="738298"/>
                  <a:pt x="778605" y="753140"/>
                  <a:pt x="796912" y="753140"/>
                </a:cubicBezTo>
                <a:cubicBezTo>
                  <a:pt x="815220" y="753140"/>
                  <a:pt x="830062" y="738298"/>
                  <a:pt x="830062" y="719990"/>
                </a:cubicBezTo>
                <a:cubicBezTo>
                  <a:pt x="830062" y="701683"/>
                  <a:pt x="815220" y="686841"/>
                  <a:pt x="796912" y="686841"/>
                </a:cubicBezTo>
                <a:cubicBezTo>
                  <a:pt x="778605" y="686841"/>
                  <a:pt x="763763" y="701683"/>
                  <a:pt x="763763" y="719990"/>
                </a:cubicBezTo>
                <a:moveTo>
                  <a:pt x="891057" y="628663"/>
                </a:moveTo>
                <a:cubicBezTo>
                  <a:pt x="891057" y="646971"/>
                  <a:pt x="905898" y="661812"/>
                  <a:pt x="924206" y="661812"/>
                </a:cubicBezTo>
                <a:cubicBezTo>
                  <a:pt x="942514" y="661812"/>
                  <a:pt x="957356" y="646971"/>
                  <a:pt x="957356" y="628663"/>
                </a:cubicBezTo>
                <a:cubicBezTo>
                  <a:pt x="957356" y="610355"/>
                  <a:pt x="942514" y="595514"/>
                  <a:pt x="924206" y="595514"/>
                </a:cubicBezTo>
                <a:cubicBezTo>
                  <a:pt x="905898" y="595514"/>
                  <a:pt x="891057" y="610355"/>
                  <a:pt x="891057" y="628663"/>
                </a:cubicBezTo>
                <a:moveTo>
                  <a:pt x="1018351" y="680052"/>
                </a:moveTo>
                <a:cubicBezTo>
                  <a:pt x="1018351" y="698360"/>
                  <a:pt x="1033192" y="713202"/>
                  <a:pt x="1051500" y="713202"/>
                </a:cubicBezTo>
                <a:cubicBezTo>
                  <a:pt x="1069808" y="713202"/>
                  <a:pt x="1084650" y="698360"/>
                  <a:pt x="1084650" y="680052"/>
                </a:cubicBezTo>
                <a:cubicBezTo>
                  <a:pt x="1084650" y="661744"/>
                  <a:pt x="1069808" y="646903"/>
                  <a:pt x="1051500" y="646903"/>
                </a:cubicBezTo>
                <a:cubicBezTo>
                  <a:pt x="1033192" y="646903"/>
                  <a:pt x="1018351" y="661744"/>
                  <a:pt x="1018351" y="680052"/>
                </a:cubicBezTo>
                <a:moveTo>
                  <a:pt x="1145644" y="750758"/>
                </a:moveTo>
                <a:cubicBezTo>
                  <a:pt x="1145644" y="769066"/>
                  <a:pt x="1160486" y="783908"/>
                  <a:pt x="1178794" y="783908"/>
                </a:cubicBezTo>
                <a:cubicBezTo>
                  <a:pt x="1197102" y="783908"/>
                  <a:pt x="1211943" y="769066"/>
                  <a:pt x="1211943" y="750758"/>
                </a:cubicBezTo>
                <a:cubicBezTo>
                  <a:pt x="1211943" y="732450"/>
                  <a:pt x="1197102" y="717609"/>
                  <a:pt x="1178794" y="717609"/>
                </a:cubicBezTo>
                <a:cubicBezTo>
                  <a:pt x="1160486" y="717609"/>
                  <a:pt x="1145644" y="732450"/>
                  <a:pt x="1145644" y="750758"/>
                </a:cubicBezTo>
                <a:moveTo>
                  <a:pt x="1272938" y="748140"/>
                </a:moveTo>
                <a:cubicBezTo>
                  <a:pt x="1272938" y="766448"/>
                  <a:pt x="1287780" y="781289"/>
                  <a:pt x="1306088" y="781289"/>
                </a:cubicBezTo>
                <a:cubicBezTo>
                  <a:pt x="1324395" y="781289"/>
                  <a:pt x="1339237" y="766448"/>
                  <a:pt x="1339237" y="748140"/>
                </a:cubicBezTo>
                <a:cubicBezTo>
                  <a:pt x="1339237" y="729832"/>
                  <a:pt x="1324395" y="714990"/>
                  <a:pt x="1306088" y="714990"/>
                </a:cubicBezTo>
                <a:cubicBezTo>
                  <a:pt x="1287780" y="714990"/>
                  <a:pt x="1272938" y="729832"/>
                  <a:pt x="1272938" y="748140"/>
                </a:cubicBezTo>
                <a:moveTo>
                  <a:pt x="1400232" y="601856"/>
                </a:moveTo>
                <a:cubicBezTo>
                  <a:pt x="1400232" y="620164"/>
                  <a:pt x="1415074" y="635005"/>
                  <a:pt x="1433381" y="635005"/>
                </a:cubicBezTo>
                <a:cubicBezTo>
                  <a:pt x="1451689" y="635005"/>
                  <a:pt x="1466531" y="620164"/>
                  <a:pt x="1466531" y="601856"/>
                </a:cubicBezTo>
                <a:cubicBezTo>
                  <a:pt x="1466531" y="583548"/>
                  <a:pt x="1451689" y="568707"/>
                  <a:pt x="1433381" y="568707"/>
                </a:cubicBezTo>
                <a:cubicBezTo>
                  <a:pt x="1415074" y="568707"/>
                  <a:pt x="1400232" y="583548"/>
                  <a:pt x="1400232" y="601856"/>
                </a:cubicBezTo>
                <a:moveTo>
                  <a:pt x="1527526" y="547101"/>
                </a:moveTo>
                <a:cubicBezTo>
                  <a:pt x="1527526" y="565409"/>
                  <a:pt x="1542367" y="580250"/>
                  <a:pt x="1560675" y="580250"/>
                </a:cubicBezTo>
                <a:cubicBezTo>
                  <a:pt x="1578983" y="580250"/>
                  <a:pt x="1593825" y="565409"/>
                  <a:pt x="1593825" y="547101"/>
                </a:cubicBezTo>
                <a:cubicBezTo>
                  <a:pt x="1593825" y="528793"/>
                  <a:pt x="1578983" y="513951"/>
                  <a:pt x="1560675" y="513951"/>
                </a:cubicBezTo>
                <a:cubicBezTo>
                  <a:pt x="1542367" y="513951"/>
                  <a:pt x="1527526" y="528793"/>
                  <a:pt x="1527526" y="547101"/>
                </a:cubicBezTo>
                <a:moveTo>
                  <a:pt x="1654820" y="640745"/>
                </a:moveTo>
                <a:cubicBezTo>
                  <a:pt x="1654820" y="659053"/>
                  <a:pt x="1669661" y="673895"/>
                  <a:pt x="1687969" y="673895"/>
                </a:cubicBezTo>
                <a:cubicBezTo>
                  <a:pt x="1706277" y="673895"/>
                  <a:pt x="1721119" y="659053"/>
                  <a:pt x="1721119" y="640745"/>
                </a:cubicBezTo>
                <a:cubicBezTo>
                  <a:pt x="1721119" y="622437"/>
                  <a:pt x="1706277" y="607596"/>
                  <a:pt x="1687969" y="607596"/>
                </a:cubicBezTo>
                <a:cubicBezTo>
                  <a:pt x="1669661" y="607596"/>
                  <a:pt x="1654820" y="622437"/>
                  <a:pt x="1654820" y="640745"/>
                </a:cubicBezTo>
                <a:moveTo>
                  <a:pt x="1782114" y="770568"/>
                </a:moveTo>
                <a:cubicBezTo>
                  <a:pt x="1782114" y="788876"/>
                  <a:pt x="1796955" y="803717"/>
                  <a:pt x="1815263" y="803717"/>
                </a:cubicBezTo>
                <a:cubicBezTo>
                  <a:pt x="1833571" y="803717"/>
                  <a:pt x="1848412" y="788876"/>
                  <a:pt x="1848412" y="770568"/>
                </a:cubicBezTo>
                <a:cubicBezTo>
                  <a:pt x="1848412" y="752260"/>
                  <a:pt x="1833571" y="737418"/>
                  <a:pt x="1815263" y="737418"/>
                </a:cubicBezTo>
                <a:cubicBezTo>
                  <a:pt x="1796955" y="737418"/>
                  <a:pt x="1782114" y="752260"/>
                  <a:pt x="1782114" y="770568"/>
                </a:cubicBezTo>
                <a:moveTo>
                  <a:pt x="1909407" y="768737"/>
                </a:moveTo>
                <a:cubicBezTo>
                  <a:pt x="1909407" y="787045"/>
                  <a:pt x="1924249" y="801887"/>
                  <a:pt x="1942557" y="801887"/>
                </a:cubicBezTo>
                <a:cubicBezTo>
                  <a:pt x="1960865" y="801887"/>
                  <a:pt x="1975706" y="787045"/>
                  <a:pt x="1975706" y="768737"/>
                </a:cubicBezTo>
                <a:cubicBezTo>
                  <a:pt x="1975706" y="750430"/>
                  <a:pt x="1960865" y="735588"/>
                  <a:pt x="1942557" y="735588"/>
                </a:cubicBezTo>
                <a:cubicBezTo>
                  <a:pt x="1924249" y="735588"/>
                  <a:pt x="1909407" y="750430"/>
                  <a:pt x="1909407" y="768737"/>
                </a:cubicBezTo>
                <a:moveTo>
                  <a:pt x="2036701" y="768604"/>
                </a:moveTo>
                <a:cubicBezTo>
                  <a:pt x="2036701" y="786912"/>
                  <a:pt x="2051543" y="801754"/>
                  <a:pt x="2069851" y="801754"/>
                </a:cubicBezTo>
                <a:cubicBezTo>
                  <a:pt x="2088159" y="801754"/>
                  <a:pt x="2103000" y="786912"/>
                  <a:pt x="2103000" y="768604"/>
                </a:cubicBezTo>
                <a:cubicBezTo>
                  <a:pt x="2103000" y="750296"/>
                  <a:pt x="2088159" y="735455"/>
                  <a:pt x="2069851" y="735455"/>
                </a:cubicBezTo>
                <a:cubicBezTo>
                  <a:pt x="2051543" y="735455"/>
                  <a:pt x="2036701" y="750296"/>
                  <a:pt x="2036701" y="768604"/>
                </a:cubicBezTo>
                <a:moveTo>
                  <a:pt x="2163995" y="772270"/>
                </a:moveTo>
                <a:cubicBezTo>
                  <a:pt x="2163995" y="790578"/>
                  <a:pt x="2178837" y="805419"/>
                  <a:pt x="2197144" y="805419"/>
                </a:cubicBezTo>
                <a:cubicBezTo>
                  <a:pt x="2215452" y="805419"/>
                  <a:pt x="2230294" y="790578"/>
                  <a:pt x="2230294" y="772270"/>
                </a:cubicBezTo>
                <a:cubicBezTo>
                  <a:pt x="2230294" y="753962"/>
                  <a:pt x="2215452" y="739120"/>
                  <a:pt x="2197144" y="739120"/>
                </a:cubicBezTo>
                <a:cubicBezTo>
                  <a:pt x="2178837" y="739120"/>
                  <a:pt x="2163995" y="753962"/>
                  <a:pt x="2163995" y="772270"/>
                </a:cubicBezTo>
                <a:moveTo>
                  <a:pt x="2291289" y="1294414"/>
                </a:moveTo>
                <a:cubicBezTo>
                  <a:pt x="2291289" y="1312722"/>
                  <a:pt x="2306130" y="1327563"/>
                  <a:pt x="2324438" y="1327563"/>
                </a:cubicBezTo>
                <a:cubicBezTo>
                  <a:pt x="2342746" y="1327563"/>
                  <a:pt x="2357588" y="1312722"/>
                  <a:pt x="2357588" y="1294414"/>
                </a:cubicBezTo>
                <a:cubicBezTo>
                  <a:pt x="2357588" y="1276106"/>
                  <a:pt x="2342746" y="1261264"/>
                  <a:pt x="2324438" y="1261264"/>
                </a:cubicBezTo>
                <a:cubicBezTo>
                  <a:pt x="2306130" y="1261264"/>
                  <a:pt x="2291289" y="1276106"/>
                  <a:pt x="2291289" y="1294414"/>
                </a:cubicBezTo>
                <a:moveTo>
                  <a:pt x="2418583" y="1296177"/>
                </a:moveTo>
                <a:cubicBezTo>
                  <a:pt x="2418583" y="1314484"/>
                  <a:pt x="2433424" y="1329326"/>
                  <a:pt x="2451732" y="1329326"/>
                </a:cubicBezTo>
                <a:cubicBezTo>
                  <a:pt x="2470040" y="1329326"/>
                  <a:pt x="2484881" y="1314484"/>
                  <a:pt x="2484881" y="1296177"/>
                </a:cubicBezTo>
                <a:cubicBezTo>
                  <a:pt x="2484881" y="1277869"/>
                  <a:pt x="2470040" y="1263027"/>
                  <a:pt x="2451732" y="1263027"/>
                </a:cubicBezTo>
                <a:cubicBezTo>
                  <a:pt x="2433424" y="1263027"/>
                  <a:pt x="2418583" y="1277869"/>
                  <a:pt x="2418583" y="1296177"/>
                </a:cubicBezTo>
                <a:moveTo>
                  <a:pt x="2545876" y="1295643"/>
                </a:moveTo>
                <a:cubicBezTo>
                  <a:pt x="2545876" y="1313950"/>
                  <a:pt x="2560718" y="1328792"/>
                  <a:pt x="2579026" y="1328792"/>
                </a:cubicBezTo>
                <a:cubicBezTo>
                  <a:pt x="2597334" y="1328792"/>
                  <a:pt x="2612175" y="1313950"/>
                  <a:pt x="2612175" y="1295643"/>
                </a:cubicBezTo>
                <a:cubicBezTo>
                  <a:pt x="2612175" y="1277335"/>
                  <a:pt x="2597334" y="1262493"/>
                  <a:pt x="2579026" y="1262493"/>
                </a:cubicBezTo>
                <a:cubicBezTo>
                  <a:pt x="2560718" y="1262493"/>
                  <a:pt x="2545876" y="1277335"/>
                  <a:pt x="2545876" y="1295643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337107"/>
                </a:moveTo>
                <a:cubicBezTo>
                  <a:pt x="2800464" y="1355415"/>
                  <a:pt x="2815306" y="1370256"/>
                  <a:pt x="2833614" y="1370256"/>
                </a:cubicBezTo>
                <a:cubicBezTo>
                  <a:pt x="2851921" y="1370256"/>
                  <a:pt x="2866763" y="1355415"/>
                  <a:pt x="2866763" y="1337107"/>
                </a:cubicBezTo>
                <a:cubicBezTo>
                  <a:pt x="2866763" y="1318799"/>
                  <a:pt x="2851921" y="1303957"/>
                  <a:pt x="2833614" y="1303957"/>
                </a:cubicBezTo>
                <a:cubicBezTo>
                  <a:pt x="2815306" y="1303957"/>
                  <a:pt x="2800464" y="1318799"/>
                  <a:pt x="2800464" y="1337107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86095-594B-45B5-BCF4-8E26AF95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564869"/>
            <a:ext cx="2800464" cy="765410"/>
          </a:xfrm>
          <a:custGeom xmlns:a="http://schemas.openxmlformats.org/drawingml/2006/main">
            <a:pathLst>
              <a:path w="2800464" h="765410" fill="none">
                <a:moveTo>
                  <a:pt x="0" y="625436"/>
                </a:moveTo>
                <a:lnTo>
                  <a:pt x="127294" y="18184"/>
                </a:lnTo>
                <a:lnTo>
                  <a:pt x="254588" y="606208"/>
                </a:lnTo>
                <a:lnTo>
                  <a:pt x="381881" y="376096"/>
                </a:lnTo>
                <a:lnTo>
                  <a:pt x="509175" y="495595"/>
                </a:lnTo>
                <a:lnTo>
                  <a:pt x="636469" y="377586"/>
                </a:lnTo>
                <a:lnTo>
                  <a:pt x="763763" y="471935"/>
                </a:lnTo>
                <a:lnTo>
                  <a:pt x="891057" y="343458"/>
                </a:lnTo>
                <a:lnTo>
                  <a:pt x="1018350" y="411664"/>
                </a:lnTo>
                <a:lnTo>
                  <a:pt x="1145644" y="388058"/>
                </a:lnTo>
                <a:lnTo>
                  <a:pt x="1272938" y="390304"/>
                </a:lnTo>
                <a:lnTo>
                  <a:pt x="1400232" y="336586"/>
                </a:lnTo>
                <a:lnTo>
                  <a:pt x="1527526" y="282740"/>
                </a:lnTo>
                <a:lnTo>
                  <a:pt x="1654819" y="378437"/>
                </a:lnTo>
                <a:lnTo>
                  <a:pt x="1782113" y="496682"/>
                </a:lnTo>
                <a:lnTo>
                  <a:pt x="1909407" y="493763"/>
                </a:lnTo>
                <a:lnTo>
                  <a:pt x="2036701" y="493956"/>
                </a:lnTo>
                <a:lnTo>
                  <a:pt x="2163995" y="494912"/>
                </a:lnTo>
                <a:lnTo>
                  <a:pt x="2291289" y="746480"/>
                </a:lnTo>
                <a:lnTo>
                  <a:pt x="2418582" y="743583"/>
                </a:lnTo>
                <a:lnTo>
                  <a:pt x="2545876" y="745554"/>
                </a:lnTo>
                <a:lnTo>
                  <a:pt x="2673170" y="0"/>
                </a:lnTo>
                <a:lnTo>
                  <a:pt x="2800464" y="76541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00FF"/>
            </a:solidFill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908A64-4D89-4EB5-B1B3-6398575A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531720"/>
            <a:ext cx="2866763" cy="831709"/>
          </a:xfrm>
          <a:custGeom xmlns:a="http://schemas.openxmlformats.org/drawingml/2006/main">
            <a:pathLst>
              <a:path w="2866763" h="831709">
                <a:moveTo>
                  <a:pt x="0" y="658586"/>
                </a:moveTo>
                <a:cubicBezTo>
                  <a:pt x="0" y="676894"/>
                  <a:pt x="14841" y="691735"/>
                  <a:pt x="33149" y="691735"/>
                </a:cubicBezTo>
                <a:cubicBezTo>
                  <a:pt x="51457" y="691735"/>
                  <a:pt x="66299" y="676894"/>
                  <a:pt x="66299" y="658586"/>
                </a:cubicBezTo>
                <a:cubicBezTo>
                  <a:pt x="66299" y="640278"/>
                  <a:pt x="51457" y="625436"/>
                  <a:pt x="33149" y="625436"/>
                </a:cubicBezTo>
                <a:cubicBezTo>
                  <a:pt x="14841" y="625436"/>
                  <a:pt x="0" y="640278"/>
                  <a:pt x="0" y="658586"/>
                </a:cubicBezTo>
                <a:moveTo>
                  <a:pt x="127294" y="51333"/>
                </a:moveTo>
                <a:cubicBezTo>
                  <a:pt x="127294" y="69641"/>
                  <a:pt x="142135" y="84482"/>
                  <a:pt x="160443" y="84482"/>
                </a:cubicBezTo>
                <a:cubicBezTo>
                  <a:pt x="178751" y="84482"/>
                  <a:pt x="193592" y="69641"/>
                  <a:pt x="193592" y="51333"/>
                </a:cubicBezTo>
                <a:cubicBezTo>
                  <a:pt x="193592" y="33025"/>
                  <a:pt x="178751" y="18184"/>
                  <a:pt x="160443" y="18184"/>
                </a:cubicBezTo>
                <a:cubicBezTo>
                  <a:pt x="142135" y="18184"/>
                  <a:pt x="127294" y="33025"/>
                  <a:pt x="127294" y="51333"/>
                </a:cubicBezTo>
                <a:moveTo>
                  <a:pt x="254588" y="639357"/>
                </a:moveTo>
                <a:cubicBezTo>
                  <a:pt x="254588" y="657665"/>
                  <a:pt x="269429" y="672507"/>
                  <a:pt x="287737" y="672507"/>
                </a:cubicBezTo>
                <a:cubicBezTo>
                  <a:pt x="306045" y="672507"/>
                  <a:pt x="320886" y="657665"/>
                  <a:pt x="320886" y="639357"/>
                </a:cubicBezTo>
                <a:cubicBezTo>
                  <a:pt x="320886" y="621049"/>
                  <a:pt x="306045" y="606208"/>
                  <a:pt x="287737" y="606208"/>
                </a:cubicBezTo>
                <a:cubicBezTo>
                  <a:pt x="269429" y="606208"/>
                  <a:pt x="254588" y="621049"/>
                  <a:pt x="254588" y="639357"/>
                </a:cubicBezTo>
                <a:moveTo>
                  <a:pt x="381881" y="409245"/>
                </a:moveTo>
                <a:cubicBezTo>
                  <a:pt x="381881" y="427553"/>
                  <a:pt x="396723" y="442394"/>
                  <a:pt x="415031" y="442394"/>
                </a:cubicBezTo>
                <a:cubicBezTo>
                  <a:pt x="433339" y="442394"/>
                  <a:pt x="448180" y="427553"/>
                  <a:pt x="448180" y="409245"/>
                </a:cubicBezTo>
                <a:cubicBezTo>
                  <a:pt x="448180" y="390937"/>
                  <a:pt x="433339" y="376096"/>
                  <a:pt x="415031" y="376096"/>
                </a:cubicBezTo>
                <a:cubicBezTo>
                  <a:pt x="396723" y="376096"/>
                  <a:pt x="381881" y="390937"/>
                  <a:pt x="381881" y="409245"/>
                </a:cubicBezTo>
                <a:moveTo>
                  <a:pt x="509175" y="528745"/>
                </a:moveTo>
                <a:cubicBezTo>
                  <a:pt x="509175" y="547053"/>
                  <a:pt x="524017" y="561894"/>
                  <a:pt x="542324" y="561894"/>
                </a:cubicBezTo>
                <a:cubicBezTo>
                  <a:pt x="560632" y="561894"/>
                  <a:pt x="575474" y="547053"/>
                  <a:pt x="575474" y="528745"/>
                </a:cubicBezTo>
                <a:cubicBezTo>
                  <a:pt x="575474" y="510437"/>
                  <a:pt x="560632" y="495595"/>
                  <a:pt x="542324" y="495595"/>
                </a:cubicBezTo>
                <a:cubicBezTo>
                  <a:pt x="524017" y="495595"/>
                  <a:pt x="509175" y="510437"/>
                  <a:pt x="509175" y="528745"/>
                </a:cubicBezTo>
                <a:moveTo>
                  <a:pt x="636469" y="410735"/>
                </a:moveTo>
                <a:cubicBezTo>
                  <a:pt x="636469" y="429043"/>
                  <a:pt x="651310" y="443885"/>
                  <a:pt x="669618" y="443885"/>
                </a:cubicBezTo>
                <a:cubicBezTo>
                  <a:pt x="687926" y="443885"/>
                  <a:pt x="702768" y="429043"/>
                  <a:pt x="702768" y="410735"/>
                </a:cubicBezTo>
                <a:cubicBezTo>
                  <a:pt x="702768" y="392427"/>
                  <a:pt x="687926" y="377586"/>
                  <a:pt x="669618" y="377586"/>
                </a:cubicBezTo>
                <a:cubicBezTo>
                  <a:pt x="651310" y="377586"/>
                  <a:pt x="636469" y="392427"/>
                  <a:pt x="636469" y="410735"/>
                </a:cubicBezTo>
                <a:moveTo>
                  <a:pt x="763763" y="505084"/>
                </a:moveTo>
                <a:cubicBezTo>
                  <a:pt x="763763" y="523392"/>
                  <a:pt x="778604" y="538234"/>
                  <a:pt x="796912" y="538234"/>
                </a:cubicBezTo>
                <a:cubicBezTo>
                  <a:pt x="815220" y="538234"/>
                  <a:pt x="830061" y="523392"/>
                  <a:pt x="830061" y="505084"/>
                </a:cubicBezTo>
                <a:cubicBezTo>
                  <a:pt x="830061" y="486776"/>
                  <a:pt x="815220" y="471935"/>
                  <a:pt x="796912" y="471935"/>
                </a:cubicBezTo>
                <a:cubicBezTo>
                  <a:pt x="778604" y="471935"/>
                  <a:pt x="763763" y="486776"/>
                  <a:pt x="763763" y="505084"/>
                </a:cubicBezTo>
                <a:moveTo>
                  <a:pt x="891057" y="376608"/>
                </a:moveTo>
                <a:cubicBezTo>
                  <a:pt x="891057" y="394916"/>
                  <a:pt x="905898" y="409757"/>
                  <a:pt x="924206" y="409757"/>
                </a:cubicBezTo>
                <a:cubicBezTo>
                  <a:pt x="942514" y="409757"/>
                  <a:pt x="957356" y="394916"/>
                  <a:pt x="957356" y="376608"/>
                </a:cubicBezTo>
                <a:cubicBezTo>
                  <a:pt x="957356" y="358300"/>
                  <a:pt x="942514" y="343458"/>
                  <a:pt x="924206" y="343458"/>
                </a:cubicBezTo>
                <a:cubicBezTo>
                  <a:pt x="905898" y="343458"/>
                  <a:pt x="891057" y="358300"/>
                  <a:pt x="891057" y="376608"/>
                </a:cubicBezTo>
                <a:moveTo>
                  <a:pt x="1018350" y="444813"/>
                </a:moveTo>
                <a:cubicBezTo>
                  <a:pt x="1018350" y="463121"/>
                  <a:pt x="1033192" y="477963"/>
                  <a:pt x="1051500" y="477963"/>
                </a:cubicBezTo>
                <a:cubicBezTo>
                  <a:pt x="1069808" y="477963"/>
                  <a:pt x="1084649" y="463121"/>
                  <a:pt x="1084649" y="444813"/>
                </a:cubicBezTo>
                <a:cubicBezTo>
                  <a:pt x="1084649" y="426505"/>
                  <a:pt x="1069808" y="411664"/>
                  <a:pt x="1051500" y="411664"/>
                </a:cubicBezTo>
                <a:cubicBezTo>
                  <a:pt x="1033192" y="411664"/>
                  <a:pt x="1018350" y="426505"/>
                  <a:pt x="1018350" y="444813"/>
                </a:cubicBezTo>
                <a:moveTo>
                  <a:pt x="1145644" y="421207"/>
                </a:moveTo>
                <a:cubicBezTo>
                  <a:pt x="1145644" y="439515"/>
                  <a:pt x="1160486" y="454357"/>
                  <a:pt x="1178793" y="454357"/>
                </a:cubicBezTo>
                <a:cubicBezTo>
                  <a:pt x="1197101" y="454357"/>
                  <a:pt x="1211943" y="439515"/>
                  <a:pt x="1211943" y="421207"/>
                </a:cubicBezTo>
                <a:cubicBezTo>
                  <a:pt x="1211943" y="402899"/>
                  <a:pt x="1197101" y="388058"/>
                  <a:pt x="1178793" y="388058"/>
                </a:cubicBezTo>
                <a:cubicBezTo>
                  <a:pt x="1160486" y="388058"/>
                  <a:pt x="1145644" y="402899"/>
                  <a:pt x="1145644" y="421207"/>
                </a:cubicBezTo>
                <a:moveTo>
                  <a:pt x="1272938" y="423453"/>
                </a:moveTo>
                <a:cubicBezTo>
                  <a:pt x="1272938" y="441761"/>
                  <a:pt x="1287780" y="456603"/>
                  <a:pt x="1306087" y="456603"/>
                </a:cubicBezTo>
                <a:cubicBezTo>
                  <a:pt x="1324395" y="456603"/>
                  <a:pt x="1339237" y="441761"/>
                  <a:pt x="1339237" y="423453"/>
                </a:cubicBezTo>
                <a:cubicBezTo>
                  <a:pt x="1339237" y="405145"/>
                  <a:pt x="1324395" y="390304"/>
                  <a:pt x="1306087" y="390304"/>
                </a:cubicBezTo>
                <a:cubicBezTo>
                  <a:pt x="1287780" y="390304"/>
                  <a:pt x="1272938" y="405145"/>
                  <a:pt x="1272938" y="423453"/>
                </a:cubicBezTo>
                <a:moveTo>
                  <a:pt x="1400232" y="369735"/>
                </a:moveTo>
                <a:cubicBezTo>
                  <a:pt x="1400232" y="388043"/>
                  <a:pt x="1415073" y="402885"/>
                  <a:pt x="1433381" y="402885"/>
                </a:cubicBezTo>
                <a:cubicBezTo>
                  <a:pt x="1451689" y="402885"/>
                  <a:pt x="1466531" y="388043"/>
                  <a:pt x="1466531" y="369735"/>
                </a:cubicBezTo>
                <a:cubicBezTo>
                  <a:pt x="1466531" y="351427"/>
                  <a:pt x="1451689" y="336586"/>
                  <a:pt x="1433381" y="336586"/>
                </a:cubicBezTo>
                <a:cubicBezTo>
                  <a:pt x="1415073" y="336586"/>
                  <a:pt x="1400232" y="351427"/>
                  <a:pt x="1400232" y="369735"/>
                </a:cubicBezTo>
                <a:moveTo>
                  <a:pt x="1527526" y="315889"/>
                </a:moveTo>
                <a:cubicBezTo>
                  <a:pt x="1527526" y="334197"/>
                  <a:pt x="1542367" y="349039"/>
                  <a:pt x="1560675" y="349039"/>
                </a:cubicBezTo>
                <a:cubicBezTo>
                  <a:pt x="1578983" y="349039"/>
                  <a:pt x="1593825" y="334197"/>
                  <a:pt x="1593825" y="315889"/>
                </a:cubicBezTo>
                <a:cubicBezTo>
                  <a:pt x="1593825" y="297581"/>
                  <a:pt x="1578983" y="282740"/>
                  <a:pt x="1560675" y="282740"/>
                </a:cubicBezTo>
                <a:cubicBezTo>
                  <a:pt x="1542367" y="282740"/>
                  <a:pt x="1527526" y="297581"/>
                  <a:pt x="1527526" y="315889"/>
                </a:cubicBezTo>
                <a:moveTo>
                  <a:pt x="1654819" y="411587"/>
                </a:moveTo>
                <a:cubicBezTo>
                  <a:pt x="1654819" y="429895"/>
                  <a:pt x="1669661" y="444736"/>
                  <a:pt x="1687969" y="444736"/>
                </a:cubicBezTo>
                <a:cubicBezTo>
                  <a:pt x="1706276" y="444736"/>
                  <a:pt x="1721118" y="429895"/>
                  <a:pt x="1721118" y="411587"/>
                </a:cubicBezTo>
                <a:cubicBezTo>
                  <a:pt x="1721118" y="393279"/>
                  <a:pt x="1706276" y="378437"/>
                  <a:pt x="1687969" y="378437"/>
                </a:cubicBezTo>
                <a:cubicBezTo>
                  <a:pt x="1669661" y="378437"/>
                  <a:pt x="1654819" y="393279"/>
                  <a:pt x="1654819" y="411587"/>
                </a:cubicBezTo>
                <a:moveTo>
                  <a:pt x="1782113" y="529832"/>
                </a:moveTo>
                <a:cubicBezTo>
                  <a:pt x="1782113" y="548140"/>
                  <a:pt x="1796955" y="562981"/>
                  <a:pt x="1815263" y="562981"/>
                </a:cubicBezTo>
                <a:cubicBezTo>
                  <a:pt x="1833571" y="562981"/>
                  <a:pt x="1848412" y="548140"/>
                  <a:pt x="1848412" y="529832"/>
                </a:cubicBezTo>
                <a:cubicBezTo>
                  <a:pt x="1848412" y="511524"/>
                  <a:pt x="1833571" y="496682"/>
                  <a:pt x="1815263" y="496682"/>
                </a:cubicBezTo>
                <a:cubicBezTo>
                  <a:pt x="1796955" y="496682"/>
                  <a:pt x="1782113" y="511524"/>
                  <a:pt x="1782113" y="529832"/>
                </a:cubicBezTo>
                <a:moveTo>
                  <a:pt x="1909407" y="526912"/>
                </a:moveTo>
                <a:cubicBezTo>
                  <a:pt x="1909407" y="545220"/>
                  <a:pt x="1924249" y="560062"/>
                  <a:pt x="1942557" y="560062"/>
                </a:cubicBezTo>
                <a:cubicBezTo>
                  <a:pt x="1960865" y="560062"/>
                  <a:pt x="1975706" y="545220"/>
                  <a:pt x="1975706" y="526912"/>
                </a:cubicBezTo>
                <a:cubicBezTo>
                  <a:pt x="1975706" y="508604"/>
                  <a:pt x="1960865" y="493763"/>
                  <a:pt x="1942557" y="493763"/>
                </a:cubicBezTo>
                <a:cubicBezTo>
                  <a:pt x="1924249" y="493763"/>
                  <a:pt x="1909407" y="508604"/>
                  <a:pt x="1909407" y="526912"/>
                </a:cubicBezTo>
                <a:moveTo>
                  <a:pt x="2036701" y="527105"/>
                </a:moveTo>
                <a:cubicBezTo>
                  <a:pt x="2036701" y="545413"/>
                  <a:pt x="2051543" y="560255"/>
                  <a:pt x="2069850" y="560255"/>
                </a:cubicBezTo>
                <a:cubicBezTo>
                  <a:pt x="2088159" y="560255"/>
                  <a:pt x="2103000" y="545413"/>
                  <a:pt x="2103000" y="527105"/>
                </a:cubicBezTo>
                <a:cubicBezTo>
                  <a:pt x="2103000" y="508797"/>
                  <a:pt x="2088159" y="493956"/>
                  <a:pt x="2069850" y="493956"/>
                </a:cubicBezTo>
                <a:cubicBezTo>
                  <a:pt x="2051543" y="493956"/>
                  <a:pt x="2036701" y="508797"/>
                  <a:pt x="2036701" y="527105"/>
                </a:cubicBezTo>
                <a:moveTo>
                  <a:pt x="2163995" y="528061"/>
                </a:moveTo>
                <a:cubicBezTo>
                  <a:pt x="2163995" y="546369"/>
                  <a:pt x="2178836" y="561211"/>
                  <a:pt x="2197144" y="561211"/>
                </a:cubicBezTo>
                <a:cubicBezTo>
                  <a:pt x="2215452" y="561211"/>
                  <a:pt x="2230294" y="546369"/>
                  <a:pt x="2230294" y="528061"/>
                </a:cubicBezTo>
                <a:cubicBezTo>
                  <a:pt x="2230294" y="509754"/>
                  <a:pt x="2215452" y="494912"/>
                  <a:pt x="2197144" y="494912"/>
                </a:cubicBezTo>
                <a:cubicBezTo>
                  <a:pt x="2178836" y="494912"/>
                  <a:pt x="2163995" y="509754"/>
                  <a:pt x="2163995" y="528061"/>
                </a:cubicBezTo>
                <a:moveTo>
                  <a:pt x="2291289" y="779629"/>
                </a:moveTo>
                <a:cubicBezTo>
                  <a:pt x="2291289" y="797937"/>
                  <a:pt x="2306130" y="812779"/>
                  <a:pt x="2324438" y="812779"/>
                </a:cubicBezTo>
                <a:cubicBezTo>
                  <a:pt x="2342746" y="812779"/>
                  <a:pt x="2357587" y="797937"/>
                  <a:pt x="2357587" y="779629"/>
                </a:cubicBezTo>
                <a:cubicBezTo>
                  <a:pt x="2357587" y="761321"/>
                  <a:pt x="2342746" y="746480"/>
                  <a:pt x="2324438" y="746480"/>
                </a:cubicBezTo>
                <a:cubicBezTo>
                  <a:pt x="2306130" y="746480"/>
                  <a:pt x="2291289" y="761321"/>
                  <a:pt x="2291289" y="779629"/>
                </a:cubicBezTo>
                <a:moveTo>
                  <a:pt x="2418582" y="776733"/>
                </a:moveTo>
                <a:cubicBezTo>
                  <a:pt x="2418582" y="795041"/>
                  <a:pt x="2433424" y="809882"/>
                  <a:pt x="2451732" y="809882"/>
                </a:cubicBezTo>
                <a:cubicBezTo>
                  <a:pt x="2470040" y="809882"/>
                  <a:pt x="2484881" y="795041"/>
                  <a:pt x="2484881" y="776733"/>
                </a:cubicBezTo>
                <a:cubicBezTo>
                  <a:pt x="2484881" y="758425"/>
                  <a:pt x="2470040" y="743583"/>
                  <a:pt x="2451732" y="743583"/>
                </a:cubicBezTo>
                <a:cubicBezTo>
                  <a:pt x="2433424" y="743583"/>
                  <a:pt x="2418582" y="758425"/>
                  <a:pt x="2418582" y="776733"/>
                </a:cubicBezTo>
                <a:moveTo>
                  <a:pt x="2545876" y="778704"/>
                </a:moveTo>
                <a:cubicBezTo>
                  <a:pt x="2545876" y="797012"/>
                  <a:pt x="2560718" y="811853"/>
                  <a:pt x="2579026" y="811853"/>
                </a:cubicBezTo>
                <a:cubicBezTo>
                  <a:pt x="2597334" y="811853"/>
                  <a:pt x="2612175" y="797012"/>
                  <a:pt x="2612175" y="778704"/>
                </a:cubicBezTo>
                <a:cubicBezTo>
                  <a:pt x="2612175" y="760396"/>
                  <a:pt x="2597334" y="745554"/>
                  <a:pt x="2579026" y="745554"/>
                </a:cubicBezTo>
                <a:cubicBezTo>
                  <a:pt x="2560718" y="745554"/>
                  <a:pt x="2545876" y="760396"/>
                  <a:pt x="2545876" y="778704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798560"/>
                </a:moveTo>
                <a:cubicBezTo>
                  <a:pt x="2800464" y="816868"/>
                  <a:pt x="2815306" y="831709"/>
                  <a:pt x="2833613" y="831709"/>
                </a:cubicBezTo>
                <a:cubicBezTo>
                  <a:pt x="2851922" y="831709"/>
                  <a:pt x="2866763" y="816868"/>
                  <a:pt x="2866763" y="798560"/>
                </a:cubicBezTo>
                <a:cubicBezTo>
                  <a:pt x="2866763" y="780252"/>
                  <a:pt x="2851922" y="765410"/>
                  <a:pt x="2833613" y="765410"/>
                </a:cubicBezTo>
                <a:cubicBezTo>
                  <a:pt x="2815306" y="765410"/>
                  <a:pt x="2800464" y="780252"/>
                  <a:pt x="2800464" y="798560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A95CF3-95C8-42A1-95A8-CD7E4E2F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673670"/>
            <a:ext cx="2800464" cy="1206077"/>
          </a:xfrm>
          <a:custGeom xmlns:a="http://schemas.openxmlformats.org/drawingml/2006/main">
            <a:pathLst>
              <a:path w="2800464" h="1206077" fill="none">
                <a:moveTo>
                  <a:pt x="0" y="1009683"/>
                </a:moveTo>
                <a:lnTo>
                  <a:pt x="127294" y="509132"/>
                </a:lnTo>
                <a:lnTo>
                  <a:pt x="254588" y="989198"/>
                </a:lnTo>
                <a:lnTo>
                  <a:pt x="381881" y="559959"/>
                </a:lnTo>
                <a:lnTo>
                  <a:pt x="509175" y="607711"/>
                </a:lnTo>
                <a:lnTo>
                  <a:pt x="636469" y="553507"/>
                </a:lnTo>
                <a:lnTo>
                  <a:pt x="763763" y="699247"/>
                </a:lnTo>
                <a:lnTo>
                  <a:pt x="891057" y="426589"/>
                </a:lnTo>
                <a:lnTo>
                  <a:pt x="1018351" y="589354"/>
                </a:lnTo>
                <a:lnTo>
                  <a:pt x="1145644" y="616490"/>
                </a:lnTo>
                <a:lnTo>
                  <a:pt x="1272938" y="616068"/>
                </a:lnTo>
                <a:lnTo>
                  <a:pt x="1400232" y="606736"/>
                </a:lnTo>
                <a:lnTo>
                  <a:pt x="1527526" y="381807"/>
                </a:lnTo>
                <a:lnTo>
                  <a:pt x="1654820" y="605807"/>
                </a:lnTo>
                <a:lnTo>
                  <a:pt x="1782114" y="740004"/>
                </a:lnTo>
                <a:lnTo>
                  <a:pt x="1909407" y="738009"/>
                </a:lnTo>
                <a:lnTo>
                  <a:pt x="2036701" y="738488"/>
                </a:lnTo>
                <a:lnTo>
                  <a:pt x="2163995" y="741293"/>
                </a:lnTo>
                <a:lnTo>
                  <a:pt x="2291289" y="1140379"/>
                </a:lnTo>
                <a:lnTo>
                  <a:pt x="2418583" y="1137139"/>
                </a:lnTo>
                <a:lnTo>
                  <a:pt x="2545876" y="1132183"/>
                </a:lnTo>
                <a:lnTo>
                  <a:pt x="2673170" y="0"/>
                </a:lnTo>
                <a:lnTo>
                  <a:pt x="2800464" y="1206077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17FF"/>
            </a:solidFill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02FC35-E65A-4D01-BCC0-35EAA6D8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640520"/>
            <a:ext cx="2866763" cy="1272376"/>
          </a:xfrm>
          <a:custGeom xmlns:a="http://schemas.openxmlformats.org/drawingml/2006/main">
            <a:pathLst>
              <a:path w="2866763" h="1272376">
                <a:moveTo>
                  <a:pt x="0" y="1042832"/>
                </a:moveTo>
                <a:cubicBezTo>
                  <a:pt x="0" y="1061140"/>
                  <a:pt x="14841" y="1075981"/>
                  <a:pt x="33149" y="1075981"/>
                </a:cubicBezTo>
                <a:cubicBezTo>
                  <a:pt x="51457" y="1075981"/>
                  <a:pt x="66299" y="1061140"/>
                  <a:pt x="66299" y="1042832"/>
                </a:cubicBezTo>
                <a:cubicBezTo>
                  <a:pt x="66299" y="1024524"/>
                  <a:pt x="51457" y="1009683"/>
                  <a:pt x="33149" y="1009683"/>
                </a:cubicBezTo>
                <a:cubicBezTo>
                  <a:pt x="14841" y="1009683"/>
                  <a:pt x="0" y="1024524"/>
                  <a:pt x="0" y="1042832"/>
                </a:cubicBezTo>
                <a:moveTo>
                  <a:pt x="127294" y="542281"/>
                </a:moveTo>
                <a:cubicBezTo>
                  <a:pt x="127294" y="560589"/>
                  <a:pt x="142135" y="575431"/>
                  <a:pt x="160443" y="575431"/>
                </a:cubicBezTo>
                <a:cubicBezTo>
                  <a:pt x="178751" y="575431"/>
                  <a:pt x="193593" y="560589"/>
                  <a:pt x="193593" y="542281"/>
                </a:cubicBezTo>
                <a:cubicBezTo>
                  <a:pt x="193593" y="523974"/>
                  <a:pt x="178751" y="509132"/>
                  <a:pt x="160443" y="509132"/>
                </a:cubicBezTo>
                <a:cubicBezTo>
                  <a:pt x="142135" y="509132"/>
                  <a:pt x="127294" y="523974"/>
                  <a:pt x="127294" y="542281"/>
                </a:cubicBezTo>
                <a:moveTo>
                  <a:pt x="254588" y="1022347"/>
                </a:moveTo>
                <a:cubicBezTo>
                  <a:pt x="254588" y="1040655"/>
                  <a:pt x="269429" y="1055497"/>
                  <a:pt x="287737" y="1055497"/>
                </a:cubicBezTo>
                <a:cubicBezTo>
                  <a:pt x="306045" y="1055497"/>
                  <a:pt x="320886" y="1040655"/>
                  <a:pt x="320886" y="1022347"/>
                </a:cubicBezTo>
                <a:cubicBezTo>
                  <a:pt x="320886" y="1004039"/>
                  <a:pt x="306045" y="989198"/>
                  <a:pt x="287737" y="989198"/>
                </a:cubicBezTo>
                <a:cubicBezTo>
                  <a:pt x="269429" y="989198"/>
                  <a:pt x="254588" y="1004039"/>
                  <a:pt x="254588" y="1022347"/>
                </a:cubicBezTo>
                <a:moveTo>
                  <a:pt x="381881" y="593109"/>
                </a:moveTo>
                <a:cubicBezTo>
                  <a:pt x="381881" y="611417"/>
                  <a:pt x="396723" y="626258"/>
                  <a:pt x="415031" y="626258"/>
                </a:cubicBezTo>
                <a:cubicBezTo>
                  <a:pt x="433339" y="626258"/>
                  <a:pt x="448180" y="611417"/>
                  <a:pt x="448180" y="593109"/>
                </a:cubicBezTo>
                <a:cubicBezTo>
                  <a:pt x="448180" y="574801"/>
                  <a:pt x="433339" y="559959"/>
                  <a:pt x="415031" y="559959"/>
                </a:cubicBezTo>
                <a:cubicBezTo>
                  <a:pt x="396723" y="559959"/>
                  <a:pt x="381881" y="574801"/>
                  <a:pt x="381881" y="593109"/>
                </a:cubicBezTo>
                <a:moveTo>
                  <a:pt x="509175" y="640861"/>
                </a:moveTo>
                <a:cubicBezTo>
                  <a:pt x="509175" y="659169"/>
                  <a:pt x="524017" y="674010"/>
                  <a:pt x="542325" y="674010"/>
                </a:cubicBezTo>
                <a:cubicBezTo>
                  <a:pt x="560633" y="674010"/>
                  <a:pt x="575474" y="659169"/>
                  <a:pt x="575474" y="640861"/>
                </a:cubicBezTo>
                <a:cubicBezTo>
                  <a:pt x="575474" y="622553"/>
                  <a:pt x="560633" y="607711"/>
                  <a:pt x="542325" y="607711"/>
                </a:cubicBezTo>
                <a:cubicBezTo>
                  <a:pt x="524017" y="607711"/>
                  <a:pt x="509175" y="622553"/>
                  <a:pt x="509175" y="640861"/>
                </a:cubicBezTo>
                <a:moveTo>
                  <a:pt x="636469" y="586656"/>
                </a:moveTo>
                <a:cubicBezTo>
                  <a:pt x="636469" y="604964"/>
                  <a:pt x="651311" y="619805"/>
                  <a:pt x="669619" y="619805"/>
                </a:cubicBezTo>
                <a:cubicBezTo>
                  <a:pt x="687926" y="619805"/>
                  <a:pt x="702768" y="604964"/>
                  <a:pt x="702768" y="586656"/>
                </a:cubicBezTo>
                <a:cubicBezTo>
                  <a:pt x="702768" y="568348"/>
                  <a:pt x="687926" y="553507"/>
                  <a:pt x="669619" y="553507"/>
                </a:cubicBezTo>
                <a:cubicBezTo>
                  <a:pt x="651311" y="553507"/>
                  <a:pt x="636469" y="568348"/>
                  <a:pt x="636469" y="586656"/>
                </a:cubicBezTo>
                <a:moveTo>
                  <a:pt x="763763" y="732396"/>
                </a:moveTo>
                <a:cubicBezTo>
                  <a:pt x="763763" y="750704"/>
                  <a:pt x="778605" y="765545"/>
                  <a:pt x="796912" y="765545"/>
                </a:cubicBezTo>
                <a:cubicBezTo>
                  <a:pt x="815220" y="765545"/>
                  <a:pt x="830062" y="750704"/>
                  <a:pt x="830062" y="732396"/>
                </a:cubicBezTo>
                <a:cubicBezTo>
                  <a:pt x="830062" y="714088"/>
                  <a:pt x="815220" y="699247"/>
                  <a:pt x="796912" y="699247"/>
                </a:cubicBezTo>
                <a:cubicBezTo>
                  <a:pt x="778605" y="699247"/>
                  <a:pt x="763763" y="714088"/>
                  <a:pt x="763763" y="732396"/>
                </a:cubicBezTo>
                <a:moveTo>
                  <a:pt x="891057" y="459738"/>
                </a:moveTo>
                <a:cubicBezTo>
                  <a:pt x="891057" y="478046"/>
                  <a:pt x="905898" y="492888"/>
                  <a:pt x="924206" y="492888"/>
                </a:cubicBezTo>
                <a:cubicBezTo>
                  <a:pt x="942514" y="492888"/>
                  <a:pt x="957356" y="478046"/>
                  <a:pt x="957356" y="459738"/>
                </a:cubicBezTo>
                <a:cubicBezTo>
                  <a:pt x="957356" y="441431"/>
                  <a:pt x="942514" y="426589"/>
                  <a:pt x="924206" y="426589"/>
                </a:cubicBezTo>
                <a:cubicBezTo>
                  <a:pt x="905898" y="426589"/>
                  <a:pt x="891057" y="441431"/>
                  <a:pt x="891057" y="459738"/>
                </a:cubicBezTo>
                <a:moveTo>
                  <a:pt x="1018351" y="622504"/>
                </a:moveTo>
                <a:cubicBezTo>
                  <a:pt x="1018351" y="640812"/>
                  <a:pt x="1033192" y="655653"/>
                  <a:pt x="1051500" y="655653"/>
                </a:cubicBezTo>
                <a:cubicBezTo>
                  <a:pt x="1069808" y="655653"/>
                  <a:pt x="1084650" y="640812"/>
                  <a:pt x="1084650" y="622504"/>
                </a:cubicBezTo>
                <a:cubicBezTo>
                  <a:pt x="1084650" y="604196"/>
                  <a:pt x="1069808" y="589354"/>
                  <a:pt x="1051500" y="589354"/>
                </a:cubicBezTo>
                <a:cubicBezTo>
                  <a:pt x="1033192" y="589354"/>
                  <a:pt x="1018351" y="604196"/>
                  <a:pt x="1018351" y="622504"/>
                </a:cubicBezTo>
                <a:moveTo>
                  <a:pt x="1145644" y="649639"/>
                </a:moveTo>
                <a:cubicBezTo>
                  <a:pt x="1145644" y="667947"/>
                  <a:pt x="1160486" y="682789"/>
                  <a:pt x="1178794" y="682789"/>
                </a:cubicBezTo>
                <a:cubicBezTo>
                  <a:pt x="1197102" y="682789"/>
                  <a:pt x="1211943" y="667947"/>
                  <a:pt x="1211943" y="649639"/>
                </a:cubicBezTo>
                <a:cubicBezTo>
                  <a:pt x="1211943" y="631331"/>
                  <a:pt x="1197102" y="616490"/>
                  <a:pt x="1178794" y="616490"/>
                </a:cubicBezTo>
                <a:cubicBezTo>
                  <a:pt x="1160486" y="616490"/>
                  <a:pt x="1145644" y="631331"/>
                  <a:pt x="1145644" y="649639"/>
                </a:cubicBezTo>
                <a:moveTo>
                  <a:pt x="1272938" y="649218"/>
                </a:moveTo>
                <a:cubicBezTo>
                  <a:pt x="1272938" y="667525"/>
                  <a:pt x="1287780" y="682367"/>
                  <a:pt x="1306088" y="682367"/>
                </a:cubicBezTo>
                <a:cubicBezTo>
                  <a:pt x="1324395" y="682367"/>
                  <a:pt x="1339237" y="667525"/>
                  <a:pt x="1339237" y="649218"/>
                </a:cubicBezTo>
                <a:cubicBezTo>
                  <a:pt x="1339237" y="630910"/>
                  <a:pt x="1324395" y="616068"/>
                  <a:pt x="1306088" y="616068"/>
                </a:cubicBezTo>
                <a:cubicBezTo>
                  <a:pt x="1287780" y="616068"/>
                  <a:pt x="1272938" y="630910"/>
                  <a:pt x="1272938" y="649218"/>
                </a:cubicBezTo>
                <a:moveTo>
                  <a:pt x="1400232" y="639885"/>
                </a:moveTo>
                <a:cubicBezTo>
                  <a:pt x="1400232" y="658193"/>
                  <a:pt x="1415074" y="673035"/>
                  <a:pt x="1433381" y="673035"/>
                </a:cubicBezTo>
                <a:cubicBezTo>
                  <a:pt x="1451689" y="673035"/>
                  <a:pt x="1466531" y="658193"/>
                  <a:pt x="1466531" y="639885"/>
                </a:cubicBezTo>
                <a:cubicBezTo>
                  <a:pt x="1466531" y="621577"/>
                  <a:pt x="1451689" y="606736"/>
                  <a:pt x="1433381" y="606736"/>
                </a:cubicBezTo>
                <a:cubicBezTo>
                  <a:pt x="1415074" y="606736"/>
                  <a:pt x="1400232" y="621577"/>
                  <a:pt x="1400232" y="639885"/>
                </a:cubicBezTo>
                <a:moveTo>
                  <a:pt x="1527526" y="414957"/>
                </a:moveTo>
                <a:cubicBezTo>
                  <a:pt x="1527526" y="433264"/>
                  <a:pt x="1542367" y="448106"/>
                  <a:pt x="1560675" y="448106"/>
                </a:cubicBezTo>
                <a:cubicBezTo>
                  <a:pt x="1578983" y="448106"/>
                  <a:pt x="1593825" y="433264"/>
                  <a:pt x="1593825" y="414957"/>
                </a:cubicBezTo>
                <a:cubicBezTo>
                  <a:pt x="1593825" y="396649"/>
                  <a:pt x="1578983" y="381807"/>
                  <a:pt x="1560675" y="381807"/>
                </a:cubicBezTo>
                <a:cubicBezTo>
                  <a:pt x="1542367" y="381807"/>
                  <a:pt x="1527526" y="396649"/>
                  <a:pt x="1527526" y="414957"/>
                </a:cubicBezTo>
                <a:moveTo>
                  <a:pt x="1654820" y="638956"/>
                </a:moveTo>
                <a:cubicBezTo>
                  <a:pt x="1654820" y="657264"/>
                  <a:pt x="1669661" y="672106"/>
                  <a:pt x="1687969" y="672106"/>
                </a:cubicBezTo>
                <a:cubicBezTo>
                  <a:pt x="1706277" y="672106"/>
                  <a:pt x="1721119" y="657264"/>
                  <a:pt x="1721119" y="638956"/>
                </a:cubicBezTo>
                <a:cubicBezTo>
                  <a:pt x="1721119" y="620649"/>
                  <a:pt x="1706277" y="605807"/>
                  <a:pt x="1687969" y="605807"/>
                </a:cubicBezTo>
                <a:cubicBezTo>
                  <a:pt x="1669661" y="605807"/>
                  <a:pt x="1654820" y="620649"/>
                  <a:pt x="1654820" y="638956"/>
                </a:cubicBezTo>
                <a:moveTo>
                  <a:pt x="1782114" y="773154"/>
                </a:moveTo>
                <a:cubicBezTo>
                  <a:pt x="1782114" y="791462"/>
                  <a:pt x="1796955" y="806303"/>
                  <a:pt x="1815263" y="806303"/>
                </a:cubicBezTo>
                <a:cubicBezTo>
                  <a:pt x="1833571" y="806303"/>
                  <a:pt x="1848412" y="791462"/>
                  <a:pt x="1848412" y="773154"/>
                </a:cubicBezTo>
                <a:cubicBezTo>
                  <a:pt x="1848412" y="754846"/>
                  <a:pt x="1833571" y="740004"/>
                  <a:pt x="1815263" y="740004"/>
                </a:cubicBezTo>
                <a:cubicBezTo>
                  <a:pt x="1796955" y="740004"/>
                  <a:pt x="1782114" y="754846"/>
                  <a:pt x="1782114" y="773154"/>
                </a:cubicBezTo>
                <a:moveTo>
                  <a:pt x="1909407" y="771158"/>
                </a:moveTo>
                <a:cubicBezTo>
                  <a:pt x="1909407" y="789466"/>
                  <a:pt x="1924249" y="804308"/>
                  <a:pt x="1942557" y="804308"/>
                </a:cubicBezTo>
                <a:cubicBezTo>
                  <a:pt x="1960865" y="804308"/>
                  <a:pt x="1975706" y="789466"/>
                  <a:pt x="1975706" y="771158"/>
                </a:cubicBezTo>
                <a:cubicBezTo>
                  <a:pt x="1975706" y="752851"/>
                  <a:pt x="1960865" y="738009"/>
                  <a:pt x="1942557" y="738009"/>
                </a:cubicBezTo>
                <a:cubicBezTo>
                  <a:pt x="1924249" y="738009"/>
                  <a:pt x="1909407" y="752851"/>
                  <a:pt x="1909407" y="771158"/>
                </a:cubicBezTo>
                <a:moveTo>
                  <a:pt x="2036701" y="771637"/>
                </a:moveTo>
                <a:cubicBezTo>
                  <a:pt x="2036701" y="789945"/>
                  <a:pt x="2051543" y="804787"/>
                  <a:pt x="2069851" y="804787"/>
                </a:cubicBezTo>
                <a:cubicBezTo>
                  <a:pt x="2088159" y="804787"/>
                  <a:pt x="2103000" y="789945"/>
                  <a:pt x="2103000" y="771637"/>
                </a:cubicBezTo>
                <a:cubicBezTo>
                  <a:pt x="2103000" y="753330"/>
                  <a:pt x="2088159" y="738488"/>
                  <a:pt x="2069851" y="738488"/>
                </a:cubicBezTo>
                <a:cubicBezTo>
                  <a:pt x="2051543" y="738488"/>
                  <a:pt x="2036701" y="753330"/>
                  <a:pt x="2036701" y="771637"/>
                </a:cubicBezTo>
                <a:moveTo>
                  <a:pt x="2163995" y="774443"/>
                </a:moveTo>
                <a:cubicBezTo>
                  <a:pt x="2163995" y="792751"/>
                  <a:pt x="2178837" y="807592"/>
                  <a:pt x="2197144" y="807592"/>
                </a:cubicBezTo>
                <a:cubicBezTo>
                  <a:pt x="2215452" y="807592"/>
                  <a:pt x="2230294" y="792751"/>
                  <a:pt x="2230294" y="774443"/>
                </a:cubicBezTo>
                <a:cubicBezTo>
                  <a:pt x="2230294" y="756135"/>
                  <a:pt x="2215452" y="741293"/>
                  <a:pt x="2197144" y="741293"/>
                </a:cubicBezTo>
                <a:cubicBezTo>
                  <a:pt x="2178837" y="741293"/>
                  <a:pt x="2163995" y="756135"/>
                  <a:pt x="2163995" y="774443"/>
                </a:cubicBezTo>
                <a:moveTo>
                  <a:pt x="2291289" y="1173528"/>
                </a:moveTo>
                <a:cubicBezTo>
                  <a:pt x="2291289" y="1191836"/>
                  <a:pt x="2306130" y="1206677"/>
                  <a:pt x="2324438" y="1206677"/>
                </a:cubicBezTo>
                <a:cubicBezTo>
                  <a:pt x="2342746" y="1206677"/>
                  <a:pt x="2357588" y="1191836"/>
                  <a:pt x="2357588" y="1173528"/>
                </a:cubicBezTo>
                <a:cubicBezTo>
                  <a:pt x="2357588" y="1155220"/>
                  <a:pt x="2342746" y="1140379"/>
                  <a:pt x="2324438" y="1140379"/>
                </a:cubicBezTo>
                <a:cubicBezTo>
                  <a:pt x="2306130" y="1140379"/>
                  <a:pt x="2291289" y="1155220"/>
                  <a:pt x="2291289" y="1173528"/>
                </a:cubicBezTo>
                <a:moveTo>
                  <a:pt x="2418583" y="1170289"/>
                </a:moveTo>
                <a:cubicBezTo>
                  <a:pt x="2418583" y="1188597"/>
                  <a:pt x="2433424" y="1203438"/>
                  <a:pt x="2451732" y="1203438"/>
                </a:cubicBezTo>
                <a:cubicBezTo>
                  <a:pt x="2470040" y="1203438"/>
                  <a:pt x="2484881" y="1188597"/>
                  <a:pt x="2484881" y="1170289"/>
                </a:cubicBezTo>
                <a:cubicBezTo>
                  <a:pt x="2484881" y="1151981"/>
                  <a:pt x="2470040" y="1137139"/>
                  <a:pt x="2451732" y="1137139"/>
                </a:cubicBezTo>
                <a:cubicBezTo>
                  <a:pt x="2433424" y="1137139"/>
                  <a:pt x="2418583" y="1151981"/>
                  <a:pt x="2418583" y="1170289"/>
                </a:cubicBezTo>
                <a:moveTo>
                  <a:pt x="2545876" y="1165332"/>
                </a:moveTo>
                <a:cubicBezTo>
                  <a:pt x="2545876" y="1183641"/>
                  <a:pt x="2560718" y="1198482"/>
                  <a:pt x="2579026" y="1198482"/>
                </a:cubicBezTo>
                <a:cubicBezTo>
                  <a:pt x="2597334" y="1198482"/>
                  <a:pt x="2612175" y="1183641"/>
                  <a:pt x="2612175" y="1165332"/>
                </a:cubicBezTo>
                <a:cubicBezTo>
                  <a:pt x="2612175" y="1147024"/>
                  <a:pt x="2597334" y="1132183"/>
                  <a:pt x="2579026" y="1132183"/>
                </a:cubicBezTo>
                <a:cubicBezTo>
                  <a:pt x="2560718" y="1132183"/>
                  <a:pt x="2545876" y="1147024"/>
                  <a:pt x="2545876" y="1165332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239226"/>
                </a:moveTo>
                <a:cubicBezTo>
                  <a:pt x="2800464" y="1257534"/>
                  <a:pt x="2815306" y="1272376"/>
                  <a:pt x="2833614" y="1272376"/>
                </a:cubicBezTo>
                <a:cubicBezTo>
                  <a:pt x="2851921" y="1272376"/>
                  <a:pt x="2866763" y="1257534"/>
                  <a:pt x="2866763" y="1239226"/>
                </a:cubicBezTo>
                <a:cubicBezTo>
                  <a:pt x="2866763" y="1220919"/>
                  <a:pt x="2851921" y="1206077"/>
                  <a:pt x="2833614" y="1206077"/>
                </a:cubicBezTo>
                <a:cubicBezTo>
                  <a:pt x="2815306" y="1206077"/>
                  <a:pt x="2800464" y="1220919"/>
                  <a:pt x="2800464" y="1239226"/>
                </a:cubicBezTo>
                <a:close/>
              </a:path>
            </a:pathLst>
          </a:custGeom>
          <a:solidFill xmlns:a="http://schemas.openxmlformats.org/drawingml/2006/main">
            <a:srgbClr val="0017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C1FA6-8C71-4157-85BF-1C6D3ED9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1326002"/>
            <a:ext cx="2800464" cy="816165"/>
          </a:xfrm>
          <a:custGeom xmlns:a="http://schemas.openxmlformats.org/drawingml/2006/main">
            <a:pathLst>
              <a:path w="2800464" h="816165" fill="none">
                <a:moveTo>
                  <a:pt x="0" y="696018"/>
                </a:moveTo>
                <a:lnTo>
                  <a:pt x="127294" y="0"/>
                </a:lnTo>
                <a:lnTo>
                  <a:pt x="254588" y="677045"/>
                </a:lnTo>
                <a:lnTo>
                  <a:pt x="381881" y="424589"/>
                </a:lnTo>
                <a:lnTo>
                  <a:pt x="509175" y="573706"/>
                </a:lnTo>
                <a:lnTo>
                  <a:pt x="636469" y="418596"/>
                </a:lnTo>
                <a:lnTo>
                  <a:pt x="763763" y="595352"/>
                </a:lnTo>
                <a:lnTo>
                  <a:pt x="891057" y="429023"/>
                </a:lnTo>
                <a:lnTo>
                  <a:pt x="1018350" y="496083"/>
                </a:lnTo>
                <a:lnTo>
                  <a:pt x="1145644" y="436231"/>
                </a:lnTo>
                <a:lnTo>
                  <a:pt x="1272938" y="439030"/>
                </a:lnTo>
                <a:lnTo>
                  <a:pt x="1400232" y="364562"/>
                </a:lnTo>
                <a:lnTo>
                  <a:pt x="1527526" y="304008"/>
                </a:lnTo>
                <a:lnTo>
                  <a:pt x="1654819" y="447057"/>
                </a:lnTo>
                <a:lnTo>
                  <a:pt x="1782113" y="588123"/>
                </a:lnTo>
                <a:lnTo>
                  <a:pt x="1909407" y="585902"/>
                </a:lnTo>
                <a:lnTo>
                  <a:pt x="2036701" y="586311"/>
                </a:lnTo>
                <a:lnTo>
                  <a:pt x="2163995" y="585475"/>
                </a:lnTo>
                <a:lnTo>
                  <a:pt x="2291289" y="809334"/>
                </a:lnTo>
                <a:lnTo>
                  <a:pt x="2418582" y="804063"/>
                </a:lnTo>
                <a:lnTo>
                  <a:pt x="2545876" y="804738"/>
                </a:lnTo>
                <a:lnTo>
                  <a:pt x="2673170" y="143835"/>
                </a:lnTo>
                <a:lnTo>
                  <a:pt x="2800464" y="816165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17FF"/>
            </a:solidFill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3F2E47-D4B3-4072-8F4E-B6C04E7A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1292852"/>
            <a:ext cx="2866763" cy="882464"/>
          </a:xfrm>
          <a:custGeom xmlns:a="http://schemas.openxmlformats.org/drawingml/2006/main">
            <a:pathLst>
              <a:path w="2866763" h="882464">
                <a:moveTo>
                  <a:pt x="0" y="729167"/>
                </a:moveTo>
                <a:cubicBezTo>
                  <a:pt x="0" y="747475"/>
                  <a:pt x="14841" y="762317"/>
                  <a:pt x="33149" y="762317"/>
                </a:cubicBezTo>
                <a:cubicBezTo>
                  <a:pt x="51457" y="762317"/>
                  <a:pt x="66299" y="747475"/>
                  <a:pt x="66299" y="729167"/>
                </a:cubicBezTo>
                <a:cubicBezTo>
                  <a:pt x="66299" y="710859"/>
                  <a:pt x="51457" y="696018"/>
                  <a:pt x="33149" y="696018"/>
                </a:cubicBezTo>
                <a:cubicBezTo>
                  <a:pt x="14841" y="696018"/>
                  <a:pt x="0" y="710859"/>
                  <a:pt x="0" y="729167"/>
                </a:cubicBezTo>
                <a:moveTo>
                  <a:pt x="127294" y="33149"/>
                </a:moveTo>
                <a:cubicBezTo>
                  <a:pt x="127294" y="51457"/>
                  <a:pt x="142135" y="66299"/>
                  <a:pt x="160443" y="66299"/>
                </a:cubicBezTo>
                <a:cubicBezTo>
                  <a:pt x="178751" y="66299"/>
                  <a:pt x="193592" y="51457"/>
                  <a:pt x="193592" y="33149"/>
                </a:cubicBezTo>
                <a:cubicBezTo>
                  <a:pt x="193592" y="14841"/>
                  <a:pt x="178751" y="0"/>
                  <a:pt x="160443" y="0"/>
                </a:cubicBezTo>
                <a:cubicBezTo>
                  <a:pt x="142135" y="0"/>
                  <a:pt x="127294" y="14841"/>
                  <a:pt x="127294" y="33149"/>
                </a:cubicBezTo>
                <a:moveTo>
                  <a:pt x="254588" y="710195"/>
                </a:moveTo>
                <a:cubicBezTo>
                  <a:pt x="254588" y="728503"/>
                  <a:pt x="269429" y="743344"/>
                  <a:pt x="287737" y="743344"/>
                </a:cubicBezTo>
                <a:cubicBezTo>
                  <a:pt x="306045" y="743344"/>
                  <a:pt x="320886" y="728503"/>
                  <a:pt x="320886" y="710195"/>
                </a:cubicBezTo>
                <a:cubicBezTo>
                  <a:pt x="320886" y="691887"/>
                  <a:pt x="306045" y="677045"/>
                  <a:pt x="287737" y="677045"/>
                </a:cubicBezTo>
                <a:cubicBezTo>
                  <a:pt x="269429" y="677045"/>
                  <a:pt x="254588" y="691887"/>
                  <a:pt x="254588" y="710195"/>
                </a:cubicBezTo>
                <a:moveTo>
                  <a:pt x="381881" y="457739"/>
                </a:moveTo>
                <a:cubicBezTo>
                  <a:pt x="381881" y="476047"/>
                  <a:pt x="396723" y="490888"/>
                  <a:pt x="415031" y="490888"/>
                </a:cubicBezTo>
                <a:cubicBezTo>
                  <a:pt x="433339" y="490888"/>
                  <a:pt x="448180" y="476047"/>
                  <a:pt x="448180" y="457739"/>
                </a:cubicBezTo>
                <a:cubicBezTo>
                  <a:pt x="448180" y="439431"/>
                  <a:pt x="433339" y="424589"/>
                  <a:pt x="415031" y="424589"/>
                </a:cubicBezTo>
                <a:cubicBezTo>
                  <a:pt x="396723" y="424589"/>
                  <a:pt x="381881" y="439431"/>
                  <a:pt x="381881" y="457739"/>
                </a:cubicBezTo>
                <a:moveTo>
                  <a:pt x="509175" y="606855"/>
                </a:moveTo>
                <a:cubicBezTo>
                  <a:pt x="509175" y="625163"/>
                  <a:pt x="524017" y="640005"/>
                  <a:pt x="542324" y="640005"/>
                </a:cubicBezTo>
                <a:cubicBezTo>
                  <a:pt x="560632" y="640005"/>
                  <a:pt x="575474" y="625163"/>
                  <a:pt x="575474" y="606855"/>
                </a:cubicBezTo>
                <a:cubicBezTo>
                  <a:pt x="575474" y="588547"/>
                  <a:pt x="560632" y="573706"/>
                  <a:pt x="542324" y="573706"/>
                </a:cubicBezTo>
                <a:cubicBezTo>
                  <a:pt x="524017" y="573706"/>
                  <a:pt x="509175" y="588547"/>
                  <a:pt x="509175" y="606855"/>
                </a:cubicBezTo>
                <a:moveTo>
                  <a:pt x="636469" y="451745"/>
                </a:moveTo>
                <a:cubicBezTo>
                  <a:pt x="636469" y="470053"/>
                  <a:pt x="651310" y="484895"/>
                  <a:pt x="669618" y="484895"/>
                </a:cubicBezTo>
                <a:cubicBezTo>
                  <a:pt x="687926" y="484895"/>
                  <a:pt x="702768" y="470053"/>
                  <a:pt x="702768" y="451745"/>
                </a:cubicBezTo>
                <a:cubicBezTo>
                  <a:pt x="702768" y="433437"/>
                  <a:pt x="687926" y="418596"/>
                  <a:pt x="669618" y="418596"/>
                </a:cubicBezTo>
                <a:cubicBezTo>
                  <a:pt x="651310" y="418596"/>
                  <a:pt x="636469" y="433437"/>
                  <a:pt x="636469" y="451745"/>
                </a:cubicBezTo>
                <a:moveTo>
                  <a:pt x="763763" y="628502"/>
                </a:moveTo>
                <a:cubicBezTo>
                  <a:pt x="763763" y="646810"/>
                  <a:pt x="778604" y="661651"/>
                  <a:pt x="796912" y="661651"/>
                </a:cubicBezTo>
                <a:cubicBezTo>
                  <a:pt x="815220" y="661651"/>
                  <a:pt x="830061" y="646810"/>
                  <a:pt x="830061" y="628502"/>
                </a:cubicBezTo>
                <a:cubicBezTo>
                  <a:pt x="830061" y="610194"/>
                  <a:pt x="815220" y="595352"/>
                  <a:pt x="796912" y="595352"/>
                </a:cubicBezTo>
                <a:cubicBezTo>
                  <a:pt x="778604" y="595352"/>
                  <a:pt x="763763" y="610194"/>
                  <a:pt x="763763" y="628502"/>
                </a:cubicBezTo>
                <a:moveTo>
                  <a:pt x="891057" y="462173"/>
                </a:moveTo>
                <a:cubicBezTo>
                  <a:pt x="891057" y="480481"/>
                  <a:pt x="905898" y="495322"/>
                  <a:pt x="924206" y="495322"/>
                </a:cubicBezTo>
                <a:cubicBezTo>
                  <a:pt x="942514" y="495322"/>
                  <a:pt x="957356" y="480481"/>
                  <a:pt x="957356" y="462173"/>
                </a:cubicBezTo>
                <a:cubicBezTo>
                  <a:pt x="957356" y="443865"/>
                  <a:pt x="942514" y="429023"/>
                  <a:pt x="924206" y="429023"/>
                </a:cubicBezTo>
                <a:cubicBezTo>
                  <a:pt x="905898" y="429023"/>
                  <a:pt x="891057" y="443865"/>
                  <a:pt x="891057" y="462173"/>
                </a:cubicBezTo>
                <a:moveTo>
                  <a:pt x="1018350" y="529233"/>
                </a:moveTo>
                <a:cubicBezTo>
                  <a:pt x="1018350" y="547540"/>
                  <a:pt x="1033192" y="562382"/>
                  <a:pt x="1051500" y="562382"/>
                </a:cubicBezTo>
                <a:cubicBezTo>
                  <a:pt x="1069808" y="562382"/>
                  <a:pt x="1084649" y="547540"/>
                  <a:pt x="1084649" y="529233"/>
                </a:cubicBezTo>
                <a:cubicBezTo>
                  <a:pt x="1084649" y="510925"/>
                  <a:pt x="1069808" y="496083"/>
                  <a:pt x="1051500" y="496083"/>
                </a:cubicBezTo>
                <a:cubicBezTo>
                  <a:pt x="1033192" y="496083"/>
                  <a:pt x="1018350" y="510925"/>
                  <a:pt x="1018350" y="529233"/>
                </a:cubicBezTo>
                <a:moveTo>
                  <a:pt x="1145644" y="469380"/>
                </a:moveTo>
                <a:cubicBezTo>
                  <a:pt x="1145644" y="487688"/>
                  <a:pt x="1160486" y="502530"/>
                  <a:pt x="1178793" y="502530"/>
                </a:cubicBezTo>
                <a:cubicBezTo>
                  <a:pt x="1197101" y="502530"/>
                  <a:pt x="1211943" y="487688"/>
                  <a:pt x="1211943" y="469380"/>
                </a:cubicBezTo>
                <a:cubicBezTo>
                  <a:pt x="1211943" y="451072"/>
                  <a:pt x="1197101" y="436231"/>
                  <a:pt x="1178793" y="436231"/>
                </a:cubicBezTo>
                <a:cubicBezTo>
                  <a:pt x="1160486" y="436231"/>
                  <a:pt x="1145644" y="451072"/>
                  <a:pt x="1145644" y="469380"/>
                </a:cubicBezTo>
                <a:moveTo>
                  <a:pt x="1272938" y="472180"/>
                </a:moveTo>
                <a:cubicBezTo>
                  <a:pt x="1272938" y="490488"/>
                  <a:pt x="1287780" y="505329"/>
                  <a:pt x="1306087" y="505329"/>
                </a:cubicBezTo>
                <a:cubicBezTo>
                  <a:pt x="1324395" y="505329"/>
                  <a:pt x="1339237" y="490488"/>
                  <a:pt x="1339237" y="472180"/>
                </a:cubicBezTo>
                <a:cubicBezTo>
                  <a:pt x="1339237" y="453872"/>
                  <a:pt x="1324395" y="439030"/>
                  <a:pt x="1306087" y="439030"/>
                </a:cubicBezTo>
                <a:cubicBezTo>
                  <a:pt x="1287780" y="439030"/>
                  <a:pt x="1272938" y="453872"/>
                  <a:pt x="1272938" y="472180"/>
                </a:cubicBezTo>
                <a:moveTo>
                  <a:pt x="1400232" y="397711"/>
                </a:moveTo>
                <a:cubicBezTo>
                  <a:pt x="1400232" y="416019"/>
                  <a:pt x="1415073" y="430861"/>
                  <a:pt x="1433381" y="430861"/>
                </a:cubicBezTo>
                <a:cubicBezTo>
                  <a:pt x="1451689" y="430861"/>
                  <a:pt x="1466531" y="416019"/>
                  <a:pt x="1466531" y="397711"/>
                </a:cubicBezTo>
                <a:cubicBezTo>
                  <a:pt x="1466531" y="379403"/>
                  <a:pt x="1451689" y="364562"/>
                  <a:pt x="1433381" y="364562"/>
                </a:cubicBezTo>
                <a:cubicBezTo>
                  <a:pt x="1415073" y="364562"/>
                  <a:pt x="1400232" y="379403"/>
                  <a:pt x="1400232" y="397711"/>
                </a:cubicBezTo>
                <a:moveTo>
                  <a:pt x="1527526" y="337157"/>
                </a:moveTo>
                <a:cubicBezTo>
                  <a:pt x="1527526" y="355465"/>
                  <a:pt x="1542367" y="370307"/>
                  <a:pt x="1560675" y="370307"/>
                </a:cubicBezTo>
                <a:cubicBezTo>
                  <a:pt x="1578983" y="370307"/>
                  <a:pt x="1593825" y="355465"/>
                  <a:pt x="1593825" y="337157"/>
                </a:cubicBezTo>
                <a:cubicBezTo>
                  <a:pt x="1593825" y="318849"/>
                  <a:pt x="1578983" y="304008"/>
                  <a:pt x="1560675" y="304008"/>
                </a:cubicBezTo>
                <a:cubicBezTo>
                  <a:pt x="1542367" y="304008"/>
                  <a:pt x="1527526" y="318849"/>
                  <a:pt x="1527526" y="337157"/>
                </a:cubicBezTo>
                <a:moveTo>
                  <a:pt x="1654819" y="480206"/>
                </a:moveTo>
                <a:cubicBezTo>
                  <a:pt x="1654819" y="498514"/>
                  <a:pt x="1669661" y="513356"/>
                  <a:pt x="1687969" y="513356"/>
                </a:cubicBezTo>
                <a:cubicBezTo>
                  <a:pt x="1706276" y="513356"/>
                  <a:pt x="1721118" y="498514"/>
                  <a:pt x="1721118" y="480206"/>
                </a:cubicBezTo>
                <a:cubicBezTo>
                  <a:pt x="1721118" y="461898"/>
                  <a:pt x="1706276" y="447057"/>
                  <a:pt x="1687969" y="447057"/>
                </a:cubicBezTo>
                <a:cubicBezTo>
                  <a:pt x="1669661" y="447057"/>
                  <a:pt x="1654819" y="461898"/>
                  <a:pt x="1654819" y="480206"/>
                </a:cubicBezTo>
                <a:moveTo>
                  <a:pt x="1782113" y="621272"/>
                </a:moveTo>
                <a:cubicBezTo>
                  <a:pt x="1782113" y="639580"/>
                  <a:pt x="1796955" y="654421"/>
                  <a:pt x="1815263" y="654421"/>
                </a:cubicBezTo>
                <a:cubicBezTo>
                  <a:pt x="1833571" y="654421"/>
                  <a:pt x="1848412" y="639580"/>
                  <a:pt x="1848412" y="621272"/>
                </a:cubicBezTo>
                <a:cubicBezTo>
                  <a:pt x="1848412" y="602964"/>
                  <a:pt x="1833571" y="588123"/>
                  <a:pt x="1815263" y="588123"/>
                </a:cubicBezTo>
                <a:cubicBezTo>
                  <a:pt x="1796955" y="588123"/>
                  <a:pt x="1782113" y="602964"/>
                  <a:pt x="1782113" y="621272"/>
                </a:cubicBezTo>
                <a:moveTo>
                  <a:pt x="1909407" y="619052"/>
                </a:moveTo>
                <a:cubicBezTo>
                  <a:pt x="1909407" y="637359"/>
                  <a:pt x="1924249" y="652201"/>
                  <a:pt x="1942557" y="652201"/>
                </a:cubicBezTo>
                <a:cubicBezTo>
                  <a:pt x="1960865" y="652201"/>
                  <a:pt x="1975706" y="637359"/>
                  <a:pt x="1975706" y="619052"/>
                </a:cubicBezTo>
                <a:cubicBezTo>
                  <a:pt x="1975706" y="600744"/>
                  <a:pt x="1960865" y="585902"/>
                  <a:pt x="1942557" y="585902"/>
                </a:cubicBezTo>
                <a:cubicBezTo>
                  <a:pt x="1924249" y="585902"/>
                  <a:pt x="1909407" y="600744"/>
                  <a:pt x="1909407" y="619052"/>
                </a:cubicBezTo>
                <a:moveTo>
                  <a:pt x="2036701" y="619460"/>
                </a:moveTo>
                <a:cubicBezTo>
                  <a:pt x="2036701" y="637768"/>
                  <a:pt x="2051543" y="652610"/>
                  <a:pt x="2069850" y="652610"/>
                </a:cubicBezTo>
                <a:cubicBezTo>
                  <a:pt x="2088159" y="652610"/>
                  <a:pt x="2103000" y="637768"/>
                  <a:pt x="2103000" y="619460"/>
                </a:cubicBezTo>
                <a:cubicBezTo>
                  <a:pt x="2103000" y="601153"/>
                  <a:pt x="2088159" y="586311"/>
                  <a:pt x="2069850" y="586311"/>
                </a:cubicBezTo>
                <a:cubicBezTo>
                  <a:pt x="2051543" y="586311"/>
                  <a:pt x="2036701" y="601153"/>
                  <a:pt x="2036701" y="619460"/>
                </a:cubicBezTo>
                <a:moveTo>
                  <a:pt x="2163995" y="618625"/>
                </a:moveTo>
                <a:cubicBezTo>
                  <a:pt x="2163995" y="636932"/>
                  <a:pt x="2178836" y="651774"/>
                  <a:pt x="2197144" y="651774"/>
                </a:cubicBezTo>
                <a:cubicBezTo>
                  <a:pt x="2215452" y="651774"/>
                  <a:pt x="2230294" y="636932"/>
                  <a:pt x="2230294" y="618625"/>
                </a:cubicBezTo>
                <a:cubicBezTo>
                  <a:pt x="2230294" y="600317"/>
                  <a:pt x="2215452" y="585475"/>
                  <a:pt x="2197144" y="585475"/>
                </a:cubicBezTo>
                <a:cubicBezTo>
                  <a:pt x="2178836" y="585475"/>
                  <a:pt x="2163995" y="600317"/>
                  <a:pt x="2163995" y="618625"/>
                </a:cubicBezTo>
                <a:moveTo>
                  <a:pt x="2291289" y="842483"/>
                </a:moveTo>
                <a:cubicBezTo>
                  <a:pt x="2291289" y="860791"/>
                  <a:pt x="2306130" y="875633"/>
                  <a:pt x="2324438" y="875633"/>
                </a:cubicBezTo>
                <a:cubicBezTo>
                  <a:pt x="2342746" y="875633"/>
                  <a:pt x="2357587" y="860791"/>
                  <a:pt x="2357587" y="842483"/>
                </a:cubicBezTo>
                <a:cubicBezTo>
                  <a:pt x="2357587" y="824175"/>
                  <a:pt x="2342746" y="809334"/>
                  <a:pt x="2324438" y="809334"/>
                </a:cubicBezTo>
                <a:cubicBezTo>
                  <a:pt x="2306130" y="809334"/>
                  <a:pt x="2291289" y="824175"/>
                  <a:pt x="2291289" y="842483"/>
                </a:cubicBezTo>
                <a:moveTo>
                  <a:pt x="2418582" y="837212"/>
                </a:moveTo>
                <a:cubicBezTo>
                  <a:pt x="2418582" y="855520"/>
                  <a:pt x="2433424" y="870362"/>
                  <a:pt x="2451732" y="870362"/>
                </a:cubicBezTo>
                <a:cubicBezTo>
                  <a:pt x="2470040" y="870362"/>
                  <a:pt x="2484881" y="855520"/>
                  <a:pt x="2484881" y="837212"/>
                </a:cubicBezTo>
                <a:cubicBezTo>
                  <a:pt x="2484881" y="818904"/>
                  <a:pt x="2470040" y="804063"/>
                  <a:pt x="2451732" y="804063"/>
                </a:cubicBezTo>
                <a:cubicBezTo>
                  <a:pt x="2433424" y="804063"/>
                  <a:pt x="2418582" y="818904"/>
                  <a:pt x="2418582" y="837212"/>
                </a:cubicBezTo>
                <a:moveTo>
                  <a:pt x="2545876" y="837887"/>
                </a:moveTo>
                <a:cubicBezTo>
                  <a:pt x="2545876" y="856195"/>
                  <a:pt x="2560718" y="871036"/>
                  <a:pt x="2579026" y="871036"/>
                </a:cubicBezTo>
                <a:cubicBezTo>
                  <a:pt x="2597334" y="871036"/>
                  <a:pt x="2612175" y="856195"/>
                  <a:pt x="2612175" y="837887"/>
                </a:cubicBezTo>
                <a:cubicBezTo>
                  <a:pt x="2612175" y="819579"/>
                  <a:pt x="2597334" y="804738"/>
                  <a:pt x="2579026" y="804738"/>
                </a:cubicBezTo>
                <a:cubicBezTo>
                  <a:pt x="2560718" y="804738"/>
                  <a:pt x="2545876" y="819579"/>
                  <a:pt x="2545876" y="837887"/>
                </a:cubicBezTo>
                <a:moveTo>
                  <a:pt x="2673170" y="176984"/>
                </a:moveTo>
                <a:cubicBezTo>
                  <a:pt x="2673170" y="195292"/>
                  <a:pt x="2688012" y="210134"/>
                  <a:pt x="2706319" y="210134"/>
                </a:cubicBezTo>
                <a:cubicBezTo>
                  <a:pt x="2724628" y="210134"/>
                  <a:pt x="2739469" y="195292"/>
                  <a:pt x="2739469" y="176984"/>
                </a:cubicBezTo>
                <a:cubicBezTo>
                  <a:pt x="2739469" y="158676"/>
                  <a:pt x="2724628" y="143835"/>
                  <a:pt x="2706319" y="143835"/>
                </a:cubicBezTo>
                <a:cubicBezTo>
                  <a:pt x="2688012" y="143835"/>
                  <a:pt x="2673170" y="158676"/>
                  <a:pt x="2673170" y="176984"/>
                </a:cubicBezTo>
                <a:moveTo>
                  <a:pt x="2800464" y="849314"/>
                </a:moveTo>
                <a:cubicBezTo>
                  <a:pt x="2800464" y="867622"/>
                  <a:pt x="2815306" y="882464"/>
                  <a:pt x="2833613" y="882464"/>
                </a:cubicBezTo>
                <a:cubicBezTo>
                  <a:pt x="2851922" y="882464"/>
                  <a:pt x="2866763" y="867622"/>
                  <a:pt x="2866763" y="849314"/>
                </a:cubicBezTo>
                <a:cubicBezTo>
                  <a:pt x="2866763" y="831006"/>
                  <a:pt x="2851922" y="816165"/>
                  <a:pt x="2833613" y="816165"/>
                </a:cubicBezTo>
                <a:cubicBezTo>
                  <a:pt x="2815306" y="816165"/>
                  <a:pt x="2800464" y="831006"/>
                  <a:pt x="2800464" y="849314"/>
                </a:cubicBezTo>
                <a:close/>
              </a:path>
            </a:pathLst>
          </a:custGeom>
          <a:solidFill xmlns:a="http://schemas.openxmlformats.org/drawingml/2006/main">
            <a:srgbClr val="0017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50D62C-277C-4DDB-A5FE-EEEC6AE7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2839052"/>
            <a:ext cx="2800464" cy="1354823"/>
          </a:xfrm>
          <a:custGeom xmlns:a="http://schemas.openxmlformats.org/drawingml/2006/main">
            <a:pathLst>
              <a:path w="2800464" h="1354823" fill="none">
                <a:moveTo>
                  <a:pt x="0" y="1153264"/>
                </a:moveTo>
                <a:lnTo>
                  <a:pt x="127294" y="839648"/>
                </a:lnTo>
                <a:lnTo>
                  <a:pt x="254588" y="1150542"/>
                </a:lnTo>
                <a:lnTo>
                  <a:pt x="381881" y="689393"/>
                </a:lnTo>
                <a:lnTo>
                  <a:pt x="509175" y="699136"/>
                </a:lnTo>
                <a:lnTo>
                  <a:pt x="636469" y="683720"/>
                </a:lnTo>
                <a:lnTo>
                  <a:pt x="763763" y="723716"/>
                </a:lnTo>
                <a:lnTo>
                  <a:pt x="891057" y="632138"/>
                </a:lnTo>
                <a:lnTo>
                  <a:pt x="1018351" y="683671"/>
                </a:lnTo>
                <a:lnTo>
                  <a:pt x="1145644" y="748254"/>
                </a:lnTo>
                <a:lnTo>
                  <a:pt x="1272938" y="749052"/>
                </a:lnTo>
                <a:lnTo>
                  <a:pt x="1400232" y="605963"/>
                </a:lnTo>
                <a:lnTo>
                  <a:pt x="1527526" y="542556"/>
                </a:lnTo>
                <a:lnTo>
                  <a:pt x="1654820" y="637580"/>
                </a:lnTo>
                <a:lnTo>
                  <a:pt x="1782114" y="771651"/>
                </a:lnTo>
                <a:lnTo>
                  <a:pt x="1909407" y="771759"/>
                </a:lnTo>
                <a:lnTo>
                  <a:pt x="2036701" y="771817"/>
                </a:lnTo>
                <a:lnTo>
                  <a:pt x="2163995" y="774678"/>
                </a:lnTo>
                <a:lnTo>
                  <a:pt x="2291289" y="1307515"/>
                </a:lnTo>
                <a:lnTo>
                  <a:pt x="2418583" y="1309740"/>
                </a:lnTo>
                <a:lnTo>
                  <a:pt x="2545876" y="1304442"/>
                </a:lnTo>
                <a:lnTo>
                  <a:pt x="2673170" y="0"/>
                </a:lnTo>
                <a:lnTo>
                  <a:pt x="2800464" y="1354823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17FF"/>
            </a:solidFill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91805D-55AB-409C-93F4-CA4324E8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2805903"/>
            <a:ext cx="2866763" cy="1421122"/>
          </a:xfrm>
          <a:custGeom xmlns:a="http://schemas.openxmlformats.org/drawingml/2006/main">
            <a:pathLst>
              <a:path w="2866763" h="1421122">
                <a:moveTo>
                  <a:pt x="0" y="1186413"/>
                </a:moveTo>
                <a:cubicBezTo>
                  <a:pt x="0" y="1204721"/>
                  <a:pt x="14841" y="1219562"/>
                  <a:pt x="33149" y="1219562"/>
                </a:cubicBezTo>
                <a:cubicBezTo>
                  <a:pt x="51457" y="1219562"/>
                  <a:pt x="66299" y="1204721"/>
                  <a:pt x="66299" y="1186413"/>
                </a:cubicBezTo>
                <a:cubicBezTo>
                  <a:pt x="66299" y="1168105"/>
                  <a:pt x="51457" y="1153264"/>
                  <a:pt x="33149" y="1153264"/>
                </a:cubicBezTo>
                <a:cubicBezTo>
                  <a:pt x="14841" y="1153264"/>
                  <a:pt x="0" y="1168105"/>
                  <a:pt x="0" y="1186413"/>
                </a:cubicBezTo>
                <a:moveTo>
                  <a:pt x="127294" y="872797"/>
                </a:moveTo>
                <a:cubicBezTo>
                  <a:pt x="127294" y="891105"/>
                  <a:pt x="142135" y="905946"/>
                  <a:pt x="160443" y="905946"/>
                </a:cubicBezTo>
                <a:cubicBezTo>
                  <a:pt x="178751" y="905946"/>
                  <a:pt x="193593" y="891105"/>
                  <a:pt x="193593" y="872797"/>
                </a:cubicBezTo>
                <a:cubicBezTo>
                  <a:pt x="193593" y="854489"/>
                  <a:pt x="178751" y="839648"/>
                  <a:pt x="160443" y="839648"/>
                </a:cubicBezTo>
                <a:cubicBezTo>
                  <a:pt x="142135" y="839648"/>
                  <a:pt x="127294" y="854489"/>
                  <a:pt x="127294" y="872797"/>
                </a:cubicBezTo>
                <a:moveTo>
                  <a:pt x="254588" y="1183691"/>
                </a:moveTo>
                <a:cubicBezTo>
                  <a:pt x="254588" y="1201999"/>
                  <a:pt x="269429" y="1216840"/>
                  <a:pt x="287737" y="1216840"/>
                </a:cubicBezTo>
                <a:cubicBezTo>
                  <a:pt x="306045" y="1216840"/>
                  <a:pt x="320886" y="1201999"/>
                  <a:pt x="320886" y="1183691"/>
                </a:cubicBezTo>
                <a:cubicBezTo>
                  <a:pt x="320886" y="1165383"/>
                  <a:pt x="306045" y="1150542"/>
                  <a:pt x="287737" y="1150542"/>
                </a:cubicBezTo>
                <a:cubicBezTo>
                  <a:pt x="269429" y="1150542"/>
                  <a:pt x="254588" y="1165383"/>
                  <a:pt x="254588" y="1183691"/>
                </a:cubicBezTo>
                <a:moveTo>
                  <a:pt x="381881" y="722542"/>
                </a:moveTo>
                <a:cubicBezTo>
                  <a:pt x="381881" y="740850"/>
                  <a:pt x="396723" y="755692"/>
                  <a:pt x="415031" y="755692"/>
                </a:cubicBezTo>
                <a:cubicBezTo>
                  <a:pt x="433339" y="755692"/>
                  <a:pt x="448180" y="740850"/>
                  <a:pt x="448180" y="722542"/>
                </a:cubicBezTo>
                <a:cubicBezTo>
                  <a:pt x="448180" y="704234"/>
                  <a:pt x="433339" y="689393"/>
                  <a:pt x="415031" y="689393"/>
                </a:cubicBezTo>
                <a:cubicBezTo>
                  <a:pt x="396723" y="689393"/>
                  <a:pt x="381881" y="704234"/>
                  <a:pt x="381881" y="722542"/>
                </a:cubicBezTo>
                <a:moveTo>
                  <a:pt x="509175" y="732286"/>
                </a:moveTo>
                <a:cubicBezTo>
                  <a:pt x="509175" y="750594"/>
                  <a:pt x="524017" y="765435"/>
                  <a:pt x="542325" y="765435"/>
                </a:cubicBezTo>
                <a:cubicBezTo>
                  <a:pt x="560633" y="765435"/>
                  <a:pt x="575474" y="750594"/>
                  <a:pt x="575474" y="732286"/>
                </a:cubicBezTo>
                <a:cubicBezTo>
                  <a:pt x="575474" y="713978"/>
                  <a:pt x="560633" y="699136"/>
                  <a:pt x="542325" y="699136"/>
                </a:cubicBezTo>
                <a:cubicBezTo>
                  <a:pt x="524017" y="699136"/>
                  <a:pt x="509175" y="713978"/>
                  <a:pt x="509175" y="732286"/>
                </a:cubicBezTo>
                <a:moveTo>
                  <a:pt x="636469" y="716870"/>
                </a:moveTo>
                <a:cubicBezTo>
                  <a:pt x="636469" y="735177"/>
                  <a:pt x="651311" y="750019"/>
                  <a:pt x="669619" y="750019"/>
                </a:cubicBezTo>
                <a:cubicBezTo>
                  <a:pt x="687926" y="750019"/>
                  <a:pt x="702768" y="735177"/>
                  <a:pt x="702768" y="716870"/>
                </a:cubicBezTo>
                <a:cubicBezTo>
                  <a:pt x="702768" y="698562"/>
                  <a:pt x="687926" y="683720"/>
                  <a:pt x="669619" y="683720"/>
                </a:cubicBezTo>
                <a:cubicBezTo>
                  <a:pt x="651311" y="683720"/>
                  <a:pt x="636469" y="698562"/>
                  <a:pt x="636469" y="716870"/>
                </a:cubicBezTo>
                <a:moveTo>
                  <a:pt x="763763" y="756865"/>
                </a:moveTo>
                <a:cubicBezTo>
                  <a:pt x="763763" y="775173"/>
                  <a:pt x="778605" y="790015"/>
                  <a:pt x="796912" y="790015"/>
                </a:cubicBezTo>
                <a:cubicBezTo>
                  <a:pt x="815220" y="790015"/>
                  <a:pt x="830062" y="775173"/>
                  <a:pt x="830062" y="756865"/>
                </a:cubicBezTo>
                <a:cubicBezTo>
                  <a:pt x="830062" y="738557"/>
                  <a:pt x="815220" y="723716"/>
                  <a:pt x="796912" y="723716"/>
                </a:cubicBezTo>
                <a:cubicBezTo>
                  <a:pt x="778605" y="723716"/>
                  <a:pt x="763763" y="738557"/>
                  <a:pt x="763763" y="756865"/>
                </a:cubicBezTo>
                <a:moveTo>
                  <a:pt x="891057" y="665287"/>
                </a:moveTo>
                <a:cubicBezTo>
                  <a:pt x="891057" y="683595"/>
                  <a:pt x="905898" y="698437"/>
                  <a:pt x="924206" y="698437"/>
                </a:cubicBezTo>
                <a:cubicBezTo>
                  <a:pt x="942514" y="698437"/>
                  <a:pt x="957356" y="683595"/>
                  <a:pt x="957356" y="665287"/>
                </a:cubicBezTo>
                <a:cubicBezTo>
                  <a:pt x="957356" y="646979"/>
                  <a:pt x="942514" y="632138"/>
                  <a:pt x="924206" y="632138"/>
                </a:cubicBezTo>
                <a:cubicBezTo>
                  <a:pt x="905898" y="632138"/>
                  <a:pt x="891057" y="646979"/>
                  <a:pt x="891057" y="665287"/>
                </a:cubicBezTo>
                <a:moveTo>
                  <a:pt x="1018351" y="716820"/>
                </a:moveTo>
                <a:cubicBezTo>
                  <a:pt x="1018351" y="735128"/>
                  <a:pt x="1033192" y="749969"/>
                  <a:pt x="1051500" y="749969"/>
                </a:cubicBezTo>
                <a:cubicBezTo>
                  <a:pt x="1069808" y="749969"/>
                  <a:pt x="1084650" y="735128"/>
                  <a:pt x="1084650" y="716820"/>
                </a:cubicBezTo>
                <a:cubicBezTo>
                  <a:pt x="1084650" y="698512"/>
                  <a:pt x="1069808" y="683671"/>
                  <a:pt x="1051500" y="683671"/>
                </a:cubicBezTo>
                <a:cubicBezTo>
                  <a:pt x="1033192" y="683671"/>
                  <a:pt x="1018351" y="698512"/>
                  <a:pt x="1018351" y="716820"/>
                </a:cubicBezTo>
                <a:moveTo>
                  <a:pt x="1145644" y="781403"/>
                </a:moveTo>
                <a:cubicBezTo>
                  <a:pt x="1145644" y="799711"/>
                  <a:pt x="1160486" y="814552"/>
                  <a:pt x="1178794" y="814552"/>
                </a:cubicBezTo>
                <a:cubicBezTo>
                  <a:pt x="1197102" y="814552"/>
                  <a:pt x="1211943" y="799711"/>
                  <a:pt x="1211943" y="781403"/>
                </a:cubicBezTo>
                <a:cubicBezTo>
                  <a:pt x="1211943" y="763095"/>
                  <a:pt x="1197102" y="748254"/>
                  <a:pt x="1178794" y="748254"/>
                </a:cubicBezTo>
                <a:cubicBezTo>
                  <a:pt x="1160486" y="748254"/>
                  <a:pt x="1145644" y="763095"/>
                  <a:pt x="1145644" y="781403"/>
                </a:cubicBezTo>
                <a:moveTo>
                  <a:pt x="1272938" y="782202"/>
                </a:moveTo>
                <a:cubicBezTo>
                  <a:pt x="1272938" y="800510"/>
                  <a:pt x="1287780" y="815351"/>
                  <a:pt x="1306088" y="815351"/>
                </a:cubicBezTo>
                <a:cubicBezTo>
                  <a:pt x="1324395" y="815351"/>
                  <a:pt x="1339237" y="800510"/>
                  <a:pt x="1339237" y="782202"/>
                </a:cubicBezTo>
                <a:cubicBezTo>
                  <a:pt x="1339237" y="763894"/>
                  <a:pt x="1324395" y="749052"/>
                  <a:pt x="1306088" y="749052"/>
                </a:cubicBezTo>
                <a:cubicBezTo>
                  <a:pt x="1287780" y="749052"/>
                  <a:pt x="1272938" y="763894"/>
                  <a:pt x="1272938" y="782202"/>
                </a:cubicBezTo>
                <a:moveTo>
                  <a:pt x="1400232" y="639113"/>
                </a:moveTo>
                <a:cubicBezTo>
                  <a:pt x="1400232" y="657421"/>
                  <a:pt x="1415074" y="672262"/>
                  <a:pt x="1433381" y="672262"/>
                </a:cubicBezTo>
                <a:cubicBezTo>
                  <a:pt x="1451689" y="672262"/>
                  <a:pt x="1466531" y="657421"/>
                  <a:pt x="1466531" y="639113"/>
                </a:cubicBezTo>
                <a:cubicBezTo>
                  <a:pt x="1466531" y="620805"/>
                  <a:pt x="1451689" y="605963"/>
                  <a:pt x="1433381" y="605963"/>
                </a:cubicBezTo>
                <a:cubicBezTo>
                  <a:pt x="1415074" y="605963"/>
                  <a:pt x="1400232" y="620805"/>
                  <a:pt x="1400232" y="639113"/>
                </a:cubicBezTo>
                <a:moveTo>
                  <a:pt x="1527526" y="575705"/>
                </a:moveTo>
                <a:cubicBezTo>
                  <a:pt x="1527526" y="594013"/>
                  <a:pt x="1542367" y="608855"/>
                  <a:pt x="1560675" y="608855"/>
                </a:cubicBezTo>
                <a:cubicBezTo>
                  <a:pt x="1578983" y="608855"/>
                  <a:pt x="1593825" y="594013"/>
                  <a:pt x="1593825" y="575705"/>
                </a:cubicBezTo>
                <a:cubicBezTo>
                  <a:pt x="1593825" y="557397"/>
                  <a:pt x="1578983" y="542556"/>
                  <a:pt x="1560675" y="542556"/>
                </a:cubicBezTo>
                <a:cubicBezTo>
                  <a:pt x="1542367" y="542556"/>
                  <a:pt x="1527526" y="557397"/>
                  <a:pt x="1527526" y="575705"/>
                </a:cubicBezTo>
                <a:moveTo>
                  <a:pt x="1654820" y="670730"/>
                </a:moveTo>
                <a:cubicBezTo>
                  <a:pt x="1654820" y="689038"/>
                  <a:pt x="1669661" y="703879"/>
                  <a:pt x="1687969" y="703879"/>
                </a:cubicBezTo>
                <a:cubicBezTo>
                  <a:pt x="1706277" y="703879"/>
                  <a:pt x="1721119" y="689038"/>
                  <a:pt x="1721119" y="670730"/>
                </a:cubicBezTo>
                <a:cubicBezTo>
                  <a:pt x="1721119" y="652422"/>
                  <a:pt x="1706277" y="637580"/>
                  <a:pt x="1687969" y="637580"/>
                </a:cubicBezTo>
                <a:cubicBezTo>
                  <a:pt x="1669661" y="637580"/>
                  <a:pt x="1654820" y="652422"/>
                  <a:pt x="1654820" y="670730"/>
                </a:cubicBezTo>
                <a:moveTo>
                  <a:pt x="1782114" y="804801"/>
                </a:moveTo>
                <a:cubicBezTo>
                  <a:pt x="1782114" y="823108"/>
                  <a:pt x="1796955" y="837950"/>
                  <a:pt x="1815263" y="837950"/>
                </a:cubicBezTo>
                <a:cubicBezTo>
                  <a:pt x="1833571" y="837950"/>
                  <a:pt x="1848412" y="823108"/>
                  <a:pt x="1848412" y="804801"/>
                </a:cubicBezTo>
                <a:cubicBezTo>
                  <a:pt x="1848412" y="786493"/>
                  <a:pt x="1833571" y="771651"/>
                  <a:pt x="1815263" y="771651"/>
                </a:cubicBezTo>
                <a:cubicBezTo>
                  <a:pt x="1796955" y="771651"/>
                  <a:pt x="1782114" y="786493"/>
                  <a:pt x="1782114" y="804801"/>
                </a:cubicBezTo>
                <a:moveTo>
                  <a:pt x="1909407" y="804909"/>
                </a:moveTo>
                <a:cubicBezTo>
                  <a:pt x="1909407" y="823216"/>
                  <a:pt x="1924249" y="838058"/>
                  <a:pt x="1942557" y="838058"/>
                </a:cubicBezTo>
                <a:cubicBezTo>
                  <a:pt x="1960865" y="838058"/>
                  <a:pt x="1975706" y="823216"/>
                  <a:pt x="1975706" y="804909"/>
                </a:cubicBezTo>
                <a:cubicBezTo>
                  <a:pt x="1975706" y="786601"/>
                  <a:pt x="1960865" y="771759"/>
                  <a:pt x="1942557" y="771759"/>
                </a:cubicBezTo>
                <a:cubicBezTo>
                  <a:pt x="1924249" y="771759"/>
                  <a:pt x="1909407" y="786601"/>
                  <a:pt x="1909407" y="804909"/>
                </a:cubicBezTo>
                <a:moveTo>
                  <a:pt x="2036701" y="804966"/>
                </a:moveTo>
                <a:cubicBezTo>
                  <a:pt x="2036701" y="823274"/>
                  <a:pt x="2051543" y="838116"/>
                  <a:pt x="2069851" y="838116"/>
                </a:cubicBezTo>
                <a:cubicBezTo>
                  <a:pt x="2088159" y="838116"/>
                  <a:pt x="2103000" y="823274"/>
                  <a:pt x="2103000" y="804966"/>
                </a:cubicBezTo>
                <a:cubicBezTo>
                  <a:pt x="2103000" y="786658"/>
                  <a:pt x="2088159" y="771817"/>
                  <a:pt x="2069851" y="771817"/>
                </a:cubicBezTo>
                <a:cubicBezTo>
                  <a:pt x="2051543" y="771817"/>
                  <a:pt x="2036701" y="786658"/>
                  <a:pt x="2036701" y="804966"/>
                </a:cubicBezTo>
                <a:moveTo>
                  <a:pt x="2163995" y="807827"/>
                </a:moveTo>
                <a:cubicBezTo>
                  <a:pt x="2163995" y="826135"/>
                  <a:pt x="2178837" y="840976"/>
                  <a:pt x="2197144" y="840976"/>
                </a:cubicBezTo>
                <a:cubicBezTo>
                  <a:pt x="2215452" y="840976"/>
                  <a:pt x="2230294" y="826135"/>
                  <a:pt x="2230294" y="807827"/>
                </a:cubicBezTo>
                <a:cubicBezTo>
                  <a:pt x="2230294" y="789519"/>
                  <a:pt x="2215452" y="774678"/>
                  <a:pt x="2197144" y="774678"/>
                </a:cubicBezTo>
                <a:cubicBezTo>
                  <a:pt x="2178837" y="774678"/>
                  <a:pt x="2163995" y="789519"/>
                  <a:pt x="2163995" y="807827"/>
                </a:cubicBezTo>
                <a:moveTo>
                  <a:pt x="2291289" y="1340665"/>
                </a:moveTo>
                <a:cubicBezTo>
                  <a:pt x="2291289" y="1358973"/>
                  <a:pt x="2306130" y="1373814"/>
                  <a:pt x="2324438" y="1373814"/>
                </a:cubicBezTo>
                <a:cubicBezTo>
                  <a:pt x="2342746" y="1373814"/>
                  <a:pt x="2357588" y="1358973"/>
                  <a:pt x="2357588" y="1340665"/>
                </a:cubicBezTo>
                <a:cubicBezTo>
                  <a:pt x="2357588" y="1322357"/>
                  <a:pt x="2342746" y="1307515"/>
                  <a:pt x="2324438" y="1307515"/>
                </a:cubicBezTo>
                <a:cubicBezTo>
                  <a:pt x="2306130" y="1307515"/>
                  <a:pt x="2291289" y="1322357"/>
                  <a:pt x="2291289" y="1340665"/>
                </a:cubicBezTo>
                <a:moveTo>
                  <a:pt x="2418583" y="1342890"/>
                </a:moveTo>
                <a:cubicBezTo>
                  <a:pt x="2418583" y="1361198"/>
                  <a:pt x="2433424" y="1376039"/>
                  <a:pt x="2451732" y="1376039"/>
                </a:cubicBezTo>
                <a:cubicBezTo>
                  <a:pt x="2470040" y="1376039"/>
                  <a:pt x="2484881" y="1361198"/>
                  <a:pt x="2484881" y="1342890"/>
                </a:cubicBezTo>
                <a:cubicBezTo>
                  <a:pt x="2484881" y="1324582"/>
                  <a:pt x="2470040" y="1309740"/>
                  <a:pt x="2451732" y="1309740"/>
                </a:cubicBezTo>
                <a:cubicBezTo>
                  <a:pt x="2433424" y="1309740"/>
                  <a:pt x="2418583" y="1324582"/>
                  <a:pt x="2418583" y="1342890"/>
                </a:cubicBezTo>
                <a:moveTo>
                  <a:pt x="2545876" y="1337592"/>
                </a:moveTo>
                <a:cubicBezTo>
                  <a:pt x="2545876" y="1355900"/>
                  <a:pt x="2560718" y="1370741"/>
                  <a:pt x="2579026" y="1370741"/>
                </a:cubicBezTo>
                <a:cubicBezTo>
                  <a:pt x="2597334" y="1370741"/>
                  <a:pt x="2612175" y="1355900"/>
                  <a:pt x="2612175" y="1337592"/>
                </a:cubicBezTo>
                <a:cubicBezTo>
                  <a:pt x="2612175" y="1319284"/>
                  <a:pt x="2597334" y="1304442"/>
                  <a:pt x="2579026" y="1304442"/>
                </a:cubicBezTo>
                <a:cubicBezTo>
                  <a:pt x="2560718" y="1304442"/>
                  <a:pt x="2545876" y="1319284"/>
                  <a:pt x="2545876" y="1337592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387973"/>
                </a:moveTo>
                <a:cubicBezTo>
                  <a:pt x="2800464" y="1406281"/>
                  <a:pt x="2815306" y="1421122"/>
                  <a:pt x="2833614" y="1421122"/>
                </a:cubicBezTo>
                <a:cubicBezTo>
                  <a:pt x="2851921" y="1421122"/>
                  <a:pt x="2866763" y="1406281"/>
                  <a:pt x="2866763" y="1387973"/>
                </a:cubicBezTo>
                <a:cubicBezTo>
                  <a:pt x="2866763" y="1369665"/>
                  <a:pt x="2851921" y="1354823"/>
                  <a:pt x="2833614" y="1354823"/>
                </a:cubicBezTo>
                <a:cubicBezTo>
                  <a:pt x="2815306" y="1354823"/>
                  <a:pt x="2800464" y="1369665"/>
                  <a:pt x="2800464" y="1387973"/>
                </a:cubicBezTo>
                <a:close/>
              </a:path>
            </a:pathLst>
          </a:custGeom>
          <a:solidFill xmlns:a="http://schemas.openxmlformats.org/drawingml/2006/main">
            <a:srgbClr val="0017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475CD0-4F28-4DB4-B838-B5D55813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533713"/>
            <a:ext cx="2800464" cy="779531"/>
          </a:xfrm>
          <a:custGeom xmlns:a="http://schemas.openxmlformats.org/drawingml/2006/main">
            <a:pathLst>
              <a:path w="2800464" h="779531" fill="none">
                <a:moveTo>
                  <a:pt x="0" y="640129"/>
                </a:moveTo>
                <a:lnTo>
                  <a:pt x="127294" y="0"/>
                </a:lnTo>
                <a:lnTo>
                  <a:pt x="254588" y="619371"/>
                </a:lnTo>
                <a:lnTo>
                  <a:pt x="381881" y="385165"/>
                </a:lnTo>
                <a:lnTo>
                  <a:pt x="509175" y="505348"/>
                </a:lnTo>
                <a:lnTo>
                  <a:pt x="636469" y="374069"/>
                </a:lnTo>
                <a:lnTo>
                  <a:pt x="763763" y="479802"/>
                </a:lnTo>
                <a:lnTo>
                  <a:pt x="891057" y="358640"/>
                </a:lnTo>
                <a:lnTo>
                  <a:pt x="1018350" y="420276"/>
                </a:lnTo>
                <a:lnTo>
                  <a:pt x="1145644" y="398710"/>
                </a:lnTo>
                <a:lnTo>
                  <a:pt x="1272938" y="400333"/>
                </a:lnTo>
                <a:lnTo>
                  <a:pt x="1400232" y="366963"/>
                </a:lnTo>
                <a:lnTo>
                  <a:pt x="1527526" y="293880"/>
                </a:lnTo>
                <a:lnTo>
                  <a:pt x="1654819" y="388020"/>
                </a:lnTo>
                <a:lnTo>
                  <a:pt x="1782113" y="503517"/>
                </a:lnTo>
                <a:lnTo>
                  <a:pt x="1909407" y="505227"/>
                </a:lnTo>
                <a:lnTo>
                  <a:pt x="2036701" y="505444"/>
                </a:lnTo>
                <a:lnTo>
                  <a:pt x="2163995" y="505855"/>
                </a:lnTo>
                <a:lnTo>
                  <a:pt x="2291289" y="763728"/>
                </a:lnTo>
                <a:lnTo>
                  <a:pt x="2418582" y="758899"/>
                </a:lnTo>
                <a:lnTo>
                  <a:pt x="2545876" y="762962"/>
                </a:lnTo>
                <a:lnTo>
                  <a:pt x="2673170" y="22525"/>
                </a:lnTo>
                <a:lnTo>
                  <a:pt x="2800464" y="779531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17FF"/>
            </a:solidFill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FF9F0-422A-4BC7-B942-702CDEBE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500564"/>
            <a:ext cx="2866763" cy="845830"/>
          </a:xfrm>
          <a:custGeom xmlns:a="http://schemas.openxmlformats.org/drawingml/2006/main">
            <a:pathLst>
              <a:path w="2866763" h="845830">
                <a:moveTo>
                  <a:pt x="0" y="673279"/>
                </a:moveTo>
                <a:cubicBezTo>
                  <a:pt x="0" y="691586"/>
                  <a:pt x="14841" y="706428"/>
                  <a:pt x="33149" y="706428"/>
                </a:cubicBezTo>
                <a:cubicBezTo>
                  <a:pt x="51457" y="706428"/>
                  <a:pt x="66299" y="691586"/>
                  <a:pt x="66299" y="673279"/>
                </a:cubicBezTo>
                <a:cubicBezTo>
                  <a:pt x="66299" y="654971"/>
                  <a:pt x="51457" y="640129"/>
                  <a:pt x="33149" y="640129"/>
                </a:cubicBezTo>
                <a:cubicBezTo>
                  <a:pt x="14841" y="640129"/>
                  <a:pt x="0" y="654971"/>
                  <a:pt x="0" y="673279"/>
                </a:cubicBezTo>
                <a:moveTo>
                  <a:pt x="127294" y="33149"/>
                </a:moveTo>
                <a:cubicBezTo>
                  <a:pt x="127294" y="51457"/>
                  <a:pt x="142135" y="66299"/>
                  <a:pt x="160443" y="66299"/>
                </a:cubicBezTo>
                <a:cubicBezTo>
                  <a:pt x="178751" y="66299"/>
                  <a:pt x="193592" y="51457"/>
                  <a:pt x="193592" y="33149"/>
                </a:cubicBezTo>
                <a:cubicBezTo>
                  <a:pt x="193592" y="14841"/>
                  <a:pt x="178751" y="0"/>
                  <a:pt x="160443" y="0"/>
                </a:cubicBezTo>
                <a:cubicBezTo>
                  <a:pt x="142135" y="0"/>
                  <a:pt x="127294" y="14841"/>
                  <a:pt x="127294" y="33149"/>
                </a:cubicBezTo>
                <a:moveTo>
                  <a:pt x="254588" y="652520"/>
                </a:moveTo>
                <a:cubicBezTo>
                  <a:pt x="254588" y="670828"/>
                  <a:pt x="269429" y="685670"/>
                  <a:pt x="287737" y="685670"/>
                </a:cubicBezTo>
                <a:cubicBezTo>
                  <a:pt x="306045" y="685670"/>
                  <a:pt x="320886" y="670828"/>
                  <a:pt x="320886" y="652520"/>
                </a:cubicBezTo>
                <a:cubicBezTo>
                  <a:pt x="320886" y="634212"/>
                  <a:pt x="306045" y="619371"/>
                  <a:pt x="287737" y="619371"/>
                </a:cubicBezTo>
                <a:cubicBezTo>
                  <a:pt x="269429" y="619371"/>
                  <a:pt x="254588" y="634212"/>
                  <a:pt x="254588" y="652520"/>
                </a:cubicBezTo>
                <a:moveTo>
                  <a:pt x="381881" y="418314"/>
                </a:moveTo>
                <a:cubicBezTo>
                  <a:pt x="381881" y="436622"/>
                  <a:pt x="396723" y="451464"/>
                  <a:pt x="415031" y="451464"/>
                </a:cubicBezTo>
                <a:cubicBezTo>
                  <a:pt x="433339" y="451464"/>
                  <a:pt x="448180" y="436622"/>
                  <a:pt x="448180" y="418314"/>
                </a:cubicBezTo>
                <a:cubicBezTo>
                  <a:pt x="448180" y="400006"/>
                  <a:pt x="433339" y="385165"/>
                  <a:pt x="415031" y="385165"/>
                </a:cubicBezTo>
                <a:cubicBezTo>
                  <a:pt x="396723" y="385165"/>
                  <a:pt x="381881" y="400006"/>
                  <a:pt x="381881" y="418314"/>
                </a:cubicBezTo>
                <a:moveTo>
                  <a:pt x="509175" y="538497"/>
                </a:moveTo>
                <a:cubicBezTo>
                  <a:pt x="509175" y="556805"/>
                  <a:pt x="524017" y="571647"/>
                  <a:pt x="542324" y="571647"/>
                </a:cubicBezTo>
                <a:cubicBezTo>
                  <a:pt x="560632" y="571647"/>
                  <a:pt x="575474" y="556805"/>
                  <a:pt x="575474" y="538497"/>
                </a:cubicBezTo>
                <a:cubicBezTo>
                  <a:pt x="575474" y="520190"/>
                  <a:pt x="560632" y="505348"/>
                  <a:pt x="542324" y="505348"/>
                </a:cubicBezTo>
                <a:cubicBezTo>
                  <a:pt x="524017" y="505348"/>
                  <a:pt x="509175" y="520190"/>
                  <a:pt x="509175" y="538497"/>
                </a:cubicBezTo>
                <a:moveTo>
                  <a:pt x="636469" y="407219"/>
                </a:moveTo>
                <a:cubicBezTo>
                  <a:pt x="636469" y="425527"/>
                  <a:pt x="651310" y="440368"/>
                  <a:pt x="669618" y="440368"/>
                </a:cubicBezTo>
                <a:cubicBezTo>
                  <a:pt x="687926" y="440368"/>
                  <a:pt x="702768" y="425527"/>
                  <a:pt x="702768" y="407219"/>
                </a:cubicBezTo>
                <a:cubicBezTo>
                  <a:pt x="702768" y="388911"/>
                  <a:pt x="687926" y="374069"/>
                  <a:pt x="669618" y="374069"/>
                </a:cubicBezTo>
                <a:cubicBezTo>
                  <a:pt x="651310" y="374069"/>
                  <a:pt x="636469" y="388911"/>
                  <a:pt x="636469" y="407219"/>
                </a:cubicBezTo>
                <a:moveTo>
                  <a:pt x="763763" y="512951"/>
                </a:moveTo>
                <a:cubicBezTo>
                  <a:pt x="763763" y="531259"/>
                  <a:pt x="778604" y="546101"/>
                  <a:pt x="796912" y="546101"/>
                </a:cubicBezTo>
                <a:cubicBezTo>
                  <a:pt x="815220" y="546101"/>
                  <a:pt x="830061" y="531259"/>
                  <a:pt x="830061" y="512951"/>
                </a:cubicBezTo>
                <a:cubicBezTo>
                  <a:pt x="830061" y="494643"/>
                  <a:pt x="815220" y="479802"/>
                  <a:pt x="796912" y="479802"/>
                </a:cubicBezTo>
                <a:cubicBezTo>
                  <a:pt x="778604" y="479802"/>
                  <a:pt x="763763" y="494643"/>
                  <a:pt x="763763" y="512951"/>
                </a:cubicBezTo>
                <a:moveTo>
                  <a:pt x="891057" y="391789"/>
                </a:moveTo>
                <a:cubicBezTo>
                  <a:pt x="891057" y="410097"/>
                  <a:pt x="905898" y="424939"/>
                  <a:pt x="924206" y="424939"/>
                </a:cubicBezTo>
                <a:cubicBezTo>
                  <a:pt x="942514" y="424939"/>
                  <a:pt x="957356" y="410097"/>
                  <a:pt x="957356" y="391789"/>
                </a:cubicBezTo>
                <a:cubicBezTo>
                  <a:pt x="957356" y="373481"/>
                  <a:pt x="942514" y="358640"/>
                  <a:pt x="924206" y="358640"/>
                </a:cubicBezTo>
                <a:cubicBezTo>
                  <a:pt x="905898" y="358640"/>
                  <a:pt x="891057" y="373481"/>
                  <a:pt x="891057" y="391789"/>
                </a:cubicBezTo>
                <a:moveTo>
                  <a:pt x="1018350" y="453426"/>
                </a:moveTo>
                <a:cubicBezTo>
                  <a:pt x="1018350" y="471734"/>
                  <a:pt x="1033192" y="486575"/>
                  <a:pt x="1051500" y="486575"/>
                </a:cubicBezTo>
                <a:cubicBezTo>
                  <a:pt x="1069808" y="486575"/>
                  <a:pt x="1084649" y="471734"/>
                  <a:pt x="1084649" y="453426"/>
                </a:cubicBezTo>
                <a:cubicBezTo>
                  <a:pt x="1084649" y="435118"/>
                  <a:pt x="1069808" y="420276"/>
                  <a:pt x="1051500" y="420276"/>
                </a:cubicBezTo>
                <a:cubicBezTo>
                  <a:pt x="1033192" y="420276"/>
                  <a:pt x="1018350" y="435118"/>
                  <a:pt x="1018350" y="453426"/>
                </a:cubicBezTo>
                <a:moveTo>
                  <a:pt x="1145644" y="431859"/>
                </a:moveTo>
                <a:cubicBezTo>
                  <a:pt x="1145644" y="450167"/>
                  <a:pt x="1160486" y="465009"/>
                  <a:pt x="1178793" y="465009"/>
                </a:cubicBezTo>
                <a:cubicBezTo>
                  <a:pt x="1197101" y="465009"/>
                  <a:pt x="1211943" y="450167"/>
                  <a:pt x="1211943" y="431859"/>
                </a:cubicBezTo>
                <a:cubicBezTo>
                  <a:pt x="1211943" y="413552"/>
                  <a:pt x="1197101" y="398710"/>
                  <a:pt x="1178793" y="398710"/>
                </a:cubicBezTo>
                <a:cubicBezTo>
                  <a:pt x="1160486" y="398710"/>
                  <a:pt x="1145644" y="413552"/>
                  <a:pt x="1145644" y="431859"/>
                </a:cubicBezTo>
                <a:moveTo>
                  <a:pt x="1272938" y="433482"/>
                </a:moveTo>
                <a:cubicBezTo>
                  <a:pt x="1272938" y="451790"/>
                  <a:pt x="1287780" y="466631"/>
                  <a:pt x="1306087" y="466631"/>
                </a:cubicBezTo>
                <a:cubicBezTo>
                  <a:pt x="1324395" y="466631"/>
                  <a:pt x="1339237" y="451790"/>
                  <a:pt x="1339237" y="433482"/>
                </a:cubicBezTo>
                <a:cubicBezTo>
                  <a:pt x="1339237" y="415174"/>
                  <a:pt x="1324395" y="400333"/>
                  <a:pt x="1306087" y="400333"/>
                </a:cubicBezTo>
                <a:cubicBezTo>
                  <a:pt x="1287780" y="400333"/>
                  <a:pt x="1272938" y="415174"/>
                  <a:pt x="1272938" y="433482"/>
                </a:cubicBezTo>
                <a:moveTo>
                  <a:pt x="1400232" y="400113"/>
                </a:moveTo>
                <a:cubicBezTo>
                  <a:pt x="1400232" y="418421"/>
                  <a:pt x="1415073" y="433262"/>
                  <a:pt x="1433381" y="433262"/>
                </a:cubicBezTo>
                <a:cubicBezTo>
                  <a:pt x="1451689" y="433262"/>
                  <a:pt x="1466531" y="418421"/>
                  <a:pt x="1466531" y="400113"/>
                </a:cubicBezTo>
                <a:cubicBezTo>
                  <a:pt x="1466531" y="381805"/>
                  <a:pt x="1451689" y="366963"/>
                  <a:pt x="1433381" y="366963"/>
                </a:cubicBezTo>
                <a:cubicBezTo>
                  <a:pt x="1415073" y="366963"/>
                  <a:pt x="1400232" y="381805"/>
                  <a:pt x="1400232" y="400113"/>
                </a:cubicBezTo>
                <a:moveTo>
                  <a:pt x="1527526" y="327030"/>
                </a:moveTo>
                <a:cubicBezTo>
                  <a:pt x="1527526" y="345337"/>
                  <a:pt x="1542367" y="360179"/>
                  <a:pt x="1560675" y="360179"/>
                </a:cubicBezTo>
                <a:cubicBezTo>
                  <a:pt x="1578983" y="360179"/>
                  <a:pt x="1593825" y="345337"/>
                  <a:pt x="1593825" y="327030"/>
                </a:cubicBezTo>
                <a:cubicBezTo>
                  <a:pt x="1593825" y="308722"/>
                  <a:pt x="1578983" y="293880"/>
                  <a:pt x="1560675" y="293880"/>
                </a:cubicBezTo>
                <a:cubicBezTo>
                  <a:pt x="1542367" y="293880"/>
                  <a:pt x="1527526" y="308722"/>
                  <a:pt x="1527526" y="327030"/>
                </a:cubicBezTo>
                <a:moveTo>
                  <a:pt x="1654819" y="421170"/>
                </a:moveTo>
                <a:cubicBezTo>
                  <a:pt x="1654819" y="439477"/>
                  <a:pt x="1669661" y="454319"/>
                  <a:pt x="1687969" y="454319"/>
                </a:cubicBezTo>
                <a:cubicBezTo>
                  <a:pt x="1706276" y="454319"/>
                  <a:pt x="1721118" y="439477"/>
                  <a:pt x="1721118" y="421170"/>
                </a:cubicBezTo>
                <a:cubicBezTo>
                  <a:pt x="1721118" y="402862"/>
                  <a:pt x="1706276" y="388020"/>
                  <a:pt x="1687969" y="388020"/>
                </a:cubicBezTo>
                <a:cubicBezTo>
                  <a:pt x="1669661" y="388020"/>
                  <a:pt x="1654819" y="402862"/>
                  <a:pt x="1654819" y="421170"/>
                </a:cubicBezTo>
                <a:moveTo>
                  <a:pt x="1782113" y="536666"/>
                </a:moveTo>
                <a:cubicBezTo>
                  <a:pt x="1782113" y="554974"/>
                  <a:pt x="1796955" y="569816"/>
                  <a:pt x="1815263" y="569816"/>
                </a:cubicBezTo>
                <a:cubicBezTo>
                  <a:pt x="1833571" y="569816"/>
                  <a:pt x="1848412" y="554974"/>
                  <a:pt x="1848412" y="536666"/>
                </a:cubicBezTo>
                <a:cubicBezTo>
                  <a:pt x="1848412" y="518359"/>
                  <a:pt x="1833571" y="503517"/>
                  <a:pt x="1815263" y="503517"/>
                </a:cubicBezTo>
                <a:cubicBezTo>
                  <a:pt x="1796955" y="503517"/>
                  <a:pt x="1782113" y="518359"/>
                  <a:pt x="1782113" y="536666"/>
                </a:cubicBezTo>
                <a:moveTo>
                  <a:pt x="1909407" y="538376"/>
                </a:moveTo>
                <a:cubicBezTo>
                  <a:pt x="1909407" y="556684"/>
                  <a:pt x="1924249" y="571526"/>
                  <a:pt x="1942557" y="571526"/>
                </a:cubicBezTo>
                <a:cubicBezTo>
                  <a:pt x="1960865" y="571526"/>
                  <a:pt x="1975706" y="556684"/>
                  <a:pt x="1975706" y="538376"/>
                </a:cubicBezTo>
                <a:cubicBezTo>
                  <a:pt x="1975706" y="520068"/>
                  <a:pt x="1960865" y="505227"/>
                  <a:pt x="1942557" y="505227"/>
                </a:cubicBezTo>
                <a:cubicBezTo>
                  <a:pt x="1924249" y="505227"/>
                  <a:pt x="1909407" y="520068"/>
                  <a:pt x="1909407" y="538376"/>
                </a:cubicBezTo>
                <a:moveTo>
                  <a:pt x="2036701" y="538594"/>
                </a:moveTo>
                <a:cubicBezTo>
                  <a:pt x="2036701" y="556902"/>
                  <a:pt x="2051543" y="571743"/>
                  <a:pt x="2069850" y="571743"/>
                </a:cubicBezTo>
                <a:cubicBezTo>
                  <a:pt x="2088159" y="571743"/>
                  <a:pt x="2103000" y="556902"/>
                  <a:pt x="2103000" y="538594"/>
                </a:cubicBezTo>
                <a:cubicBezTo>
                  <a:pt x="2103000" y="520286"/>
                  <a:pt x="2088159" y="505444"/>
                  <a:pt x="2069850" y="505444"/>
                </a:cubicBezTo>
                <a:cubicBezTo>
                  <a:pt x="2051543" y="505444"/>
                  <a:pt x="2036701" y="520286"/>
                  <a:pt x="2036701" y="538594"/>
                </a:cubicBezTo>
                <a:moveTo>
                  <a:pt x="2163995" y="539004"/>
                </a:moveTo>
                <a:cubicBezTo>
                  <a:pt x="2163995" y="557312"/>
                  <a:pt x="2178836" y="572153"/>
                  <a:pt x="2197144" y="572153"/>
                </a:cubicBezTo>
                <a:cubicBezTo>
                  <a:pt x="2215452" y="572153"/>
                  <a:pt x="2230294" y="557312"/>
                  <a:pt x="2230294" y="539004"/>
                </a:cubicBezTo>
                <a:cubicBezTo>
                  <a:pt x="2230294" y="520696"/>
                  <a:pt x="2215452" y="505855"/>
                  <a:pt x="2197144" y="505855"/>
                </a:cubicBezTo>
                <a:cubicBezTo>
                  <a:pt x="2178836" y="505855"/>
                  <a:pt x="2163995" y="520696"/>
                  <a:pt x="2163995" y="539004"/>
                </a:cubicBezTo>
                <a:moveTo>
                  <a:pt x="2291289" y="796877"/>
                </a:moveTo>
                <a:cubicBezTo>
                  <a:pt x="2291289" y="815185"/>
                  <a:pt x="2306130" y="830027"/>
                  <a:pt x="2324438" y="830027"/>
                </a:cubicBezTo>
                <a:cubicBezTo>
                  <a:pt x="2342746" y="830027"/>
                  <a:pt x="2357587" y="815185"/>
                  <a:pt x="2357587" y="796877"/>
                </a:cubicBezTo>
                <a:cubicBezTo>
                  <a:pt x="2357587" y="778569"/>
                  <a:pt x="2342746" y="763728"/>
                  <a:pt x="2324438" y="763728"/>
                </a:cubicBezTo>
                <a:cubicBezTo>
                  <a:pt x="2306130" y="763728"/>
                  <a:pt x="2291289" y="778569"/>
                  <a:pt x="2291289" y="796877"/>
                </a:cubicBezTo>
                <a:moveTo>
                  <a:pt x="2418582" y="792049"/>
                </a:moveTo>
                <a:cubicBezTo>
                  <a:pt x="2418582" y="810357"/>
                  <a:pt x="2433424" y="825198"/>
                  <a:pt x="2451732" y="825198"/>
                </a:cubicBezTo>
                <a:cubicBezTo>
                  <a:pt x="2470040" y="825198"/>
                  <a:pt x="2484881" y="810357"/>
                  <a:pt x="2484881" y="792049"/>
                </a:cubicBezTo>
                <a:cubicBezTo>
                  <a:pt x="2484881" y="773741"/>
                  <a:pt x="2470040" y="758899"/>
                  <a:pt x="2451732" y="758899"/>
                </a:cubicBezTo>
                <a:cubicBezTo>
                  <a:pt x="2433424" y="758899"/>
                  <a:pt x="2418582" y="773741"/>
                  <a:pt x="2418582" y="792049"/>
                </a:cubicBezTo>
                <a:moveTo>
                  <a:pt x="2545876" y="796111"/>
                </a:moveTo>
                <a:cubicBezTo>
                  <a:pt x="2545876" y="814419"/>
                  <a:pt x="2560718" y="829260"/>
                  <a:pt x="2579026" y="829260"/>
                </a:cubicBezTo>
                <a:cubicBezTo>
                  <a:pt x="2597334" y="829260"/>
                  <a:pt x="2612175" y="814419"/>
                  <a:pt x="2612175" y="796111"/>
                </a:cubicBezTo>
                <a:cubicBezTo>
                  <a:pt x="2612175" y="777803"/>
                  <a:pt x="2597334" y="762962"/>
                  <a:pt x="2579026" y="762962"/>
                </a:cubicBezTo>
                <a:cubicBezTo>
                  <a:pt x="2560718" y="762962"/>
                  <a:pt x="2545876" y="777803"/>
                  <a:pt x="2545876" y="796111"/>
                </a:cubicBezTo>
                <a:moveTo>
                  <a:pt x="2673170" y="55674"/>
                </a:moveTo>
                <a:cubicBezTo>
                  <a:pt x="2673170" y="73982"/>
                  <a:pt x="2688012" y="88824"/>
                  <a:pt x="2706319" y="88824"/>
                </a:cubicBezTo>
                <a:cubicBezTo>
                  <a:pt x="2724628" y="88824"/>
                  <a:pt x="2739469" y="73982"/>
                  <a:pt x="2739469" y="55674"/>
                </a:cubicBezTo>
                <a:cubicBezTo>
                  <a:pt x="2739469" y="37366"/>
                  <a:pt x="2724628" y="22525"/>
                  <a:pt x="2706319" y="22525"/>
                </a:cubicBezTo>
                <a:cubicBezTo>
                  <a:pt x="2688012" y="22525"/>
                  <a:pt x="2673170" y="37366"/>
                  <a:pt x="2673170" y="55674"/>
                </a:cubicBezTo>
                <a:moveTo>
                  <a:pt x="2800464" y="812680"/>
                </a:moveTo>
                <a:cubicBezTo>
                  <a:pt x="2800464" y="830988"/>
                  <a:pt x="2815306" y="845830"/>
                  <a:pt x="2833613" y="845830"/>
                </a:cubicBezTo>
                <a:cubicBezTo>
                  <a:pt x="2851922" y="845830"/>
                  <a:pt x="2866763" y="830988"/>
                  <a:pt x="2866763" y="812680"/>
                </a:cubicBezTo>
                <a:cubicBezTo>
                  <a:pt x="2866763" y="794372"/>
                  <a:pt x="2851922" y="779531"/>
                  <a:pt x="2833613" y="779531"/>
                </a:cubicBezTo>
                <a:cubicBezTo>
                  <a:pt x="2815306" y="779531"/>
                  <a:pt x="2800464" y="794372"/>
                  <a:pt x="2800464" y="812680"/>
                </a:cubicBezTo>
                <a:close/>
              </a:path>
            </a:pathLst>
          </a:custGeom>
          <a:solidFill xmlns:a="http://schemas.openxmlformats.org/drawingml/2006/main">
            <a:srgbClr val="0017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9C286F-78FE-4485-87BF-F971F843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578543"/>
            <a:ext cx="2800464" cy="1275249"/>
          </a:xfrm>
          <a:custGeom xmlns:a="http://schemas.openxmlformats.org/drawingml/2006/main">
            <a:pathLst>
              <a:path w="2800464" h="1275249" fill="none">
                <a:moveTo>
                  <a:pt x="0" y="1063262"/>
                </a:moveTo>
                <a:lnTo>
                  <a:pt x="127294" y="557618"/>
                </a:lnTo>
                <a:lnTo>
                  <a:pt x="254588" y="1058353"/>
                </a:lnTo>
                <a:lnTo>
                  <a:pt x="381881" y="613098"/>
                </a:lnTo>
                <a:lnTo>
                  <a:pt x="509175" y="654674"/>
                </a:lnTo>
                <a:lnTo>
                  <a:pt x="636469" y="606185"/>
                </a:lnTo>
                <a:lnTo>
                  <a:pt x="763763" y="751433"/>
                </a:lnTo>
                <a:lnTo>
                  <a:pt x="891057" y="466210"/>
                </a:lnTo>
                <a:lnTo>
                  <a:pt x="1018351" y="634102"/>
                </a:lnTo>
                <a:lnTo>
                  <a:pt x="1145644" y="666762"/>
                </a:lnTo>
                <a:lnTo>
                  <a:pt x="1272938" y="667641"/>
                </a:lnTo>
                <a:lnTo>
                  <a:pt x="1400232" y="656465"/>
                </a:lnTo>
                <a:lnTo>
                  <a:pt x="1527526" y="431692"/>
                </a:lnTo>
                <a:lnTo>
                  <a:pt x="1654820" y="661979"/>
                </a:lnTo>
                <a:lnTo>
                  <a:pt x="1782114" y="591668"/>
                </a:lnTo>
                <a:lnTo>
                  <a:pt x="1909407" y="590687"/>
                </a:lnTo>
                <a:lnTo>
                  <a:pt x="2036701" y="587374"/>
                </a:lnTo>
                <a:lnTo>
                  <a:pt x="2163995" y="586268"/>
                </a:lnTo>
                <a:lnTo>
                  <a:pt x="2291289" y="1190252"/>
                </a:lnTo>
                <a:lnTo>
                  <a:pt x="2418583" y="1185817"/>
                </a:lnTo>
                <a:lnTo>
                  <a:pt x="2545876" y="1186944"/>
                </a:lnTo>
                <a:lnTo>
                  <a:pt x="2673170" y="0"/>
                </a:lnTo>
                <a:lnTo>
                  <a:pt x="2800464" y="1275249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2EFF"/>
            </a:solidFill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6B0F13-6AE0-442D-A806-C09588E9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545394"/>
            <a:ext cx="2866763" cy="1341548"/>
          </a:xfrm>
          <a:custGeom xmlns:a="http://schemas.openxmlformats.org/drawingml/2006/main">
            <a:pathLst>
              <a:path w="2866763" h="1341548">
                <a:moveTo>
                  <a:pt x="0" y="1096411"/>
                </a:moveTo>
                <a:cubicBezTo>
                  <a:pt x="0" y="1114719"/>
                  <a:pt x="14841" y="1129561"/>
                  <a:pt x="33149" y="1129561"/>
                </a:cubicBezTo>
                <a:cubicBezTo>
                  <a:pt x="51457" y="1129561"/>
                  <a:pt x="66299" y="1114719"/>
                  <a:pt x="66299" y="1096411"/>
                </a:cubicBezTo>
                <a:cubicBezTo>
                  <a:pt x="66299" y="1078103"/>
                  <a:pt x="51457" y="1063262"/>
                  <a:pt x="33149" y="1063262"/>
                </a:cubicBezTo>
                <a:cubicBezTo>
                  <a:pt x="14841" y="1063262"/>
                  <a:pt x="0" y="1078103"/>
                  <a:pt x="0" y="1096411"/>
                </a:cubicBezTo>
                <a:moveTo>
                  <a:pt x="127294" y="590768"/>
                </a:moveTo>
                <a:cubicBezTo>
                  <a:pt x="127294" y="609076"/>
                  <a:pt x="142135" y="623917"/>
                  <a:pt x="160443" y="623917"/>
                </a:cubicBezTo>
                <a:cubicBezTo>
                  <a:pt x="178751" y="623917"/>
                  <a:pt x="193593" y="609076"/>
                  <a:pt x="193593" y="590768"/>
                </a:cubicBezTo>
                <a:cubicBezTo>
                  <a:pt x="193593" y="572460"/>
                  <a:pt x="178751" y="557618"/>
                  <a:pt x="160443" y="557618"/>
                </a:cubicBezTo>
                <a:cubicBezTo>
                  <a:pt x="142135" y="557618"/>
                  <a:pt x="127294" y="572460"/>
                  <a:pt x="127294" y="590768"/>
                </a:cubicBezTo>
                <a:moveTo>
                  <a:pt x="254588" y="1091503"/>
                </a:moveTo>
                <a:cubicBezTo>
                  <a:pt x="254588" y="1109811"/>
                  <a:pt x="269429" y="1124652"/>
                  <a:pt x="287737" y="1124652"/>
                </a:cubicBezTo>
                <a:cubicBezTo>
                  <a:pt x="306045" y="1124652"/>
                  <a:pt x="320886" y="1109811"/>
                  <a:pt x="320886" y="1091503"/>
                </a:cubicBezTo>
                <a:cubicBezTo>
                  <a:pt x="320886" y="1073195"/>
                  <a:pt x="306045" y="1058353"/>
                  <a:pt x="287737" y="1058353"/>
                </a:cubicBezTo>
                <a:cubicBezTo>
                  <a:pt x="269429" y="1058353"/>
                  <a:pt x="254588" y="1073195"/>
                  <a:pt x="254588" y="1091503"/>
                </a:cubicBezTo>
                <a:moveTo>
                  <a:pt x="381881" y="646247"/>
                </a:moveTo>
                <a:cubicBezTo>
                  <a:pt x="381881" y="664555"/>
                  <a:pt x="396723" y="679397"/>
                  <a:pt x="415031" y="679397"/>
                </a:cubicBezTo>
                <a:cubicBezTo>
                  <a:pt x="433339" y="679397"/>
                  <a:pt x="448180" y="664555"/>
                  <a:pt x="448180" y="646247"/>
                </a:cubicBezTo>
                <a:cubicBezTo>
                  <a:pt x="448180" y="627939"/>
                  <a:pt x="433339" y="613098"/>
                  <a:pt x="415031" y="613098"/>
                </a:cubicBezTo>
                <a:cubicBezTo>
                  <a:pt x="396723" y="613098"/>
                  <a:pt x="381881" y="627939"/>
                  <a:pt x="381881" y="646247"/>
                </a:cubicBezTo>
                <a:moveTo>
                  <a:pt x="509175" y="687823"/>
                </a:moveTo>
                <a:cubicBezTo>
                  <a:pt x="509175" y="706131"/>
                  <a:pt x="524017" y="720972"/>
                  <a:pt x="542325" y="720972"/>
                </a:cubicBezTo>
                <a:cubicBezTo>
                  <a:pt x="560633" y="720972"/>
                  <a:pt x="575474" y="706131"/>
                  <a:pt x="575474" y="687823"/>
                </a:cubicBezTo>
                <a:cubicBezTo>
                  <a:pt x="575474" y="669515"/>
                  <a:pt x="560633" y="654674"/>
                  <a:pt x="542325" y="654674"/>
                </a:cubicBezTo>
                <a:cubicBezTo>
                  <a:pt x="524017" y="654674"/>
                  <a:pt x="509175" y="669515"/>
                  <a:pt x="509175" y="687823"/>
                </a:cubicBezTo>
                <a:moveTo>
                  <a:pt x="636469" y="639334"/>
                </a:moveTo>
                <a:cubicBezTo>
                  <a:pt x="636469" y="657642"/>
                  <a:pt x="651311" y="672484"/>
                  <a:pt x="669619" y="672484"/>
                </a:cubicBezTo>
                <a:cubicBezTo>
                  <a:pt x="687926" y="672484"/>
                  <a:pt x="702768" y="657642"/>
                  <a:pt x="702768" y="639334"/>
                </a:cubicBezTo>
                <a:cubicBezTo>
                  <a:pt x="702768" y="621026"/>
                  <a:pt x="687926" y="606185"/>
                  <a:pt x="669619" y="606185"/>
                </a:cubicBezTo>
                <a:cubicBezTo>
                  <a:pt x="651311" y="606185"/>
                  <a:pt x="636469" y="621026"/>
                  <a:pt x="636469" y="639334"/>
                </a:cubicBezTo>
                <a:moveTo>
                  <a:pt x="763763" y="784582"/>
                </a:moveTo>
                <a:cubicBezTo>
                  <a:pt x="763763" y="802890"/>
                  <a:pt x="778605" y="817731"/>
                  <a:pt x="796912" y="817731"/>
                </a:cubicBezTo>
                <a:cubicBezTo>
                  <a:pt x="815220" y="817731"/>
                  <a:pt x="830062" y="802890"/>
                  <a:pt x="830062" y="784582"/>
                </a:cubicBezTo>
                <a:cubicBezTo>
                  <a:pt x="830062" y="766274"/>
                  <a:pt x="815220" y="751433"/>
                  <a:pt x="796912" y="751433"/>
                </a:cubicBezTo>
                <a:cubicBezTo>
                  <a:pt x="778605" y="751433"/>
                  <a:pt x="763763" y="766274"/>
                  <a:pt x="763763" y="784582"/>
                </a:cubicBezTo>
                <a:moveTo>
                  <a:pt x="891057" y="499359"/>
                </a:moveTo>
                <a:cubicBezTo>
                  <a:pt x="891057" y="517668"/>
                  <a:pt x="905898" y="532509"/>
                  <a:pt x="924206" y="532509"/>
                </a:cubicBezTo>
                <a:cubicBezTo>
                  <a:pt x="942514" y="532509"/>
                  <a:pt x="957356" y="517668"/>
                  <a:pt x="957356" y="499359"/>
                </a:cubicBezTo>
                <a:cubicBezTo>
                  <a:pt x="957356" y="481051"/>
                  <a:pt x="942514" y="466210"/>
                  <a:pt x="924206" y="466210"/>
                </a:cubicBezTo>
                <a:cubicBezTo>
                  <a:pt x="905898" y="466210"/>
                  <a:pt x="891057" y="481051"/>
                  <a:pt x="891057" y="499359"/>
                </a:cubicBezTo>
                <a:moveTo>
                  <a:pt x="1018351" y="667251"/>
                </a:moveTo>
                <a:cubicBezTo>
                  <a:pt x="1018351" y="685559"/>
                  <a:pt x="1033192" y="700401"/>
                  <a:pt x="1051500" y="700401"/>
                </a:cubicBezTo>
                <a:cubicBezTo>
                  <a:pt x="1069808" y="700401"/>
                  <a:pt x="1084650" y="685559"/>
                  <a:pt x="1084650" y="667251"/>
                </a:cubicBezTo>
                <a:cubicBezTo>
                  <a:pt x="1084650" y="648944"/>
                  <a:pt x="1069808" y="634102"/>
                  <a:pt x="1051500" y="634102"/>
                </a:cubicBezTo>
                <a:cubicBezTo>
                  <a:pt x="1033192" y="634102"/>
                  <a:pt x="1018351" y="648944"/>
                  <a:pt x="1018351" y="667251"/>
                </a:cubicBezTo>
                <a:moveTo>
                  <a:pt x="1145644" y="699911"/>
                </a:moveTo>
                <a:cubicBezTo>
                  <a:pt x="1145644" y="718219"/>
                  <a:pt x="1160486" y="733061"/>
                  <a:pt x="1178794" y="733061"/>
                </a:cubicBezTo>
                <a:cubicBezTo>
                  <a:pt x="1197102" y="733061"/>
                  <a:pt x="1211943" y="718219"/>
                  <a:pt x="1211943" y="699911"/>
                </a:cubicBezTo>
                <a:cubicBezTo>
                  <a:pt x="1211943" y="681603"/>
                  <a:pt x="1197102" y="666762"/>
                  <a:pt x="1178794" y="666762"/>
                </a:cubicBezTo>
                <a:cubicBezTo>
                  <a:pt x="1160486" y="666762"/>
                  <a:pt x="1145644" y="681603"/>
                  <a:pt x="1145644" y="699911"/>
                </a:cubicBezTo>
                <a:moveTo>
                  <a:pt x="1272938" y="700791"/>
                </a:moveTo>
                <a:cubicBezTo>
                  <a:pt x="1272938" y="719099"/>
                  <a:pt x="1287780" y="733940"/>
                  <a:pt x="1306088" y="733940"/>
                </a:cubicBezTo>
                <a:cubicBezTo>
                  <a:pt x="1324395" y="733940"/>
                  <a:pt x="1339237" y="719099"/>
                  <a:pt x="1339237" y="700791"/>
                </a:cubicBezTo>
                <a:cubicBezTo>
                  <a:pt x="1339237" y="682483"/>
                  <a:pt x="1324395" y="667641"/>
                  <a:pt x="1306088" y="667641"/>
                </a:cubicBezTo>
                <a:cubicBezTo>
                  <a:pt x="1287780" y="667641"/>
                  <a:pt x="1272938" y="682483"/>
                  <a:pt x="1272938" y="700791"/>
                </a:cubicBezTo>
                <a:moveTo>
                  <a:pt x="1400232" y="689614"/>
                </a:moveTo>
                <a:cubicBezTo>
                  <a:pt x="1400232" y="707922"/>
                  <a:pt x="1415074" y="722764"/>
                  <a:pt x="1433381" y="722764"/>
                </a:cubicBezTo>
                <a:cubicBezTo>
                  <a:pt x="1451689" y="722764"/>
                  <a:pt x="1466531" y="707922"/>
                  <a:pt x="1466531" y="689614"/>
                </a:cubicBezTo>
                <a:cubicBezTo>
                  <a:pt x="1466531" y="671306"/>
                  <a:pt x="1451689" y="656465"/>
                  <a:pt x="1433381" y="656465"/>
                </a:cubicBezTo>
                <a:cubicBezTo>
                  <a:pt x="1415074" y="656465"/>
                  <a:pt x="1400232" y="671306"/>
                  <a:pt x="1400232" y="689614"/>
                </a:cubicBezTo>
                <a:moveTo>
                  <a:pt x="1527526" y="464841"/>
                </a:moveTo>
                <a:cubicBezTo>
                  <a:pt x="1527526" y="483149"/>
                  <a:pt x="1542367" y="497991"/>
                  <a:pt x="1560675" y="497991"/>
                </a:cubicBezTo>
                <a:cubicBezTo>
                  <a:pt x="1578983" y="497991"/>
                  <a:pt x="1593825" y="483149"/>
                  <a:pt x="1593825" y="464841"/>
                </a:cubicBezTo>
                <a:cubicBezTo>
                  <a:pt x="1593825" y="446533"/>
                  <a:pt x="1578983" y="431692"/>
                  <a:pt x="1560675" y="431692"/>
                </a:cubicBezTo>
                <a:cubicBezTo>
                  <a:pt x="1542367" y="431692"/>
                  <a:pt x="1527526" y="446533"/>
                  <a:pt x="1527526" y="464841"/>
                </a:cubicBezTo>
                <a:moveTo>
                  <a:pt x="1654820" y="695129"/>
                </a:moveTo>
                <a:cubicBezTo>
                  <a:pt x="1654820" y="713436"/>
                  <a:pt x="1669661" y="728278"/>
                  <a:pt x="1687969" y="728278"/>
                </a:cubicBezTo>
                <a:cubicBezTo>
                  <a:pt x="1706277" y="728278"/>
                  <a:pt x="1721119" y="713436"/>
                  <a:pt x="1721119" y="695129"/>
                </a:cubicBezTo>
                <a:cubicBezTo>
                  <a:pt x="1721119" y="676821"/>
                  <a:pt x="1706277" y="661979"/>
                  <a:pt x="1687969" y="661979"/>
                </a:cubicBezTo>
                <a:cubicBezTo>
                  <a:pt x="1669661" y="661979"/>
                  <a:pt x="1654820" y="676821"/>
                  <a:pt x="1654820" y="695129"/>
                </a:cubicBezTo>
                <a:moveTo>
                  <a:pt x="1782114" y="624817"/>
                </a:moveTo>
                <a:cubicBezTo>
                  <a:pt x="1782114" y="643125"/>
                  <a:pt x="1796955" y="657966"/>
                  <a:pt x="1815263" y="657966"/>
                </a:cubicBezTo>
                <a:cubicBezTo>
                  <a:pt x="1833571" y="657966"/>
                  <a:pt x="1848412" y="643125"/>
                  <a:pt x="1848412" y="624817"/>
                </a:cubicBezTo>
                <a:cubicBezTo>
                  <a:pt x="1848412" y="606509"/>
                  <a:pt x="1833571" y="591668"/>
                  <a:pt x="1815263" y="591668"/>
                </a:cubicBezTo>
                <a:cubicBezTo>
                  <a:pt x="1796955" y="591668"/>
                  <a:pt x="1782114" y="606509"/>
                  <a:pt x="1782114" y="624817"/>
                </a:cubicBezTo>
                <a:moveTo>
                  <a:pt x="1909407" y="623836"/>
                </a:moveTo>
                <a:cubicBezTo>
                  <a:pt x="1909407" y="642144"/>
                  <a:pt x="1924249" y="656986"/>
                  <a:pt x="1942557" y="656986"/>
                </a:cubicBezTo>
                <a:cubicBezTo>
                  <a:pt x="1960865" y="656986"/>
                  <a:pt x="1975706" y="642144"/>
                  <a:pt x="1975706" y="623836"/>
                </a:cubicBezTo>
                <a:cubicBezTo>
                  <a:pt x="1975706" y="605528"/>
                  <a:pt x="1960865" y="590687"/>
                  <a:pt x="1942557" y="590687"/>
                </a:cubicBezTo>
                <a:cubicBezTo>
                  <a:pt x="1924249" y="590687"/>
                  <a:pt x="1909407" y="605528"/>
                  <a:pt x="1909407" y="623836"/>
                </a:cubicBezTo>
                <a:moveTo>
                  <a:pt x="2036701" y="620524"/>
                </a:moveTo>
                <a:cubicBezTo>
                  <a:pt x="2036701" y="638831"/>
                  <a:pt x="2051543" y="653673"/>
                  <a:pt x="2069851" y="653673"/>
                </a:cubicBezTo>
                <a:cubicBezTo>
                  <a:pt x="2088159" y="653673"/>
                  <a:pt x="2103000" y="638831"/>
                  <a:pt x="2103000" y="620524"/>
                </a:cubicBezTo>
                <a:cubicBezTo>
                  <a:pt x="2103000" y="602216"/>
                  <a:pt x="2088159" y="587374"/>
                  <a:pt x="2069851" y="587374"/>
                </a:cubicBezTo>
                <a:cubicBezTo>
                  <a:pt x="2051543" y="587374"/>
                  <a:pt x="2036701" y="602216"/>
                  <a:pt x="2036701" y="620524"/>
                </a:cubicBezTo>
                <a:moveTo>
                  <a:pt x="2163995" y="619417"/>
                </a:moveTo>
                <a:cubicBezTo>
                  <a:pt x="2163995" y="637725"/>
                  <a:pt x="2178837" y="652566"/>
                  <a:pt x="2197144" y="652566"/>
                </a:cubicBezTo>
                <a:cubicBezTo>
                  <a:pt x="2215452" y="652566"/>
                  <a:pt x="2230294" y="637725"/>
                  <a:pt x="2230294" y="619417"/>
                </a:cubicBezTo>
                <a:cubicBezTo>
                  <a:pt x="2230294" y="601109"/>
                  <a:pt x="2215452" y="586268"/>
                  <a:pt x="2197144" y="586268"/>
                </a:cubicBezTo>
                <a:cubicBezTo>
                  <a:pt x="2178837" y="586268"/>
                  <a:pt x="2163995" y="601109"/>
                  <a:pt x="2163995" y="619417"/>
                </a:cubicBezTo>
                <a:moveTo>
                  <a:pt x="2291289" y="1223401"/>
                </a:moveTo>
                <a:cubicBezTo>
                  <a:pt x="2291289" y="1241709"/>
                  <a:pt x="2306130" y="1256551"/>
                  <a:pt x="2324438" y="1256551"/>
                </a:cubicBezTo>
                <a:cubicBezTo>
                  <a:pt x="2342746" y="1256551"/>
                  <a:pt x="2357588" y="1241709"/>
                  <a:pt x="2357588" y="1223401"/>
                </a:cubicBezTo>
                <a:cubicBezTo>
                  <a:pt x="2357588" y="1205094"/>
                  <a:pt x="2342746" y="1190252"/>
                  <a:pt x="2324438" y="1190252"/>
                </a:cubicBezTo>
                <a:cubicBezTo>
                  <a:pt x="2306130" y="1190252"/>
                  <a:pt x="2291289" y="1205094"/>
                  <a:pt x="2291289" y="1223401"/>
                </a:cubicBezTo>
                <a:moveTo>
                  <a:pt x="2418583" y="1218966"/>
                </a:moveTo>
                <a:cubicBezTo>
                  <a:pt x="2418583" y="1237274"/>
                  <a:pt x="2433424" y="1252115"/>
                  <a:pt x="2451732" y="1252115"/>
                </a:cubicBezTo>
                <a:cubicBezTo>
                  <a:pt x="2470040" y="1252115"/>
                  <a:pt x="2484881" y="1237274"/>
                  <a:pt x="2484881" y="1218966"/>
                </a:cubicBezTo>
                <a:cubicBezTo>
                  <a:pt x="2484881" y="1200658"/>
                  <a:pt x="2470040" y="1185817"/>
                  <a:pt x="2451732" y="1185817"/>
                </a:cubicBezTo>
                <a:cubicBezTo>
                  <a:pt x="2433424" y="1185817"/>
                  <a:pt x="2418583" y="1200658"/>
                  <a:pt x="2418583" y="1218966"/>
                </a:cubicBezTo>
                <a:moveTo>
                  <a:pt x="2545876" y="1220093"/>
                </a:moveTo>
                <a:cubicBezTo>
                  <a:pt x="2545876" y="1238401"/>
                  <a:pt x="2560718" y="1253242"/>
                  <a:pt x="2579026" y="1253242"/>
                </a:cubicBezTo>
                <a:cubicBezTo>
                  <a:pt x="2597334" y="1253242"/>
                  <a:pt x="2612175" y="1238401"/>
                  <a:pt x="2612175" y="1220093"/>
                </a:cubicBezTo>
                <a:cubicBezTo>
                  <a:pt x="2612175" y="1201785"/>
                  <a:pt x="2597334" y="1186944"/>
                  <a:pt x="2579026" y="1186944"/>
                </a:cubicBezTo>
                <a:cubicBezTo>
                  <a:pt x="2560718" y="1186944"/>
                  <a:pt x="2545876" y="1201785"/>
                  <a:pt x="2545876" y="1220093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2"/>
                  <a:pt x="2724628" y="0"/>
                  <a:pt x="2706320" y="0"/>
                </a:cubicBezTo>
                <a:cubicBezTo>
                  <a:pt x="2688012" y="0"/>
                  <a:pt x="2673170" y="14842"/>
                  <a:pt x="2673170" y="33149"/>
                </a:cubicBezTo>
                <a:moveTo>
                  <a:pt x="2800464" y="1308399"/>
                </a:moveTo>
                <a:cubicBezTo>
                  <a:pt x="2800464" y="1326707"/>
                  <a:pt x="2815306" y="1341548"/>
                  <a:pt x="2833614" y="1341548"/>
                </a:cubicBezTo>
                <a:cubicBezTo>
                  <a:pt x="2851921" y="1341548"/>
                  <a:pt x="2866763" y="1326707"/>
                  <a:pt x="2866763" y="1308399"/>
                </a:cubicBezTo>
                <a:cubicBezTo>
                  <a:pt x="2866763" y="1290091"/>
                  <a:pt x="2851921" y="1275249"/>
                  <a:pt x="2833614" y="1275249"/>
                </a:cubicBezTo>
                <a:cubicBezTo>
                  <a:pt x="2815306" y="1275249"/>
                  <a:pt x="2800464" y="1290091"/>
                  <a:pt x="2800464" y="1308399"/>
                </a:cubicBezTo>
                <a:close/>
              </a:path>
            </a:pathLst>
          </a:custGeom>
          <a:solidFill xmlns:a="http://schemas.openxmlformats.org/drawingml/2006/main">
            <a:srgbClr val="002E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992394-8F9C-424C-9D9C-8498A973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1256173"/>
            <a:ext cx="2800464" cy="863558"/>
          </a:xfrm>
          <a:custGeom xmlns:a="http://schemas.openxmlformats.org/drawingml/2006/main">
            <a:pathLst>
              <a:path w="2800464" h="863558" fill="none">
                <a:moveTo>
                  <a:pt x="0" y="724705"/>
                </a:moveTo>
                <a:lnTo>
                  <a:pt x="127294" y="0"/>
                </a:lnTo>
                <a:lnTo>
                  <a:pt x="254588" y="712716"/>
                </a:lnTo>
                <a:lnTo>
                  <a:pt x="381881" y="452680"/>
                </a:lnTo>
                <a:lnTo>
                  <a:pt x="509175" y="603448"/>
                </a:lnTo>
                <a:lnTo>
                  <a:pt x="636469" y="445559"/>
                </a:lnTo>
                <a:lnTo>
                  <a:pt x="763763" y="626018"/>
                </a:lnTo>
                <a:lnTo>
                  <a:pt x="891057" y="459225"/>
                </a:lnTo>
                <a:lnTo>
                  <a:pt x="1018350" y="512697"/>
                </a:lnTo>
                <a:lnTo>
                  <a:pt x="1145644" y="469336"/>
                </a:lnTo>
                <a:lnTo>
                  <a:pt x="1272938" y="470523"/>
                </a:lnTo>
                <a:lnTo>
                  <a:pt x="1400232" y="412670"/>
                </a:lnTo>
                <a:lnTo>
                  <a:pt x="1527526" y="341026"/>
                </a:lnTo>
                <a:lnTo>
                  <a:pt x="1654819" y="474564"/>
                </a:lnTo>
                <a:lnTo>
                  <a:pt x="1782113" y="622834"/>
                </a:lnTo>
                <a:lnTo>
                  <a:pt x="1909407" y="619879"/>
                </a:lnTo>
                <a:lnTo>
                  <a:pt x="2036701" y="619327"/>
                </a:lnTo>
                <a:lnTo>
                  <a:pt x="2163995" y="619052"/>
                </a:lnTo>
                <a:lnTo>
                  <a:pt x="2291289" y="856575"/>
                </a:lnTo>
                <a:lnTo>
                  <a:pt x="2418582" y="853389"/>
                </a:lnTo>
                <a:lnTo>
                  <a:pt x="2545876" y="852349"/>
                </a:lnTo>
                <a:lnTo>
                  <a:pt x="2673170" y="169742"/>
                </a:lnTo>
                <a:lnTo>
                  <a:pt x="2800464" y="863558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2EFF"/>
            </a:solidFill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0F8E40-96D1-44B4-8BE2-185A8928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1223024"/>
            <a:ext cx="2866763" cy="929857"/>
          </a:xfrm>
          <a:custGeom xmlns:a="http://schemas.openxmlformats.org/drawingml/2006/main">
            <a:pathLst>
              <a:path w="2866763" h="929857">
                <a:moveTo>
                  <a:pt x="0" y="757854"/>
                </a:moveTo>
                <a:cubicBezTo>
                  <a:pt x="0" y="776162"/>
                  <a:pt x="14841" y="791004"/>
                  <a:pt x="33149" y="791004"/>
                </a:cubicBezTo>
                <a:cubicBezTo>
                  <a:pt x="51457" y="791004"/>
                  <a:pt x="66299" y="776162"/>
                  <a:pt x="66299" y="757854"/>
                </a:cubicBezTo>
                <a:cubicBezTo>
                  <a:pt x="66299" y="739546"/>
                  <a:pt x="51457" y="724705"/>
                  <a:pt x="33149" y="724705"/>
                </a:cubicBezTo>
                <a:cubicBezTo>
                  <a:pt x="14841" y="724705"/>
                  <a:pt x="0" y="739546"/>
                  <a:pt x="0" y="757854"/>
                </a:cubicBezTo>
                <a:moveTo>
                  <a:pt x="127294" y="33149"/>
                </a:moveTo>
                <a:cubicBezTo>
                  <a:pt x="127294" y="51458"/>
                  <a:pt x="142135" y="66299"/>
                  <a:pt x="160443" y="66299"/>
                </a:cubicBezTo>
                <a:cubicBezTo>
                  <a:pt x="178751" y="66299"/>
                  <a:pt x="193592" y="51458"/>
                  <a:pt x="193592" y="33149"/>
                </a:cubicBezTo>
                <a:cubicBezTo>
                  <a:pt x="193592" y="14841"/>
                  <a:pt x="178751" y="0"/>
                  <a:pt x="160443" y="0"/>
                </a:cubicBezTo>
                <a:cubicBezTo>
                  <a:pt x="142135" y="0"/>
                  <a:pt x="127294" y="14841"/>
                  <a:pt x="127294" y="33149"/>
                </a:cubicBezTo>
                <a:moveTo>
                  <a:pt x="254588" y="745865"/>
                </a:moveTo>
                <a:cubicBezTo>
                  <a:pt x="254588" y="764173"/>
                  <a:pt x="269429" y="779015"/>
                  <a:pt x="287737" y="779015"/>
                </a:cubicBezTo>
                <a:cubicBezTo>
                  <a:pt x="306045" y="779015"/>
                  <a:pt x="320886" y="764173"/>
                  <a:pt x="320886" y="745865"/>
                </a:cubicBezTo>
                <a:cubicBezTo>
                  <a:pt x="320886" y="727557"/>
                  <a:pt x="306045" y="712716"/>
                  <a:pt x="287737" y="712716"/>
                </a:cubicBezTo>
                <a:cubicBezTo>
                  <a:pt x="269429" y="712716"/>
                  <a:pt x="254588" y="727557"/>
                  <a:pt x="254588" y="745865"/>
                </a:cubicBezTo>
                <a:moveTo>
                  <a:pt x="381881" y="485829"/>
                </a:moveTo>
                <a:cubicBezTo>
                  <a:pt x="381881" y="504137"/>
                  <a:pt x="396723" y="518979"/>
                  <a:pt x="415031" y="518979"/>
                </a:cubicBezTo>
                <a:cubicBezTo>
                  <a:pt x="433339" y="518979"/>
                  <a:pt x="448180" y="504137"/>
                  <a:pt x="448180" y="485829"/>
                </a:cubicBezTo>
                <a:cubicBezTo>
                  <a:pt x="448180" y="467521"/>
                  <a:pt x="433339" y="452680"/>
                  <a:pt x="415031" y="452680"/>
                </a:cubicBezTo>
                <a:cubicBezTo>
                  <a:pt x="396723" y="452680"/>
                  <a:pt x="381881" y="467521"/>
                  <a:pt x="381881" y="485829"/>
                </a:cubicBezTo>
                <a:moveTo>
                  <a:pt x="509175" y="636597"/>
                </a:moveTo>
                <a:cubicBezTo>
                  <a:pt x="509175" y="654905"/>
                  <a:pt x="524017" y="669746"/>
                  <a:pt x="542324" y="669746"/>
                </a:cubicBezTo>
                <a:cubicBezTo>
                  <a:pt x="560632" y="669746"/>
                  <a:pt x="575474" y="654905"/>
                  <a:pt x="575474" y="636597"/>
                </a:cubicBezTo>
                <a:cubicBezTo>
                  <a:pt x="575474" y="618289"/>
                  <a:pt x="560632" y="603448"/>
                  <a:pt x="542324" y="603448"/>
                </a:cubicBezTo>
                <a:cubicBezTo>
                  <a:pt x="524017" y="603448"/>
                  <a:pt x="509175" y="618289"/>
                  <a:pt x="509175" y="636597"/>
                </a:cubicBezTo>
                <a:moveTo>
                  <a:pt x="636469" y="478709"/>
                </a:moveTo>
                <a:cubicBezTo>
                  <a:pt x="636469" y="497017"/>
                  <a:pt x="651310" y="511858"/>
                  <a:pt x="669618" y="511858"/>
                </a:cubicBezTo>
                <a:cubicBezTo>
                  <a:pt x="687926" y="511858"/>
                  <a:pt x="702768" y="497017"/>
                  <a:pt x="702768" y="478709"/>
                </a:cubicBezTo>
                <a:cubicBezTo>
                  <a:pt x="702768" y="460401"/>
                  <a:pt x="687926" y="445559"/>
                  <a:pt x="669618" y="445559"/>
                </a:cubicBezTo>
                <a:cubicBezTo>
                  <a:pt x="651310" y="445559"/>
                  <a:pt x="636469" y="460401"/>
                  <a:pt x="636469" y="478709"/>
                </a:cubicBezTo>
                <a:moveTo>
                  <a:pt x="763763" y="659167"/>
                </a:moveTo>
                <a:cubicBezTo>
                  <a:pt x="763763" y="677475"/>
                  <a:pt x="778604" y="692317"/>
                  <a:pt x="796912" y="692317"/>
                </a:cubicBezTo>
                <a:cubicBezTo>
                  <a:pt x="815220" y="692317"/>
                  <a:pt x="830061" y="677475"/>
                  <a:pt x="830061" y="659167"/>
                </a:cubicBezTo>
                <a:cubicBezTo>
                  <a:pt x="830061" y="640859"/>
                  <a:pt x="815220" y="626018"/>
                  <a:pt x="796912" y="626018"/>
                </a:cubicBezTo>
                <a:cubicBezTo>
                  <a:pt x="778604" y="626018"/>
                  <a:pt x="763763" y="640859"/>
                  <a:pt x="763763" y="659167"/>
                </a:cubicBezTo>
                <a:moveTo>
                  <a:pt x="891057" y="492375"/>
                </a:moveTo>
                <a:cubicBezTo>
                  <a:pt x="891057" y="510683"/>
                  <a:pt x="905898" y="525524"/>
                  <a:pt x="924206" y="525524"/>
                </a:cubicBezTo>
                <a:cubicBezTo>
                  <a:pt x="942514" y="525524"/>
                  <a:pt x="957356" y="510683"/>
                  <a:pt x="957356" y="492375"/>
                </a:cubicBezTo>
                <a:cubicBezTo>
                  <a:pt x="957356" y="474067"/>
                  <a:pt x="942514" y="459225"/>
                  <a:pt x="924206" y="459225"/>
                </a:cubicBezTo>
                <a:cubicBezTo>
                  <a:pt x="905898" y="459225"/>
                  <a:pt x="891057" y="474067"/>
                  <a:pt x="891057" y="492375"/>
                </a:cubicBezTo>
                <a:moveTo>
                  <a:pt x="1018350" y="545846"/>
                </a:moveTo>
                <a:cubicBezTo>
                  <a:pt x="1018350" y="564154"/>
                  <a:pt x="1033192" y="578996"/>
                  <a:pt x="1051500" y="578996"/>
                </a:cubicBezTo>
                <a:cubicBezTo>
                  <a:pt x="1069808" y="578996"/>
                  <a:pt x="1084649" y="564154"/>
                  <a:pt x="1084649" y="545846"/>
                </a:cubicBezTo>
                <a:cubicBezTo>
                  <a:pt x="1084649" y="527538"/>
                  <a:pt x="1069808" y="512697"/>
                  <a:pt x="1051500" y="512697"/>
                </a:cubicBezTo>
                <a:cubicBezTo>
                  <a:pt x="1033192" y="512697"/>
                  <a:pt x="1018350" y="527538"/>
                  <a:pt x="1018350" y="545846"/>
                </a:cubicBezTo>
                <a:moveTo>
                  <a:pt x="1145644" y="502485"/>
                </a:moveTo>
                <a:cubicBezTo>
                  <a:pt x="1145644" y="520793"/>
                  <a:pt x="1160486" y="535634"/>
                  <a:pt x="1178793" y="535634"/>
                </a:cubicBezTo>
                <a:cubicBezTo>
                  <a:pt x="1197101" y="535634"/>
                  <a:pt x="1211943" y="520793"/>
                  <a:pt x="1211943" y="502485"/>
                </a:cubicBezTo>
                <a:cubicBezTo>
                  <a:pt x="1211943" y="484177"/>
                  <a:pt x="1197101" y="469336"/>
                  <a:pt x="1178793" y="469336"/>
                </a:cubicBezTo>
                <a:cubicBezTo>
                  <a:pt x="1160486" y="469336"/>
                  <a:pt x="1145644" y="484177"/>
                  <a:pt x="1145644" y="502485"/>
                </a:cubicBezTo>
                <a:moveTo>
                  <a:pt x="1272938" y="503673"/>
                </a:moveTo>
                <a:cubicBezTo>
                  <a:pt x="1272938" y="521981"/>
                  <a:pt x="1287780" y="536822"/>
                  <a:pt x="1306087" y="536822"/>
                </a:cubicBezTo>
                <a:cubicBezTo>
                  <a:pt x="1324395" y="536822"/>
                  <a:pt x="1339237" y="521981"/>
                  <a:pt x="1339237" y="503673"/>
                </a:cubicBezTo>
                <a:cubicBezTo>
                  <a:pt x="1339237" y="485365"/>
                  <a:pt x="1324395" y="470523"/>
                  <a:pt x="1306087" y="470523"/>
                </a:cubicBezTo>
                <a:cubicBezTo>
                  <a:pt x="1287780" y="470523"/>
                  <a:pt x="1272938" y="485365"/>
                  <a:pt x="1272938" y="503673"/>
                </a:cubicBezTo>
                <a:moveTo>
                  <a:pt x="1400232" y="445820"/>
                </a:moveTo>
                <a:cubicBezTo>
                  <a:pt x="1400232" y="464128"/>
                  <a:pt x="1415073" y="478969"/>
                  <a:pt x="1433381" y="478969"/>
                </a:cubicBezTo>
                <a:cubicBezTo>
                  <a:pt x="1451689" y="478969"/>
                  <a:pt x="1466531" y="464128"/>
                  <a:pt x="1466531" y="445820"/>
                </a:cubicBezTo>
                <a:cubicBezTo>
                  <a:pt x="1466531" y="427512"/>
                  <a:pt x="1451689" y="412670"/>
                  <a:pt x="1433381" y="412670"/>
                </a:cubicBezTo>
                <a:cubicBezTo>
                  <a:pt x="1415073" y="412670"/>
                  <a:pt x="1400232" y="427512"/>
                  <a:pt x="1400232" y="445820"/>
                </a:cubicBezTo>
                <a:moveTo>
                  <a:pt x="1527526" y="374176"/>
                </a:moveTo>
                <a:cubicBezTo>
                  <a:pt x="1527526" y="392484"/>
                  <a:pt x="1542367" y="407325"/>
                  <a:pt x="1560675" y="407325"/>
                </a:cubicBezTo>
                <a:cubicBezTo>
                  <a:pt x="1578983" y="407325"/>
                  <a:pt x="1593825" y="392484"/>
                  <a:pt x="1593825" y="374176"/>
                </a:cubicBezTo>
                <a:cubicBezTo>
                  <a:pt x="1593825" y="355868"/>
                  <a:pt x="1578983" y="341026"/>
                  <a:pt x="1560675" y="341026"/>
                </a:cubicBezTo>
                <a:cubicBezTo>
                  <a:pt x="1542367" y="341026"/>
                  <a:pt x="1527526" y="355868"/>
                  <a:pt x="1527526" y="374176"/>
                </a:cubicBezTo>
                <a:moveTo>
                  <a:pt x="1654819" y="507713"/>
                </a:moveTo>
                <a:cubicBezTo>
                  <a:pt x="1654819" y="526021"/>
                  <a:pt x="1669661" y="540863"/>
                  <a:pt x="1687969" y="540863"/>
                </a:cubicBezTo>
                <a:cubicBezTo>
                  <a:pt x="1706276" y="540863"/>
                  <a:pt x="1721118" y="526021"/>
                  <a:pt x="1721118" y="507713"/>
                </a:cubicBezTo>
                <a:cubicBezTo>
                  <a:pt x="1721118" y="489405"/>
                  <a:pt x="1706276" y="474564"/>
                  <a:pt x="1687969" y="474564"/>
                </a:cubicBezTo>
                <a:cubicBezTo>
                  <a:pt x="1669661" y="474564"/>
                  <a:pt x="1654819" y="489405"/>
                  <a:pt x="1654819" y="507713"/>
                </a:cubicBezTo>
                <a:moveTo>
                  <a:pt x="1782113" y="655983"/>
                </a:moveTo>
                <a:cubicBezTo>
                  <a:pt x="1782113" y="674291"/>
                  <a:pt x="1796955" y="689133"/>
                  <a:pt x="1815263" y="689133"/>
                </a:cubicBezTo>
                <a:cubicBezTo>
                  <a:pt x="1833571" y="689133"/>
                  <a:pt x="1848412" y="674291"/>
                  <a:pt x="1848412" y="655983"/>
                </a:cubicBezTo>
                <a:cubicBezTo>
                  <a:pt x="1848412" y="637675"/>
                  <a:pt x="1833571" y="622834"/>
                  <a:pt x="1815263" y="622834"/>
                </a:cubicBezTo>
                <a:cubicBezTo>
                  <a:pt x="1796955" y="622834"/>
                  <a:pt x="1782113" y="637675"/>
                  <a:pt x="1782113" y="655983"/>
                </a:cubicBezTo>
                <a:moveTo>
                  <a:pt x="1909407" y="653029"/>
                </a:moveTo>
                <a:cubicBezTo>
                  <a:pt x="1909407" y="671337"/>
                  <a:pt x="1924249" y="686178"/>
                  <a:pt x="1942557" y="686178"/>
                </a:cubicBezTo>
                <a:cubicBezTo>
                  <a:pt x="1960865" y="686178"/>
                  <a:pt x="1975706" y="671337"/>
                  <a:pt x="1975706" y="653029"/>
                </a:cubicBezTo>
                <a:cubicBezTo>
                  <a:pt x="1975706" y="634721"/>
                  <a:pt x="1960865" y="619879"/>
                  <a:pt x="1942557" y="619879"/>
                </a:cubicBezTo>
                <a:cubicBezTo>
                  <a:pt x="1924249" y="619879"/>
                  <a:pt x="1909407" y="634721"/>
                  <a:pt x="1909407" y="653029"/>
                </a:cubicBezTo>
                <a:moveTo>
                  <a:pt x="2036701" y="652477"/>
                </a:moveTo>
                <a:cubicBezTo>
                  <a:pt x="2036701" y="670785"/>
                  <a:pt x="2051543" y="685626"/>
                  <a:pt x="2069850" y="685626"/>
                </a:cubicBezTo>
                <a:cubicBezTo>
                  <a:pt x="2088159" y="685626"/>
                  <a:pt x="2103000" y="670785"/>
                  <a:pt x="2103000" y="652477"/>
                </a:cubicBezTo>
                <a:cubicBezTo>
                  <a:pt x="2103000" y="634169"/>
                  <a:pt x="2088159" y="619327"/>
                  <a:pt x="2069850" y="619327"/>
                </a:cubicBezTo>
                <a:cubicBezTo>
                  <a:pt x="2051543" y="619327"/>
                  <a:pt x="2036701" y="634169"/>
                  <a:pt x="2036701" y="652477"/>
                </a:cubicBezTo>
                <a:moveTo>
                  <a:pt x="2163995" y="652202"/>
                </a:moveTo>
                <a:cubicBezTo>
                  <a:pt x="2163995" y="670510"/>
                  <a:pt x="2178836" y="685351"/>
                  <a:pt x="2197144" y="685351"/>
                </a:cubicBezTo>
                <a:cubicBezTo>
                  <a:pt x="2215452" y="685351"/>
                  <a:pt x="2230294" y="670510"/>
                  <a:pt x="2230294" y="652202"/>
                </a:cubicBezTo>
                <a:cubicBezTo>
                  <a:pt x="2230294" y="633894"/>
                  <a:pt x="2215452" y="619052"/>
                  <a:pt x="2197144" y="619052"/>
                </a:cubicBezTo>
                <a:cubicBezTo>
                  <a:pt x="2178836" y="619052"/>
                  <a:pt x="2163995" y="633894"/>
                  <a:pt x="2163995" y="652202"/>
                </a:cubicBezTo>
                <a:moveTo>
                  <a:pt x="2291289" y="889724"/>
                </a:moveTo>
                <a:cubicBezTo>
                  <a:pt x="2291289" y="908032"/>
                  <a:pt x="2306130" y="922873"/>
                  <a:pt x="2324438" y="922873"/>
                </a:cubicBezTo>
                <a:cubicBezTo>
                  <a:pt x="2342746" y="922873"/>
                  <a:pt x="2357587" y="908032"/>
                  <a:pt x="2357587" y="889724"/>
                </a:cubicBezTo>
                <a:cubicBezTo>
                  <a:pt x="2357587" y="871416"/>
                  <a:pt x="2342746" y="856575"/>
                  <a:pt x="2324438" y="856575"/>
                </a:cubicBezTo>
                <a:cubicBezTo>
                  <a:pt x="2306130" y="856575"/>
                  <a:pt x="2291289" y="871416"/>
                  <a:pt x="2291289" y="889724"/>
                </a:cubicBezTo>
                <a:moveTo>
                  <a:pt x="2418582" y="886539"/>
                </a:moveTo>
                <a:cubicBezTo>
                  <a:pt x="2418582" y="904847"/>
                  <a:pt x="2433424" y="919688"/>
                  <a:pt x="2451732" y="919688"/>
                </a:cubicBezTo>
                <a:cubicBezTo>
                  <a:pt x="2470040" y="919688"/>
                  <a:pt x="2484881" y="904847"/>
                  <a:pt x="2484881" y="886539"/>
                </a:cubicBezTo>
                <a:cubicBezTo>
                  <a:pt x="2484881" y="868231"/>
                  <a:pt x="2470040" y="853389"/>
                  <a:pt x="2451732" y="853389"/>
                </a:cubicBezTo>
                <a:cubicBezTo>
                  <a:pt x="2433424" y="853389"/>
                  <a:pt x="2418582" y="868231"/>
                  <a:pt x="2418582" y="886539"/>
                </a:cubicBezTo>
                <a:moveTo>
                  <a:pt x="2545876" y="885499"/>
                </a:moveTo>
                <a:cubicBezTo>
                  <a:pt x="2545876" y="903806"/>
                  <a:pt x="2560718" y="918648"/>
                  <a:pt x="2579026" y="918648"/>
                </a:cubicBezTo>
                <a:cubicBezTo>
                  <a:pt x="2597334" y="918648"/>
                  <a:pt x="2612175" y="903806"/>
                  <a:pt x="2612175" y="885499"/>
                </a:cubicBezTo>
                <a:cubicBezTo>
                  <a:pt x="2612175" y="867191"/>
                  <a:pt x="2597334" y="852349"/>
                  <a:pt x="2579026" y="852349"/>
                </a:cubicBezTo>
                <a:cubicBezTo>
                  <a:pt x="2560718" y="852349"/>
                  <a:pt x="2545876" y="867191"/>
                  <a:pt x="2545876" y="885499"/>
                </a:cubicBezTo>
                <a:moveTo>
                  <a:pt x="2673170" y="202892"/>
                </a:moveTo>
                <a:cubicBezTo>
                  <a:pt x="2673170" y="221199"/>
                  <a:pt x="2688012" y="236041"/>
                  <a:pt x="2706319" y="236041"/>
                </a:cubicBezTo>
                <a:cubicBezTo>
                  <a:pt x="2724628" y="236041"/>
                  <a:pt x="2739469" y="221199"/>
                  <a:pt x="2739469" y="202892"/>
                </a:cubicBezTo>
                <a:cubicBezTo>
                  <a:pt x="2739469" y="184584"/>
                  <a:pt x="2724628" y="169742"/>
                  <a:pt x="2706319" y="169742"/>
                </a:cubicBezTo>
                <a:cubicBezTo>
                  <a:pt x="2688012" y="169742"/>
                  <a:pt x="2673170" y="184584"/>
                  <a:pt x="2673170" y="202892"/>
                </a:cubicBezTo>
                <a:moveTo>
                  <a:pt x="2800464" y="896707"/>
                </a:moveTo>
                <a:cubicBezTo>
                  <a:pt x="2800464" y="915015"/>
                  <a:pt x="2815306" y="929857"/>
                  <a:pt x="2833613" y="929857"/>
                </a:cubicBezTo>
                <a:cubicBezTo>
                  <a:pt x="2851922" y="929857"/>
                  <a:pt x="2866763" y="915015"/>
                  <a:pt x="2866763" y="896707"/>
                </a:cubicBezTo>
                <a:cubicBezTo>
                  <a:pt x="2866763" y="878399"/>
                  <a:pt x="2851922" y="863558"/>
                  <a:pt x="2833613" y="863558"/>
                </a:cubicBezTo>
                <a:cubicBezTo>
                  <a:pt x="2815306" y="863558"/>
                  <a:pt x="2800464" y="878399"/>
                  <a:pt x="2800464" y="896707"/>
                </a:cubicBezTo>
                <a:close/>
              </a:path>
            </a:pathLst>
          </a:custGeom>
          <a:solidFill xmlns:a="http://schemas.openxmlformats.org/drawingml/2006/main">
            <a:srgbClr val="002E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DCAB23-E4AC-4AA6-90AF-A20701B3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2787135"/>
            <a:ext cx="2800464" cy="1384918"/>
          </a:xfrm>
          <a:custGeom xmlns:a="http://schemas.openxmlformats.org/drawingml/2006/main">
            <a:pathLst>
              <a:path w="2800464" h="1384918" fill="none">
                <a:moveTo>
                  <a:pt x="0" y="1161586"/>
                </a:moveTo>
                <a:lnTo>
                  <a:pt x="127294" y="850682"/>
                </a:lnTo>
                <a:lnTo>
                  <a:pt x="254588" y="1182530"/>
                </a:lnTo>
                <a:lnTo>
                  <a:pt x="381881" y="705317"/>
                </a:lnTo>
                <a:lnTo>
                  <a:pt x="509175" y="726361"/>
                </a:lnTo>
                <a:lnTo>
                  <a:pt x="636469" y="701063"/>
                </a:lnTo>
                <a:lnTo>
                  <a:pt x="763763" y="742386"/>
                </a:lnTo>
                <a:lnTo>
                  <a:pt x="891057" y="641890"/>
                </a:lnTo>
                <a:lnTo>
                  <a:pt x="1018351" y="700400"/>
                </a:lnTo>
                <a:lnTo>
                  <a:pt x="1145644" y="764887"/>
                </a:lnTo>
                <a:lnTo>
                  <a:pt x="1272938" y="767785"/>
                </a:lnTo>
                <a:lnTo>
                  <a:pt x="1400232" y="628198"/>
                </a:lnTo>
                <a:lnTo>
                  <a:pt x="1527526" y="561631"/>
                </a:lnTo>
                <a:lnTo>
                  <a:pt x="1654820" y="655516"/>
                </a:lnTo>
                <a:lnTo>
                  <a:pt x="1782114" y="794162"/>
                </a:lnTo>
                <a:lnTo>
                  <a:pt x="1909407" y="795291"/>
                </a:lnTo>
                <a:lnTo>
                  <a:pt x="2036701" y="794587"/>
                </a:lnTo>
                <a:lnTo>
                  <a:pt x="2163995" y="797685"/>
                </a:lnTo>
                <a:lnTo>
                  <a:pt x="2291289" y="1338472"/>
                </a:lnTo>
                <a:lnTo>
                  <a:pt x="2418583" y="1329956"/>
                </a:lnTo>
                <a:lnTo>
                  <a:pt x="2545876" y="1331541"/>
                </a:lnTo>
                <a:lnTo>
                  <a:pt x="2673170" y="0"/>
                </a:lnTo>
                <a:lnTo>
                  <a:pt x="2800464" y="1384918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2EFF"/>
            </a:solidFill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3B9330-6711-4789-9173-9FA250B1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2753986"/>
            <a:ext cx="2866763" cy="1451217"/>
          </a:xfrm>
          <a:custGeom xmlns:a="http://schemas.openxmlformats.org/drawingml/2006/main">
            <a:pathLst>
              <a:path w="2866763" h="1451217">
                <a:moveTo>
                  <a:pt x="0" y="1194735"/>
                </a:moveTo>
                <a:cubicBezTo>
                  <a:pt x="0" y="1213043"/>
                  <a:pt x="14841" y="1227884"/>
                  <a:pt x="33149" y="1227884"/>
                </a:cubicBezTo>
                <a:cubicBezTo>
                  <a:pt x="51457" y="1227884"/>
                  <a:pt x="66299" y="1213043"/>
                  <a:pt x="66299" y="1194735"/>
                </a:cubicBezTo>
                <a:cubicBezTo>
                  <a:pt x="66299" y="1176427"/>
                  <a:pt x="51457" y="1161586"/>
                  <a:pt x="33149" y="1161586"/>
                </a:cubicBezTo>
                <a:cubicBezTo>
                  <a:pt x="14841" y="1161586"/>
                  <a:pt x="0" y="1176427"/>
                  <a:pt x="0" y="1194735"/>
                </a:cubicBezTo>
                <a:moveTo>
                  <a:pt x="127294" y="883831"/>
                </a:moveTo>
                <a:cubicBezTo>
                  <a:pt x="127294" y="902139"/>
                  <a:pt x="142135" y="916980"/>
                  <a:pt x="160443" y="916980"/>
                </a:cubicBezTo>
                <a:cubicBezTo>
                  <a:pt x="178751" y="916980"/>
                  <a:pt x="193593" y="902139"/>
                  <a:pt x="193593" y="883831"/>
                </a:cubicBezTo>
                <a:cubicBezTo>
                  <a:pt x="193593" y="865523"/>
                  <a:pt x="178751" y="850682"/>
                  <a:pt x="160443" y="850682"/>
                </a:cubicBezTo>
                <a:cubicBezTo>
                  <a:pt x="142135" y="850682"/>
                  <a:pt x="127294" y="865523"/>
                  <a:pt x="127294" y="883831"/>
                </a:cubicBezTo>
                <a:moveTo>
                  <a:pt x="254588" y="1215680"/>
                </a:moveTo>
                <a:cubicBezTo>
                  <a:pt x="254588" y="1233988"/>
                  <a:pt x="269429" y="1248829"/>
                  <a:pt x="287737" y="1248829"/>
                </a:cubicBezTo>
                <a:cubicBezTo>
                  <a:pt x="306045" y="1248829"/>
                  <a:pt x="320886" y="1233988"/>
                  <a:pt x="320886" y="1215680"/>
                </a:cubicBezTo>
                <a:cubicBezTo>
                  <a:pt x="320886" y="1197372"/>
                  <a:pt x="306045" y="1182530"/>
                  <a:pt x="287737" y="1182530"/>
                </a:cubicBezTo>
                <a:cubicBezTo>
                  <a:pt x="269429" y="1182530"/>
                  <a:pt x="254588" y="1197372"/>
                  <a:pt x="254588" y="1215680"/>
                </a:cubicBezTo>
                <a:moveTo>
                  <a:pt x="381881" y="738466"/>
                </a:moveTo>
                <a:cubicBezTo>
                  <a:pt x="381881" y="756774"/>
                  <a:pt x="396723" y="771615"/>
                  <a:pt x="415031" y="771615"/>
                </a:cubicBezTo>
                <a:cubicBezTo>
                  <a:pt x="433339" y="771615"/>
                  <a:pt x="448180" y="756774"/>
                  <a:pt x="448180" y="738466"/>
                </a:cubicBezTo>
                <a:cubicBezTo>
                  <a:pt x="448180" y="720158"/>
                  <a:pt x="433339" y="705317"/>
                  <a:pt x="415031" y="705317"/>
                </a:cubicBezTo>
                <a:cubicBezTo>
                  <a:pt x="396723" y="705317"/>
                  <a:pt x="381881" y="720158"/>
                  <a:pt x="381881" y="738466"/>
                </a:cubicBezTo>
                <a:moveTo>
                  <a:pt x="509175" y="759510"/>
                </a:moveTo>
                <a:cubicBezTo>
                  <a:pt x="509175" y="777818"/>
                  <a:pt x="524017" y="792660"/>
                  <a:pt x="542325" y="792660"/>
                </a:cubicBezTo>
                <a:cubicBezTo>
                  <a:pt x="560633" y="792660"/>
                  <a:pt x="575474" y="777818"/>
                  <a:pt x="575474" y="759510"/>
                </a:cubicBezTo>
                <a:cubicBezTo>
                  <a:pt x="575474" y="741202"/>
                  <a:pt x="560633" y="726361"/>
                  <a:pt x="542325" y="726361"/>
                </a:cubicBezTo>
                <a:cubicBezTo>
                  <a:pt x="524017" y="726361"/>
                  <a:pt x="509175" y="741202"/>
                  <a:pt x="509175" y="759510"/>
                </a:cubicBezTo>
                <a:moveTo>
                  <a:pt x="636469" y="734213"/>
                </a:moveTo>
                <a:cubicBezTo>
                  <a:pt x="636469" y="752520"/>
                  <a:pt x="651311" y="767362"/>
                  <a:pt x="669619" y="767362"/>
                </a:cubicBezTo>
                <a:cubicBezTo>
                  <a:pt x="687926" y="767362"/>
                  <a:pt x="702768" y="752520"/>
                  <a:pt x="702768" y="734213"/>
                </a:cubicBezTo>
                <a:cubicBezTo>
                  <a:pt x="702768" y="715905"/>
                  <a:pt x="687926" y="701063"/>
                  <a:pt x="669619" y="701063"/>
                </a:cubicBezTo>
                <a:cubicBezTo>
                  <a:pt x="651311" y="701063"/>
                  <a:pt x="636469" y="715905"/>
                  <a:pt x="636469" y="734213"/>
                </a:cubicBezTo>
                <a:moveTo>
                  <a:pt x="763763" y="775536"/>
                </a:moveTo>
                <a:cubicBezTo>
                  <a:pt x="763763" y="793844"/>
                  <a:pt x="778605" y="808685"/>
                  <a:pt x="796912" y="808685"/>
                </a:cubicBezTo>
                <a:cubicBezTo>
                  <a:pt x="815220" y="808685"/>
                  <a:pt x="830062" y="793844"/>
                  <a:pt x="830062" y="775536"/>
                </a:cubicBezTo>
                <a:cubicBezTo>
                  <a:pt x="830062" y="757228"/>
                  <a:pt x="815220" y="742386"/>
                  <a:pt x="796912" y="742386"/>
                </a:cubicBezTo>
                <a:cubicBezTo>
                  <a:pt x="778605" y="742386"/>
                  <a:pt x="763763" y="757228"/>
                  <a:pt x="763763" y="775536"/>
                </a:cubicBezTo>
                <a:moveTo>
                  <a:pt x="891057" y="675039"/>
                </a:moveTo>
                <a:cubicBezTo>
                  <a:pt x="891057" y="693347"/>
                  <a:pt x="905898" y="708189"/>
                  <a:pt x="924206" y="708189"/>
                </a:cubicBezTo>
                <a:cubicBezTo>
                  <a:pt x="942514" y="708189"/>
                  <a:pt x="957356" y="693347"/>
                  <a:pt x="957356" y="675039"/>
                </a:cubicBezTo>
                <a:cubicBezTo>
                  <a:pt x="957356" y="656732"/>
                  <a:pt x="942514" y="641890"/>
                  <a:pt x="924206" y="641890"/>
                </a:cubicBezTo>
                <a:cubicBezTo>
                  <a:pt x="905898" y="641890"/>
                  <a:pt x="891057" y="656732"/>
                  <a:pt x="891057" y="675039"/>
                </a:cubicBezTo>
                <a:moveTo>
                  <a:pt x="1018351" y="733550"/>
                </a:moveTo>
                <a:cubicBezTo>
                  <a:pt x="1018351" y="751858"/>
                  <a:pt x="1033192" y="766699"/>
                  <a:pt x="1051500" y="766699"/>
                </a:cubicBezTo>
                <a:cubicBezTo>
                  <a:pt x="1069808" y="766699"/>
                  <a:pt x="1084650" y="751858"/>
                  <a:pt x="1084650" y="733550"/>
                </a:cubicBezTo>
                <a:cubicBezTo>
                  <a:pt x="1084650" y="715242"/>
                  <a:pt x="1069808" y="700400"/>
                  <a:pt x="1051500" y="700400"/>
                </a:cubicBezTo>
                <a:cubicBezTo>
                  <a:pt x="1033192" y="700400"/>
                  <a:pt x="1018351" y="715242"/>
                  <a:pt x="1018351" y="733550"/>
                </a:cubicBezTo>
                <a:moveTo>
                  <a:pt x="1145644" y="798036"/>
                </a:moveTo>
                <a:cubicBezTo>
                  <a:pt x="1145644" y="816344"/>
                  <a:pt x="1160486" y="831185"/>
                  <a:pt x="1178794" y="831185"/>
                </a:cubicBezTo>
                <a:cubicBezTo>
                  <a:pt x="1197102" y="831185"/>
                  <a:pt x="1211943" y="816344"/>
                  <a:pt x="1211943" y="798036"/>
                </a:cubicBezTo>
                <a:cubicBezTo>
                  <a:pt x="1211943" y="779728"/>
                  <a:pt x="1197102" y="764887"/>
                  <a:pt x="1178794" y="764887"/>
                </a:cubicBezTo>
                <a:cubicBezTo>
                  <a:pt x="1160486" y="764887"/>
                  <a:pt x="1145644" y="779728"/>
                  <a:pt x="1145644" y="798036"/>
                </a:cubicBezTo>
                <a:moveTo>
                  <a:pt x="1272938" y="800935"/>
                </a:moveTo>
                <a:cubicBezTo>
                  <a:pt x="1272938" y="819243"/>
                  <a:pt x="1287780" y="834084"/>
                  <a:pt x="1306088" y="834084"/>
                </a:cubicBezTo>
                <a:cubicBezTo>
                  <a:pt x="1324395" y="834084"/>
                  <a:pt x="1339237" y="819243"/>
                  <a:pt x="1339237" y="800935"/>
                </a:cubicBezTo>
                <a:cubicBezTo>
                  <a:pt x="1339237" y="782627"/>
                  <a:pt x="1324395" y="767785"/>
                  <a:pt x="1306088" y="767785"/>
                </a:cubicBezTo>
                <a:cubicBezTo>
                  <a:pt x="1287780" y="767785"/>
                  <a:pt x="1272938" y="782627"/>
                  <a:pt x="1272938" y="800935"/>
                </a:cubicBezTo>
                <a:moveTo>
                  <a:pt x="1400232" y="661348"/>
                </a:moveTo>
                <a:cubicBezTo>
                  <a:pt x="1400232" y="679655"/>
                  <a:pt x="1415074" y="694497"/>
                  <a:pt x="1433381" y="694497"/>
                </a:cubicBezTo>
                <a:cubicBezTo>
                  <a:pt x="1451689" y="694497"/>
                  <a:pt x="1466531" y="679655"/>
                  <a:pt x="1466531" y="661348"/>
                </a:cubicBezTo>
                <a:cubicBezTo>
                  <a:pt x="1466531" y="643040"/>
                  <a:pt x="1451689" y="628198"/>
                  <a:pt x="1433381" y="628198"/>
                </a:cubicBezTo>
                <a:cubicBezTo>
                  <a:pt x="1415074" y="628198"/>
                  <a:pt x="1400232" y="643040"/>
                  <a:pt x="1400232" y="661348"/>
                </a:cubicBezTo>
                <a:moveTo>
                  <a:pt x="1527526" y="594781"/>
                </a:moveTo>
                <a:cubicBezTo>
                  <a:pt x="1527526" y="613089"/>
                  <a:pt x="1542367" y="627930"/>
                  <a:pt x="1560675" y="627930"/>
                </a:cubicBezTo>
                <a:cubicBezTo>
                  <a:pt x="1578983" y="627930"/>
                  <a:pt x="1593825" y="613089"/>
                  <a:pt x="1593825" y="594781"/>
                </a:cubicBezTo>
                <a:cubicBezTo>
                  <a:pt x="1593825" y="576473"/>
                  <a:pt x="1578983" y="561631"/>
                  <a:pt x="1560675" y="561631"/>
                </a:cubicBezTo>
                <a:cubicBezTo>
                  <a:pt x="1542367" y="561631"/>
                  <a:pt x="1527526" y="576473"/>
                  <a:pt x="1527526" y="594781"/>
                </a:cubicBezTo>
                <a:moveTo>
                  <a:pt x="1654820" y="688665"/>
                </a:moveTo>
                <a:cubicBezTo>
                  <a:pt x="1654820" y="706973"/>
                  <a:pt x="1669661" y="721814"/>
                  <a:pt x="1687969" y="721814"/>
                </a:cubicBezTo>
                <a:cubicBezTo>
                  <a:pt x="1706277" y="721814"/>
                  <a:pt x="1721119" y="706973"/>
                  <a:pt x="1721119" y="688665"/>
                </a:cubicBezTo>
                <a:cubicBezTo>
                  <a:pt x="1721119" y="670357"/>
                  <a:pt x="1706277" y="655516"/>
                  <a:pt x="1687969" y="655516"/>
                </a:cubicBezTo>
                <a:cubicBezTo>
                  <a:pt x="1669661" y="655516"/>
                  <a:pt x="1654820" y="670357"/>
                  <a:pt x="1654820" y="688665"/>
                </a:cubicBezTo>
                <a:moveTo>
                  <a:pt x="1782114" y="827311"/>
                </a:moveTo>
                <a:cubicBezTo>
                  <a:pt x="1782114" y="845619"/>
                  <a:pt x="1796955" y="860460"/>
                  <a:pt x="1815263" y="860460"/>
                </a:cubicBezTo>
                <a:cubicBezTo>
                  <a:pt x="1833571" y="860460"/>
                  <a:pt x="1848412" y="845619"/>
                  <a:pt x="1848412" y="827311"/>
                </a:cubicBezTo>
                <a:cubicBezTo>
                  <a:pt x="1848412" y="809003"/>
                  <a:pt x="1833571" y="794162"/>
                  <a:pt x="1815263" y="794162"/>
                </a:cubicBezTo>
                <a:cubicBezTo>
                  <a:pt x="1796955" y="794162"/>
                  <a:pt x="1782114" y="809003"/>
                  <a:pt x="1782114" y="827311"/>
                </a:cubicBezTo>
                <a:moveTo>
                  <a:pt x="1909407" y="828441"/>
                </a:moveTo>
                <a:cubicBezTo>
                  <a:pt x="1909407" y="846749"/>
                  <a:pt x="1924249" y="861590"/>
                  <a:pt x="1942557" y="861590"/>
                </a:cubicBezTo>
                <a:cubicBezTo>
                  <a:pt x="1960865" y="861590"/>
                  <a:pt x="1975706" y="846749"/>
                  <a:pt x="1975706" y="828441"/>
                </a:cubicBezTo>
                <a:cubicBezTo>
                  <a:pt x="1975706" y="810133"/>
                  <a:pt x="1960865" y="795291"/>
                  <a:pt x="1942557" y="795291"/>
                </a:cubicBezTo>
                <a:cubicBezTo>
                  <a:pt x="1924249" y="795291"/>
                  <a:pt x="1909407" y="810133"/>
                  <a:pt x="1909407" y="828441"/>
                </a:cubicBezTo>
                <a:moveTo>
                  <a:pt x="2036701" y="827736"/>
                </a:moveTo>
                <a:cubicBezTo>
                  <a:pt x="2036701" y="846043"/>
                  <a:pt x="2051543" y="860885"/>
                  <a:pt x="2069851" y="860885"/>
                </a:cubicBezTo>
                <a:cubicBezTo>
                  <a:pt x="2088159" y="860885"/>
                  <a:pt x="2103000" y="846043"/>
                  <a:pt x="2103000" y="827736"/>
                </a:cubicBezTo>
                <a:cubicBezTo>
                  <a:pt x="2103000" y="809428"/>
                  <a:pt x="2088159" y="794587"/>
                  <a:pt x="2069851" y="794587"/>
                </a:cubicBezTo>
                <a:cubicBezTo>
                  <a:pt x="2051543" y="794587"/>
                  <a:pt x="2036701" y="809428"/>
                  <a:pt x="2036701" y="827736"/>
                </a:cubicBezTo>
                <a:moveTo>
                  <a:pt x="2163995" y="830834"/>
                </a:moveTo>
                <a:cubicBezTo>
                  <a:pt x="2163995" y="849142"/>
                  <a:pt x="2178837" y="863984"/>
                  <a:pt x="2197144" y="863984"/>
                </a:cubicBezTo>
                <a:cubicBezTo>
                  <a:pt x="2215452" y="863984"/>
                  <a:pt x="2230294" y="849142"/>
                  <a:pt x="2230294" y="830834"/>
                </a:cubicBezTo>
                <a:cubicBezTo>
                  <a:pt x="2230294" y="812526"/>
                  <a:pt x="2215452" y="797685"/>
                  <a:pt x="2197144" y="797685"/>
                </a:cubicBezTo>
                <a:cubicBezTo>
                  <a:pt x="2178837" y="797685"/>
                  <a:pt x="2163995" y="812526"/>
                  <a:pt x="2163995" y="830834"/>
                </a:cubicBezTo>
                <a:moveTo>
                  <a:pt x="2291289" y="1371622"/>
                </a:moveTo>
                <a:cubicBezTo>
                  <a:pt x="2291289" y="1389930"/>
                  <a:pt x="2306130" y="1404771"/>
                  <a:pt x="2324438" y="1404771"/>
                </a:cubicBezTo>
                <a:cubicBezTo>
                  <a:pt x="2342746" y="1404771"/>
                  <a:pt x="2357588" y="1389930"/>
                  <a:pt x="2357588" y="1371622"/>
                </a:cubicBezTo>
                <a:cubicBezTo>
                  <a:pt x="2357588" y="1353314"/>
                  <a:pt x="2342746" y="1338472"/>
                  <a:pt x="2324438" y="1338472"/>
                </a:cubicBezTo>
                <a:cubicBezTo>
                  <a:pt x="2306130" y="1338472"/>
                  <a:pt x="2291289" y="1353314"/>
                  <a:pt x="2291289" y="1371622"/>
                </a:cubicBezTo>
                <a:moveTo>
                  <a:pt x="2418583" y="1363105"/>
                </a:moveTo>
                <a:cubicBezTo>
                  <a:pt x="2418583" y="1381413"/>
                  <a:pt x="2433424" y="1396255"/>
                  <a:pt x="2451732" y="1396255"/>
                </a:cubicBezTo>
                <a:cubicBezTo>
                  <a:pt x="2470040" y="1396255"/>
                  <a:pt x="2484881" y="1381413"/>
                  <a:pt x="2484881" y="1363105"/>
                </a:cubicBezTo>
                <a:cubicBezTo>
                  <a:pt x="2484881" y="1344797"/>
                  <a:pt x="2470040" y="1329956"/>
                  <a:pt x="2451732" y="1329956"/>
                </a:cubicBezTo>
                <a:cubicBezTo>
                  <a:pt x="2433424" y="1329956"/>
                  <a:pt x="2418583" y="1344797"/>
                  <a:pt x="2418583" y="1363105"/>
                </a:cubicBezTo>
                <a:moveTo>
                  <a:pt x="2545876" y="1364690"/>
                </a:moveTo>
                <a:cubicBezTo>
                  <a:pt x="2545876" y="1382998"/>
                  <a:pt x="2560718" y="1397839"/>
                  <a:pt x="2579026" y="1397839"/>
                </a:cubicBezTo>
                <a:cubicBezTo>
                  <a:pt x="2597334" y="1397839"/>
                  <a:pt x="2612175" y="1382998"/>
                  <a:pt x="2612175" y="1364690"/>
                </a:cubicBezTo>
                <a:cubicBezTo>
                  <a:pt x="2612175" y="1346382"/>
                  <a:pt x="2597334" y="1331541"/>
                  <a:pt x="2579026" y="1331541"/>
                </a:cubicBezTo>
                <a:cubicBezTo>
                  <a:pt x="2560718" y="1331541"/>
                  <a:pt x="2545876" y="1346382"/>
                  <a:pt x="2545876" y="1364690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418067"/>
                </a:moveTo>
                <a:cubicBezTo>
                  <a:pt x="2800464" y="1436375"/>
                  <a:pt x="2815306" y="1451217"/>
                  <a:pt x="2833614" y="1451217"/>
                </a:cubicBezTo>
                <a:cubicBezTo>
                  <a:pt x="2851921" y="1451217"/>
                  <a:pt x="2866763" y="1436375"/>
                  <a:pt x="2866763" y="1418067"/>
                </a:cubicBezTo>
                <a:cubicBezTo>
                  <a:pt x="2866763" y="1399759"/>
                  <a:pt x="2851921" y="1384918"/>
                  <a:pt x="2833614" y="1384918"/>
                </a:cubicBezTo>
                <a:cubicBezTo>
                  <a:pt x="2815306" y="1384918"/>
                  <a:pt x="2800464" y="1399759"/>
                  <a:pt x="2800464" y="1418067"/>
                </a:cubicBezTo>
                <a:close/>
              </a:path>
            </a:pathLst>
          </a:custGeom>
          <a:solidFill xmlns:a="http://schemas.openxmlformats.org/drawingml/2006/main">
            <a:srgbClr val="002E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95B528-0742-419A-926B-8C7F3174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473832"/>
            <a:ext cx="2800464" cy="821482"/>
          </a:xfrm>
          <a:custGeom xmlns:a="http://schemas.openxmlformats.org/drawingml/2006/main">
            <a:pathLst>
              <a:path w="2800464" h="821482" fill="none">
                <a:moveTo>
                  <a:pt x="0" y="667203"/>
                </a:moveTo>
                <a:lnTo>
                  <a:pt x="127294" y="0"/>
                </a:lnTo>
                <a:lnTo>
                  <a:pt x="254588" y="657713"/>
                </a:lnTo>
                <a:lnTo>
                  <a:pt x="381881" y="421078"/>
                </a:lnTo>
                <a:lnTo>
                  <a:pt x="509175" y="532710"/>
                </a:lnTo>
                <a:lnTo>
                  <a:pt x="636469" y="406271"/>
                </a:lnTo>
                <a:lnTo>
                  <a:pt x="763763" y="500743"/>
                </a:lnTo>
                <a:lnTo>
                  <a:pt x="891057" y="392059"/>
                </a:lnTo>
                <a:lnTo>
                  <a:pt x="1018350" y="440548"/>
                </a:lnTo>
                <a:lnTo>
                  <a:pt x="1145644" y="419408"/>
                </a:lnTo>
                <a:lnTo>
                  <a:pt x="1272938" y="427956"/>
                </a:lnTo>
                <a:lnTo>
                  <a:pt x="1400232" y="408102"/>
                </a:lnTo>
                <a:lnTo>
                  <a:pt x="1527526" y="317124"/>
                </a:lnTo>
                <a:lnTo>
                  <a:pt x="1654819" y="417510"/>
                </a:lnTo>
                <a:lnTo>
                  <a:pt x="1782113" y="530257"/>
                </a:lnTo>
                <a:lnTo>
                  <a:pt x="1909407" y="527659"/>
                </a:lnTo>
                <a:lnTo>
                  <a:pt x="2036701" y="531017"/>
                </a:lnTo>
                <a:lnTo>
                  <a:pt x="2163995" y="530474"/>
                </a:lnTo>
                <a:lnTo>
                  <a:pt x="2291289" y="801268"/>
                </a:lnTo>
                <a:lnTo>
                  <a:pt x="2418582" y="795717"/>
                </a:lnTo>
                <a:lnTo>
                  <a:pt x="2545876" y="798000"/>
                </a:lnTo>
                <a:lnTo>
                  <a:pt x="2673170" y="8099"/>
                </a:lnTo>
                <a:lnTo>
                  <a:pt x="2800464" y="821482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2EFF"/>
            </a:solidFill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1A8300-1340-4E2C-B018-D21AB701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440683"/>
            <a:ext cx="2866763" cy="887781"/>
          </a:xfrm>
          <a:custGeom xmlns:a="http://schemas.openxmlformats.org/drawingml/2006/main">
            <a:pathLst>
              <a:path w="2866763" h="887781">
                <a:moveTo>
                  <a:pt x="0" y="700353"/>
                </a:moveTo>
                <a:cubicBezTo>
                  <a:pt x="0" y="718661"/>
                  <a:pt x="14841" y="733502"/>
                  <a:pt x="33149" y="733502"/>
                </a:cubicBezTo>
                <a:cubicBezTo>
                  <a:pt x="51457" y="733502"/>
                  <a:pt x="66299" y="718661"/>
                  <a:pt x="66299" y="700353"/>
                </a:cubicBezTo>
                <a:cubicBezTo>
                  <a:pt x="66299" y="682045"/>
                  <a:pt x="51457" y="667203"/>
                  <a:pt x="33149" y="667203"/>
                </a:cubicBezTo>
                <a:cubicBezTo>
                  <a:pt x="14841" y="667203"/>
                  <a:pt x="0" y="682045"/>
                  <a:pt x="0" y="700353"/>
                </a:cubicBezTo>
                <a:moveTo>
                  <a:pt x="127294" y="33149"/>
                </a:moveTo>
                <a:cubicBezTo>
                  <a:pt x="127294" y="51457"/>
                  <a:pt x="142135" y="66299"/>
                  <a:pt x="160443" y="66299"/>
                </a:cubicBezTo>
                <a:cubicBezTo>
                  <a:pt x="178751" y="66299"/>
                  <a:pt x="193592" y="51457"/>
                  <a:pt x="193592" y="33149"/>
                </a:cubicBezTo>
                <a:cubicBezTo>
                  <a:pt x="193592" y="14841"/>
                  <a:pt x="178751" y="0"/>
                  <a:pt x="160443" y="0"/>
                </a:cubicBezTo>
                <a:cubicBezTo>
                  <a:pt x="142135" y="0"/>
                  <a:pt x="127294" y="14841"/>
                  <a:pt x="127294" y="33149"/>
                </a:cubicBezTo>
                <a:moveTo>
                  <a:pt x="254588" y="690862"/>
                </a:moveTo>
                <a:cubicBezTo>
                  <a:pt x="254588" y="709170"/>
                  <a:pt x="269429" y="724012"/>
                  <a:pt x="287737" y="724012"/>
                </a:cubicBezTo>
                <a:cubicBezTo>
                  <a:pt x="306045" y="724012"/>
                  <a:pt x="320886" y="709170"/>
                  <a:pt x="320886" y="690862"/>
                </a:cubicBezTo>
                <a:cubicBezTo>
                  <a:pt x="320886" y="672554"/>
                  <a:pt x="306045" y="657713"/>
                  <a:pt x="287737" y="657713"/>
                </a:cubicBezTo>
                <a:cubicBezTo>
                  <a:pt x="269429" y="657713"/>
                  <a:pt x="254588" y="672554"/>
                  <a:pt x="254588" y="690862"/>
                </a:cubicBezTo>
                <a:moveTo>
                  <a:pt x="381881" y="454227"/>
                </a:moveTo>
                <a:cubicBezTo>
                  <a:pt x="381881" y="472535"/>
                  <a:pt x="396723" y="487377"/>
                  <a:pt x="415031" y="487377"/>
                </a:cubicBezTo>
                <a:cubicBezTo>
                  <a:pt x="433339" y="487377"/>
                  <a:pt x="448180" y="472535"/>
                  <a:pt x="448180" y="454227"/>
                </a:cubicBezTo>
                <a:cubicBezTo>
                  <a:pt x="448180" y="435919"/>
                  <a:pt x="433339" y="421078"/>
                  <a:pt x="415031" y="421078"/>
                </a:cubicBezTo>
                <a:cubicBezTo>
                  <a:pt x="396723" y="421078"/>
                  <a:pt x="381881" y="435919"/>
                  <a:pt x="381881" y="454227"/>
                </a:cubicBezTo>
                <a:moveTo>
                  <a:pt x="509175" y="565860"/>
                </a:moveTo>
                <a:cubicBezTo>
                  <a:pt x="509175" y="584168"/>
                  <a:pt x="524017" y="599009"/>
                  <a:pt x="542324" y="599009"/>
                </a:cubicBezTo>
                <a:cubicBezTo>
                  <a:pt x="560632" y="599009"/>
                  <a:pt x="575474" y="584168"/>
                  <a:pt x="575474" y="565860"/>
                </a:cubicBezTo>
                <a:cubicBezTo>
                  <a:pt x="575474" y="547552"/>
                  <a:pt x="560632" y="532710"/>
                  <a:pt x="542324" y="532710"/>
                </a:cubicBezTo>
                <a:cubicBezTo>
                  <a:pt x="524017" y="532710"/>
                  <a:pt x="509175" y="547552"/>
                  <a:pt x="509175" y="565860"/>
                </a:cubicBezTo>
                <a:moveTo>
                  <a:pt x="636469" y="439421"/>
                </a:moveTo>
                <a:cubicBezTo>
                  <a:pt x="636469" y="457729"/>
                  <a:pt x="651310" y="472570"/>
                  <a:pt x="669618" y="472570"/>
                </a:cubicBezTo>
                <a:cubicBezTo>
                  <a:pt x="687926" y="472570"/>
                  <a:pt x="702768" y="457729"/>
                  <a:pt x="702768" y="439421"/>
                </a:cubicBezTo>
                <a:cubicBezTo>
                  <a:pt x="702768" y="421113"/>
                  <a:pt x="687926" y="406271"/>
                  <a:pt x="669618" y="406271"/>
                </a:cubicBezTo>
                <a:cubicBezTo>
                  <a:pt x="651310" y="406271"/>
                  <a:pt x="636469" y="421113"/>
                  <a:pt x="636469" y="439421"/>
                </a:cubicBezTo>
                <a:moveTo>
                  <a:pt x="763763" y="533893"/>
                </a:moveTo>
                <a:cubicBezTo>
                  <a:pt x="763763" y="552201"/>
                  <a:pt x="778604" y="567042"/>
                  <a:pt x="796912" y="567042"/>
                </a:cubicBezTo>
                <a:cubicBezTo>
                  <a:pt x="815220" y="567042"/>
                  <a:pt x="830061" y="552201"/>
                  <a:pt x="830061" y="533893"/>
                </a:cubicBezTo>
                <a:cubicBezTo>
                  <a:pt x="830061" y="515585"/>
                  <a:pt x="815220" y="500743"/>
                  <a:pt x="796912" y="500743"/>
                </a:cubicBezTo>
                <a:cubicBezTo>
                  <a:pt x="778604" y="500743"/>
                  <a:pt x="763763" y="515585"/>
                  <a:pt x="763763" y="533893"/>
                </a:cubicBezTo>
                <a:moveTo>
                  <a:pt x="891057" y="425209"/>
                </a:moveTo>
                <a:cubicBezTo>
                  <a:pt x="891057" y="443517"/>
                  <a:pt x="905898" y="458358"/>
                  <a:pt x="924206" y="458358"/>
                </a:cubicBezTo>
                <a:cubicBezTo>
                  <a:pt x="942514" y="458358"/>
                  <a:pt x="957356" y="443517"/>
                  <a:pt x="957356" y="425209"/>
                </a:cubicBezTo>
                <a:cubicBezTo>
                  <a:pt x="957356" y="406901"/>
                  <a:pt x="942514" y="392059"/>
                  <a:pt x="924206" y="392059"/>
                </a:cubicBezTo>
                <a:cubicBezTo>
                  <a:pt x="905898" y="392059"/>
                  <a:pt x="891057" y="406901"/>
                  <a:pt x="891057" y="425209"/>
                </a:cubicBezTo>
                <a:moveTo>
                  <a:pt x="1018350" y="473698"/>
                </a:moveTo>
                <a:cubicBezTo>
                  <a:pt x="1018350" y="492006"/>
                  <a:pt x="1033192" y="506847"/>
                  <a:pt x="1051500" y="506847"/>
                </a:cubicBezTo>
                <a:cubicBezTo>
                  <a:pt x="1069808" y="506847"/>
                  <a:pt x="1084649" y="492006"/>
                  <a:pt x="1084649" y="473698"/>
                </a:cubicBezTo>
                <a:cubicBezTo>
                  <a:pt x="1084649" y="455390"/>
                  <a:pt x="1069808" y="440548"/>
                  <a:pt x="1051500" y="440548"/>
                </a:cubicBezTo>
                <a:cubicBezTo>
                  <a:pt x="1033192" y="440548"/>
                  <a:pt x="1018350" y="455390"/>
                  <a:pt x="1018350" y="473698"/>
                </a:cubicBezTo>
                <a:moveTo>
                  <a:pt x="1145644" y="452557"/>
                </a:moveTo>
                <a:cubicBezTo>
                  <a:pt x="1145644" y="470865"/>
                  <a:pt x="1160486" y="485707"/>
                  <a:pt x="1178793" y="485707"/>
                </a:cubicBezTo>
                <a:cubicBezTo>
                  <a:pt x="1197101" y="485707"/>
                  <a:pt x="1211943" y="470865"/>
                  <a:pt x="1211943" y="452557"/>
                </a:cubicBezTo>
                <a:cubicBezTo>
                  <a:pt x="1211943" y="434249"/>
                  <a:pt x="1197101" y="419408"/>
                  <a:pt x="1178793" y="419408"/>
                </a:cubicBezTo>
                <a:cubicBezTo>
                  <a:pt x="1160486" y="419408"/>
                  <a:pt x="1145644" y="434249"/>
                  <a:pt x="1145644" y="452557"/>
                </a:cubicBezTo>
                <a:moveTo>
                  <a:pt x="1272938" y="461106"/>
                </a:moveTo>
                <a:cubicBezTo>
                  <a:pt x="1272938" y="479414"/>
                  <a:pt x="1287780" y="494255"/>
                  <a:pt x="1306087" y="494255"/>
                </a:cubicBezTo>
                <a:cubicBezTo>
                  <a:pt x="1324395" y="494255"/>
                  <a:pt x="1339237" y="479414"/>
                  <a:pt x="1339237" y="461106"/>
                </a:cubicBezTo>
                <a:cubicBezTo>
                  <a:pt x="1339237" y="442798"/>
                  <a:pt x="1324395" y="427956"/>
                  <a:pt x="1306087" y="427956"/>
                </a:cubicBezTo>
                <a:cubicBezTo>
                  <a:pt x="1287780" y="427956"/>
                  <a:pt x="1272938" y="442798"/>
                  <a:pt x="1272938" y="461106"/>
                </a:cubicBezTo>
                <a:moveTo>
                  <a:pt x="1400232" y="441251"/>
                </a:moveTo>
                <a:cubicBezTo>
                  <a:pt x="1400232" y="459559"/>
                  <a:pt x="1415073" y="474400"/>
                  <a:pt x="1433381" y="474400"/>
                </a:cubicBezTo>
                <a:cubicBezTo>
                  <a:pt x="1451689" y="474400"/>
                  <a:pt x="1466531" y="459559"/>
                  <a:pt x="1466531" y="441251"/>
                </a:cubicBezTo>
                <a:cubicBezTo>
                  <a:pt x="1466531" y="422943"/>
                  <a:pt x="1451689" y="408102"/>
                  <a:pt x="1433381" y="408102"/>
                </a:cubicBezTo>
                <a:cubicBezTo>
                  <a:pt x="1415073" y="408102"/>
                  <a:pt x="1400232" y="422943"/>
                  <a:pt x="1400232" y="441251"/>
                </a:cubicBezTo>
                <a:moveTo>
                  <a:pt x="1527526" y="350273"/>
                </a:moveTo>
                <a:cubicBezTo>
                  <a:pt x="1527526" y="368581"/>
                  <a:pt x="1542367" y="383422"/>
                  <a:pt x="1560675" y="383422"/>
                </a:cubicBezTo>
                <a:cubicBezTo>
                  <a:pt x="1578983" y="383422"/>
                  <a:pt x="1593825" y="368581"/>
                  <a:pt x="1593825" y="350273"/>
                </a:cubicBezTo>
                <a:cubicBezTo>
                  <a:pt x="1593825" y="331965"/>
                  <a:pt x="1578983" y="317124"/>
                  <a:pt x="1560675" y="317124"/>
                </a:cubicBezTo>
                <a:cubicBezTo>
                  <a:pt x="1542367" y="317124"/>
                  <a:pt x="1527526" y="331965"/>
                  <a:pt x="1527526" y="350273"/>
                </a:cubicBezTo>
                <a:moveTo>
                  <a:pt x="1654819" y="450659"/>
                </a:moveTo>
                <a:cubicBezTo>
                  <a:pt x="1654819" y="468967"/>
                  <a:pt x="1669661" y="483809"/>
                  <a:pt x="1687969" y="483809"/>
                </a:cubicBezTo>
                <a:cubicBezTo>
                  <a:pt x="1706276" y="483809"/>
                  <a:pt x="1721118" y="468967"/>
                  <a:pt x="1721118" y="450659"/>
                </a:cubicBezTo>
                <a:cubicBezTo>
                  <a:pt x="1721118" y="432351"/>
                  <a:pt x="1706276" y="417510"/>
                  <a:pt x="1687969" y="417510"/>
                </a:cubicBezTo>
                <a:cubicBezTo>
                  <a:pt x="1669661" y="417510"/>
                  <a:pt x="1654819" y="432351"/>
                  <a:pt x="1654819" y="450659"/>
                </a:cubicBezTo>
                <a:moveTo>
                  <a:pt x="1782113" y="563406"/>
                </a:moveTo>
                <a:cubicBezTo>
                  <a:pt x="1782113" y="581714"/>
                  <a:pt x="1796955" y="596556"/>
                  <a:pt x="1815263" y="596556"/>
                </a:cubicBezTo>
                <a:cubicBezTo>
                  <a:pt x="1833571" y="596556"/>
                  <a:pt x="1848412" y="581714"/>
                  <a:pt x="1848412" y="563406"/>
                </a:cubicBezTo>
                <a:cubicBezTo>
                  <a:pt x="1848412" y="545098"/>
                  <a:pt x="1833571" y="530257"/>
                  <a:pt x="1815263" y="530257"/>
                </a:cubicBezTo>
                <a:cubicBezTo>
                  <a:pt x="1796955" y="530257"/>
                  <a:pt x="1782113" y="545098"/>
                  <a:pt x="1782113" y="563406"/>
                </a:cubicBezTo>
                <a:moveTo>
                  <a:pt x="1909407" y="560808"/>
                </a:moveTo>
                <a:cubicBezTo>
                  <a:pt x="1909407" y="579116"/>
                  <a:pt x="1924249" y="593958"/>
                  <a:pt x="1942557" y="593958"/>
                </a:cubicBezTo>
                <a:cubicBezTo>
                  <a:pt x="1960865" y="593958"/>
                  <a:pt x="1975706" y="579116"/>
                  <a:pt x="1975706" y="560808"/>
                </a:cubicBezTo>
                <a:cubicBezTo>
                  <a:pt x="1975706" y="542500"/>
                  <a:pt x="1960865" y="527659"/>
                  <a:pt x="1942557" y="527659"/>
                </a:cubicBezTo>
                <a:cubicBezTo>
                  <a:pt x="1924249" y="527659"/>
                  <a:pt x="1909407" y="542500"/>
                  <a:pt x="1909407" y="560808"/>
                </a:cubicBezTo>
                <a:moveTo>
                  <a:pt x="2036701" y="564166"/>
                </a:moveTo>
                <a:cubicBezTo>
                  <a:pt x="2036701" y="582474"/>
                  <a:pt x="2051543" y="597316"/>
                  <a:pt x="2069850" y="597316"/>
                </a:cubicBezTo>
                <a:cubicBezTo>
                  <a:pt x="2088159" y="597316"/>
                  <a:pt x="2103000" y="582474"/>
                  <a:pt x="2103000" y="564166"/>
                </a:cubicBezTo>
                <a:cubicBezTo>
                  <a:pt x="2103000" y="545858"/>
                  <a:pt x="2088159" y="531017"/>
                  <a:pt x="2069850" y="531017"/>
                </a:cubicBezTo>
                <a:cubicBezTo>
                  <a:pt x="2051543" y="531017"/>
                  <a:pt x="2036701" y="545858"/>
                  <a:pt x="2036701" y="564166"/>
                </a:cubicBezTo>
                <a:moveTo>
                  <a:pt x="2163995" y="563623"/>
                </a:moveTo>
                <a:cubicBezTo>
                  <a:pt x="2163995" y="581931"/>
                  <a:pt x="2178836" y="596772"/>
                  <a:pt x="2197144" y="596772"/>
                </a:cubicBezTo>
                <a:cubicBezTo>
                  <a:pt x="2215452" y="596772"/>
                  <a:pt x="2230294" y="581931"/>
                  <a:pt x="2230294" y="563623"/>
                </a:cubicBezTo>
                <a:cubicBezTo>
                  <a:pt x="2230294" y="545315"/>
                  <a:pt x="2215452" y="530474"/>
                  <a:pt x="2197144" y="530474"/>
                </a:cubicBezTo>
                <a:cubicBezTo>
                  <a:pt x="2178836" y="530474"/>
                  <a:pt x="2163995" y="545315"/>
                  <a:pt x="2163995" y="563623"/>
                </a:cubicBezTo>
                <a:moveTo>
                  <a:pt x="2291289" y="834418"/>
                </a:moveTo>
                <a:cubicBezTo>
                  <a:pt x="2291289" y="852726"/>
                  <a:pt x="2306130" y="867567"/>
                  <a:pt x="2324438" y="867567"/>
                </a:cubicBezTo>
                <a:cubicBezTo>
                  <a:pt x="2342746" y="867567"/>
                  <a:pt x="2357587" y="852726"/>
                  <a:pt x="2357587" y="834418"/>
                </a:cubicBezTo>
                <a:cubicBezTo>
                  <a:pt x="2357587" y="816110"/>
                  <a:pt x="2342746" y="801268"/>
                  <a:pt x="2324438" y="801268"/>
                </a:cubicBezTo>
                <a:cubicBezTo>
                  <a:pt x="2306130" y="801268"/>
                  <a:pt x="2291289" y="816110"/>
                  <a:pt x="2291289" y="834418"/>
                </a:cubicBezTo>
                <a:moveTo>
                  <a:pt x="2418582" y="828867"/>
                </a:moveTo>
                <a:cubicBezTo>
                  <a:pt x="2418582" y="847175"/>
                  <a:pt x="2433424" y="862016"/>
                  <a:pt x="2451732" y="862016"/>
                </a:cubicBezTo>
                <a:cubicBezTo>
                  <a:pt x="2470040" y="862016"/>
                  <a:pt x="2484881" y="847175"/>
                  <a:pt x="2484881" y="828867"/>
                </a:cubicBezTo>
                <a:cubicBezTo>
                  <a:pt x="2484881" y="810559"/>
                  <a:pt x="2470040" y="795717"/>
                  <a:pt x="2451732" y="795717"/>
                </a:cubicBezTo>
                <a:cubicBezTo>
                  <a:pt x="2433424" y="795717"/>
                  <a:pt x="2418582" y="810559"/>
                  <a:pt x="2418582" y="828867"/>
                </a:cubicBezTo>
                <a:moveTo>
                  <a:pt x="2545876" y="831149"/>
                </a:moveTo>
                <a:cubicBezTo>
                  <a:pt x="2545876" y="849457"/>
                  <a:pt x="2560718" y="864299"/>
                  <a:pt x="2579026" y="864299"/>
                </a:cubicBezTo>
                <a:cubicBezTo>
                  <a:pt x="2597334" y="864299"/>
                  <a:pt x="2612175" y="849457"/>
                  <a:pt x="2612175" y="831149"/>
                </a:cubicBezTo>
                <a:cubicBezTo>
                  <a:pt x="2612175" y="812841"/>
                  <a:pt x="2597334" y="798000"/>
                  <a:pt x="2579026" y="798000"/>
                </a:cubicBezTo>
                <a:cubicBezTo>
                  <a:pt x="2560718" y="798000"/>
                  <a:pt x="2545876" y="812841"/>
                  <a:pt x="2545876" y="831149"/>
                </a:cubicBezTo>
                <a:moveTo>
                  <a:pt x="2673170" y="41248"/>
                </a:moveTo>
                <a:cubicBezTo>
                  <a:pt x="2673170" y="59557"/>
                  <a:pt x="2688012" y="74398"/>
                  <a:pt x="2706319" y="74398"/>
                </a:cubicBezTo>
                <a:cubicBezTo>
                  <a:pt x="2724628" y="74398"/>
                  <a:pt x="2739469" y="59557"/>
                  <a:pt x="2739469" y="41248"/>
                </a:cubicBezTo>
                <a:cubicBezTo>
                  <a:pt x="2739469" y="22941"/>
                  <a:pt x="2724628" y="8099"/>
                  <a:pt x="2706319" y="8099"/>
                </a:cubicBezTo>
                <a:cubicBezTo>
                  <a:pt x="2688012" y="8099"/>
                  <a:pt x="2673170" y="22941"/>
                  <a:pt x="2673170" y="41248"/>
                </a:cubicBezTo>
                <a:moveTo>
                  <a:pt x="2800464" y="854632"/>
                </a:moveTo>
                <a:cubicBezTo>
                  <a:pt x="2800464" y="872940"/>
                  <a:pt x="2815306" y="887781"/>
                  <a:pt x="2833613" y="887781"/>
                </a:cubicBezTo>
                <a:cubicBezTo>
                  <a:pt x="2851922" y="887781"/>
                  <a:pt x="2866763" y="872940"/>
                  <a:pt x="2866763" y="854632"/>
                </a:cubicBezTo>
                <a:cubicBezTo>
                  <a:pt x="2866763" y="836324"/>
                  <a:pt x="2851922" y="821482"/>
                  <a:pt x="2833613" y="821482"/>
                </a:cubicBezTo>
                <a:cubicBezTo>
                  <a:pt x="2815306" y="821482"/>
                  <a:pt x="2800464" y="836324"/>
                  <a:pt x="2800464" y="854632"/>
                </a:cubicBezTo>
                <a:close/>
              </a:path>
            </a:pathLst>
          </a:custGeom>
          <a:solidFill xmlns:a="http://schemas.openxmlformats.org/drawingml/2006/main">
            <a:srgbClr val="002E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623CC3-7123-4B2A-A101-B0774A8B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542234"/>
            <a:ext cx="2800464" cy="1291250"/>
          </a:xfrm>
          <a:custGeom xmlns:a="http://schemas.openxmlformats.org/drawingml/2006/main">
            <a:pathLst>
              <a:path w="2800464" h="1291250" fill="none">
                <a:moveTo>
                  <a:pt x="0" y="1084728"/>
                </a:moveTo>
                <a:lnTo>
                  <a:pt x="127294" y="529200"/>
                </a:lnTo>
                <a:lnTo>
                  <a:pt x="254588" y="1078826"/>
                </a:lnTo>
                <a:lnTo>
                  <a:pt x="381881" y="605648"/>
                </a:lnTo>
                <a:lnTo>
                  <a:pt x="509175" y="662599"/>
                </a:lnTo>
                <a:lnTo>
                  <a:pt x="636469" y="599904"/>
                </a:lnTo>
                <a:lnTo>
                  <a:pt x="763763" y="753017"/>
                </a:lnTo>
                <a:lnTo>
                  <a:pt x="891057" y="436051"/>
                </a:lnTo>
                <a:lnTo>
                  <a:pt x="1018351" y="624183"/>
                </a:lnTo>
                <a:lnTo>
                  <a:pt x="1145644" y="661644"/>
                </a:lnTo>
                <a:lnTo>
                  <a:pt x="1272938" y="663139"/>
                </a:lnTo>
                <a:lnTo>
                  <a:pt x="1400232" y="662570"/>
                </a:lnTo>
                <a:lnTo>
                  <a:pt x="1527526" y="463216"/>
                </a:lnTo>
                <a:lnTo>
                  <a:pt x="1654820" y="665365"/>
                </a:lnTo>
                <a:lnTo>
                  <a:pt x="1782114" y="590707"/>
                </a:lnTo>
                <a:lnTo>
                  <a:pt x="1909407" y="589597"/>
                </a:lnTo>
                <a:lnTo>
                  <a:pt x="2036701" y="586512"/>
                </a:lnTo>
                <a:lnTo>
                  <a:pt x="2163995" y="586054"/>
                </a:lnTo>
                <a:lnTo>
                  <a:pt x="2291289" y="1205325"/>
                </a:lnTo>
                <a:lnTo>
                  <a:pt x="2418583" y="1199204"/>
                </a:lnTo>
                <a:lnTo>
                  <a:pt x="2545876" y="1199377"/>
                </a:lnTo>
                <a:lnTo>
                  <a:pt x="2673170" y="0"/>
                </a:lnTo>
                <a:lnTo>
                  <a:pt x="2800464" y="129125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45FF"/>
            </a:solidFill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8DC495-13A2-4C94-A720-74978F84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509084"/>
            <a:ext cx="2866763" cy="1357549"/>
          </a:xfrm>
          <a:custGeom xmlns:a="http://schemas.openxmlformats.org/drawingml/2006/main">
            <a:pathLst>
              <a:path w="2866763" h="1357549">
                <a:moveTo>
                  <a:pt x="0" y="1117878"/>
                </a:moveTo>
                <a:cubicBezTo>
                  <a:pt x="0" y="1136186"/>
                  <a:pt x="14841" y="1151027"/>
                  <a:pt x="33149" y="1151027"/>
                </a:cubicBezTo>
                <a:cubicBezTo>
                  <a:pt x="51457" y="1151027"/>
                  <a:pt x="66299" y="1136186"/>
                  <a:pt x="66299" y="1117878"/>
                </a:cubicBezTo>
                <a:cubicBezTo>
                  <a:pt x="66299" y="1099570"/>
                  <a:pt x="51457" y="1084728"/>
                  <a:pt x="33149" y="1084728"/>
                </a:cubicBezTo>
                <a:cubicBezTo>
                  <a:pt x="14841" y="1084728"/>
                  <a:pt x="0" y="1099570"/>
                  <a:pt x="0" y="1117878"/>
                </a:cubicBezTo>
                <a:moveTo>
                  <a:pt x="127294" y="562350"/>
                </a:moveTo>
                <a:cubicBezTo>
                  <a:pt x="127294" y="580658"/>
                  <a:pt x="142135" y="595499"/>
                  <a:pt x="160443" y="595499"/>
                </a:cubicBezTo>
                <a:cubicBezTo>
                  <a:pt x="178751" y="595499"/>
                  <a:pt x="193593" y="580658"/>
                  <a:pt x="193593" y="562350"/>
                </a:cubicBezTo>
                <a:cubicBezTo>
                  <a:pt x="193593" y="544042"/>
                  <a:pt x="178751" y="529200"/>
                  <a:pt x="160443" y="529200"/>
                </a:cubicBezTo>
                <a:cubicBezTo>
                  <a:pt x="142135" y="529200"/>
                  <a:pt x="127294" y="544042"/>
                  <a:pt x="127294" y="562350"/>
                </a:cubicBezTo>
                <a:moveTo>
                  <a:pt x="254588" y="1111975"/>
                </a:moveTo>
                <a:cubicBezTo>
                  <a:pt x="254588" y="1130283"/>
                  <a:pt x="269429" y="1145125"/>
                  <a:pt x="287737" y="1145125"/>
                </a:cubicBezTo>
                <a:cubicBezTo>
                  <a:pt x="306045" y="1145125"/>
                  <a:pt x="320886" y="1130283"/>
                  <a:pt x="320886" y="1111975"/>
                </a:cubicBezTo>
                <a:cubicBezTo>
                  <a:pt x="320886" y="1093667"/>
                  <a:pt x="306045" y="1078826"/>
                  <a:pt x="287737" y="1078826"/>
                </a:cubicBezTo>
                <a:cubicBezTo>
                  <a:pt x="269429" y="1078826"/>
                  <a:pt x="254588" y="1093667"/>
                  <a:pt x="254588" y="1111975"/>
                </a:cubicBezTo>
                <a:moveTo>
                  <a:pt x="381881" y="638798"/>
                </a:moveTo>
                <a:cubicBezTo>
                  <a:pt x="381881" y="657106"/>
                  <a:pt x="396723" y="671947"/>
                  <a:pt x="415031" y="671947"/>
                </a:cubicBezTo>
                <a:cubicBezTo>
                  <a:pt x="433339" y="671947"/>
                  <a:pt x="448180" y="657106"/>
                  <a:pt x="448180" y="638798"/>
                </a:cubicBezTo>
                <a:cubicBezTo>
                  <a:pt x="448180" y="620490"/>
                  <a:pt x="433339" y="605648"/>
                  <a:pt x="415031" y="605648"/>
                </a:cubicBezTo>
                <a:cubicBezTo>
                  <a:pt x="396723" y="605648"/>
                  <a:pt x="381881" y="620490"/>
                  <a:pt x="381881" y="638798"/>
                </a:cubicBezTo>
                <a:moveTo>
                  <a:pt x="509175" y="695749"/>
                </a:moveTo>
                <a:cubicBezTo>
                  <a:pt x="509175" y="714057"/>
                  <a:pt x="524017" y="728898"/>
                  <a:pt x="542325" y="728898"/>
                </a:cubicBezTo>
                <a:cubicBezTo>
                  <a:pt x="560633" y="728898"/>
                  <a:pt x="575474" y="714057"/>
                  <a:pt x="575474" y="695749"/>
                </a:cubicBezTo>
                <a:cubicBezTo>
                  <a:pt x="575474" y="677441"/>
                  <a:pt x="560633" y="662599"/>
                  <a:pt x="542325" y="662599"/>
                </a:cubicBezTo>
                <a:cubicBezTo>
                  <a:pt x="524017" y="662599"/>
                  <a:pt x="509175" y="677441"/>
                  <a:pt x="509175" y="695749"/>
                </a:cubicBezTo>
                <a:moveTo>
                  <a:pt x="636469" y="633053"/>
                </a:moveTo>
                <a:cubicBezTo>
                  <a:pt x="636469" y="651361"/>
                  <a:pt x="651311" y="666203"/>
                  <a:pt x="669619" y="666203"/>
                </a:cubicBezTo>
                <a:cubicBezTo>
                  <a:pt x="687926" y="666203"/>
                  <a:pt x="702768" y="651361"/>
                  <a:pt x="702768" y="633053"/>
                </a:cubicBezTo>
                <a:cubicBezTo>
                  <a:pt x="702768" y="614745"/>
                  <a:pt x="687926" y="599904"/>
                  <a:pt x="669619" y="599904"/>
                </a:cubicBezTo>
                <a:cubicBezTo>
                  <a:pt x="651311" y="599904"/>
                  <a:pt x="636469" y="614745"/>
                  <a:pt x="636469" y="633053"/>
                </a:cubicBezTo>
                <a:moveTo>
                  <a:pt x="763763" y="786166"/>
                </a:moveTo>
                <a:cubicBezTo>
                  <a:pt x="763763" y="804474"/>
                  <a:pt x="778605" y="819316"/>
                  <a:pt x="796912" y="819316"/>
                </a:cubicBezTo>
                <a:cubicBezTo>
                  <a:pt x="815220" y="819316"/>
                  <a:pt x="830062" y="804474"/>
                  <a:pt x="830062" y="786166"/>
                </a:cubicBezTo>
                <a:cubicBezTo>
                  <a:pt x="830062" y="767858"/>
                  <a:pt x="815220" y="753017"/>
                  <a:pt x="796912" y="753017"/>
                </a:cubicBezTo>
                <a:cubicBezTo>
                  <a:pt x="778605" y="753017"/>
                  <a:pt x="763763" y="767858"/>
                  <a:pt x="763763" y="786166"/>
                </a:cubicBezTo>
                <a:moveTo>
                  <a:pt x="891057" y="469201"/>
                </a:moveTo>
                <a:cubicBezTo>
                  <a:pt x="891057" y="487508"/>
                  <a:pt x="905898" y="502350"/>
                  <a:pt x="924206" y="502350"/>
                </a:cubicBezTo>
                <a:cubicBezTo>
                  <a:pt x="942514" y="502350"/>
                  <a:pt x="957356" y="487508"/>
                  <a:pt x="957356" y="469201"/>
                </a:cubicBezTo>
                <a:cubicBezTo>
                  <a:pt x="957356" y="450893"/>
                  <a:pt x="942514" y="436051"/>
                  <a:pt x="924206" y="436051"/>
                </a:cubicBezTo>
                <a:cubicBezTo>
                  <a:pt x="905898" y="436051"/>
                  <a:pt x="891057" y="450893"/>
                  <a:pt x="891057" y="469201"/>
                </a:cubicBezTo>
                <a:moveTo>
                  <a:pt x="1018351" y="657332"/>
                </a:moveTo>
                <a:cubicBezTo>
                  <a:pt x="1018351" y="675640"/>
                  <a:pt x="1033192" y="690481"/>
                  <a:pt x="1051500" y="690481"/>
                </a:cubicBezTo>
                <a:cubicBezTo>
                  <a:pt x="1069808" y="690481"/>
                  <a:pt x="1084650" y="675640"/>
                  <a:pt x="1084650" y="657332"/>
                </a:cubicBezTo>
                <a:cubicBezTo>
                  <a:pt x="1084650" y="639024"/>
                  <a:pt x="1069808" y="624183"/>
                  <a:pt x="1051500" y="624183"/>
                </a:cubicBezTo>
                <a:cubicBezTo>
                  <a:pt x="1033192" y="624183"/>
                  <a:pt x="1018351" y="639024"/>
                  <a:pt x="1018351" y="657332"/>
                </a:cubicBezTo>
                <a:moveTo>
                  <a:pt x="1145644" y="694794"/>
                </a:moveTo>
                <a:cubicBezTo>
                  <a:pt x="1145644" y="713101"/>
                  <a:pt x="1160486" y="727943"/>
                  <a:pt x="1178794" y="727943"/>
                </a:cubicBezTo>
                <a:cubicBezTo>
                  <a:pt x="1197102" y="727943"/>
                  <a:pt x="1211943" y="713101"/>
                  <a:pt x="1211943" y="694794"/>
                </a:cubicBezTo>
                <a:cubicBezTo>
                  <a:pt x="1211943" y="676486"/>
                  <a:pt x="1197102" y="661644"/>
                  <a:pt x="1178794" y="661644"/>
                </a:cubicBezTo>
                <a:cubicBezTo>
                  <a:pt x="1160486" y="661644"/>
                  <a:pt x="1145644" y="676486"/>
                  <a:pt x="1145644" y="694794"/>
                </a:cubicBezTo>
                <a:moveTo>
                  <a:pt x="1272938" y="696288"/>
                </a:moveTo>
                <a:cubicBezTo>
                  <a:pt x="1272938" y="714596"/>
                  <a:pt x="1287780" y="729437"/>
                  <a:pt x="1306088" y="729437"/>
                </a:cubicBezTo>
                <a:cubicBezTo>
                  <a:pt x="1324395" y="729437"/>
                  <a:pt x="1339237" y="714596"/>
                  <a:pt x="1339237" y="696288"/>
                </a:cubicBezTo>
                <a:cubicBezTo>
                  <a:pt x="1339237" y="677980"/>
                  <a:pt x="1324395" y="663139"/>
                  <a:pt x="1306088" y="663139"/>
                </a:cubicBezTo>
                <a:cubicBezTo>
                  <a:pt x="1287780" y="663139"/>
                  <a:pt x="1272938" y="677980"/>
                  <a:pt x="1272938" y="696288"/>
                </a:cubicBezTo>
                <a:moveTo>
                  <a:pt x="1400232" y="695719"/>
                </a:moveTo>
                <a:cubicBezTo>
                  <a:pt x="1400232" y="714027"/>
                  <a:pt x="1415074" y="728868"/>
                  <a:pt x="1433381" y="728868"/>
                </a:cubicBezTo>
                <a:cubicBezTo>
                  <a:pt x="1451689" y="728868"/>
                  <a:pt x="1466531" y="714027"/>
                  <a:pt x="1466531" y="695719"/>
                </a:cubicBezTo>
                <a:cubicBezTo>
                  <a:pt x="1466531" y="677411"/>
                  <a:pt x="1451689" y="662570"/>
                  <a:pt x="1433381" y="662570"/>
                </a:cubicBezTo>
                <a:cubicBezTo>
                  <a:pt x="1415074" y="662570"/>
                  <a:pt x="1400232" y="677411"/>
                  <a:pt x="1400232" y="695719"/>
                </a:cubicBezTo>
                <a:moveTo>
                  <a:pt x="1527526" y="496365"/>
                </a:moveTo>
                <a:cubicBezTo>
                  <a:pt x="1527526" y="514673"/>
                  <a:pt x="1542367" y="529515"/>
                  <a:pt x="1560675" y="529515"/>
                </a:cubicBezTo>
                <a:cubicBezTo>
                  <a:pt x="1578983" y="529515"/>
                  <a:pt x="1593825" y="514673"/>
                  <a:pt x="1593825" y="496365"/>
                </a:cubicBezTo>
                <a:cubicBezTo>
                  <a:pt x="1593825" y="478057"/>
                  <a:pt x="1578983" y="463216"/>
                  <a:pt x="1560675" y="463216"/>
                </a:cubicBezTo>
                <a:cubicBezTo>
                  <a:pt x="1542367" y="463216"/>
                  <a:pt x="1527526" y="478057"/>
                  <a:pt x="1527526" y="496365"/>
                </a:cubicBezTo>
                <a:moveTo>
                  <a:pt x="1654820" y="698515"/>
                </a:moveTo>
                <a:cubicBezTo>
                  <a:pt x="1654820" y="716823"/>
                  <a:pt x="1669661" y="731664"/>
                  <a:pt x="1687969" y="731664"/>
                </a:cubicBezTo>
                <a:cubicBezTo>
                  <a:pt x="1706277" y="731664"/>
                  <a:pt x="1721119" y="716823"/>
                  <a:pt x="1721119" y="698515"/>
                </a:cubicBezTo>
                <a:cubicBezTo>
                  <a:pt x="1721119" y="680207"/>
                  <a:pt x="1706277" y="665365"/>
                  <a:pt x="1687969" y="665365"/>
                </a:cubicBezTo>
                <a:cubicBezTo>
                  <a:pt x="1669661" y="665365"/>
                  <a:pt x="1654820" y="680207"/>
                  <a:pt x="1654820" y="698515"/>
                </a:cubicBezTo>
                <a:moveTo>
                  <a:pt x="1782114" y="623857"/>
                </a:moveTo>
                <a:cubicBezTo>
                  <a:pt x="1782114" y="642165"/>
                  <a:pt x="1796955" y="657006"/>
                  <a:pt x="1815263" y="657006"/>
                </a:cubicBezTo>
                <a:cubicBezTo>
                  <a:pt x="1833571" y="657006"/>
                  <a:pt x="1848412" y="642165"/>
                  <a:pt x="1848412" y="623857"/>
                </a:cubicBezTo>
                <a:cubicBezTo>
                  <a:pt x="1848412" y="605549"/>
                  <a:pt x="1833571" y="590707"/>
                  <a:pt x="1815263" y="590707"/>
                </a:cubicBezTo>
                <a:cubicBezTo>
                  <a:pt x="1796955" y="590707"/>
                  <a:pt x="1782114" y="605549"/>
                  <a:pt x="1782114" y="623857"/>
                </a:cubicBezTo>
                <a:moveTo>
                  <a:pt x="1909407" y="622747"/>
                </a:moveTo>
                <a:cubicBezTo>
                  <a:pt x="1909407" y="641055"/>
                  <a:pt x="1924249" y="655896"/>
                  <a:pt x="1942557" y="655896"/>
                </a:cubicBezTo>
                <a:cubicBezTo>
                  <a:pt x="1960865" y="655896"/>
                  <a:pt x="1975706" y="641055"/>
                  <a:pt x="1975706" y="622747"/>
                </a:cubicBezTo>
                <a:cubicBezTo>
                  <a:pt x="1975706" y="604439"/>
                  <a:pt x="1960865" y="589597"/>
                  <a:pt x="1942557" y="589597"/>
                </a:cubicBezTo>
                <a:cubicBezTo>
                  <a:pt x="1924249" y="589597"/>
                  <a:pt x="1909407" y="604439"/>
                  <a:pt x="1909407" y="622747"/>
                </a:cubicBezTo>
                <a:moveTo>
                  <a:pt x="2036701" y="619662"/>
                </a:moveTo>
                <a:cubicBezTo>
                  <a:pt x="2036701" y="637969"/>
                  <a:pt x="2051543" y="652811"/>
                  <a:pt x="2069851" y="652811"/>
                </a:cubicBezTo>
                <a:cubicBezTo>
                  <a:pt x="2088159" y="652811"/>
                  <a:pt x="2103000" y="637969"/>
                  <a:pt x="2103000" y="619662"/>
                </a:cubicBezTo>
                <a:cubicBezTo>
                  <a:pt x="2103000" y="601354"/>
                  <a:pt x="2088159" y="586512"/>
                  <a:pt x="2069851" y="586512"/>
                </a:cubicBezTo>
                <a:cubicBezTo>
                  <a:pt x="2051543" y="586512"/>
                  <a:pt x="2036701" y="601354"/>
                  <a:pt x="2036701" y="619662"/>
                </a:cubicBezTo>
                <a:moveTo>
                  <a:pt x="2163995" y="619203"/>
                </a:moveTo>
                <a:cubicBezTo>
                  <a:pt x="2163995" y="637511"/>
                  <a:pt x="2178837" y="652353"/>
                  <a:pt x="2197144" y="652353"/>
                </a:cubicBezTo>
                <a:cubicBezTo>
                  <a:pt x="2215452" y="652353"/>
                  <a:pt x="2230294" y="637511"/>
                  <a:pt x="2230294" y="619203"/>
                </a:cubicBezTo>
                <a:cubicBezTo>
                  <a:pt x="2230294" y="600895"/>
                  <a:pt x="2215452" y="586054"/>
                  <a:pt x="2197144" y="586054"/>
                </a:cubicBezTo>
                <a:cubicBezTo>
                  <a:pt x="2178837" y="586054"/>
                  <a:pt x="2163995" y="600895"/>
                  <a:pt x="2163995" y="619203"/>
                </a:cubicBezTo>
                <a:moveTo>
                  <a:pt x="2291289" y="1238475"/>
                </a:moveTo>
                <a:cubicBezTo>
                  <a:pt x="2291289" y="1256783"/>
                  <a:pt x="2306130" y="1271624"/>
                  <a:pt x="2324438" y="1271624"/>
                </a:cubicBezTo>
                <a:cubicBezTo>
                  <a:pt x="2342746" y="1271624"/>
                  <a:pt x="2357588" y="1256783"/>
                  <a:pt x="2357588" y="1238475"/>
                </a:cubicBezTo>
                <a:cubicBezTo>
                  <a:pt x="2357588" y="1220167"/>
                  <a:pt x="2342746" y="1205325"/>
                  <a:pt x="2324438" y="1205325"/>
                </a:cubicBezTo>
                <a:cubicBezTo>
                  <a:pt x="2306130" y="1205325"/>
                  <a:pt x="2291289" y="1220167"/>
                  <a:pt x="2291289" y="1238475"/>
                </a:cubicBezTo>
                <a:moveTo>
                  <a:pt x="2418583" y="1232353"/>
                </a:moveTo>
                <a:cubicBezTo>
                  <a:pt x="2418583" y="1250661"/>
                  <a:pt x="2433424" y="1265502"/>
                  <a:pt x="2451732" y="1265502"/>
                </a:cubicBezTo>
                <a:cubicBezTo>
                  <a:pt x="2470040" y="1265502"/>
                  <a:pt x="2484881" y="1250661"/>
                  <a:pt x="2484881" y="1232353"/>
                </a:cubicBezTo>
                <a:cubicBezTo>
                  <a:pt x="2484881" y="1214045"/>
                  <a:pt x="2470040" y="1199204"/>
                  <a:pt x="2451732" y="1199204"/>
                </a:cubicBezTo>
                <a:cubicBezTo>
                  <a:pt x="2433424" y="1199204"/>
                  <a:pt x="2418583" y="1214045"/>
                  <a:pt x="2418583" y="1232353"/>
                </a:cubicBezTo>
                <a:moveTo>
                  <a:pt x="2545876" y="1232527"/>
                </a:moveTo>
                <a:cubicBezTo>
                  <a:pt x="2545876" y="1250834"/>
                  <a:pt x="2560718" y="1265676"/>
                  <a:pt x="2579026" y="1265676"/>
                </a:cubicBezTo>
                <a:cubicBezTo>
                  <a:pt x="2597334" y="1265676"/>
                  <a:pt x="2612175" y="1250834"/>
                  <a:pt x="2612175" y="1232527"/>
                </a:cubicBezTo>
                <a:cubicBezTo>
                  <a:pt x="2612175" y="1214219"/>
                  <a:pt x="2597334" y="1199377"/>
                  <a:pt x="2579026" y="1199377"/>
                </a:cubicBezTo>
                <a:cubicBezTo>
                  <a:pt x="2560718" y="1199377"/>
                  <a:pt x="2545876" y="1214219"/>
                  <a:pt x="2545876" y="1232527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324399"/>
                </a:moveTo>
                <a:cubicBezTo>
                  <a:pt x="2800464" y="1342707"/>
                  <a:pt x="2815306" y="1357549"/>
                  <a:pt x="2833614" y="1357549"/>
                </a:cubicBezTo>
                <a:cubicBezTo>
                  <a:pt x="2851921" y="1357549"/>
                  <a:pt x="2866763" y="1342707"/>
                  <a:pt x="2866763" y="1324399"/>
                </a:cubicBezTo>
                <a:cubicBezTo>
                  <a:pt x="2866763" y="1306091"/>
                  <a:pt x="2851921" y="1291250"/>
                  <a:pt x="2833614" y="1291250"/>
                </a:cubicBezTo>
                <a:cubicBezTo>
                  <a:pt x="2815306" y="1291250"/>
                  <a:pt x="2800464" y="1306091"/>
                  <a:pt x="2800464" y="1324399"/>
                </a:cubicBezTo>
                <a:close/>
              </a:path>
            </a:pathLst>
          </a:custGeom>
          <a:solidFill xmlns:a="http://schemas.openxmlformats.org/drawingml/2006/main">
            <a:srgbClr val="004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44E42B-8729-47F4-98E0-8BFE1560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1201656"/>
            <a:ext cx="2800464" cy="903885"/>
          </a:xfrm>
          <a:custGeom xmlns:a="http://schemas.openxmlformats.org/drawingml/2006/main">
            <a:pathLst>
              <a:path w="2800464" h="903885" fill="none">
                <a:moveTo>
                  <a:pt x="0" y="780719"/>
                </a:moveTo>
                <a:lnTo>
                  <a:pt x="127294" y="0"/>
                </a:lnTo>
                <a:lnTo>
                  <a:pt x="254588" y="761006"/>
                </a:lnTo>
                <a:lnTo>
                  <a:pt x="381881" y="478897"/>
                </a:lnTo>
                <a:lnTo>
                  <a:pt x="509175" y="636501"/>
                </a:lnTo>
                <a:lnTo>
                  <a:pt x="636469" y="475177"/>
                </a:lnTo>
                <a:lnTo>
                  <a:pt x="763763" y="655941"/>
                </a:lnTo>
                <a:lnTo>
                  <a:pt x="891057" y="493978"/>
                </a:lnTo>
                <a:lnTo>
                  <a:pt x="1018350" y="543959"/>
                </a:lnTo>
                <a:lnTo>
                  <a:pt x="1145644" y="497165"/>
                </a:lnTo>
                <a:lnTo>
                  <a:pt x="1272938" y="499467"/>
                </a:lnTo>
                <a:lnTo>
                  <a:pt x="1400232" y="460466"/>
                </a:lnTo>
                <a:lnTo>
                  <a:pt x="1527526" y="376554"/>
                </a:lnTo>
                <a:lnTo>
                  <a:pt x="1654819" y="506568"/>
                </a:lnTo>
                <a:lnTo>
                  <a:pt x="1782113" y="652023"/>
                </a:lnTo>
                <a:lnTo>
                  <a:pt x="1909407" y="648012"/>
                </a:lnTo>
                <a:lnTo>
                  <a:pt x="2036701" y="648483"/>
                </a:lnTo>
                <a:lnTo>
                  <a:pt x="2163995" y="648860"/>
                </a:lnTo>
                <a:lnTo>
                  <a:pt x="2291289" y="899545"/>
                </a:lnTo>
                <a:lnTo>
                  <a:pt x="2418582" y="894104"/>
                </a:lnTo>
                <a:lnTo>
                  <a:pt x="2545876" y="896006"/>
                </a:lnTo>
                <a:lnTo>
                  <a:pt x="2673170" y="151705"/>
                </a:lnTo>
                <a:lnTo>
                  <a:pt x="2800464" y="903885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45FF"/>
            </a:solidFill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9A1961-BC50-4F4C-9EDA-F07254A3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1168506"/>
            <a:ext cx="2866763" cy="970184"/>
          </a:xfrm>
          <a:custGeom xmlns:a="http://schemas.openxmlformats.org/drawingml/2006/main">
            <a:pathLst>
              <a:path w="2866763" h="970184">
                <a:moveTo>
                  <a:pt x="0" y="813869"/>
                </a:moveTo>
                <a:cubicBezTo>
                  <a:pt x="0" y="832177"/>
                  <a:pt x="14841" y="847018"/>
                  <a:pt x="33149" y="847018"/>
                </a:cubicBezTo>
                <a:cubicBezTo>
                  <a:pt x="51457" y="847018"/>
                  <a:pt x="66299" y="832177"/>
                  <a:pt x="66299" y="813869"/>
                </a:cubicBezTo>
                <a:cubicBezTo>
                  <a:pt x="66299" y="795561"/>
                  <a:pt x="51457" y="780719"/>
                  <a:pt x="33149" y="780719"/>
                </a:cubicBezTo>
                <a:cubicBezTo>
                  <a:pt x="14841" y="780719"/>
                  <a:pt x="0" y="795561"/>
                  <a:pt x="0" y="813869"/>
                </a:cubicBezTo>
                <a:moveTo>
                  <a:pt x="127294" y="33149"/>
                </a:moveTo>
                <a:cubicBezTo>
                  <a:pt x="127294" y="51457"/>
                  <a:pt x="142135" y="66299"/>
                  <a:pt x="160443" y="66299"/>
                </a:cubicBezTo>
                <a:cubicBezTo>
                  <a:pt x="178751" y="66299"/>
                  <a:pt x="193592" y="51457"/>
                  <a:pt x="193592" y="33149"/>
                </a:cubicBezTo>
                <a:cubicBezTo>
                  <a:pt x="193592" y="14841"/>
                  <a:pt x="178751" y="0"/>
                  <a:pt x="160443" y="0"/>
                </a:cubicBezTo>
                <a:cubicBezTo>
                  <a:pt x="142135" y="0"/>
                  <a:pt x="127294" y="14841"/>
                  <a:pt x="127294" y="33149"/>
                </a:cubicBezTo>
                <a:moveTo>
                  <a:pt x="254588" y="794155"/>
                </a:moveTo>
                <a:cubicBezTo>
                  <a:pt x="254588" y="812463"/>
                  <a:pt x="269429" y="827305"/>
                  <a:pt x="287737" y="827305"/>
                </a:cubicBezTo>
                <a:cubicBezTo>
                  <a:pt x="306045" y="827305"/>
                  <a:pt x="320886" y="812463"/>
                  <a:pt x="320886" y="794155"/>
                </a:cubicBezTo>
                <a:cubicBezTo>
                  <a:pt x="320886" y="775848"/>
                  <a:pt x="306045" y="761006"/>
                  <a:pt x="287737" y="761006"/>
                </a:cubicBezTo>
                <a:cubicBezTo>
                  <a:pt x="269429" y="761006"/>
                  <a:pt x="254588" y="775848"/>
                  <a:pt x="254588" y="794155"/>
                </a:cubicBezTo>
                <a:moveTo>
                  <a:pt x="381881" y="512047"/>
                </a:moveTo>
                <a:cubicBezTo>
                  <a:pt x="381881" y="530355"/>
                  <a:pt x="396723" y="545196"/>
                  <a:pt x="415031" y="545196"/>
                </a:cubicBezTo>
                <a:cubicBezTo>
                  <a:pt x="433339" y="545196"/>
                  <a:pt x="448180" y="530355"/>
                  <a:pt x="448180" y="512047"/>
                </a:cubicBezTo>
                <a:cubicBezTo>
                  <a:pt x="448180" y="493739"/>
                  <a:pt x="433339" y="478897"/>
                  <a:pt x="415031" y="478897"/>
                </a:cubicBezTo>
                <a:cubicBezTo>
                  <a:pt x="396723" y="478897"/>
                  <a:pt x="381881" y="493739"/>
                  <a:pt x="381881" y="512047"/>
                </a:cubicBezTo>
                <a:moveTo>
                  <a:pt x="509175" y="669651"/>
                </a:moveTo>
                <a:cubicBezTo>
                  <a:pt x="509175" y="687958"/>
                  <a:pt x="524017" y="702800"/>
                  <a:pt x="542324" y="702800"/>
                </a:cubicBezTo>
                <a:cubicBezTo>
                  <a:pt x="560632" y="702800"/>
                  <a:pt x="575474" y="687958"/>
                  <a:pt x="575474" y="669651"/>
                </a:cubicBezTo>
                <a:cubicBezTo>
                  <a:pt x="575474" y="651343"/>
                  <a:pt x="560632" y="636501"/>
                  <a:pt x="542324" y="636501"/>
                </a:cubicBezTo>
                <a:cubicBezTo>
                  <a:pt x="524017" y="636501"/>
                  <a:pt x="509175" y="651343"/>
                  <a:pt x="509175" y="669651"/>
                </a:cubicBezTo>
                <a:moveTo>
                  <a:pt x="636469" y="508326"/>
                </a:moveTo>
                <a:cubicBezTo>
                  <a:pt x="636469" y="526634"/>
                  <a:pt x="651310" y="541476"/>
                  <a:pt x="669618" y="541476"/>
                </a:cubicBezTo>
                <a:cubicBezTo>
                  <a:pt x="687926" y="541476"/>
                  <a:pt x="702768" y="526634"/>
                  <a:pt x="702768" y="508326"/>
                </a:cubicBezTo>
                <a:cubicBezTo>
                  <a:pt x="702768" y="490019"/>
                  <a:pt x="687926" y="475177"/>
                  <a:pt x="669618" y="475177"/>
                </a:cubicBezTo>
                <a:cubicBezTo>
                  <a:pt x="651310" y="475177"/>
                  <a:pt x="636469" y="490019"/>
                  <a:pt x="636469" y="508326"/>
                </a:cubicBezTo>
                <a:moveTo>
                  <a:pt x="763763" y="689091"/>
                </a:moveTo>
                <a:cubicBezTo>
                  <a:pt x="763763" y="707399"/>
                  <a:pt x="778604" y="722240"/>
                  <a:pt x="796912" y="722240"/>
                </a:cubicBezTo>
                <a:cubicBezTo>
                  <a:pt x="815220" y="722240"/>
                  <a:pt x="830061" y="707399"/>
                  <a:pt x="830061" y="689091"/>
                </a:cubicBezTo>
                <a:cubicBezTo>
                  <a:pt x="830061" y="670783"/>
                  <a:pt x="815220" y="655941"/>
                  <a:pt x="796912" y="655941"/>
                </a:cubicBezTo>
                <a:cubicBezTo>
                  <a:pt x="778604" y="655941"/>
                  <a:pt x="763763" y="670783"/>
                  <a:pt x="763763" y="689091"/>
                </a:cubicBezTo>
                <a:moveTo>
                  <a:pt x="891057" y="527128"/>
                </a:moveTo>
                <a:cubicBezTo>
                  <a:pt x="891057" y="545436"/>
                  <a:pt x="905898" y="560277"/>
                  <a:pt x="924206" y="560277"/>
                </a:cubicBezTo>
                <a:cubicBezTo>
                  <a:pt x="942514" y="560277"/>
                  <a:pt x="957356" y="545436"/>
                  <a:pt x="957356" y="527128"/>
                </a:cubicBezTo>
                <a:cubicBezTo>
                  <a:pt x="957356" y="508820"/>
                  <a:pt x="942514" y="493978"/>
                  <a:pt x="924206" y="493978"/>
                </a:cubicBezTo>
                <a:cubicBezTo>
                  <a:pt x="905898" y="493978"/>
                  <a:pt x="891057" y="508820"/>
                  <a:pt x="891057" y="527128"/>
                </a:cubicBezTo>
                <a:moveTo>
                  <a:pt x="1018350" y="577108"/>
                </a:moveTo>
                <a:cubicBezTo>
                  <a:pt x="1018350" y="595416"/>
                  <a:pt x="1033192" y="610258"/>
                  <a:pt x="1051500" y="610258"/>
                </a:cubicBezTo>
                <a:cubicBezTo>
                  <a:pt x="1069808" y="610258"/>
                  <a:pt x="1084649" y="595416"/>
                  <a:pt x="1084649" y="577108"/>
                </a:cubicBezTo>
                <a:cubicBezTo>
                  <a:pt x="1084649" y="558800"/>
                  <a:pt x="1069808" y="543959"/>
                  <a:pt x="1051500" y="543959"/>
                </a:cubicBezTo>
                <a:cubicBezTo>
                  <a:pt x="1033192" y="543959"/>
                  <a:pt x="1018350" y="558800"/>
                  <a:pt x="1018350" y="577108"/>
                </a:cubicBezTo>
                <a:moveTo>
                  <a:pt x="1145644" y="530314"/>
                </a:moveTo>
                <a:cubicBezTo>
                  <a:pt x="1145644" y="548622"/>
                  <a:pt x="1160486" y="563464"/>
                  <a:pt x="1178793" y="563464"/>
                </a:cubicBezTo>
                <a:cubicBezTo>
                  <a:pt x="1197101" y="563464"/>
                  <a:pt x="1211943" y="548622"/>
                  <a:pt x="1211943" y="530314"/>
                </a:cubicBezTo>
                <a:cubicBezTo>
                  <a:pt x="1211943" y="512006"/>
                  <a:pt x="1197101" y="497165"/>
                  <a:pt x="1178793" y="497165"/>
                </a:cubicBezTo>
                <a:cubicBezTo>
                  <a:pt x="1160486" y="497165"/>
                  <a:pt x="1145644" y="512006"/>
                  <a:pt x="1145644" y="530314"/>
                </a:cubicBezTo>
                <a:moveTo>
                  <a:pt x="1272938" y="532616"/>
                </a:moveTo>
                <a:cubicBezTo>
                  <a:pt x="1272938" y="550924"/>
                  <a:pt x="1287780" y="565766"/>
                  <a:pt x="1306087" y="565766"/>
                </a:cubicBezTo>
                <a:cubicBezTo>
                  <a:pt x="1324395" y="565766"/>
                  <a:pt x="1339237" y="550924"/>
                  <a:pt x="1339237" y="532616"/>
                </a:cubicBezTo>
                <a:cubicBezTo>
                  <a:pt x="1339237" y="514308"/>
                  <a:pt x="1324395" y="499467"/>
                  <a:pt x="1306087" y="499467"/>
                </a:cubicBezTo>
                <a:cubicBezTo>
                  <a:pt x="1287780" y="499467"/>
                  <a:pt x="1272938" y="514308"/>
                  <a:pt x="1272938" y="532616"/>
                </a:cubicBezTo>
                <a:moveTo>
                  <a:pt x="1400232" y="493615"/>
                </a:moveTo>
                <a:cubicBezTo>
                  <a:pt x="1400232" y="511923"/>
                  <a:pt x="1415073" y="526765"/>
                  <a:pt x="1433381" y="526765"/>
                </a:cubicBezTo>
                <a:cubicBezTo>
                  <a:pt x="1451689" y="526765"/>
                  <a:pt x="1466531" y="511923"/>
                  <a:pt x="1466531" y="493615"/>
                </a:cubicBezTo>
                <a:cubicBezTo>
                  <a:pt x="1466531" y="475307"/>
                  <a:pt x="1451689" y="460466"/>
                  <a:pt x="1433381" y="460466"/>
                </a:cubicBezTo>
                <a:cubicBezTo>
                  <a:pt x="1415073" y="460466"/>
                  <a:pt x="1400232" y="475307"/>
                  <a:pt x="1400232" y="493615"/>
                </a:cubicBezTo>
                <a:moveTo>
                  <a:pt x="1527526" y="409703"/>
                </a:moveTo>
                <a:cubicBezTo>
                  <a:pt x="1527526" y="428011"/>
                  <a:pt x="1542367" y="442853"/>
                  <a:pt x="1560675" y="442853"/>
                </a:cubicBezTo>
                <a:cubicBezTo>
                  <a:pt x="1578983" y="442853"/>
                  <a:pt x="1593825" y="428011"/>
                  <a:pt x="1593825" y="409703"/>
                </a:cubicBezTo>
                <a:cubicBezTo>
                  <a:pt x="1593825" y="391395"/>
                  <a:pt x="1578983" y="376554"/>
                  <a:pt x="1560675" y="376554"/>
                </a:cubicBezTo>
                <a:cubicBezTo>
                  <a:pt x="1542367" y="376554"/>
                  <a:pt x="1527526" y="391395"/>
                  <a:pt x="1527526" y="409703"/>
                </a:cubicBezTo>
                <a:moveTo>
                  <a:pt x="1654819" y="539717"/>
                </a:moveTo>
                <a:cubicBezTo>
                  <a:pt x="1654819" y="558025"/>
                  <a:pt x="1669661" y="572867"/>
                  <a:pt x="1687969" y="572867"/>
                </a:cubicBezTo>
                <a:cubicBezTo>
                  <a:pt x="1706276" y="572867"/>
                  <a:pt x="1721118" y="558025"/>
                  <a:pt x="1721118" y="539717"/>
                </a:cubicBezTo>
                <a:cubicBezTo>
                  <a:pt x="1721118" y="521409"/>
                  <a:pt x="1706276" y="506568"/>
                  <a:pt x="1687969" y="506568"/>
                </a:cubicBezTo>
                <a:cubicBezTo>
                  <a:pt x="1669661" y="506568"/>
                  <a:pt x="1654819" y="521409"/>
                  <a:pt x="1654819" y="539717"/>
                </a:cubicBezTo>
                <a:moveTo>
                  <a:pt x="1782113" y="685173"/>
                </a:moveTo>
                <a:cubicBezTo>
                  <a:pt x="1782113" y="703481"/>
                  <a:pt x="1796955" y="718322"/>
                  <a:pt x="1815263" y="718322"/>
                </a:cubicBezTo>
                <a:cubicBezTo>
                  <a:pt x="1833571" y="718322"/>
                  <a:pt x="1848412" y="703481"/>
                  <a:pt x="1848412" y="685173"/>
                </a:cubicBezTo>
                <a:cubicBezTo>
                  <a:pt x="1848412" y="666865"/>
                  <a:pt x="1833571" y="652023"/>
                  <a:pt x="1815263" y="652023"/>
                </a:cubicBezTo>
                <a:cubicBezTo>
                  <a:pt x="1796955" y="652023"/>
                  <a:pt x="1782113" y="666865"/>
                  <a:pt x="1782113" y="685173"/>
                </a:cubicBezTo>
                <a:moveTo>
                  <a:pt x="1909407" y="681161"/>
                </a:moveTo>
                <a:cubicBezTo>
                  <a:pt x="1909407" y="699469"/>
                  <a:pt x="1924249" y="714311"/>
                  <a:pt x="1942557" y="714311"/>
                </a:cubicBezTo>
                <a:cubicBezTo>
                  <a:pt x="1960865" y="714311"/>
                  <a:pt x="1975706" y="699469"/>
                  <a:pt x="1975706" y="681161"/>
                </a:cubicBezTo>
                <a:cubicBezTo>
                  <a:pt x="1975706" y="662853"/>
                  <a:pt x="1960865" y="648012"/>
                  <a:pt x="1942557" y="648012"/>
                </a:cubicBezTo>
                <a:cubicBezTo>
                  <a:pt x="1924249" y="648012"/>
                  <a:pt x="1909407" y="662853"/>
                  <a:pt x="1909407" y="681161"/>
                </a:cubicBezTo>
                <a:moveTo>
                  <a:pt x="2036701" y="681633"/>
                </a:moveTo>
                <a:cubicBezTo>
                  <a:pt x="2036701" y="699941"/>
                  <a:pt x="2051543" y="714782"/>
                  <a:pt x="2069850" y="714782"/>
                </a:cubicBezTo>
                <a:cubicBezTo>
                  <a:pt x="2088159" y="714782"/>
                  <a:pt x="2103000" y="699941"/>
                  <a:pt x="2103000" y="681633"/>
                </a:cubicBezTo>
                <a:cubicBezTo>
                  <a:pt x="2103000" y="663325"/>
                  <a:pt x="2088159" y="648483"/>
                  <a:pt x="2069850" y="648483"/>
                </a:cubicBezTo>
                <a:cubicBezTo>
                  <a:pt x="2051543" y="648483"/>
                  <a:pt x="2036701" y="663325"/>
                  <a:pt x="2036701" y="681633"/>
                </a:cubicBezTo>
                <a:moveTo>
                  <a:pt x="2163995" y="682010"/>
                </a:moveTo>
                <a:cubicBezTo>
                  <a:pt x="2163995" y="700318"/>
                  <a:pt x="2178836" y="715159"/>
                  <a:pt x="2197144" y="715159"/>
                </a:cubicBezTo>
                <a:cubicBezTo>
                  <a:pt x="2215452" y="715159"/>
                  <a:pt x="2230294" y="700318"/>
                  <a:pt x="2230294" y="682010"/>
                </a:cubicBezTo>
                <a:cubicBezTo>
                  <a:pt x="2230294" y="663702"/>
                  <a:pt x="2215452" y="648860"/>
                  <a:pt x="2197144" y="648860"/>
                </a:cubicBezTo>
                <a:cubicBezTo>
                  <a:pt x="2178836" y="648860"/>
                  <a:pt x="2163995" y="663702"/>
                  <a:pt x="2163995" y="682010"/>
                </a:cubicBezTo>
                <a:moveTo>
                  <a:pt x="2291289" y="932694"/>
                </a:moveTo>
                <a:cubicBezTo>
                  <a:pt x="2291289" y="951002"/>
                  <a:pt x="2306130" y="965844"/>
                  <a:pt x="2324438" y="965844"/>
                </a:cubicBezTo>
                <a:cubicBezTo>
                  <a:pt x="2342746" y="965844"/>
                  <a:pt x="2357587" y="951002"/>
                  <a:pt x="2357587" y="932694"/>
                </a:cubicBezTo>
                <a:cubicBezTo>
                  <a:pt x="2357587" y="914386"/>
                  <a:pt x="2342746" y="899545"/>
                  <a:pt x="2324438" y="899545"/>
                </a:cubicBezTo>
                <a:cubicBezTo>
                  <a:pt x="2306130" y="899545"/>
                  <a:pt x="2291289" y="914386"/>
                  <a:pt x="2291289" y="932694"/>
                </a:cubicBezTo>
                <a:moveTo>
                  <a:pt x="2418582" y="927254"/>
                </a:moveTo>
                <a:cubicBezTo>
                  <a:pt x="2418582" y="945562"/>
                  <a:pt x="2433424" y="960403"/>
                  <a:pt x="2451732" y="960403"/>
                </a:cubicBezTo>
                <a:cubicBezTo>
                  <a:pt x="2470040" y="960403"/>
                  <a:pt x="2484881" y="945562"/>
                  <a:pt x="2484881" y="927254"/>
                </a:cubicBezTo>
                <a:cubicBezTo>
                  <a:pt x="2484881" y="908946"/>
                  <a:pt x="2470040" y="894104"/>
                  <a:pt x="2451732" y="894104"/>
                </a:cubicBezTo>
                <a:cubicBezTo>
                  <a:pt x="2433424" y="894104"/>
                  <a:pt x="2418582" y="908946"/>
                  <a:pt x="2418582" y="927254"/>
                </a:cubicBezTo>
                <a:moveTo>
                  <a:pt x="2545876" y="929156"/>
                </a:moveTo>
                <a:cubicBezTo>
                  <a:pt x="2545876" y="947463"/>
                  <a:pt x="2560718" y="962305"/>
                  <a:pt x="2579026" y="962305"/>
                </a:cubicBezTo>
                <a:cubicBezTo>
                  <a:pt x="2597334" y="962305"/>
                  <a:pt x="2612175" y="947463"/>
                  <a:pt x="2612175" y="929156"/>
                </a:cubicBezTo>
                <a:cubicBezTo>
                  <a:pt x="2612175" y="910848"/>
                  <a:pt x="2597334" y="896006"/>
                  <a:pt x="2579026" y="896006"/>
                </a:cubicBezTo>
                <a:cubicBezTo>
                  <a:pt x="2560718" y="896006"/>
                  <a:pt x="2545876" y="910848"/>
                  <a:pt x="2545876" y="929156"/>
                </a:cubicBezTo>
                <a:moveTo>
                  <a:pt x="2673170" y="184854"/>
                </a:moveTo>
                <a:cubicBezTo>
                  <a:pt x="2673170" y="203162"/>
                  <a:pt x="2688012" y="218004"/>
                  <a:pt x="2706319" y="218004"/>
                </a:cubicBezTo>
                <a:cubicBezTo>
                  <a:pt x="2724628" y="218004"/>
                  <a:pt x="2739469" y="203162"/>
                  <a:pt x="2739469" y="184854"/>
                </a:cubicBezTo>
                <a:cubicBezTo>
                  <a:pt x="2739469" y="166546"/>
                  <a:pt x="2724628" y="151705"/>
                  <a:pt x="2706319" y="151705"/>
                </a:cubicBezTo>
                <a:cubicBezTo>
                  <a:pt x="2688012" y="151705"/>
                  <a:pt x="2673170" y="166546"/>
                  <a:pt x="2673170" y="184854"/>
                </a:cubicBezTo>
                <a:moveTo>
                  <a:pt x="2800464" y="937035"/>
                </a:moveTo>
                <a:cubicBezTo>
                  <a:pt x="2800464" y="955343"/>
                  <a:pt x="2815306" y="970184"/>
                  <a:pt x="2833613" y="970184"/>
                </a:cubicBezTo>
                <a:cubicBezTo>
                  <a:pt x="2851922" y="970184"/>
                  <a:pt x="2866763" y="955343"/>
                  <a:pt x="2866763" y="937035"/>
                </a:cubicBezTo>
                <a:cubicBezTo>
                  <a:pt x="2866763" y="918727"/>
                  <a:pt x="2851922" y="903885"/>
                  <a:pt x="2833613" y="903885"/>
                </a:cubicBezTo>
                <a:cubicBezTo>
                  <a:pt x="2815306" y="903885"/>
                  <a:pt x="2800464" y="918727"/>
                  <a:pt x="2800464" y="937035"/>
                </a:cubicBezTo>
                <a:close/>
              </a:path>
            </a:pathLst>
          </a:custGeom>
          <a:solidFill xmlns:a="http://schemas.openxmlformats.org/drawingml/2006/main">
            <a:srgbClr val="004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6FB342-2944-4194-8CA0-F1E2EE33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2787182"/>
            <a:ext cx="2800464" cy="1371272"/>
          </a:xfrm>
          <a:custGeom xmlns:a="http://schemas.openxmlformats.org/drawingml/2006/main">
            <a:pathLst>
              <a:path w="2800464" h="1371272" fill="none">
                <a:moveTo>
                  <a:pt x="0" y="1148453"/>
                </a:moveTo>
                <a:lnTo>
                  <a:pt x="127294" y="772278"/>
                </a:lnTo>
                <a:lnTo>
                  <a:pt x="254588" y="1156704"/>
                </a:lnTo>
                <a:lnTo>
                  <a:pt x="381881" y="680392"/>
                </a:lnTo>
                <a:lnTo>
                  <a:pt x="509175" y="676394"/>
                </a:lnTo>
                <a:lnTo>
                  <a:pt x="636469" y="675916"/>
                </a:lnTo>
                <a:lnTo>
                  <a:pt x="763763" y="715273"/>
                </a:lnTo>
                <a:lnTo>
                  <a:pt x="891057" y="604453"/>
                </a:lnTo>
                <a:lnTo>
                  <a:pt x="1018351" y="672027"/>
                </a:lnTo>
                <a:lnTo>
                  <a:pt x="1145644" y="740866"/>
                </a:lnTo>
                <a:lnTo>
                  <a:pt x="1272938" y="739343"/>
                </a:lnTo>
                <a:lnTo>
                  <a:pt x="1400232" y="602238"/>
                </a:lnTo>
                <a:lnTo>
                  <a:pt x="1527526" y="545495"/>
                </a:lnTo>
                <a:lnTo>
                  <a:pt x="1654820" y="625999"/>
                </a:lnTo>
                <a:lnTo>
                  <a:pt x="1782114" y="766065"/>
                </a:lnTo>
                <a:lnTo>
                  <a:pt x="1909407" y="764135"/>
                </a:lnTo>
                <a:lnTo>
                  <a:pt x="2036701" y="766028"/>
                </a:lnTo>
                <a:lnTo>
                  <a:pt x="2163995" y="770790"/>
                </a:lnTo>
                <a:lnTo>
                  <a:pt x="2291289" y="1291443"/>
                </a:lnTo>
                <a:lnTo>
                  <a:pt x="2418583" y="1285838"/>
                </a:lnTo>
                <a:lnTo>
                  <a:pt x="2545876" y="1289395"/>
                </a:lnTo>
                <a:lnTo>
                  <a:pt x="2673170" y="0"/>
                </a:lnTo>
                <a:lnTo>
                  <a:pt x="2800464" y="1371272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45FF"/>
            </a:solidFill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AFFAD0-26C9-4BE7-A789-D8CA6A0E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2754033"/>
            <a:ext cx="2866763" cy="1437571"/>
          </a:xfrm>
          <a:custGeom xmlns:a="http://schemas.openxmlformats.org/drawingml/2006/main">
            <a:pathLst>
              <a:path w="2866763" h="1437571">
                <a:moveTo>
                  <a:pt x="0" y="1181602"/>
                </a:moveTo>
                <a:cubicBezTo>
                  <a:pt x="0" y="1199910"/>
                  <a:pt x="14841" y="1214752"/>
                  <a:pt x="33149" y="1214752"/>
                </a:cubicBezTo>
                <a:cubicBezTo>
                  <a:pt x="51457" y="1214752"/>
                  <a:pt x="66299" y="1199910"/>
                  <a:pt x="66299" y="1181602"/>
                </a:cubicBezTo>
                <a:cubicBezTo>
                  <a:pt x="66299" y="1163295"/>
                  <a:pt x="51457" y="1148453"/>
                  <a:pt x="33149" y="1148453"/>
                </a:cubicBezTo>
                <a:cubicBezTo>
                  <a:pt x="14841" y="1148453"/>
                  <a:pt x="0" y="1163295"/>
                  <a:pt x="0" y="1181602"/>
                </a:cubicBezTo>
                <a:moveTo>
                  <a:pt x="127294" y="805427"/>
                </a:moveTo>
                <a:cubicBezTo>
                  <a:pt x="127294" y="823735"/>
                  <a:pt x="142135" y="838577"/>
                  <a:pt x="160443" y="838577"/>
                </a:cubicBezTo>
                <a:cubicBezTo>
                  <a:pt x="178751" y="838577"/>
                  <a:pt x="193593" y="823735"/>
                  <a:pt x="193593" y="805427"/>
                </a:cubicBezTo>
                <a:cubicBezTo>
                  <a:pt x="193593" y="787119"/>
                  <a:pt x="178751" y="772278"/>
                  <a:pt x="160443" y="772278"/>
                </a:cubicBezTo>
                <a:cubicBezTo>
                  <a:pt x="142135" y="772278"/>
                  <a:pt x="127294" y="787119"/>
                  <a:pt x="127294" y="805427"/>
                </a:cubicBezTo>
                <a:moveTo>
                  <a:pt x="254588" y="1189853"/>
                </a:moveTo>
                <a:cubicBezTo>
                  <a:pt x="254588" y="1208161"/>
                  <a:pt x="269429" y="1223003"/>
                  <a:pt x="287737" y="1223003"/>
                </a:cubicBezTo>
                <a:cubicBezTo>
                  <a:pt x="306045" y="1223003"/>
                  <a:pt x="320886" y="1208161"/>
                  <a:pt x="320886" y="1189853"/>
                </a:cubicBezTo>
                <a:cubicBezTo>
                  <a:pt x="320886" y="1171545"/>
                  <a:pt x="306045" y="1156704"/>
                  <a:pt x="287737" y="1156704"/>
                </a:cubicBezTo>
                <a:cubicBezTo>
                  <a:pt x="269429" y="1156704"/>
                  <a:pt x="254588" y="1171545"/>
                  <a:pt x="254588" y="1189853"/>
                </a:cubicBezTo>
                <a:moveTo>
                  <a:pt x="381881" y="713542"/>
                </a:moveTo>
                <a:cubicBezTo>
                  <a:pt x="381881" y="731850"/>
                  <a:pt x="396723" y="746691"/>
                  <a:pt x="415031" y="746691"/>
                </a:cubicBezTo>
                <a:cubicBezTo>
                  <a:pt x="433339" y="746691"/>
                  <a:pt x="448180" y="731850"/>
                  <a:pt x="448180" y="713542"/>
                </a:cubicBezTo>
                <a:cubicBezTo>
                  <a:pt x="448180" y="695234"/>
                  <a:pt x="433339" y="680392"/>
                  <a:pt x="415031" y="680392"/>
                </a:cubicBezTo>
                <a:cubicBezTo>
                  <a:pt x="396723" y="680392"/>
                  <a:pt x="381881" y="695234"/>
                  <a:pt x="381881" y="713542"/>
                </a:cubicBezTo>
                <a:moveTo>
                  <a:pt x="509175" y="709543"/>
                </a:moveTo>
                <a:cubicBezTo>
                  <a:pt x="509175" y="727851"/>
                  <a:pt x="524017" y="742693"/>
                  <a:pt x="542325" y="742693"/>
                </a:cubicBezTo>
                <a:cubicBezTo>
                  <a:pt x="560633" y="742693"/>
                  <a:pt x="575474" y="727851"/>
                  <a:pt x="575474" y="709543"/>
                </a:cubicBezTo>
                <a:cubicBezTo>
                  <a:pt x="575474" y="691235"/>
                  <a:pt x="560633" y="676394"/>
                  <a:pt x="542325" y="676394"/>
                </a:cubicBezTo>
                <a:cubicBezTo>
                  <a:pt x="524017" y="676394"/>
                  <a:pt x="509175" y="691235"/>
                  <a:pt x="509175" y="709543"/>
                </a:cubicBezTo>
                <a:moveTo>
                  <a:pt x="636469" y="709065"/>
                </a:moveTo>
                <a:cubicBezTo>
                  <a:pt x="636469" y="727373"/>
                  <a:pt x="651311" y="742215"/>
                  <a:pt x="669619" y="742215"/>
                </a:cubicBezTo>
                <a:cubicBezTo>
                  <a:pt x="687926" y="742215"/>
                  <a:pt x="702768" y="727373"/>
                  <a:pt x="702768" y="709065"/>
                </a:cubicBezTo>
                <a:cubicBezTo>
                  <a:pt x="702768" y="690757"/>
                  <a:pt x="687926" y="675916"/>
                  <a:pt x="669619" y="675916"/>
                </a:cubicBezTo>
                <a:cubicBezTo>
                  <a:pt x="651311" y="675916"/>
                  <a:pt x="636469" y="690757"/>
                  <a:pt x="636469" y="709065"/>
                </a:cubicBezTo>
                <a:moveTo>
                  <a:pt x="763763" y="748422"/>
                </a:moveTo>
                <a:cubicBezTo>
                  <a:pt x="763763" y="766730"/>
                  <a:pt x="778605" y="781571"/>
                  <a:pt x="796912" y="781571"/>
                </a:cubicBezTo>
                <a:cubicBezTo>
                  <a:pt x="815220" y="781571"/>
                  <a:pt x="830062" y="766730"/>
                  <a:pt x="830062" y="748422"/>
                </a:cubicBezTo>
                <a:cubicBezTo>
                  <a:pt x="830062" y="730114"/>
                  <a:pt x="815220" y="715273"/>
                  <a:pt x="796912" y="715273"/>
                </a:cubicBezTo>
                <a:cubicBezTo>
                  <a:pt x="778605" y="715273"/>
                  <a:pt x="763763" y="730114"/>
                  <a:pt x="763763" y="748422"/>
                </a:cubicBezTo>
                <a:moveTo>
                  <a:pt x="891057" y="637603"/>
                </a:moveTo>
                <a:cubicBezTo>
                  <a:pt x="891057" y="655911"/>
                  <a:pt x="905898" y="670752"/>
                  <a:pt x="924206" y="670752"/>
                </a:cubicBezTo>
                <a:cubicBezTo>
                  <a:pt x="942514" y="670752"/>
                  <a:pt x="957356" y="655911"/>
                  <a:pt x="957356" y="637603"/>
                </a:cubicBezTo>
                <a:cubicBezTo>
                  <a:pt x="957356" y="619295"/>
                  <a:pt x="942514" y="604453"/>
                  <a:pt x="924206" y="604453"/>
                </a:cubicBezTo>
                <a:cubicBezTo>
                  <a:pt x="905898" y="604453"/>
                  <a:pt x="891057" y="619295"/>
                  <a:pt x="891057" y="637603"/>
                </a:cubicBezTo>
                <a:moveTo>
                  <a:pt x="1018351" y="705177"/>
                </a:moveTo>
                <a:cubicBezTo>
                  <a:pt x="1018351" y="723485"/>
                  <a:pt x="1033192" y="738326"/>
                  <a:pt x="1051500" y="738326"/>
                </a:cubicBezTo>
                <a:cubicBezTo>
                  <a:pt x="1069808" y="738326"/>
                  <a:pt x="1084650" y="723485"/>
                  <a:pt x="1084650" y="705177"/>
                </a:cubicBezTo>
                <a:cubicBezTo>
                  <a:pt x="1084650" y="686869"/>
                  <a:pt x="1069808" y="672027"/>
                  <a:pt x="1051500" y="672027"/>
                </a:cubicBezTo>
                <a:cubicBezTo>
                  <a:pt x="1033192" y="672027"/>
                  <a:pt x="1018351" y="686869"/>
                  <a:pt x="1018351" y="705177"/>
                </a:cubicBezTo>
                <a:moveTo>
                  <a:pt x="1145644" y="774016"/>
                </a:moveTo>
                <a:cubicBezTo>
                  <a:pt x="1145644" y="792324"/>
                  <a:pt x="1160486" y="807165"/>
                  <a:pt x="1178794" y="807165"/>
                </a:cubicBezTo>
                <a:cubicBezTo>
                  <a:pt x="1197102" y="807165"/>
                  <a:pt x="1211943" y="792324"/>
                  <a:pt x="1211943" y="774016"/>
                </a:cubicBezTo>
                <a:cubicBezTo>
                  <a:pt x="1211943" y="755708"/>
                  <a:pt x="1197102" y="740866"/>
                  <a:pt x="1178794" y="740866"/>
                </a:cubicBezTo>
                <a:cubicBezTo>
                  <a:pt x="1160486" y="740866"/>
                  <a:pt x="1145644" y="755708"/>
                  <a:pt x="1145644" y="774016"/>
                </a:cubicBezTo>
                <a:moveTo>
                  <a:pt x="1272938" y="772492"/>
                </a:moveTo>
                <a:cubicBezTo>
                  <a:pt x="1272938" y="790800"/>
                  <a:pt x="1287780" y="805642"/>
                  <a:pt x="1306088" y="805642"/>
                </a:cubicBezTo>
                <a:cubicBezTo>
                  <a:pt x="1324395" y="805642"/>
                  <a:pt x="1339237" y="790800"/>
                  <a:pt x="1339237" y="772492"/>
                </a:cubicBezTo>
                <a:cubicBezTo>
                  <a:pt x="1339237" y="754184"/>
                  <a:pt x="1324395" y="739343"/>
                  <a:pt x="1306088" y="739343"/>
                </a:cubicBezTo>
                <a:cubicBezTo>
                  <a:pt x="1287780" y="739343"/>
                  <a:pt x="1272938" y="754184"/>
                  <a:pt x="1272938" y="772492"/>
                </a:cubicBezTo>
                <a:moveTo>
                  <a:pt x="1400232" y="635387"/>
                </a:moveTo>
                <a:cubicBezTo>
                  <a:pt x="1400232" y="653695"/>
                  <a:pt x="1415074" y="668536"/>
                  <a:pt x="1433381" y="668536"/>
                </a:cubicBezTo>
                <a:cubicBezTo>
                  <a:pt x="1451689" y="668536"/>
                  <a:pt x="1466531" y="653695"/>
                  <a:pt x="1466531" y="635387"/>
                </a:cubicBezTo>
                <a:cubicBezTo>
                  <a:pt x="1466531" y="617079"/>
                  <a:pt x="1451689" y="602238"/>
                  <a:pt x="1433381" y="602238"/>
                </a:cubicBezTo>
                <a:cubicBezTo>
                  <a:pt x="1415074" y="602238"/>
                  <a:pt x="1400232" y="617079"/>
                  <a:pt x="1400232" y="635387"/>
                </a:cubicBezTo>
                <a:moveTo>
                  <a:pt x="1527526" y="578644"/>
                </a:moveTo>
                <a:cubicBezTo>
                  <a:pt x="1527526" y="596952"/>
                  <a:pt x="1542367" y="611793"/>
                  <a:pt x="1560675" y="611793"/>
                </a:cubicBezTo>
                <a:cubicBezTo>
                  <a:pt x="1578983" y="611793"/>
                  <a:pt x="1593825" y="596952"/>
                  <a:pt x="1593825" y="578644"/>
                </a:cubicBezTo>
                <a:cubicBezTo>
                  <a:pt x="1593825" y="560336"/>
                  <a:pt x="1578983" y="545495"/>
                  <a:pt x="1560675" y="545495"/>
                </a:cubicBezTo>
                <a:cubicBezTo>
                  <a:pt x="1542367" y="545495"/>
                  <a:pt x="1527526" y="560336"/>
                  <a:pt x="1527526" y="578644"/>
                </a:cubicBezTo>
                <a:moveTo>
                  <a:pt x="1654820" y="659148"/>
                </a:moveTo>
                <a:cubicBezTo>
                  <a:pt x="1654820" y="677456"/>
                  <a:pt x="1669661" y="692298"/>
                  <a:pt x="1687969" y="692298"/>
                </a:cubicBezTo>
                <a:cubicBezTo>
                  <a:pt x="1706277" y="692298"/>
                  <a:pt x="1721119" y="677456"/>
                  <a:pt x="1721119" y="659148"/>
                </a:cubicBezTo>
                <a:cubicBezTo>
                  <a:pt x="1721119" y="640840"/>
                  <a:pt x="1706277" y="625999"/>
                  <a:pt x="1687969" y="625999"/>
                </a:cubicBezTo>
                <a:cubicBezTo>
                  <a:pt x="1669661" y="625999"/>
                  <a:pt x="1654820" y="640840"/>
                  <a:pt x="1654820" y="659148"/>
                </a:cubicBezTo>
                <a:moveTo>
                  <a:pt x="1782114" y="799215"/>
                </a:moveTo>
                <a:cubicBezTo>
                  <a:pt x="1782114" y="817522"/>
                  <a:pt x="1796955" y="832364"/>
                  <a:pt x="1815263" y="832364"/>
                </a:cubicBezTo>
                <a:cubicBezTo>
                  <a:pt x="1833571" y="832364"/>
                  <a:pt x="1848412" y="817522"/>
                  <a:pt x="1848412" y="799215"/>
                </a:cubicBezTo>
                <a:cubicBezTo>
                  <a:pt x="1848412" y="780907"/>
                  <a:pt x="1833571" y="766065"/>
                  <a:pt x="1815263" y="766065"/>
                </a:cubicBezTo>
                <a:cubicBezTo>
                  <a:pt x="1796955" y="766065"/>
                  <a:pt x="1782114" y="780907"/>
                  <a:pt x="1782114" y="799215"/>
                </a:cubicBezTo>
                <a:moveTo>
                  <a:pt x="1909407" y="797284"/>
                </a:moveTo>
                <a:cubicBezTo>
                  <a:pt x="1909407" y="815592"/>
                  <a:pt x="1924249" y="830434"/>
                  <a:pt x="1942557" y="830434"/>
                </a:cubicBezTo>
                <a:cubicBezTo>
                  <a:pt x="1960865" y="830434"/>
                  <a:pt x="1975706" y="815592"/>
                  <a:pt x="1975706" y="797284"/>
                </a:cubicBezTo>
                <a:cubicBezTo>
                  <a:pt x="1975706" y="778977"/>
                  <a:pt x="1960865" y="764135"/>
                  <a:pt x="1942557" y="764135"/>
                </a:cubicBezTo>
                <a:cubicBezTo>
                  <a:pt x="1924249" y="764135"/>
                  <a:pt x="1909407" y="778977"/>
                  <a:pt x="1909407" y="797284"/>
                </a:cubicBezTo>
                <a:moveTo>
                  <a:pt x="2036701" y="799178"/>
                </a:moveTo>
                <a:cubicBezTo>
                  <a:pt x="2036701" y="817485"/>
                  <a:pt x="2051543" y="832327"/>
                  <a:pt x="2069851" y="832327"/>
                </a:cubicBezTo>
                <a:cubicBezTo>
                  <a:pt x="2088159" y="832327"/>
                  <a:pt x="2103000" y="817485"/>
                  <a:pt x="2103000" y="799178"/>
                </a:cubicBezTo>
                <a:cubicBezTo>
                  <a:pt x="2103000" y="780870"/>
                  <a:pt x="2088159" y="766028"/>
                  <a:pt x="2069851" y="766028"/>
                </a:cubicBezTo>
                <a:cubicBezTo>
                  <a:pt x="2051543" y="766028"/>
                  <a:pt x="2036701" y="780870"/>
                  <a:pt x="2036701" y="799178"/>
                </a:cubicBezTo>
                <a:moveTo>
                  <a:pt x="2163995" y="803940"/>
                </a:moveTo>
                <a:cubicBezTo>
                  <a:pt x="2163995" y="822247"/>
                  <a:pt x="2178837" y="837089"/>
                  <a:pt x="2197144" y="837089"/>
                </a:cubicBezTo>
                <a:cubicBezTo>
                  <a:pt x="2215452" y="837089"/>
                  <a:pt x="2230294" y="822247"/>
                  <a:pt x="2230294" y="803940"/>
                </a:cubicBezTo>
                <a:cubicBezTo>
                  <a:pt x="2230294" y="785632"/>
                  <a:pt x="2215452" y="770790"/>
                  <a:pt x="2197144" y="770790"/>
                </a:cubicBezTo>
                <a:cubicBezTo>
                  <a:pt x="2178837" y="770790"/>
                  <a:pt x="2163995" y="785632"/>
                  <a:pt x="2163995" y="803940"/>
                </a:cubicBezTo>
                <a:moveTo>
                  <a:pt x="2291289" y="1324592"/>
                </a:moveTo>
                <a:cubicBezTo>
                  <a:pt x="2291289" y="1342900"/>
                  <a:pt x="2306130" y="1357741"/>
                  <a:pt x="2324438" y="1357741"/>
                </a:cubicBezTo>
                <a:cubicBezTo>
                  <a:pt x="2342746" y="1357741"/>
                  <a:pt x="2357588" y="1342900"/>
                  <a:pt x="2357588" y="1324592"/>
                </a:cubicBezTo>
                <a:cubicBezTo>
                  <a:pt x="2357588" y="1306284"/>
                  <a:pt x="2342746" y="1291443"/>
                  <a:pt x="2324438" y="1291443"/>
                </a:cubicBezTo>
                <a:cubicBezTo>
                  <a:pt x="2306130" y="1291443"/>
                  <a:pt x="2291289" y="1306284"/>
                  <a:pt x="2291289" y="1324592"/>
                </a:cubicBezTo>
                <a:moveTo>
                  <a:pt x="2418583" y="1318987"/>
                </a:moveTo>
                <a:cubicBezTo>
                  <a:pt x="2418583" y="1337295"/>
                  <a:pt x="2433424" y="1352137"/>
                  <a:pt x="2451732" y="1352137"/>
                </a:cubicBezTo>
                <a:cubicBezTo>
                  <a:pt x="2470040" y="1352137"/>
                  <a:pt x="2484881" y="1337295"/>
                  <a:pt x="2484881" y="1318987"/>
                </a:cubicBezTo>
                <a:cubicBezTo>
                  <a:pt x="2484881" y="1300679"/>
                  <a:pt x="2470040" y="1285838"/>
                  <a:pt x="2451732" y="1285838"/>
                </a:cubicBezTo>
                <a:cubicBezTo>
                  <a:pt x="2433424" y="1285838"/>
                  <a:pt x="2418583" y="1300679"/>
                  <a:pt x="2418583" y="1318987"/>
                </a:cubicBezTo>
                <a:moveTo>
                  <a:pt x="2545876" y="1322545"/>
                </a:moveTo>
                <a:cubicBezTo>
                  <a:pt x="2545876" y="1340852"/>
                  <a:pt x="2560718" y="1355694"/>
                  <a:pt x="2579026" y="1355694"/>
                </a:cubicBezTo>
                <a:cubicBezTo>
                  <a:pt x="2597334" y="1355694"/>
                  <a:pt x="2612175" y="1340852"/>
                  <a:pt x="2612175" y="1322545"/>
                </a:cubicBezTo>
                <a:cubicBezTo>
                  <a:pt x="2612175" y="1304237"/>
                  <a:pt x="2597334" y="1289395"/>
                  <a:pt x="2579026" y="1289395"/>
                </a:cubicBezTo>
                <a:cubicBezTo>
                  <a:pt x="2560718" y="1289395"/>
                  <a:pt x="2545876" y="1304237"/>
                  <a:pt x="2545876" y="1322545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404422"/>
                </a:moveTo>
                <a:cubicBezTo>
                  <a:pt x="2800464" y="1422730"/>
                  <a:pt x="2815306" y="1437571"/>
                  <a:pt x="2833614" y="1437571"/>
                </a:cubicBezTo>
                <a:cubicBezTo>
                  <a:pt x="2851921" y="1437571"/>
                  <a:pt x="2866763" y="1422730"/>
                  <a:pt x="2866763" y="1404422"/>
                </a:cubicBezTo>
                <a:cubicBezTo>
                  <a:pt x="2866763" y="1386114"/>
                  <a:pt x="2851921" y="1371272"/>
                  <a:pt x="2833614" y="1371272"/>
                </a:cubicBezTo>
                <a:cubicBezTo>
                  <a:pt x="2815306" y="1371272"/>
                  <a:pt x="2800464" y="1386114"/>
                  <a:pt x="2800464" y="1404422"/>
                </a:cubicBezTo>
                <a:close/>
              </a:path>
            </a:pathLst>
          </a:custGeom>
          <a:solidFill xmlns:a="http://schemas.openxmlformats.org/drawingml/2006/main">
            <a:srgbClr val="004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CFC26A-489C-4758-A171-CB4A0057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441965"/>
            <a:ext cx="2800464" cy="841782"/>
          </a:xfrm>
          <a:custGeom xmlns:a="http://schemas.openxmlformats.org/drawingml/2006/main">
            <a:pathLst>
              <a:path w="2800464" h="841782" fill="none">
                <a:moveTo>
                  <a:pt x="0" y="687728"/>
                </a:moveTo>
                <a:lnTo>
                  <a:pt x="127294" y="0"/>
                </a:lnTo>
                <a:lnTo>
                  <a:pt x="254588" y="674707"/>
                </a:lnTo>
                <a:lnTo>
                  <a:pt x="381881" y="446699"/>
                </a:lnTo>
                <a:lnTo>
                  <a:pt x="509175" y="554817"/>
                </a:lnTo>
                <a:lnTo>
                  <a:pt x="636469" y="444019"/>
                </a:lnTo>
                <a:lnTo>
                  <a:pt x="763763" y="526111"/>
                </a:lnTo>
                <a:lnTo>
                  <a:pt x="891057" y="413079"/>
                </a:lnTo>
                <a:lnTo>
                  <a:pt x="1018350" y="464994"/>
                </a:lnTo>
                <a:lnTo>
                  <a:pt x="1145644" y="441543"/>
                </a:lnTo>
                <a:lnTo>
                  <a:pt x="1272938" y="442022"/>
                </a:lnTo>
                <a:lnTo>
                  <a:pt x="1400232" y="424909"/>
                </a:lnTo>
                <a:lnTo>
                  <a:pt x="1527526" y="344000"/>
                </a:lnTo>
                <a:lnTo>
                  <a:pt x="1654819" y="435900"/>
                </a:lnTo>
                <a:lnTo>
                  <a:pt x="1782113" y="554936"/>
                </a:lnTo>
                <a:lnTo>
                  <a:pt x="1909407" y="553429"/>
                </a:lnTo>
                <a:lnTo>
                  <a:pt x="2036701" y="552952"/>
                </a:lnTo>
                <a:lnTo>
                  <a:pt x="2163995" y="553764"/>
                </a:lnTo>
                <a:lnTo>
                  <a:pt x="2291289" y="823626"/>
                </a:lnTo>
                <a:lnTo>
                  <a:pt x="2418582" y="822478"/>
                </a:lnTo>
                <a:lnTo>
                  <a:pt x="2545876" y="826200"/>
                </a:lnTo>
                <a:lnTo>
                  <a:pt x="2673170" y="41462"/>
                </a:lnTo>
                <a:lnTo>
                  <a:pt x="2800464" y="841782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45FF"/>
            </a:solidFill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5E576-B942-47BF-9529-DA05F4BA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408816"/>
            <a:ext cx="2866763" cy="908081"/>
          </a:xfrm>
          <a:custGeom xmlns:a="http://schemas.openxmlformats.org/drawingml/2006/main">
            <a:pathLst>
              <a:path w="2866763" h="908081">
                <a:moveTo>
                  <a:pt x="0" y="720878"/>
                </a:moveTo>
                <a:cubicBezTo>
                  <a:pt x="0" y="739186"/>
                  <a:pt x="14841" y="754027"/>
                  <a:pt x="33149" y="754027"/>
                </a:cubicBezTo>
                <a:cubicBezTo>
                  <a:pt x="51457" y="754027"/>
                  <a:pt x="66299" y="739186"/>
                  <a:pt x="66299" y="720878"/>
                </a:cubicBezTo>
                <a:cubicBezTo>
                  <a:pt x="66299" y="702570"/>
                  <a:pt x="51457" y="687728"/>
                  <a:pt x="33149" y="687728"/>
                </a:cubicBezTo>
                <a:cubicBezTo>
                  <a:pt x="14841" y="687728"/>
                  <a:pt x="0" y="702570"/>
                  <a:pt x="0" y="720878"/>
                </a:cubicBezTo>
                <a:moveTo>
                  <a:pt x="127294" y="33149"/>
                </a:moveTo>
                <a:cubicBezTo>
                  <a:pt x="127294" y="51457"/>
                  <a:pt x="142135" y="66299"/>
                  <a:pt x="160443" y="66299"/>
                </a:cubicBezTo>
                <a:cubicBezTo>
                  <a:pt x="178751" y="66299"/>
                  <a:pt x="193592" y="51457"/>
                  <a:pt x="193592" y="33149"/>
                </a:cubicBezTo>
                <a:cubicBezTo>
                  <a:pt x="193592" y="14842"/>
                  <a:pt x="178751" y="0"/>
                  <a:pt x="160443" y="0"/>
                </a:cubicBezTo>
                <a:cubicBezTo>
                  <a:pt x="142135" y="0"/>
                  <a:pt x="127294" y="14842"/>
                  <a:pt x="127294" y="33149"/>
                </a:cubicBezTo>
                <a:moveTo>
                  <a:pt x="254588" y="707857"/>
                </a:moveTo>
                <a:cubicBezTo>
                  <a:pt x="254588" y="726165"/>
                  <a:pt x="269429" y="741006"/>
                  <a:pt x="287737" y="741006"/>
                </a:cubicBezTo>
                <a:cubicBezTo>
                  <a:pt x="306045" y="741006"/>
                  <a:pt x="320886" y="726165"/>
                  <a:pt x="320886" y="707857"/>
                </a:cubicBezTo>
                <a:cubicBezTo>
                  <a:pt x="320886" y="689549"/>
                  <a:pt x="306045" y="674707"/>
                  <a:pt x="287737" y="674707"/>
                </a:cubicBezTo>
                <a:cubicBezTo>
                  <a:pt x="269429" y="674707"/>
                  <a:pt x="254588" y="689549"/>
                  <a:pt x="254588" y="707857"/>
                </a:cubicBezTo>
                <a:moveTo>
                  <a:pt x="381881" y="479849"/>
                </a:moveTo>
                <a:cubicBezTo>
                  <a:pt x="381881" y="498157"/>
                  <a:pt x="396723" y="512998"/>
                  <a:pt x="415031" y="512998"/>
                </a:cubicBezTo>
                <a:cubicBezTo>
                  <a:pt x="433339" y="512998"/>
                  <a:pt x="448180" y="498157"/>
                  <a:pt x="448180" y="479849"/>
                </a:cubicBezTo>
                <a:cubicBezTo>
                  <a:pt x="448180" y="461541"/>
                  <a:pt x="433339" y="446699"/>
                  <a:pt x="415031" y="446699"/>
                </a:cubicBezTo>
                <a:cubicBezTo>
                  <a:pt x="396723" y="446699"/>
                  <a:pt x="381881" y="461541"/>
                  <a:pt x="381881" y="479849"/>
                </a:cubicBezTo>
                <a:moveTo>
                  <a:pt x="509175" y="587967"/>
                </a:moveTo>
                <a:cubicBezTo>
                  <a:pt x="509175" y="606274"/>
                  <a:pt x="524017" y="621116"/>
                  <a:pt x="542324" y="621116"/>
                </a:cubicBezTo>
                <a:cubicBezTo>
                  <a:pt x="560632" y="621116"/>
                  <a:pt x="575474" y="606274"/>
                  <a:pt x="575474" y="587967"/>
                </a:cubicBezTo>
                <a:cubicBezTo>
                  <a:pt x="575474" y="569659"/>
                  <a:pt x="560632" y="554817"/>
                  <a:pt x="542324" y="554817"/>
                </a:cubicBezTo>
                <a:cubicBezTo>
                  <a:pt x="524017" y="554817"/>
                  <a:pt x="509175" y="569659"/>
                  <a:pt x="509175" y="587967"/>
                </a:cubicBezTo>
                <a:moveTo>
                  <a:pt x="636469" y="477168"/>
                </a:moveTo>
                <a:cubicBezTo>
                  <a:pt x="636469" y="495476"/>
                  <a:pt x="651310" y="510318"/>
                  <a:pt x="669618" y="510318"/>
                </a:cubicBezTo>
                <a:cubicBezTo>
                  <a:pt x="687926" y="510318"/>
                  <a:pt x="702768" y="495476"/>
                  <a:pt x="702768" y="477168"/>
                </a:cubicBezTo>
                <a:cubicBezTo>
                  <a:pt x="702768" y="458860"/>
                  <a:pt x="687926" y="444019"/>
                  <a:pt x="669618" y="444019"/>
                </a:cubicBezTo>
                <a:cubicBezTo>
                  <a:pt x="651310" y="444019"/>
                  <a:pt x="636469" y="458860"/>
                  <a:pt x="636469" y="477168"/>
                </a:cubicBezTo>
                <a:moveTo>
                  <a:pt x="763763" y="559260"/>
                </a:moveTo>
                <a:cubicBezTo>
                  <a:pt x="763763" y="577568"/>
                  <a:pt x="778604" y="592409"/>
                  <a:pt x="796912" y="592409"/>
                </a:cubicBezTo>
                <a:cubicBezTo>
                  <a:pt x="815220" y="592409"/>
                  <a:pt x="830061" y="577568"/>
                  <a:pt x="830061" y="559260"/>
                </a:cubicBezTo>
                <a:cubicBezTo>
                  <a:pt x="830061" y="540952"/>
                  <a:pt x="815220" y="526111"/>
                  <a:pt x="796912" y="526111"/>
                </a:cubicBezTo>
                <a:cubicBezTo>
                  <a:pt x="778604" y="526111"/>
                  <a:pt x="763763" y="540952"/>
                  <a:pt x="763763" y="559260"/>
                </a:cubicBezTo>
                <a:moveTo>
                  <a:pt x="891057" y="446228"/>
                </a:moveTo>
                <a:cubicBezTo>
                  <a:pt x="891057" y="464536"/>
                  <a:pt x="905898" y="479378"/>
                  <a:pt x="924206" y="479378"/>
                </a:cubicBezTo>
                <a:cubicBezTo>
                  <a:pt x="942514" y="479378"/>
                  <a:pt x="957356" y="464536"/>
                  <a:pt x="957356" y="446228"/>
                </a:cubicBezTo>
                <a:cubicBezTo>
                  <a:pt x="957356" y="427921"/>
                  <a:pt x="942514" y="413079"/>
                  <a:pt x="924206" y="413079"/>
                </a:cubicBezTo>
                <a:cubicBezTo>
                  <a:pt x="905898" y="413079"/>
                  <a:pt x="891057" y="427921"/>
                  <a:pt x="891057" y="446228"/>
                </a:cubicBezTo>
                <a:moveTo>
                  <a:pt x="1018350" y="498144"/>
                </a:moveTo>
                <a:cubicBezTo>
                  <a:pt x="1018350" y="516452"/>
                  <a:pt x="1033192" y="531293"/>
                  <a:pt x="1051500" y="531293"/>
                </a:cubicBezTo>
                <a:cubicBezTo>
                  <a:pt x="1069808" y="531293"/>
                  <a:pt x="1084649" y="516452"/>
                  <a:pt x="1084649" y="498144"/>
                </a:cubicBezTo>
                <a:cubicBezTo>
                  <a:pt x="1084649" y="479836"/>
                  <a:pt x="1069808" y="464994"/>
                  <a:pt x="1051500" y="464994"/>
                </a:cubicBezTo>
                <a:cubicBezTo>
                  <a:pt x="1033192" y="464994"/>
                  <a:pt x="1018350" y="479836"/>
                  <a:pt x="1018350" y="498144"/>
                </a:cubicBezTo>
                <a:moveTo>
                  <a:pt x="1145644" y="474693"/>
                </a:moveTo>
                <a:cubicBezTo>
                  <a:pt x="1145644" y="493001"/>
                  <a:pt x="1160486" y="507842"/>
                  <a:pt x="1178793" y="507842"/>
                </a:cubicBezTo>
                <a:cubicBezTo>
                  <a:pt x="1197101" y="507842"/>
                  <a:pt x="1211943" y="493001"/>
                  <a:pt x="1211943" y="474693"/>
                </a:cubicBezTo>
                <a:cubicBezTo>
                  <a:pt x="1211943" y="456385"/>
                  <a:pt x="1197101" y="441543"/>
                  <a:pt x="1178793" y="441543"/>
                </a:cubicBezTo>
                <a:cubicBezTo>
                  <a:pt x="1160486" y="441543"/>
                  <a:pt x="1145644" y="456385"/>
                  <a:pt x="1145644" y="474693"/>
                </a:cubicBezTo>
                <a:moveTo>
                  <a:pt x="1272938" y="475171"/>
                </a:moveTo>
                <a:cubicBezTo>
                  <a:pt x="1272938" y="493479"/>
                  <a:pt x="1287780" y="508321"/>
                  <a:pt x="1306087" y="508321"/>
                </a:cubicBezTo>
                <a:cubicBezTo>
                  <a:pt x="1324395" y="508321"/>
                  <a:pt x="1339237" y="493479"/>
                  <a:pt x="1339237" y="475171"/>
                </a:cubicBezTo>
                <a:cubicBezTo>
                  <a:pt x="1339237" y="456863"/>
                  <a:pt x="1324395" y="442022"/>
                  <a:pt x="1306087" y="442022"/>
                </a:cubicBezTo>
                <a:cubicBezTo>
                  <a:pt x="1287780" y="442022"/>
                  <a:pt x="1272938" y="456863"/>
                  <a:pt x="1272938" y="475171"/>
                </a:cubicBezTo>
                <a:moveTo>
                  <a:pt x="1400232" y="458059"/>
                </a:moveTo>
                <a:cubicBezTo>
                  <a:pt x="1400232" y="476367"/>
                  <a:pt x="1415073" y="491208"/>
                  <a:pt x="1433381" y="491208"/>
                </a:cubicBezTo>
                <a:cubicBezTo>
                  <a:pt x="1451689" y="491208"/>
                  <a:pt x="1466531" y="476367"/>
                  <a:pt x="1466531" y="458059"/>
                </a:cubicBezTo>
                <a:cubicBezTo>
                  <a:pt x="1466531" y="439751"/>
                  <a:pt x="1451689" y="424909"/>
                  <a:pt x="1433381" y="424909"/>
                </a:cubicBezTo>
                <a:cubicBezTo>
                  <a:pt x="1415073" y="424909"/>
                  <a:pt x="1400232" y="439751"/>
                  <a:pt x="1400232" y="458059"/>
                </a:cubicBezTo>
                <a:moveTo>
                  <a:pt x="1527526" y="377149"/>
                </a:moveTo>
                <a:cubicBezTo>
                  <a:pt x="1527526" y="395457"/>
                  <a:pt x="1542367" y="410298"/>
                  <a:pt x="1560675" y="410298"/>
                </a:cubicBezTo>
                <a:cubicBezTo>
                  <a:pt x="1578983" y="410298"/>
                  <a:pt x="1593825" y="395457"/>
                  <a:pt x="1593825" y="377149"/>
                </a:cubicBezTo>
                <a:cubicBezTo>
                  <a:pt x="1593825" y="358841"/>
                  <a:pt x="1578983" y="344000"/>
                  <a:pt x="1560675" y="344000"/>
                </a:cubicBezTo>
                <a:cubicBezTo>
                  <a:pt x="1542367" y="344000"/>
                  <a:pt x="1527526" y="358841"/>
                  <a:pt x="1527526" y="377149"/>
                </a:cubicBezTo>
                <a:moveTo>
                  <a:pt x="1654819" y="469049"/>
                </a:moveTo>
                <a:cubicBezTo>
                  <a:pt x="1654819" y="487357"/>
                  <a:pt x="1669661" y="502199"/>
                  <a:pt x="1687969" y="502199"/>
                </a:cubicBezTo>
                <a:cubicBezTo>
                  <a:pt x="1706276" y="502199"/>
                  <a:pt x="1721118" y="487357"/>
                  <a:pt x="1721118" y="469049"/>
                </a:cubicBezTo>
                <a:cubicBezTo>
                  <a:pt x="1721118" y="450741"/>
                  <a:pt x="1706276" y="435900"/>
                  <a:pt x="1687969" y="435900"/>
                </a:cubicBezTo>
                <a:cubicBezTo>
                  <a:pt x="1669661" y="435900"/>
                  <a:pt x="1654819" y="450741"/>
                  <a:pt x="1654819" y="469049"/>
                </a:cubicBezTo>
                <a:moveTo>
                  <a:pt x="1782113" y="588085"/>
                </a:moveTo>
                <a:cubicBezTo>
                  <a:pt x="1782113" y="606393"/>
                  <a:pt x="1796955" y="621235"/>
                  <a:pt x="1815263" y="621235"/>
                </a:cubicBezTo>
                <a:cubicBezTo>
                  <a:pt x="1833571" y="621235"/>
                  <a:pt x="1848412" y="606393"/>
                  <a:pt x="1848412" y="588085"/>
                </a:cubicBezTo>
                <a:cubicBezTo>
                  <a:pt x="1848412" y="569778"/>
                  <a:pt x="1833571" y="554936"/>
                  <a:pt x="1815263" y="554936"/>
                </a:cubicBezTo>
                <a:cubicBezTo>
                  <a:pt x="1796955" y="554936"/>
                  <a:pt x="1782113" y="569778"/>
                  <a:pt x="1782113" y="588085"/>
                </a:cubicBezTo>
                <a:moveTo>
                  <a:pt x="1909407" y="586578"/>
                </a:moveTo>
                <a:cubicBezTo>
                  <a:pt x="1909407" y="604886"/>
                  <a:pt x="1924249" y="619728"/>
                  <a:pt x="1942557" y="619728"/>
                </a:cubicBezTo>
                <a:cubicBezTo>
                  <a:pt x="1960865" y="619728"/>
                  <a:pt x="1975706" y="604886"/>
                  <a:pt x="1975706" y="586578"/>
                </a:cubicBezTo>
                <a:cubicBezTo>
                  <a:pt x="1975706" y="568270"/>
                  <a:pt x="1960865" y="553429"/>
                  <a:pt x="1942557" y="553429"/>
                </a:cubicBezTo>
                <a:cubicBezTo>
                  <a:pt x="1924249" y="553429"/>
                  <a:pt x="1909407" y="568270"/>
                  <a:pt x="1909407" y="586578"/>
                </a:cubicBezTo>
                <a:moveTo>
                  <a:pt x="2036701" y="586102"/>
                </a:moveTo>
                <a:cubicBezTo>
                  <a:pt x="2036701" y="604410"/>
                  <a:pt x="2051543" y="619251"/>
                  <a:pt x="2069850" y="619251"/>
                </a:cubicBezTo>
                <a:cubicBezTo>
                  <a:pt x="2088159" y="619251"/>
                  <a:pt x="2103000" y="604410"/>
                  <a:pt x="2103000" y="586102"/>
                </a:cubicBezTo>
                <a:cubicBezTo>
                  <a:pt x="2103000" y="567794"/>
                  <a:pt x="2088159" y="552952"/>
                  <a:pt x="2069850" y="552952"/>
                </a:cubicBezTo>
                <a:cubicBezTo>
                  <a:pt x="2051543" y="552952"/>
                  <a:pt x="2036701" y="567794"/>
                  <a:pt x="2036701" y="586102"/>
                </a:cubicBezTo>
                <a:moveTo>
                  <a:pt x="2163995" y="586914"/>
                </a:moveTo>
                <a:cubicBezTo>
                  <a:pt x="2163995" y="605221"/>
                  <a:pt x="2178836" y="620063"/>
                  <a:pt x="2197144" y="620063"/>
                </a:cubicBezTo>
                <a:cubicBezTo>
                  <a:pt x="2215452" y="620063"/>
                  <a:pt x="2230294" y="605221"/>
                  <a:pt x="2230294" y="586914"/>
                </a:cubicBezTo>
                <a:cubicBezTo>
                  <a:pt x="2230294" y="568606"/>
                  <a:pt x="2215452" y="553764"/>
                  <a:pt x="2197144" y="553764"/>
                </a:cubicBezTo>
                <a:cubicBezTo>
                  <a:pt x="2178836" y="553764"/>
                  <a:pt x="2163995" y="568606"/>
                  <a:pt x="2163995" y="586914"/>
                </a:cubicBezTo>
                <a:moveTo>
                  <a:pt x="2291289" y="856775"/>
                </a:moveTo>
                <a:cubicBezTo>
                  <a:pt x="2291289" y="875083"/>
                  <a:pt x="2306130" y="889925"/>
                  <a:pt x="2324438" y="889925"/>
                </a:cubicBezTo>
                <a:cubicBezTo>
                  <a:pt x="2342746" y="889925"/>
                  <a:pt x="2357587" y="875083"/>
                  <a:pt x="2357587" y="856775"/>
                </a:cubicBezTo>
                <a:cubicBezTo>
                  <a:pt x="2357587" y="838467"/>
                  <a:pt x="2342746" y="823626"/>
                  <a:pt x="2324438" y="823626"/>
                </a:cubicBezTo>
                <a:cubicBezTo>
                  <a:pt x="2306130" y="823626"/>
                  <a:pt x="2291289" y="838467"/>
                  <a:pt x="2291289" y="856775"/>
                </a:cubicBezTo>
                <a:moveTo>
                  <a:pt x="2418582" y="855628"/>
                </a:moveTo>
                <a:cubicBezTo>
                  <a:pt x="2418582" y="873935"/>
                  <a:pt x="2433424" y="888777"/>
                  <a:pt x="2451732" y="888777"/>
                </a:cubicBezTo>
                <a:cubicBezTo>
                  <a:pt x="2470040" y="888777"/>
                  <a:pt x="2484881" y="873935"/>
                  <a:pt x="2484881" y="855628"/>
                </a:cubicBezTo>
                <a:cubicBezTo>
                  <a:pt x="2484881" y="837320"/>
                  <a:pt x="2470040" y="822478"/>
                  <a:pt x="2451732" y="822478"/>
                </a:cubicBezTo>
                <a:cubicBezTo>
                  <a:pt x="2433424" y="822478"/>
                  <a:pt x="2418582" y="837320"/>
                  <a:pt x="2418582" y="855628"/>
                </a:cubicBezTo>
                <a:moveTo>
                  <a:pt x="2545876" y="859349"/>
                </a:moveTo>
                <a:cubicBezTo>
                  <a:pt x="2545876" y="877657"/>
                  <a:pt x="2560718" y="892498"/>
                  <a:pt x="2579026" y="892498"/>
                </a:cubicBezTo>
                <a:cubicBezTo>
                  <a:pt x="2597334" y="892498"/>
                  <a:pt x="2612175" y="877657"/>
                  <a:pt x="2612175" y="859349"/>
                </a:cubicBezTo>
                <a:cubicBezTo>
                  <a:pt x="2612175" y="841041"/>
                  <a:pt x="2597334" y="826200"/>
                  <a:pt x="2579026" y="826200"/>
                </a:cubicBezTo>
                <a:cubicBezTo>
                  <a:pt x="2560718" y="826200"/>
                  <a:pt x="2545876" y="841041"/>
                  <a:pt x="2545876" y="859349"/>
                </a:cubicBezTo>
                <a:moveTo>
                  <a:pt x="2673170" y="74611"/>
                </a:moveTo>
                <a:cubicBezTo>
                  <a:pt x="2673170" y="92919"/>
                  <a:pt x="2688012" y="107761"/>
                  <a:pt x="2706319" y="107761"/>
                </a:cubicBezTo>
                <a:cubicBezTo>
                  <a:pt x="2724628" y="107761"/>
                  <a:pt x="2739469" y="92919"/>
                  <a:pt x="2739469" y="74611"/>
                </a:cubicBezTo>
                <a:cubicBezTo>
                  <a:pt x="2739469" y="56303"/>
                  <a:pt x="2724628" y="41462"/>
                  <a:pt x="2706319" y="41462"/>
                </a:cubicBezTo>
                <a:cubicBezTo>
                  <a:pt x="2688012" y="41462"/>
                  <a:pt x="2673170" y="56303"/>
                  <a:pt x="2673170" y="74611"/>
                </a:cubicBezTo>
                <a:moveTo>
                  <a:pt x="2800464" y="874932"/>
                </a:moveTo>
                <a:cubicBezTo>
                  <a:pt x="2800464" y="893240"/>
                  <a:pt x="2815306" y="908081"/>
                  <a:pt x="2833613" y="908081"/>
                </a:cubicBezTo>
                <a:cubicBezTo>
                  <a:pt x="2851922" y="908081"/>
                  <a:pt x="2866763" y="893240"/>
                  <a:pt x="2866763" y="874932"/>
                </a:cubicBezTo>
                <a:cubicBezTo>
                  <a:pt x="2866763" y="856624"/>
                  <a:pt x="2851922" y="841782"/>
                  <a:pt x="2833613" y="841782"/>
                </a:cubicBezTo>
                <a:cubicBezTo>
                  <a:pt x="2815306" y="841782"/>
                  <a:pt x="2800464" y="856624"/>
                  <a:pt x="2800464" y="874932"/>
                </a:cubicBezTo>
                <a:close/>
              </a:path>
            </a:pathLst>
          </a:custGeom>
          <a:solidFill xmlns:a="http://schemas.openxmlformats.org/drawingml/2006/main">
            <a:srgbClr val="0045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3A6540-751C-46D8-B503-10B68C9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541471"/>
            <a:ext cx="2800464" cy="1267317"/>
          </a:xfrm>
          <a:custGeom xmlns:a="http://schemas.openxmlformats.org/drawingml/2006/main">
            <a:pathLst>
              <a:path w="2800464" h="1267317" fill="none">
                <a:moveTo>
                  <a:pt x="0" y="1053494"/>
                </a:moveTo>
                <a:lnTo>
                  <a:pt x="127294" y="432949"/>
                </a:lnTo>
                <a:lnTo>
                  <a:pt x="254588" y="1053863"/>
                </a:lnTo>
                <a:lnTo>
                  <a:pt x="381881" y="556947"/>
                </a:lnTo>
                <a:lnTo>
                  <a:pt x="509175" y="620076"/>
                </a:lnTo>
                <a:lnTo>
                  <a:pt x="636469" y="552532"/>
                </a:lnTo>
                <a:lnTo>
                  <a:pt x="763763" y="708076"/>
                </a:lnTo>
                <a:lnTo>
                  <a:pt x="891057" y="364333"/>
                </a:lnTo>
                <a:lnTo>
                  <a:pt x="1018351" y="573999"/>
                </a:lnTo>
                <a:lnTo>
                  <a:pt x="1145644" y="615381"/>
                </a:lnTo>
                <a:lnTo>
                  <a:pt x="1272938" y="615843"/>
                </a:lnTo>
                <a:lnTo>
                  <a:pt x="1400232" y="622694"/>
                </a:lnTo>
                <a:lnTo>
                  <a:pt x="1527526" y="456884"/>
                </a:lnTo>
                <a:lnTo>
                  <a:pt x="1654820" y="623374"/>
                </a:lnTo>
                <a:lnTo>
                  <a:pt x="1782114" y="560937"/>
                </a:lnTo>
                <a:lnTo>
                  <a:pt x="1909407" y="559770"/>
                </a:lnTo>
                <a:lnTo>
                  <a:pt x="2036701" y="557663"/>
                </a:lnTo>
                <a:lnTo>
                  <a:pt x="2163995" y="555874"/>
                </a:lnTo>
                <a:lnTo>
                  <a:pt x="2291289" y="1169201"/>
                </a:lnTo>
                <a:lnTo>
                  <a:pt x="2418583" y="1169792"/>
                </a:lnTo>
                <a:lnTo>
                  <a:pt x="2545876" y="1167882"/>
                </a:lnTo>
                <a:lnTo>
                  <a:pt x="2673170" y="0"/>
                </a:lnTo>
                <a:lnTo>
                  <a:pt x="2800464" y="1267317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5CFF"/>
            </a:solidFill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A971BF-418C-4EE3-AFA9-8B3AF5F7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508322"/>
            <a:ext cx="2866763" cy="1333616"/>
          </a:xfrm>
          <a:custGeom xmlns:a="http://schemas.openxmlformats.org/drawingml/2006/main">
            <a:pathLst>
              <a:path w="2866763" h="1333616">
                <a:moveTo>
                  <a:pt x="0" y="1086643"/>
                </a:moveTo>
                <a:cubicBezTo>
                  <a:pt x="0" y="1104951"/>
                  <a:pt x="14841" y="1119793"/>
                  <a:pt x="33149" y="1119793"/>
                </a:cubicBezTo>
                <a:cubicBezTo>
                  <a:pt x="51457" y="1119793"/>
                  <a:pt x="66299" y="1104951"/>
                  <a:pt x="66299" y="1086643"/>
                </a:cubicBezTo>
                <a:cubicBezTo>
                  <a:pt x="66299" y="1068335"/>
                  <a:pt x="51457" y="1053494"/>
                  <a:pt x="33149" y="1053494"/>
                </a:cubicBezTo>
                <a:cubicBezTo>
                  <a:pt x="14841" y="1053494"/>
                  <a:pt x="0" y="1068335"/>
                  <a:pt x="0" y="1086643"/>
                </a:cubicBezTo>
                <a:moveTo>
                  <a:pt x="127294" y="466098"/>
                </a:moveTo>
                <a:cubicBezTo>
                  <a:pt x="127294" y="484406"/>
                  <a:pt x="142135" y="499248"/>
                  <a:pt x="160443" y="499248"/>
                </a:cubicBezTo>
                <a:cubicBezTo>
                  <a:pt x="178751" y="499248"/>
                  <a:pt x="193593" y="484406"/>
                  <a:pt x="193593" y="466098"/>
                </a:cubicBezTo>
                <a:cubicBezTo>
                  <a:pt x="193593" y="447790"/>
                  <a:pt x="178751" y="432949"/>
                  <a:pt x="160443" y="432949"/>
                </a:cubicBezTo>
                <a:cubicBezTo>
                  <a:pt x="142135" y="432949"/>
                  <a:pt x="127294" y="447790"/>
                  <a:pt x="127294" y="466098"/>
                </a:cubicBezTo>
                <a:moveTo>
                  <a:pt x="254588" y="1087013"/>
                </a:moveTo>
                <a:cubicBezTo>
                  <a:pt x="254588" y="1105321"/>
                  <a:pt x="269429" y="1120162"/>
                  <a:pt x="287737" y="1120162"/>
                </a:cubicBezTo>
                <a:cubicBezTo>
                  <a:pt x="306045" y="1120162"/>
                  <a:pt x="320886" y="1105321"/>
                  <a:pt x="320886" y="1087013"/>
                </a:cubicBezTo>
                <a:cubicBezTo>
                  <a:pt x="320886" y="1068705"/>
                  <a:pt x="306045" y="1053863"/>
                  <a:pt x="287737" y="1053863"/>
                </a:cubicBezTo>
                <a:cubicBezTo>
                  <a:pt x="269429" y="1053863"/>
                  <a:pt x="254588" y="1068705"/>
                  <a:pt x="254588" y="1087013"/>
                </a:cubicBezTo>
                <a:moveTo>
                  <a:pt x="381881" y="590097"/>
                </a:moveTo>
                <a:cubicBezTo>
                  <a:pt x="381881" y="608405"/>
                  <a:pt x="396723" y="623246"/>
                  <a:pt x="415031" y="623246"/>
                </a:cubicBezTo>
                <a:cubicBezTo>
                  <a:pt x="433339" y="623246"/>
                  <a:pt x="448180" y="608405"/>
                  <a:pt x="448180" y="590097"/>
                </a:cubicBezTo>
                <a:cubicBezTo>
                  <a:pt x="448180" y="571789"/>
                  <a:pt x="433339" y="556947"/>
                  <a:pt x="415031" y="556947"/>
                </a:cubicBezTo>
                <a:cubicBezTo>
                  <a:pt x="396723" y="556947"/>
                  <a:pt x="381881" y="571789"/>
                  <a:pt x="381881" y="590097"/>
                </a:cubicBezTo>
                <a:moveTo>
                  <a:pt x="509175" y="653226"/>
                </a:moveTo>
                <a:cubicBezTo>
                  <a:pt x="509175" y="671534"/>
                  <a:pt x="524017" y="686375"/>
                  <a:pt x="542325" y="686375"/>
                </a:cubicBezTo>
                <a:cubicBezTo>
                  <a:pt x="560633" y="686375"/>
                  <a:pt x="575474" y="671534"/>
                  <a:pt x="575474" y="653226"/>
                </a:cubicBezTo>
                <a:cubicBezTo>
                  <a:pt x="575474" y="634918"/>
                  <a:pt x="560633" y="620076"/>
                  <a:pt x="542325" y="620076"/>
                </a:cubicBezTo>
                <a:cubicBezTo>
                  <a:pt x="524017" y="620076"/>
                  <a:pt x="509175" y="634918"/>
                  <a:pt x="509175" y="653226"/>
                </a:cubicBezTo>
                <a:moveTo>
                  <a:pt x="636469" y="585681"/>
                </a:moveTo>
                <a:cubicBezTo>
                  <a:pt x="636469" y="603989"/>
                  <a:pt x="651311" y="618831"/>
                  <a:pt x="669619" y="618831"/>
                </a:cubicBezTo>
                <a:cubicBezTo>
                  <a:pt x="687926" y="618831"/>
                  <a:pt x="702768" y="603989"/>
                  <a:pt x="702768" y="585681"/>
                </a:cubicBezTo>
                <a:cubicBezTo>
                  <a:pt x="702768" y="567374"/>
                  <a:pt x="687926" y="552532"/>
                  <a:pt x="669619" y="552532"/>
                </a:cubicBezTo>
                <a:cubicBezTo>
                  <a:pt x="651311" y="552532"/>
                  <a:pt x="636469" y="567374"/>
                  <a:pt x="636469" y="585681"/>
                </a:cubicBezTo>
                <a:moveTo>
                  <a:pt x="763763" y="741225"/>
                </a:moveTo>
                <a:cubicBezTo>
                  <a:pt x="763763" y="759533"/>
                  <a:pt x="778605" y="774375"/>
                  <a:pt x="796912" y="774375"/>
                </a:cubicBezTo>
                <a:cubicBezTo>
                  <a:pt x="815220" y="774375"/>
                  <a:pt x="830062" y="759533"/>
                  <a:pt x="830062" y="741225"/>
                </a:cubicBezTo>
                <a:cubicBezTo>
                  <a:pt x="830062" y="722918"/>
                  <a:pt x="815220" y="708076"/>
                  <a:pt x="796912" y="708076"/>
                </a:cubicBezTo>
                <a:cubicBezTo>
                  <a:pt x="778605" y="708076"/>
                  <a:pt x="763763" y="722918"/>
                  <a:pt x="763763" y="741225"/>
                </a:cubicBezTo>
                <a:moveTo>
                  <a:pt x="891057" y="397483"/>
                </a:moveTo>
                <a:cubicBezTo>
                  <a:pt x="891057" y="415791"/>
                  <a:pt x="905898" y="430632"/>
                  <a:pt x="924206" y="430632"/>
                </a:cubicBezTo>
                <a:cubicBezTo>
                  <a:pt x="942514" y="430632"/>
                  <a:pt x="957356" y="415791"/>
                  <a:pt x="957356" y="397483"/>
                </a:cubicBezTo>
                <a:cubicBezTo>
                  <a:pt x="957356" y="379175"/>
                  <a:pt x="942514" y="364333"/>
                  <a:pt x="924206" y="364333"/>
                </a:cubicBezTo>
                <a:cubicBezTo>
                  <a:pt x="905898" y="364333"/>
                  <a:pt x="891057" y="379175"/>
                  <a:pt x="891057" y="397483"/>
                </a:cubicBezTo>
                <a:moveTo>
                  <a:pt x="1018351" y="607149"/>
                </a:moveTo>
                <a:cubicBezTo>
                  <a:pt x="1018351" y="625456"/>
                  <a:pt x="1033192" y="640298"/>
                  <a:pt x="1051500" y="640298"/>
                </a:cubicBezTo>
                <a:cubicBezTo>
                  <a:pt x="1069808" y="640298"/>
                  <a:pt x="1084650" y="625456"/>
                  <a:pt x="1084650" y="607149"/>
                </a:cubicBezTo>
                <a:cubicBezTo>
                  <a:pt x="1084650" y="588841"/>
                  <a:pt x="1069808" y="573999"/>
                  <a:pt x="1051500" y="573999"/>
                </a:cubicBezTo>
                <a:cubicBezTo>
                  <a:pt x="1033192" y="573999"/>
                  <a:pt x="1018351" y="588841"/>
                  <a:pt x="1018351" y="607149"/>
                </a:cubicBezTo>
                <a:moveTo>
                  <a:pt x="1145644" y="648530"/>
                </a:moveTo>
                <a:cubicBezTo>
                  <a:pt x="1145644" y="666838"/>
                  <a:pt x="1160486" y="681680"/>
                  <a:pt x="1178794" y="681680"/>
                </a:cubicBezTo>
                <a:cubicBezTo>
                  <a:pt x="1197102" y="681680"/>
                  <a:pt x="1211943" y="666838"/>
                  <a:pt x="1211943" y="648530"/>
                </a:cubicBezTo>
                <a:cubicBezTo>
                  <a:pt x="1211943" y="630222"/>
                  <a:pt x="1197102" y="615381"/>
                  <a:pt x="1178794" y="615381"/>
                </a:cubicBezTo>
                <a:cubicBezTo>
                  <a:pt x="1160486" y="615381"/>
                  <a:pt x="1145644" y="630222"/>
                  <a:pt x="1145644" y="648530"/>
                </a:cubicBezTo>
                <a:moveTo>
                  <a:pt x="1272938" y="648992"/>
                </a:moveTo>
                <a:cubicBezTo>
                  <a:pt x="1272938" y="667300"/>
                  <a:pt x="1287780" y="682141"/>
                  <a:pt x="1306088" y="682141"/>
                </a:cubicBezTo>
                <a:cubicBezTo>
                  <a:pt x="1324395" y="682141"/>
                  <a:pt x="1339237" y="667300"/>
                  <a:pt x="1339237" y="648992"/>
                </a:cubicBezTo>
                <a:cubicBezTo>
                  <a:pt x="1339237" y="630684"/>
                  <a:pt x="1324395" y="615843"/>
                  <a:pt x="1306088" y="615843"/>
                </a:cubicBezTo>
                <a:cubicBezTo>
                  <a:pt x="1287780" y="615843"/>
                  <a:pt x="1272938" y="630684"/>
                  <a:pt x="1272938" y="648992"/>
                </a:cubicBezTo>
                <a:moveTo>
                  <a:pt x="1400232" y="655843"/>
                </a:moveTo>
                <a:cubicBezTo>
                  <a:pt x="1400232" y="674151"/>
                  <a:pt x="1415074" y="688993"/>
                  <a:pt x="1433381" y="688993"/>
                </a:cubicBezTo>
                <a:cubicBezTo>
                  <a:pt x="1451689" y="688993"/>
                  <a:pt x="1466531" y="674151"/>
                  <a:pt x="1466531" y="655843"/>
                </a:cubicBezTo>
                <a:cubicBezTo>
                  <a:pt x="1466531" y="637535"/>
                  <a:pt x="1451689" y="622694"/>
                  <a:pt x="1433381" y="622694"/>
                </a:cubicBezTo>
                <a:cubicBezTo>
                  <a:pt x="1415074" y="622694"/>
                  <a:pt x="1400232" y="637535"/>
                  <a:pt x="1400232" y="655843"/>
                </a:cubicBezTo>
                <a:moveTo>
                  <a:pt x="1527526" y="490033"/>
                </a:moveTo>
                <a:cubicBezTo>
                  <a:pt x="1527526" y="508341"/>
                  <a:pt x="1542367" y="523183"/>
                  <a:pt x="1560675" y="523183"/>
                </a:cubicBezTo>
                <a:cubicBezTo>
                  <a:pt x="1578983" y="523183"/>
                  <a:pt x="1593825" y="508341"/>
                  <a:pt x="1593825" y="490033"/>
                </a:cubicBezTo>
                <a:cubicBezTo>
                  <a:pt x="1593825" y="471725"/>
                  <a:pt x="1578983" y="456884"/>
                  <a:pt x="1560675" y="456884"/>
                </a:cubicBezTo>
                <a:cubicBezTo>
                  <a:pt x="1542367" y="456884"/>
                  <a:pt x="1527526" y="471725"/>
                  <a:pt x="1527526" y="490033"/>
                </a:cubicBezTo>
                <a:moveTo>
                  <a:pt x="1654820" y="656524"/>
                </a:moveTo>
                <a:cubicBezTo>
                  <a:pt x="1654820" y="674831"/>
                  <a:pt x="1669661" y="689673"/>
                  <a:pt x="1687969" y="689673"/>
                </a:cubicBezTo>
                <a:cubicBezTo>
                  <a:pt x="1706277" y="689673"/>
                  <a:pt x="1721119" y="674831"/>
                  <a:pt x="1721119" y="656524"/>
                </a:cubicBezTo>
                <a:cubicBezTo>
                  <a:pt x="1721119" y="638216"/>
                  <a:pt x="1706277" y="623374"/>
                  <a:pt x="1687969" y="623374"/>
                </a:cubicBezTo>
                <a:cubicBezTo>
                  <a:pt x="1669661" y="623374"/>
                  <a:pt x="1654820" y="638216"/>
                  <a:pt x="1654820" y="656524"/>
                </a:cubicBezTo>
                <a:moveTo>
                  <a:pt x="1782114" y="594086"/>
                </a:moveTo>
                <a:cubicBezTo>
                  <a:pt x="1782114" y="612394"/>
                  <a:pt x="1796955" y="627236"/>
                  <a:pt x="1815263" y="627236"/>
                </a:cubicBezTo>
                <a:cubicBezTo>
                  <a:pt x="1833571" y="627236"/>
                  <a:pt x="1848412" y="612394"/>
                  <a:pt x="1848412" y="594086"/>
                </a:cubicBezTo>
                <a:cubicBezTo>
                  <a:pt x="1848412" y="575779"/>
                  <a:pt x="1833571" y="560937"/>
                  <a:pt x="1815263" y="560937"/>
                </a:cubicBezTo>
                <a:cubicBezTo>
                  <a:pt x="1796955" y="560937"/>
                  <a:pt x="1782114" y="575779"/>
                  <a:pt x="1782114" y="594086"/>
                </a:cubicBezTo>
                <a:moveTo>
                  <a:pt x="1909407" y="592920"/>
                </a:moveTo>
                <a:cubicBezTo>
                  <a:pt x="1909407" y="611228"/>
                  <a:pt x="1924249" y="626069"/>
                  <a:pt x="1942557" y="626069"/>
                </a:cubicBezTo>
                <a:cubicBezTo>
                  <a:pt x="1960865" y="626069"/>
                  <a:pt x="1975706" y="611228"/>
                  <a:pt x="1975706" y="592920"/>
                </a:cubicBezTo>
                <a:cubicBezTo>
                  <a:pt x="1975706" y="574612"/>
                  <a:pt x="1960865" y="559770"/>
                  <a:pt x="1942557" y="559770"/>
                </a:cubicBezTo>
                <a:cubicBezTo>
                  <a:pt x="1924249" y="559770"/>
                  <a:pt x="1909407" y="574612"/>
                  <a:pt x="1909407" y="592920"/>
                </a:cubicBezTo>
                <a:moveTo>
                  <a:pt x="2036701" y="590813"/>
                </a:moveTo>
                <a:cubicBezTo>
                  <a:pt x="2036701" y="609121"/>
                  <a:pt x="2051543" y="623962"/>
                  <a:pt x="2069851" y="623962"/>
                </a:cubicBezTo>
                <a:cubicBezTo>
                  <a:pt x="2088159" y="623962"/>
                  <a:pt x="2103000" y="609121"/>
                  <a:pt x="2103000" y="590813"/>
                </a:cubicBezTo>
                <a:cubicBezTo>
                  <a:pt x="2103000" y="572505"/>
                  <a:pt x="2088159" y="557663"/>
                  <a:pt x="2069851" y="557663"/>
                </a:cubicBezTo>
                <a:cubicBezTo>
                  <a:pt x="2051543" y="557663"/>
                  <a:pt x="2036701" y="572505"/>
                  <a:pt x="2036701" y="590813"/>
                </a:cubicBezTo>
                <a:moveTo>
                  <a:pt x="2163995" y="589023"/>
                </a:moveTo>
                <a:cubicBezTo>
                  <a:pt x="2163995" y="607331"/>
                  <a:pt x="2178837" y="622173"/>
                  <a:pt x="2197144" y="622173"/>
                </a:cubicBezTo>
                <a:cubicBezTo>
                  <a:pt x="2215452" y="622173"/>
                  <a:pt x="2230294" y="607331"/>
                  <a:pt x="2230294" y="589023"/>
                </a:cubicBezTo>
                <a:cubicBezTo>
                  <a:pt x="2230294" y="570715"/>
                  <a:pt x="2215452" y="555874"/>
                  <a:pt x="2197144" y="555874"/>
                </a:cubicBezTo>
                <a:cubicBezTo>
                  <a:pt x="2178837" y="555874"/>
                  <a:pt x="2163995" y="570715"/>
                  <a:pt x="2163995" y="589023"/>
                </a:cubicBezTo>
                <a:moveTo>
                  <a:pt x="2291289" y="1202350"/>
                </a:moveTo>
                <a:cubicBezTo>
                  <a:pt x="2291289" y="1220658"/>
                  <a:pt x="2306130" y="1235500"/>
                  <a:pt x="2324438" y="1235500"/>
                </a:cubicBezTo>
                <a:cubicBezTo>
                  <a:pt x="2342746" y="1235500"/>
                  <a:pt x="2357588" y="1220658"/>
                  <a:pt x="2357588" y="1202350"/>
                </a:cubicBezTo>
                <a:cubicBezTo>
                  <a:pt x="2357588" y="1184042"/>
                  <a:pt x="2342746" y="1169201"/>
                  <a:pt x="2324438" y="1169201"/>
                </a:cubicBezTo>
                <a:cubicBezTo>
                  <a:pt x="2306130" y="1169201"/>
                  <a:pt x="2291289" y="1184042"/>
                  <a:pt x="2291289" y="1202350"/>
                </a:cubicBezTo>
                <a:moveTo>
                  <a:pt x="2418583" y="1202942"/>
                </a:moveTo>
                <a:cubicBezTo>
                  <a:pt x="2418583" y="1221249"/>
                  <a:pt x="2433424" y="1236091"/>
                  <a:pt x="2451732" y="1236091"/>
                </a:cubicBezTo>
                <a:cubicBezTo>
                  <a:pt x="2470040" y="1236091"/>
                  <a:pt x="2484881" y="1221249"/>
                  <a:pt x="2484881" y="1202942"/>
                </a:cubicBezTo>
                <a:cubicBezTo>
                  <a:pt x="2484881" y="1184634"/>
                  <a:pt x="2470040" y="1169792"/>
                  <a:pt x="2451732" y="1169792"/>
                </a:cubicBezTo>
                <a:cubicBezTo>
                  <a:pt x="2433424" y="1169792"/>
                  <a:pt x="2418583" y="1184634"/>
                  <a:pt x="2418583" y="1202942"/>
                </a:cubicBezTo>
                <a:moveTo>
                  <a:pt x="2545876" y="1201031"/>
                </a:moveTo>
                <a:cubicBezTo>
                  <a:pt x="2545876" y="1219339"/>
                  <a:pt x="2560718" y="1234180"/>
                  <a:pt x="2579026" y="1234180"/>
                </a:cubicBezTo>
                <a:cubicBezTo>
                  <a:pt x="2597334" y="1234180"/>
                  <a:pt x="2612175" y="1219339"/>
                  <a:pt x="2612175" y="1201031"/>
                </a:cubicBezTo>
                <a:cubicBezTo>
                  <a:pt x="2612175" y="1182723"/>
                  <a:pt x="2597334" y="1167882"/>
                  <a:pt x="2579026" y="1167882"/>
                </a:cubicBezTo>
                <a:cubicBezTo>
                  <a:pt x="2560718" y="1167882"/>
                  <a:pt x="2545876" y="1182723"/>
                  <a:pt x="2545876" y="1201031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2"/>
                  <a:pt x="2724628" y="0"/>
                  <a:pt x="2706320" y="0"/>
                </a:cubicBezTo>
                <a:cubicBezTo>
                  <a:pt x="2688012" y="0"/>
                  <a:pt x="2673170" y="14842"/>
                  <a:pt x="2673170" y="33149"/>
                </a:cubicBezTo>
                <a:moveTo>
                  <a:pt x="2800464" y="1300467"/>
                </a:moveTo>
                <a:cubicBezTo>
                  <a:pt x="2800464" y="1318775"/>
                  <a:pt x="2815306" y="1333616"/>
                  <a:pt x="2833614" y="1333616"/>
                </a:cubicBezTo>
                <a:cubicBezTo>
                  <a:pt x="2851921" y="1333616"/>
                  <a:pt x="2866763" y="1318775"/>
                  <a:pt x="2866763" y="1300467"/>
                </a:cubicBezTo>
                <a:cubicBezTo>
                  <a:pt x="2866763" y="1282159"/>
                  <a:pt x="2851921" y="1267317"/>
                  <a:pt x="2833614" y="1267317"/>
                </a:cubicBezTo>
                <a:cubicBezTo>
                  <a:pt x="2815306" y="1267317"/>
                  <a:pt x="2800464" y="1282159"/>
                  <a:pt x="2800464" y="1300467"/>
                </a:cubicBezTo>
                <a:close/>
              </a:path>
            </a:pathLst>
          </a:custGeom>
          <a:solidFill xmlns:a="http://schemas.openxmlformats.org/drawingml/2006/main">
            <a:srgbClr val="005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BA12F-2046-4E05-8666-6C8AA6F0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1143856"/>
            <a:ext cx="2800464" cy="942960"/>
          </a:xfrm>
          <a:custGeom xmlns:a="http://schemas.openxmlformats.org/drawingml/2006/main">
            <a:pathLst>
              <a:path w="2800464" h="942960" fill="none">
                <a:moveTo>
                  <a:pt x="0" y="817620"/>
                </a:moveTo>
                <a:lnTo>
                  <a:pt x="127294" y="0"/>
                </a:lnTo>
                <a:lnTo>
                  <a:pt x="254588" y="799584"/>
                </a:lnTo>
                <a:lnTo>
                  <a:pt x="381881" y="510110"/>
                </a:lnTo>
                <a:lnTo>
                  <a:pt x="509175" y="667666"/>
                </a:lnTo>
                <a:lnTo>
                  <a:pt x="636469" y="507322"/>
                </a:lnTo>
                <a:lnTo>
                  <a:pt x="763763" y="688521"/>
                </a:lnTo>
                <a:lnTo>
                  <a:pt x="891057" y="526560"/>
                </a:lnTo>
                <a:lnTo>
                  <a:pt x="1018350" y="566663"/>
                </a:lnTo>
                <a:lnTo>
                  <a:pt x="1145644" y="529694"/>
                </a:lnTo>
                <a:lnTo>
                  <a:pt x="1272938" y="529987"/>
                </a:lnTo>
                <a:lnTo>
                  <a:pt x="1400232" y="495446"/>
                </a:lnTo>
                <a:lnTo>
                  <a:pt x="1527526" y="404100"/>
                </a:lnTo>
                <a:lnTo>
                  <a:pt x="1654819" y="534652"/>
                </a:lnTo>
                <a:lnTo>
                  <a:pt x="1782113" y="682919"/>
                </a:lnTo>
                <a:lnTo>
                  <a:pt x="1909407" y="680586"/>
                </a:lnTo>
                <a:lnTo>
                  <a:pt x="2036701" y="680518"/>
                </a:lnTo>
                <a:lnTo>
                  <a:pt x="2163995" y="680077"/>
                </a:lnTo>
                <a:lnTo>
                  <a:pt x="2291289" y="937343"/>
                </a:lnTo>
                <a:lnTo>
                  <a:pt x="2418582" y="932940"/>
                </a:lnTo>
                <a:lnTo>
                  <a:pt x="2545876" y="935298"/>
                </a:lnTo>
                <a:lnTo>
                  <a:pt x="2673170" y="170893"/>
                </a:lnTo>
                <a:lnTo>
                  <a:pt x="2800464" y="94296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5CFF"/>
            </a:solidFill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1938E-DCF2-4698-A826-FA2048A1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1110706"/>
            <a:ext cx="2866763" cy="1009259"/>
          </a:xfrm>
          <a:custGeom xmlns:a="http://schemas.openxmlformats.org/drawingml/2006/main">
            <a:pathLst>
              <a:path w="2866763" h="1009259">
                <a:moveTo>
                  <a:pt x="0" y="850769"/>
                </a:moveTo>
                <a:cubicBezTo>
                  <a:pt x="0" y="869077"/>
                  <a:pt x="14841" y="883919"/>
                  <a:pt x="33149" y="883919"/>
                </a:cubicBezTo>
                <a:cubicBezTo>
                  <a:pt x="51457" y="883919"/>
                  <a:pt x="66299" y="869077"/>
                  <a:pt x="66299" y="850769"/>
                </a:cubicBezTo>
                <a:cubicBezTo>
                  <a:pt x="66299" y="832461"/>
                  <a:pt x="51457" y="817620"/>
                  <a:pt x="33149" y="817620"/>
                </a:cubicBezTo>
                <a:cubicBezTo>
                  <a:pt x="14841" y="817620"/>
                  <a:pt x="0" y="832461"/>
                  <a:pt x="0" y="850769"/>
                </a:cubicBezTo>
                <a:moveTo>
                  <a:pt x="127294" y="33149"/>
                </a:moveTo>
                <a:cubicBezTo>
                  <a:pt x="127294" y="51457"/>
                  <a:pt x="142135" y="66299"/>
                  <a:pt x="160443" y="66299"/>
                </a:cubicBezTo>
                <a:cubicBezTo>
                  <a:pt x="178751" y="66299"/>
                  <a:pt x="193592" y="51457"/>
                  <a:pt x="193592" y="33149"/>
                </a:cubicBezTo>
                <a:cubicBezTo>
                  <a:pt x="193592" y="14842"/>
                  <a:pt x="178751" y="0"/>
                  <a:pt x="160443" y="0"/>
                </a:cubicBezTo>
                <a:cubicBezTo>
                  <a:pt x="142135" y="0"/>
                  <a:pt x="127294" y="14842"/>
                  <a:pt x="127294" y="33149"/>
                </a:cubicBezTo>
                <a:moveTo>
                  <a:pt x="254588" y="832734"/>
                </a:moveTo>
                <a:cubicBezTo>
                  <a:pt x="254588" y="851042"/>
                  <a:pt x="269429" y="865883"/>
                  <a:pt x="287737" y="865883"/>
                </a:cubicBezTo>
                <a:cubicBezTo>
                  <a:pt x="306045" y="865883"/>
                  <a:pt x="320886" y="851042"/>
                  <a:pt x="320886" y="832734"/>
                </a:cubicBezTo>
                <a:cubicBezTo>
                  <a:pt x="320886" y="814426"/>
                  <a:pt x="306045" y="799584"/>
                  <a:pt x="287737" y="799584"/>
                </a:cubicBezTo>
                <a:cubicBezTo>
                  <a:pt x="269429" y="799584"/>
                  <a:pt x="254588" y="814426"/>
                  <a:pt x="254588" y="832734"/>
                </a:cubicBezTo>
                <a:moveTo>
                  <a:pt x="381881" y="543260"/>
                </a:moveTo>
                <a:cubicBezTo>
                  <a:pt x="381881" y="561568"/>
                  <a:pt x="396723" y="576409"/>
                  <a:pt x="415031" y="576409"/>
                </a:cubicBezTo>
                <a:cubicBezTo>
                  <a:pt x="433339" y="576409"/>
                  <a:pt x="448180" y="561568"/>
                  <a:pt x="448180" y="543260"/>
                </a:cubicBezTo>
                <a:cubicBezTo>
                  <a:pt x="448180" y="524952"/>
                  <a:pt x="433339" y="510110"/>
                  <a:pt x="415031" y="510110"/>
                </a:cubicBezTo>
                <a:cubicBezTo>
                  <a:pt x="396723" y="510110"/>
                  <a:pt x="381881" y="524952"/>
                  <a:pt x="381881" y="543260"/>
                </a:cubicBezTo>
                <a:moveTo>
                  <a:pt x="509175" y="700815"/>
                </a:moveTo>
                <a:cubicBezTo>
                  <a:pt x="509175" y="719123"/>
                  <a:pt x="524017" y="733965"/>
                  <a:pt x="542324" y="733965"/>
                </a:cubicBezTo>
                <a:cubicBezTo>
                  <a:pt x="560632" y="733965"/>
                  <a:pt x="575474" y="719123"/>
                  <a:pt x="575474" y="700815"/>
                </a:cubicBezTo>
                <a:cubicBezTo>
                  <a:pt x="575474" y="682507"/>
                  <a:pt x="560632" y="667666"/>
                  <a:pt x="542324" y="667666"/>
                </a:cubicBezTo>
                <a:cubicBezTo>
                  <a:pt x="524017" y="667666"/>
                  <a:pt x="509175" y="682507"/>
                  <a:pt x="509175" y="700815"/>
                </a:cubicBezTo>
                <a:moveTo>
                  <a:pt x="636469" y="540472"/>
                </a:moveTo>
                <a:cubicBezTo>
                  <a:pt x="636469" y="558780"/>
                  <a:pt x="651310" y="573621"/>
                  <a:pt x="669618" y="573621"/>
                </a:cubicBezTo>
                <a:cubicBezTo>
                  <a:pt x="687926" y="573621"/>
                  <a:pt x="702768" y="558780"/>
                  <a:pt x="702768" y="540472"/>
                </a:cubicBezTo>
                <a:cubicBezTo>
                  <a:pt x="702768" y="522164"/>
                  <a:pt x="687926" y="507322"/>
                  <a:pt x="669618" y="507322"/>
                </a:cubicBezTo>
                <a:cubicBezTo>
                  <a:pt x="651310" y="507322"/>
                  <a:pt x="636469" y="522164"/>
                  <a:pt x="636469" y="540472"/>
                </a:cubicBezTo>
                <a:moveTo>
                  <a:pt x="763763" y="721671"/>
                </a:moveTo>
                <a:cubicBezTo>
                  <a:pt x="763763" y="739979"/>
                  <a:pt x="778604" y="754820"/>
                  <a:pt x="796912" y="754820"/>
                </a:cubicBezTo>
                <a:cubicBezTo>
                  <a:pt x="815220" y="754820"/>
                  <a:pt x="830061" y="739979"/>
                  <a:pt x="830061" y="721671"/>
                </a:cubicBezTo>
                <a:cubicBezTo>
                  <a:pt x="830061" y="703363"/>
                  <a:pt x="815220" y="688521"/>
                  <a:pt x="796912" y="688521"/>
                </a:cubicBezTo>
                <a:cubicBezTo>
                  <a:pt x="778604" y="688521"/>
                  <a:pt x="763763" y="703363"/>
                  <a:pt x="763763" y="721671"/>
                </a:cubicBezTo>
                <a:moveTo>
                  <a:pt x="891057" y="559710"/>
                </a:moveTo>
                <a:cubicBezTo>
                  <a:pt x="891057" y="578018"/>
                  <a:pt x="905898" y="592859"/>
                  <a:pt x="924206" y="592859"/>
                </a:cubicBezTo>
                <a:cubicBezTo>
                  <a:pt x="942514" y="592859"/>
                  <a:pt x="957356" y="578018"/>
                  <a:pt x="957356" y="559710"/>
                </a:cubicBezTo>
                <a:cubicBezTo>
                  <a:pt x="957356" y="541402"/>
                  <a:pt x="942514" y="526560"/>
                  <a:pt x="924206" y="526560"/>
                </a:cubicBezTo>
                <a:cubicBezTo>
                  <a:pt x="905898" y="526560"/>
                  <a:pt x="891057" y="541402"/>
                  <a:pt x="891057" y="559710"/>
                </a:cubicBezTo>
                <a:moveTo>
                  <a:pt x="1018350" y="599812"/>
                </a:moveTo>
                <a:cubicBezTo>
                  <a:pt x="1018350" y="618120"/>
                  <a:pt x="1033192" y="632962"/>
                  <a:pt x="1051500" y="632962"/>
                </a:cubicBezTo>
                <a:cubicBezTo>
                  <a:pt x="1069808" y="632962"/>
                  <a:pt x="1084649" y="618120"/>
                  <a:pt x="1084649" y="599812"/>
                </a:cubicBezTo>
                <a:cubicBezTo>
                  <a:pt x="1084649" y="581505"/>
                  <a:pt x="1069808" y="566663"/>
                  <a:pt x="1051500" y="566663"/>
                </a:cubicBezTo>
                <a:cubicBezTo>
                  <a:pt x="1033192" y="566663"/>
                  <a:pt x="1018350" y="581505"/>
                  <a:pt x="1018350" y="599812"/>
                </a:cubicBezTo>
                <a:moveTo>
                  <a:pt x="1145644" y="562844"/>
                </a:moveTo>
                <a:cubicBezTo>
                  <a:pt x="1145644" y="581152"/>
                  <a:pt x="1160486" y="595993"/>
                  <a:pt x="1178793" y="595993"/>
                </a:cubicBezTo>
                <a:cubicBezTo>
                  <a:pt x="1197101" y="595993"/>
                  <a:pt x="1211943" y="581152"/>
                  <a:pt x="1211943" y="562844"/>
                </a:cubicBezTo>
                <a:cubicBezTo>
                  <a:pt x="1211943" y="544536"/>
                  <a:pt x="1197101" y="529694"/>
                  <a:pt x="1178793" y="529694"/>
                </a:cubicBezTo>
                <a:cubicBezTo>
                  <a:pt x="1160486" y="529694"/>
                  <a:pt x="1145644" y="544536"/>
                  <a:pt x="1145644" y="562844"/>
                </a:cubicBezTo>
                <a:moveTo>
                  <a:pt x="1272938" y="563136"/>
                </a:moveTo>
                <a:cubicBezTo>
                  <a:pt x="1272938" y="581444"/>
                  <a:pt x="1287780" y="596286"/>
                  <a:pt x="1306087" y="596286"/>
                </a:cubicBezTo>
                <a:cubicBezTo>
                  <a:pt x="1324395" y="596286"/>
                  <a:pt x="1339237" y="581444"/>
                  <a:pt x="1339237" y="563136"/>
                </a:cubicBezTo>
                <a:cubicBezTo>
                  <a:pt x="1339237" y="544828"/>
                  <a:pt x="1324395" y="529987"/>
                  <a:pt x="1306087" y="529987"/>
                </a:cubicBezTo>
                <a:cubicBezTo>
                  <a:pt x="1287780" y="529987"/>
                  <a:pt x="1272938" y="544828"/>
                  <a:pt x="1272938" y="563136"/>
                </a:cubicBezTo>
                <a:moveTo>
                  <a:pt x="1400232" y="528596"/>
                </a:moveTo>
                <a:cubicBezTo>
                  <a:pt x="1400232" y="546904"/>
                  <a:pt x="1415073" y="561745"/>
                  <a:pt x="1433381" y="561745"/>
                </a:cubicBezTo>
                <a:cubicBezTo>
                  <a:pt x="1451689" y="561745"/>
                  <a:pt x="1466531" y="546904"/>
                  <a:pt x="1466531" y="528596"/>
                </a:cubicBezTo>
                <a:cubicBezTo>
                  <a:pt x="1466531" y="510288"/>
                  <a:pt x="1451689" y="495446"/>
                  <a:pt x="1433381" y="495446"/>
                </a:cubicBezTo>
                <a:cubicBezTo>
                  <a:pt x="1415073" y="495446"/>
                  <a:pt x="1400232" y="510288"/>
                  <a:pt x="1400232" y="528596"/>
                </a:cubicBezTo>
                <a:moveTo>
                  <a:pt x="1527526" y="437249"/>
                </a:moveTo>
                <a:cubicBezTo>
                  <a:pt x="1527526" y="455557"/>
                  <a:pt x="1542367" y="470399"/>
                  <a:pt x="1560675" y="470399"/>
                </a:cubicBezTo>
                <a:cubicBezTo>
                  <a:pt x="1578983" y="470399"/>
                  <a:pt x="1593825" y="455557"/>
                  <a:pt x="1593825" y="437249"/>
                </a:cubicBezTo>
                <a:cubicBezTo>
                  <a:pt x="1593825" y="418942"/>
                  <a:pt x="1578983" y="404100"/>
                  <a:pt x="1560675" y="404100"/>
                </a:cubicBezTo>
                <a:cubicBezTo>
                  <a:pt x="1542367" y="404100"/>
                  <a:pt x="1527526" y="418942"/>
                  <a:pt x="1527526" y="437249"/>
                </a:cubicBezTo>
                <a:moveTo>
                  <a:pt x="1654819" y="567802"/>
                </a:moveTo>
                <a:cubicBezTo>
                  <a:pt x="1654819" y="586109"/>
                  <a:pt x="1669661" y="600951"/>
                  <a:pt x="1687969" y="600951"/>
                </a:cubicBezTo>
                <a:cubicBezTo>
                  <a:pt x="1706276" y="600951"/>
                  <a:pt x="1721118" y="586109"/>
                  <a:pt x="1721118" y="567802"/>
                </a:cubicBezTo>
                <a:cubicBezTo>
                  <a:pt x="1721118" y="549494"/>
                  <a:pt x="1706276" y="534652"/>
                  <a:pt x="1687969" y="534652"/>
                </a:cubicBezTo>
                <a:cubicBezTo>
                  <a:pt x="1669661" y="534652"/>
                  <a:pt x="1654819" y="549494"/>
                  <a:pt x="1654819" y="567802"/>
                </a:cubicBezTo>
                <a:moveTo>
                  <a:pt x="1782113" y="716069"/>
                </a:moveTo>
                <a:cubicBezTo>
                  <a:pt x="1782113" y="734377"/>
                  <a:pt x="1796955" y="749218"/>
                  <a:pt x="1815263" y="749218"/>
                </a:cubicBezTo>
                <a:cubicBezTo>
                  <a:pt x="1833571" y="749218"/>
                  <a:pt x="1848412" y="734377"/>
                  <a:pt x="1848412" y="716069"/>
                </a:cubicBezTo>
                <a:cubicBezTo>
                  <a:pt x="1848412" y="697761"/>
                  <a:pt x="1833571" y="682919"/>
                  <a:pt x="1815263" y="682919"/>
                </a:cubicBezTo>
                <a:cubicBezTo>
                  <a:pt x="1796955" y="682919"/>
                  <a:pt x="1782113" y="697761"/>
                  <a:pt x="1782113" y="716069"/>
                </a:cubicBezTo>
                <a:moveTo>
                  <a:pt x="1909407" y="713735"/>
                </a:moveTo>
                <a:cubicBezTo>
                  <a:pt x="1909407" y="732043"/>
                  <a:pt x="1924249" y="746885"/>
                  <a:pt x="1942557" y="746885"/>
                </a:cubicBezTo>
                <a:cubicBezTo>
                  <a:pt x="1960865" y="746885"/>
                  <a:pt x="1975706" y="732043"/>
                  <a:pt x="1975706" y="713735"/>
                </a:cubicBezTo>
                <a:cubicBezTo>
                  <a:pt x="1975706" y="695427"/>
                  <a:pt x="1960865" y="680586"/>
                  <a:pt x="1942557" y="680586"/>
                </a:cubicBezTo>
                <a:cubicBezTo>
                  <a:pt x="1924249" y="680586"/>
                  <a:pt x="1909407" y="695427"/>
                  <a:pt x="1909407" y="713735"/>
                </a:cubicBezTo>
                <a:moveTo>
                  <a:pt x="2036701" y="713667"/>
                </a:moveTo>
                <a:cubicBezTo>
                  <a:pt x="2036701" y="731975"/>
                  <a:pt x="2051543" y="746816"/>
                  <a:pt x="2069850" y="746816"/>
                </a:cubicBezTo>
                <a:cubicBezTo>
                  <a:pt x="2088159" y="746816"/>
                  <a:pt x="2103000" y="731975"/>
                  <a:pt x="2103000" y="713667"/>
                </a:cubicBezTo>
                <a:cubicBezTo>
                  <a:pt x="2103000" y="695359"/>
                  <a:pt x="2088159" y="680518"/>
                  <a:pt x="2069850" y="680518"/>
                </a:cubicBezTo>
                <a:cubicBezTo>
                  <a:pt x="2051543" y="680518"/>
                  <a:pt x="2036701" y="695359"/>
                  <a:pt x="2036701" y="713667"/>
                </a:cubicBezTo>
                <a:moveTo>
                  <a:pt x="2163995" y="713227"/>
                </a:moveTo>
                <a:cubicBezTo>
                  <a:pt x="2163995" y="731535"/>
                  <a:pt x="2178836" y="746376"/>
                  <a:pt x="2197144" y="746376"/>
                </a:cubicBezTo>
                <a:cubicBezTo>
                  <a:pt x="2215452" y="746376"/>
                  <a:pt x="2230294" y="731535"/>
                  <a:pt x="2230294" y="713227"/>
                </a:cubicBezTo>
                <a:cubicBezTo>
                  <a:pt x="2230294" y="694919"/>
                  <a:pt x="2215452" y="680077"/>
                  <a:pt x="2197144" y="680077"/>
                </a:cubicBezTo>
                <a:cubicBezTo>
                  <a:pt x="2178836" y="680077"/>
                  <a:pt x="2163995" y="694919"/>
                  <a:pt x="2163995" y="713227"/>
                </a:cubicBezTo>
                <a:moveTo>
                  <a:pt x="2291289" y="970493"/>
                </a:moveTo>
                <a:cubicBezTo>
                  <a:pt x="2291289" y="988801"/>
                  <a:pt x="2306130" y="1003642"/>
                  <a:pt x="2324438" y="1003642"/>
                </a:cubicBezTo>
                <a:cubicBezTo>
                  <a:pt x="2342746" y="1003642"/>
                  <a:pt x="2357587" y="988801"/>
                  <a:pt x="2357587" y="970493"/>
                </a:cubicBezTo>
                <a:cubicBezTo>
                  <a:pt x="2357587" y="952185"/>
                  <a:pt x="2342746" y="937343"/>
                  <a:pt x="2324438" y="937343"/>
                </a:cubicBezTo>
                <a:cubicBezTo>
                  <a:pt x="2306130" y="937343"/>
                  <a:pt x="2291289" y="952185"/>
                  <a:pt x="2291289" y="970493"/>
                </a:cubicBezTo>
                <a:moveTo>
                  <a:pt x="2418582" y="966089"/>
                </a:moveTo>
                <a:cubicBezTo>
                  <a:pt x="2418582" y="984397"/>
                  <a:pt x="2433424" y="999239"/>
                  <a:pt x="2451732" y="999239"/>
                </a:cubicBezTo>
                <a:cubicBezTo>
                  <a:pt x="2470040" y="999239"/>
                  <a:pt x="2484881" y="984397"/>
                  <a:pt x="2484881" y="966089"/>
                </a:cubicBezTo>
                <a:cubicBezTo>
                  <a:pt x="2484881" y="947781"/>
                  <a:pt x="2470040" y="932940"/>
                  <a:pt x="2451732" y="932940"/>
                </a:cubicBezTo>
                <a:cubicBezTo>
                  <a:pt x="2433424" y="932940"/>
                  <a:pt x="2418582" y="947781"/>
                  <a:pt x="2418582" y="966089"/>
                </a:cubicBezTo>
                <a:moveTo>
                  <a:pt x="2545876" y="968448"/>
                </a:moveTo>
                <a:cubicBezTo>
                  <a:pt x="2545876" y="986756"/>
                  <a:pt x="2560718" y="1001597"/>
                  <a:pt x="2579026" y="1001597"/>
                </a:cubicBezTo>
                <a:cubicBezTo>
                  <a:pt x="2597334" y="1001597"/>
                  <a:pt x="2612175" y="986756"/>
                  <a:pt x="2612175" y="968448"/>
                </a:cubicBezTo>
                <a:cubicBezTo>
                  <a:pt x="2612175" y="950140"/>
                  <a:pt x="2597334" y="935298"/>
                  <a:pt x="2579026" y="935298"/>
                </a:cubicBezTo>
                <a:cubicBezTo>
                  <a:pt x="2560718" y="935298"/>
                  <a:pt x="2545876" y="950140"/>
                  <a:pt x="2545876" y="968448"/>
                </a:cubicBezTo>
                <a:moveTo>
                  <a:pt x="2673170" y="204043"/>
                </a:moveTo>
                <a:cubicBezTo>
                  <a:pt x="2673170" y="222351"/>
                  <a:pt x="2688012" y="237192"/>
                  <a:pt x="2706319" y="237192"/>
                </a:cubicBezTo>
                <a:cubicBezTo>
                  <a:pt x="2724628" y="237192"/>
                  <a:pt x="2739469" y="222351"/>
                  <a:pt x="2739469" y="204043"/>
                </a:cubicBezTo>
                <a:cubicBezTo>
                  <a:pt x="2739469" y="185735"/>
                  <a:pt x="2724628" y="170893"/>
                  <a:pt x="2706319" y="170893"/>
                </a:cubicBezTo>
                <a:cubicBezTo>
                  <a:pt x="2688012" y="170893"/>
                  <a:pt x="2673170" y="185735"/>
                  <a:pt x="2673170" y="204043"/>
                </a:cubicBezTo>
                <a:moveTo>
                  <a:pt x="2800464" y="976110"/>
                </a:moveTo>
                <a:cubicBezTo>
                  <a:pt x="2800464" y="994417"/>
                  <a:pt x="2815306" y="1009259"/>
                  <a:pt x="2833613" y="1009259"/>
                </a:cubicBezTo>
                <a:cubicBezTo>
                  <a:pt x="2851922" y="1009259"/>
                  <a:pt x="2866763" y="994417"/>
                  <a:pt x="2866763" y="976110"/>
                </a:cubicBezTo>
                <a:cubicBezTo>
                  <a:pt x="2866763" y="957802"/>
                  <a:pt x="2851922" y="942960"/>
                  <a:pt x="2833613" y="942960"/>
                </a:cubicBezTo>
                <a:cubicBezTo>
                  <a:pt x="2815306" y="942960"/>
                  <a:pt x="2800464" y="957802"/>
                  <a:pt x="2800464" y="976110"/>
                </a:cubicBezTo>
                <a:close/>
              </a:path>
            </a:pathLst>
          </a:custGeom>
          <a:solidFill xmlns:a="http://schemas.openxmlformats.org/drawingml/2006/main">
            <a:srgbClr val="005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36728-A0DB-4095-91A9-5AC1C4F7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2787172"/>
            <a:ext cx="2800464" cy="1349608"/>
          </a:xfrm>
          <a:custGeom xmlns:a="http://schemas.openxmlformats.org/drawingml/2006/main">
            <a:pathLst>
              <a:path w="2800464" h="1349608" fill="none">
                <a:moveTo>
                  <a:pt x="0" y="1129763"/>
                </a:moveTo>
                <a:lnTo>
                  <a:pt x="127294" y="708237"/>
                </a:lnTo>
                <a:lnTo>
                  <a:pt x="254588" y="1137324"/>
                </a:lnTo>
                <a:lnTo>
                  <a:pt x="381881" y="635664"/>
                </a:lnTo>
                <a:lnTo>
                  <a:pt x="509175" y="648039"/>
                </a:lnTo>
                <a:lnTo>
                  <a:pt x="636469" y="630328"/>
                </a:lnTo>
                <a:lnTo>
                  <a:pt x="763763" y="668315"/>
                </a:lnTo>
                <a:lnTo>
                  <a:pt x="891057" y="546643"/>
                </a:lnTo>
                <a:lnTo>
                  <a:pt x="1018351" y="621682"/>
                </a:lnTo>
                <a:lnTo>
                  <a:pt x="1145644" y="697081"/>
                </a:lnTo>
                <a:lnTo>
                  <a:pt x="1272938" y="697059"/>
                </a:lnTo>
                <a:lnTo>
                  <a:pt x="1400232" y="557632"/>
                </a:lnTo>
                <a:lnTo>
                  <a:pt x="1527526" y="491459"/>
                </a:lnTo>
                <a:lnTo>
                  <a:pt x="1654820" y="578312"/>
                </a:lnTo>
                <a:lnTo>
                  <a:pt x="1782114" y="714411"/>
                </a:lnTo>
                <a:lnTo>
                  <a:pt x="1909407" y="714701"/>
                </a:lnTo>
                <a:lnTo>
                  <a:pt x="2036701" y="714872"/>
                </a:lnTo>
                <a:lnTo>
                  <a:pt x="2163995" y="716323"/>
                </a:lnTo>
                <a:lnTo>
                  <a:pt x="2291289" y="1272534"/>
                </a:lnTo>
                <a:lnTo>
                  <a:pt x="2418583" y="1261984"/>
                </a:lnTo>
                <a:lnTo>
                  <a:pt x="2545876" y="1269365"/>
                </a:lnTo>
                <a:lnTo>
                  <a:pt x="2673170" y="0"/>
                </a:lnTo>
                <a:lnTo>
                  <a:pt x="2800464" y="1349608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5CFF"/>
            </a:solidFill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C51753-E435-4E57-ABD6-7D716657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2754022"/>
            <a:ext cx="2866763" cy="1415907"/>
          </a:xfrm>
          <a:custGeom xmlns:a="http://schemas.openxmlformats.org/drawingml/2006/main">
            <a:pathLst>
              <a:path w="2866763" h="1415907">
                <a:moveTo>
                  <a:pt x="0" y="1162912"/>
                </a:moveTo>
                <a:cubicBezTo>
                  <a:pt x="0" y="1181220"/>
                  <a:pt x="14841" y="1196062"/>
                  <a:pt x="33149" y="1196062"/>
                </a:cubicBezTo>
                <a:cubicBezTo>
                  <a:pt x="51457" y="1196062"/>
                  <a:pt x="66299" y="1181220"/>
                  <a:pt x="66299" y="1162912"/>
                </a:cubicBezTo>
                <a:cubicBezTo>
                  <a:pt x="66299" y="1144604"/>
                  <a:pt x="51457" y="1129763"/>
                  <a:pt x="33149" y="1129763"/>
                </a:cubicBezTo>
                <a:cubicBezTo>
                  <a:pt x="14841" y="1129763"/>
                  <a:pt x="0" y="1144604"/>
                  <a:pt x="0" y="1162912"/>
                </a:cubicBezTo>
                <a:moveTo>
                  <a:pt x="127294" y="741387"/>
                </a:moveTo>
                <a:cubicBezTo>
                  <a:pt x="127294" y="759694"/>
                  <a:pt x="142135" y="774536"/>
                  <a:pt x="160443" y="774536"/>
                </a:cubicBezTo>
                <a:cubicBezTo>
                  <a:pt x="178751" y="774536"/>
                  <a:pt x="193593" y="759694"/>
                  <a:pt x="193593" y="741387"/>
                </a:cubicBezTo>
                <a:cubicBezTo>
                  <a:pt x="193593" y="723079"/>
                  <a:pt x="178751" y="708237"/>
                  <a:pt x="160443" y="708237"/>
                </a:cubicBezTo>
                <a:cubicBezTo>
                  <a:pt x="142135" y="708237"/>
                  <a:pt x="127294" y="723079"/>
                  <a:pt x="127294" y="741387"/>
                </a:cubicBezTo>
                <a:moveTo>
                  <a:pt x="254588" y="1170473"/>
                </a:moveTo>
                <a:cubicBezTo>
                  <a:pt x="254588" y="1188781"/>
                  <a:pt x="269429" y="1203622"/>
                  <a:pt x="287737" y="1203622"/>
                </a:cubicBezTo>
                <a:cubicBezTo>
                  <a:pt x="306045" y="1203622"/>
                  <a:pt x="320886" y="1188781"/>
                  <a:pt x="320886" y="1170473"/>
                </a:cubicBezTo>
                <a:cubicBezTo>
                  <a:pt x="320886" y="1152165"/>
                  <a:pt x="306045" y="1137324"/>
                  <a:pt x="287737" y="1137324"/>
                </a:cubicBezTo>
                <a:cubicBezTo>
                  <a:pt x="269429" y="1137324"/>
                  <a:pt x="254588" y="1152165"/>
                  <a:pt x="254588" y="1170473"/>
                </a:cubicBezTo>
                <a:moveTo>
                  <a:pt x="381881" y="668814"/>
                </a:moveTo>
                <a:cubicBezTo>
                  <a:pt x="381881" y="687122"/>
                  <a:pt x="396723" y="701963"/>
                  <a:pt x="415031" y="701963"/>
                </a:cubicBezTo>
                <a:cubicBezTo>
                  <a:pt x="433339" y="701963"/>
                  <a:pt x="448180" y="687122"/>
                  <a:pt x="448180" y="668814"/>
                </a:cubicBezTo>
                <a:cubicBezTo>
                  <a:pt x="448180" y="650506"/>
                  <a:pt x="433339" y="635664"/>
                  <a:pt x="415031" y="635664"/>
                </a:cubicBezTo>
                <a:cubicBezTo>
                  <a:pt x="396723" y="635664"/>
                  <a:pt x="381881" y="650506"/>
                  <a:pt x="381881" y="668814"/>
                </a:cubicBezTo>
                <a:moveTo>
                  <a:pt x="509175" y="681188"/>
                </a:moveTo>
                <a:cubicBezTo>
                  <a:pt x="509175" y="699496"/>
                  <a:pt x="524017" y="714337"/>
                  <a:pt x="542325" y="714337"/>
                </a:cubicBezTo>
                <a:cubicBezTo>
                  <a:pt x="560633" y="714337"/>
                  <a:pt x="575474" y="699496"/>
                  <a:pt x="575474" y="681188"/>
                </a:cubicBezTo>
                <a:cubicBezTo>
                  <a:pt x="575474" y="662880"/>
                  <a:pt x="560633" y="648039"/>
                  <a:pt x="542325" y="648039"/>
                </a:cubicBezTo>
                <a:cubicBezTo>
                  <a:pt x="524017" y="648039"/>
                  <a:pt x="509175" y="662880"/>
                  <a:pt x="509175" y="681188"/>
                </a:cubicBezTo>
                <a:moveTo>
                  <a:pt x="636469" y="663478"/>
                </a:moveTo>
                <a:cubicBezTo>
                  <a:pt x="636469" y="681786"/>
                  <a:pt x="651311" y="696627"/>
                  <a:pt x="669619" y="696627"/>
                </a:cubicBezTo>
                <a:cubicBezTo>
                  <a:pt x="687926" y="696627"/>
                  <a:pt x="702768" y="681786"/>
                  <a:pt x="702768" y="663478"/>
                </a:cubicBezTo>
                <a:cubicBezTo>
                  <a:pt x="702768" y="645170"/>
                  <a:pt x="687926" y="630328"/>
                  <a:pt x="669619" y="630328"/>
                </a:cubicBezTo>
                <a:cubicBezTo>
                  <a:pt x="651311" y="630328"/>
                  <a:pt x="636469" y="645170"/>
                  <a:pt x="636469" y="663478"/>
                </a:cubicBezTo>
                <a:moveTo>
                  <a:pt x="763763" y="701464"/>
                </a:moveTo>
                <a:cubicBezTo>
                  <a:pt x="763763" y="719772"/>
                  <a:pt x="778605" y="734614"/>
                  <a:pt x="796912" y="734614"/>
                </a:cubicBezTo>
                <a:cubicBezTo>
                  <a:pt x="815220" y="734614"/>
                  <a:pt x="830062" y="719772"/>
                  <a:pt x="830062" y="701464"/>
                </a:cubicBezTo>
                <a:cubicBezTo>
                  <a:pt x="830062" y="683156"/>
                  <a:pt x="815220" y="668315"/>
                  <a:pt x="796912" y="668315"/>
                </a:cubicBezTo>
                <a:cubicBezTo>
                  <a:pt x="778605" y="668315"/>
                  <a:pt x="763763" y="683156"/>
                  <a:pt x="763763" y="701464"/>
                </a:cubicBezTo>
                <a:moveTo>
                  <a:pt x="891057" y="579792"/>
                </a:moveTo>
                <a:cubicBezTo>
                  <a:pt x="891057" y="598100"/>
                  <a:pt x="905898" y="612942"/>
                  <a:pt x="924206" y="612942"/>
                </a:cubicBezTo>
                <a:cubicBezTo>
                  <a:pt x="942514" y="612942"/>
                  <a:pt x="957356" y="598100"/>
                  <a:pt x="957356" y="579792"/>
                </a:cubicBezTo>
                <a:cubicBezTo>
                  <a:pt x="957356" y="561484"/>
                  <a:pt x="942514" y="546643"/>
                  <a:pt x="924206" y="546643"/>
                </a:cubicBezTo>
                <a:cubicBezTo>
                  <a:pt x="905898" y="546643"/>
                  <a:pt x="891057" y="561484"/>
                  <a:pt x="891057" y="579792"/>
                </a:cubicBezTo>
                <a:moveTo>
                  <a:pt x="1018351" y="654831"/>
                </a:moveTo>
                <a:cubicBezTo>
                  <a:pt x="1018351" y="673139"/>
                  <a:pt x="1033192" y="687981"/>
                  <a:pt x="1051500" y="687981"/>
                </a:cubicBezTo>
                <a:cubicBezTo>
                  <a:pt x="1069808" y="687981"/>
                  <a:pt x="1084650" y="673139"/>
                  <a:pt x="1084650" y="654831"/>
                </a:cubicBezTo>
                <a:cubicBezTo>
                  <a:pt x="1084650" y="636523"/>
                  <a:pt x="1069808" y="621682"/>
                  <a:pt x="1051500" y="621682"/>
                </a:cubicBezTo>
                <a:cubicBezTo>
                  <a:pt x="1033192" y="621682"/>
                  <a:pt x="1018351" y="636523"/>
                  <a:pt x="1018351" y="654831"/>
                </a:cubicBezTo>
                <a:moveTo>
                  <a:pt x="1145644" y="730230"/>
                </a:moveTo>
                <a:cubicBezTo>
                  <a:pt x="1145644" y="748538"/>
                  <a:pt x="1160486" y="763379"/>
                  <a:pt x="1178794" y="763379"/>
                </a:cubicBezTo>
                <a:cubicBezTo>
                  <a:pt x="1197102" y="763379"/>
                  <a:pt x="1211943" y="748538"/>
                  <a:pt x="1211943" y="730230"/>
                </a:cubicBezTo>
                <a:cubicBezTo>
                  <a:pt x="1211943" y="711922"/>
                  <a:pt x="1197102" y="697081"/>
                  <a:pt x="1178794" y="697081"/>
                </a:cubicBezTo>
                <a:cubicBezTo>
                  <a:pt x="1160486" y="697081"/>
                  <a:pt x="1145644" y="711922"/>
                  <a:pt x="1145644" y="730230"/>
                </a:cubicBezTo>
                <a:moveTo>
                  <a:pt x="1272938" y="730208"/>
                </a:moveTo>
                <a:cubicBezTo>
                  <a:pt x="1272938" y="748516"/>
                  <a:pt x="1287780" y="763358"/>
                  <a:pt x="1306088" y="763358"/>
                </a:cubicBezTo>
                <a:cubicBezTo>
                  <a:pt x="1324395" y="763358"/>
                  <a:pt x="1339237" y="748516"/>
                  <a:pt x="1339237" y="730208"/>
                </a:cubicBezTo>
                <a:cubicBezTo>
                  <a:pt x="1339237" y="711900"/>
                  <a:pt x="1324395" y="697059"/>
                  <a:pt x="1306088" y="697059"/>
                </a:cubicBezTo>
                <a:cubicBezTo>
                  <a:pt x="1287780" y="697059"/>
                  <a:pt x="1272938" y="711900"/>
                  <a:pt x="1272938" y="730208"/>
                </a:cubicBezTo>
                <a:moveTo>
                  <a:pt x="1400232" y="590781"/>
                </a:moveTo>
                <a:cubicBezTo>
                  <a:pt x="1400232" y="609089"/>
                  <a:pt x="1415074" y="623931"/>
                  <a:pt x="1433381" y="623931"/>
                </a:cubicBezTo>
                <a:cubicBezTo>
                  <a:pt x="1451689" y="623931"/>
                  <a:pt x="1466531" y="609089"/>
                  <a:pt x="1466531" y="590781"/>
                </a:cubicBezTo>
                <a:cubicBezTo>
                  <a:pt x="1466531" y="572473"/>
                  <a:pt x="1451689" y="557632"/>
                  <a:pt x="1433381" y="557632"/>
                </a:cubicBezTo>
                <a:cubicBezTo>
                  <a:pt x="1415074" y="557632"/>
                  <a:pt x="1400232" y="572473"/>
                  <a:pt x="1400232" y="590781"/>
                </a:cubicBezTo>
                <a:moveTo>
                  <a:pt x="1527526" y="524609"/>
                </a:moveTo>
                <a:cubicBezTo>
                  <a:pt x="1527526" y="542917"/>
                  <a:pt x="1542367" y="557758"/>
                  <a:pt x="1560675" y="557758"/>
                </a:cubicBezTo>
                <a:cubicBezTo>
                  <a:pt x="1578983" y="557758"/>
                  <a:pt x="1593825" y="542917"/>
                  <a:pt x="1593825" y="524609"/>
                </a:cubicBezTo>
                <a:cubicBezTo>
                  <a:pt x="1593825" y="506301"/>
                  <a:pt x="1578983" y="491459"/>
                  <a:pt x="1560675" y="491459"/>
                </a:cubicBezTo>
                <a:cubicBezTo>
                  <a:pt x="1542367" y="491459"/>
                  <a:pt x="1527526" y="506301"/>
                  <a:pt x="1527526" y="524609"/>
                </a:cubicBezTo>
                <a:moveTo>
                  <a:pt x="1654820" y="611461"/>
                </a:moveTo>
                <a:cubicBezTo>
                  <a:pt x="1654820" y="629769"/>
                  <a:pt x="1669661" y="644611"/>
                  <a:pt x="1687969" y="644611"/>
                </a:cubicBezTo>
                <a:cubicBezTo>
                  <a:pt x="1706277" y="644611"/>
                  <a:pt x="1721119" y="629769"/>
                  <a:pt x="1721119" y="611461"/>
                </a:cubicBezTo>
                <a:cubicBezTo>
                  <a:pt x="1721119" y="593153"/>
                  <a:pt x="1706277" y="578312"/>
                  <a:pt x="1687969" y="578312"/>
                </a:cubicBezTo>
                <a:cubicBezTo>
                  <a:pt x="1669661" y="578312"/>
                  <a:pt x="1654820" y="593153"/>
                  <a:pt x="1654820" y="611461"/>
                </a:cubicBezTo>
                <a:moveTo>
                  <a:pt x="1782114" y="747561"/>
                </a:moveTo>
                <a:cubicBezTo>
                  <a:pt x="1782114" y="765868"/>
                  <a:pt x="1796955" y="780710"/>
                  <a:pt x="1815263" y="780710"/>
                </a:cubicBezTo>
                <a:cubicBezTo>
                  <a:pt x="1833571" y="780710"/>
                  <a:pt x="1848412" y="765868"/>
                  <a:pt x="1848412" y="747561"/>
                </a:cubicBezTo>
                <a:cubicBezTo>
                  <a:pt x="1848412" y="729253"/>
                  <a:pt x="1833571" y="714411"/>
                  <a:pt x="1815263" y="714411"/>
                </a:cubicBezTo>
                <a:cubicBezTo>
                  <a:pt x="1796955" y="714411"/>
                  <a:pt x="1782114" y="729253"/>
                  <a:pt x="1782114" y="747561"/>
                </a:cubicBezTo>
                <a:moveTo>
                  <a:pt x="1909407" y="747851"/>
                </a:moveTo>
                <a:cubicBezTo>
                  <a:pt x="1909407" y="766159"/>
                  <a:pt x="1924249" y="781000"/>
                  <a:pt x="1942557" y="781000"/>
                </a:cubicBezTo>
                <a:cubicBezTo>
                  <a:pt x="1960865" y="781000"/>
                  <a:pt x="1975706" y="766159"/>
                  <a:pt x="1975706" y="747851"/>
                </a:cubicBezTo>
                <a:cubicBezTo>
                  <a:pt x="1975706" y="729543"/>
                  <a:pt x="1960865" y="714701"/>
                  <a:pt x="1942557" y="714701"/>
                </a:cubicBezTo>
                <a:cubicBezTo>
                  <a:pt x="1924249" y="714701"/>
                  <a:pt x="1909407" y="729543"/>
                  <a:pt x="1909407" y="747851"/>
                </a:cubicBezTo>
                <a:moveTo>
                  <a:pt x="2036701" y="748022"/>
                </a:moveTo>
                <a:cubicBezTo>
                  <a:pt x="2036701" y="766329"/>
                  <a:pt x="2051543" y="781171"/>
                  <a:pt x="2069851" y="781171"/>
                </a:cubicBezTo>
                <a:cubicBezTo>
                  <a:pt x="2088159" y="781171"/>
                  <a:pt x="2103000" y="766329"/>
                  <a:pt x="2103000" y="748022"/>
                </a:cubicBezTo>
                <a:cubicBezTo>
                  <a:pt x="2103000" y="729714"/>
                  <a:pt x="2088159" y="714872"/>
                  <a:pt x="2069851" y="714872"/>
                </a:cubicBezTo>
                <a:cubicBezTo>
                  <a:pt x="2051543" y="714872"/>
                  <a:pt x="2036701" y="729714"/>
                  <a:pt x="2036701" y="748022"/>
                </a:cubicBezTo>
                <a:moveTo>
                  <a:pt x="2163995" y="749472"/>
                </a:moveTo>
                <a:cubicBezTo>
                  <a:pt x="2163995" y="767780"/>
                  <a:pt x="2178837" y="782622"/>
                  <a:pt x="2197144" y="782622"/>
                </a:cubicBezTo>
                <a:cubicBezTo>
                  <a:pt x="2215452" y="782622"/>
                  <a:pt x="2230294" y="767780"/>
                  <a:pt x="2230294" y="749472"/>
                </a:cubicBezTo>
                <a:cubicBezTo>
                  <a:pt x="2230294" y="731164"/>
                  <a:pt x="2215452" y="716323"/>
                  <a:pt x="2197144" y="716323"/>
                </a:cubicBezTo>
                <a:cubicBezTo>
                  <a:pt x="2178837" y="716323"/>
                  <a:pt x="2163995" y="731164"/>
                  <a:pt x="2163995" y="749472"/>
                </a:cubicBezTo>
                <a:moveTo>
                  <a:pt x="2291289" y="1305683"/>
                </a:moveTo>
                <a:cubicBezTo>
                  <a:pt x="2291289" y="1323991"/>
                  <a:pt x="2306130" y="1338833"/>
                  <a:pt x="2324438" y="1338833"/>
                </a:cubicBezTo>
                <a:cubicBezTo>
                  <a:pt x="2342746" y="1338833"/>
                  <a:pt x="2357588" y="1323991"/>
                  <a:pt x="2357588" y="1305683"/>
                </a:cubicBezTo>
                <a:cubicBezTo>
                  <a:pt x="2357588" y="1287375"/>
                  <a:pt x="2342746" y="1272534"/>
                  <a:pt x="2324438" y="1272534"/>
                </a:cubicBezTo>
                <a:cubicBezTo>
                  <a:pt x="2306130" y="1272534"/>
                  <a:pt x="2291289" y="1287375"/>
                  <a:pt x="2291289" y="1305683"/>
                </a:cubicBezTo>
                <a:moveTo>
                  <a:pt x="2418583" y="1295133"/>
                </a:moveTo>
                <a:cubicBezTo>
                  <a:pt x="2418583" y="1313441"/>
                  <a:pt x="2433424" y="1328282"/>
                  <a:pt x="2451732" y="1328282"/>
                </a:cubicBezTo>
                <a:cubicBezTo>
                  <a:pt x="2470040" y="1328282"/>
                  <a:pt x="2484881" y="1313441"/>
                  <a:pt x="2484881" y="1295133"/>
                </a:cubicBezTo>
                <a:cubicBezTo>
                  <a:pt x="2484881" y="1276825"/>
                  <a:pt x="2470040" y="1261984"/>
                  <a:pt x="2451732" y="1261984"/>
                </a:cubicBezTo>
                <a:cubicBezTo>
                  <a:pt x="2433424" y="1261984"/>
                  <a:pt x="2418583" y="1276825"/>
                  <a:pt x="2418583" y="1295133"/>
                </a:cubicBezTo>
                <a:moveTo>
                  <a:pt x="2545876" y="1302515"/>
                </a:moveTo>
                <a:cubicBezTo>
                  <a:pt x="2545876" y="1320823"/>
                  <a:pt x="2560718" y="1335664"/>
                  <a:pt x="2579026" y="1335664"/>
                </a:cubicBezTo>
                <a:cubicBezTo>
                  <a:pt x="2597334" y="1335664"/>
                  <a:pt x="2612175" y="1320823"/>
                  <a:pt x="2612175" y="1302515"/>
                </a:cubicBezTo>
                <a:cubicBezTo>
                  <a:pt x="2612175" y="1284207"/>
                  <a:pt x="2597334" y="1269365"/>
                  <a:pt x="2579026" y="1269365"/>
                </a:cubicBezTo>
                <a:cubicBezTo>
                  <a:pt x="2560718" y="1269365"/>
                  <a:pt x="2545876" y="1284207"/>
                  <a:pt x="2545876" y="1302515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382757"/>
                </a:moveTo>
                <a:cubicBezTo>
                  <a:pt x="2800464" y="1401065"/>
                  <a:pt x="2815306" y="1415907"/>
                  <a:pt x="2833614" y="1415907"/>
                </a:cubicBezTo>
                <a:cubicBezTo>
                  <a:pt x="2851921" y="1415907"/>
                  <a:pt x="2866763" y="1401065"/>
                  <a:pt x="2866763" y="1382757"/>
                </a:cubicBezTo>
                <a:cubicBezTo>
                  <a:pt x="2866763" y="1364449"/>
                  <a:pt x="2851921" y="1349608"/>
                  <a:pt x="2833614" y="1349608"/>
                </a:cubicBezTo>
                <a:cubicBezTo>
                  <a:pt x="2815306" y="1349608"/>
                  <a:pt x="2800464" y="1364449"/>
                  <a:pt x="2800464" y="1382757"/>
                </a:cubicBezTo>
                <a:close/>
              </a:path>
            </a:pathLst>
          </a:custGeom>
          <a:solidFill xmlns:a="http://schemas.openxmlformats.org/drawingml/2006/main">
            <a:srgbClr val="005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32F74E-6F13-4ED5-A7BB-27890D86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410851"/>
            <a:ext cx="2800464" cy="853531"/>
          </a:xfrm>
          <a:custGeom xmlns:a="http://schemas.openxmlformats.org/drawingml/2006/main">
            <a:pathLst>
              <a:path w="2800464" h="853531" fill="none">
                <a:moveTo>
                  <a:pt x="0" y="704436"/>
                </a:moveTo>
                <a:lnTo>
                  <a:pt x="127294" y="0"/>
                </a:lnTo>
                <a:lnTo>
                  <a:pt x="254588" y="684638"/>
                </a:lnTo>
                <a:lnTo>
                  <a:pt x="381881" y="444936"/>
                </a:lnTo>
                <a:lnTo>
                  <a:pt x="509175" y="552156"/>
                </a:lnTo>
                <a:lnTo>
                  <a:pt x="636469" y="447506"/>
                </a:lnTo>
                <a:lnTo>
                  <a:pt x="763763" y="518805"/>
                </a:lnTo>
                <a:lnTo>
                  <a:pt x="891057" y="411623"/>
                </a:lnTo>
                <a:lnTo>
                  <a:pt x="1018350" y="462116"/>
                </a:lnTo>
                <a:lnTo>
                  <a:pt x="1145644" y="450685"/>
                </a:lnTo>
                <a:lnTo>
                  <a:pt x="1272938" y="455463"/>
                </a:lnTo>
                <a:lnTo>
                  <a:pt x="1400232" y="439215"/>
                </a:lnTo>
                <a:lnTo>
                  <a:pt x="1527526" y="339901"/>
                </a:lnTo>
                <a:lnTo>
                  <a:pt x="1654819" y="437547"/>
                </a:lnTo>
                <a:lnTo>
                  <a:pt x="1782113" y="558081"/>
                </a:lnTo>
                <a:lnTo>
                  <a:pt x="1909407" y="554044"/>
                </a:lnTo>
                <a:lnTo>
                  <a:pt x="2036701" y="552732"/>
                </a:lnTo>
                <a:lnTo>
                  <a:pt x="2163995" y="552717"/>
                </a:lnTo>
                <a:lnTo>
                  <a:pt x="2291289" y="833491"/>
                </a:lnTo>
                <a:lnTo>
                  <a:pt x="2418582" y="831511"/>
                </a:lnTo>
                <a:lnTo>
                  <a:pt x="2545876" y="828740"/>
                </a:lnTo>
                <a:lnTo>
                  <a:pt x="2673170" y="20820"/>
                </a:lnTo>
                <a:lnTo>
                  <a:pt x="2800464" y="853531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5CFF"/>
            </a:solidFill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925421-B63F-4DCA-84AD-E142520B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377702"/>
            <a:ext cx="2866763" cy="919830"/>
          </a:xfrm>
          <a:custGeom xmlns:a="http://schemas.openxmlformats.org/drawingml/2006/main">
            <a:pathLst>
              <a:path w="2866763" h="919830">
                <a:moveTo>
                  <a:pt x="0" y="737586"/>
                </a:moveTo>
                <a:cubicBezTo>
                  <a:pt x="0" y="755894"/>
                  <a:pt x="14841" y="770735"/>
                  <a:pt x="33149" y="770735"/>
                </a:cubicBezTo>
                <a:cubicBezTo>
                  <a:pt x="51457" y="770735"/>
                  <a:pt x="66299" y="755894"/>
                  <a:pt x="66299" y="737586"/>
                </a:cubicBezTo>
                <a:cubicBezTo>
                  <a:pt x="66299" y="719278"/>
                  <a:pt x="51457" y="704436"/>
                  <a:pt x="33149" y="704436"/>
                </a:cubicBezTo>
                <a:cubicBezTo>
                  <a:pt x="14841" y="704436"/>
                  <a:pt x="0" y="719278"/>
                  <a:pt x="0" y="737586"/>
                </a:cubicBezTo>
                <a:moveTo>
                  <a:pt x="127294" y="33149"/>
                </a:moveTo>
                <a:cubicBezTo>
                  <a:pt x="127294" y="51457"/>
                  <a:pt x="142135" y="66299"/>
                  <a:pt x="160443" y="66299"/>
                </a:cubicBezTo>
                <a:cubicBezTo>
                  <a:pt x="178751" y="66299"/>
                  <a:pt x="193592" y="51457"/>
                  <a:pt x="193592" y="33149"/>
                </a:cubicBezTo>
                <a:cubicBezTo>
                  <a:pt x="193592" y="14841"/>
                  <a:pt x="178751" y="0"/>
                  <a:pt x="160443" y="0"/>
                </a:cubicBezTo>
                <a:cubicBezTo>
                  <a:pt x="142135" y="0"/>
                  <a:pt x="127294" y="14841"/>
                  <a:pt x="127294" y="33149"/>
                </a:cubicBezTo>
                <a:moveTo>
                  <a:pt x="254588" y="717787"/>
                </a:moveTo>
                <a:cubicBezTo>
                  <a:pt x="254588" y="736095"/>
                  <a:pt x="269429" y="750936"/>
                  <a:pt x="287737" y="750936"/>
                </a:cubicBezTo>
                <a:cubicBezTo>
                  <a:pt x="306045" y="750936"/>
                  <a:pt x="320886" y="736095"/>
                  <a:pt x="320886" y="717787"/>
                </a:cubicBezTo>
                <a:cubicBezTo>
                  <a:pt x="320886" y="699479"/>
                  <a:pt x="306045" y="684638"/>
                  <a:pt x="287737" y="684638"/>
                </a:cubicBezTo>
                <a:cubicBezTo>
                  <a:pt x="269429" y="684638"/>
                  <a:pt x="254588" y="699479"/>
                  <a:pt x="254588" y="717787"/>
                </a:cubicBezTo>
                <a:moveTo>
                  <a:pt x="381881" y="478085"/>
                </a:moveTo>
                <a:cubicBezTo>
                  <a:pt x="381881" y="496393"/>
                  <a:pt x="396723" y="511234"/>
                  <a:pt x="415031" y="511234"/>
                </a:cubicBezTo>
                <a:cubicBezTo>
                  <a:pt x="433339" y="511234"/>
                  <a:pt x="448180" y="496393"/>
                  <a:pt x="448180" y="478085"/>
                </a:cubicBezTo>
                <a:cubicBezTo>
                  <a:pt x="448180" y="459777"/>
                  <a:pt x="433339" y="444936"/>
                  <a:pt x="415031" y="444936"/>
                </a:cubicBezTo>
                <a:cubicBezTo>
                  <a:pt x="396723" y="444936"/>
                  <a:pt x="381881" y="459777"/>
                  <a:pt x="381881" y="478085"/>
                </a:cubicBezTo>
                <a:moveTo>
                  <a:pt x="509175" y="585305"/>
                </a:moveTo>
                <a:cubicBezTo>
                  <a:pt x="509175" y="603613"/>
                  <a:pt x="524017" y="618455"/>
                  <a:pt x="542324" y="618455"/>
                </a:cubicBezTo>
                <a:cubicBezTo>
                  <a:pt x="560632" y="618455"/>
                  <a:pt x="575474" y="603613"/>
                  <a:pt x="575474" y="585305"/>
                </a:cubicBezTo>
                <a:cubicBezTo>
                  <a:pt x="575474" y="566997"/>
                  <a:pt x="560632" y="552156"/>
                  <a:pt x="542324" y="552156"/>
                </a:cubicBezTo>
                <a:cubicBezTo>
                  <a:pt x="524017" y="552156"/>
                  <a:pt x="509175" y="566997"/>
                  <a:pt x="509175" y="585305"/>
                </a:cubicBezTo>
                <a:moveTo>
                  <a:pt x="636469" y="480655"/>
                </a:moveTo>
                <a:cubicBezTo>
                  <a:pt x="636469" y="498963"/>
                  <a:pt x="651310" y="513804"/>
                  <a:pt x="669618" y="513804"/>
                </a:cubicBezTo>
                <a:cubicBezTo>
                  <a:pt x="687926" y="513804"/>
                  <a:pt x="702768" y="498963"/>
                  <a:pt x="702768" y="480655"/>
                </a:cubicBezTo>
                <a:cubicBezTo>
                  <a:pt x="702768" y="462347"/>
                  <a:pt x="687926" y="447506"/>
                  <a:pt x="669618" y="447506"/>
                </a:cubicBezTo>
                <a:cubicBezTo>
                  <a:pt x="651310" y="447506"/>
                  <a:pt x="636469" y="462347"/>
                  <a:pt x="636469" y="480655"/>
                </a:cubicBezTo>
                <a:moveTo>
                  <a:pt x="763763" y="551955"/>
                </a:moveTo>
                <a:cubicBezTo>
                  <a:pt x="763763" y="570263"/>
                  <a:pt x="778604" y="585104"/>
                  <a:pt x="796912" y="585104"/>
                </a:cubicBezTo>
                <a:cubicBezTo>
                  <a:pt x="815220" y="585104"/>
                  <a:pt x="830061" y="570263"/>
                  <a:pt x="830061" y="551955"/>
                </a:cubicBezTo>
                <a:cubicBezTo>
                  <a:pt x="830061" y="533647"/>
                  <a:pt x="815220" y="518805"/>
                  <a:pt x="796912" y="518805"/>
                </a:cubicBezTo>
                <a:cubicBezTo>
                  <a:pt x="778604" y="518805"/>
                  <a:pt x="763763" y="533647"/>
                  <a:pt x="763763" y="551955"/>
                </a:cubicBezTo>
                <a:moveTo>
                  <a:pt x="891057" y="444772"/>
                </a:moveTo>
                <a:cubicBezTo>
                  <a:pt x="891057" y="463080"/>
                  <a:pt x="905898" y="477922"/>
                  <a:pt x="924206" y="477922"/>
                </a:cubicBezTo>
                <a:cubicBezTo>
                  <a:pt x="942514" y="477922"/>
                  <a:pt x="957356" y="463080"/>
                  <a:pt x="957356" y="444772"/>
                </a:cubicBezTo>
                <a:cubicBezTo>
                  <a:pt x="957356" y="426464"/>
                  <a:pt x="942514" y="411623"/>
                  <a:pt x="924206" y="411623"/>
                </a:cubicBezTo>
                <a:cubicBezTo>
                  <a:pt x="905898" y="411623"/>
                  <a:pt x="891057" y="426464"/>
                  <a:pt x="891057" y="444772"/>
                </a:cubicBezTo>
                <a:moveTo>
                  <a:pt x="1018350" y="495265"/>
                </a:moveTo>
                <a:cubicBezTo>
                  <a:pt x="1018350" y="513573"/>
                  <a:pt x="1033192" y="528415"/>
                  <a:pt x="1051500" y="528415"/>
                </a:cubicBezTo>
                <a:cubicBezTo>
                  <a:pt x="1069808" y="528415"/>
                  <a:pt x="1084649" y="513573"/>
                  <a:pt x="1084649" y="495265"/>
                </a:cubicBezTo>
                <a:cubicBezTo>
                  <a:pt x="1084649" y="476957"/>
                  <a:pt x="1069808" y="462116"/>
                  <a:pt x="1051500" y="462116"/>
                </a:cubicBezTo>
                <a:cubicBezTo>
                  <a:pt x="1033192" y="462116"/>
                  <a:pt x="1018350" y="476957"/>
                  <a:pt x="1018350" y="495265"/>
                </a:cubicBezTo>
                <a:moveTo>
                  <a:pt x="1145644" y="483834"/>
                </a:moveTo>
                <a:cubicBezTo>
                  <a:pt x="1145644" y="502142"/>
                  <a:pt x="1160486" y="516984"/>
                  <a:pt x="1178793" y="516984"/>
                </a:cubicBezTo>
                <a:cubicBezTo>
                  <a:pt x="1197101" y="516984"/>
                  <a:pt x="1211943" y="502142"/>
                  <a:pt x="1211943" y="483834"/>
                </a:cubicBezTo>
                <a:cubicBezTo>
                  <a:pt x="1211943" y="465527"/>
                  <a:pt x="1197101" y="450685"/>
                  <a:pt x="1178793" y="450685"/>
                </a:cubicBezTo>
                <a:cubicBezTo>
                  <a:pt x="1160486" y="450685"/>
                  <a:pt x="1145644" y="465527"/>
                  <a:pt x="1145644" y="483834"/>
                </a:cubicBezTo>
                <a:moveTo>
                  <a:pt x="1272938" y="488612"/>
                </a:moveTo>
                <a:cubicBezTo>
                  <a:pt x="1272938" y="506920"/>
                  <a:pt x="1287780" y="521762"/>
                  <a:pt x="1306087" y="521762"/>
                </a:cubicBezTo>
                <a:cubicBezTo>
                  <a:pt x="1324395" y="521762"/>
                  <a:pt x="1339237" y="506920"/>
                  <a:pt x="1339237" y="488612"/>
                </a:cubicBezTo>
                <a:cubicBezTo>
                  <a:pt x="1339237" y="470304"/>
                  <a:pt x="1324395" y="455463"/>
                  <a:pt x="1306087" y="455463"/>
                </a:cubicBezTo>
                <a:cubicBezTo>
                  <a:pt x="1287780" y="455463"/>
                  <a:pt x="1272938" y="470304"/>
                  <a:pt x="1272938" y="488612"/>
                </a:cubicBezTo>
                <a:moveTo>
                  <a:pt x="1400232" y="472365"/>
                </a:moveTo>
                <a:cubicBezTo>
                  <a:pt x="1400232" y="490673"/>
                  <a:pt x="1415073" y="505514"/>
                  <a:pt x="1433381" y="505514"/>
                </a:cubicBezTo>
                <a:cubicBezTo>
                  <a:pt x="1451689" y="505514"/>
                  <a:pt x="1466531" y="490673"/>
                  <a:pt x="1466531" y="472365"/>
                </a:cubicBezTo>
                <a:cubicBezTo>
                  <a:pt x="1466531" y="454057"/>
                  <a:pt x="1451689" y="439215"/>
                  <a:pt x="1433381" y="439215"/>
                </a:cubicBezTo>
                <a:cubicBezTo>
                  <a:pt x="1415073" y="439215"/>
                  <a:pt x="1400232" y="454057"/>
                  <a:pt x="1400232" y="472365"/>
                </a:cubicBezTo>
                <a:moveTo>
                  <a:pt x="1527526" y="373050"/>
                </a:moveTo>
                <a:cubicBezTo>
                  <a:pt x="1527526" y="391358"/>
                  <a:pt x="1542367" y="406200"/>
                  <a:pt x="1560675" y="406200"/>
                </a:cubicBezTo>
                <a:cubicBezTo>
                  <a:pt x="1578983" y="406200"/>
                  <a:pt x="1593825" y="391358"/>
                  <a:pt x="1593825" y="373050"/>
                </a:cubicBezTo>
                <a:cubicBezTo>
                  <a:pt x="1593825" y="354742"/>
                  <a:pt x="1578983" y="339901"/>
                  <a:pt x="1560675" y="339901"/>
                </a:cubicBezTo>
                <a:cubicBezTo>
                  <a:pt x="1542367" y="339901"/>
                  <a:pt x="1527526" y="354742"/>
                  <a:pt x="1527526" y="373050"/>
                </a:cubicBezTo>
                <a:moveTo>
                  <a:pt x="1654819" y="470696"/>
                </a:moveTo>
                <a:cubicBezTo>
                  <a:pt x="1654819" y="489004"/>
                  <a:pt x="1669661" y="503845"/>
                  <a:pt x="1687969" y="503845"/>
                </a:cubicBezTo>
                <a:cubicBezTo>
                  <a:pt x="1706276" y="503845"/>
                  <a:pt x="1721118" y="489004"/>
                  <a:pt x="1721118" y="470696"/>
                </a:cubicBezTo>
                <a:cubicBezTo>
                  <a:pt x="1721118" y="452388"/>
                  <a:pt x="1706276" y="437547"/>
                  <a:pt x="1687969" y="437547"/>
                </a:cubicBezTo>
                <a:cubicBezTo>
                  <a:pt x="1669661" y="437547"/>
                  <a:pt x="1654819" y="452388"/>
                  <a:pt x="1654819" y="470696"/>
                </a:cubicBezTo>
                <a:moveTo>
                  <a:pt x="1782113" y="591231"/>
                </a:moveTo>
                <a:cubicBezTo>
                  <a:pt x="1782113" y="609539"/>
                  <a:pt x="1796955" y="624380"/>
                  <a:pt x="1815263" y="624380"/>
                </a:cubicBezTo>
                <a:cubicBezTo>
                  <a:pt x="1833571" y="624380"/>
                  <a:pt x="1848412" y="609539"/>
                  <a:pt x="1848412" y="591231"/>
                </a:cubicBezTo>
                <a:cubicBezTo>
                  <a:pt x="1848412" y="572923"/>
                  <a:pt x="1833571" y="558081"/>
                  <a:pt x="1815263" y="558081"/>
                </a:cubicBezTo>
                <a:cubicBezTo>
                  <a:pt x="1796955" y="558081"/>
                  <a:pt x="1782113" y="572923"/>
                  <a:pt x="1782113" y="591231"/>
                </a:cubicBezTo>
                <a:moveTo>
                  <a:pt x="1909407" y="587194"/>
                </a:moveTo>
                <a:cubicBezTo>
                  <a:pt x="1909407" y="605502"/>
                  <a:pt x="1924249" y="620343"/>
                  <a:pt x="1942557" y="620343"/>
                </a:cubicBezTo>
                <a:cubicBezTo>
                  <a:pt x="1960865" y="620343"/>
                  <a:pt x="1975706" y="605502"/>
                  <a:pt x="1975706" y="587194"/>
                </a:cubicBezTo>
                <a:cubicBezTo>
                  <a:pt x="1975706" y="568886"/>
                  <a:pt x="1960865" y="554044"/>
                  <a:pt x="1942557" y="554044"/>
                </a:cubicBezTo>
                <a:cubicBezTo>
                  <a:pt x="1924249" y="554044"/>
                  <a:pt x="1909407" y="568886"/>
                  <a:pt x="1909407" y="587194"/>
                </a:cubicBezTo>
                <a:moveTo>
                  <a:pt x="2036701" y="585881"/>
                </a:moveTo>
                <a:cubicBezTo>
                  <a:pt x="2036701" y="604189"/>
                  <a:pt x="2051543" y="619031"/>
                  <a:pt x="2069850" y="619031"/>
                </a:cubicBezTo>
                <a:cubicBezTo>
                  <a:pt x="2088159" y="619031"/>
                  <a:pt x="2103000" y="604189"/>
                  <a:pt x="2103000" y="585881"/>
                </a:cubicBezTo>
                <a:cubicBezTo>
                  <a:pt x="2103000" y="567573"/>
                  <a:pt x="2088159" y="552732"/>
                  <a:pt x="2069850" y="552732"/>
                </a:cubicBezTo>
                <a:cubicBezTo>
                  <a:pt x="2051543" y="552732"/>
                  <a:pt x="2036701" y="567573"/>
                  <a:pt x="2036701" y="585881"/>
                </a:cubicBezTo>
                <a:moveTo>
                  <a:pt x="2163995" y="585866"/>
                </a:moveTo>
                <a:cubicBezTo>
                  <a:pt x="2163995" y="604174"/>
                  <a:pt x="2178836" y="619016"/>
                  <a:pt x="2197144" y="619016"/>
                </a:cubicBezTo>
                <a:cubicBezTo>
                  <a:pt x="2215452" y="619016"/>
                  <a:pt x="2230294" y="604174"/>
                  <a:pt x="2230294" y="585866"/>
                </a:cubicBezTo>
                <a:cubicBezTo>
                  <a:pt x="2230294" y="567558"/>
                  <a:pt x="2215452" y="552717"/>
                  <a:pt x="2197144" y="552717"/>
                </a:cubicBezTo>
                <a:cubicBezTo>
                  <a:pt x="2178836" y="552717"/>
                  <a:pt x="2163995" y="567558"/>
                  <a:pt x="2163995" y="585866"/>
                </a:cubicBezTo>
                <a:moveTo>
                  <a:pt x="2291289" y="866641"/>
                </a:moveTo>
                <a:cubicBezTo>
                  <a:pt x="2291289" y="884949"/>
                  <a:pt x="2306130" y="899790"/>
                  <a:pt x="2324438" y="899790"/>
                </a:cubicBezTo>
                <a:cubicBezTo>
                  <a:pt x="2342746" y="899790"/>
                  <a:pt x="2357587" y="884949"/>
                  <a:pt x="2357587" y="866641"/>
                </a:cubicBezTo>
                <a:cubicBezTo>
                  <a:pt x="2357587" y="848333"/>
                  <a:pt x="2342746" y="833491"/>
                  <a:pt x="2324438" y="833491"/>
                </a:cubicBezTo>
                <a:cubicBezTo>
                  <a:pt x="2306130" y="833491"/>
                  <a:pt x="2291289" y="848333"/>
                  <a:pt x="2291289" y="866641"/>
                </a:cubicBezTo>
                <a:moveTo>
                  <a:pt x="2418582" y="864660"/>
                </a:moveTo>
                <a:cubicBezTo>
                  <a:pt x="2418582" y="882968"/>
                  <a:pt x="2433424" y="897810"/>
                  <a:pt x="2451732" y="897810"/>
                </a:cubicBezTo>
                <a:cubicBezTo>
                  <a:pt x="2470040" y="897810"/>
                  <a:pt x="2484881" y="882968"/>
                  <a:pt x="2484881" y="864660"/>
                </a:cubicBezTo>
                <a:cubicBezTo>
                  <a:pt x="2484881" y="846352"/>
                  <a:pt x="2470040" y="831511"/>
                  <a:pt x="2451732" y="831511"/>
                </a:cubicBezTo>
                <a:cubicBezTo>
                  <a:pt x="2433424" y="831511"/>
                  <a:pt x="2418582" y="846352"/>
                  <a:pt x="2418582" y="864660"/>
                </a:cubicBezTo>
                <a:moveTo>
                  <a:pt x="2545876" y="861889"/>
                </a:moveTo>
                <a:cubicBezTo>
                  <a:pt x="2545876" y="880197"/>
                  <a:pt x="2560718" y="895039"/>
                  <a:pt x="2579026" y="895039"/>
                </a:cubicBezTo>
                <a:cubicBezTo>
                  <a:pt x="2597334" y="895039"/>
                  <a:pt x="2612175" y="880197"/>
                  <a:pt x="2612175" y="861889"/>
                </a:cubicBezTo>
                <a:cubicBezTo>
                  <a:pt x="2612175" y="843581"/>
                  <a:pt x="2597334" y="828740"/>
                  <a:pt x="2579026" y="828740"/>
                </a:cubicBezTo>
                <a:cubicBezTo>
                  <a:pt x="2560718" y="828740"/>
                  <a:pt x="2545876" y="843581"/>
                  <a:pt x="2545876" y="861889"/>
                </a:cubicBezTo>
                <a:moveTo>
                  <a:pt x="2673170" y="53970"/>
                </a:moveTo>
                <a:cubicBezTo>
                  <a:pt x="2673170" y="72278"/>
                  <a:pt x="2688012" y="87119"/>
                  <a:pt x="2706319" y="87119"/>
                </a:cubicBezTo>
                <a:cubicBezTo>
                  <a:pt x="2724628" y="87119"/>
                  <a:pt x="2739469" y="72278"/>
                  <a:pt x="2739469" y="53970"/>
                </a:cubicBezTo>
                <a:cubicBezTo>
                  <a:pt x="2739469" y="35662"/>
                  <a:pt x="2724628" y="20820"/>
                  <a:pt x="2706319" y="20820"/>
                </a:cubicBezTo>
                <a:cubicBezTo>
                  <a:pt x="2688012" y="20820"/>
                  <a:pt x="2673170" y="35662"/>
                  <a:pt x="2673170" y="53970"/>
                </a:cubicBezTo>
                <a:moveTo>
                  <a:pt x="2800464" y="886680"/>
                </a:moveTo>
                <a:cubicBezTo>
                  <a:pt x="2800464" y="904988"/>
                  <a:pt x="2815306" y="919830"/>
                  <a:pt x="2833613" y="919830"/>
                </a:cubicBezTo>
                <a:cubicBezTo>
                  <a:pt x="2851922" y="919830"/>
                  <a:pt x="2866763" y="904988"/>
                  <a:pt x="2866763" y="886680"/>
                </a:cubicBezTo>
                <a:cubicBezTo>
                  <a:pt x="2866763" y="868372"/>
                  <a:pt x="2851922" y="853531"/>
                  <a:pt x="2833613" y="853531"/>
                </a:cubicBezTo>
                <a:cubicBezTo>
                  <a:pt x="2815306" y="853531"/>
                  <a:pt x="2800464" y="868372"/>
                  <a:pt x="2800464" y="886680"/>
                </a:cubicBezTo>
                <a:close/>
              </a:path>
            </a:pathLst>
          </a:custGeom>
          <a:solidFill xmlns:a="http://schemas.openxmlformats.org/drawingml/2006/main">
            <a:srgbClr val="005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30CAA-1E54-4BAF-9DF7-296A4CDA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541492"/>
            <a:ext cx="2800464" cy="1245579"/>
          </a:xfrm>
          <a:custGeom xmlns:a="http://schemas.openxmlformats.org/drawingml/2006/main">
            <a:pathLst>
              <a:path w="2800464" h="1245579" fill="none">
                <a:moveTo>
                  <a:pt x="0" y="1027673"/>
                </a:moveTo>
                <a:lnTo>
                  <a:pt x="127294" y="391293"/>
                </a:lnTo>
                <a:lnTo>
                  <a:pt x="254588" y="1044609"/>
                </a:lnTo>
                <a:lnTo>
                  <a:pt x="381881" y="519112"/>
                </a:lnTo>
                <a:lnTo>
                  <a:pt x="509175" y="581756"/>
                </a:lnTo>
                <a:lnTo>
                  <a:pt x="636469" y="514679"/>
                </a:lnTo>
                <a:lnTo>
                  <a:pt x="763763" y="673665"/>
                </a:lnTo>
                <a:lnTo>
                  <a:pt x="891057" y="318494"/>
                </a:lnTo>
                <a:lnTo>
                  <a:pt x="1018351" y="533119"/>
                </a:lnTo>
                <a:lnTo>
                  <a:pt x="1145644" y="579925"/>
                </a:lnTo>
                <a:lnTo>
                  <a:pt x="1272938" y="580304"/>
                </a:lnTo>
                <a:lnTo>
                  <a:pt x="1400232" y="597942"/>
                </a:lnTo>
                <a:lnTo>
                  <a:pt x="1527526" y="450627"/>
                </a:lnTo>
                <a:lnTo>
                  <a:pt x="1654820" y="538010"/>
                </a:lnTo>
                <a:lnTo>
                  <a:pt x="1782114" y="520352"/>
                </a:lnTo>
                <a:lnTo>
                  <a:pt x="1909407" y="519765"/>
                </a:lnTo>
                <a:lnTo>
                  <a:pt x="2036701" y="516093"/>
                </a:lnTo>
                <a:lnTo>
                  <a:pt x="2163995" y="514943"/>
                </a:lnTo>
                <a:lnTo>
                  <a:pt x="2291289" y="1167042"/>
                </a:lnTo>
                <a:lnTo>
                  <a:pt x="2418583" y="1161255"/>
                </a:lnTo>
                <a:lnTo>
                  <a:pt x="2545876" y="1162795"/>
                </a:lnTo>
                <a:lnTo>
                  <a:pt x="2673170" y="0"/>
                </a:lnTo>
                <a:lnTo>
                  <a:pt x="2800464" y="1245579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73FF"/>
            </a:solidFill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4720A5-0705-4A34-81DE-95831475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508342"/>
            <a:ext cx="2866763" cy="1311877"/>
          </a:xfrm>
          <a:custGeom xmlns:a="http://schemas.openxmlformats.org/drawingml/2006/main">
            <a:pathLst>
              <a:path w="2866763" h="1311877">
                <a:moveTo>
                  <a:pt x="0" y="1060823"/>
                </a:moveTo>
                <a:cubicBezTo>
                  <a:pt x="0" y="1079131"/>
                  <a:pt x="14841" y="1093972"/>
                  <a:pt x="33149" y="1093972"/>
                </a:cubicBezTo>
                <a:cubicBezTo>
                  <a:pt x="51457" y="1093972"/>
                  <a:pt x="66299" y="1079131"/>
                  <a:pt x="66299" y="1060823"/>
                </a:cubicBezTo>
                <a:cubicBezTo>
                  <a:pt x="66299" y="1042515"/>
                  <a:pt x="51457" y="1027673"/>
                  <a:pt x="33149" y="1027673"/>
                </a:cubicBezTo>
                <a:cubicBezTo>
                  <a:pt x="14841" y="1027673"/>
                  <a:pt x="0" y="1042515"/>
                  <a:pt x="0" y="1060823"/>
                </a:cubicBezTo>
                <a:moveTo>
                  <a:pt x="127294" y="424443"/>
                </a:moveTo>
                <a:cubicBezTo>
                  <a:pt x="127294" y="442751"/>
                  <a:pt x="142135" y="457592"/>
                  <a:pt x="160443" y="457592"/>
                </a:cubicBezTo>
                <a:cubicBezTo>
                  <a:pt x="178751" y="457592"/>
                  <a:pt x="193593" y="442751"/>
                  <a:pt x="193593" y="424443"/>
                </a:cubicBezTo>
                <a:cubicBezTo>
                  <a:pt x="193593" y="406135"/>
                  <a:pt x="178751" y="391293"/>
                  <a:pt x="160443" y="391293"/>
                </a:cubicBezTo>
                <a:cubicBezTo>
                  <a:pt x="142135" y="391293"/>
                  <a:pt x="127294" y="406135"/>
                  <a:pt x="127294" y="424443"/>
                </a:cubicBezTo>
                <a:moveTo>
                  <a:pt x="254588" y="1077759"/>
                </a:moveTo>
                <a:cubicBezTo>
                  <a:pt x="254588" y="1096066"/>
                  <a:pt x="269429" y="1110908"/>
                  <a:pt x="287737" y="1110908"/>
                </a:cubicBezTo>
                <a:cubicBezTo>
                  <a:pt x="306045" y="1110908"/>
                  <a:pt x="320886" y="1096066"/>
                  <a:pt x="320886" y="1077759"/>
                </a:cubicBezTo>
                <a:cubicBezTo>
                  <a:pt x="320886" y="1059451"/>
                  <a:pt x="306045" y="1044609"/>
                  <a:pt x="287737" y="1044609"/>
                </a:cubicBezTo>
                <a:cubicBezTo>
                  <a:pt x="269429" y="1044609"/>
                  <a:pt x="254588" y="1059451"/>
                  <a:pt x="254588" y="1077759"/>
                </a:cubicBezTo>
                <a:moveTo>
                  <a:pt x="381881" y="552261"/>
                </a:moveTo>
                <a:cubicBezTo>
                  <a:pt x="381881" y="570569"/>
                  <a:pt x="396723" y="585411"/>
                  <a:pt x="415031" y="585411"/>
                </a:cubicBezTo>
                <a:cubicBezTo>
                  <a:pt x="433339" y="585411"/>
                  <a:pt x="448180" y="570569"/>
                  <a:pt x="448180" y="552261"/>
                </a:cubicBezTo>
                <a:cubicBezTo>
                  <a:pt x="448180" y="533954"/>
                  <a:pt x="433339" y="519112"/>
                  <a:pt x="415031" y="519112"/>
                </a:cubicBezTo>
                <a:cubicBezTo>
                  <a:pt x="396723" y="519112"/>
                  <a:pt x="381881" y="533954"/>
                  <a:pt x="381881" y="552261"/>
                </a:cubicBezTo>
                <a:moveTo>
                  <a:pt x="509175" y="614905"/>
                </a:moveTo>
                <a:cubicBezTo>
                  <a:pt x="509175" y="633213"/>
                  <a:pt x="524017" y="648055"/>
                  <a:pt x="542325" y="648055"/>
                </a:cubicBezTo>
                <a:cubicBezTo>
                  <a:pt x="560633" y="648055"/>
                  <a:pt x="575474" y="633213"/>
                  <a:pt x="575474" y="614905"/>
                </a:cubicBezTo>
                <a:cubicBezTo>
                  <a:pt x="575474" y="596597"/>
                  <a:pt x="560633" y="581756"/>
                  <a:pt x="542325" y="581756"/>
                </a:cubicBezTo>
                <a:cubicBezTo>
                  <a:pt x="524017" y="581756"/>
                  <a:pt x="509175" y="596597"/>
                  <a:pt x="509175" y="614905"/>
                </a:cubicBezTo>
                <a:moveTo>
                  <a:pt x="636469" y="547828"/>
                </a:moveTo>
                <a:cubicBezTo>
                  <a:pt x="636469" y="566136"/>
                  <a:pt x="651311" y="580978"/>
                  <a:pt x="669619" y="580978"/>
                </a:cubicBezTo>
                <a:cubicBezTo>
                  <a:pt x="687926" y="580978"/>
                  <a:pt x="702768" y="566136"/>
                  <a:pt x="702768" y="547828"/>
                </a:cubicBezTo>
                <a:cubicBezTo>
                  <a:pt x="702768" y="529521"/>
                  <a:pt x="687926" y="514679"/>
                  <a:pt x="669619" y="514679"/>
                </a:cubicBezTo>
                <a:cubicBezTo>
                  <a:pt x="651311" y="514679"/>
                  <a:pt x="636469" y="529521"/>
                  <a:pt x="636469" y="547828"/>
                </a:cubicBezTo>
                <a:moveTo>
                  <a:pt x="763763" y="706815"/>
                </a:moveTo>
                <a:cubicBezTo>
                  <a:pt x="763763" y="725123"/>
                  <a:pt x="778605" y="739964"/>
                  <a:pt x="796912" y="739964"/>
                </a:cubicBezTo>
                <a:cubicBezTo>
                  <a:pt x="815220" y="739964"/>
                  <a:pt x="830062" y="725123"/>
                  <a:pt x="830062" y="706815"/>
                </a:cubicBezTo>
                <a:cubicBezTo>
                  <a:pt x="830062" y="688507"/>
                  <a:pt x="815220" y="673665"/>
                  <a:pt x="796912" y="673665"/>
                </a:cubicBezTo>
                <a:cubicBezTo>
                  <a:pt x="778605" y="673665"/>
                  <a:pt x="763763" y="688507"/>
                  <a:pt x="763763" y="706815"/>
                </a:cubicBezTo>
                <a:moveTo>
                  <a:pt x="891057" y="351643"/>
                </a:moveTo>
                <a:cubicBezTo>
                  <a:pt x="891057" y="369951"/>
                  <a:pt x="905898" y="384793"/>
                  <a:pt x="924206" y="384793"/>
                </a:cubicBezTo>
                <a:cubicBezTo>
                  <a:pt x="942514" y="384793"/>
                  <a:pt x="957356" y="369951"/>
                  <a:pt x="957356" y="351643"/>
                </a:cubicBezTo>
                <a:cubicBezTo>
                  <a:pt x="957356" y="333335"/>
                  <a:pt x="942514" y="318494"/>
                  <a:pt x="924206" y="318494"/>
                </a:cubicBezTo>
                <a:cubicBezTo>
                  <a:pt x="905898" y="318494"/>
                  <a:pt x="891057" y="333335"/>
                  <a:pt x="891057" y="351643"/>
                </a:cubicBezTo>
                <a:moveTo>
                  <a:pt x="1018351" y="566268"/>
                </a:moveTo>
                <a:cubicBezTo>
                  <a:pt x="1018351" y="584576"/>
                  <a:pt x="1033192" y="599418"/>
                  <a:pt x="1051500" y="599418"/>
                </a:cubicBezTo>
                <a:cubicBezTo>
                  <a:pt x="1069808" y="599418"/>
                  <a:pt x="1084650" y="584576"/>
                  <a:pt x="1084650" y="566268"/>
                </a:cubicBezTo>
                <a:cubicBezTo>
                  <a:pt x="1084650" y="547960"/>
                  <a:pt x="1069808" y="533119"/>
                  <a:pt x="1051500" y="533119"/>
                </a:cubicBezTo>
                <a:cubicBezTo>
                  <a:pt x="1033192" y="533119"/>
                  <a:pt x="1018351" y="547960"/>
                  <a:pt x="1018351" y="566268"/>
                </a:cubicBezTo>
                <a:moveTo>
                  <a:pt x="1145644" y="613074"/>
                </a:moveTo>
                <a:cubicBezTo>
                  <a:pt x="1145644" y="631382"/>
                  <a:pt x="1160486" y="646223"/>
                  <a:pt x="1178794" y="646223"/>
                </a:cubicBezTo>
                <a:cubicBezTo>
                  <a:pt x="1197102" y="646223"/>
                  <a:pt x="1211943" y="631382"/>
                  <a:pt x="1211943" y="613074"/>
                </a:cubicBezTo>
                <a:cubicBezTo>
                  <a:pt x="1211943" y="594766"/>
                  <a:pt x="1197102" y="579925"/>
                  <a:pt x="1178794" y="579925"/>
                </a:cubicBezTo>
                <a:cubicBezTo>
                  <a:pt x="1160486" y="579925"/>
                  <a:pt x="1145644" y="594766"/>
                  <a:pt x="1145644" y="613074"/>
                </a:cubicBezTo>
                <a:moveTo>
                  <a:pt x="1272938" y="613454"/>
                </a:moveTo>
                <a:cubicBezTo>
                  <a:pt x="1272938" y="631762"/>
                  <a:pt x="1287780" y="646603"/>
                  <a:pt x="1306088" y="646603"/>
                </a:cubicBezTo>
                <a:cubicBezTo>
                  <a:pt x="1324395" y="646603"/>
                  <a:pt x="1339237" y="631762"/>
                  <a:pt x="1339237" y="613454"/>
                </a:cubicBezTo>
                <a:cubicBezTo>
                  <a:pt x="1339237" y="595146"/>
                  <a:pt x="1324395" y="580304"/>
                  <a:pt x="1306088" y="580304"/>
                </a:cubicBezTo>
                <a:cubicBezTo>
                  <a:pt x="1287780" y="580304"/>
                  <a:pt x="1272938" y="595146"/>
                  <a:pt x="1272938" y="613454"/>
                </a:cubicBezTo>
                <a:moveTo>
                  <a:pt x="1400232" y="631092"/>
                </a:moveTo>
                <a:cubicBezTo>
                  <a:pt x="1400232" y="649399"/>
                  <a:pt x="1415074" y="664241"/>
                  <a:pt x="1433381" y="664241"/>
                </a:cubicBezTo>
                <a:cubicBezTo>
                  <a:pt x="1451689" y="664241"/>
                  <a:pt x="1466531" y="649399"/>
                  <a:pt x="1466531" y="631092"/>
                </a:cubicBezTo>
                <a:cubicBezTo>
                  <a:pt x="1466531" y="612784"/>
                  <a:pt x="1451689" y="597942"/>
                  <a:pt x="1433381" y="597942"/>
                </a:cubicBezTo>
                <a:cubicBezTo>
                  <a:pt x="1415074" y="597942"/>
                  <a:pt x="1400232" y="612784"/>
                  <a:pt x="1400232" y="631092"/>
                </a:cubicBezTo>
                <a:moveTo>
                  <a:pt x="1527526" y="483777"/>
                </a:moveTo>
                <a:cubicBezTo>
                  <a:pt x="1527526" y="502085"/>
                  <a:pt x="1542367" y="516926"/>
                  <a:pt x="1560675" y="516926"/>
                </a:cubicBezTo>
                <a:cubicBezTo>
                  <a:pt x="1578983" y="516926"/>
                  <a:pt x="1593825" y="502085"/>
                  <a:pt x="1593825" y="483777"/>
                </a:cubicBezTo>
                <a:cubicBezTo>
                  <a:pt x="1593825" y="465469"/>
                  <a:pt x="1578983" y="450627"/>
                  <a:pt x="1560675" y="450627"/>
                </a:cubicBezTo>
                <a:cubicBezTo>
                  <a:pt x="1542367" y="450627"/>
                  <a:pt x="1527526" y="465469"/>
                  <a:pt x="1527526" y="483777"/>
                </a:cubicBezTo>
                <a:moveTo>
                  <a:pt x="1654820" y="571159"/>
                </a:moveTo>
                <a:cubicBezTo>
                  <a:pt x="1654820" y="589467"/>
                  <a:pt x="1669661" y="604309"/>
                  <a:pt x="1687969" y="604309"/>
                </a:cubicBezTo>
                <a:cubicBezTo>
                  <a:pt x="1706277" y="604309"/>
                  <a:pt x="1721119" y="589467"/>
                  <a:pt x="1721119" y="571159"/>
                </a:cubicBezTo>
                <a:cubicBezTo>
                  <a:pt x="1721119" y="552852"/>
                  <a:pt x="1706277" y="538010"/>
                  <a:pt x="1687969" y="538010"/>
                </a:cubicBezTo>
                <a:cubicBezTo>
                  <a:pt x="1669661" y="538010"/>
                  <a:pt x="1654820" y="552852"/>
                  <a:pt x="1654820" y="571159"/>
                </a:cubicBezTo>
                <a:moveTo>
                  <a:pt x="1782114" y="553501"/>
                </a:moveTo>
                <a:cubicBezTo>
                  <a:pt x="1782114" y="571809"/>
                  <a:pt x="1796955" y="586651"/>
                  <a:pt x="1815263" y="586651"/>
                </a:cubicBezTo>
                <a:cubicBezTo>
                  <a:pt x="1833571" y="586651"/>
                  <a:pt x="1848412" y="571809"/>
                  <a:pt x="1848412" y="553501"/>
                </a:cubicBezTo>
                <a:cubicBezTo>
                  <a:pt x="1848412" y="535193"/>
                  <a:pt x="1833571" y="520352"/>
                  <a:pt x="1815263" y="520352"/>
                </a:cubicBezTo>
                <a:cubicBezTo>
                  <a:pt x="1796955" y="520352"/>
                  <a:pt x="1782114" y="535193"/>
                  <a:pt x="1782114" y="553501"/>
                </a:cubicBezTo>
                <a:moveTo>
                  <a:pt x="1909407" y="552915"/>
                </a:moveTo>
                <a:cubicBezTo>
                  <a:pt x="1909407" y="571223"/>
                  <a:pt x="1924249" y="586064"/>
                  <a:pt x="1942557" y="586064"/>
                </a:cubicBezTo>
                <a:cubicBezTo>
                  <a:pt x="1960865" y="586064"/>
                  <a:pt x="1975706" y="571223"/>
                  <a:pt x="1975706" y="552915"/>
                </a:cubicBezTo>
                <a:cubicBezTo>
                  <a:pt x="1975706" y="534607"/>
                  <a:pt x="1960865" y="519765"/>
                  <a:pt x="1942557" y="519765"/>
                </a:cubicBezTo>
                <a:cubicBezTo>
                  <a:pt x="1924249" y="519765"/>
                  <a:pt x="1909407" y="534607"/>
                  <a:pt x="1909407" y="552915"/>
                </a:cubicBezTo>
                <a:moveTo>
                  <a:pt x="2036701" y="549243"/>
                </a:moveTo>
                <a:cubicBezTo>
                  <a:pt x="2036701" y="567550"/>
                  <a:pt x="2051543" y="582392"/>
                  <a:pt x="2069851" y="582392"/>
                </a:cubicBezTo>
                <a:cubicBezTo>
                  <a:pt x="2088159" y="582392"/>
                  <a:pt x="2103000" y="567550"/>
                  <a:pt x="2103000" y="549243"/>
                </a:cubicBezTo>
                <a:cubicBezTo>
                  <a:pt x="2103000" y="530935"/>
                  <a:pt x="2088159" y="516093"/>
                  <a:pt x="2069851" y="516093"/>
                </a:cubicBezTo>
                <a:cubicBezTo>
                  <a:pt x="2051543" y="516093"/>
                  <a:pt x="2036701" y="530935"/>
                  <a:pt x="2036701" y="549243"/>
                </a:cubicBezTo>
                <a:moveTo>
                  <a:pt x="2163995" y="548093"/>
                </a:moveTo>
                <a:cubicBezTo>
                  <a:pt x="2163995" y="566401"/>
                  <a:pt x="2178837" y="581242"/>
                  <a:pt x="2197144" y="581242"/>
                </a:cubicBezTo>
                <a:cubicBezTo>
                  <a:pt x="2215452" y="581242"/>
                  <a:pt x="2230294" y="566401"/>
                  <a:pt x="2230294" y="548093"/>
                </a:cubicBezTo>
                <a:cubicBezTo>
                  <a:pt x="2230294" y="529785"/>
                  <a:pt x="2215452" y="514943"/>
                  <a:pt x="2197144" y="514943"/>
                </a:cubicBezTo>
                <a:cubicBezTo>
                  <a:pt x="2178837" y="514943"/>
                  <a:pt x="2163995" y="529785"/>
                  <a:pt x="2163995" y="548093"/>
                </a:cubicBezTo>
                <a:moveTo>
                  <a:pt x="2291289" y="1200192"/>
                </a:moveTo>
                <a:cubicBezTo>
                  <a:pt x="2291289" y="1218500"/>
                  <a:pt x="2306130" y="1233341"/>
                  <a:pt x="2324438" y="1233341"/>
                </a:cubicBezTo>
                <a:cubicBezTo>
                  <a:pt x="2342746" y="1233341"/>
                  <a:pt x="2357588" y="1218500"/>
                  <a:pt x="2357588" y="1200192"/>
                </a:cubicBezTo>
                <a:cubicBezTo>
                  <a:pt x="2357588" y="1181884"/>
                  <a:pt x="2342746" y="1167042"/>
                  <a:pt x="2324438" y="1167042"/>
                </a:cubicBezTo>
                <a:cubicBezTo>
                  <a:pt x="2306130" y="1167042"/>
                  <a:pt x="2291289" y="1181884"/>
                  <a:pt x="2291289" y="1200192"/>
                </a:cubicBezTo>
                <a:moveTo>
                  <a:pt x="2418583" y="1194405"/>
                </a:moveTo>
                <a:cubicBezTo>
                  <a:pt x="2418583" y="1212712"/>
                  <a:pt x="2433424" y="1227554"/>
                  <a:pt x="2451732" y="1227554"/>
                </a:cubicBezTo>
                <a:cubicBezTo>
                  <a:pt x="2470040" y="1227554"/>
                  <a:pt x="2484881" y="1212712"/>
                  <a:pt x="2484881" y="1194405"/>
                </a:cubicBezTo>
                <a:cubicBezTo>
                  <a:pt x="2484881" y="1176097"/>
                  <a:pt x="2470040" y="1161255"/>
                  <a:pt x="2451732" y="1161255"/>
                </a:cubicBezTo>
                <a:cubicBezTo>
                  <a:pt x="2433424" y="1161255"/>
                  <a:pt x="2418583" y="1176097"/>
                  <a:pt x="2418583" y="1194405"/>
                </a:cubicBezTo>
                <a:moveTo>
                  <a:pt x="2545876" y="1195944"/>
                </a:moveTo>
                <a:cubicBezTo>
                  <a:pt x="2545876" y="1214252"/>
                  <a:pt x="2560718" y="1229094"/>
                  <a:pt x="2579026" y="1229094"/>
                </a:cubicBezTo>
                <a:cubicBezTo>
                  <a:pt x="2597334" y="1229094"/>
                  <a:pt x="2612175" y="1214252"/>
                  <a:pt x="2612175" y="1195944"/>
                </a:cubicBezTo>
                <a:cubicBezTo>
                  <a:pt x="2612175" y="1177636"/>
                  <a:pt x="2597334" y="1162795"/>
                  <a:pt x="2579026" y="1162795"/>
                </a:cubicBezTo>
                <a:cubicBezTo>
                  <a:pt x="2560718" y="1162795"/>
                  <a:pt x="2545876" y="1177636"/>
                  <a:pt x="2545876" y="1195944"/>
                </a:cubicBezTo>
                <a:moveTo>
                  <a:pt x="2673170" y="33149"/>
                </a:moveTo>
                <a:cubicBezTo>
                  <a:pt x="2673170" y="51458"/>
                  <a:pt x="2688012" y="66299"/>
                  <a:pt x="2706320" y="66299"/>
                </a:cubicBezTo>
                <a:cubicBezTo>
                  <a:pt x="2724628" y="66299"/>
                  <a:pt x="2739469" y="51458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278728"/>
                </a:moveTo>
                <a:cubicBezTo>
                  <a:pt x="2800464" y="1297036"/>
                  <a:pt x="2815306" y="1311877"/>
                  <a:pt x="2833614" y="1311877"/>
                </a:cubicBezTo>
                <a:cubicBezTo>
                  <a:pt x="2851921" y="1311877"/>
                  <a:pt x="2866763" y="1297036"/>
                  <a:pt x="2866763" y="1278728"/>
                </a:cubicBezTo>
                <a:cubicBezTo>
                  <a:pt x="2866763" y="1260420"/>
                  <a:pt x="2851921" y="1245579"/>
                  <a:pt x="2833614" y="1245579"/>
                </a:cubicBezTo>
                <a:cubicBezTo>
                  <a:pt x="2815306" y="1245579"/>
                  <a:pt x="2800464" y="1260420"/>
                  <a:pt x="2800464" y="1278728"/>
                </a:cubicBezTo>
                <a:close/>
              </a:path>
            </a:pathLst>
          </a:custGeom>
          <a:solidFill xmlns:a="http://schemas.openxmlformats.org/drawingml/2006/main">
            <a:srgbClr val="007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5B64C4-7AC9-48E8-9ACD-E8DEF8A1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1123183"/>
            <a:ext cx="2800464" cy="947808"/>
          </a:xfrm>
          <a:custGeom xmlns:a="http://schemas.openxmlformats.org/drawingml/2006/main">
            <a:pathLst>
              <a:path w="2800464" h="947808" fill="none">
                <a:moveTo>
                  <a:pt x="0" y="791038"/>
                </a:moveTo>
                <a:lnTo>
                  <a:pt x="127294" y="0"/>
                </a:lnTo>
                <a:lnTo>
                  <a:pt x="254588" y="800962"/>
                </a:lnTo>
                <a:lnTo>
                  <a:pt x="381881" y="511526"/>
                </a:lnTo>
                <a:lnTo>
                  <a:pt x="509175" y="655556"/>
                </a:lnTo>
                <a:lnTo>
                  <a:pt x="636469" y="506285"/>
                </a:lnTo>
                <a:lnTo>
                  <a:pt x="763763" y="678664"/>
                </a:lnTo>
                <a:lnTo>
                  <a:pt x="891057" y="521933"/>
                </a:lnTo>
                <a:lnTo>
                  <a:pt x="1018350" y="549956"/>
                </a:lnTo>
                <a:lnTo>
                  <a:pt x="1145644" y="529690"/>
                </a:lnTo>
                <a:lnTo>
                  <a:pt x="1272938" y="531763"/>
                </a:lnTo>
                <a:lnTo>
                  <a:pt x="1400232" y="498256"/>
                </a:lnTo>
                <a:lnTo>
                  <a:pt x="1527526" y="398615"/>
                </a:lnTo>
                <a:lnTo>
                  <a:pt x="1654819" y="538633"/>
                </a:lnTo>
                <a:lnTo>
                  <a:pt x="1782113" y="674331"/>
                </a:lnTo>
                <a:lnTo>
                  <a:pt x="1909407" y="670143"/>
                </a:lnTo>
                <a:lnTo>
                  <a:pt x="2036701" y="670856"/>
                </a:lnTo>
                <a:lnTo>
                  <a:pt x="2163995" y="671208"/>
                </a:lnTo>
                <a:lnTo>
                  <a:pt x="2291289" y="941788"/>
                </a:lnTo>
                <a:lnTo>
                  <a:pt x="2418582" y="939986"/>
                </a:lnTo>
                <a:lnTo>
                  <a:pt x="2545876" y="938523"/>
                </a:lnTo>
                <a:lnTo>
                  <a:pt x="2673170" y="157774"/>
                </a:lnTo>
                <a:lnTo>
                  <a:pt x="2800464" y="947808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73FF"/>
            </a:solidFill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D38D69-8CBA-45D2-A463-6547853E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1090034"/>
            <a:ext cx="2866763" cy="1014107"/>
          </a:xfrm>
          <a:custGeom xmlns:a="http://schemas.openxmlformats.org/drawingml/2006/main">
            <a:pathLst>
              <a:path w="2866763" h="1014107">
                <a:moveTo>
                  <a:pt x="0" y="824187"/>
                </a:moveTo>
                <a:cubicBezTo>
                  <a:pt x="0" y="842495"/>
                  <a:pt x="14841" y="857337"/>
                  <a:pt x="33149" y="857337"/>
                </a:cubicBezTo>
                <a:cubicBezTo>
                  <a:pt x="51457" y="857337"/>
                  <a:pt x="66299" y="842495"/>
                  <a:pt x="66299" y="824187"/>
                </a:cubicBezTo>
                <a:cubicBezTo>
                  <a:pt x="66299" y="805879"/>
                  <a:pt x="51457" y="791038"/>
                  <a:pt x="33149" y="791038"/>
                </a:cubicBezTo>
                <a:cubicBezTo>
                  <a:pt x="14841" y="791038"/>
                  <a:pt x="0" y="805879"/>
                  <a:pt x="0" y="824187"/>
                </a:cubicBezTo>
                <a:moveTo>
                  <a:pt x="127294" y="33149"/>
                </a:moveTo>
                <a:cubicBezTo>
                  <a:pt x="127294" y="51457"/>
                  <a:pt x="142135" y="66299"/>
                  <a:pt x="160443" y="66299"/>
                </a:cubicBezTo>
                <a:cubicBezTo>
                  <a:pt x="178751" y="66299"/>
                  <a:pt x="193592" y="51457"/>
                  <a:pt x="193592" y="33149"/>
                </a:cubicBezTo>
                <a:cubicBezTo>
                  <a:pt x="193592" y="14841"/>
                  <a:pt x="178751" y="0"/>
                  <a:pt x="160443" y="0"/>
                </a:cubicBezTo>
                <a:cubicBezTo>
                  <a:pt x="142135" y="0"/>
                  <a:pt x="127294" y="14841"/>
                  <a:pt x="127294" y="33149"/>
                </a:cubicBezTo>
                <a:moveTo>
                  <a:pt x="254588" y="834111"/>
                </a:moveTo>
                <a:cubicBezTo>
                  <a:pt x="254588" y="852419"/>
                  <a:pt x="269429" y="867260"/>
                  <a:pt x="287737" y="867260"/>
                </a:cubicBezTo>
                <a:cubicBezTo>
                  <a:pt x="306045" y="867260"/>
                  <a:pt x="320886" y="852419"/>
                  <a:pt x="320886" y="834111"/>
                </a:cubicBezTo>
                <a:cubicBezTo>
                  <a:pt x="320886" y="815803"/>
                  <a:pt x="306045" y="800962"/>
                  <a:pt x="287737" y="800962"/>
                </a:cubicBezTo>
                <a:cubicBezTo>
                  <a:pt x="269429" y="800962"/>
                  <a:pt x="254588" y="815803"/>
                  <a:pt x="254588" y="834111"/>
                </a:cubicBezTo>
                <a:moveTo>
                  <a:pt x="381881" y="544675"/>
                </a:moveTo>
                <a:cubicBezTo>
                  <a:pt x="381881" y="562983"/>
                  <a:pt x="396723" y="577825"/>
                  <a:pt x="415031" y="577825"/>
                </a:cubicBezTo>
                <a:cubicBezTo>
                  <a:pt x="433339" y="577825"/>
                  <a:pt x="448180" y="562983"/>
                  <a:pt x="448180" y="544675"/>
                </a:cubicBezTo>
                <a:cubicBezTo>
                  <a:pt x="448180" y="526367"/>
                  <a:pt x="433339" y="511526"/>
                  <a:pt x="415031" y="511526"/>
                </a:cubicBezTo>
                <a:cubicBezTo>
                  <a:pt x="396723" y="511526"/>
                  <a:pt x="381881" y="526367"/>
                  <a:pt x="381881" y="544675"/>
                </a:cubicBezTo>
                <a:moveTo>
                  <a:pt x="509175" y="688706"/>
                </a:moveTo>
                <a:cubicBezTo>
                  <a:pt x="509175" y="707014"/>
                  <a:pt x="524017" y="721855"/>
                  <a:pt x="542324" y="721855"/>
                </a:cubicBezTo>
                <a:cubicBezTo>
                  <a:pt x="560632" y="721855"/>
                  <a:pt x="575474" y="707014"/>
                  <a:pt x="575474" y="688706"/>
                </a:cubicBezTo>
                <a:cubicBezTo>
                  <a:pt x="575474" y="670397"/>
                  <a:pt x="560632" y="655556"/>
                  <a:pt x="542324" y="655556"/>
                </a:cubicBezTo>
                <a:cubicBezTo>
                  <a:pt x="524017" y="655556"/>
                  <a:pt x="509175" y="670397"/>
                  <a:pt x="509175" y="688706"/>
                </a:cubicBezTo>
                <a:moveTo>
                  <a:pt x="636469" y="539435"/>
                </a:moveTo>
                <a:cubicBezTo>
                  <a:pt x="636469" y="557743"/>
                  <a:pt x="651310" y="572584"/>
                  <a:pt x="669618" y="572584"/>
                </a:cubicBezTo>
                <a:cubicBezTo>
                  <a:pt x="687926" y="572584"/>
                  <a:pt x="702768" y="557743"/>
                  <a:pt x="702768" y="539435"/>
                </a:cubicBezTo>
                <a:cubicBezTo>
                  <a:pt x="702768" y="521127"/>
                  <a:pt x="687926" y="506285"/>
                  <a:pt x="669618" y="506285"/>
                </a:cubicBezTo>
                <a:cubicBezTo>
                  <a:pt x="651310" y="506285"/>
                  <a:pt x="636469" y="521127"/>
                  <a:pt x="636469" y="539435"/>
                </a:cubicBezTo>
                <a:moveTo>
                  <a:pt x="763763" y="711813"/>
                </a:moveTo>
                <a:cubicBezTo>
                  <a:pt x="763763" y="730121"/>
                  <a:pt x="778604" y="744963"/>
                  <a:pt x="796912" y="744963"/>
                </a:cubicBezTo>
                <a:cubicBezTo>
                  <a:pt x="815220" y="744963"/>
                  <a:pt x="830061" y="730121"/>
                  <a:pt x="830061" y="711813"/>
                </a:cubicBezTo>
                <a:cubicBezTo>
                  <a:pt x="830061" y="693505"/>
                  <a:pt x="815220" y="678664"/>
                  <a:pt x="796912" y="678664"/>
                </a:cubicBezTo>
                <a:cubicBezTo>
                  <a:pt x="778604" y="678664"/>
                  <a:pt x="763763" y="693505"/>
                  <a:pt x="763763" y="711813"/>
                </a:cubicBezTo>
                <a:moveTo>
                  <a:pt x="891057" y="555082"/>
                </a:moveTo>
                <a:cubicBezTo>
                  <a:pt x="891057" y="573390"/>
                  <a:pt x="905898" y="588232"/>
                  <a:pt x="924206" y="588232"/>
                </a:cubicBezTo>
                <a:cubicBezTo>
                  <a:pt x="942514" y="588232"/>
                  <a:pt x="957356" y="573390"/>
                  <a:pt x="957356" y="555082"/>
                </a:cubicBezTo>
                <a:cubicBezTo>
                  <a:pt x="957356" y="536774"/>
                  <a:pt x="942514" y="521933"/>
                  <a:pt x="924206" y="521933"/>
                </a:cubicBezTo>
                <a:cubicBezTo>
                  <a:pt x="905898" y="521933"/>
                  <a:pt x="891057" y="536774"/>
                  <a:pt x="891057" y="555082"/>
                </a:cubicBezTo>
                <a:moveTo>
                  <a:pt x="1018350" y="583106"/>
                </a:moveTo>
                <a:cubicBezTo>
                  <a:pt x="1018350" y="601413"/>
                  <a:pt x="1033192" y="616255"/>
                  <a:pt x="1051500" y="616255"/>
                </a:cubicBezTo>
                <a:cubicBezTo>
                  <a:pt x="1069808" y="616255"/>
                  <a:pt x="1084649" y="601413"/>
                  <a:pt x="1084649" y="583106"/>
                </a:cubicBezTo>
                <a:cubicBezTo>
                  <a:pt x="1084649" y="564798"/>
                  <a:pt x="1069808" y="549956"/>
                  <a:pt x="1051500" y="549956"/>
                </a:cubicBezTo>
                <a:cubicBezTo>
                  <a:pt x="1033192" y="549956"/>
                  <a:pt x="1018350" y="564798"/>
                  <a:pt x="1018350" y="583106"/>
                </a:cubicBezTo>
                <a:moveTo>
                  <a:pt x="1145644" y="562840"/>
                </a:moveTo>
                <a:cubicBezTo>
                  <a:pt x="1145644" y="581147"/>
                  <a:pt x="1160486" y="595989"/>
                  <a:pt x="1178793" y="595989"/>
                </a:cubicBezTo>
                <a:cubicBezTo>
                  <a:pt x="1197101" y="595989"/>
                  <a:pt x="1211943" y="581147"/>
                  <a:pt x="1211943" y="562840"/>
                </a:cubicBezTo>
                <a:cubicBezTo>
                  <a:pt x="1211943" y="544532"/>
                  <a:pt x="1197101" y="529690"/>
                  <a:pt x="1178793" y="529690"/>
                </a:cubicBezTo>
                <a:cubicBezTo>
                  <a:pt x="1160486" y="529690"/>
                  <a:pt x="1145644" y="544532"/>
                  <a:pt x="1145644" y="562840"/>
                </a:cubicBezTo>
                <a:moveTo>
                  <a:pt x="1272938" y="564912"/>
                </a:moveTo>
                <a:cubicBezTo>
                  <a:pt x="1272938" y="583220"/>
                  <a:pt x="1287780" y="598062"/>
                  <a:pt x="1306087" y="598062"/>
                </a:cubicBezTo>
                <a:cubicBezTo>
                  <a:pt x="1324395" y="598062"/>
                  <a:pt x="1339237" y="583220"/>
                  <a:pt x="1339237" y="564912"/>
                </a:cubicBezTo>
                <a:cubicBezTo>
                  <a:pt x="1339237" y="546604"/>
                  <a:pt x="1324395" y="531763"/>
                  <a:pt x="1306087" y="531763"/>
                </a:cubicBezTo>
                <a:cubicBezTo>
                  <a:pt x="1287780" y="531763"/>
                  <a:pt x="1272938" y="546604"/>
                  <a:pt x="1272938" y="564912"/>
                </a:cubicBezTo>
                <a:moveTo>
                  <a:pt x="1400232" y="531406"/>
                </a:moveTo>
                <a:cubicBezTo>
                  <a:pt x="1400232" y="549714"/>
                  <a:pt x="1415073" y="564555"/>
                  <a:pt x="1433381" y="564555"/>
                </a:cubicBezTo>
                <a:cubicBezTo>
                  <a:pt x="1451689" y="564555"/>
                  <a:pt x="1466531" y="549714"/>
                  <a:pt x="1466531" y="531406"/>
                </a:cubicBezTo>
                <a:cubicBezTo>
                  <a:pt x="1466531" y="513098"/>
                  <a:pt x="1451689" y="498256"/>
                  <a:pt x="1433381" y="498256"/>
                </a:cubicBezTo>
                <a:cubicBezTo>
                  <a:pt x="1415073" y="498256"/>
                  <a:pt x="1400232" y="513098"/>
                  <a:pt x="1400232" y="531406"/>
                </a:cubicBezTo>
                <a:moveTo>
                  <a:pt x="1527526" y="431765"/>
                </a:moveTo>
                <a:cubicBezTo>
                  <a:pt x="1527526" y="450073"/>
                  <a:pt x="1542367" y="464914"/>
                  <a:pt x="1560675" y="464914"/>
                </a:cubicBezTo>
                <a:cubicBezTo>
                  <a:pt x="1578983" y="464914"/>
                  <a:pt x="1593825" y="450073"/>
                  <a:pt x="1593825" y="431765"/>
                </a:cubicBezTo>
                <a:cubicBezTo>
                  <a:pt x="1593825" y="413457"/>
                  <a:pt x="1578983" y="398615"/>
                  <a:pt x="1560675" y="398615"/>
                </a:cubicBezTo>
                <a:cubicBezTo>
                  <a:pt x="1542367" y="398615"/>
                  <a:pt x="1527526" y="413457"/>
                  <a:pt x="1527526" y="431765"/>
                </a:cubicBezTo>
                <a:moveTo>
                  <a:pt x="1654819" y="571782"/>
                </a:moveTo>
                <a:cubicBezTo>
                  <a:pt x="1654819" y="590090"/>
                  <a:pt x="1669661" y="604932"/>
                  <a:pt x="1687969" y="604932"/>
                </a:cubicBezTo>
                <a:cubicBezTo>
                  <a:pt x="1706276" y="604932"/>
                  <a:pt x="1721118" y="590090"/>
                  <a:pt x="1721118" y="571782"/>
                </a:cubicBezTo>
                <a:cubicBezTo>
                  <a:pt x="1721118" y="553474"/>
                  <a:pt x="1706276" y="538633"/>
                  <a:pt x="1687969" y="538633"/>
                </a:cubicBezTo>
                <a:cubicBezTo>
                  <a:pt x="1669661" y="538633"/>
                  <a:pt x="1654819" y="553474"/>
                  <a:pt x="1654819" y="571782"/>
                </a:cubicBezTo>
                <a:moveTo>
                  <a:pt x="1782113" y="707481"/>
                </a:moveTo>
                <a:cubicBezTo>
                  <a:pt x="1782113" y="725789"/>
                  <a:pt x="1796955" y="740630"/>
                  <a:pt x="1815263" y="740630"/>
                </a:cubicBezTo>
                <a:cubicBezTo>
                  <a:pt x="1833571" y="740630"/>
                  <a:pt x="1848412" y="725789"/>
                  <a:pt x="1848412" y="707481"/>
                </a:cubicBezTo>
                <a:cubicBezTo>
                  <a:pt x="1848412" y="689173"/>
                  <a:pt x="1833571" y="674331"/>
                  <a:pt x="1815263" y="674331"/>
                </a:cubicBezTo>
                <a:cubicBezTo>
                  <a:pt x="1796955" y="674331"/>
                  <a:pt x="1782113" y="689173"/>
                  <a:pt x="1782113" y="707481"/>
                </a:cubicBezTo>
                <a:moveTo>
                  <a:pt x="1909407" y="703292"/>
                </a:moveTo>
                <a:cubicBezTo>
                  <a:pt x="1909407" y="721600"/>
                  <a:pt x="1924249" y="736442"/>
                  <a:pt x="1942557" y="736442"/>
                </a:cubicBezTo>
                <a:cubicBezTo>
                  <a:pt x="1960865" y="736442"/>
                  <a:pt x="1975706" y="721600"/>
                  <a:pt x="1975706" y="703292"/>
                </a:cubicBezTo>
                <a:cubicBezTo>
                  <a:pt x="1975706" y="684984"/>
                  <a:pt x="1960865" y="670143"/>
                  <a:pt x="1942557" y="670143"/>
                </a:cubicBezTo>
                <a:cubicBezTo>
                  <a:pt x="1924249" y="670143"/>
                  <a:pt x="1909407" y="684984"/>
                  <a:pt x="1909407" y="703292"/>
                </a:cubicBezTo>
                <a:moveTo>
                  <a:pt x="2036701" y="704006"/>
                </a:moveTo>
                <a:cubicBezTo>
                  <a:pt x="2036701" y="722314"/>
                  <a:pt x="2051543" y="737155"/>
                  <a:pt x="2069850" y="737155"/>
                </a:cubicBezTo>
                <a:cubicBezTo>
                  <a:pt x="2088159" y="737155"/>
                  <a:pt x="2103000" y="722314"/>
                  <a:pt x="2103000" y="704006"/>
                </a:cubicBezTo>
                <a:cubicBezTo>
                  <a:pt x="2103000" y="685698"/>
                  <a:pt x="2088159" y="670856"/>
                  <a:pt x="2069850" y="670856"/>
                </a:cubicBezTo>
                <a:cubicBezTo>
                  <a:pt x="2051543" y="670856"/>
                  <a:pt x="2036701" y="685698"/>
                  <a:pt x="2036701" y="704006"/>
                </a:cubicBezTo>
                <a:moveTo>
                  <a:pt x="2163995" y="704357"/>
                </a:moveTo>
                <a:cubicBezTo>
                  <a:pt x="2163995" y="722665"/>
                  <a:pt x="2178836" y="737507"/>
                  <a:pt x="2197144" y="737507"/>
                </a:cubicBezTo>
                <a:cubicBezTo>
                  <a:pt x="2215452" y="737507"/>
                  <a:pt x="2230294" y="722665"/>
                  <a:pt x="2230294" y="704357"/>
                </a:cubicBezTo>
                <a:cubicBezTo>
                  <a:pt x="2230294" y="686049"/>
                  <a:pt x="2215452" y="671208"/>
                  <a:pt x="2197144" y="671208"/>
                </a:cubicBezTo>
                <a:cubicBezTo>
                  <a:pt x="2178836" y="671208"/>
                  <a:pt x="2163995" y="686049"/>
                  <a:pt x="2163995" y="704357"/>
                </a:cubicBezTo>
                <a:moveTo>
                  <a:pt x="2291289" y="974938"/>
                </a:moveTo>
                <a:cubicBezTo>
                  <a:pt x="2291289" y="993246"/>
                  <a:pt x="2306130" y="1008087"/>
                  <a:pt x="2324438" y="1008087"/>
                </a:cubicBezTo>
                <a:cubicBezTo>
                  <a:pt x="2342746" y="1008087"/>
                  <a:pt x="2357587" y="993246"/>
                  <a:pt x="2357587" y="974938"/>
                </a:cubicBezTo>
                <a:cubicBezTo>
                  <a:pt x="2357587" y="956630"/>
                  <a:pt x="2342746" y="941788"/>
                  <a:pt x="2324438" y="941788"/>
                </a:cubicBezTo>
                <a:cubicBezTo>
                  <a:pt x="2306130" y="941788"/>
                  <a:pt x="2291289" y="956630"/>
                  <a:pt x="2291289" y="974938"/>
                </a:cubicBezTo>
                <a:moveTo>
                  <a:pt x="2418582" y="973135"/>
                </a:moveTo>
                <a:cubicBezTo>
                  <a:pt x="2418582" y="991443"/>
                  <a:pt x="2433424" y="1006285"/>
                  <a:pt x="2451732" y="1006285"/>
                </a:cubicBezTo>
                <a:cubicBezTo>
                  <a:pt x="2470040" y="1006285"/>
                  <a:pt x="2484881" y="991443"/>
                  <a:pt x="2484881" y="973135"/>
                </a:cubicBezTo>
                <a:cubicBezTo>
                  <a:pt x="2484881" y="954827"/>
                  <a:pt x="2470040" y="939986"/>
                  <a:pt x="2451732" y="939986"/>
                </a:cubicBezTo>
                <a:cubicBezTo>
                  <a:pt x="2433424" y="939986"/>
                  <a:pt x="2418582" y="954827"/>
                  <a:pt x="2418582" y="973135"/>
                </a:cubicBezTo>
                <a:moveTo>
                  <a:pt x="2545876" y="971672"/>
                </a:moveTo>
                <a:cubicBezTo>
                  <a:pt x="2545876" y="989980"/>
                  <a:pt x="2560718" y="1004822"/>
                  <a:pt x="2579026" y="1004822"/>
                </a:cubicBezTo>
                <a:cubicBezTo>
                  <a:pt x="2597334" y="1004822"/>
                  <a:pt x="2612175" y="989980"/>
                  <a:pt x="2612175" y="971672"/>
                </a:cubicBezTo>
                <a:cubicBezTo>
                  <a:pt x="2612175" y="953364"/>
                  <a:pt x="2597334" y="938523"/>
                  <a:pt x="2579026" y="938523"/>
                </a:cubicBezTo>
                <a:cubicBezTo>
                  <a:pt x="2560718" y="938523"/>
                  <a:pt x="2545876" y="953364"/>
                  <a:pt x="2545876" y="971672"/>
                </a:cubicBezTo>
                <a:moveTo>
                  <a:pt x="2673170" y="190924"/>
                </a:moveTo>
                <a:cubicBezTo>
                  <a:pt x="2673170" y="209231"/>
                  <a:pt x="2688012" y="224073"/>
                  <a:pt x="2706319" y="224073"/>
                </a:cubicBezTo>
                <a:cubicBezTo>
                  <a:pt x="2724628" y="224073"/>
                  <a:pt x="2739469" y="209231"/>
                  <a:pt x="2739469" y="190924"/>
                </a:cubicBezTo>
                <a:cubicBezTo>
                  <a:pt x="2739469" y="172616"/>
                  <a:pt x="2724628" y="157774"/>
                  <a:pt x="2706319" y="157774"/>
                </a:cubicBezTo>
                <a:cubicBezTo>
                  <a:pt x="2688012" y="157774"/>
                  <a:pt x="2673170" y="172616"/>
                  <a:pt x="2673170" y="190924"/>
                </a:cubicBezTo>
                <a:moveTo>
                  <a:pt x="2800464" y="980957"/>
                </a:moveTo>
                <a:cubicBezTo>
                  <a:pt x="2800464" y="999265"/>
                  <a:pt x="2815306" y="1014107"/>
                  <a:pt x="2833613" y="1014107"/>
                </a:cubicBezTo>
                <a:cubicBezTo>
                  <a:pt x="2851922" y="1014107"/>
                  <a:pt x="2866763" y="999265"/>
                  <a:pt x="2866763" y="980957"/>
                </a:cubicBezTo>
                <a:cubicBezTo>
                  <a:pt x="2866763" y="962649"/>
                  <a:pt x="2851922" y="947808"/>
                  <a:pt x="2833613" y="947808"/>
                </a:cubicBezTo>
                <a:cubicBezTo>
                  <a:pt x="2815306" y="947808"/>
                  <a:pt x="2800464" y="962649"/>
                  <a:pt x="2800464" y="980957"/>
                </a:cubicBezTo>
                <a:close/>
              </a:path>
            </a:pathLst>
          </a:custGeom>
          <a:solidFill xmlns:a="http://schemas.openxmlformats.org/drawingml/2006/main">
            <a:srgbClr val="007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3AE7DC-72BF-42C1-9CC2-84CD5F8C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2787214"/>
            <a:ext cx="2800464" cy="1333849"/>
          </a:xfrm>
          <a:custGeom xmlns:a="http://schemas.openxmlformats.org/drawingml/2006/main">
            <a:pathLst>
              <a:path w="2800464" h="1333849" fill="none">
                <a:moveTo>
                  <a:pt x="0" y="1105427"/>
                </a:moveTo>
                <a:lnTo>
                  <a:pt x="127294" y="682224"/>
                </a:lnTo>
                <a:lnTo>
                  <a:pt x="254588" y="1130446"/>
                </a:lnTo>
                <a:lnTo>
                  <a:pt x="381881" y="594449"/>
                </a:lnTo>
                <a:lnTo>
                  <a:pt x="509175" y="619992"/>
                </a:lnTo>
                <a:lnTo>
                  <a:pt x="636469" y="592028"/>
                </a:lnTo>
                <a:lnTo>
                  <a:pt x="763763" y="633662"/>
                </a:lnTo>
                <a:lnTo>
                  <a:pt x="891057" y="504475"/>
                </a:lnTo>
                <a:lnTo>
                  <a:pt x="1018351" y="588785"/>
                </a:lnTo>
                <a:lnTo>
                  <a:pt x="1145644" y="659443"/>
                </a:lnTo>
                <a:lnTo>
                  <a:pt x="1272938" y="660089"/>
                </a:lnTo>
                <a:lnTo>
                  <a:pt x="1400232" y="528923"/>
                </a:lnTo>
                <a:lnTo>
                  <a:pt x="1527526" y="463459"/>
                </a:lnTo>
                <a:lnTo>
                  <a:pt x="1654820" y="549587"/>
                </a:lnTo>
                <a:lnTo>
                  <a:pt x="1782114" y="583373"/>
                </a:lnTo>
                <a:lnTo>
                  <a:pt x="1909407" y="583611"/>
                </a:lnTo>
                <a:lnTo>
                  <a:pt x="2036701" y="581517"/>
                </a:lnTo>
                <a:lnTo>
                  <a:pt x="2163995" y="583889"/>
                </a:lnTo>
                <a:lnTo>
                  <a:pt x="2291289" y="1234967"/>
                </a:lnTo>
                <a:lnTo>
                  <a:pt x="2418583" y="1238402"/>
                </a:lnTo>
                <a:lnTo>
                  <a:pt x="2545876" y="1238904"/>
                </a:lnTo>
                <a:lnTo>
                  <a:pt x="2673170" y="0"/>
                </a:lnTo>
                <a:lnTo>
                  <a:pt x="2800464" y="1333849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73FF"/>
            </a:solidFill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4DB862-B54C-4674-AA57-F8B2C896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2754065"/>
            <a:ext cx="2866763" cy="1400147"/>
          </a:xfrm>
          <a:custGeom xmlns:a="http://schemas.openxmlformats.org/drawingml/2006/main">
            <a:pathLst>
              <a:path w="2866763" h="1400147">
                <a:moveTo>
                  <a:pt x="0" y="1138576"/>
                </a:moveTo>
                <a:cubicBezTo>
                  <a:pt x="0" y="1156884"/>
                  <a:pt x="14841" y="1171726"/>
                  <a:pt x="33149" y="1171726"/>
                </a:cubicBezTo>
                <a:cubicBezTo>
                  <a:pt x="51457" y="1171726"/>
                  <a:pt x="66299" y="1156884"/>
                  <a:pt x="66299" y="1138576"/>
                </a:cubicBezTo>
                <a:cubicBezTo>
                  <a:pt x="66299" y="1120268"/>
                  <a:pt x="51457" y="1105427"/>
                  <a:pt x="33149" y="1105427"/>
                </a:cubicBezTo>
                <a:cubicBezTo>
                  <a:pt x="14841" y="1105427"/>
                  <a:pt x="0" y="1120268"/>
                  <a:pt x="0" y="1138576"/>
                </a:cubicBezTo>
                <a:moveTo>
                  <a:pt x="127294" y="715373"/>
                </a:moveTo>
                <a:cubicBezTo>
                  <a:pt x="127294" y="733681"/>
                  <a:pt x="142135" y="748523"/>
                  <a:pt x="160443" y="748523"/>
                </a:cubicBezTo>
                <a:cubicBezTo>
                  <a:pt x="178751" y="748523"/>
                  <a:pt x="193593" y="733681"/>
                  <a:pt x="193593" y="715373"/>
                </a:cubicBezTo>
                <a:cubicBezTo>
                  <a:pt x="193593" y="697065"/>
                  <a:pt x="178751" y="682224"/>
                  <a:pt x="160443" y="682224"/>
                </a:cubicBezTo>
                <a:cubicBezTo>
                  <a:pt x="142135" y="682224"/>
                  <a:pt x="127294" y="697065"/>
                  <a:pt x="127294" y="715373"/>
                </a:cubicBezTo>
                <a:moveTo>
                  <a:pt x="254588" y="1163596"/>
                </a:moveTo>
                <a:cubicBezTo>
                  <a:pt x="254588" y="1181904"/>
                  <a:pt x="269429" y="1196745"/>
                  <a:pt x="287737" y="1196745"/>
                </a:cubicBezTo>
                <a:cubicBezTo>
                  <a:pt x="306045" y="1196745"/>
                  <a:pt x="320886" y="1181904"/>
                  <a:pt x="320886" y="1163596"/>
                </a:cubicBezTo>
                <a:cubicBezTo>
                  <a:pt x="320886" y="1145288"/>
                  <a:pt x="306045" y="1130446"/>
                  <a:pt x="287737" y="1130446"/>
                </a:cubicBezTo>
                <a:cubicBezTo>
                  <a:pt x="269429" y="1130446"/>
                  <a:pt x="254588" y="1145288"/>
                  <a:pt x="254588" y="1163596"/>
                </a:cubicBezTo>
                <a:moveTo>
                  <a:pt x="381881" y="627598"/>
                </a:moveTo>
                <a:cubicBezTo>
                  <a:pt x="381881" y="645906"/>
                  <a:pt x="396723" y="660748"/>
                  <a:pt x="415031" y="660748"/>
                </a:cubicBezTo>
                <a:cubicBezTo>
                  <a:pt x="433339" y="660748"/>
                  <a:pt x="448180" y="645906"/>
                  <a:pt x="448180" y="627598"/>
                </a:cubicBezTo>
                <a:cubicBezTo>
                  <a:pt x="448180" y="609291"/>
                  <a:pt x="433339" y="594449"/>
                  <a:pt x="415031" y="594449"/>
                </a:cubicBezTo>
                <a:cubicBezTo>
                  <a:pt x="396723" y="594449"/>
                  <a:pt x="381881" y="609291"/>
                  <a:pt x="381881" y="627598"/>
                </a:cubicBezTo>
                <a:moveTo>
                  <a:pt x="509175" y="653141"/>
                </a:moveTo>
                <a:cubicBezTo>
                  <a:pt x="509175" y="671449"/>
                  <a:pt x="524017" y="686291"/>
                  <a:pt x="542325" y="686291"/>
                </a:cubicBezTo>
                <a:cubicBezTo>
                  <a:pt x="560633" y="686291"/>
                  <a:pt x="575474" y="671449"/>
                  <a:pt x="575474" y="653141"/>
                </a:cubicBezTo>
                <a:cubicBezTo>
                  <a:pt x="575474" y="634834"/>
                  <a:pt x="560633" y="619992"/>
                  <a:pt x="542325" y="619992"/>
                </a:cubicBezTo>
                <a:cubicBezTo>
                  <a:pt x="524017" y="619992"/>
                  <a:pt x="509175" y="634834"/>
                  <a:pt x="509175" y="653141"/>
                </a:cubicBezTo>
                <a:moveTo>
                  <a:pt x="636469" y="625177"/>
                </a:moveTo>
                <a:cubicBezTo>
                  <a:pt x="636469" y="643485"/>
                  <a:pt x="651311" y="658327"/>
                  <a:pt x="669619" y="658327"/>
                </a:cubicBezTo>
                <a:cubicBezTo>
                  <a:pt x="687926" y="658327"/>
                  <a:pt x="702768" y="643485"/>
                  <a:pt x="702768" y="625177"/>
                </a:cubicBezTo>
                <a:cubicBezTo>
                  <a:pt x="702768" y="606869"/>
                  <a:pt x="687926" y="592028"/>
                  <a:pt x="669619" y="592028"/>
                </a:cubicBezTo>
                <a:cubicBezTo>
                  <a:pt x="651311" y="592028"/>
                  <a:pt x="636469" y="606869"/>
                  <a:pt x="636469" y="625177"/>
                </a:cubicBezTo>
                <a:moveTo>
                  <a:pt x="763763" y="666811"/>
                </a:moveTo>
                <a:cubicBezTo>
                  <a:pt x="763763" y="685119"/>
                  <a:pt x="778605" y="699961"/>
                  <a:pt x="796912" y="699961"/>
                </a:cubicBezTo>
                <a:cubicBezTo>
                  <a:pt x="815220" y="699961"/>
                  <a:pt x="830062" y="685119"/>
                  <a:pt x="830062" y="666811"/>
                </a:cubicBezTo>
                <a:cubicBezTo>
                  <a:pt x="830062" y="648503"/>
                  <a:pt x="815220" y="633662"/>
                  <a:pt x="796912" y="633662"/>
                </a:cubicBezTo>
                <a:cubicBezTo>
                  <a:pt x="778605" y="633662"/>
                  <a:pt x="763763" y="648503"/>
                  <a:pt x="763763" y="666811"/>
                </a:cubicBezTo>
                <a:moveTo>
                  <a:pt x="891057" y="537624"/>
                </a:moveTo>
                <a:cubicBezTo>
                  <a:pt x="891057" y="555932"/>
                  <a:pt x="905898" y="570774"/>
                  <a:pt x="924206" y="570774"/>
                </a:cubicBezTo>
                <a:cubicBezTo>
                  <a:pt x="942514" y="570774"/>
                  <a:pt x="957356" y="555932"/>
                  <a:pt x="957356" y="537624"/>
                </a:cubicBezTo>
                <a:cubicBezTo>
                  <a:pt x="957356" y="519316"/>
                  <a:pt x="942514" y="504475"/>
                  <a:pt x="924206" y="504475"/>
                </a:cubicBezTo>
                <a:cubicBezTo>
                  <a:pt x="905898" y="504475"/>
                  <a:pt x="891057" y="519316"/>
                  <a:pt x="891057" y="537624"/>
                </a:cubicBezTo>
                <a:moveTo>
                  <a:pt x="1018351" y="621934"/>
                </a:moveTo>
                <a:cubicBezTo>
                  <a:pt x="1018351" y="640242"/>
                  <a:pt x="1033192" y="655084"/>
                  <a:pt x="1051500" y="655084"/>
                </a:cubicBezTo>
                <a:cubicBezTo>
                  <a:pt x="1069808" y="655084"/>
                  <a:pt x="1084650" y="640242"/>
                  <a:pt x="1084650" y="621934"/>
                </a:cubicBezTo>
                <a:cubicBezTo>
                  <a:pt x="1084650" y="603626"/>
                  <a:pt x="1069808" y="588785"/>
                  <a:pt x="1051500" y="588785"/>
                </a:cubicBezTo>
                <a:cubicBezTo>
                  <a:pt x="1033192" y="588785"/>
                  <a:pt x="1018351" y="603626"/>
                  <a:pt x="1018351" y="621934"/>
                </a:cubicBezTo>
                <a:moveTo>
                  <a:pt x="1145644" y="692592"/>
                </a:moveTo>
                <a:cubicBezTo>
                  <a:pt x="1145644" y="710900"/>
                  <a:pt x="1160486" y="725742"/>
                  <a:pt x="1178794" y="725742"/>
                </a:cubicBezTo>
                <a:cubicBezTo>
                  <a:pt x="1197102" y="725742"/>
                  <a:pt x="1211943" y="710900"/>
                  <a:pt x="1211943" y="692592"/>
                </a:cubicBezTo>
                <a:cubicBezTo>
                  <a:pt x="1211943" y="674284"/>
                  <a:pt x="1197102" y="659443"/>
                  <a:pt x="1178794" y="659443"/>
                </a:cubicBezTo>
                <a:cubicBezTo>
                  <a:pt x="1160486" y="659443"/>
                  <a:pt x="1145644" y="674284"/>
                  <a:pt x="1145644" y="692592"/>
                </a:cubicBezTo>
                <a:moveTo>
                  <a:pt x="1272938" y="693238"/>
                </a:moveTo>
                <a:cubicBezTo>
                  <a:pt x="1272938" y="711546"/>
                  <a:pt x="1287780" y="726388"/>
                  <a:pt x="1306088" y="726388"/>
                </a:cubicBezTo>
                <a:cubicBezTo>
                  <a:pt x="1324395" y="726388"/>
                  <a:pt x="1339237" y="711546"/>
                  <a:pt x="1339237" y="693238"/>
                </a:cubicBezTo>
                <a:cubicBezTo>
                  <a:pt x="1339237" y="674930"/>
                  <a:pt x="1324395" y="660089"/>
                  <a:pt x="1306088" y="660089"/>
                </a:cubicBezTo>
                <a:cubicBezTo>
                  <a:pt x="1287780" y="660089"/>
                  <a:pt x="1272938" y="674930"/>
                  <a:pt x="1272938" y="693238"/>
                </a:cubicBezTo>
                <a:moveTo>
                  <a:pt x="1400232" y="562072"/>
                </a:moveTo>
                <a:cubicBezTo>
                  <a:pt x="1400232" y="580380"/>
                  <a:pt x="1415074" y="595222"/>
                  <a:pt x="1433381" y="595222"/>
                </a:cubicBezTo>
                <a:cubicBezTo>
                  <a:pt x="1451689" y="595222"/>
                  <a:pt x="1466531" y="580380"/>
                  <a:pt x="1466531" y="562072"/>
                </a:cubicBezTo>
                <a:cubicBezTo>
                  <a:pt x="1466531" y="543764"/>
                  <a:pt x="1451689" y="528923"/>
                  <a:pt x="1433381" y="528923"/>
                </a:cubicBezTo>
                <a:cubicBezTo>
                  <a:pt x="1415074" y="528923"/>
                  <a:pt x="1400232" y="543764"/>
                  <a:pt x="1400232" y="562072"/>
                </a:cubicBezTo>
                <a:moveTo>
                  <a:pt x="1527526" y="496608"/>
                </a:moveTo>
                <a:cubicBezTo>
                  <a:pt x="1527526" y="514916"/>
                  <a:pt x="1542367" y="529758"/>
                  <a:pt x="1560675" y="529758"/>
                </a:cubicBezTo>
                <a:cubicBezTo>
                  <a:pt x="1578983" y="529758"/>
                  <a:pt x="1593825" y="514916"/>
                  <a:pt x="1593825" y="496608"/>
                </a:cubicBezTo>
                <a:cubicBezTo>
                  <a:pt x="1593825" y="478300"/>
                  <a:pt x="1578983" y="463459"/>
                  <a:pt x="1560675" y="463459"/>
                </a:cubicBezTo>
                <a:cubicBezTo>
                  <a:pt x="1542367" y="463459"/>
                  <a:pt x="1527526" y="478300"/>
                  <a:pt x="1527526" y="496608"/>
                </a:cubicBezTo>
                <a:moveTo>
                  <a:pt x="1654820" y="582736"/>
                </a:moveTo>
                <a:cubicBezTo>
                  <a:pt x="1654820" y="601044"/>
                  <a:pt x="1669661" y="615886"/>
                  <a:pt x="1687969" y="615886"/>
                </a:cubicBezTo>
                <a:cubicBezTo>
                  <a:pt x="1706277" y="615886"/>
                  <a:pt x="1721119" y="601044"/>
                  <a:pt x="1721119" y="582736"/>
                </a:cubicBezTo>
                <a:cubicBezTo>
                  <a:pt x="1721119" y="564428"/>
                  <a:pt x="1706277" y="549587"/>
                  <a:pt x="1687969" y="549587"/>
                </a:cubicBezTo>
                <a:cubicBezTo>
                  <a:pt x="1669661" y="549587"/>
                  <a:pt x="1654820" y="564428"/>
                  <a:pt x="1654820" y="582736"/>
                </a:cubicBezTo>
                <a:moveTo>
                  <a:pt x="1782114" y="616523"/>
                </a:moveTo>
                <a:cubicBezTo>
                  <a:pt x="1782114" y="634831"/>
                  <a:pt x="1796955" y="649672"/>
                  <a:pt x="1815263" y="649672"/>
                </a:cubicBezTo>
                <a:cubicBezTo>
                  <a:pt x="1833571" y="649672"/>
                  <a:pt x="1848412" y="634831"/>
                  <a:pt x="1848412" y="616523"/>
                </a:cubicBezTo>
                <a:cubicBezTo>
                  <a:pt x="1848412" y="598215"/>
                  <a:pt x="1833571" y="583373"/>
                  <a:pt x="1815263" y="583373"/>
                </a:cubicBezTo>
                <a:cubicBezTo>
                  <a:pt x="1796955" y="583373"/>
                  <a:pt x="1782114" y="598215"/>
                  <a:pt x="1782114" y="616523"/>
                </a:cubicBezTo>
                <a:moveTo>
                  <a:pt x="1909407" y="616761"/>
                </a:moveTo>
                <a:cubicBezTo>
                  <a:pt x="1909407" y="635069"/>
                  <a:pt x="1924249" y="649910"/>
                  <a:pt x="1942557" y="649910"/>
                </a:cubicBezTo>
                <a:cubicBezTo>
                  <a:pt x="1960865" y="649910"/>
                  <a:pt x="1975706" y="635069"/>
                  <a:pt x="1975706" y="616761"/>
                </a:cubicBezTo>
                <a:cubicBezTo>
                  <a:pt x="1975706" y="598453"/>
                  <a:pt x="1960865" y="583611"/>
                  <a:pt x="1942557" y="583611"/>
                </a:cubicBezTo>
                <a:cubicBezTo>
                  <a:pt x="1924249" y="583611"/>
                  <a:pt x="1909407" y="598453"/>
                  <a:pt x="1909407" y="616761"/>
                </a:cubicBezTo>
                <a:moveTo>
                  <a:pt x="2036701" y="614667"/>
                </a:moveTo>
                <a:cubicBezTo>
                  <a:pt x="2036701" y="632975"/>
                  <a:pt x="2051543" y="647816"/>
                  <a:pt x="2069851" y="647816"/>
                </a:cubicBezTo>
                <a:cubicBezTo>
                  <a:pt x="2088159" y="647816"/>
                  <a:pt x="2103000" y="632975"/>
                  <a:pt x="2103000" y="614667"/>
                </a:cubicBezTo>
                <a:cubicBezTo>
                  <a:pt x="2103000" y="596359"/>
                  <a:pt x="2088159" y="581517"/>
                  <a:pt x="2069851" y="581517"/>
                </a:cubicBezTo>
                <a:cubicBezTo>
                  <a:pt x="2051543" y="581517"/>
                  <a:pt x="2036701" y="596359"/>
                  <a:pt x="2036701" y="614667"/>
                </a:cubicBezTo>
                <a:moveTo>
                  <a:pt x="2163995" y="617038"/>
                </a:moveTo>
                <a:cubicBezTo>
                  <a:pt x="2163995" y="635346"/>
                  <a:pt x="2178837" y="650188"/>
                  <a:pt x="2197144" y="650188"/>
                </a:cubicBezTo>
                <a:cubicBezTo>
                  <a:pt x="2215452" y="650188"/>
                  <a:pt x="2230294" y="635346"/>
                  <a:pt x="2230294" y="617038"/>
                </a:cubicBezTo>
                <a:cubicBezTo>
                  <a:pt x="2230294" y="598730"/>
                  <a:pt x="2215452" y="583889"/>
                  <a:pt x="2197144" y="583889"/>
                </a:cubicBezTo>
                <a:cubicBezTo>
                  <a:pt x="2178837" y="583889"/>
                  <a:pt x="2163995" y="598730"/>
                  <a:pt x="2163995" y="617038"/>
                </a:cubicBezTo>
                <a:moveTo>
                  <a:pt x="2291289" y="1268116"/>
                </a:moveTo>
                <a:cubicBezTo>
                  <a:pt x="2291289" y="1286424"/>
                  <a:pt x="2306130" y="1301265"/>
                  <a:pt x="2324438" y="1301265"/>
                </a:cubicBezTo>
                <a:cubicBezTo>
                  <a:pt x="2342746" y="1301265"/>
                  <a:pt x="2357588" y="1286424"/>
                  <a:pt x="2357588" y="1268116"/>
                </a:cubicBezTo>
                <a:cubicBezTo>
                  <a:pt x="2357588" y="1249808"/>
                  <a:pt x="2342746" y="1234967"/>
                  <a:pt x="2324438" y="1234967"/>
                </a:cubicBezTo>
                <a:cubicBezTo>
                  <a:pt x="2306130" y="1234967"/>
                  <a:pt x="2291289" y="1249808"/>
                  <a:pt x="2291289" y="1268116"/>
                </a:cubicBezTo>
                <a:moveTo>
                  <a:pt x="2418583" y="1271552"/>
                </a:moveTo>
                <a:cubicBezTo>
                  <a:pt x="2418583" y="1289860"/>
                  <a:pt x="2433424" y="1304701"/>
                  <a:pt x="2451732" y="1304701"/>
                </a:cubicBezTo>
                <a:cubicBezTo>
                  <a:pt x="2470040" y="1304701"/>
                  <a:pt x="2484881" y="1289860"/>
                  <a:pt x="2484881" y="1271552"/>
                </a:cubicBezTo>
                <a:cubicBezTo>
                  <a:pt x="2484881" y="1253244"/>
                  <a:pt x="2470040" y="1238402"/>
                  <a:pt x="2451732" y="1238402"/>
                </a:cubicBezTo>
                <a:cubicBezTo>
                  <a:pt x="2433424" y="1238402"/>
                  <a:pt x="2418583" y="1253244"/>
                  <a:pt x="2418583" y="1271552"/>
                </a:cubicBezTo>
                <a:moveTo>
                  <a:pt x="2545876" y="1272053"/>
                </a:moveTo>
                <a:cubicBezTo>
                  <a:pt x="2545876" y="1290361"/>
                  <a:pt x="2560718" y="1305203"/>
                  <a:pt x="2579026" y="1305203"/>
                </a:cubicBezTo>
                <a:cubicBezTo>
                  <a:pt x="2597334" y="1305203"/>
                  <a:pt x="2612175" y="1290361"/>
                  <a:pt x="2612175" y="1272053"/>
                </a:cubicBezTo>
                <a:cubicBezTo>
                  <a:pt x="2612175" y="1253745"/>
                  <a:pt x="2597334" y="1238904"/>
                  <a:pt x="2579026" y="1238904"/>
                </a:cubicBezTo>
                <a:cubicBezTo>
                  <a:pt x="2560718" y="1238904"/>
                  <a:pt x="2545876" y="1253745"/>
                  <a:pt x="2545876" y="1272053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366998"/>
                </a:moveTo>
                <a:cubicBezTo>
                  <a:pt x="2800464" y="1385306"/>
                  <a:pt x="2815306" y="1400147"/>
                  <a:pt x="2833614" y="1400147"/>
                </a:cubicBezTo>
                <a:cubicBezTo>
                  <a:pt x="2851921" y="1400147"/>
                  <a:pt x="2866763" y="1385306"/>
                  <a:pt x="2866763" y="1366998"/>
                </a:cubicBezTo>
                <a:cubicBezTo>
                  <a:pt x="2866763" y="1348690"/>
                  <a:pt x="2851921" y="1333849"/>
                  <a:pt x="2833614" y="1333849"/>
                </a:cubicBezTo>
                <a:cubicBezTo>
                  <a:pt x="2815306" y="1333849"/>
                  <a:pt x="2800464" y="1348690"/>
                  <a:pt x="2800464" y="1366998"/>
                </a:cubicBezTo>
                <a:close/>
              </a:path>
            </a:pathLst>
          </a:custGeom>
          <a:solidFill xmlns:a="http://schemas.openxmlformats.org/drawingml/2006/main">
            <a:srgbClr val="007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5C844-C7DE-4D5A-B01B-CD06CDD5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388434"/>
            <a:ext cx="2800464" cy="863971"/>
          </a:xfrm>
          <a:custGeom xmlns:a="http://schemas.openxmlformats.org/drawingml/2006/main">
            <a:pathLst>
              <a:path w="2800464" h="863971" fill="none">
                <a:moveTo>
                  <a:pt x="0" y="696258"/>
                </a:moveTo>
                <a:lnTo>
                  <a:pt x="127294" y="0"/>
                </a:lnTo>
                <a:lnTo>
                  <a:pt x="254588" y="680196"/>
                </a:lnTo>
                <a:lnTo>
                  <a:pt x="381881" y="446423"/>
                </a:lnTo>
                <a:lnTo>
                  <a:pt x="509175" y="557139"/>
                </a:lnTo>
                <a:lnTo>
                  <a:pt x="636469" y="442393"/>
                </a:lnTo>
                <a:lnTo>
                  <a:pt x="763763" y="528012"/>
                </a:lnTo>
                <a:lnTo>
                  <a:pt x="891057" y="409456"/>
                </a:lnTo>
                <a:lnTo>
                  <a:pt x="1018350" y="468707"/>
                </a:lnTo>
                <a:lnTo>
                  <a:pt x="1145644" y="456554"/>
                </a:lnTo>
                <a:lnTo>
                  <a:pt x="1272938" y="454553"/>
                </a:lnTo>
                <a:lnTo>
                  <a:pt x="1400232" y="444755"/>
                </a:lnTo>
                <a:lnTo>
                  <a:pt x="1527526" y="347934"/>
                </a:lnTo>
                <a:lnTo>
                  <a:pt x="1654819" y="438104"/>
                </a:lnTo>
                <a:lnTo>
                  <a:pt x="1782113" y="558167"/>
                </a:lnTo>
                <a:lnTo>
                  <a:pt x="1909407" y="553086"/>
                </a:lnTo>
                <a:lnTo>
                  <a:pt x="2036701" y="555672"/>
                </a:lnTo>
                <a:lnTo>
                  <a:pt x="2163995" y="554390"/>
                </a:lnTo>
                <a:lnTo>
                  <a:pt x="2291289" y="841126"/>
                </a:lnTo>
                <a:lnTo>
                  <a:pt x="2418582" y="835413"/>
                </a:lnTo>
                <a:lnTo>
                  <a:pt x="2545876" y="836127"/>
                </a:lnTo>
                <a:lnTo>
                  <a:pt x="2673170" y="5549"/>
                </a:lnTo>
                <a:lnTo>
                  <a:pt x="2800464" y="863971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73FF"/>
            </a:solidFill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6B72E5-581A-4825-AB84-7D096FC6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355285"/>
            <a:ext cx="2866763" cy="930270"/>
          </a:xfrm>
          <a:custGeom xmlns:a="http://schemas.openxmlformats.org/drawingml/2006/main">
            <a:pathLst>
              <a:path w="2866763" h="930270">
                <a:moveTo>
                  <a:pt x="0" y="729407"/>
                </a:moveTo>
                <a:cubicBezTo>
                  <a:pt x="0" y="747715"/>
                  <a:pt x="14841" y="762557"/>
                  <a:pt x="33149" y="762557"/>
                </a:cubicBezTo>
                <a:cubicBezTo>
                  <a:pt x="51457" y="762557"/>
                  <a:pt x="66299" y="747715"/>
                  <a:pt x="66299" y="729407"/>
                </a:cubicBezTo>
                <a:cubicBezTo>
                  <a:pt x="66299" y="711099"/>
                  <a:pt x="51457" y="696258"/>
                  <a:pt x="33149" y="696258"/>
                </a:cubicBezTo>
                <a:cubicBezTo>
                  <a:pt x="14841" y="696258"/>
                  <a:pt x="0" y="711099"/>
                  <a:pt x="0" y="729407"/>
                </a:cubicBezTo>
                <a:moveTo>
                  <a:pt x="127294" y="33149"/>
                </a:moveTo>
                <a:cubicBezTo>
                  <a:pt x="127294" y="51457"/>
                  <a:pt x="142135" y="66299"/>
                  <a:pt x="160443" y="66299"/>
                </a:cubicBezTo>
                <a:cubicBezTo>
                  <a:pt x="178751" y="66299"/>
                  <a:pt x="193592" y="51457"/>
                  <a:pt x="193592" y="33149"/>
                </a:cubicBezTo>
                <a:cubicBezTo>
                  <a:pt x="193592" y="14841"/>
                  <a:pt x="178751" y="0"/>
                  <a:pt x="160443" y="0"/>
                </a:cubicBezTo>
                <a:cubicBezTo>
                  <a:pt x="142135" y="0"/>
                  <a:pt x="127294" y="14841"/>
                  <a:pt x="127294" y="33149"/>
                </a:cubicBezTo>
                <a:moveTo>
                  <a:pt x="254588" y="713346"/>
                </a:moveTo>
                <a:cubicBezTo>
                  <a:pt x="254588" y="731654"/>
                  <a:pt x="269429" y="746495"/>
                  <a:pt x="287737" y="746495"/>
                </a:cubicBezTo>
                <a:cubicBezTo>
                  <a:pt x="306045" y="746495"/>
                  <a:pt x="320886" y="731654"/>
                  <a:pt x="320886" y="713346"/>
                </a:cubicBezTo>
                <a:cubicBezTo>
                  <a:pt x="320886" y="695038"/>
                  <a:pt x="306045" y="680196"/>
                  <a:pt x="287737" y="680196"/>
                </a:cubicBezTo>
                <a:cubicBezTo>
                  <a:pt x="269429" y="680196"/>
                  <a:pt x="254588" y="695038"/>
                  <a:pt x="254588" y="713346"/>
                </a:cubicBezTo>
                <a:moveTo>
                  <a:pt x="381881" y="479573"/>
                </a:moveTo>
                <a:cubicBezTo>
                  <a:pt x="381881" y="497881"/>
                  <a:pt x="396723" y="512722"/>
                  <a:pt x="415031" y="512722"/>
                </a:cubicBezTo>
                <a:cubicBezTo>
                  <a:pt x="433339" y="512722"/>
                  <a:pt x="448180" y="497881"/>
                  <a:pt x="448180" y="479573"/>
                </a:cubicBezTo>
                <a:cubicBezTo>
                  <a:pt x="448180" y="461265"/>
                  <a:pt x="433339" y="446423"/>
                  <a:pt x="415031" y="446423"/>
                </a:cubicBezTo>
                <a:cubicBezTo>
                  <a:pt x="396723" y="446423"/>
                  <a:pt x="381881" y="461265"/>
                  <a:pt x="381881" y="479573"/>
                </a:cubicBezTo>
                <a:moveTo>
                  <a:pt x="509175" y="590288"/>
                </a:moveTo>
                <a:cubicBezTo>
                  <a:pt x="509175" y="608596"/>
                  <a:pt x="524017" y="623438"/>
                  <a:pt x="542324" y="623438"/>
                </a:cubicBezTo>
                <a:cubicBezTo>
                  <a:pt x="560632" y="623438"/>
                  <a:pt x="575474" y="608596"/>
                  <a:pt x="575474" y="590288"/>
                </a:cubicBezTo>
                <a:cubicBezTo>
                  <a:pt x="575474" y="571981"/>
                  <a:pt x="560632" y="557139"/>
                  <a:pt x="542324" y="557139"/>
                </a:cubicBezTo>
                <a:cubicBezTo>
                  <a:pt x="524017" y="557139"/>
                  <a:pt x="509175" y="571981"/>
                  <a:pt x="509175" y="590288"/>
                </a:cubicBezTo>
                <a:moveTo>
                  <a:pt x="636469" y="475543"/>
                </a:moveTo>
                <a:cubicBezTo>
                  <a:pt x="636469" y="493851"/>
                  <a:pt x="651310" y="508692"/>
                  <a:pt x="669618" y="508692"/>
                </a:cubicBezTo>
                <a:cubicBezTo>
                  <a:pt x="687926" y="508692"/>
                  <a:pt x="702768" y="493851"/>
                  <a:pt x="702768" y="475543"/>
                </a:cubicBezTo>
                <a:cubicBezTo>
                  <a:pt x="702768" y="457235"/>
                  <a:pt x="687926" y="442393"/>
                  <a:pt x="669618" y="442393"/>
                </a:cubicBezTo>
                <a:cubicBezTo>
                  <a:pt x="651310" y="442393"/>
                  <a:pt x="636469" y="457235"/>
                  <a:pt x="636469" y="475543"/>
                </a:cubicBezTo>
                <a:moveTo>
                  <a:pt x="763763" y="561161"/>
                </a:moveTo>
                <a:cubicBezTo>
                  <a:pt x="763763" y="579469"/>
                  <a:pt x="778604" y="594311"/>
                  <a:pt x="796912" y="594311"/>
                </a:cubicBezTo>
                <a:cubicBezTo>
                  <a:pt x="815220" y="594311"/>
                  <a:pt x="830061" y="579469"/>
                  <a:pt x="830061" y="561161"/>
                </a:cubicBezTo>
                <a:cubicBezTo>
                  <a:pt x="830061" y="542853"/>
                  <a:pt x="815220" y="528012"/>
                  <a:pt x="796912" y="528012"/>
                </a:cubicBezTo>
                <a:cubicBezTo>
                  <a:pt x="778604" y="528012"/>
                  <a:pt x="763763" y="542853"/>
                  <a:pt x="763763" y="561161"/>
                </a:cubicBezTo>
                <a:moveTo>
                  <a:pt x="891057" y="442605"/>
                </a:moveTo>
                <a:cubicBezTo>
                  <a:pt x="891057" y="460913"/>
                  <a:pt x="905898" y="475755"/>
                  <a:pt x="924206" y="475755"/>
                </a:cubicBezTo>
                <a:cubicBezTo>
                  <a:pt x="942514" y="475755"/>
                  <a:pt x="957356" y="460913"/>
                  <a:pt x="957356" y="442605"/>
                </a:cubicBezTo>
                <a:cubicBezTo>
                  <a:pt x="957356" y="424297"/>
                  <a:pt x="942514" y="409456"/>
                  <a:pt x="924206" y="409456"/>
                </a:cubicBezTo>
                <a:cubicBezTo>
                  <a:pt x="905898" y="409456"/>
                  <a:pt x="891057" y="424297"/>
                  <a:pt x="891057" y="442605"/>
                </a:cubicBezTo>
                <a:moveTo>
                  <a:pt x="1018350" y="501856"/>
                </a:moveTo>
                <a:cubicBezTo>
                  <a:pt x="1018350" y="520164"/>
                  <a:pt x="1033192" y="535006"/>
                  <a:pt x="1051500" y="535006"/>
                </a:cubicBezTo>
                <a:cubicBezTo>
                  <a:pt x="1069808" y="535006"/>
                  <a:pt x="1084649" y="520164"/>
                  <a:pt x="1084649" y="501856"/>
                </a:cubicBezTo>
                <a:cubicBezTo>
                  <a:pt x="1084649" y="483549"/>
                  <a:pt x="1069808" y="468707"/>
                  <a:pt x="1051500" y="468707"/>
                </a:cubicBezTo>
                <a:cubicBezTo>
                  <a:pt x="1033192" y="468707"/>
                  <a:pt x="1018350" y="483549"/>
                  <a:pt x="1018350" y="501856"/>
                </a:cubicBezTo>
                <a:moveTo>
                  <a:pt x="1145644" y="489703"/>
                </a:moveTo>
                <a:cubicBezTo>
                  <a:pt x="1145644" y="508011"/>
                  <a:pt x="1160486" y="522853"/>
                  <a:pt x="1178793" y="522853"/>
                </a:cubicBezTo>
                <a:cubicBezTo>
                  <a:pt x="1197101" y="522853"/>
                  <a:pt x="1211943" y="508011"/>
                  <a:pt x="1211943" y="489703"/>
                </a:cubicBezTo>
                <a:cubicBezTo>
                  <a:pt x="1211943" y="471395"/>
                  <a:pt x="1197101" y="456554"/>
                  <a:pt x="1178793" y="456554"/>
                </a:cubicBezTo>
                <a:cubicBezTo>
                  <a:pt x="1160486" y="456554"/>
                  <a:pt x="1145644" y="471395"/>
                  <a:pt x="1145644" y="489703"/>
                </a:cubicBezTo>
                <a:moveTo>
                  <a:pt x="1272938" y="487702"/>
                </a:moveTo>
                <a:cubicBezTo>
                  <a:pt x="1272938" y="506010"/>
                  <a:pt x="1287780" y="520852"/>
                  <a:pt x="1306087" y="520852"/>
                </a:cubicBezTo>
                <a:cubicBezTo>
                  <a:pt x="1324395" y="520852"/>
                  <a:pt x="1339237" y="506010"/>
                  <a:pt x="1339237" y="487702"/>
                </a:cubicBezTo>
                <a:cubicBezTo>
                  <a:pt x="1339237" y="469394"/>
                  <a:pt x="1324395" y="454553"/>
                  <a:pt x="1306087" y="454553"/>
                </a:cubicBezTo>
                <a:cubicBezTo>
                  <a:pt x="1287780" y="454553"/>
                  <a:pt x="1272938" y="469394"/>
                  <a:pt x="1272938" y="487702"/>
                </a:cubicBezTo>
                <a:moveTo>
                  <a:pt x="1400232" y="477905"/>
                </a:moveTo>
                <a:cubicBezTo>
                  <a:pt x="1400232" y="496213"/>
                  <a:pt x="1415073" y="511054"/>
                  <a:pt x="1433381" y="511054"/>
                </a:cubicBezTo>
                <a:cubicBezTo>
                  <a:pt x="1451689" y="511054"/>
                  <a:pt x="1466531" y="496213"/>
                  <a:pt x="1466531" y="477905"/>
                </a:cubicBezTo>
                <a:cubicBezTo>
                  <a:pt x="1466531" y="459597"/>
                  <a:pt x="1451689" y="444755"/>
                  <a:pt x="1433381" y="444755"/>
                </a:cubicBezTo>
                <a:cubicBezTo>
                  <a:pt x="1415073" y="444755"/>
                  <a:pt x="1400232" y="459597"/>
                  <a:pt x="1400232" y="477905"/>
                </a:cubicBezTo>
                <a:moveTo>
                  <a:pt x="1527526" y="381083"/>
                </a:moveTo>
                <a:cubicBezTo>
                  <a:pt x="1527526" y="399391"/>
                  <a:pt x="1542367" y="414232"/>
                  <a:pt x="1560675" y="414232"/>
                </a:cubicBezTo>
                <a:cubicBezTo>
                  <a:pt x="1578983" y="414232"/>
                  <a:pt x="1593825" y="399391"/>
                  <a:pt x="1593825" y="381083"/>
                </a:cubicBezTo>
                <a:cubicBezTo>
                  <a:pt x="1593825" y="362775"/>
                  <a:pt x="1578983" y="347934"/>
                  <a:pt x="1560675" y="347934"/>
                </a:cubicBezTo>
                <a:cubicBezTo>
                  <a:pt x="1542367" y="347934"/>
                  <a:pt x="1527526" y="362775"/>
                  <a:pt x="1527526" y="381083"/>
                </a:cubicBezTo>
                <a:moveTo>
                  <a:pt x="1654819" y="471254"/>
                </a:moveTo>
                <a:cubicBezTo>
                  <a:pt x="1654819" y="489562"/>
                  <a:pt x="1669661" y="504403"/>
                  <a:pt x="1687969" y="504403"/>
                </a:cubicBezTo>
                <a:cubicBezTo>
                  <a:pt x="1706276" y="504403"/>
                  <a:pt x="1721118" y="489562"/>
                  <a:pt x="1721118" y="471254"/>
                </a:cubicBezTo>
                <a:cubicBezTo>
                  <a:pt x="1721118" y="452946"/>
                  <a:pt x="1706276" y="438104"/>
                  <a:pt x="1687969" y="438104"/>
                </a:cubicBezTo>
                <a:cubicBezTo>
                  <a:pt x="1669661" y="438104"/>
                  <a:pt x="1654819" y="452946"/>
                  <a:pt x="1654819" y="471254"/>
                </a:cubicBezTo>
                <a:moveTo>
                  <a:pt x="1782113" y="591316"/>
                </a:moveTo>
                <a:cubicBezTo>
                  <a:pt x="1782113" y="609624"/>
                  <a:pt x="1796955" y="624465"/>
                  <a:pt x="1815263" y="624465"/>
                </a:cubicBezTo>
                <a:cubicBezTo>
                  <a:pt x="1833571" y="624465"/>
                  <a:pt x="1848412" y="609624"/>
                  <a:pt x="1848412" y="591316"/>
                </a:cubicBezTo>
                <a:cubicBezTo>
                  <a:pt x="1848412" y="573008"/>
                  <a:pt x="1833571" y="558167"/>
                  <a:pt x="1815263" y="558167"/>
                </a:cubicBezTo>
                <a:cubicBezTo>
                  <a:pt x="1796955" y="558167"/>
                  <a:pt x="1782113" y="573008"/>
                  <a:pt x="1782113" y="591316"/>
                </a:cubicBezTo>
                <a:moveTo>
                  <a:pt x="1909407" y="586236"/>
                </a:moveTo>
                <a:cubicBezTo>
                  <a:pt x="1909407" y="604544"/>
                  <a:pt x="1924249" y="619385"/>
                  <a:pt x="1942557" y="619385"/>
                </a:cubicBezTo>
                <a:cubicBezTo>
                  <a:pt x="1960865" y="619385"/>
                  <a:pt x="1975706" y="604544"/>
                  <a:pt x="1975706" y="586236"/>
                </a:cubicBezTo>
                <a:cubicBezTo>
                  <a:pt x="1975706" y="567928"/>
                  <a:pt x="1960865" y="553086"/>
                  <a:pt x="1942557" y="553086"/>
                </a:cubicBezTo>
                <a:cubicBezTo>
                  <a:pt x="1924249" y="553086"/>
                  <a:pt x="1909407" y="567928"/>
                  <a:pt x="1909407" y="586236"/>
                </a:cubicBezTo>
                <a:moveTo>
                  <a:pt x="2036701" y="588822"/>
                </a:moveTo>
                <a:cubicBezTo>
                  <a:pt x="2036701" y="607130"/>
                  <a:pt x="2051543" y="621971"/>
                  <a:pt x="2069850" y="621971"/>
                </a:cubicBezTo>
                <a:cubicBezTo>
                  <a:pt x="2088159" y="621971"/>
                  <a:pt x="2103000" y="607130"/>
                  <a:pt x="2103000" y="588822"/>
                </a:cubicBezTo>
                <a:cubicBezTo>
                  <a:pt x="2103000" y="570514"/>
                  <a:pt x="2088159" y="555672"/>
                  <a:pt x="2069850" y="555672"/>
                </a:cubicBezTo>
                <a:cubicBezTo>
                  <a:pt x="2051543" y="555672"/>
                  <a:pt x="2036701" y="570514"/>
                  <a:pt x="2036701" y="588822"/>
                </a:cubicBezTo>
                <a:moveTo>
                  <a:pt x="2163995" y="587540"/>
                </a:moveTo>
                <a:cubicBezTo>
                  <a:pt x="2163995" y="605848"/>
                  <a:pt x="2178836" y="620689"/>
                  <a:pt x="2197144" y="620689"/>
                </a:cubicBezTo>
                <a:cubicBezTo>
                  <a:pt x="2215452" y="620689"/>
                  <a:pt x="2230294" y="605848"/>
                  <a:pt x="2230294" y="587540"/>
                </a:cubicBezTo>
                <a:cubicBezTo>
                  <a:pt x="2230294" y="569232"/>
                  <a:pt x="2215452" y="554390"/>
                  <a:pt x="2197144" y="554390"/>
                </a:cubicBezTo>
                <a:cubicBezTo>
                  <a:pt x="2178836" y="554390"/>
                  <a:pt x="2163995" y="569232"/>
                  <a:pt x="2163995" y="587540"/>
                </a:cubicBezTo>
                <a:moveTo>
                  <a:pt x="2291289" y="874276"/>
                </a:moveTo>
                <a:cubicBezTo>
                  <a:pt x="2291289" y="892584"/>
                  <a:pt x="2306130" y="907425"/>
                  <a:pt x="2324438" y="907425"/>
                </a:cubicBezTo>
                <a:cubicBezTo>
                  <a:pt x="2342746" y="907425"/>
                  <a:pt x="2357587" y="892584"/>
                  <a:pt x="2357587" y="874276"/>
                </a:cubicBezTo>
                <a:cubicBezTo>
                  <a:pt x="2357587" y="855968"/>
                  <a:pt x="2342746" y="841126"/>
                  <a:pt x="2324438" y="841126"/>
                </a:cubicBezTo>
                <a:cubicBezTo>
                  <a:pt x="2306130" y="841126"/>
                  <a:pt x="2291289" y="855968"/>
                  <a:pt x="2291289" y="874276"/>
                </a:cubicBezTo>
                <a:moveTo>
                  <a:pt x="2418582" y="868562"/>
                </a:moveTo>
                <a:cubicBezTo>
                  <a:pt x="2418582" y="886870"/>
                  <a:pt x="2433424" y="901712"/>
                  <a:pt x="2451732" y="901712"/>
                </a:cubicBezTo>
                <a:cubicBezTo>
                  <a:pt x="2470040" y="901712"/>
                  <a:pt x="2484881" y="886870"/>
                  <a:pt x="2484881" y="868562"/>
                </a:cubicBezTo>
                <a:cubicBezTo>
                  <a:pt x="2484881" y="850254"/>
                  <a:pt x="2470040" y="835413"/>
                  <a:pt x="2451732" y="835413"/>
                </a:cubicBezTo>
                <a:cubicBezTo>
                  <a:pt x="2433424" y="835413"/>
                  <a:pt x="2418582" y="850254"/>
                  <a:pt x="2418582" y="868562"/>
                </a:cubicBezTo>
                <a:moveTo>
                  <a:pt x="2545876" y="869277"/>
                </a:moveTo>
                <a:cubicBezTo>
                  <a:pt x="2545876" y="887585"/>
                  <a:pt x="2560718" y="902426"/>
                  <a:pt x="2579026" y="902426"/>
                </a:cubicBezTo>
                <a:cubicBezTo>
                  <a:pt x="2597334" y="902426"/>
                  <a:pt x="2612175" y="887585"/>
                  <a:pt x="2612175" y="869277"/>
                </a:cubicBezTo>
                <a:cubicBezTo>
                  <a:pt x="2612175" y="850969"/>
                  <a:pt x="2597334" y="836127"/>
                  <a:pt x="2579026" y="836127"/>
                </a:cubicBezTo>
                <a:cubicBezTo>
                  <a:pt x="2560718" y="836127"/>
                  <a:pt x="2545876" y="850969"/>
                  <a:pt x="2545876" y="869277"/>
                </a:cubicBezTo>
                <a:moveTo>
                  <a:pt x="2673170" y="38698"/>
                </a:moveTo>
                <a:cubicBezTo>
                  <a:pt x="2673170" y="57006"/>
                  <a:pt x="2688012" y="71847"/>
                  <a:pt x="2706319" y="71847"/>
                </a:cubicBezTo>
                <a:cubicBezTo>
                  <a:pt x="2724628" y="71847"/>
                  <a:pt x="2739469" y="57006"/>
                  <a:pt x="2739469" y="38698"/>
                </a:cubicBezTo>
                <a:cubicBezTo>
                  <a:pt x="2739469" y="20390"/>
                  <a:pt x="2724628" y="5549"/>
                  <a:pt x="2706319" y="5549"/>
                </a:cubicBezTo>
                <a:cubicBezTo>
                  <a:pt x="2688012" y="5549"/>
                  <a:pt x="2673170" y="20390"/>
                  <a:pt x="2673170" y="38698"/>
                </a:cubicBezTo>
                <a:moveTo>
                  <a:pt x="2800464" y="897120"/>
                </a:moveTo>
                <a:cubicBezTo>
                  <a:pt x="2800464" y="915428"/>
                  <a:pt x="2815306" y="930270"/>
                  <a:pt x="2833613" y="930270"/>
                </a:cubicBezTo>
                <a:cubicBezTo>
                  <a:pt x="2851922" y="930270"/>
                  <a:pt x="2866763" y="915428"/>
                  <a:pt x="2866763" y="897120"/>
                </a:cubicBezTo>
                <a:cubicBezTo>
                  <a:pt x="2866763" y="878812"/>
                  <a:pt x="2851922" y="863971"/>
                  <a:pt x="2833613" y="863971"/>
                </a:cubicBezTo>
                <a:cubicBezTo>
                  <a:pt x="2815306" y="863971"/>
                  <a:pt x="2800464" y="878812"/>
                  <a:pt x="2800464" y="897120"/>
                </a:cubicBezTo>
                <a:close/>
              </a:path>
            </a:pathLst>
          </a:custGeom>
          <a:solidFill xmlns:a="http://schemas.openxmlformats.org/drawingml/2006/main">
            <a:srgbClr val="007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F67638-5581-4412-830A-01A9AF4F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541470"/>
            <a:ext cx="2800464" cy="1224877"/>
          </a:xfrm>
          <a:custGeom xmlns:a="http://schemas.openxmlformats.org/drawingml/2006/main">
            <a:pathLst>
              <a:path w="2800464" h="1224877" fill="none">
                <a:moveTo>
                  <a:pt x="0" y="1015714"/>
                </a:moveTo>
                <a:lnTo>
                  <a:pt x="127294" y="334484"/>
                </a:lnTo>
                <a:lnTo>
                  <a:pt x="254588" y="1035149"/>
                </a:lnTo>
                <a:lnTo>
                  <a:pt x="381881" y="464228"/>
                </a:lnTo>
                <a:lnTo>
                  <a:pt x="509175" y="554994"/>
                </a:lnTo>
                <a:lnTo>
                  <a:pt x="636469" y="460829"/>
                </a:lnTo>
                <a:lnTo>
                  <a:pt x="763763" y="632688"/>
                </a:lnTo>
                <a:lnTo>
                  <a:pt x="891057" y="258105"/>
                </a:lnTo>
                <a:lnTo>
                  <a:pt x="1018351" y="482515"/>
                </a:lnTo>
                <a:lnTo>
                  <a:pt x="1145644" y="526814"/>
                </a:lnTo>
                <a:lnTo>
                  <a:pt x="1272938" y="526300"/>
                </a:lnTo>
                <a:lnTo>
                  <a:pt x="1400232" y="565773"/>
                </a:lnTo>
                <a:lnTo>
                  <a:pt x="1527526" y="447176"/>
                </a:lnTo>
                <a:lnTo>
                  <a:pt x="1654820" y="519132"/>
                </a:lnTo>
                <a:lnTo>
                  <a:pt x="1782114" y="483703"/>
                </a:lnTo>
                <a:lnTo>
                  <a:pt x="1909407" y="482680"/>
                </a:lnTo>
                <a:lnTo>
                  <a:pt x="2036701" y="479340"/>
                </a:lnTo>
                <a:lnTo>
                  <a:pt x="2163995" y="477920"/>
                </a:lnTo>
                <a:lnTo>
                  <a:pt x="2291289" y="1168330"/>
                </a:lnTo>
                <a:lnTo>
                  <a:pt x="2418583" y="1163990"/>
                </a:lnTo>
                <a:lnTo>
                  <a:pt x="2545876" y="1160060"/>
                </a:lnTo>
                <a:lnTo>
                  <a:pt x="2673170" y="0"/>
                </a:lnTo>
                <a:lnTo>
                  <a:pt x="2800464" y="1224877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8BFF"/>
            </a:solidFill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492B10-0563-4C89-86C8-3FAB4C1A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508321"/>
            <a:ext cx="2866763" cy="1291176"/>
          </a:xfrm>
          <a:custGeom xmlns:a="http://schemas.openxmlformats.org/drawingml/2006/main">
            <a:pathLst>
              <a:path w="2866763" h="1291176">
                <a:moveTo>
                  <a:pt x="0" y="1048863"/>
                </a:moveTo>
                <a:cubicBezTo>
                  <a:pt x="0" y="1067171"/>
                  <a:pt x="14841" y="1082012"/>
                  <a:pt x="33149" y="1082012"/>
                </a:cubicBezTo>
                <a:cubicBezTo>
                  <a:pt x="51457" y="1082012"/>
                  <a:pt x="66299" y="1067171"/>
                  <a:pt x="66299" y="1048863"/>
                </a:cubicBezTo>
                <a:cubicBezTo>
                  <a:pt x="66299" y="1030555"/>
                  <a:pt x="51457" y="1015714"/>
                  <a:pt x="33149" y="1015714"/>
                </a:cubicBezTo>
                <a:cubicBezTo>
                  <a:pt x="14841" y="1015714"/>
                  <a:pt x="0" y="1030555"/>
                  <a:pt x="0" y="1048863"/>
                </a:cubicBezTo>
                <a:moveTo>
                  <a:pt x="127294" y="367633"/>
                </a:moveTo>
                <a:cubicBezTo>
                  <a:pt x="127294" y="385941"/>
                  <a:pt x="142135" y="400783"/>
                  <a:pt x="160443" y="400783"/>
                </a:cubicBezTo>
                <a:cubicBezTo>
                  <a:pt x="178751" y="400783"/>
                  <a:pt x="193593" y="385941"/>
                  <a:pt x="193593" y="367633"/>
                </a:cubicBezTo>
                <a:cubicBezTo>
                  <a:pt x="193593" y="349325"/>
                  <a:pt x="178751" y="334484"/>
                  <a:pt x="160443" y="334484"/>
                </a:cubicBezTo>
                <a:cubicBezTo>
                  <a:pt x="142135" y="334484"/>
                  <a:pt x="127294" y="349325"/>
                  <a:pt x="127294" y="367633"/>
                </a:cubicBezTo>
                <a:moveTo>
                  <a:pt x="254588" y="1068298"/>
                </a:moveTo>
                <a:cubicBezTo>
                  <a:pt x="254588" y="1086606"/>
                  <a:pt x="269429" y="1101448"/>
                  <a:pt x="287737" y="1101448"/>
                </a:cubicBezTo>
                <a:cubicBezTo>
                  <a:pt x="306045" y="1101448"/>
                  <a:pt x="320886" y="1086606"/>
                  <a:pt x="320886" y="1068298"/>
                </a:cubicBezTo>
                <a:cubicBezTo>
                  <a:pt x="320886" y="1049990"/>
                  <a:pt x="306045" y="1035149"/>
                  <a:pt x="287737" y="1035149"/>
                </a:cubicBezTo>
                <a:cubicBezTo>
                  <a:pt x="269429" y="1035149"/>
                  <a:pt x="254588" y="1049990"/>
                  <a:pt x="254588" y="1068298"/>
                </a:cubicBezTo>
                <a:moveTo>
                  <a:pt x="381881" y="497378"/>
                </a:moveTo>
                <a:cubicBezTo>
                  <a:pt x="381881" y="515686"/>
                  <a:pt x="396723" y="530527"/>
                  <a:pt x="415031" y="530527"/>
                </a:cubicBezTo>
                <a:cubicBezTo>
                  <a:pt x="433339" y="530527"/>
                  <a:pt x="448180" y="515686"/>
                  <a:pt x="448180" y="497378"/>
                </a:cubicBezTo>
                <a:cubicBezTo>
                  <a:pt x="448180" y="479070"/>
                  <a:pt x="433339" y="464228"/>
                  <a:pt x="415031" y="464228"/>
                </a:cubicBezTo>
                <a:cubicBezTo>
                  <a:pt x="396723" y="464228"/>
                  <a:pt x="381881" y="479070"/>
                  <a:pt x="381881" y="497378"/>
                </a:cubicBezTo>
                <a:moveTo>
                  <a:pt x="509175" y="588143"/>
                </a:moveTo>
                <a:cubicBezTo>
                  <a:pt x="509175" y="606451"/>
                  <a:pt x="524017" y="621293"/>
                  <a:pt x="542325" y="621293"/>
                </a:cubicBezTo>
                <a:cubicBezTo>
                  <a:pt x="560633" y="621293"/>
                  <a:pt x="575474" y="606451"/>
                  <a:pt x="575474" y="588143"/>
                </a:cubicBezTo>
                <a:cubicBezTo>
                  <a:pt x="575474" y="569835"/>
                  <a:pt x="560633" y="554994"/>
                  <a:pt x="542325" y="554994"/>
                </a:cubicBezTo>
                <a:cubicBezTo>
                  <a:pt x="524017" y="554994"/>
                  <a:pt x="509175" y="569835"/>
                  <a:pt x="509175" y="588143"/>
                </a:cubicBezTo>
                <a:moveTo>
                  <a:pt x="636469" y="493978"/>
                </a:moveTo>
                <a:cubicBezTo>
                  <a:pt x="636469" y="512286"/>
                  <a:pt x="651311" y="527128"/>
                  <a:pt x="669619" y="527128"/>
                </a:cubicBezTo>
                <a:cubicBezTo>
                  <a:pt x="687926" y="527128"/>
                  <a:pt x="702768" y="512286"/>
                  <a:pt x="702768" y="493978"/>
                </a:cubicBezTo>
                <a:cubicBezTo>
                  <a:pt x="702768" y="475670"/>
                  <a:pt x="687926" y="460829"/>
                  <a:pt x="669619" y="460829"/>
                </a:cubicBezTo>
                <a:cubicBezTo>
                  <a:pt x="651311" y="460829"/>
                  <a:pt x="636469" y="475670"/>
                  <a:pt x="636469" y="493978"/>
                </a:cubicBezTo>
                <a:moveTo>
                  <a:pt x="763763" y="665837"/>
                </a:moveTo>
                <a:cubicBezTo>
                  <a:pt x="763763" y="684145"/>
                  <a:pt x="778605" y="698987"/>
                  <a:pt x="796912" y="698987"/>
                </a:cubicBezTo>
                <a:cubicBezTo>
                  <a:pt x="815220" y="698987"/>
                  <a:pt x="830062" y="684145"/>
                  <a:pt x="830062" y="665837"/>
                </a:cubicBezTo>
                <a:cubicBezTo>
                  <a:pt x="830062" y="647529"/>
                  <a:pt x="815220" y="632688"/>
                  <a:pt x="796912" y="632688"/>
                </a:cubicBezTo>
                <a:cubicBezTo>
                  <a:pt x="778605" y="632688"/>
                  <a:pt x="763763" y="647529"/>
                  <a:pt x="763763" y="665837"/>
                </a:cubicBezTo>
                <a:moveTo>
                  <a:pt x="891057" y="291254"/>
                </a:moveTo>
                <a:cubicBezTo>
                  <a:pt x="891057" y="309562"/>
                  <a:pt x="905898" y="324403"/>
                  <a:pt x="924206" y="324403"/>
                </a:cubicBezTo>
                <a:cubicBezTo>
                  <a:pt x="942514" y="324403"/>
                  <a:pt x="957356" y="309562"/>
                  <a:pt x="957356" y="291254"/>
                </a:cubicBezTo>
                <a:cubicBezTo>
                  <a:pt x="957356" y="272946"/>
                  <a:pt x="942514" y="258105"/>
                  <a:pt x="924206" y="258105"/>
                </a:cubicBezTo>
                <a:cubicBezTo>
                  <a:pt x="905898" y="258105"/>
                  <a:pt x="891057" y="272946"/>
                  <a:pt x="891057" y="291254"/>
                </a:cubicBezTo>
                <a:moveTo>
                  <a:pt x="1018351" y="515664"/>
                </a:moveTo>
                <a:cubicBezTo>
                  <a:pt x="1018351" y="533972"/>
                  <a:pt x="1033192" y="548814"/>
                  <a:pt x="1051500" y="548814"/>
                </a:cubicBezTo>
                <a:cubicBezTo>
                  <a:pt x="1069808" y="548814"/>
                  <a:pt x="1084650" y="533972"/>
                  <a:pt x="1084650" y="515664"/>
                </a:cubicBezTo>
                <a:cubicBezTo>
                  <a:pt x="1084650" y="497356"/>
                  <a:pt x="1069808" y="482515"/>
                  <a:pt x="1051500" y="482515"/>
                </a:cubicBezTo>
                <a:cubicBezTo>
                  <a:pt x="1033192" y="482515"/>
                  <a:pt x="1018351" y="497356"/>
                  <a:pt x="1018351" y="515664"/>
                </a:cubicBezTo>
                <a:moveTo>
                  <a:pt x="1145644" y="559963"/>
                </a:moveTo>
                <a:cubicBezTo>
                  <a:pt x="1145644" y="578271"/>
                  <a:pt x="1160486" y="593112"/>
                  <a:pt x="1178794" y="593112"/>
                </a:cubicBezTo>
                <a:cubicBezTo>
                  <a:pt x="1197102" y="593112"/>
                  <a:pt x="1211943" y="578271"/>
                  <a:pt x="1211943" y="559963"/>
                </a:cubicBezTo>
                <a:cubicBezTo>
                  <a:pt x="1211943" y="541655"/>
                  <a:pt x="1197102" y="526814"/>
                  <a:pt x="1178794" y="526814"/>
                </a:cubicBezTo>
                <a:cubicBezTo>
                  <a:pt x="1160486" y="526814"/>
                  <a:pt x="1145644" y="541655"/>
                  <a:pt x="1145644" y="559963"/>
                </a:cubicBezTo>
                <a:moveTo>
                  <a:pt x="1272938" y="559449"/>
                </a:moveTo>
                <a:cubicBezTo>
                  <a:pt x="1272938" y="577757"/>
                  <a:pt x="1287780" y="592599"/>
                  <a:pt x="1306088" y="592599"/>
                </a:cubicBezTo>
                <a:cubicBezTo>
                  <a:pt x="1324395" y="592599"/>
                  <a:pt x="1339237" y="577757"/>
                  <a:pt x="1339237" y="559449"/>
                </a:cubicBezTo>
                <a:cubicBezTo>
                  <a:pt x="1339237" y="541141"/>
                  <a:pt x="1324395" y="526300"/>
                  <a:pt x="1306088" y="526300"/>
                </a:cubicBezTo>
                <a:cubicBezTo>
                  <a:pt x="1287780" y="526300"/>
                  <a:pt x="1272938" y="541141"/>
                  <a:pt x="1272938" y="559449"/>
                </a:cubicBezTo>
                <a:moveTo>
                  <a:pt x="1400232" y="598922"/>
                </a:moveTo>
                <a:cubicBezTo>
                  <a:pt x="1400232" y="617230"/>
                  <a:pt x="1415074" y="632072"/>
                  <a:pt x="1433381" y="632072"/>
                </a:cubicBezTo>
                <a:cubicBezTo>
                  <a:pt x="1451689" y="632072"/>
                  <a:pt x="1466531" y="617230"/>
                  <a:pt x="1466531" y="598922"/>
                </a:cubicBezTo>
                <a:cubicBezTo>
                  <a:pt x="1466531" y="580614"/>
                  <a:pt x="1451689" y="565773"/>
                  <a:pt x="1433381" y="565773"/>
                </a:cubicBezTo>
                <a:cubicBezTo>
                  <a:pt x="1415074" y="565773"/>
                  <a:pt x="1400232" y="580614"/>
                  <a:pt x="1400232" y="598922"/>
                </a:cubicBezTo>
                <a:moveTo>
                  <a:pt x="1527526" y="480326"/>
                </a:moveTo>
                <a:cubicBezTo>
                  <a:pt x="1527526" y="498634"/>
                  <a:pt x="1542367" y="513475"/>
                  <a:pt x="1560675" y="513475"/>
                </a:cubicBezTo>
                <a:cubicBezTo>
                  <a:pt x="1578983" y="513475"/>
                  <a:pt x="1593825" y="498634"/>
                  <a:pt x="1593825" y="480326"/>
                </a:cubicBezTo>
                <a:cubicBezTo>
                  <a:pt x="1593825" y="462018"/>
                  <a:pt x="1578983" y="447176"/>
                  <a:pt x="1560675" y="447176"/>
                </a:cubicBezTo>
                <a:cubicBezTo>
                  <a:pt x="1542367" y="447176"/>
                  <a:pt x="1527526" y="462018"/>
                  <a:pt x="1527526" y="480326"/>
                </a:cubicBezTo>
                <a:moveTo>
                  <a:pt x="1654820" y="552281"/>
                </a:moveTo>
                <a:cubicBezTo>
                  <a:pt x="1654820" y="570589"/>
                  <a:pt x="1669661" y="585431"/>
                  <a:pt x="1687969" y="585431"/>
                </a:cubicBezTo>
                <a:cubicBezTo>
                  <a:pt x="1706277" y="585431"/>
                  <a:pt x="1721119" y="570589"/>
                  <a:pt x="1721119" y="552281"/>
                </a:cubicBezTo>
                <a:cubicBezTo>
                  <a:pt x="1721119" y="533974"/>
                  <a:pt x="1706277" y="519132"/>
                  <a:pt x="1687969" y="519132"/>
                </a:cubicBezTo>
                <a:cubicBezTo>
                  <a:pt x="1669661" y="519132"/>
                  <a:pt x="1654820" y="533974"/>
                  <a:pt x="1654820" y="552281"/>
                </a:cubicBezTo>
                <a:moveTo>
                  <a:pt x="1782114" y="516852"/>
                </a:moveTo>
                <a:cubicBezTo>
                  <a:pt x="1782114" y="535160"/>
                  <a:pt x="1796955" y="550002"/>
                  <a:pt x="1815263" y="550002"/>
                </a:cubicBezTo>
                <a:cubicBezTo>
                  <a:pt x="1833571" y="550002"/>
                  <a:pt x="1848412" y="535160"/>
                  <a:pt x="1848412" y="516852"/>
                </a:cubicBezTo>
                <a:cubicBezTo>
                  <a:pt x="1848412" y="498544"/>
                  <a:pt x="1833571" y="483703"/>
                  <a:pt x="1815263" y="483703"/>
                </a:cubicBezTo>
                <a:cubicBezTo>
                  <a:pt x="1796955" y="483703"/>
                  <a:pt x="1782114" y="498544"/>
                  <a:pt x="1782114" y="516852"/>
                </a:cubicBezTo>
                <a:moveTo>
                  <a:pt x="1909407" y="515830"/>
                </a:moveTo>
                <a:cubicBezTo>
                  <a:pt x="1909407" y="534138"/>
                  <a:pt x="1924249" y="548979"/>
                  <a:pt x="1942557" y="548979"/>
                </a:cubicBezTo>
                <a:cubicBezTo>
                  <a:pt x="1960865" y="548979"/>
                  <a:pt x="1975706" y="534138"/>
                  <a:pt x="1975706" y="515830"/>
                </a:cubicBezTo>
                <a:cubicBezTo>
                  <a:pt x="1975706" y="497522"/>
                  <a:pt x="1960865" y="482680"/>
                  <a:pt x="1942557" y="482680"/>
                </a:cubicBezTo>
                <a:cubicBezTo>
                  <a:pt x="1924249" y="482680"/>
                  <a:pt x="1909407" y="497522"/>
                  <a:pt x="1909407" y="515830"/>
                </a:cubicBezTo>
                <a:moveTo>
                  <a:pt x="2036701" y="512490"/>
                </a:moveTo>
                <a:cubicBezTo>
                  <a:pt x="2036701" y="530798"/>
                  <a:pt x="2051543" y="545639"/>
                  <a:pt x="2069851" y="545639"/>
                </a:cubicBezTo>
                <a:cubicBezTo>
                  <a:pt x="2088159" y="545639"/>
                  <a:pt x="2103000" y="530798"/>
                  <a:pt x="2103000" y="512490"/>
                </a:cubicBezTo>
                <a:cubicBezTo>
                  <a:pt x="2103000" y="494182"/>
                  <a:pt x="2088159" y="479340"/>
                  <a:pt x="2069851" y="479340"/>
                </a:cubicBezTo>
                <a:cubicBezTo>
                  <a:pt x="2051543" y="479340"/>
                  <a:pt x="2036701" y="494182"/>
                  <a:pt x="2036701" y="512490"/>
                </a:cubicBezTo>
                <a:moveTo>
                  <a:pt x="2163995" y="511069"/>
                </a:moveTo>
                <a:cubicBezTo>
                  <a:pt x="2163995" y="529377"/>
                  <a:pt x="2178837" y="544219"/>
                  <a:pt x="2197144" y="544219"/>
                </a:cubicBezTo>
                <a:cubicBezTo>
                  <a:pt x="2215452" y="544219"/>
                  <a:pt x="2230294" y="529377"/>
                  <a:pt x="2230294" y="511069"/>
                </a:cubicBezTo>
                <a:cubicBezTo>
                  <a:pt x="2230294" y="492761"/>
                  <a:pt x="2215452" y="477920"/>
                  <a:pt x="2197144" y="477920"/>
                </a:cubicBezTo>
                <a:cubicBezTo>
                  <a:pt x="2178837" y="477920"/>
                  <a:pt x="2163995" y="492761"/>
                  <a:pt x="2163995" y="511069"/>
                </a:cubicBezTo>
                <a:moveTo>
                  <a:pt x="2291289" y="1201479"/>
                </a:moveTo>
                <a:cubicBezTo>
                  <a:pt x="2291289" y="1219787"/>
                  <a:pt x="2306130" y="1234628"/>
                  <a:pt x="2324438" y="1234628"/>
                </a:cubicBezTo>
                <a:cubicBezTo>
                  <a:pt x="2342746" y="1234628"/>
                  <a:pt x="2357588" y="1219787"/>
                  <a:pt x="2357588" y="1201479"/>
                </a:cubicBezTo>
                <a:cubicBezTo>
                  <a:pt x="2357588" y="1183171"/>
                  <a:pt x="2342746" y="1168330"/>
                  <a:pt x="2324438" y="1168330"/>
                </a:cubicBezTo>
                <a:cubicBezTo>
                  <a:pt x="2306130" y="1168330"/>
                  <a:pt x="2291289" y="1183171"/>
                  <a:pt x="2291289" y="1201479"/>
                </a:cubicBezTo>
                <a:moveTo>
                  <a:pt x="2418583" y="1197139"/>
                </a:moveTo>
                <a:cubicBezTo>
                  <a:pt x="2418583" y="1215447"/>
                  <a:pt x="2433424" y="1230288"/>
                  <a:pt x="2451732" y="1230288"/>
                </a:cubicBezTo>
                <a:cubicBezTo>
                  <a:pt x="2470040" y="1230288"/>
                  <a:pt x="2484881" y="1215447"/>
                  <a:pt x="2484881" y="1197139"/>
                </a:cubicBezTo>
                <a:cubicBezTo>
                  <a:pt x="2484881" y="1178831"/>
                  <a:pt x="2470040" y="1163990"/>
                  <a:pt x="2451732" y="1163990"/>
                </a:cubicBezTo>
                <a:cubicBezTo>
                  <a:pt x="2433424" y="1163990"/>
                  <a:pt x="2418583" y="1178831"/>
                  <a:pt x="2418583" y="1197139"/>
                </a:cubicBezTo>
                <a:moveTo>
                  <a:pt x="2545876" y="1193209"/>
                </a:moveTo>
                <a:cubicBezTo>
                  <a:pt x="2545876" y="1211517"/>
                  <a:pt x="2560718" y="1226358"/>
                  <a:pt x="2579026" y="1226358"/>
                </a:cubicBezTo>
                <a:cubicBezTo>
                  <a:pt x="2597334" y="1226358"/>
                  <a:pt x="2612175" y="1211517"/>
                  <a:pt x="2612175" y="1193209"/>
                </a:cubicBezTo>
                <a:cubicBezTo>
                  <a:pt x="2612175" y="1174901"/>
                  <a:pt x="2597334" y="1160060"/>
                  <a:pt x="2579026" y="1160060"/>
                </a:cubicBezTo>
                <a:cubicBezTo>
                  <a:pt x="2560718" y="1160060"/>
                  <a:pt x="2545876" y="1174901"/>
                  <a:pt x="2545876" y="1193209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2"/>
                  <a:pt x="2724628" y="0"/>
                  <a:pt x="2706320" y="0"/>
                </a:cubicBezTo>
                <a:cubicBezTo>
                  <a:pt x="2688012" y="0"/>
                  <a:pt x="2673170" y="14842"/>
                  <a:pt x="2673170" y="33149"/>
                </a:cubicBezTo>
                <a:moveTo>
                  <a:pt x="2800464" y="1258027"/>
                </a:moveTo>
                <a:cubicBezTo>
                  <a:pt x="2800464" y="1276334"/>
                  <a:pt x="2815306" y="1291176"/>
                  <a:pt x="2833614" y="1291176"/>
                </a:cubicBezTo>
                <a:cubicBezTo>
                  <a:pt x="2851921" y="1291176"/>
                  <a:pt x="2866763" y="1276334"/>
                  <a:pt x="2866763" y="1258027"/>
                </a:cubicBezTo>
                <a:cubicBezTo>
                  <a:pt x="2866763" y="1239719"/>
                  <a:pt x="2851921" y="1224877"/>
                  <a:pt x="2833614" y="1224877"/>
                </a:cubicBezTo>
                <a:cubicBezTo>
                  <a:pt x="2815306" y="1224877"/>
                  <a:pt x="2800464" y="1239719"/>
                  <a:pt x="2800464" y="1258027"/>
                </a:cubicBezTo>
                <a:close/>
              </a:path>
            </a:pathLst>
          </a:custGeom>
          <a:solidFill xmlns:a="http://schemas.openxmlformats.org/drawingml/2006/main">
            <a:srgbClr val="008B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F20F06-AE47-4664-8A54-EA45ADED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1097695"/>
            <a:ext cx="2800464" cy="958903"/>
          </a:xfrm>
          <a:custGeom xmlns:a="http://schemas.openxmlformats.org/drawingml/2006/main">
            <a:pathLst>
              <a:path w="2800464" h="958903" fill="none">
                <a:moveTo>
                  <a:pt x="0" y="822961"/>
                </a:moveTo>
                <a:lnTo>
                  <a:pt x="127294" y="0"/>
                </a:lnTo>
                <a:lnTo>
                  <a:pt x="254588" y="807077"/>
                </a:lnTo>
                <a:lnTo>
                  <a:pt x="381881" y="517096"/>
                </a:lnTo>
                <a:lnTo>
                  <a:pt x="509175" y="651159"/>
                </a:lnTo>
                <a:lnTo>
                  <a:pt x="636469" y="510317"/>
                </a:lnTo>
                <a:lnTo>
                  <a:pt x="763763" y="673972"/>
                </a:lnTo>
                <a:lnTo>
                  <a:pt x="891057" y="520170"/>
                </a:lnTo>
                <a:lnTo>
                  <a:pt x="1018350" y="549951"/>
                </a:lnTo>
                <a:lnTo>
                  <a:pt x="1145644" y="534166"/>
                </a:lnTo>
                <a:lnTo>
                  <a:pt x="1272938" y="533932"/>
                </a:lnTo>
                <a:lnTo>
                  <a:pt x="1400232" y="501458"/>
                </a:lnTo>
                <a:lnTo>
                  <a:pt x="1527526" y="406491"/>
                </a:lnTo>
                <a:lnTo>
                  <a:pt x="1654819" y="537828"/>
                </a:lnTo>
                <a:lnTo>
                  <a:pt x="1782113" y="671522"/>
                </a:lnTo>
                <a:lnTo>
                  <a:pt x="1909407" y="667973"/>
                </a:lnTo>
                <a:lnTo>
                  <a:pt x="2036701" y="667737"/>
                </a:lnTo>
                <a:lnTo>
                  <a:pt x="2163995" y="668308"/>
                </a:lnTo>
                <a:lnTo>
                  <a:pt x="2291289" y="950382"/>
                </a:lnTo>
                <a:lnTo>
                  <a:pt x="2418582" y="946498"/>
                </a:lnTo>
                <a:lnTo>
                  <a:pt x="2545876" y="948688"/>
                </a:lnTo>
                <a:lnTo>
                  <a:pt x="2673170" y="157078"/>
                </a:lnTo>
                <a:lnTo>
                  <a:pt x="2800464" y="958903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8BFF"/>
            </a:solidFill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DABEF-ADF1-41D9-B3E6-E03D6860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1064546"/>
            <a:ext cx="2866763" cy="1025202"/>
          </a:xfrm>
          <a:custGeom xmlns:a="http://schemas.openxmlformats.org/drawingml/2006/main">
            <a:pathLst>
              <a:path w="2866763" h="1025202">
                <a:moveTo>
                  <a:pt x="0" y="856111"/>
                </a:moveTo>
                <a:cubicBezTo>
                  <a:pt x="0" y="874418"/>
                  <a:pt x="14841" y="889260"/>
                  <a:pt x="33149" y="889260"/>
                </a:cubicBezTo>
                <a:cubicBezTo>
                  <a:pt x="51457" y="889260"/>
                  <a:pt x="66299" y="874418"/>
                  <a:pt x="66299" y="856111"/>
                </a:cubicBezTo>
                <a:cubicBezTo>
                  <a:pt x="66299" y="837803"/>
                  <a:pt x="51457" y="822961"/>
                  <a:pt x="33149" y="822961"/>
                </a:cubicBezTo>
                <a:cubicBezTo>
                  <a:pt x="14841" y="822961"/>
                  <a:pt x="0" y="837803"/>
                  <a:pt x="0" y="856111"/>
                </a:cubicBezTo>
                <a:moveTo>
                  <a:pt x="127294" y="33149"/>
                </a:moveTo>
                <a:cubicBezTo>
                  <a:pt x="127294" y="51457"/>
                  <a:pt x="142135" y="66299"/>
                  <a:pt x="160443" y="66299"/>
                </a:cubicBezTo>
                <a:cubicBezTo>
                  <a:pt x="178751" y="66299"/>
                  <a:pt x="193592" y="51457"/>
                  <a:pt x="193592" y="33149"/>
                </a:cubicBezTo>
                <a:cubicBezTo>
                  <a:pt x="193592" y="14842"/>
                  <a:pt x="178751" y="0"/>
                  <a:pt x="160443" y="0"/>
                </a:cubicBezTo>
                <a:cubicBezTo>
                  <a:pt x="142135" y="0"/>
                  <a:pt x="127294" y="14842"/>
                  <a:pt x="127294" y="33149"/>
                </a:cubicBezTo>
                <a:moveTo>
                  <a:pt x="254588" y="840227"/>
                </a:moveTo>
                <a:cubicBezTo>
                  <a:pt x="254588" y="858535"/>
                  <a:pt x="269429" y="873376"/>
                  <a:pt x="287737" y="873376"/>
                </a:cubicBezTo>
                <a:cubicBezTo>
                  <a:pt x="306045" y="873376"/>
                  <a:pt x="320886" y="858535"/>
                  <a:pt x="320886" y="840227"/>
                </a:cubicBezTo>
                <a:cubicBezTo>
                  <a:pt x="320886" y="821919"/>
                  <a:pt x="306045" y="807077"/>
                  <a:pt x="287737" y="807077"/>
                </a:cubicBezTo>
                <a:cubicBezTo>
                  <a:pt x="269429" y="807077"/>
                  <a:pt x="254588" y="821919"/>
                  <a:pt x="254588" y="840227"/>
                </a:cubicBezTo>
                <a:moveTo>
                  <a:pt x="381881" y="550245"/>
                </a:moveTo>
                <a:cubicBezTo>
                  <a:pt x="381881" y="568553"/>
                  <a:pt x="396723" y="583395"/>
                  <a:pt x="415031" y="583395"/>
                </a:cubicBezTo>
                <a:cubicBezTo>
                  <a:pt x="433339" y="583395"/>
                  <a:pt x="448180" y="568553"/>
                  <a:pt x="448180" y="550245"/>
                </a:cubicBezTo>
                <a:cubicBezTo>
                  <a:pt x="448180" y="531937"/>
                  <a:pt x="433339" y="517096"/>
                  <a:pt x="415031" y="517096"/>
                </a:cubicBezTo>
                <a:cubicBezTo>
                  <a:pt x="396723" y="517096"/>
                  <a:pt x="381881" y="531937"/>
                  <a:pt x="381881" y="550245"/>
                </a:cubicBezTo>
                <a:moveTo>
                  <a:pt x="509175" y="684309"/>
                </a:moveTo>
                <a:cubicBezTo>
                  <a:pt x="509175" y="702617"/>
                  <a:pt x="524017" y="717458"/>
                  <a:pt x="542324" y="717458"/>
                </a:cubicBezTo>
                <a:cubicBezTo>
                  <a:pt x="560632" y="717458"/>
                  <a:pt x="575474" y="702617"/>
                  <a:pt x="575474" y="684309"/>
                </a:cubicBezTo>
                <a:cubicBezTo>
                  <a:pt x="575474" y="666001"/>
                  <a:pt x="560632" y="651159"/>
                  <a:pt x="542324" y="651159"/>
                </a:cubicBezTo>
                <a:cubicBezTo>
                  <a:pt x="524017" y="651159"/>
                  <a:pt x="509175" y="666001"/>
                  <a:pt x="509175" y="684309"/>
                </a:cubicBezTo>
                <a:moveTo>
                  <a:pt x="636469" y="543467"/>
                </a:moveTo>
                <a:cubicBezTo>
                  <a:pt x="636469" y="561775"/>
                  <a:pt x="651310" y="576616"/>
                  <a:pt x="669618" y="576616"/>
                </a:cubicBezTo>
                <a:cubicBezTo>
                  <a:pt x="687926" y="576616"/>
                  <a:pt x="702768" y="561775"/>
                  <a:pt x="702768" y="543467"/>
                </a:cubicBezTo>
                <a:cubicBezTo>
                  <a:pt x="702768" y="525159"/>
                  <a:pt x="687926" y="510317"/>
                  <a:pt x="669618" y="510317"/>
                </a:cubicBezTo>
                <a:cubicBezTo>
                  <a:pt x="651310" y="510317"/>
                  <a:pt x="636469" y="525159"/>
                  <a:pt x="636469" y="543467"/>
                </a:cubicBezTo>
                <a:moveTo>
                  <a:pt x="763763" y="707122"/>
                </a:moveTo>
                <a:cubicBezTo>
                  <a:pt x="763763" y="725430"/>
                  <a:pt x="778604" y="740271"/>
                  <a:pt x="796912" y="740271"/>
                </a:cubicBezTo>
                <a:cubicBezTo>
                  <a:pt x="815220" y="740271"/>
                  <a:pt x="830061" y="725430"/>
                  <a:pt x="830061" y="707122"/>
                </a:cubicBezTo>
                <a:cubicBezTo>
                  <a:pt x="830061" y="688814"/>
                  <a:pt x="815220" y="673972"/>
                  <a:pt x="796912" y="673972"/>
                </a:cubicBezTo>
                <a:cubicBezTo>
                  <a:pt x="778604" y="673972"/>
                  <a:pt x="763763" y="688814"/>
                  <a:pt x="763763" y="707122"/>
                </a:cubicBezTo>
                <a:moveTo>
                  <a:pt x="891057" y="553320"/>
                </a:moveTo>
                <a:cubicBezTo>
                  <a:pt x="891057" y="571627"/>
                  <a:pt x="905898" y="586469"/>
                  <a:pt x="924206" y="586469"/>
                </a:cubicBezTo>
                <a:cubicBezTo>
                  <a:pt x="942514" y="586469"/>
                  <a:pt x="957356" y="571627"/>
                  <a:pt x="957356" y="553320"/>
                </a:cubicBezTo>
                <a:cubicBezTo>
                  <a:pt x="957356" y="535012"/>
                  <a:pt x="942514" y="520170"/>
                  <a:pt x="924206" y="520170"/>
                </a:cubicBezTo>
                <a:cubicBezTo>
                  <a:pt x="905898" y="520170"/>
                  <a:pt x="891057" y="535012"/>
                  <a:pt x="891057" y="553320"/>
                </a:cubicBezTo>
                <a:moveTo>
                  <a:pt x="1018350" y="583100"/>
                </a:moveTo>
                <a:cubicBezTo>
                  <a:pt x="1018350" y="601408"/>
                  <a:pt x="1033192" y="616250"/>
                  <a:pt x="1051500" y="616250"/>
                </a:cubicBezTo>
                <a:cubicBezTo>
                  <a:pt x="1069808" y="616250"/>
                  <a:pt x="1084649" y="601408"/>
                  <a:pt x="1084649" y="583100"/>
                </a:cubicBezTo>
                <a:cubicBezTo>
                  <a:pt x="1084649" y="564793"/>
                  <a:pt x="1069808" y="549951"/>
                  <a:pt x="1051500" y="549951"/>
                </a:cubicBezTo>
                <a:cubicBezTo>
                  <a:pt x="1033192" y="549951"/>
                  <a:pt x="1018350" y="564793"/>
                  <a:pt x="1018350" y="583100"/>
                </a:cubicBezTo>
                <a:moveTo>
                  <a:pt x="1145644" y="567315"/>
                </a:moveTo>
                <a:cubicBezTo>
                  <a:pt x="1145644" y="585623"/>
                  <a:pt x="1160486" y="600465"/>
                  <a:pt x="1178793" y="600465"/>
                </a:cubicBezTo>
                <a:cubicBezTo>
                  <a:pt x="1197101" y="600465"/>
                  <a:pt x="1211943" y="585623"/>
                  <a:pt x="1211943" y="567315"/>
                </a:cubicBezTo>
                <a:cubicBezTo>
                  <a:pt x="1211943" y="549007"/>
                  <a:pt x="1197101" y="534166"/>
                  <a:pt x="1178793" y="534166"/>
                </a:cubicBezTo>
                <a:cubicBezTo>
                  <a:pt x="1160486" y="534166"/>
                  <a:pt x="1145644" y="549007"/>
                  <a:pt x="1145644" y="567315"/>
                </a:cubicBezTo>
                <a:moveTo>
                  <a:pt x="1272938" y="567081"/>
                </a:moveTo>
                <a:cubicBezTo>
                  <a:pt x="1272938" y="585389"/>
                  <a:pt x="1287780" y="600231"/>
                  <a:pt x="1306087" y="600231"/>
                </a:cubicBezTo>
                <a:cubicBezTo>
                  <a:pt x="1324395" y="600231"/>
                  <a:pt x="1339237" y="585389"/>
                  <a:pt x="1339237" y="567081"/>
                </a:cubicBezTo>
                <a:cubicBezTo>
                  <a:pt x="1339237" y="548773"/>
                  <a:pt x="1324395" y="533932"/>
                  <a:pt x="1306087" y="533932"/>
                </a:cubicBezTo>
                <a:cubicBezTo>
                  <a:pt x="1287780" y="533932"/>
                  <a:pt x="1272938" y="548773"/>
                  <a:pt x="1272938" y="567081"/>
                </a:cubicBezTo>
                <a:moveTo>
                  <a:pt x="1400232" y="534607"/>
                </a:moveTo>
                <a:cubicBezTo>
                  <a:pt x="1400232" y="552915"/>
                  <a:pt x="1415073" y="567756"/>
                  <a:pt x="1433381" y="567756"/>
                </a:cubicBezTo>
                <a:cubicBezTo>
                  <a:pt x="1451689" y="567756"/>
                  <a:pt x="1466531" y="552915"/>
                  <a:pt x="1466531" y="534607"/>
                </a:cubicBezTo>
                <a:cubicBezTo>
                  <a:pt x="1466531" y="516299"/>
                  <a:pt x="1451689" y="501458"/>
                  <a:pt x="1433381" y="501458"/>
                </a:cubicBezTo>
                <a:cubicBezTo>
                  <a:pt x="1415073" y="501458"/>
                  <a:pt x="1400232" y="516299"/>
                  <a:pt x="1400232" y="534607"/>
                </a:cubicBezTo>
                <a:moveTo>
                  <a:pt x="1527526" y="439641"/>
                </a:moveTo>
                <a:cubicBezTo>
                  <a:pt x="1527526" y="457949"/>
                  <a:pt x="1542367" y="472790"/>
                  <a:pt x="1560675" y="472790"/>
                </a:cubicBezTo>
                <a:cubicBezTo>
                  <a:pt x="1578983" y="472790"/>
                  <a:pt x="1593825" y="457949"/>
                  <a:pt x="1593825" y="439641"/>
                </a:cubicBezTo>
                <a:cubicBezTo>
                  <a:pt x="1593825" y="421333"/>
                  <a:pt x="1578983" y="406491"/>
                  <a:pt x="1560675" y="406491"/>
                </a:cubicBezTo>
                <a:cubicBezTo>
                  <a:pt x="1542367" y="406491"/>
                  <a:pt x="1527526" y="421333"/>
                  <a:pt x="1527526" y="439641"/>
                </a:cubicBezTo>
                <a:moveTo>
                  <a:pt x="1654819" y="570978"/>
                </a:moveTo>
                <a:cubicBezTo>
                  <a:pt x="1654819" y="589286"/>
                  <a:pt x="1669661" y="604127"/>
                  <a:pt x="1687969" y="604127"/>
                </a:cubicBezTo>
                <a:cubicBezTo>
                  <a:pt x="1706276" y="604127"/>
                  <a:pt x="1721118" y="589286"/>
                  <a:pt x="1721118" y="570978"/>
                </a:cubicBezTo>
                <a:cubicBezTo>
                  <a:pt x="1721118" y="552670"/>
                  <a:pt x="1706276" y="537828"/>
                  <a:pt x="1687969" y="537828"/>
                </a:cubicBezTo>
                <a:cubicBezTo>
                  <a:pt x="1669661" y="537828"/>
                  <a:pt x="1654819" y="552670"/>
                  <a:pt x="1654819" y="570978"/>
                </a:cubicBezTo>
                <a:moveTo>
                  <a:pt x="1782113" y="704671"/>
                </a:moveTo>
                <a:cubicBezTo>
                  <a:pt x="1782113" y="722979"/>
                  <a:pt x="1796955" y="737821"/>
                  <a:pt x="1815263" y="737821"/>
                </a:cubicBezTo>
                <a:cubicBezTo>
                  <a:pt x="1833571" y="737821"/>
                  <a:pt x="1848412" y="722979"/>
                  <a:pt x="1848412" y="704671"/>
                </a:cubicBezTo>
                <a:cubicBezTo>
                  <a:pt x="1848412" y="686363"/>
                  <a:pt x="1833571" y="671522"/>
                  <a:pt x="1815263" y="671522"/>
                </a:cubicBezTo>
                <a:cubicBezTo>
                  <a:pt x="1796955" y="671522"/>
                  <a:pt x="1782113" y="686363"/>
                  <a:pt x="1782113" y="704671"/>
                </a:cubicBezTo>
                <a:moveTo>
                  <a:pt x="1909407" y="701123"/>
                </a:moveTo>
                <a:cubicBezTo>
                  <a:pt x="1909407" y="719431"/>
                  <a:pt x="1924249" y="734272"/>
                  <a:pt x="1942557" y="734272"/>
                </a:cubicBezTo>
                <a:cubicBezTo>
                  <a:pt x="1960865" y="734272"/>
                  <a:pt x="1975706" y="719431"/>
                  <a:pt x="1975706" y="701123"/>
                </a:cubicBezTo>
                <a:cubicBezTo>
                  <a:pt x="1975706" y="682815"/>
                  <a:pt x="1960865" y="667973"/>
                  <a:pt x="1942557" y="667973"/>
                </a:cubicBezTo>
                <a:cubicBezTo>
                  <a:pt x="1924249" y="667973"/>
                  <a:pt x="1909407" y="682815"/>
                  <a:pt x="1909407" y="701123"/>
                </a:cubicBezTo>
                <a:moveTo>
                  <a:pt x="2036701" y="700886"/>
                </a:moveTo>
                <a:cubicBezTo>
                  <a:pt x="2036701" y="719194"/>
                  <a:pt x="2051543" y="734036"/>
                  <a:pt x="2069850" y="734036"/>
                </a:cubicBezTo>
                <a:cubicBezTo>
                  <a:pt x="2088159" y="734036"/>
                  <a:pt x="2103000" y="719194"/>
                  <a:pt x="2103000" y="700886"/>
                </a:cubicBezTo>
                <a:cubicBezTo>
                  <a:pt x="2103000" y="682579"/>
                  <a:pt x="2088159" y="667737"/>
                  <a:pt x="2069850" y="667737"/>
                </a:cubicBezTo>
                <a:cubicBezTo>
                  <a:pt x="2051543" y="667737"/>
                  <a:pt x="2036701" y="682579"/>
                  <a:pt x="2036701" y="700886"/>
                </a:cubicBezTo>
                <a:moveTo>
                  <a:pt x="2163995" y="701457"/>
                </a:moveTo>
                <a:cubicBezTo>
                  <a:pt x="2163995" y="719765"/>
                  <a:pt x="2178836" y="734606"/>
                  <a:pt x="2197144" y="734606"/>
                </a:cubicBezTo>
                <a:cubicBezTo>
                  <a:pt x="2215452" y="734606"/>
                  <a:pt x="2230294" y="719765"/>
                  <a:pt x="2230294" y="701457"/>
                </a:cubicBezTo>
                <a:cubicBezTo>
                  <a:pt x="2230294" y="683149"/>
                  <a:pt x="2215452" y="668308"/>
                  <a:pt x="2197144" y="668308"/>
                </a:cubicBezTo>
                <a:cubicBezTo>
                  <a:pt x="2178836" y="668308"/>
                  <a:pt x="2163995" y="683149"/>
                  <a:pt x="2163995" y="701457"/>
                </a:cubicBezTo>
                <a:moveTo>
                  <a:pt x="2291289" y="983531"/>
                </a:moveTo>
                <a:cubicBezTo>
                  <a:pt x="2291289" y="1001839"/>
                  <a:pt x="2306130" y="1016681"/>
                  <a:pt x="2324438" y="1016681"/>
                </a:cubicBezTo>
                <a:cubicBezTo>
                  <a:pt x="2342746" y="1016681"/>
                  <a:pt x="2357587" y="1001839"/>
                  <a:pt x="2357587" y="983531"/>
                </a:cubicBezTo>
                <a:cubicBezTo>
                  <a:pt x="2357587" y="965223"/>
                  <a:pt x="2342746" y="950382"/>
                  <a:pt x="2324438" y="950382"/>
                </a:cubicBezTo>
                <a:cubicBezTo>
                  <a:pt x="2306130" y="950382"/>
                  <a:pt x="2291289" y="965223"/>
                  <a:pt x="2291289" y="983531"/>
                </a:cubicBezTo>
                <a:moveTo>
                  <a:pt x="2418582" y="979647"/>
                </a:moveTo>
                <a:cubicBezTo>
                  <a:pt x="2418582" y="997955"/>
                  <a:pt x="2433424" y="1012797"/>
                  <a:pt x="2451732" y="1012797"/>
                </a:cubicBezTo>
                <a:cubicBezTo>
                  <a:pt x="2470040" y="1012797"/>
                  <a:pt x="2484881" y="997955"/>
                  <a:pt x="2484881" y="979647"/>
                </a:cubicBezTo>
                <a:cubicBezTo>
                  <a:pt x="2484881" y="961339"/>
                  <a:pt x="2470040" y="946498"/>
                  <a:pt x="2451732" y="946498"/>
                </a:cubicBezTo>
                <a:cubicBezTo>
                  <a:pt x="2433424" y="946498"/>
                  <a:pt x="2418582" y="961339"/>
                  <a:pt x="2418582" y="979647"/>
                </a:cubicBezTo>
                <a:moveTo>
                  <a:pt x="2545876" y="981837"/>
                </a:moveTo>
                <a:cubicBezTo>
                  <a:pt x="2545876" y="1000145"/>
                  <a:pt x="2560718" y="1014987"/>
                  <a:pt x="2579026" y="1014987"/>
                </a:cubicBezTo>
                <a:cubicBezTo>
                  <a:pt x="2597334" y="1014987"/>
                  <a:pt x="2612175" y="1000145"/>
                  <a:pt x="2612175" y="981837"/>
                </a:cubicBezTo>
                <a:cubicBezTo>
                  <a:pt x="2612175" y="963529"/>
                  <a:pt x="2597334" y="948688"/>
                  <a:pt x="2579026" y="948688"/>
                </a:cubicBezTo>
                <a:cubicBezTo>
                  <a:pt x="2560718" y="948688"/>
                  <a:pt x="2545876" y="963529"/>
                  <a:pt x="2545876" y="981837"/>
                </a:cubicBezTo>
                <a:moveTo>
                  <a:pt x="2673170" y="190228"/>
                </a:moveTo>
                <a:cubicBezTo>
                  <a:pt x="2673170" y="208536"/>
                  <a:pt x="2688012" y="223377"/>
                  <a:pt x="2706319" y="223377"/>
                </a:cubicBezTo>
                <a:cubicBezTo>
                  <a:pt x="2724628" y="223377"/>
                  <a:pt x="2739469" y="208536"/>
                  <a:pt x="2739469" y="190228"/>
                </a:cubicBezTo>
                <a:cubicBezTo>
                  <a:pt x="2739469" y="171920"/>
                  <a:pt x="2724628" y="157078"/>
                  <a:pt x="2706319" y="157078"/>
                </a:cubicBezTo>
                <a:cubicBezTo>
                  <a:pt x="2688012" y="157078"/>
                  <a:pt x="2673170" y="171920"/>
                  <a:pt x="2673170" y="190228"/>
                </a:cubicBezTo>
                <a:moveTo>
                  <a:pt x="2800464" y="992052"/>
                </a:moveTo>
                <a:cubicBezTo>
                  <a:pt x="2800464" y="1010360"/>
                  <a:pt x="2815306" y="1025202"/>
                  <a:pt x="2833613" y="1025202"/>
                </a:cubicBezTo>
                <a:cubicBezTo>
                  <a:pt x="2851922" y="1025202"/>
                  <a:pt x="2866763" y="1010360"/>
                  <a:pt x="2866763" y="992052"/>
                </a:cubicBezTo>
                <a:cubicBezTo>
                  <a:pt x="2866763" y="973744"/>
                  <a:pt x="2851922" y="958903"/>
                  <a:pt x="2833613" y="958903"/>
                </a:cubicBezTo>
                <a:cubicBezTo>
                  <a:pt x="2815306" y="958903"/>
                  <a:pt x="2800464" y="973744"/>
                  <a:pt x="2800464" y="992052"/>
                </a:cubicBezTo>
                <a:close/>
              </a:path>
            </a:pathLst>
          </a:custGeom>
          <a:solidFill xmlns:a="http://schemas.openxmlformats.org/drawingml/2006/main">
            <a:srgbClr val="008B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75C23C-7182-4105-B7EC-B11EF7EB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2787251"/>
            <a:ext cx="2800464" cy="1311533"/>
          </a:xfrm>
          <a:custGeom xmlns:a="http://schemas.openxmlformats.org/drawingml/2006/main">
            <a:pathLst>
              <a:path w="2800464" h="1311533" fill="none">
                <a:moveTo>
                  <a:pt x="0" y="1093266"/>
                </a:moveTo>
                <a:lnTo>
                  <a:pt x="127294" y="651763"/>
                </a:lnTo>
                <a:lnTo>
                  <a:pt x="254588" y="1115987"/>
                </a:lnTo>
                <a:lnTo>
                  <a:pt x="381881" y="550116"/>
                </a:lnTo>
                <a:lnTo>
                  <a:pt x="509175" y="574253"/>
                </a:lnTo>
                <a:lnTo>
                  <a:pt x="636469" y="548209"/>
                </a:lnTo>
                <a:lnTo>
                  <a:pt x="763763" y="591158"/>
                </a:lnTo>
                <a:lnTo>
                  <a:pt x="891057" y="455826"/>
                </a:lnTo>
                <a:lnTo>
                  <a:pt x="1018351" y="548395"/>
                </a:lnTo>
                <a:lnTo>
                  <a:pt x="1145644" y="617596"/>
                </a:lnTo>
                <a:lnTo>
                  <a:pt x="1272938" y="614998"/>
                </a:lnTo>
                <a:lnTo>
                  <a:pt x="1400232" y="514670"/>
                </a:lnTo>
                <a:lnTo>
                  <a:pt x="1527526" y="459535"/>
                </a:lnTo>
                <a:lnTo>
                  <a:pt x="1654820" y="493963"/>
                </a:lnTo>
                <a:lnTo>
                  <a:pt x="1782114" y="569960"/>
                </a:lnTo>
                <a:lnTo>
                  <a:pt x="1909407" y="568616"/>
                </a:lnTo>
                <a:lnTo>
                  <a:pt x="2036701" y="565884"/>
                </a:lnTo>
                <a:lnTo>
                  <a:pt x="2163995" y="568749"/>
                </a:lnTo>
                <a:lnTo>
                  <a:pt x="2291289" y="1223327"/>
                </a:lnTo>
                <a:lnTo>
                  <a:pt x="2418583" y="1211394"/>
                </a:lnTo>
                <a:lnTo>
                  <a:pt x="2545876" y="1212941"/>
                </a:lnTo>
                <a:lnTo>
                  <a:pt x="2673170" y="0"/>
                </a:lnTo>
                <a:lnTo>
                  <a:pt x="2800464" y="1311533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8BFF"/>
            </a:solidFill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3A7A2D-33B6-4563-87C5-C8FD7436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2754101"/>
            <a:ext cx="2866763" cy="1377831"/>
          </a:xfrm>
          <a:custGeom xmlns:a="http://schemas.openxmlformats.org/drawingml/2006/main">
            <a:pathLst>
              <a:path w="2866763" h="1377831">
                <a:moveTo>
                  <a:pt x="0" y="1126416"/>
                </a:moveTo>
                <a:cubicBezTo>
                  <a:pt x="0" y="1144724"/>
                  <a:pt x="14841" y="1159565"/>
                  <a:pt x="33149" y="1159565"/>
                </a:cubicBezTo>
                <a:cubicBezTo>
                  <a:pt x="51457" y="1159565"/>
                  <a:pt x="66299" y="1144724"/>
                  <a:pt x="66299" y="1126416"/>
                </a:cubicBezTo>
                <a:cubicBezTo>
                  <a:pt x="66299" y="1108108"/>
                  <a:pt x="51457" y="1093266"/>
                  <a:pt x="33149" y="1093266"/>
                </a:cubicBezTo>
                <a:cubicBezTo>
                  <a:pt x="14841" y="1093266"/>
                  <a:pt x="0" y="1108108"/>
                  <a:pt x="0" y="1126416"/>
                </a:cubicBezTo>
                <a:moveTo>
                  <a:pt x="127294" y="684913"/>
                </a:moveTo>
                <a:cubicBezTo>
                  <a:pt x="127294" y="703220"/>
                  <a:pt x="142135" y="718062"/>
                  <a:pt x="160443" y="718062"/>
                </a:cubicBezTo>
                <a:cubicBezTo>
                  <a:pt x="178751" y="718062"/>
                  <a:pt x="193593" y="703220"/>
                  <a:pt x="193593" y="684913"/>
                </a:cubicBezTo>
                <a:cubicBezTo>
                  <a:pt x="193593" y="666605"/>
                  <a:pt x="178751" y="651763"/>
                  <a:pt x="160443" y="651763"/>
                </a:cubicBezTo>
                <a:cubicBezTo>
                  <a:pt x="142135" y="651763"/>
                  <a:pt x="127294" y="666605"/>
                  <a:pt x="127294" y="684913"/>
                </a:cubicBezTo>
                <a:moveTo>
                  <a:pt x="254588" y="1149136"/>
                </a:moveTo>
                <a:cubicBezTo>
                  <a:pt x="254588" y="1167444"/>
                  <a:pt x="269429" y="1182285"/>
                  <a:pt x="287737" y="1182285"/>
                </a:cubicBezTo>
                <a:cubicBezTo>
                  <a:pt x="306045" y="1182285"/>
                  <a:pt x="320886" y="1167444"/>
                  <a:pt x="320886" y="1149136"/>
                </a:cubicBezTo>
                <a:cubicBezTo>
                  <a:pt x="320886" y="1130828"/>
                  <a:pt x="306045" y="1115987"/>
                  <a:pt x="287737" y="1115987"/>
                </a:cubicBezTo>
                <a:cubicBezTo>
                  <a:pt x="269429" y="1115987"/>
                  <a:pt x="254588" y="1130828"/>
                  <a:pt x="254588" y="1149136"/>
                </a:cubicBezTo>
                <a:moveTo>
                  <a:pt x="381881" y="583265"/>
                </a:moveTo>
                <a:cubicBezTo>
                  <a:pt x="381881" y="601573"/>
                  <a:pt x="396723" y="616415"/>
                  <a:pt x="415031" y="616415"/>
                </a:cubicBezTo>
                <a:cubicBezTo>
                  <a:pt x="433339" y="616415"/>
                  <a:pt x="448180" y="601573"/>
                  <a:pt x="448180" y="583265"/>
                </a:cubicBezTo>
                <a:cubicBezTo>
                  <a:pt x="448180" y="564958"/>
                  <a:pt x="433339" y="550116"/>
                  <a:pt x="415031" y="550116"/>
                </a:cubicBezTo>
                <a:cubicBezTo>
                  <a:pt x="396723" y="550116"/>
                  <a:pt x="381881" y="564958"/>
                  <a:pt x="381881" y="583265"/>
                </a:cubicBezTo>
                <a:moveTo>
                  <a:pt x="509175" y="607402"/>
                </a:moveTo>
                <a:cubicBezTo>
                  <a:pt x="509175" y="625710"/>
                  <a:pt x="524017" y="640551"/>
                  <a:pt x="542325" y="640551"/>
                </a:cubicBezTo>
                <a:cubicBezTo>
                  <a:pt x="560633" y="640551"/>
                  <a:pt x="575474" y="625710"/>
                  <a:pt x="575474" y="607402"/>
                </a:cubicBezTo>
                <a:cubicBezTo>
                  <a:pt x="575474" y="589094"/>
                  <a:pt x="560633" y="574253"/>
                  <a:pt x="542325" y="574253"/>
                </a:cubicBezTo>
                <a:cubicBezTo>
                  <a:pt x="524017" y="574253"/>
                  <a:pt x="509175" y="589094"/>
                  <a:pt x="509175" y="607402"/>
                </a:cubicBezTo>
                <a:moveTo>
                  <a:pt x="636469" y="581358"/>
                </a:moveTo>
                <a:cubicBezTo>
                  <a:pt x="636469" y="599666"/>
                  <a:pt x="651311" y="614508"/>
                  <a:pt x="669619" y="614508"/>
                </a:cubicBezTo>
                <a:cubicBezTo>
                  <a:pt x="687926" y="614508"/>
                  <a:pt x="702768" y="599666"/>
                  <a:pt x="702768" y="581358"/>
                </a:cubicBezTo>
                <a:cubicBezTo>
                  <a:pt x="702768" y="563050"/>
                  <a:pt x="687926" y="548209"/>
                  <a:pt x="669619" y="548209"/>
                </a:cubicBezTo>
                <a:cubicBezTo>
                  <a:pt x="651311" y="548209"/>
                  <a:pt x="636469" y="563050"/>
                  <a:pt x="636469" y="581358"/>
                </a:cubicBezTo>
                <a:moveTo>
                  <a:pt x="763763" y="624307"/>
                </a:moveTo>
                <a:cubicBezTo>
                  <a:pt x="763763" y="642615"/>
                  <a:pt x="778605" y="657456"/>
                  <a:pt x="796912" y="657456"/>
                </a:cubicBezTo>
                <a:cubicBezTo>
                  <a:pt x="815220" y="657456"/>
                  <a:pt x="830062" y="642615"/>
                  <a:pt x="830062" y="624307"/>
                </a:cubicBezTo>
                <a:cubicBezTo>
                  <a:pt x="830062" y="605999"/>
                  <a:pt x="815220" y="591158"/>
                  <a:pt x="796912" y="591158"/>
                </a:cubicBezTo>
                <a:cubicBezTo>
                  <a:pt x="778605" y="591158"/>
                  <a:pt x="763763" y="605999"/>
                  <a:pt x="763763" y="624307"/>
                </a:cubicBezTo>
                <a:moveTo>
                  <a:pt x="891057" y="488976"/>
                </a:moveTo>
                <a:cubicBezTo>
                  <a:pt x="891057" y="507283"/>
                  <a:pt x="905898" y="522125"/>
                  <a:pt x="924206" y="522125"/>
                </a:cubicBezTo>
                <a:cubicBezTo>
                  <a:pt x="942514" y="522125"/>
                  <a:pt x="957356" y="507283"/>
                  <a:pt x="957356" y="488976"/>
                </a:cubicBezTo>
                <a:cubicBezTo>
                  <a:pt x="957356" y="470668"/>
                  <a:pt x="942514" y="455826"/>
                  <a:pt x="924206" y="455826"/>
                </a:cubicBezTo>
                <a:cubicBezTo>
                  <a:pt x="905898" y="455826"/>
                  <a:pt x="891057" y="470668"/>
                  <a:pt x="891057" y="488976"/>
                </a:cubicBezTo>
                <a:moveTo>
                  <a:pt x="1018351" y="581544"/>
                </a:moveTo>
                <a:cubicBezTo>
                  <a:pt x="1018351" y="599852"/>
                  <a:pt x="1033192" y="614694"/>
                  <a:pt x="1051500" y="614694"/>
                </a:cubicBezTo>
                <a:cubicBezTo>
                  <a:pt x="1069808" y="614694"/>
                  <a:pt x="1084650" y="599852"/>
                  <a:pt x="1084650" y="581544"/>
                </a:cubicBezTo>
                <a:cubicBezTo>
                  <a:pt x="1084650" y="563236"/>
                  <a:pt x="1069808" y="548395"/>
                  <a:pt x="1051500" y="548395"/>
                </a:cubicBezTo>
                <a:cubicBezTo>
                  <a:pt x="1033192" y="548395"/>
                  <a:pt x="1018351" y="563236"/>
                  <a:pt x="1018351" y="581544"/>
                </a:cubicBezTo>
                <a:moveTo>
                  <a:pt x="1145644" y="650745"/>
                </a:moveTo>
                <a:cubicBezTo>
                  <a:pt x="1145644" y="669053"/>
                  <a:pt x="1160486" y="683895"/>
                  <a:pt x="1178794" y="683895"/>
                </a:cubicBezTo>
                <a:cubicBezTo>
                  <a:pt x="1197102" y="683895"/>
                  <a:pt x="1211943" y="669053"/>
                  <a:pt x="1211943" y="650745"/>
                </a:cubicBezTo>
                <a:cubicBezTo>
                  <a:pt x="1211943" y="632437"/>
                  <a:pt x="1197102" y="617596"/>
                  <a:pt x="1178794" y="617596"/>
                </a:cubicBezTo>
                <a:cubicBezTo>
                  <a:pt x="1160486" y="617596"/>
                  <a:pt x="1145644" y="632437"/>
                  <a:pt x="1145644" y="650745"/>
                </a:cubicBezTo>
                <a:moveTo>
                  <a:pt x="1272938" y="648148"/>
                </a:moveTo>
                <a:cubicBezTo>
                  <a:pt x="1272938" y="666456"/>
                  <a:pt x="1287780" y="681297"/>
                  <a:pt x="1306088" y="681297"/>
                </a:cubicBezTo>
                <a:cubicBezTo>
                  <a:pt x="1324395" y="681297"/>
                  <a:pt x="1339237" y="666456"/>
                  <a:pt x="1339237" y="648148"/>
                </a:cubicBezTo>
                <a:cubicBezTo>
                  <a:pt x="1339237" y="629840"/>
                  <a:pt x="1324395" y="614998"/>
                  <a:pt x="1306088" y="614998"/>
                </a:cubicBezTo>
                <a:cubicBezTo>
                  <a:pt x="1287780" y="614998"/>
                  <a:pt x="1272938" y="629840"/>
                  <a:pt x="1272938" y="648148"/>
                </a:cubicBezTo>
                <a:moveTo>
                  <a:pt x="1400232" y="547820"/>
                </a:moveTo>
                <a:cubicBezTo>
                  <a:pt x="1400232" y="566128"/>
                  <a:pt x="1415074" y="580969"/>
                  <a:pt x="1433381" y="580969"/>
                </a:cubicBezTo>
                <a:cubicBezTo>
                  <a:pt x="1451689" y="580969"/>
                  <a:pt x="1466531" y="566128"/>
                  <a:pt x="1466531" y="547820"/>
                </a:cubicBezTo>
                <a:cubicBezTo>
                  <a:pt x="1466531" y="529512"/>
                  <a:pt x="1451689" y="514670"/>
                  <a:pt x="1433381" y="514670"/>
                </a:cubicBezTo>
                <a:cubicBezTo>
                  <a:pt x="1415074" y="514670"/>
                  <a:pt x="1400232" y="529512"/>
                  <a:pt x="1400232" y="547820"/>
                </a:cubicBezTo>
                <a:moveTo>
                  <a:pt x="1527526" y="492684"/>
                </a:moveTo>
                <a:cubicBezTo>
                  <a:pt x="1527526" y="510992"/>
                  <a:pt x="1542367" y="525833"/>
                  <a:pt x="1560675" y="525833"/>
                </a:cubicBezTo>
                <a:cubicBezTo>
                  <a:pt x="1578983" y="525833"/>
                  <a:pt x="1593825" y="510992"/>
                  <a:pt x="1593825" y="492684"/>
                </a:cubicBezTo>
                <a:cubicBezTo>
                  <a:pt x="1593825" y="474376"/>
                  <a:pt x="1578983" y="459535"/>
                  <a:pt x="1560675" y="459535"/>
                </a:cubicBezTo>
                <a:cubicBezTo>
                  <a:pt x="1542367" y="459535"/>
                  <a:pt x="1527526" y="474376"/>
                  <a:pt x="1527526" y="492684"/>
                </a:cubicBezTo>
                <a:moveTo>
                  <a:pt x="1654820" y="527112"/>
                </a:moveTo>
                <a:cubicBezTo>
                  <a:pt x="1654820" y="545420"/>
                  <a:pt x="1669661" y="560262"/>
                  <a:pt x="1687969" y="560262"/>
                </a:cubicBezTo>
                <a:cubicBezTo>
                  <a:pt x="1706277" y="560262"/>
                  <a:pt x="1721119" y="545420"/>
                  <a:pt x="1721119" y="527112"/>
                </a:cubicBezTo>
                <a:cubicBezTo>
                  <a:pt x="1721119" y="508804"/>
                  <a:pt x="1706277" y="493963"/>
                  <a:pt x="1687969" y="493963"/>
                </a:cubicBezTo>
                <a:cubicBezTo>
                  <a:pt x="1669661" y="493963"/>
                  <a:pt x="1654820" y="508804"/>
                  <a:pt x="1654820" y="527112"/>
                </a:cubicBezTo>
                <a:moveTo>
                  <a:pt x="1782114" y="603110"/>
                </a:moveTo>
                <a:cubicBezTo>
                  <a:pt x="1782114" y="621418"/>
                  <a:pt x="1796955" y="636259"/>
                  <a:pt x="1815263" y="636259"/>
                </a:cubicBezTo>
                <a:cubicBezTo>
                  <a:pt x="1833571" y="636259"/>
                  <a:pt x="1848412" y="621418"/>
                  <a:pt x="1848412" y="603110"/>
                </a:cubicBezTo>
                <a:cubicBezTo>
                  <a:pt x="1848412" y="584802"/>
                  <a:pt x="1833571" y="569960"/>
                  <a:pt x="1815263" y="569960"/>
                </a:cubicBezTo>
                <a:cubicBezTo>
                  <a:pt x="1796955" y="569960"/>
                  <a:pt x="1782114" y="584802"/>
                  <a:pt x="1782114" y="603110"/>
                </a:cubicBezTo>
                <a:moveTo>
                  <a:pt x="1909407" y="601766"/>
                </a:moveTo>
                <a:cubicBezTo>
                  <a:pt x="1909407" y="620074"/>
                  <a:pt x="1924249" y="634915"/>
                  <a:pt x="1942557" y="634915"/>
                </a:cubicBezTo>
                <a:cubicBezTo>
                  <a:pt x="1960865" y="634915"/>
                  <a:pt x="1975706" y="620074"/>
                  <a:pt x="1975706" y="601766"/>
                </a:cubicBezTo>
                <a:cubicBezTo>
                  <a:pt x="1975706" y="583458"/>
                  <a:pt x="1960865" y="568616"/>
                  <a:pt x="1942557" y="568616"/>
                </a:cubicBezTo>
                <a:cubicBezTo>
                  <a:pt x="1924249" y="568616"/>
                  <a:pt x="1909407" y="583458"/>
                  <a:pt x="1909407" y="601766"/>
                </a:cubicBezTo>
                <a:moveTo>
                  <a:pt x="2036701" y="599033"/>
                </a:moveTo>
                <a:cubicBezTo>
                  <a:pt x="2036701" y="617341"/>
                  <a:pt x="2051543" y="632183"/>
                  <a:pt x="2069851" y="632183"/>
                </a:cubicBezTo>
                <a:cubicBezTo>
                  <a:pt x="2088159" y="632183"/>
                  <a:pt x="2103000" y="617341"/>
                  <a:pt x="2103000" y="599033"/>
                </a:cubicBezTo>
                <a:cubicBezTo>
                  <a:pt x="2103000" y="580725"/>
                  <a:pt x="2088159" y="565884"/>
                  <a:pt x="2069851" y="565884"/>
                </a:cubicBezTo>
                <a:cubicBezTo>
                  <a:pt x="2051543" y="565884"/>
                  <a:pt x="2036701" y="580725"/>
                  <a:pt x="2036701" y="599033"/>
                </a:cubicBezTo>
                <a:moveTo>
                  <a:pt x="2163995" y="601898"/>
                </a:moveTo>
                <a:cubicBezTo>
                  <a:pt x="2163995" y="620206"/>
                  <a:pt x="2178837" y="635048"/>
                  <a:pt x="2197144" y="635048"/>
                </a:cubicBezTo>
                <a:cubicBezTo>
                  <a:pt x="2215452" y="635048"/>
                  <a:pt x="2230294" y="620206"/>
                  <a:pt x="2230294" y="601898"/>
                </a:cubicBezTo>
                <a:cubicBezTo>
                  <a:pt x="2230294" y="583590"/>
                  <a:pt x="2215452" y="568749"/>
                  <a:pt x="2197144" y="568749"/>
                </a:cubicBezTo>
                <a:cubicBezTo>
                  <a:pt x="2178837" y="568749"/>
                  <a:pt x="2163995" y="583590"/>
                  <a:pt x="2163995" y="601898"/>
                </a:cubicBezTo>
                <a:moveTo>
                  <a:pt x="2291289" y="1256476"/>
                </a:moveTo>
                <a:cubicBezTo>
                  <a:pt x="2291289" y="1274784"/>
                  <a:pt x="2306130" y="1289626"/>
                  <a:pt x="2324438" y="1289626"/>
                </a:cubicBezTo>
                <a:cubicBezTo>
                  <a:pt x="2342746" y="1289626"/>
                  <a:pt x="2357588" y="1274784"/>
                  <a:pt x="2357588" y="1256476"/>
                </a:cubicBezTo>
                <a:cubicBezTo>
                  <a:pt x="2357588" y="1238168"/>
                  <a:pt x="2342746" y="1223327"/>
                  <a:pt x="2324438" y="1223327"/>
                </a:cubicBezTo>
                <a:cubicBezTo>
                  <a:pt x="2306130" y="1223327"/>
                  <a:pt x="2291289" y="1238168"/>
                  <a:pt x="2291289" y="1256476"/>
                </a:cubicBezTo>
                <a:moveTo>
                  <a:pt x="2418583" y="1244544"/>
                </a:moveTo>
                <a:cubicBezTo>
                  <a:pt x="2418583" y="1262851"/>
                  <a:pt x="2433424" y="1277693"/>
                  <a:pt x="2451732" y="1277693"/>
                </a:cubicBezTo>
                <a:cubicBezTo>
                  <a:pt x="2470040" y="1277693"/>
                  <a:pt x="2484881" y="1262851"/>
                  <a:pt x="2484881" y="1244544"/>
                </a:cubicBezTo>
                <a:cubicBezTo>
                  <a:pt x="2484881" y="1226236"/>
                  <a:pt x="2470040" y="1211394"/>
                  <a:pt x="2451732" y="1211394"/>
                </a:cubicBezTo>
                <a:cubicBezTo>
                  <a:pt x="2433424" y="1211394"/>
                  <a:pt x="2418583" y="1226236"/>
                  <a:pt x="2418583" y="1244544"/>
                </a:cubicBezTo>
                <a:moveTo>
                  <a:pt x="2545876" y="1246091"/>
                </a:moveTo>
                <a:cubicBezTo>
                  <a:pt x="2545876" y="1264398"/>
                  <a:pt x="2560718" y="1279240"/>
                  <a:pt x="2579026" y="1279240"/>
                </a:cubicBezTo>
                <a:cubicBezTo>
                  <a:pt x="2597334" y="1279240"/>
                  <a:pt x="2612175" y="1264398"/>
                  <a:pt x="2612175" y="1246091"/>
                </a:cubicBezTo>
                <a:cubicBezTo>
                  <a:pt x="2612175" y="1227783"/>
                  <a:pt x="2597334" y="1212941"/>
                  <a:pt x="2579026" y="1212941"/>
                </a:cubicBezTo>
                <a:cubicBezTo>
                  <a:pt x="2560718" y="1212941"/>
                  <a:pt x="2545876" y="1227783"/>
                  <a:pt x="2545876" y="1246091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344682"/>
                </a:moveTo>
                <a:cubicBezTo>
                  <a:pt x="2800464" y="1362990"/>
                  <a:pt x="2815306" y="1377831"/>
                  <a:pt x="2833614" y="1377831"/>
                </a:cubicBezTo>
                <a:cubicBezTo>
                  <a:pt x="2851921" y="1377831"/>
                  <a:pt x="2866763" y="1362990"/>
                  <a:pt x="2866763" y="1344682"/>
                </a:cubicBezTo>
                <a:cubicBezTo>
                  <a:pt x="2866763" y="1326374"/>
                  <a:pt x="2851921" y="1311533"/>
                  <a:pt x="2833614" y="1311533"/>
                </a:cubicBezTo>
                <a:cubicBezTo>
                  <a:pt x="2815306" y="1311533"/>
                  <a:pt x="2800464" y="1326374"/>
                  <a:pt x="2800464" y="1344682"/>
                </a:cubicBezTo>
                <a:close/>
              </a:path>
            </a:pathLst>
          </a:custGeom>
          <a:solidFill xmlns:a="http://schemas.openxmlformats.org/drawingml/2006/main">
            <a:srgbClr val="008B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90F4B2-4A1E-474D-838E-0C1C99EB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346951"/>
            <a:ext cx="2800464" cy="891200"/>
          </a:xfrm>
          <a:custGeom xmlns:a="http://schemas.openxmlformats.org/drawingml/2006/main">
            <a:pathLst>
              <a:path w="2800464" h="891200" fill="none">
                <a:moveTo>
                  <a:pt x="0" y="721688"/>
                </a:moveTo>
                <a:lnTo>
                  <a:pt x="127294" y="24429"/>
                </a:lnTo>
                <a:lnTo>
                  <a:pt x="254588" y="698380"/>
                </a:lnTo>
                <a:lnTo>
                  <a:pt x="381881" y="467218"/>
                </a:lnTo>
                <a:lnTo>
                  <a:pt x="509175" y="571542"/>
                </a:lnTo>
                <a:lnTo>
                  <a:pt x="636469" y="447782"/>
                </a:lnTo>
                <a:lnTo>
                  <a:pt x="763763" y="545631"/>
                </a:lnTo>
                <a:lnTo>
                  <a:pt x="891057" y="428589"/>
                </a:lnTo>
                <a:lnTo>
                  <a:pt x="1018350" y="474841"/>
                </a:lnTo>
                <a:lnTo>
                  <a:pt x="1145644" y="473350"/>
                </a:lnTo>
                <a:lnTo>
                  <a:pt x="1272938" y="470140"/>
                </a:lnTo>
                <a:lnTo>
                  <a:pt x="1400232" y="469090"/>
                </a:lnTo>
                <a:lnTo>
                  <a:pt x="1527526" y="358022"/>
                </a:lnTo>
                <a:lnTo>
                  <a:pt x="1654819" y="449855"/>
                </a:lnTo>
                <a:lnTo>
                  <a:pt x="1782113" y="574592"/>
                </a:lnTo>
                <a:lnTo>
                  <a:pt x="1909407" y="575775"/>
                </a:lnTo>
                <a:lnTo>
                  <a:pt x="2036701" y="575289"/>
                </a:lnTo>
                <a:lnTo>
                  <a:pt x="2163995" y="573708"/>
                </a:lnTo>
                <a:lnTo>
                  <a:pt x="2291289" y="860752"/>
                </a:lnTo>
                <a:lnTo>
                  <a:pt x="2418582" y="858054"/>
                </a:lnTo>
                <a:lnTo>
                  <a:pt x="2545876" y="855510"/>
                </a:lnTo>
                <a:lnTo>
                  <a:pt x="2673170" y="0"/>
                </a:lnTo>
                <a:lnTo>
                  <a:pt x="2800464" y="89120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8BFF"/>
            </a:solidFill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0D0025-F562-4128-B52B-CF669978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313802"/>
            <a:ext cx="2866763" cy="957499"/>
          </a:xfrm>
          <a:custGeom xmlns:a="http://schemas.openxmlformats.org/drawingml/2006/main">
            <a:pathLst>
              <a:path w="2866763" h="957499">
                <a:moveTo>
                  <a:pt x="0" y="754837"/>
                </a:moveTo>
                <a:cubicBezTo>
                  <a:pt x="0" y="773145"/>
                  <a:pt x="14841" y="787987"/>
                  <a:pt x="33149" y="787987"/>
                </a:cubicBezTo>
                <a:cubicBezTo>
                  <a:pt x="51457" y="787987"/>
                  <a:pt x="66299" y="773145"/>
                  <a:pt x="66299" y="754837"/>
                </a:cubicBezTo>
                <a:cubicBezTo>
                  <a:pt x="66299" y="736529"/>
                  <a:pt x="51457" y="721688"/>
                  <a:pt x="33149" y="721688"/>
                </a:cubicBezTo>
                <a:cubicBezTo>
                  <a:pt x="14841" y="721688"/>
                  <a:pt x="0" y="736529"/>
                  <a:pt x="0" y="754837"/>
                </a:cubicBezTo>
                <a:moveTo>
                  <a:pt x="127294" y="57579"/>
                </a:moveTo>
                <a:cubicBezTo>
                  <a:pt x="127294" y="75887"/>
                  <a:pt x="142135" y="90728"/>
                  <a:pt x="160443" y="90728"/>
                </a:cubicBezTo>
                <a:cubicBezTo>
                  <a:pt x="178751" y="90728"/>
                  <a:pt x="193592" y="75887"/>
                  <a:pt x="193592" y="57579"/>
                </a:cubicBezTo>
                <a:cubicBezTo>
                  <a:pt x="193592" y="39271"/>
                  <a:pt x="178751" y="24429"/>
                  <a:pt x="160443" y="24429"/>
                </a:cubicBezTo>
                <a:cubicBezTo>
                  <a:pt x="142135" y="24429"/>
                  <a:pt x="127294" y="39271"/>
                  <a:pt x="127294" y="57579"/>
                </a:cubicBezTo>
                <a:moveTo>
                  <a:pt x="254588" y="731529"/>
                </a:moveTo>
                <a:cubicBezTo>
                  <a:pt x="254588" y="749837"/>
                  <a:pt x="269429" y="764679"/>
                  <a:pt x="287737" y="764679"/>
                </a:cubicBezTo>
                <a:cubicBezTo>
                  <a:pt x="306045" y="764679"/>
                  <a:pt x="320886" y="749837"/>
                  <a:pt x="320886" y="731529"/>
                </a:cubicBezTo>
                <a:cubicBezTo>
                  <a:pt x="320886" y="713221"/>
                  <a:pt x="306045" y="698380"/>
                  <a:pt x="287737" y="698380"/>
                </a:cubicBezTo>
                <a:cubicBezTo>
                  <a:pt x="269429" y="698380"/>
                  <a:pt x="254588" y="713221"/>
                  <a:pt x="254588" y="731529"/>
                </a:cubicBezTo>
                <a:moveTo>
                  <a:pt x="381881" y="500367"/>
                </a:moveTo>
                <a:cubicBezTo>
                  <a:pt x="381881" y="518675"/>
                  <a:pt x="396723" y="533517"/>
                  <a:pt x="415031" y="533517"/>
                </a:cubicBezTo>
                <a:cubicBezTo>
                  <a:pt x="433339" y="533517"/>
                  <a:pt x="448180" y="518675"/>
                  <a:pt x="448180" y="500367"/>
                </a:cubicBezTo>
                <a:cubicBezTo>
                  <a:pt x="448180" y="482059"/>
                  <a:pt x="433339" y="467218"/>
                  <a:pt x="415031" y="467218"/>
                </a:cubicBezTo>
                <a:cubicBezTo>
                  <a:pt x="396723" y="467218"/>
                  <a:pt x="381881" y="482059"/>
                  <a:pt x="381881" y="500367"/>
                </a:cubicBezTo>
                <a:moveTo>
                  <a:pt x="509175" y="604691"/>
                </a:moveTo>
                <a:cubicBezTo>
                  <a:pt x="509175" y="622999"/>
                  <a:pt x="524017" y="637841"/>
                  <a:pt x="542324" y="637841"/>
                </a:cubicBezTo>
                <a:cubicBezTo>
                  <a:pt x="560632" y="637841"/>
                  <a:pt x="575474" y="622999"/>
                  <a:pt x="575474" y="604691"/>
                </a:cubicBezTo>
                <a:cubicBezTo>
                  <a:pt x="575474" y="586383"/>
                  <a:pt x="560632" y="571542"/>
                  <a:pt x="542324" y="571542"/>
                </a:cubicBezTo>
                <a:cubicBezTo>
                  <a:pt x="524017" y="571542"/>
                  <a:pt x="509175" y="586383"/>
                  <a:pt x="509175" y="604691"/>
                </a:cubicBezTo>
                <a:moveTo>
                  <a:pt x="636469" y="480931"/>
                </a:moveTo>
                <a:cubicBezTo>
                  <a:pt x="636469" y="499239"/>
                  <a:pt x="651310" y="514081"/>
                  <a:pt x="669618" y="514081"/>
                </a:cubicBezTo>
                <a:cubicBezTo>
                  <a:pt x="687926" y="514081"/>
                  <a:pt x="702768" y="499239"/>
                  <a:pt x="702768" y="480931"/>
                </a:cubicBezTo>
                <a:cubicBezTo>
                  <a:pt x="702768" y="462623"/>
                  <a:pt x="687926" y="447782"/>
                  <a:pt x="669618" y="447782"/>
                </a:cubicBezTo>
                <a:cubicBezTo>
                  <a:pt x="651310" y="447782"/>
                  <a:pt x="636469" y="462623"/>
                  <a:pt x="636469" y="480931"/>
                </a:cubicBezTo>
                <a:moveTo>
                  <a:pt x="763763" y="578781"/>
                </a:moveTo>
                <a:cubicBezTo>
                  <a:pt x="763763" y="597088"/>
                  <a:pt x="778604" y="611930"/>
                  <a:pt x="796912" y="611930"/>
                </a:cubicBezTo>
                <a:cubicBezTo>
                  <a:pt x="815220" y="611930"/>
                  <a:pt x="830061" y="597088"/>
                  <a:pt x="830061" y="578781"/>
                </a:cubicBezTo>
                <a:cubicBezTo>
                  <a:pt x="830061" y="560473"/>
                  <a:pt x="815220" y="545631"/>
                  <a:pt x="796912" y="545631"/>
                </a:cubicBezTo>
                <a:cubicBezTo>
                  <a:pt x="778604" y="545631"/>
                  <a:pt x="763763" y="560473"/>
                  <a:pt x="763763" y="578781"/>
                </a:cubicBezTo>
                <a:moveTo>
                  <a:pt x="891057" y="461739"/>
                </a:moveTo>
                <a:cubicBezTo>
                  <a:pt x="891057" y="480047"/>
                  <a:pt x="905898" y="494888"/>
                  <a:pt x="924206" y="494888"/>
                </a:cubicBezTo>
                <a:cubicBezTo>
                  <a:pt x="942514" y="494888"/>
                  <a:pt x="957356" y="480047"/>
                  <a:pt x="957356" y="461739"/>
                </a:cubicBezTo>
                <a:cubicBezTo>
                  <a:pt x="957356" y="443431"/>
                  <a:pt x="942514" y="428589"/>
                  <a:pt x="924206" y="428589"/>
                </a:cubicBezTo>
                <a:cubicBezTo>
                  <a:pt x="905898" y="428589"/>
                  <a:pt x="891057" y="443431"/>
                  <a:pt x="891057" y="461739"/>
                </a:cubicBezTo>
                <a:moveTo>
                  <a:pt x="1018350" y="507990"/>
                </a:moveTo>
                <a:cubicBezTo>
                  <a:pt x="1018350" y="526298"/>
                  <a:pt x="1033192" y="541140"/>
                  <a:pt x="1051500" y="541140"/>
                </a:cubicBezTo>
                <a:cubicBezTo>
                  <a:pt x="1069808" y="541140"/>
                  <a:pt x="1084649" y="526298"/>
                  <a:pt x="1084649" y="507990"/>
                </a:cubicBezTo>
                <a:cubicBezTo>
                  <a:pt x="1084649" y="489682"/>
                  <a:pt x="1069808" y="474841"/>
                  <a:pt x="1051500" y="474841"/>
                </a:cubicBezTo>
                <a:cubicBezTo>
                  <a:pt x="1033192" y="474841"/>
                  <a:pt x="1018350" y="489682"/>
                  <a:pt x="1018350" y="507990"/>
                </a:cubicBezTo>
                <a:moveTo>
                  <a:pt x="1145644" y="506500"/>
                </a:moveTo>
                <a:cubicBezTo>
                  <a:pt x="1145644" y="524808"/>
                  <a:pt x="1160486" y="539649"/>
                  <a:pt x="1178793" y="539649"/>
                </a:cubicBezTo>
                <a:cubicBezTo>
                  <a:pt x="1197101" y="539649"/>
                  <a:pt x="1211943" y="524808"/>
                  <a:pt x="1211943" y="506500"/>
                </a:cubicBezTo>
                <a:cubicBezTo>
                  <a:pt x="1211943" y="488192"/>
                  <a:pt x="1197101" y="473350"/>
                  <a:pt x="1178793" y="473350"/>
                </a:cubicBezTo>
                <a:cubicBezTo>
                  <a:pt x="1160486" y="473350"/>
                  <a:pt x="1145644" y="488192"/>
                  <a:pt x="1145644" y="506500"/>
                </a:cubicBezTo>
                <a:moveTo>
                  <a:pt x="1272938" y="503289"/>
                </a:moveTo>
                <a:cubicBezTo>
                  <a:pt x="1272938" y="521597"/>
                  <a:pt x="1287780" y="536438"/>
                  <a:pt x="1306087" y="536438"/>
                </a:cubicBezTo>
                <a:cubicBezTo>
                  <a:pt x="1324395" y="536438"/>
                  <a:pt x="1339237" y="521597"/>
                  <a:pt x="1339237" y="503289"/>
                </a:cubicBezTo>
                <a:cubicBezTo>
                  <a:pt x="1339237" y="484981"/>
                  <a:pt x="1324395" y="470140"/>
                  <a:pt x="1306087" y="470140"/>
                </a:cubicBezTo>
                <a:cubicBezTo>
                  <a:pt x="1287780" y="470140"/>
                  <a:pt x="1272938" y="484981"/>
                  <a:pt x="1272938" y="503289"/>
                </a:cubicBezTo>
                <a:moveTo>
                  <a:pt x="1400232" y="502240"/>
                </a:moveTo>
                <a:cubicBezTo>
                  <a:pt x="1400232" y="520548"/>
                  <a:pt x="1415073" y="535389"/>
                  <a:pt x="1433381" y="535389"/>
                </a:cubicBezTo>
                <a:cubicBezTo>
                  <a:pt x="1451689" y="535389"/>
                  <a:pt x="1466531" y="520548"/>
                  <a:pt x="1466531" y="502240"/>
                </a:cubicBezTo>
                <a:cubicBezTo>
                  <a:pt x="1466531" y="483932"/>
                  <a:pt x="1451689" y="469090"/>
                  <a:pt x="1433381" y="469090"/>
                </a:cubicBezTo>
                <a:cubicBezTo>
                  <a:pt x="1415073" y="469090"/>
                  <a:pt x="1400232" y="483932"/>
                  <a:pt x="1400232" y="502240"/>
                </a:cubicBezTo>
                <a:moveTo>
                  <a:pt x="1527526" y="391172"/>
                </a:moveTo>
                <a:cubicBezTo>
                  <a:pt x="1527526" y="409480"/>
                  <a:pt x="1542367" y="424321"/>
                  <a:pt x="1560675" y="424321"/>
                </a:cubicBezTo>
                <a:cubicBezTo>
                  <a:pt x="1578983" y="424321"/>
                  <a:pt x="1593825" y="409480"/>
                  <a:pt x="1593825" y="391172"/>
                </a:cubicBezTo>
                <a:cubicBezTo>
                  <a:pt x="1593825" y="372864"/>
                  <a:pt x="1578983" y="358022"/>
                  <a:pt x="1560675" y="358022"/>
                </a:cubicBezTo>
                <a:cubicBezTo>
                  <a:pt x="1542367" y="358022"/>
                  <a:pt x="1527526" y="372864"/>
                  <a:pt x="1527526" y="391172"/>
                </a:cubicBezTo>
                <a:moveTo>
                  <a:pt x="1654819" y="483005"/>
                </a:moveTo>
                <a:cubicBezTo>
                  <a:pt x="1654819" y="501313"/>
                  <a:pt x="1669661" y="516154"/>
                  <a:pt x="1687969" y="516154"/>
                </a:cubicBezTo>
                <a:cubicBezTo>
                  <a:pt x="1706276" y="516154"/>
                  <a:pt x="1721118" y="501313"/>
                  <a:pt x="1721118" y="483005"/>
                </a:cubicBezTo>
                <a:cubicBezTo>
                  <a:pt x="1721118" y="464697"/>
                  <a:pt x="1706276" y="449855"/>
                  <a:pt x="1687969" y="449855"/>
                </a:cubicBezTo>
                <a:cubicBezTo>
                  <a:pt x="1669661" y="449855"/>
                  <a:pt x="1654819" y="464697"/>
                  <a:pt x="1654819" y="483005"/>
                </a:cubicBezTo>
                <a:moveTo>
                  <a:pt x="1782113" y="607742"/>
                </a:moveTo>
                <a:cubicBezTo>
                  <a:pt x="1782113" y="626050"/>
                  <a:pt x="1796955" y="640891"/>
                  <a:pt x="1815263" y="640891"/>
                </a:cubicBezTo>
                <a:cubicBezTo>
                  <a:pt x="1833571" y="640891"/>
                  <a:pt x="1848412" y="626050"/>
                  <a:pt x="1848412" y="607742"/>
                </a:cubicBezTo>
                <a:cubicBezTo>
                  <a:pt x="1848412" y="589434"/>
                  <a:pt x="1833571" y="574592"/>
                  <a:pt x="1815263" y="574592"/>
                </a:cubicBezTo>
                <a:cubicBezTo>
                  <a:pt x="1796955" y="574592"/>
                  <a:pt x="1782113" y="589434"/>
                  <a:pt x="1782113" y="607742"/>
                </a:cubicBezTo>
                <a:moveTo>
                  <a:pt x="1909407" y="608925"/>
                </a:moveTo>
                <a:cubicBezTo>
                  <a:pt x="1909407" y="627233"/>
                  <a:pt x="1924249" y="642074"/>
                  <a:pt x="1942557" y="642074"/>
                </a:cubicBezTo>
                <a:cubicBezTo>
                  <a:pt x="1960865" y="642074"/>
                  <a:pt x="1975706" y="627233"/>
                  <a:pt x="1975706" y="608925"/>
                </a:cubicBezTo>
                <a:cubicBezTo>
                  <a:pt x="1975706" y="590617"/>
                  <a:pt x="1960865" y="575775"/>
                  <a:pt x="1942557" y="575775"/>
                </a:cubicBezTo>
                <a:cubicBezTo>
                  <a:pt x="1924249" y="575775"/>
                  <a:pt x="1909407" y="590617"/>
                  <a:pt x="1909407" y="608925"/>
                </a:cubicBezTo>
                <a:moveTo>
                  <a:pt x="2036701" y="608439"/>
                </a:moveTo>
                <a:cubicBezTo>
                  <a:pt x="2036701" y="626747"/>
                  <a:pt x="2051543" y="641588"/>
                  <a:pt x="2069850" y="641588"/>
                </a:cubicBezTo>
                <a:cubicBezTo>
                  <a:pt x="2088159" y="641588"/>
                  <a:pt x="2103000" y="626747"/>
                  <a:pt x="2103000" y="608439"/>
                </a:cubicBezTo>
                <a:cubicBezTo>
                  <a:pt x="2103000" y="590131"/>
                  <a:pt x="2088159" y="575289"/>
                  <a:pt x="2069850" y="575289"/>
                </a:cubicBezTo>
                <a:cubicBezTo>
                  <a:pt x="2051543" y="575289"/>
                  <a:pt x="2036701" y="590131"/>
                  <a:pt x="2036701" y="608439"/>
                </a:cubicBezTo>
                <a:moveTo>
                  <a:pt x="2163995" y="606858"/>
                </a:moveTo>
                <a:cubicBezTo>
                  <a:pt x="2163995" y="625166"/>
                  <a:pt x="2178836" y="640007"/>
                  <a:pt x="2197144" y="640007"/>
                </a:cubicBezTo>
                <a:cubicBezTo>
                  <a:pt x="2215452" y="640007"/>
                  <a:pt x="2230294" y="625166"/>
                  <a:pt x="2230294" y="606858"/>
                </a:cubicBezTo>
                <a:cubicBezTo>
                  <a:pt x="2230294" y="588550"/>
                  <a:pt x="2215452" y="573708"/>
                  <a:pt x="2197144" y="573708"/>
                </a:cubicBezTo>
                <a:cubicBezTo>
                  <a:pt x="2178836" y="573708"/>
                  <a:pt x="2163995" y="588550"/>
                  <a:pt x="2163995" y="606858"/>
                </a:cubicBezTo>
                <a:moveTo>
                  <a:pt x="2291289" y="893902"/>
                </a:moveTo>
                <a:cubicBezTo>
                  <a:pt x="2291289" y="912210"/>
                  <a:pt x="2306130" y="927051"/>
                  <a:pt x="2324438" y="927051"/>
                </a:cubicBezTo>
                <a:cubicBezTo>
                  <a:pt x="2342746" y="927051"/>
                  <a:pt x="2357587" y="912210"/>
                  <a:pt x="2357587" y="893902"/>
                </a:cubicBezTo>
                <a:cubicBezTo>
                  <a:pt x="2357587" y="875594"/>
                  <a:pt x="2342746" y="860752"/>
                  <a:pt x="2324438" y="860752"/>
                </a:cubicBezTo>
                <a:cubicBezTo>
                  <a:pt x="2306130" y="860752"/>
                  <a:pt x="2291289" y="875594"/>
                  <a:pt x="2291289" y="893902"/>
                </a:cubicBezTo>
                <a:moveTo>
                  <a:pt x="2418582" y="891204"/>
                </a:moveTo>
                <a:cubicBezTo>
                  <a:pt x="2418582" y="909512"/>
                  <a:pt x="2433424" y="924353"/>
                  <a:pt x="2451732" y="924353"/>
                </a:cubicBezTo>
                <a:cubicBezTo>
                  <a:pt x="2470040" y="924353"/>
                  <a:pt x="2484881" y="909512"/>
                  <a:pt x="2484881" y="891204"/>
                </a:cubicBezTo>
                <a:cubicBezTo>
                  <a:pt x="2484881" y="872896"/>
                  <a:pt x="2470040" y="858054"/>
                  <a:pt x="2451732" y="858054"/>
                </a:cubicBezTo>
                <a:cubicBezTo>
                  <a:pt x="2433424" y="858054"/>
                  <a:pt x="2418582" y="872896"/>
                  <a:pt x="2418582" y="891204"/>
                </a:cubicBezTo>
                <a:moveTo>
                  <a:pt x="2545876" y="888660"/>
                </a:moveTo>
                <a:cubicBezTo>
                  <a:pt x="2545876" y="906968"/>
                  <a:pt x="2560718" y="921809"/>
                  <a:pt x="2579026" y="921809"/>
                </a:cubicBezTo>
                <a:cubicBezTo>
                  <a:pt x="2597334" y="921809"/>
                  <a:pt x="2612175" y="906968"/>
                  <a:pt x="2612175" y="888660"/>
                </a:cubicBezTo>
                <a:cubicBezTo>
                  <a:pt x="2612175" y="870352"/>
                  <a:pt x="2597334" y="855510"/>
                  <a:pt x="2579026" y="855510"/>
                </a:cubicBezTo>
                <a:cubicBezTo>
                  <a:pt x="2560718" y="855510"/>
                  <a:pt x="2545876" y="870352"/>
                  <a:pt x="2545876" y="888660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2"/>
                  <a:pt x="2724628" y="0"/>
                  <a:pt x="2706319" y="0"/>
                </a:cubicBezTo>
                <a:cubicBezTo>
                  <a:pt x="2688012" y="0"/>
                  <a:pt x="2673170" y="14842"/>
                  <a:pt x="2673170" y="33149"/>
                </a:cubicBezTo>
                <a:moveTo>
                  <a:pt x="2800464" y="924350"/>
                </a:moveTo>
                <a:cubicBezTo>
                  <a:pt x="2800464" y="942657"/>
                  <a:pt x="2815306" y="957499"/>
                  <a:pt x="2833613" y="957499"/>
                </a:cubicBezTo>
                <a:cubicBezTo>
                  <a:pt x="2851922" y="957499"/>
                  <a:pt x="2866763" y="942657"/>
                  <a:pt x="2866763" y="924350"/>
                </a:cubicBezTo>
                <a:cubicBezTo>
                  <a:pt x="2866763" y="906042"/>
                  <a:pt x="2851922" y="891200"/>
                  <a:pt x="2833613" y="891200"/>
                </a:cubicBezTo>
                <a:cubicBezTo>
                  <a:pt x="2815306" y="891200"/>
                  <a:pt x="2800464" y="906042"/>
                  <a:pt x="2800464" y="924350"/>
                </a:cubicBezTo>
                <a:close/>
              </a:path>
            </a:pathLst>
          </a:custGeom>
          <a:solidFill xmlns:a="http://schemas.openxmlformats.org/drawingml/2006/main">
            <a:srgbClr val="008B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CDD916-A09D-4F6B-9659-B4597E44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541230"/>
            <a:ext cx="2800464" cy="1208548"/>
          </a:xfrm>
          <a:custGeom xmlns:a="http://schemas.openxmlformats.org/drawingml/2006/main">
            <a:pathLst>
              <a:path w="2800464" h="1208548" fill="none">
                <a:moveTo>
                  <a:pt x="0" y="1005876"/>
                </a:moveTo>
                <a:lnTo>
                  <a:pt x="127294" y="297667"/>
                </a:lnTo>
                <a:lnTo>
                  <a:pt x="254588" y="1022235"/>
                </a:lnTo>
                <a:lnTo>
                  <a:pt x="381881" y="428540"/>
                </a:lnTo>
                <a:lnTo>
                  <a:pt x="509175" y="540487"/>
                </a:lnTo>
                <a:lnTo>
                  <a:pt x="636469" y="424497"/>
                </a:lnTo>
                <a:lnTo>
                  <a:pt x="763763" y="604101"/>
                </a:lnTo>
                <a:lnTo>
                  <a:pt x="891057" y="211928"/>
                </a:lnTo>
                <a:lnTo>
                  <a:pt x="1018351" y="449375"/>
                </a:lnTo>
                <a:lnTo>
                  <a:pt x="1145644" y="490949"/>
                </a:lnTo>
                <a:lnTo>
                  <a:pt x="1272938" y="491484"/>
                </a:lnTo>
                <a:lnTo>
                  <a:pt x="1400232" y="545720"/>
                </a:lnTo>
                <a:lnTo>
                  <a:pt x="1527526" y="446727"/>
                </a:lnTo>
                <a:lnTo>
                  <a:pt x="1654820" y="486943"/>
                </a:lnTo>
                <a:lnTo>
                  <a:pt x="1782114" y="451367"/>
                </a:lnTo>
                <a:lnTo>
                  <a:pt x="1909407" y="450243"/>
                </a:lnTo>
                <a:lnTo>
                  <a:pt x="2036701" y="445924"/>
                </a:lnTo>
                <a:lnTo>
                  <a:pt x="2163995" y="445199"/>
                </a:lnTo>
                <a:lnTo>
                  <a:pt x="2291289" y="1157652"/>
                </a:lnTo>
                <a:lnTo>
                  <a:pt x="2418583" y="1152710"/>
                </a:lnTo>
                <a:lnTo>
                  <a:pt x="2545876" y="1153785"/>
                </a:lnTo>
                <a:lnTo>
                  <a:pt x="2673170" y="0"/>
                </a:lnTo>
                <a:lnTo>
                  <a:pt x="2800464" y="1208548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A2FF"/>
            </a:solidFill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327DF9-DFF4-4209-B23E-EBAD8563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508081"/>
            <a:ext cx="2866763" cy="1274847"/>
          </a:xfrm>
          <a:custGeom xmlns:a="http://schemas.openxmlformats.org/drawingml/2006/main">
            <a:pathLst>
              <a:path w="2866763" h="1274847">
                <a:moveTo>
                  <a:pt x="0" y="1039026"/>
                </a:moveTo>
                <a:cubicBezTo>
                  <a:pt x="0" y="1057333"/>
                  <a:pt x="14841" y="1072175"/>
                  <a:pt x="33149" y="1072175"/>
                </a:cubicBezTo>
                <a:cubicBezTo>
                  <a:pt x="51457" y="1072175"/>
                  <a:pt x="66299" y="1057333"/>
                  <a:pt x="66299" y="1039026"/>
                </a:cubicBezTo>
                <a:cubicBezTo>
                  <a:pt x="66299" y="1020718"/>
                  <a:pt x="51457" y="1005876"/>
                  <a:pt x="33149" y="1005876"/>
                </a:cubicBezTo>
                <a:cubicBezTo>
                  <a:pt x="14841" y="1005876"/>
                  <a:pt x="0" y="1020718"/>
                  <a:pt x="0" y="1039026"/>
                </a:cubicBezTo>
                <a:moveTo>
                  <a:pt x="127294" y="330817"/>
                </a:moveTo>
                <a:cubicBezTo>
                  <a:pt x="127294" y="349125"/>
                  <a:pt x="142135" y="363966"/>
                  <a:pt x="160443" y="363966"/>
                </a:cubicBezTo>
                <a:cubicBezTo>
                  <a:pt x="178751" y="363966"/>
                  <a:pt x="193593" y="349125"/>
                  <a:pt x="193593" y="330817"/>
                </a:cubicBezTo>
                <a:cubicBezTo>
                  <a:pt x="193593" y="312509"/>
                  <a:pt x="178751" y="297667"/>
                  <a:pt x="160443" y="297667"/>
                </a:cubicBezTo>
                <a:cubicBezTo>
                  <a:pt x="142135" y="297667"/>
                  <a:pt x="127294" y="312509"/>
                  <a:pt x="127294" y="330817"/>
                </a:cubicBezTo>
                <a:moveTo>
                  <a:pt x="254588" y="1055384"/>
                </a:moveTo>
                <a:cubicBezTo>
                  <a:pt x="254588" y="1073692"/>
                  <a:pt x="269429" y="1088534"/>
                  <a:pt x="287737" y="1088534"/>
                </a:cubicBezTo>
                <a:cubicBezTo>
                  <a:pt x="306045" y="1088534"/>
                  <a:pt x="320886" y="1073692"/>
                  <a:pt x="320886" y="1055384"/>
                </a:cubicBezTo>
                <a:cubicBezTo>
                  <a:pt x="320886" y="1037076"/>
                  <a:pt x="306045" y="1022235"/>
                  <a:pt x="287737" y="1022235"/>
                </a:cubicBezTo>
                <a:cubicBezTo>
                  <a:pt x="269429" y="1022235"/>
                  <a:pt x="254588" y="1037076"/>
                  <a:pt x="254588" y="1055384"/>
                </a:cubicBezTo>
                <a:moveTo>
                  <a:pt x="381881" y="461689"/>
                </a:moveTo>
                <a:cubicBezTo>
                  <a:pt x="381881" y="479997"/>
                  <a:pt x="396723" y="494839"/>
                  <a:pt x="415031" y="494839"/>
                </a:cubicBezTo>
                <a:cubicBezTo>
                  <a:pt x="433339" y="494839"/>
                  <a:pt x="448180" y="479997"/>
                  <a:pt x="448180" y="461689"/>
                </a:cubicBezTo>
                <a:cubicBezTo>
                  <a:pt x="448180" y="443381"/>
                  <a:pt x="433339" y="428540"/>
                  <a:pt x="415031" y="428540"/>
                </a:cubicBezTo>
                <a:cubicBezTo>
                  <a:pt x="396723" y="428540"/>
                  <a:pt x="381881" y="443381"/>
                  <a:pt x="381881" y="461689"/>
                </a:cubicBezTo>
                <a:moveTo>
                  <a:pt x="509175" y="573637"/>
                </a:moveTo>
                <a:cubicBezTo>
                  <a:pt x="509175" y="591944"/>
                  <a:pt x="524017" y="606786"/>
                  <a:pt x="542325" y="606786"/>
                </a:cubicBezTo>
                <a:cubicBezTo>
                  <a:pt x="560633" y="606786"/>
                  <a:pt x="575474" y="591944"/>
                  <a:pt x="575474" y="573637"/>
                </a:cubicBezTo>
                <a:cubicBezTo>
                  <a:pt x="575474" y="555329"/>
                  <a:pt x="560633" y="540487"/>
                  <a:pt x="542325" y="540487"/>
                </a:cubicBezTo>
                <a:cubicBezTo>
                  <a:pt x="524017" y="540487"/>
                  <a:pt x="509175" y="555329"/>
                  <a:pt x="509175" y="573637"/>
                </a:cubicBezTo>
                <a:moveTo>
                  <a:pt x="636469" y="457646"/>
                </a:moveTo>
                <a:cubicBezTo>
                  <a:pt x="636469" y="475954"/>
                  <a:pt x="651311" y="490796"/>
                  <a:pt x="669619" y="490796"/>
                </a:cubicBezTo>
                <a:cubicBezTo>
                  <a:pt x="687926" y="490796"/>
                  <a:pt x="702768" y="475954"/>
                  <a:pt x="702768" y="457646"/>
                </a:cubicBezTo>
                <a:cubicBezTo>
                  <a:pt x="702768" y="439338"/>
                  <a:pt x="687926" y="424497"/>
                  <a:pt x="669619" y="424497"/>
                </a:cubicBezTo>
                <a:cubicBezTo>
                  <a:pt x="651311" y="424497"/>
                  <a:pt x="636469" y="439338"/>
                  <a:pt x="636469" y="457646"/>
                </a:cubicBezTo>
                <a:moveTo>
                  <a:pt x="763763" y="637251"/>
                </a:moveTo>
                <a:cubicBezTo>
                  <a:pt x="763763" y="655559"/>
                  <a:pt x="778605" y="670400"/>
                  <a:pt x="796912" y="670400"/>
                </a:cubicBezTo>
                <a:cubicBezTo>
                  <a:pt x="815220" y="670400"/>
                  <a:pt x="830062" y="655559"/>
                  <a:pt x="830062" y="637251"/>
                </a:cubicBezTo>
                <a:cubicBezTo>
                  <a:pt x="830062" y="618943"/>
                  <a:pt x="815220" y="604101"/>
                  <a:pt x="796912" y="604101"/>
                </a:cubicBezTo>
                <a:cubicBezTo>
                  <a:pt x="778605" y="604101"/>
                  <a:pt x="763763" y="618943"/>
                  <a:pt x="763763" y="637251"/>
                </a:cubicBezTo>
                <a:moveTo>
                  <a:pt x="891057" y="245077"/>
                </a:moveTo>
                <a:cubicBezTo>
                  <a:pt x="891057" y="263385"/>
                  <a:pt x="905898" y="278227"/>
                  <a:pt x="924206" y="278227"/>
                </a:cubicBezTo>
                <a:cubicBezTo>
                  <a:pt x="942514" y="278227"/>
                  <a:pt x="957356" y="263385"/>
                  <a:pt x="957356" y="245077"/>
                </a:cubicBezTo>
                <a:cubicBezTo>
                  <a:pt x="957356" y="226769"/>
                  <a:pt x="942514" y="211928"/>
                  <a:pt x="924206" y="211928"/>
                </a:cubicBezTo>
                <a:cubicBezTo>
                  <a:pt x="905898" y="211928"/>
                  <a:pt x="891057" y="226769"/>
                  <a:pt x="891057" y="245077"/>
                </a:cubicBezTo>
                <a:moveTo>
                  <a:pt x="1018351" y="482524"/>
                </a:moveTo>
                <a:cubicBezTo>
                  <a:pt x="1018351" y="500832"/>
                  <a:pt x="1033192" y="515673"/>
                  <a:pt x="1051500" y="515673"/>
                </a:cubicBezTo>
                <a:cubicBezTo>
                  <a:pt x="1069808" y="515673"/>
                  <a:pt x="1084650" y="500832"/>
                  <a:pt x="1084650" y="482524"/>
                </a:cubicBezTo>
                <a:cubicBezTo>
                  <a:pt x="1084650" y="464216"/>
                  <a:pt x="1069808" y="449375"/>
                  <a:pt x="1051500" y="449375"/>
                </a:cubicBezTo>
                <a:cubicBezTo>
                  <a:pt x="1033192" y="449375"/>
                  <a:pt x="1018351" y="464216"/>
                  <a:pt x="1018351" y="482524"/>
                </a:cubicBezTo>
                <a:moveTo>
                  <a:pt x="1145644" y="524098"/>
                </a:moveTo>
                <a:cubicBezTo>
                  <a:pt x="1145644" y="542406"/>
                  <a:pt x="1160486" y="557248"/>
                  <a:pt x="1178794" y="557248"/>
                </a:cubicBezTo>
                <a:cubicBezTo>
                  <a:pt x="1197102" y="557248"/>
                  <a:pt x="1211943" y="542406"/>
                  <a:pt x="1211943" y="524098"/>
                </a:cubicBezTo>
                <a:cubicBezTo>
                  <a:pt x="1211943" y="505790"/>
                  <a:pt x="1197102" y="490949"/>
                  <a:pt x="1178794" y="490949"/>
                </a:cubicBezTo>
                <a:cubicBezTo>
                  <a:pt x="1160486" y="490949"/>
                  <a:pt x="1145644" y="505790"/>
                  <a:pt x="1145644" y="524098"/>
                </a:cubicBezTo>
                <a:moveTo>
                  <a:pt x="1272938" y="524634"/>
                </a:moveTo>
                <a:cubicBezTo>
                  <a:pt x="1272938" y="542942"/>
                  <a:pt x="1287780" y="557783"/>
                  <a:pt x="1306088" y="557783"/>
                </a:cubicBezTo>
                <a:cubicBezTo>
                  <a:pt x="1324395" y="557783"/>
                  <a:pt x="1339237" y="542942"/>
                  <a:pt x="1339237" y="524634"/>
                </a:cubicBezTo>
                <a:cubicBezTo>
                  <a:pt x="1339237" y="506326"/>
                  <a:pt x="1324395" y="491484"/>
                  <a:pt x="1306088" y="491484"/>
                </a:cubicBezTo>
                <a:cubicBezTo>
                  <a:pt x="1287780" y="491484"/>
                  <a:pt x="1272938" y="506326"/>
                  <a:pt x="1272938" y="524634"/>
                </a:cubicBezTo>
                <a:moveTo>
                  <a:pt x="1400232" y="578870"/>
                </a:moveTo>
                <a:cubicBezTo>
                  <a:pt x="1400232" y="597178"/>
                  <a:pt x="1415074" y="612019"/>
                  <a:pt x="1433381" y="612019"/>
                </a:cubicBezTo>
                <a:cubicBezTo>
                  <a:pt x="1451689" y="612019"/>
                  <a:pt x="1466531" y="597178"/>
                  <a:pt x="1466531" y="578870"/>
                </a:cubicBezTo>
                <a:cubicBezTo>
                  <a:pt x="1466531" y="560562"/>
                  <a:pt x="1451689" y="545720"/>
                  <a:pt x="1433381" y="545720"/>
                </a:cubicBezTo>
                <a:cubicBezTo>
                  <a:pt x="1415074" y="545720"/>
                  <a:pt x="1400232" y="560562"/>
                  <a:pt x="1400232" y="578870"/>
                </a:cubicBezTo>
                <a:moveTo>
                  <a:pt x="1527526" y="479876"/>
                </a:moveTo>
                <a:cubicBezTo>
                  <a:pt x="1527526" y="498184"/>
                  <a:pt x="1542367" y="513026"/>
                  <a:pt x="1560675" y="513026"/>
                </a:cubicBezTo>
                <a:cubicBezTo>
                  <a:pt x="1578983" y="513026"/>
                  <a:pt x="1593825" y="498184"/>
                  <a:pt x="1593825" y="479876"/>
                </a:cubicBezTo>
                <a:cubicBezTo>
                  <a:pt x="1593825" y="461568"/>
                  <a:pt x="1578983" y="446727"/>
                  <a:pt x="1560675" y="446727"/>
                </a:cubicBezTo>
                <a:cubicBezTo>
                  <a:pt x="1542367" y="446727"/>
                  <a:pt x="1527526" y="461568"/>
                  <a:pt x="1527526" y="479876"/>
                </a:cubicBezTo>
                <a:moveTo>
                  <a:pt x="1654820" y="520092"/>
                </a:moveTo>
                <a:cubicBezTo>
                  <a:pt x="1654820" y="538400"/>
                  <a:pt x="1669661" y="553242"/>
                  <a:pt x="1687969" y="553242"/>
                </a:cubicBezTo>
                <a:cubicBezTo>
                  <a:pt x="1706277" y="553242"/>
                  <a:pt x="1721119" y="538400"/>
                  <a:pt x="1721119" y="520092"/>
                </a:cubicBezTo>
                <a:cubicBezTo>
                  <a:pt x="1721119" y="501784"/>
                  <a:pt x="1706277" y="486943"/>
                  <a:pt x="1687969" y="486943"/>
                </a:cubicBezTo>
                <a:cubicBezTo>
                  <a:pt x="1669661" y="486943"/>
                  <a:pt x="1654820" y="501784"/>
                  <a:pt x="1654820" y="520092"/>
                </a:cubicBezTo>
                <a:moveTo>
                  <a:pt x="1782114" y="484516"/>
                </a:moveTo>
                <a:cubicBezTo>
                  <a:pt x="1782114" y="502824"/>
                  <a:pt x="1796955" y="517666"/>
                  <a:pt x="1815263" y="517666"/>
                </a:cubicBezTo>
                <a:cubicBezTo>
                  <a:pt x="1833571" y="517666"/>
                  <a:pt x="1848412" y="502824"/>
                  <a:pt x="1848412" y="484516"/>
                </a:cubicBezTo>
                <a:cubicBezTo>
                  <a:pt x="1848412" y="466208"/>
                  <a:pt x="1833571" y="451367"/>
                  <a:pt x="1815263" y="451367"/>
                </a:cubicBezTo>
                <a:cubicBezTo>
                  <a:pt x="1796955" y="451367"/>
                  <a:pt x="1782114" y="466208"/>
                  <a:pt x="1782114" y="484516"/>
                </a:cubicBezTo>
                <a:moveTo>
                  <a:pt x="1909407" y="483392"/>
                </a:moveTo>
                <a:cubicBezTo>
                  <a:pt x="1909407" y="501700"/>
                  <a:pt x="1924249" y="516542"/>
                  <a:pt x="1942557" y="516542"/>
                </a:cubicBezTo>
                <a:cubicBezTo>
                  <a:pt x="1960865" y="516542"/>
                  <a:pt x="1975706" y="501700"/>
                  <a:pt x="1975706" y="483392"/>
                </a:cubicBezTo>
                <a:cubicBezTo>
                  <a:pt x="1975706" y="465084"/>
                  <a:pt x="1960865" y="450243"/>
                  <a:pt x="1942557" y="450243"/>
                </a:cubicBezTo>
                <a:cubicBezTo>
                  <a:pt x="1924249" y="450243"/>
                  <a:pt x="1909407" y="465084"/>
                  <a:pt x="1909407" y="483392"/>
                </a:cubicBezTo>
                <a:moveTo>
                  <a:pt x="2036701" y="479074"/>
                </a:moveTo>
                <a:cubicBezTo>
                  <a:pt x="2036701" y="497382"/>
                  <a:pt x="2051543" y="512223"/>
                  <a:pt x="2069851" y="512223"/>
                </a:cubicBezTo>
                <a:cubicBezTo>
                  <a:pt x="2088159" y="512223"/>
                  <a:pt x="2103000" y="497382"/>
                  <a:pt x="2103000" y="479074"/>
                </a:cubicBezTo>
                <a:cubicBezTo>
                  <a:pt x="2103000" y="460766"/>
                  <a:pt x="2088159" y="445924"/>
                  <a:pt x="2069851" y="445924"/>
                </a:cubicBezTo>
                <a:cubicBezTo>
                  <a:pt x="2051543" y="445924"/>
                  <a:pt x="2036701" y="460766"/>
                  <a:pt x="2036701" y="479074"/>
                </a:cubicBezTo>
                <a:moveTo>
                  <a:pt x="2163995" y="478349"/>
                </a:moveTo>
                <a:cubicBezTo>
                  <a:pt x="2163995" y="496657"/>
                  <a:pt x="2178837" y="511498"/>
                  <a:pt x="2197144" y="511498"/>
                </a:cubicBezTo>
                <a:cubicBezTo>
                  <a:pt x="2215452" y="511498"/>
                  <a:pt x="2230294" y="496657"/>
                  <a:pt x="2230294" y="478349"/>
                </a:cubicBezTo>
                <a:cubicBezTo>
                  <a:pt x="2230294" y="460041"/>
                  <a:pt x="2215452" y="445199"/>
                  <a:pt x="2197144" y="445199"/>
                </a:cubicBezTo>
                <a:cubicBezTo>
                  <a:pt x="2178837" y="445199"/>
                  <a:pt x="2163995" y="460041"/>
                  <a:pt x="2163995" y="478349"/>
                </a:cubicBezTo>
                <a:moveTo>
                  <a:pt x="2291289" y="1190801"/>
                </a:moveTo>
                <a:cubicBezTo>
                  <a:pt x="2291289" y="1209109"/>
                  <a:pt x="2306130" y="1223951"/>
                  <a:pt x="2324438" y="1223951"/>
                </a:cubicBezTo>
                <a:cubicBezTo>
                  <a:pt x="2342746" y="1223951"/>
                  <a:pt x="2357588" y="1209109"/>
                  <a:pt x="2357588" y="1190801"/>
                </a:cubicBezTo>
                <a:cubicBezTo>
                  <a:pt x="2357588" y="1172493"/>
                  <a:pt x="2342746" y="1157652"/>
                  <a:pt x="2324438" y="1157652"/>
                </a:cubicBezTo>
                <a:cubicBezTo>
                  <a:pt x="2306130" y="1157652"/>
                  <a:pt x="2291289" y="1172493"/>
                  <a:pt x="2291289" y="1190801"/>
                </a:cubicBezTo>
                <a:moveTo>
                  <a:pt x="2418583" y="1185859"/>
                </a:moveTo>
                <a:cubicBezTo>
                  <a:pt x="2418583" y="1204167"/>
                  <a:pt x="2433424" y="1219008"/>
                  <a:pt x="2451732" y="1219008"/>
                </a:cubicBezTo>
                <a:cubicBezTo>
                  <a:pt x="2470040" y="1219008"/>
                  <a:pt x="2484881" y="1204167"/>
                  <a:pt x="2484881" y="1185859"/>
                </a:cubicBezTo>
                <a:cubicBezTo>
                  <a:pt x="2484881" y="1167551"/>
                  <a:pt x="2470040" y="1152710"/>
                  <a:pt x="2451732" y="1152710"/>
                </a:cubicBezTo>
                <a:cubicBezTo>
                  <a:pt x="2433424" y="1152710"/>
                  <a:pt x="2418583" y="1167551"/>
                  <a:pt x="2418583" y="1185859"/>
                </a:cubicBezTo>
                <a:moveTo>
                  <a:pt x="2545876" y="1186935"/>
                </a:moveTo>
                <a:cubicBezTo>
                  <a:pt x="2545876" y="1205243"/>
                  <a:pt x="2560718" y="1220084"/>
                  <a:pt x="2579026" y="1220084"/>
                </a:cubicBezTo>
                <a:cubicBezTo>
                  <a:pt x="2597334" y="1220084"/>
                  <a:pt x="2612175" y="1205243"/>
                  <a:pt x="2612175" y="1186935"/>
                </a:cubicBezTo>
                <a:cubicBezTo>
                  <a:pt x="2612175" y="1168627"/>
                  <a:pt x="2597334" y="1153785"/>
                  <a:pt x="2579026" y="1153785"/>
                </a:cubicBezTo>
                <a:cubicBezTo>
                  <a:pt x="2560718" y="1153785"/>
                  <a:pt x="2545876" y="1168627"/>
                  <a:pt x="2545876" y="1186935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241697"/>
                </a:moveTo>
                <a:cubicBezTo>
                  <a:pt x="2800464" y="1260005"/>
                  <a:pt x="2815306" y="1274847"/>
                  <a:pt x="2833614" y="1274847"/>
                </a:cubicBezTo>
                <a:cubicBezTo>
                  <a:pt x="2851921" y="1274847"/>
                  <a:pt x="2866763" y="1260005"/>
                  <a:pt x="2866763" y="1241697"/>
                </a:cubicBezTo>
                <a:cubicBezTo>
                  <a:pt x="2866763" y="1223390"/>
                  <a:pt x="2851921" y="1208548"/>
                  <a:pt x="2833614" y="1208548"/>
                </a:cubicBezTo>
                <a:cubicBezTo>
                  <a:pt x="2815306" y="1208548"/>
                  <a:pt x="2800464" y="1223390"/>
                  <a:pt x="2800464" y="1241697"/>
                </a:cubicBezTo>
                <a:close/>
              </a:path>
            </a:pathLst>
          </a:custGeom>
          <a:solidFill xmlns:a="http://schemas.openxmlformats.org/drawingml/2006/main">
            <a:srgbClr val="00A2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99F721-51C0-415E-AED6-259070AE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1066178"/>
            <a:ext cx="2800464" cy="973664"/>
          </a:xfrm>
          <a:custGeom xmlns:a="http://schemas.openxmlformats.org/drawingml/2006/main">
            <a:pathLst>
              <a:path w="2800464" h="973664" fill="none">
                <a:moveTo>
                  <a:pt x="0" y="810778"/>
                </a:moveTo>
                <a:lnTo>
                  <a:pt x="127294" y="0"/>
                </a:lnTo>
                <a:lnTo>
                  <a:pt x="254588" y="825931"/>
                </a:lnTo>
                <a:lnTo>
                  <a:pt x="381881" y="520990"/>
                </a:lnTo>
                <a:lnTo>
                  <a:pt x="509175" y="650416"/>
                </a:lnTo>
                <a:lnTo>
                  <a:pt x="636469" y="514909"/>
                </a:lnTo>
                <a:lnTo>
                  <a:pt x="763763" y="672725"/>
                </a:lnTo>
                <a:lnTo>
                  <a:pt x="891057" y="525906"/>
                </a:lnTo>
                <a:lnTo>
                  <a:pt x="1018350" y="557804"/>
                </a:lnTo>
                <a:lnTo>
                  <a:pt x="1145644" y="540200"/>
                </a:lnTo>
                <a:lnTo>
                  <a:pt x="1272938" y="540204"/>
                </a:lnTo>
                <a:lnTo>
                  <a:pt x="1400232" y="506737"/>
                </a:lnTo>
                <a:lnTo>
                  <a:pt x="1527526" y="413178"/>
                </a:lnTo>
                <a:lnTo>
                  <a:pt x="1654819" y="539038"/>
                </a:lnTo>
                <a:lnTo>
                  <a:pt x="1782113" y="673249"/>
                </a:lnTo>
                <a:lnTo>
                  <a:pt x="1909407" y="669434"/>
                </a:lnTo>
                <a:lnTo>
                  <a:pt x="2036701" y="671120"/>
                </a:lnTo>
                <a:lnTo>
                  <a:pt x="2163995" y="671358"/>
                </a:lnTo>
                <a:lnTo>
                  <a:pt x="2291289" y="964502"/>
                </a:lnTo>
                <a:lnTo>
                  <a:pt x="2418582" y="959587"/>
                </a:lnTo>
                <a:lnTo>
                  <a:pt x="2545876" y="962114"/>
                </a:lnTo>
                <a:lnTo>
                  <a:pt x="2673170" y="115921"/>
                </a:lnTo>
                <a:lnTo>
                  <a:pt x="2800464" y="973664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A2FF"/>
            </a:solidFill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3CD559-8E14-4013-9688-40689C4E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1033029"/>
            <a:ext cx="2866763" cy="1039963"/>
          </a:xfrm>
          <a:custGeom xmlns:a="http://schemas.openxmlformats.org/drawingml/2006/main">
            <a:pathLst>
              <a:path w="2866763" h="1039963">
                <a:moveTo>
                  <a:pt x="0" y="843928"/>
                </a:moveTo>
                <a:cubicBezTo>
                  <a:pt x="0" y="862235"/>
                  <a:pt x="14841" y="877077"/>
                  <a:pt x="33149" y="877077"/>
                </a:cubicBezTo>
                <a:cubicBezTo>
                  <a:pt x="51457" y="877077"/>
                  <a:pt x="66299" y="862235"/>
                  <a:pt x="66299" y="843928"/>
                </a:cubicBezTo>
                <a:cubicBezTo>
                  <a:pt x="66299" y="825620"/>
                  <a:pt x="51457" y="810778"/>
                  <a:pt x="33149" y="810778"/>
                </a:cubicBezTo>
                <a:cubicBezTo>
                  <a:pt x="14841" y="810778"/>
                  <a:pt x="0" y="825620"/>
                  <a:pt x="0" y="843928"/>
                </a:cubicBezTo>
                <a:moveTo>
                  <a:pt x="127294" y="33149"/>
                </a:moveTo>
                <a:cubicBezTo>
                  <a:pt x="127294" y="51457"/>
                  <a:pt x="142135" y="66299"/>
                  <a:pt x="160443" y="66299"/>
                </a:cubicBezTo>
                <a:cubicBezTo>
                  <a:pt x="178751" y="66299"/>
                  <a:pt x="193592" y="51457"/>
                  <a:pt x="193592" y="33149"/>
                </a:cubicBezTo>
                <a:cubicBezTo>
                  <a:pt x="193592" y="14841"/>
                  <a:pt x="178751" y="0"/>
                  <a:pt x="160443" y="0"/>
                </a:cubicBezTo>
                <a:cubicBezTo>
                  <a:pt x="142135" y="0"/>
                  <a:pt x="127294" y="14841"/>
                  <a:pt x="127294" y="33149"/>
                </a:cubicBezTo>
                <a:moveTo>
                  <a:pt x="254588" y="859080"/>
                </a:moveTo>
                <a:cubicBezTo>
                  <a:pt x="254588" y="877388"/>
                  <a:pt x="269429" y="892230"/>
                  <a:pt x="287737" y="892230"/>
                </a:cubicBezTo>
                <a:cubicBezTo>
                  <a:pt x="306045" y="892230"/>
                  <a:pt x="320886" y="877388"/>
                  <a:pt x="320886" y="859080"/>
                </a:cubicBezTo>
                <a:cubicBezTo>
                  <a:pt x="320886" y="840773"/>
                  <a:pt x="306045" y="825931"/>
                  <a:pt x="287737" y="825931"/>
                </a:cubicBezTo>
                <a:cubicBezTo>
                  <a:pt x="269429" y="825931"/>
                  <a:pt x="254588" y="840773"/>
                  <a:pt x="254588" y="859080"/>
                </a:cubicBezTo>
                <a:moveTo>
                  <a:pt x="381881" y="554139"/>
                </a:moveTo>
                <a:cubicBezTo>
                  <a:pt x="381881" y="572447"/>
                  <a:pt x="396723" y="587289"/>
                  <a:pt x="415031" y="587289"/>
                </a:cubicBezTo>
                <a:cubicBezTo>
                  <a:pt x="433339" y="587289"/>
                  <a:pt x="448180" y="572447"/>
                  <a:pt x="448180" y="554139"/>
                </a:cubicBezTo>
                <a:cubicBezTo>
                  <a:pt x="448180" y="535832"/>
                  <a:pt x="433339" y="520990"/>
                  <a:pt x="415031" y="520990"/>
                </a:cubicBezTo>
                <a:cubicBezTo>
                  <a:pt x="396723" y="520990"/>
                  <a:pt x="381881" y="535832"/>
                  <a:pt x="381881" y="554139"/>
                </a:cubicBezTo>
                <a:moveTo>
                  <a:pt x="509175" y="683566"/>
                </a:moveTo>
                <a:cubicBezTo>
                  <a:pt x="509175" y="701873"/>
                  <a:pt x="524017" y="716715"/>
                  <a:pt x="542324" y="716715"/>
                </a:cubicBezTo>
                <a:cubicBezTo>
                  <a:pt x="560632" y="716715"/>
                  <a:pt x="575474" y="701873"/>
                  <a:pt x="575474" y="683566"/>
                </a:cubicBezTo>
                <a:cubicBezTo>
                  <a:pt x="575474" y="665258"/>
                  <a:pt x="560632" y="650416"/>
                  <a:pt x="542324" y="650416"/>
                </a:cubicBezTo>
                <a:cubicBezTo>
                  <a:pt x="524017" y="650416"/>
                  <a:pt x="509175" y="665258"/>
                  <a:pt x="509175" y="683566"/>
                </a:cubicBezTo>
                <a:moveTo>
                  <a:pt x="636469" y="548058"/>
                </a:moveTo>
                <a:cubicBezTo>
                  <a:pt x="636469" y="566366"/>
                  <a:pt x="651310" y="581208"/>
                  <a:pt x="669618" y="581208"/>
                </a:cubicBezTo>
                <a:cubicBezTo>
                  <a:pt x="687926" y="581208"/>
                  <a:pt x="702768" y="566366"/>
                  <a:pt x="702768" y="548058"/>
                </a:cubicBezTo>
                <a:cubicBezTo>
                  <a:pt x="702768" y="529750"/>
                  <a:pt x="687926" y="514909"/>
                  <a:pt x="669618" y="514909"/>
                </a:cubicBezTo>
                <a:cubicBezTo>
                  <a:pt x="651310" y="514909"/>
                  <a:pt x="636469" y="529750"/>
                  <a:pt x="636469" y="548058"/>
                </a:cubicBezTo>
                <a:moveTo>
                  <a:pt x="763763" y="705874"/>
                </a:moveTo>
                <a:cubicBezTo>
                  <a:pt x="763763" y="724182"/>
                  <a:pt x="778604" y="739023"/>
                  <a:pt x="796912" y="739023"/>
                </a:cubicBezTo>
                <a:cubicBezTo>
                  <a:pt x="815220" y="739023"/>
                  <a:pt x="830061" y="724182"/>
                  <a:pt x="830061" y="705874"/>
                </a:cubicBezTo>
                <a:cubicBezTo>
                  <a:pt x="830061" y="687566"/>
                  <a:pt x="815220" y="672725"/>
                  <a:pt x="796912" y="672725"/>
                </a:cubicBezTo>
                <a:cubicBezTo>
                  <a:pt x="778604" y="672725"/>
                  <a:pt x="763763" y="687566"/>
                  <a:pt x="763763" y="705874"/>
                </a:cubicBezTo>
                <a:moveTo>
                  <a:pt x="891057" y="559055"/>
                </a:moveTo>
                <a:cubicBezTo>
                  <a:pt x="891057" y="577363"/>
                  <a:pt x="905898" y="592204"/>
                  <a:pt x="924206" y="592204"/>
                </a:cubicBezTo>
                <a:cubicBezTo>
                  <a:pt x="942514" y="592204"/>
                  <a:pt x="957356" y="577363"/>
                  <a:pt x="957356" y="559055"/>
                </a:cubicBezTo>
                <a:cubicBezTo>
                  <a:pt x="957356" y="540747"/>
                  <a:pt x="942514" y="525906"/>
                  <a:pt x="924206" y="525906"/>
                </a:cubicBezTo>
                <a:cubicBezTo>
                  <a:pt x="905898" y="525906"/>
                  <a:pt x="891057" y="540747"/>
                  <a:pt x="891057" y="559055"/>
                </a:cubicBezTo>
                <a:moveTo>
                  <a:pt x="1018350" y="590954"/>
                </a:moveTo>
                <a:cubicBezTo>
                  <a:pt x="1018350" y="609262"/>
                  <a:pt x="1033192" y="624103"/>
                  <a:pt x="1051500" y="624103"/>
                </a:cubicBezTo>
                <a:cubicBezTo>
                  <a:pt x="1069808" y="624103"/>
                  <a:pt x="1084649" y="609262"/>
                  <a:pt x="1084649" y="590954"/>
                </a:cubicBezTo>
                <a:cubicBezTo>
                  <a:pt x="1084649" y="572646"/>
                  <a:pt x="1069808" y="557804"/>
                  <a:pt x="1051500" y="557804"/>
                </a:cubicBezTo>
                <a:cubicBezTo>
                  <a:pt x="1033192" y="557804"/>
                  <a:pt x="1018350" y="572646"/>
                  <a:pt x="1018350" y="590954"/>
                </a:cubicBezTo>
                <a:moveTo>
                  <a:pt x="1145644" y="573350"/>
                </a:moveTo>
                <a:cubicBezTo>
                  <a:pt x="1145644" y="591658"/>
                  <a:pt x="1160486" y="606499"/>
                  <a:pt x="1178793" y="606499"/>
                </a:cubicBezTo>
                <a:cubicBezTo>
                  <a:pt x="1197101" y="606499"/>
                  <a:pt x="1211943" y="591658"/>
                  <a:pt x="1211943" y="573350"/>
                </a:cubicBezTo>
                <a:cubicBezTo>
                  <a:pt x="1211943" y="555042"/>
                  <a:pt x="1197101" y="540200"/>
                  <a:pt x="1178793" y="540200"/>
                </a:cubicBezTo>
                <a:cubicBezTo>
                  <a:pt x="1160486" y="540200"/>
                  <a:pt x="1145644" y="555042"/>
                  <a:pt x="1145644" y="573350"/>
                </a:cubicBezTo>
                <a:moveTo>
                  <a:pt x="1272938" y="573353"/>
                </a:moveTo>
                <a:cubicBezTo>
                  <a:pt x="1272938" y="591661"/>
                  <a:pt x="1287780" y="606502"/>
                  <a:pt x="1306087" y="606502"/>
                </a:cubicBezTo>
                <a:cubicBezTo>
                  <a:pt x="1324395" y="606502"/>
                  <a:pt x="1339237" y="591661"/>
                  <a:pt x="1339237" y="573353"/>
                </a:cubicBezTo>
                <a:cubicBezTo>
                  <a:pt x="1339237" y="555045"/>
                  <a:pt x="1324395" y="540204"/>
                  <a:pt x="1306087" y="540204"/>
                </a:cubicBezTo>
                <a:cubicBezTo>
                  <a:pt x="1287780" y="540204"/>
                  <a:pt x="1272938" y="555045"/>
                  <a:pt x="1272938" y="573353"/>
                </a:cubicBezTo>
                <a:moveTo>
                  <a:pt x="1400232" y="539886"/>
                </a:moveTo>
                <a:cubicBezTo>
                  <a:pt x="1400232" y="558194"/>
                  <a:pt x="1415073" y="573036"/>
                  <a:pt x="1433381" y="573036"/>
                </a:cubicBezTo>
                <a:cubicBezTo>
                  <a:pt x="1451689" y="573036"/>
                  <a:pt x="1466531" y="558194"/>
                  <a:pt x="1466531" y="539886"/>
                </a:cubicBezTo>
                <a:cubicBezTo>
                  <a:pt x="1466531" y="521578"/>
                  <a:pt x="1451689" y="506737"/>
                  <a:pt x="1433381" y="506737"/>
                </a:cubicBezTo>
                <a:cubicBezTo>
                  <a:pt x="1415073" y="506737"/>
                  <a:pt x="1400232" y="521578"/>
                  <a:pt x="1400232" y="539886"/>
                </a:cubicBezTo>
                <a:moveTo>
                  <a:pt x="1527526" y="446328"/>
                </a:moveTo>
                <a:cubicBezTo>
                  <a:pt x="1527526" y="464635"/>
                  <a:pt x="1542367" y="479477"/>
                  <a:pt x="1560675" y="479477"/>
                </a:cubicBezTo>
                <a:cubicBezTo>
                  <a:pt x="1578983" y="479477"/>
                  <a:pt x="1593825" y="464635"/>
                  <a:pt x="1593825" y="446328"/>
                </a:cubicBezTo>
                <a:cubicBezTo>
                  <a:pt x="1593825" y="428020"/>
                  <a:pt x="1578983" y="413178"/>
                  <a:pt x="1560675" y="413178"/>
                </a:cubicBezTo>
                <a:cubicBezTo>
                  <a:pt x="1542367" y="413178"/>
                  <a:pt x="1527526" y="428020"/>
                  <a:pt x="1527526" y="446328"/>
                </a:cubicBezTo>
                <a:moveTo>
                  <a:pt x="1654819" y="572188"/>
                </a:moveTo>
                <a:cubicBezTo>
                  <a:pt x="1654819" y="590496"/>
                  <a:pt x="1669661" y="605337"/>
                  <a:pt x="1687969" y="605337"/>
                </a:cubicBezTo>
                <a:cubicBezTo>
                  <a:pt x="1706276" y="605337"/>
                  <a:pt x="1721118" y="590496"/>
                  <a:pt x="1721118" y="572188"/>
                </a:cubicBezTo>
                <a:cubicBezTo>
                  <a:pt x="1721118" y="553880"/>
                  <a:pt x="1706276" y="539038"/>
                  <a:pt x="1687969" y="539038"/>
                </a:cubicBezTo>
                <a:cubicBezTo>
                  <a:pt x="1669661" y="539038"/>
                  <a:pt x="1654819" y="553880"/>
                  <a:pt x="1654819" y="572188"/>
                </a:cubicBezTo>
                <a:moveTo>
                  <a:pt x="1782113" y="706399"/>
                </a:moveTo>
                <a:cubicBezTo>
                  <a:pt x="1782113" y="724707"/>
                  <a:pt x="1796955" y="739548"/>
                  <a:pt x="1815263" y="739548"/>
                </a:cubicBezTo>
                <a:cubicBezTo>
                  <a:pt x="1833571" y="739548"/>
                  <a:pt x="1848412" y="724707"/>
                  <a:pt x="1848412" y="706399"/>
                </a:cubicBezTo>
                <a:cubicBezTo>
                  <a:pt x="1848412" y="688091"/>
                  <a:pt x="1833571" y="673249"/>
                  <a:pt x="1815263" y="673249"/>
                </a:cubicBezTo>
                <a:cubicBezTo>
                  <a:pt x="1796955" y="673249"/>
                  <a:pt x="1782113" y="688091"/>
                  <a:pt x="1782113" y="706399"/>
                </a:cubicBezTo>
                <a:moveTo>
                  <a:pt x="1909407" y="702584"/>
                </a:moveTo>
                <a:cubicBezTo>
                  <a:pt x="1909407" y="720892"/>
                  <a:pt x="1924249" y="735733"/>
                  <a:pt x="1942557" y="735733"/>
                </a:cubicBezTo>
                <a:cubicBezTo>
                  <a:pt x="1960865" y="735733"/>
                  <a:pt x="1975706" y="720892"/>
                  <a:pt x="1975706" y="702584"/>
                </a:cubicBezTo>
                <a:cubicBezTo>
                  <a:pt x="1975706" y="684276"/>
                  <a:pt x="1960865" y="669434"/>
                  <a:pt x="1942557" y="669434"/>
                </a:cubicBezTo>
                <a:cubicBezTo>
                  <a:pt x="1924249" y="669434"/>
                  <a:pt x="1909407" y="684276"/>
                  <a:pt x="1909407" y="702584"/>
                </a:cubicBezTo>
                <a:moveTo>
                  <a:pt x="2036701" y="704269"/>
                </a:moveTo>
                <a:cubicBezTo>
                  <a:pt x="2036701" y="722577"/>
                  <a:pt x="2051543" y="737419"/>
                  <a:pt x="2069850" y="737419"/>
                </a:cubicBezTo>
                <a:cubicBezTo>
                  <a:pt x="2088159" y="737419"/>
                  <a:pt x="2103000" y="722577"/>
                  <a:pt x="2103000" y="704269"/>
                </a:cubicBezTo>
                <a:cubicBezTo>
                  <a:pt x="2103000" y="685961"/>
                  <a:pt x="2088159" y="671120"/>
                  <a:pt x="2069850" y="671120"/>
                </a:cubicBezTo>
                <a:cubicBezTo>
                  <a:pt x="2051543" y="671120"/>
                  <a:pt x="2036701" y="685961"/>
                  <a:pt x="2036701" y="704269"/>
                </a:cubicBezTo>
                <a:moveTo>
                  <a:pt x="2163995" y="704508"/>
                </a:moveTo>
                <a:cubicBezTo>
                  <a:pt x="2163995" y="722816"/>
                  <a:pt x="2178836" y="737657"/>
                  <a:pt x="2197144" y="737657"/>
                </a:cubicBezTo>
                <a:cubicBezTo>
                  <a:pt x="2215452" y="737657"/>
                  <a:pt x="2230294" y="722816"/>
                  <a:pt x="2230294" y="704508"/>
                </a:cubicBezTo>
                <a:cubicBezTo>
                  <a:pt x="2230294" y="686200"/>
                  <a:pt x="2215452" y="671358"/>
                  <a:pt x="2197144" y="671358"/>
                </a:cubicBezTo>
                <a:cubicBezTo>
                  <a:pt x="2178836" y="671358"/>
                  <a:pt x="2163995" y="686200"/>
                  <a:pt x="2163995" y="704508"/>
                </a:cubicBezTo>
                <a:moveTo>
                  <a:pt x="2291289" y="997651"/>
                </a:moveTo>
                <a:cubicBezTo>
                  <a:pt x="2291289" y="1015959"/>
                  <a:pt x="2306130" y="1030801"/>
                  <a:pt x="2324438" y="1030801"/>
                </a:cubicBezTo>
                <a:cubicBezTo>
                  <a:pt x="2342746" y="1030801"/>
                  <a:pt x="2357587" y="1015959"/>
                  <a:pt x="2357587" y="997651"/>
                </a:cubicBezTo>
                <a:cubicBezTo>
                  <a:pt x="2357587" y="979343"/>
                  <a:pt x="2342746" y="964502"/>
                  <a:pt x="2324438" y="964502"/>
                </a:cubicBezTo>
                <a:cubicBezTo>
                  <a:pt x="2306130" y="964502"/>
                  <a:pt x="2291289" y="979343"/>
                  <a:pt x="2291289" y="997651"/>
                </a:cubicBezTo>
                <a:moveTo>
                  <a:pt x="2418582" y="992736"/>
                </a:moveTo>
                <a:cubicBezTo>
                  <a:pt x="2418582" y="1011044"/>
                  <a:pt x="2433424" y="1025886"/>
                  <a:pt x="2451732" y="1025886"/>
                </a:cubicBezTo>
                <a:cubicBezTo>
                  <a:pt x="2470040" y="1025886"/>
                  <a:pt x="2484881" y="1011044"/>
                  <a:pt x="2484881" y="992736"/>
                </a:cubicBezTo>
                <a:cubicBezTo>
                  <a:pt x="2484881" y="974428"/>
                  <a:pt x="2470040" y="959587"/>
                  <a:pt x="2451732" y="959587"/>
                </a:cubicBezTo>
                <a:cubicBezTo>
                  <a:pt x="2433424" y="959587"/>
                  <a:pt x="2418582" y="974428"/>
                  <a:pt x="2418582" y="992736"/>
                </a:cubicBezTo>
                <a:moveTo>
                  <a:pt x="2545876" y="995264"/>
                </a:moveTo>
                <a:cubicBezTo>
                  <a:pt x="2545876" y="1013572"/>
                  <a:pt x="2560718" y="1028413"/>
                  <a:pt x="2579026" y="1028413"/>
                </a:cubicBezTo>
                <a:cubicBezTo>
                  <a:pt x="2597334" y="1028413"/>
                  <a:pt x="2612175" y="1013572"/>
                  <a:pt x="2612175" y="995264"/>
                </a:cubicBezTo>
                <a:cubicBezTo>
                  <a:pt x="2612175" y="976956"/>
                  <a:pt x="2597334" y="962114"/>
                  <a:pt x="2579026" y="962114"/>
                </a:cubicBezTo>
                <a:cubicBezTo>
                  <a:pt x="2560718" y="962114"/>
                  <a:pt x="2545876" y="976956"/>
                  <a:pt x="2545876" y="995264"/>
                </a:cubicBezTo>
                <a:moveTo>
                  <a:pt x="2673170" y="149070"/>
                </a:moveTo>
                <a:cubicBezTo>
                  <a:pt x="2673170" y="167378"/>
                  <a:pt x="2688012" y="182220"/>
                  <a:pt x="2706319" y="182220"/>
                </a:cubicBezTo>
                <a:cubicBezTo>
                  <a:pt x="2724628" y="182220"/>
                  <a:pt x="2739469" y="167378"/>
                  <a:pt x="2739469" y="149070"/>
                </a:cubicBezTo>
                <a:cubicBezTo>
                  <a:pt x="2739469" y="130762"/>
                  <a:pt x="2724628" y="115921"/>
                  <a:pt x="2706319" y="115921"/>
                </a:cubicBezTo>
                <a:cubicBezTo>
                  <a:pt x="2688012" y="115921"/>
                  <a:pt x="2673170" y="130762"/>
                  <a:pt x="2673170" y="149070"/>
                </a:cubicBezTo>
                <a:moveTo>
                  <a:pt x="2800464" y="1006813"/>
                </a:moveTo>
                <a:cubicBezTo>
                  <a:pt x="2800464" y="1025121"/>
                  <a:pt x="2815306" y="1039963"/>
                  <a:pt x="2833613" y="1039963"/>
                </a:cubicBezTo>
                <a:cubicBezTo>
                  <a:pt x="2851922" y="1039963"/>
                  <a:pt x="2866763" y="1025121"/>
                  <a:pt x="2866763" y="1006813"/>
                </a:cubicBezTo>
                <a:cubicBezTo>
                  <a:pt x="2866763" y="988505"/>
                  <a:pt x="2851922" y="973664"/>
                  <a:pt x="2833613" y="973664"/>
                </a:cubicBezTo>
                <a:cubicBezTo>
                  <a:pt x="2815306" y="973664"/>
                  <a:pt x="2800464" y="988505"/>
                  <a:pt x="2800464" y="1006813"/>
                </a:cubicBezTo>
                <a:close/>
              </a:path>
            </a:pathLst>
          </a:custGeom>
          <a:solidFill xmlns:a="http://schemas.openxmlformats.org/drawingml/2006/main">
            <a:srgbClr val="00A2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363B74-0E49-4E88-896A-D9DE00F9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2786475"/>
            <a:ext cx="2800464" cy="1295366"/>
          </a:xfrm>
          <a:custGeom xmlns:a="http://schemas.openxmlformats.org/drawingml/2006/main">
            <a:pathLst>
              <a:path w="2800464" h="1295366" fill="none">
                <a:moveTo>
                  <a:pt x="0" y="1059914"/>
                </a:moveTo>
                <a:lnTo>
                  <a:pt x="127294" y="626238"/>
                </a:lnTo>
                <a:lnTo>
                  <a:pt x="254588" y="1097210"/>
                </a:lnTo>
                <a:lnTo>
                  <a:pt x="381881" y="521707"/>
                </a:lnTo>
                <a:lnTo>
                  <a:pt x="509175" y="610898"/>
                </a:lnTo>
                <a:lnTo>
                  <a:pt x="636469" y="517796"/>
                </a:lnTo>
                <a:lnTo>
                  <a:pt x="763763" y="562898"/>
                </a:lnTo>
                <a:lnTo>
                  <a:pt x="891057" y="409508"/>
                </a:lnTo>
                <a:lnTo>
                  <a:pt x="1018351" y="515344"/>
                </a:lnTo>
                <a:lnTo>
                  <a:pt x="1145644" y="588119"/>
                </a:lnTo>
                <a:lnTo>
                  <a:pt x="1272938" y="587677"/>
                </a:lnTo>
                <a:lnTo>
                  <a:pt x="1400232" y="516294"/>
                </a:lnTo>
                <a:lnTo>
                  <a:pt x="1527526" y="454900"/>
                </a:lnTo>
                <a:lnTo>
                  <a:pt x="1654820" y="462391"/>
                </a:lnTo>
                <a:lnTo>
                  <a:pt x="1782114" y="509342"/>
                </a:lnTo>
                <a:lnTo>
                  <a:pt x="1909407" y="509600"/>
                </a:lnTo>
                <a:lnTo>
                  <a:pt x="2036701" y="506175"/>
                </a:lnTo>
                <a:lnTo>
                  <a:pt x="2163995" y="506091"/>
                </a:lnTo>
                <a:lnTo>
                  <a:pt x="2291289" y="1192931"/>
                </a:lnTo>
                <a:lnTo>
                  <a:pt x="2418583" y="1177206"/>
                </a:lnTo>
                <a:lnTo>
                  <a:pt x="2545876" y="1185716"/>
                </a:lnTo>
                <a:lnTo>
                  <a:pt x="2673170" y="0"/>
                </a:lnTo>
                <a:lnTo>
                  <a:pt x="2800464" y="1295366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A2FF"/>
            </a:solidFill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C5ADB0-06C5-412D-9828-91A357EB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2753325"/>
            <a:ext cx="2866763" cy="1361665"/>
          </a:xfrm>
          <a:custGeom xmlns:a="http://schemas.openxmlformats.org/drawingml/2006/main">
            <a:pathLst>
              <a:path w="2866763" h="1361665">
                <a:moveTo>
                  <a:pt x="0" y="1093063"/>
                </a:moveTo>
                <a:cubicBezTo>
                  <a:pt x="0" y="1111371"/>
                  <a:pt x="14841" y="1126213"/>
                  <a:pt x="33149" y="1126213"/>
                </a:cubicBezTo>
                <a:cubicBezTo>
                  <a:pt x="51457" y="1126213"/>
                  <a:pt x="66299" y="1111371"/>
                  <a:pt x="66299" y="1093063"/>
                </a:cubicBezTo>
                <a:cubicBezTo>
                  <a:pt x="66299" y="1074755"/>
                  <a:pt x="51457" y="1059914"/>
                  <a:pt x="33149" y="1059914"/>
                </a:cubicBezTo>
                <a:cubicBezTo>
                  <a:pt x="14841" y="1059914"/>
                  <a:pt x="0" y="1074755"/>
                  <a:pt x="0" y="1093063"/>
                </a:cubicBezTo>
                <a:moveTo>
                  <a:pt x="127294" y="659388"/>
                </a:moveTo>
                <a:cubicBezTo>
                  <a:pt x="127294" y="677696"/>
                  <a:pt x="142135" y="692537"/>
                  <a:pt x="160443" y="692537"/>
                </a:cubicBezTo>
                <a:cubicBezTo>
                  <a:pt x="178751" y="692537"/>
                  <a:pt x="193593" y="677696"/>
                  <a:pt x="193593" y="659388"/>
                </a:cubicBezTo>
                <a:cubicBezTo>
                  <a:pt x="193593" y="641080"/>
                  <a:pt x="178751" y="626238"/>
                  <a:pt x="160443" y="626238"/>
                </a:cubicBezTo>
                <a:cubicBezTo>
                  <a:pt x="142135" y="626238"/>
                  <a:pt x="127294" y="641080"/>
                  <a:pt x="127294" y="659388"/>
                </a:cubicBezTo>
                <a:moveTo>
                  <a:pt x="254588" y="1130359"/>
                </a:moveTo>
                <a:cubicBezTo>
                  <a:pt x="254588" y="1148667"/>
                  <a:pt x="269429" y="1163509"/>
                  <a:pt x="287737" y="1163509"/>
                </a:cubicBezTo>
                <a:cubicBezTo>
                  <a:pt x="306045" y="1163509"/>
                  <a:pt x="320886" y="1148667"/>
                  <a:pt x="320886" y="1130359"/>
                </a:cubicBezTo>
                <a:cubicBezTo>
                  <a:pt x="320886" y="1112051"/>
                  <a:pt x="306045" y="1097210"/>
                  <a:pt x="287737" y="1097210"/>
                </a:cubicBezTo>
                <a:cubicBezTo>
                  <a:pt x="269429" y="1097210"/>
                  <a:pt x="254588" y="1112051"/>
                  <a:pt x="254588" y="1130359"/>
                </a:cubicBezTo>
                <a:moveTo>
                  <a:pt x="381881" y="554856"/>
                </a:moveTo>
                <a:cubicBezTo>
                  <a:pt x="381881" y="573164"/>
                  <a:pt x="396723" y="588006"/>
                  <a:pt x="415031" y="588006"/>
                </a:cubicBezTo>
                <a:cubicBezTo>
                  <a:pt x="433339" y="588006"/>
                  <a:pt x="448180" y="573164"/>
                  <a:pt x="448180" y="554856"/>
                </a:cubicBezTo>
                <a:cubicBezTo>
                  <a:pt x="448180" y="536548"/>
                  <a:pt x="433339" y="521707"/>
                  <a:pt x="415031" y="521707"/>
                </a:cubicBezTo>
                <a:cubicBezTo>
                  <a:pt x="396723" y="521707"/>
                  <a:pt x="381881" y="536548"/>
                  <a:pt x="381881" y="554856"/>
                </a:cubicBezTo>
                <a:moveTo>
                  <a:pt x="509175" y="644048"/>
                </a:moveTo>
                <a:cubicBezTo>
                  <a:pt x="509175" y="662356"/>
                  <a:pt x="524017" y="677197"/>
                  <a:pt x="542325" y="677197"/>
                </a:cubicBezTo>
                <a:cubicBezTo>
                  <a:pt x="560633" y="677197"/>
                  <a:pt x="575474" y="662356"/>
                  <a:pt x="575474" y="644048"/>
                </a:cubicBezTo>
                <a:cubicBezTo>
                  <a:pt x="575474" y="625740"/>
                  <a:pt x="560633" y="610898"/>
                  <a:pt x="542325" y="610898"/>
                </a:cubicBezTo>
                <a:cubicBezTo>
                  <a:pt x="524017" y="610898"/>
                  <a:pt x="509175" y="625740"/>
                  <a:pt x="509175" y="644048"/>
                </a:cubicBezTo>
                <a:moveTo>
                  <a:pt x="636469" y="550945"/>
                </a:moveTo>
                <a:cubicBezTo>
                  <a:pt x="636469" y="569253"/>
                  <a:pt x="651311" y="584094"/>
                  <a:pt x="669619" y="584094"/>
                </a:cubicBezTo>
                <a:cubicBezTo>
                  <a:pt x="687926" y="584094"/>
                  <a:pt x="702768" y="569253"/>
                  <a:pt x="702768" y="550945"/>
                </a:cubicBezTo>
                <a:cubicBezTo>
                  <a:pt x="702768" y="532637"/>
                  <a:pt x="687926" y="517796"/>
                  <a:pt x="669619" y="517796"/>
                </a:cubicBezTo>
                <a:cubicBezTo>
                  <a:pt x="651311" y="517796"/>
                  <a:pt x="636469" y="532637"/>
                  <a:pt x="636469" y="550945"/>
                </a:cubicBezTo>
                <a:moveTo>
                  <a:pt x="763763" y="596047"/>
                </a:moveTo>
                <a:cubicBezTo>
                  <a:pt x="763763" y="614355"/>
                  <a:pt x="778605" y="629197"/>
                  <a:pt x="796912" y="629197"/>
                </a:cubicBezTo>
                <a:cubicBezTo>
                  <a:pt x="815220" y="629197"/>
                  <a:pt x="830062" y="614355"/>
                  <a:pt x="830062" y="596047"/>
                </a:cubicBezTo>
                <a:cubicBezTo>
                  <a:pt x="830062" y="577739"/>
                  <a:pt x="815220" y="562898"/>
                  <a:pt x="796912" y="562898"/>
                </a:cubicBezTo>
                <a:cubicBezTo>
                  <a:pt x="778605" y="562898"/>
                  <a:pt x="763763" y="577739"/>
                  <a:pt x="763763" y="596047"/>
                </a:cubicBezTo>
                <a:moveTo>
                  <a:pt x="891057" y="442658"/>
                </a:moveTo>
                <a:cubicBezTo>
                  <a:pt x="891057" y="460966"/>
                  <a:pt x="905898" y="475807"/>
                  <a:pt x="924206" y="475807"/>
                </a:cubicBezTo>
                <a:cubicBezTo>
                  <a:pt x="942514" y="475807"/>
                  <a:pt x="957356" y="460966"/>
                  <a:pt x="957356" y="442658"/>
                </a:cubicBezTo>
                <a:cubicBezTo>
                  <a:pt x="957356" y="424350"/>
                  <a:pt x="942514" y="409508"/>
                  <a:pt x="924206" y="409508"/>
                </a:cubicBezTo>
                <a:cubicBezTo>
                  <a:pt x="905898" y="409508"/>
                  <a:pt x="891057" y="424350"/>
                  <a:pt x="891057" y="442658"/>
                </a:cubicBezTo>
                <a:moveTo>
                  <a:pt x="1018351" y="548493"/>
                </a:moveTo>
                <a:cubicBezTo>
                  <a:pt x="1018351" y="566801"/>
                  <a:pt x="1033192" y="581643"/>
                  <a:pt x="1051500" y="581643"/>
                </a:cubicBezTo>
                <a:cubicBezTo>
                  <a:pt x="1069808" y="581643"/>
                  <a:pt x="1084650" y="566801"/>
                  <a:pt x="1084650" y="548493"/>
                </a:cubicBezTo>
                <a:cubicBezTo>
                  <a:pt x="1084650" y="530185"/>
                  <a:pt x="1069808" y="515344"/>
                  <a:pt x="1051500" y="515344"/>
                </a:cubicBezTo>
                <a:cubicBezTo>
                  <a:pt x="1033192" y="515344"/>
                  <a:pt x="1018351" y="530185"/>
                  <a:pt x="1018351" y="548493"/>
                </a:cubicBezTo>
                <a:moveTo>
                  <a:pt x="1145644" y="621269"/>
                </a:moveTo>
                <a:cubicBezTo>
                  <a:pt x="1145644" y="639577"/>
                  <a:pt x="1160486" y="654418"/>
                  <a:pt x="1178794" y="654418"/>
                </a:cubicBezTo>
                <a:cubicBezTo>
                  <a:pt x="1197102" y="654418"/>
                  <a:pt x="1211943" y="639577"/>
                  <a:pt x="1211943" y="621269"/>
                </a:cubicBezTo>
                <a:cubicBezTo>
                  <a:pt x="1211943" y="602961"/>
                  <a:pt x="1197102" y="588119"/>
                  <a:pt x="1178794" y="588119"/>
                </a:cubicBezTo>
                <a:cubicBezTo>
                  <a:pt x="1160486" y="588119"/>
                  <a:pt x="1145644" y="602961"/>
                  <a:pt x="1145644" y="621269"/>
                </a:cubicBezTo>
                <a:moveTo>
                  <a:pt x="1272938" y="620827"/>
                </a:moveTo>
                <a:cubicBezTo>
                  <a:pt x="1272938" y="639135"/>
                  <a:pt x="1287780" y="653976"/>
                  <a:pt x="1306088" y="653976"/>
                </a:cubicBezTo>
                <a:cubicBezTo>
                  <a:pt x="1324395" y="653976"/>
                  <a:pt x="1339237" y="639135"/>
                  <a:pt x="1339237" y="620827"/>
                </a:cubicBezTo>
                <a:cubicBezTo>
                  <a:pt x="1339237" y="602519"/>
                  <a:pt x="1324395" y="587677"/>
                  <a:pt x="1306088" y="587677"/>
                </a:cubicBezTo>
                <a:cubicBezTo>
                  <a:pt x="1287780" y="587677"/>
                  <a:pt x="1272938" y="602519"/>
                  <a:pt x="1272938" y="620827"/>
                </a:cubicBezTo>
                <a:moveTo>
                  <a:pt x="1400232" y="549443"/>
                </a:moveTo>
                <a:cubicBezTo>
                  <a:pt x="1400232" y="567751"/>
                  <a:pt x="1415074" y="582593"/>
                  <a:pt x="1433381" y="582593"/>
                </a:cubicBezTo>
                <a:cubicBezTo>
                  <a:pt x="1451689" y="582593"/>
                  <a:pt x="1466531" y="567751"/>
                  <a:pt x="1466531" y="549443"/>
                </a:cubicBezTo>
                <a:cubicBezTo>
                  <a:pt x="1466531" y="531135"/>
                  <a:pt x="1451689" y="516294"/>
                  <a:pt x="1433381" y="516294"/>
                </a:cubicBezTo>
                <a:cubicBezTo>
                  <a:pt x="1415074" y="516294"/>
                  <a:pt x="1400232" y="531135"/>
                  <a:pt x="1400232" y="549443"/>
                </a:cubicBezTo>
                <a:moveTo>
                  <a:pt x="1527526" y="488049"/>
                </a:moveTo>
                <a:cubicBezTo>
                  <a:pt x="1527526" y="506357"/>
                  <a:pt x="1542367" y="521199"/>
                  <a:pt x="1560675" y="521199"/>
                </a:cubicBezTo>
                <a:cubicBezTo>
                  <a:pt x="1578983" y="521199"/>
                  <a:pt x="1593825" y="506357"/>
                  <a:pt x="1593825" y="488049"/>
                </a:cubicBezTo>
                <a:cubicBezTo>
                  <a:pt x="1593825" y="469741"/>
                  <a:pt x="1578983" y="454900"/>
                  <a:pt x="1560675" y="454900"/>
                </a:cubicBezTo>
                <a:cubicBezTo>
                  <a:pt x="1542367" y="454900"/>
                  <a:pt x="1527526" y="469741"/>
                  <a:pt x="1527526" y="488049"/>
                </a:cubicBezTo>
                <a:moveTo>
                  <a:pt x="1654820" y="495541"/>
                </a:moveTo>
                <a:cubicBezTo>
                  <a:pt x="1654820" y="513849"/>
                  <a:pt x="1669661" y="528690"/>
                  <a:pt x="1687969" y="528690"/>
                </a:cubicBezTo>
                <a:cubicBezTo>
                  <a:pt x="1706277" y="528690"/>
                  <a:pt x="1721119" y="513849"/>
                  <a:pt x="1721119" y="495541"/>
                </a:cubicBezTo>
                <a:cubicBezTo>
                  <a:pt x="1721119" y="477233"/>
                  <a:pt x="1706277" y="462391"/>
                  <a:pt x="1687969" y="462391"/>
                </a:cubicBezTo>
                <a:cubicBezTo>
                  <a:pt x="1669661" y="462391"/>
                  <a:pt x="1654820" y="477233"/>
                  <a:pt x="1654820" y="495541"/>
                </a:cubicBezTo>
                <a:moveTo>
                  <a:pt x="1782114" y="542492"/>
                </a:moveTo>
                <a:cubicBezTo>
                  <a:pt x="1782114" y="560799"/>
                  <a:pt x="1796955" y="575641"/>
                  <a:pt x="1815263" y="575641"/>
                </a:cubicBezTo>
                <a:cubicBezTo>
                  <a:pt x="1833571" y="575641"/>
                  <a:pt x="1848412" y="560799"/>
                  <a:pt x="1848412" y="542492"/>
                </a:cubicBezTo>
                <a:cubicBezTo>
                  <a:pt x="1848412" y="524184"/>
                  <a:pt x="1833571" y="509342"/>
                  <a:pt x="1815263" y="509342"/>
                </a:cubicBezTo>
                <a:cubicBezTo>
                  <a:pt x="1796955" y="509342"/>
                  <a:pt x="1782114" y="524184"/>
                  <a:pt x="1782114" y="542492"/>
                </a:cubicBezTo>
                <a:moveTo>
                  <a:pt x="1909407" y="542749"/>
                </a:moveTo>
                <a:cubicBezTo>
                  <a:pt x="1909407" y="561057"/>
                  <a:pt x="1924249" y="575899"/>
                  <a:pt x="1942557" y="575899"/>
                </a:cubicBezTo>
                <a:cubicBezTo>
                  <a:pt x="1960865" y="575899"/>
                  <a:pt x="1975706" y="561057"/>
                  <a:pt x="1975706" y="542749"/>
                </a:cubicBezTo>
                <a:cubicBezTo>
                  <a:pt x="1975706" y="524441"/>
                  <a:pt x="1960865" y="509600"/>
                  <a:pt x="1942557" y="509600"/>
                </a:cubicBezTo>
                <a:cubicBezTo>
                  <a:pt x="1924249" y="509600"/>
                  <a:pt x="1909407" y="524441"/>
                  <a:pt x="1909407" y="542749"/>
                </a:cubicBezTo>
                <a:moveTo>
                  <a:pt x="2036701" y="539325"/>
                </a:moveTo>
                <a:cubicBezTo>
                  <a:pt x="2036701" y="557633"/>
                  <a:pt x="2051543" y="572474"/>
                  <a:pt x="2069851" y="572474"/>
                </a:cubicBezTo>
                <a:cubicBezTo>
                  <a:pt x="2088159" y="572474"/>
                  <a:pt x="2103000" y="557633"/>
                  <a:pt x="2103000" y="539325"/>
                </a:cubicBezTo>
                <a:cubicBezTo>
                  <a:pt x="2103000" y="521017"/>
                  <a:pt x="2088159" y="506175"/>
                  <a:pt x="2069851" y="506175"/>
                </a:cubicBezTo>
                <a:cubicBezTo>
                  <a:pt x="2051543" y="506175"/>
                  <a:pt x="2036701" y="521017"/>
                  <a:pt x="2036701" y="539325"/>
                </a:cubicBezTo>
                <a:moveTo>
                  <a:pt x="2163995" y="539240"/>
                </a:moveTo>
                <a:cubicBezTo>
                  <a:pt x="2163995" y="557548"/>
                  <a:pt x="2178837" y="572390"/>
                  <a:pt x="2197144" y="572390"/>
                </a:cubicBezTo>
                <a:cubicBezTo>
                  <a:pt x="2215452" y="572390"/>
                  <a:pt x="2230294" y="557548"/>
                  <a:pt x="2230294" y="539240"/>
                </a:cubicBezTo>
                <a:cubicBezTo>
                  <a:pt x="2230294" y="520932"/>
                  <a:pt x="2215452" y="506091"/>
                  <a:pt x="2197144" y="506091"/>
                </a:cubicBezTo>
                <a:cubicBezTo>
                  <a:pt x="2178837" y="506091"/>
                  <a:pt x="2163995" y="520932"/>
                  <a:pt x="2163995" y="539240"/>
                </a:cubicBezTo>
                <a:moveTo>
                  <a:pt x="2291289" y="1226080"/>
                </a:moveTo>
                <a:cubicBezTo>
                  <a:pt x="2291289" y="1244388"/>
                  <a:pt x="2306130" y="1259230"/>
                  <a:pt x="2324438" y="1259230"/>
                </a:cubicBezTo>
                <a:cubicBezTo>
                  <a:pt x="2342746" y="1259230"/>
                  <a:pt x="2357588" y="1244388"/>
                  <a:pt x="2357588" y="1226080"/>
                </a:cubicBezTo>
                <a:cubicBezTo>
                  <a:pt x="2357588" y="1207772"/>
                  <a:pt x="2342746" y="1192931"/>
                  <a:pt x="2324438" y="1192931"/>
                </a:cubicBezTo>
                <a:cubicBezTo>
                  <a:pt x="2306130" y="1192931"/>
                  <a:pt x="2291289" y="1207772"/>
                  <a:pt x="2291289" y="1226080"/>
                </a:cubicBezTo>
                <a:moveTo>
                  <a:pt x="2418583" y="1210356"/>
                </a:moveTo>
                <a:cubicBezTo>
                  <a:pt x="2418583" y="1228664"/>
                  <a:pt x="2433424" y="1243505"/>
                  <a:pt x="2451732" y="1243505"/>
                </a:cubicBezTo>
                <a:cubicBezTo>
                  <a:pt x="2470040" y="1243505"/>
                  <a:pt x="2484881" y="1228664"/>
                  <a:pt x="2484881" y="1210356"/>
                </a:cubicBezTo>
                <a:cubicBezTo>
                  <a:pt x="2484881" y="1192048"/>
                  <a:pt x="2470040" y="1177206"/>
                  <a:pt x="2451732" y="1177206"/>
                </a:cubicBezTo>
                <a:cubicBezTo>
                  <a:pt x="2433424" y="1177206"/>
                  <a:pt x="2418583" y="1192048"/>
                  <a:pt x="2418583" y="1210356"/>
                </a:cubicBezTo>
                <a:moveTo>
                  <a:pt x="2545876" y="1218865"/>
                </a:moveTo>
                <a:cubicBezTo>
                  <a:pt x="2545876" y="1237173"/>
                  <a:pt x="2560718" y="1252015"/>
                  <a:pt x="2579026" y="1252015"/>
                </a:cubicBezTo>
                <a:cubicBezTo>
                  <a:pt x="2597334" y="1252015"/>
                  <a:pt x="2612175" y="1237173"/>
                  <a:pt x="2612175" y="1218865"/>
                </a:cubicBezTo>
                <a:cubicBezTo>
                  <a:pt x="2612175" y="1200557"/>
                  <a:pt x="2597334" y="1185716"/>
                  <a:pt x="2579026" y="1185716"/>
                </a:cubicBezTo>
                <a:cubicBezTo>
                  <a:pt x="2560718" y="1185716"/>
                  <a:pt x="2545876" y="1200557"/>
                  <a:pt x="2545876" y="1218865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328516"/>
                </a:moveTo>
                <a:cubicBezTo>
                  <a:pt x="2800464" y="1346824"/>
                  <a:pt x="2815306" y="1361665"/>
                  <a:pt x="2833614" y="1361665"/>
                </a:cubicBezTo>
                <a:cubicBezTo>
                  <a:pt x="2851921" y="1361665"/>
                  <a:pt x="2866763" y="1346824"/>
                  <a:pt x="2866763" y="1328516"/>
                </a:cubicBezTo>
                <a:cubicBezTo>
                  <a:pt x="2866763" y="1310208"/>
                  <a:pt x="2851921" y="1295366"/>
                  <a:pt x="2833614" y="1295366"/>
                </a:cubicBezTo>
                <a:cubicBezTo>
                  <a:pt x="2815306" y="1295366"/>
                  <a:pt x="2800464" y="1310208"/>
                  <a:pt x="2800464" y="1328516"/>
                </a:cubicBezTo>
                <a:close/>
              </a:path>
            </a:pathLst>
          </a:custGeom>
          <a:solidFill xmlns:a="http://schemas.openxmlformats.org/drawingml/2006/main">
            <a:srgbClr val="00A2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7B14A0-D087-4A2D-A58A-62174106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278812"/>
            <a:ext cx="2800464" cy="941710"/>
          </a:xfrm>
          <a:custGeom xmlns:a="http://schemas.openxmlformats.org/drawingml/2006/main">
            <a:pathLst>
              <a:path w="2800464" h="941710" fill="none">
                <a:moveTo>
                  <a:pt x="0" y="743002"/>
                </a:moveTo>
                <a:lnTo>
                  <a:pt x="127294" y="71885"/>
                </a:lnTo>
                <a:lnTo>
                  <a:pt x="254588" y="750073"/>
                </a:lnTo>
                <a:lnTo>
                  <a:pt x="381881" y="502375"/>
                </a:lnTo>
                <a:lnTo>
                  <a:pt x="509175" y="607952"/>
                </a:lnTo>
                <a:lnTo>
                  <a:pt x="636469" y="501656"/>
                </a:lnTo>
                <a:lnTo>
                  <a:pt x="763763" y="576862"/>
                </a:lnTo>
                <a:lnTo>
                  <a:pt x="891057" y="473519"/>
                </a:lnTo>
                <a:lnTo>
                  <a:pt x="1018350" y="515883"/>
                </a:lnTo>
                <a:lnTo>
                  <a:pt x="1145644" y="514137"/>
                </a:lnTo>
                <a:lnTo>
                  <a:pt x="1272938" y="525156"/>
                </a:lnTo>
                <a:lnTo>
                  <a:pt x="1400232" y="513249"/>
                </a:lnTo>
                <a:lnTo>
                  <a:pt x="1527526" y="409906"/>
                </a:lnTo>
                <a:lnTo>
                  <a:pt x="1654819" y="486200"/>
                </a:lnTo>
                <a:lnTo>
                  <a:pt x="1782113" y="618748"/>
                </a:lnTo>
                <a:lnTo>
                  <a:pt x="1909407" y="618745"/>
                </a:lnTo>
                <a:lnTo>
                  <a:pt x="2036701" y="615545"/>
                </a:lnTo>
                <a:lnTo>
                  <a:pt x="2163995" y="614773"/>
                </a:lnTo>
                <a:lnTo>
                  <a:pt x="2291289" y="916126"/>
                </a:lnTo>
                <a:lnTo>
                  <a:pt x="2418582" y="915150"/>
                </a:lnTo>
                <a:lnTo>
                  <a:pt x="2545876" y="911405"/>
                </a:lnTo>
                <a:lnTo>
                  <a:pt x="2673170" y="0"/>
                </a:lnTo>
                <a:lnTo>
                  <a:pt x="2800464" y="94171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A2FF"/>
            </a:solidFill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D42EF5-F774-4702-A6DD-EF2BA669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245663"/>
            <a:ext cx="2866763" cy="1008008"/>
          </a:xfrm>
          <a:custGeom xmlns:a="http://schemas.openxmlformats.org/drawingml/2006/main">
            <a:pathLst>
              <a:path w="2866763" h="1008008">
                <a:moveTo>
                  <a:pt x="0" y="776151"/>
                </a:moveTo>
                <a:cubicBezTo>
                  <a:pt x="0" y="794459"/>
                  <a:pt x="14841" y="809300"/>
                  <a:pt x="33149" y="809300"/>
                </a:cubicBezTo>
                <a:cubicBezTo>
                  <a:pt x="51457" y="809300"/>
                  <a:pt x="66299" y="794459"/>
                  <a:pt x="66299" y="776151"/>
                </a:cubicBezTo>
                <a:cubicBezTo>
                  <a:pt x="66299" y="757843"/>
                  <a:pt x="51457" y="743002"/>
                  <a:pt x="33149" y="743002"/>
                </a:cubicBezTo>
                <a:cubicBezTo>
                  <a:pt x="14841" y="743002"/>
                  <a:pt x="0" y="757843"/>
                  <a:pt x="0" y="776151"/>
                </a:cubicBezTo>
                <a:moveTo>
                  <a:pt x="127294" y="105035"/>
                </a:moveTo>
                <a:cubicBezTo>
                  <a:pt x="127294" y="123343"/>
                  <a:pt x="142135" y="138184"/>
                  <a:pt x="160443" y="138184"/>
                </a:cubicBezTo>
                <a:cubicBezTo>
                  <a:pt x="178751" y="138184"/>
                  <a:pt x="193592" y="123343"/>
                  <a:pt x="193592" y="105035"/>
                </a:cubicBezTo>
                <a:cubicBezTo>
                  <a:pt x="193592" y="86727"/>
                  <a:pt x="178751" y="71885"/>
                  <a:pt x="160443" y="71885"/>
                </a:cubicBezTo>
                <a:cubicBezTo>
                  <a:pt x="142135" y="71885"/>
                  <a:pt x="127294" y="86727"/>
                  <a:pt x="127294" y="105035"/>
                </a:cubicBezTo>
                <a:moveTo>
                  <a:pt x="254588" y="783222"/>
                </a:moveTo>
                <a:cubicBezTo>
                  <a:pt x="254588" y="801530"/>
                  <a:pt x="269429" y="816372"/>
                  <a:pt x="287737" y="816372"/>
                </a:cubicBezTo>
                <a:cubicBezTo>
                  <a:pt x="306045" y="816372"/>
                  <a:pt x="320886" y="801530"/>
                  <a:pt x="320886" y="783222"/>
                </a:cubicBezTo>
                <a:cubicBezTo>
                  <a:pt x="320886" y="764914"/>
                  <a:pt x="306045" y="750073"/>
                  <a:pt x="287737" y="750073"/>
                </a:cubicBezTo>
                <a:cubicBezTo>
                  <a:pt x="269429" y="750073"/>
                  <a:pt x="254588" y="764914"/>
                  <a:pt x="254588" y="783222"/>
                </a:cubicBezTo>
                <a:moveTo>
                  <a:pt x="381881" y="535525"/>
                </a:moveTo>
                <a:cubicBezTo>
                  <a:pt x="381881" y="553833"/>
                  <a:pt x="396723" y="568674"/>
                  <a:pt x="415031" y="568674"/>
                </a:cubicBezTo>
                <a:cubicBezTo>
                  <a:pt x="433339" y="568674"/>
                  <a:pt x="448180" y="553833"/>
                  <a:pt x="448180" y="535525"/>
                </a:cubicBezTo>
                <a:cubicBezTo>
                  <a:pt x="448180" y="517217"/>
                  <a:pt x="433339" y="502375"/>
                  <a:pt x="415031" y="502375"/>
                </a:cubicBezTo>
                <a:cubicBezTo>
                  <a:pt x="396723" y="502375"/>
                  <a:pt x="381881" y="517217"/>
                  <a:pt x="381881" y="535525"/>
                </a:cubicBezTo>
                <a:moveTo>
                  <a:pt x="509175" y="641101"/>
                </a:moveTo>
                <a:cubicBezTo>
                  <a:pt x="509175" y="659409"/>
                  <a:pt x="524017" y="674251"/>
                  <a:pt x="542324" y="674251"/>
                </a:cubicBezTo>
                <a:cubicBezTo>
                  <a:pt x="560632" y="674251"/>
                  <a:pt x="575474" y="659409"/>
                  <a:pt x="575474" y="641101"/>
                </a:cubicBezTo>
                <a:cubicBezTo>
                  <a:pt x="575474" y="622793"/>
                  <a:pt x="560632" y="607952"/>
                  <a:pt x="542324" y="607952"/>
                </a:cubicBezTo>
                <a:cubicBezTo>
                  <a:pt x="524017" y="607952"/>
                  <a:pt x="509175" y="622793"/>
                  <a:pt x="509175" y="641101"/>
                </a:cubicBezTo>
                <a:moveTo>
                  <a:pt x="636469" y="534805"/>
                </a:moveTo>
                <a:cubicBezTo>
                  <a:pt x="636469" y="553113"/>
                  <a:pt x="651310" y="567954"/>
                  <a:pt x="669618" y="567954"/>
                </a:cubicBezTo>
                <a:cubicBezTo>
                  <a:pt x="687926" y="567954"/>
                  <a:pt x="702768" y="553113"/>
                  <a:pt x="702768" y="534805"/>
                </a:cubicBezTo>
                <a:cubicBezTo>
                  <a:pt x="702768" y="516497"/>
                  <a:pt x="687926" y="501656"/>
                  <a:pt x="669618" y="501656"/>
                </a:cubicBezTo>
                <a:cubicBezTo>
                  <a:pt x="651310" y="501656"/>
                  <a:pt x="636469" y="516497"/>
                  <a:pt x="636469" y="534805"/>
                </a:cubicBezTo>
                <a:moveTo>
                  <a:pt x="763763" y="610011"/>
                </a:moveTo>
                <a:cubicBezTo>
                  <a:pt x="763763" y="628319"/>
                  <a:pt x="778604" y="643161"/>
                  <a:pt x="796912" y="643161"/>
                </a:cubicBezTo>
                <a:cubicBezTo>
                  <a:pt x="815220" y="643161"/>
                  <a:pt x="830061" y="628319"/>
                  <a:pt x="830061" y="610011"/>
                </a:cubicBezTo>
                <a:cubicBezTo>
                  <a:pt x="830061" y="591703"/>
                  <a:pt x="815220" y="576862"/>
                  <a:pt x="796912" y="576862"/>
                </a:cubicBezTo>
                <a:cubicBezTo>
                  <a:pt x="778604" y="576862"/>
                  <a:pt x="763763" y="591703"/>
                  <a:pt x="763763" y="610011"/>
                </a:cubicBezTo>
                <a:moveTo>
                  <a:pt x="891057" y="506669"/>
                </a:moveTo>
                <a:cubicBezTo>
                  <a:pt x="891057" y="524977"/>
                  <a:pt x="905898" y="539818"/>
                  <a:pt x="924206" y="539818"/>
                </a:cubicBezTo>
                <a:cubicBezTo>
                  <a:pt x="942514" y="539818"/>
                  <a:pt x="957356" y="524977"/>
                  <a:pt x="957356" y="506669"/>
                </a:cubicBezTo>
                <a:cubicBezTo>
                  <a:pt x="957356" y="488361"/>
                  <a:pt x="942514" y="473519"/>
                  <a:pt x="924206" y="473519"/>
                </a:cubicBezTo>
                <a:cubicBezTo>
                  <a:pt x="905898" y="473519"/>
                  <a:pt x="891057" y="488361"/>
                  <a:pt x="891057" y="506669"/>
                </a:cubicBezTo>
                <a:moveTo>
                  <a:pt x="1018350" y="549032"/>
                </a:moveTo>
                <a:cubicBezTo>
                  <a:pt x="1018350" y="567340"/>
                  <a:pt x="1033192" y="582182"/>
                  <a:pt x="1051500" y="582182"/>
                </a:cubicBezTo>
                <a:cubicBezTo>
                  <a:pt x="1069808" y="582182"/>
                  <a:pt x="1084649" y="567340"/>
                  <a:pt x="1084649" y="549032"/>
                </a:cubicBezTo>
                <a:cubicBezTo>
                  <a:pt x="1084649" y="530724"/>
                  <a:pt x="1069808" y="515883"/>
                  <a:pt x="1051500" y="515883"/>
                </a:cubicBezTo>
                <a:cubicBezTo>
                  <a:pt x="1033192" y="515883"/>
                  <a:pt x="1018350" y="530724"/>
                  <a:pt x="1018350" y="549032"/>
                </a:cubicBezTo>
                <a:moveTo>
                  <a:pt x="1145644" y="547286"/>
                </a:moveTo>
                <a:cubicBezTo>
                  <a:pt x="1145644" y="565594"/>
                  <a:pt x="1160486" y="580436"/>
                  <a:pt x="1178793" y="580436"/>
                </a:cubicBezTo>
                <a:cubicBezTo>
                  <a:pt x="1197101" y="580436"/>
                  <a:pt x="1211943" y="565594"/>
                  <a:pt x="1211943" y="547286"/>
                </a:cubicBezTo>
                <a:cubicBezTo>
                  <a:pt x="1211943" y="528978"/>
                  <a:pt x="1197101" y="514137"/>
                  <a:pt x="1178793" y="514137"/>
                </a:cubicBezTo>
                <a:cubicBezTo>
                  <a:pt x="1160486" y="514137"/>
                  <a:pt x="1145644" y="528978"/>
                  <a:pt x="1145644" y="547286"/>
                </a:cubicBezTo>
                <a:moveTo>
                  <a:pt x="1272938" y="558305"/>
                </a:moveTo>
                <a:cubicBezTo>
                  <a:pt x="1272938" y="576613"/>
                  <a:pt x="1287780" y="591455"/>
                  <a:pt x="1306087" y="591455"/>
                </a:cubicBezTo>
                <a:cubicBezTo>
                  <a:pt x="1324395" y="591455"/>
                  <a:pt x="1339237" y="576613"/>
                  <a:pt x="1339237" y="558305"/>
                </a:cubicBezTo>
                <a:cubicBezTo>
                  <a:pt x="1339237" y="539997"/>
                  <a:pt x="1324395" y="525156"/>
                  <a:pt x="1306087" y="525156"/>
                </a:cubicBezTo>
                <a:cubicBezTo>
                  <a:pt x="1287780" y="525156"/>
                  <a:pt x="1272938" y="539997"/>
                  <a:pt x="1272938" y="558305"/>
                </a:cubicBezTo>
                <a:moveTo>
                  <a:pt x="1400232" y="546398"/>
                </a:moveTo>
                <a:cubicBezTo>
                  <a:pt x="1400232" y="564706"/>
                  <a:pt x="1415073" y="579547"/>
                  <a:pt x="1433381" y="579547"/>
                </a:cubicBezTo>
                <a:cubicBezTo>
                  <a:pt x="1451689" y="579547"/>
                  <a:pt x="1466531" y="564706"/>
                  <a:pt x="1466531" y="546398"/>
                </a:cubicBezTo>
                <a:cubicBezTo>
                  <a:pt x="1466531" y="528090"/>
                  <a:pt x="1451689" y="513249"/>
                  <a:pt x="1433381" y="513249"/>
                </a:cubicBezTo>
                <a:cubicBezTo>
                  <a:pt x="1415073" y="513249"/>
                  <a:pt x="1400232" y="528090"/>
                  <a:pt x="1400232" y="546398"/>
                </a:cubicBezTo>
                <a:moveTo>
                  <a:pt x="1527526" y="443055"/>
                </a:moveTo>
                <a:cubicBezTo>
                  <a:pt x="1527526" y="461363"/>
                  <a:pt x="1542367" y="476205"/>
                  <a:pt x="1560675" y="476205"/>
                </a:cubicBezTo>
                <a:cubicBezTo>
                  <a:pt x="1578983" y="476205"/>
                  <a:pt x="1593825" y="461363"/>
                  <a:pt x="1593825" y="443055"/>
                </a:cubicBezTo>
                <a:cubicBezTo>
                  <a:pt x="1593825" y="424747"/>
                  <a:pt x="1578983" y="409906"/>
                  <a:pt x="1560675" y="409906"/>
                </a:cubicBezTo>
                <a:cubicBezTo>
                  <a:pt x="1542367" y="409906"/>
                  <a:pt x="1527526" y="424747"/>
                  <a:pt x="1527526" y="443055"/>
                </a:cubicBezTo>
                <a:moveTo>
                  <a:pt x="1654819" y="519349"/>
                </a:moveTo>
                <a:cubicBezTo>
                  <a:pt x="1654819" y="537657"/>
                  <a:pt x="1669661" y="552499"/>
                  <a:pt x="1687969" y="552499"/>
                </a:cubicBezTo>
                <a:cubicBezTo>
                  <a:pt x="1706276" y="552499"/>
                  <a:pt x="1721118" y="537657"/>
                  <a:pt x="1721118" y="519349"/>
                </a:cubicBezTo>
                <a:cubicBezTo>
                  <a:pt x="1721118" y="501041"/>
                  <a:pt x="1706276" y="486200"/>
                  <a:pt x="1687969" y="486200"/>
                </a:cubicBezTo>
                <a:cubicBezTo>
                  <a:pt x="1669661" y="486200"/>
                  <a:pt x="1654819" y="501041"/>
                  <a:pt x="1654819" y="519349"/>
                </a:cubicBezTo>
                <a:moveTo>
                  <a:pt x="1782113" y="651898"/>
                </a:moveTo>
                <a:cubicBezTo>
                  <a:pt x="1782113" y="670206"/>
                  <a:pt x="1796955" y="685047"/>
                  <a:pt x="1815263" y="685047"/>
                </a:cubicBezTo>
                <a:cubicBezTo>
                  <a:pt x="1833571" y="685047"/>
                  <a:pt x="1848412" y="670206"/>
                  <a:pt x="1848412" y="651898"/>
                </a:cubicBezTo>
                <a:cubicBezTo>
                  <a:pt x="1848412" y="633590"/>
                  <a:pt x="1833571" y="618748"/>
                  <a:pt x="1815263" y="618748"/>
                </a:cubicBezTo>
                <a:cubicBezTo>
                  <a:pt x="1796955" y="618748"/>
                  <a:pt x="1782113" y="633590"/>
                  <a:pt x="1782113" y="651898"/>
                </a:cubicBezTo>
                <a:moveTo>
                  <a:pt x="1909407" y="651895"/>
                </a:moveTo>
                <a:cubicBezTo>
                  <a:pt x="1909407" y="670202"/>
                  <a:pt x="1924249" y="685044"/>
                  <a:pt x="1942557" y="685044"/>
                </a:cubicBezTo>
                <a:cubicBezTo>
                  <a:pt x="1960865" y="685044"/>
                  <a:pt x="1975706" y="670202"/>
                  <a:pt x="1975706" y="651895"/>
                </a:cubicBezTo>
                <a:cubicBezTo>
                  <a:pt x="1975706" y="633587"/>
                  <a:pt x="1960865" y="618745"/>
                  <a:pt x="1942557" y="618745"/>
                </a:cubicBezTo>
                <a:cubicBezTo>
                  <a:pt x="1924249" y="618745"/>
                  <a:pt x="1909407" y="633587"/>
                  <a:pt x="1909407" y="651895"/>
                </a:cubicBezTo>
                <a:moveTo>
                  <a:pt x="2036701" y="648694"/>
                </a:moveTo>
                <a:cubicBezTo>
                  <a:pt x="2036701" y="667002"/>
                  <a:pt x="2051543" y="681844"/>
                  <a:pt x="2069850" y="681844"/>
                </a:cubicBezTo>
                <a:cubicBezTo>
                  <a:pt x="2088159" y="681844"/>
                  <a:pt x="2103000" y="667002"/>
                  <a:pt x="2103000" y="648694"/>
                </a:cubicBezTo>
                <a:cubicBezTo>
                  <a:pt x="2103000" y="630386"/>
                  <a:pt x="2088159" y="615545"/>
                  <a:pt x="2069850" y="615545"/>
                </a:cubicBezTo>
                <a:cubicBezTo>
                  <a:pt x="2051543" y="615545"/>
                  <a:pt x="2036701" y="630386"/>
                  <a:pt x="2036701" y="648694"/>
                </a:cubicBezTo>
                <a:moveTo>
                  <a:pt x="2163995" y="647923"/>
                </a:moveTo>
                <a:cubicBezTo>
                  <a:pt x="2163995" y="666231"/>
                  <a:pt x="2178836" y="681072"/>
                  <a:pt x="2197144" y="681072"/>
                </a:cubicBezTo>
                <a:cubicBezTo>
                  <a:pt x="2215452" y="681072"/>
                  <a:pt x="2230294" y="666231"/>
                  <a:pt x="2230294" y="647923"/>
                </a:cubicBezTo>
                <a:cubicBezTo>
                  <a:pt x="2230294" y="629615"/>
                  <a:pt x="2215452" y="614773"/>
                  <a:pt x="2197144" y="614773"/>
                </a:cubicBezTo>
                <a:cubicBezTo>
                  <a:pt x="2178836" y="614773"/>
                  <a:pt x="2163995" y="629615"/>
                  <a:pt x="2163995" y="647923"/>
                </a:cubicBezTo>
                <a:moveTo>
                  <a:pt x="2291289" y="949275"/>
                </a:moveTo>
                <a:cubicBezTo>
                  <a:pt x="2291289" y="967583"/>
                  <a:pt x="2306130" y="982425"/>
                  <a:pt x="2324438" y="982425"/>
                </a:cubicBezTo>
                <a:cubicBezTo>
                  <a:pt x="2342746" y="982425"/>
                  <a:pt x="2357587" y="967583"/>
                  <a:pt x="2357587" y="949275"/>
                </a:cubicBezTo>
                <a:cubicBezTo>
                  <a:pt x="2357587" y="930967"/>
                  <a:pt x="2342746" y="916126"/>
                  <a:pt x="2324438" y="916126"/>
                </a:cubicBezTo>
                <a:cubicBezTo>
                  <a:pt x="2306130" y="916126"/>
                  <a:pt x="2291289" y="930967"/>
                  <a:pt x="2291289" y="949275"/>
                </a:cubicBezTo>
                <a:moveTo>
                  <a:pt x="2418582" y="948299"/>
                </a:moveTo>
                <a:cubicBezTo>
                  <a:pt x="2418582" y="966607"/>
                  <a:pt x="2433424" y="981449"/>
                  <a:pt x="2451732" y="981449"/>
                </a:cubicBezTo>
                <a:cubicBezTo>
                  <a:pt x="2470040" y="981449"/>
                  <a:pt x="2484881" y="966607"/>
                  <a:pt x="2484881" y="948299"/>
                </a:cubicBezTo>
                <a:cubicBezTo>
                  <a:pt x="2484881" y="929991"/>
                  <a:pt x="2470040" y="915150"/>
                  <a:pt x="2451732" y="915150"/>
                </a:cubicBezTo>
                <a:cubicBezTo>
                  <a:pt x="2433424" y="915150"/>
                  <a:pt x="2418582" y="929991"/>
                  <a:pt x="2418582" y="948299"/>
                </a:cubicBezTo>
                <a:moveTo>
                  <a:pt x="2545876" y="944554"/>
                </a:moveTo>
                <a:cubicBezTo>
                  <a:pt x="2545876" y="962862"/>
                  <a:pt x="2560718" y="977704"/>
                  <a:pt x="2579026" y="977704"/>
                </a:cubicBezTo>
                <a:cubicBezTo>
                  <a:pt x="2597334" y="977704"/>
                  <a:pt x="2612175" y="962862"/>
                  <a:pt x="2612175" y="944554"/>
                </a:cubicBezTo>
                <a:cubicBezTo>
                  <a:pt x="2612175" y="926246"/>
                  <a:pt x="2597334" y="911405"/>
                  <a:pt x="2579026" y="911405"/>
                </a:cubicBezTo>
                <a:cubicBezTo>
                  <a:pt x="2560718" y="911405"/>
                  <a:pt x="2545876" y="926246"/>
                  <a:pt x="2545876" y="944554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974859"/>
                </a:moveTo>
                <a:cubicBezTo>
                  <a:pt x="2800464" y="993167"/>
                  <a:pt x="2815306" y="1008008"/>
                  <a:pt x="2833613" y="1008008"/>
                </a:cubicBezTo>
                <a:cubicBezTo>
                  <a:pt x="2851922" y="1008008"/>
                  <a:pt x="2866763" y="993167"/>
                  <a:pt x="2866763" y="974859"/>
                </a:cubicBezTo>
                <a:cubicBezTo>
                  <a:pt x="2866763" y="956551"/>
                  <a:pt x="2851922" y="941710"/>
                  <a:pt x="2833613" y="941710"/>
                </a:cubicBezTo>
                <a:cubicBezTo>
                  <a:pt x="2815306" y="941710"/>
                  <a:pt x="2800464" y="956551"/>
                  <a:pt x="2800464" y="974859"/>
                </a:cubicBezTo>
                <a:close/>
              </a:path>
            </a:pathLst>
          </a:custGeom>
          <a:solidFill xmlns:a="http://schemas.openxmlformats.org/drawingml/2006/main">
            <a:srgbClr val="00A2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010851-420D-4BFA-8CAC-B666B120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540935"/>
            <a:ext cx="2800464" cy="1193355"/>
          </a:xfrm>
          <a:custGeom xmlns:a="http://schemas.openxmlformats.org/drawingml/2006/main">
            <a:pathLst>
              <a:path w="2800464" h="1193355" fill="none">
                <a:moveTo>
                  <a:pt x="0" y="972531"/>
                </a:moveTo>
                <a:lnTo>
                  <a:pt x="127294" y="273194"/>
                </a:lnTo>
                <a:lnTo>
                  <a:pt x="254588" y="1000136"/>
                </a:lnTo>
                <a:lnTo>
                  <a:pt x="381881" y="393807"/>
                </a:lnTo>
                <a:lnTo>
                  <a:pt x="509175" y="523707"/>
                </a:lnTo>
                <a:lnTo>
                  <a:pt x="636469" y="390779"/>
                </a:lnTo>
                <a:lnTo>
                  <a:pt x="763763" y="576631"/>
                </a:lnTo>
                <a:lnTo>
                  <a:pt x="891057" y="179120"/>
                </a:lnTo>
                <a:lnTo>
                  <a:pt x="1018351" y="411418"/>
                </a:lnTo>
                <a:lnTo>
                  <a:pt x="1145644" y="457798"/>
                </a:lnTo>
                <a:lnTo>
                  <a:pt x="1272938" y="457103"/>
                </a:lnTo>
                <a:lnTo>
                  <a:pt x="1400232" y="528260"/>
                </a:lnTo>
                <a:lnTo>
                  <a:pt x="1527526" y="445641"/>
                </a:lnTo>
                <a:lnTo>
                  <a:pt x="1654820" y="442518"/>
                </a:lnTo>
                <a:lnTo>
                  <a:pt x="1782114" y="350798"/>
                </a:lnTo>
                <a:lnTo>
                  <a:pt x="1909407" y="351615"/>
                </a:lnTo>
                <a:lnTo>
                  <a:pt x="2036701" y="346932"/>
                </a:lnTo>
                <a:lnTo>
                  <a:pt x="2163995" y="344046"/>
                </a:lnTo>
                <a:lnTo>
                  <a:pt x="2291289" y="1136388"/>
                </a:lnTo>
                <a:lnTo>
                  <a:pt x="2418583" y="1132978"/>
                </a:lnTo>
                <a:lnTo>
                  <a:pt x="2545876" y="1136551"/>
                </a:lnTo>
                <a:lnTo>
                  <a:pt x="2673170" y="0"/>
                </a:lnTo>
                <a:lnTo>
                  <a:pt x="2800464" y="1193355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B9FF"/>
            </a:solidFill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151CB7-C4FC-49B2-9FDA-7A532827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507786"/>
            <a:ext cx="2866763" cy="1259654"/>
          </a:xfrm>
          <a:custGeom xmlns:a="http://schemas.openxmlformats.org/drawingml/2006/main">
            <a:pathLst>
              <a:path w="2866763" h="1259654">
                <a:moveTo>
                  <a:pt x="0" y="1005680"/>
                </a:moveTo>
                <a:cubicBezTo>
                  <a:pt x="0" y="1023988"/>
                  <a:pt x="14841" y="1038830"/>
                  <a:pt x="33149" y="1038830"/>
                </a:cubicBezTo>
                <a:cubicBezTo>
                  <a:pt x="51457" y="1038830"/>
                  <a:pt x="66299" y="1023988"/>
                  <a:pt x="66299" y="1005680"/>
                </a:cubicBezTo>
                <a:cubicBezTo>
                  <a:pt x="66299" y="987372"/>
                  <a:pt x="51457" y="972531"/>
                  <a:pt x="33149" y="972531"/>
                </a:cubicBezTo>
                <a:cubicBezTo>
                  <a:pt x="14841" y="972531"/>
                  <a:pt x="0" y="987372"/>
                  <a:pt x="0" y="1005680"/>
                </a:cubicBezTo>
                <a:moveTo>
                  <a:pt x="127294" y="306344"/>
                </a:moveTo>
                <a:cubicBezTo>
                  <a:pt x="127294" y="324652"/>
                  <a:pt x="142135" y="339493"/>
                  <a:pt x="160443" y="339493"/>
                </a:cubicBezTo>
                <a:cubicBezTo>
                  <a:pt x="178751" y="339493"/>
                  <a:pt x="193593" y="324652"/>
                  <a:pt x="193593" y="306344"/>
                </a:cubicBezTo>
                <a:cubicBezTo>
                  <a:pt x="193593" y="288036"/>
                  <a:pt x="178751" y="273194"/>
                  <a:pt x="160443" y="273194"/>
                </a:cubicBezTo>
                <a:cubicBezTo>
                  <a:pt x="142135" y="273194"/>
                  <a:pt x="127294" y="288036"/>
                  <a:pt x="127294" y="306344"/>
                </a:cubicBezTo>
                <a:moveTo>
                  <a:pt x="254588" y="1033286"/>
                </a:moveTo>
                <a:cubicBezTo>
                  <a:pt x="254588" y="1051594"/>
                  <a:pt x="269429" y="1066435"/>
                  <a:pt x="287737" y="1066435"/>
                </a:cubicBezTo>
                <a:cubicBezTo>
                  <a:pt x="306045" y="1066435"/>
                  <a:pt x="320886" y="1051594"/>
                  <a:pt x="320886" y="1033286"/>
                </a:cubicBezTo>
                <a:cubicBezTo>
                  <a:pt x="320886" y="1014978"/>
                  <a:pt x="306045" y="1000136"/>
                  <a:pt x="287737" y="1000136"/>
                </a:cubicBezTo>
                <a:cubicBezTo>
                  <a:pt x="269429" y="1000136"/>
                  <a:pt x="254588" y="1014978"/>
                  <a:pt x="254588" y="1033286"/>
                </a:cubicBezTo>
                <a:moveTo>
                  <a:pt x="381881" y="426957"/>
                </a:moveTo>
                <a:cubicBezTo>
                  <a:pt x="381881" y="445265"/>
                  <a:pt x="396723" y="460106"/>
                  <a:pt x="415031" y="460106"/>
                </a:cubicBezTo>
                <a:cubicBezTo>
                  <a:pt x="433339" y="460106"/>
                  <a:pt x="448180" y="445265"/>
                  <a:pt x="448180" y="426957"/>
                </a:cubicBezTo>
                <a:cubicBezTo>
                  <a:pt x="448180" y="408649"/>
                  <a:pt x="433339" y="393807"/>
                  <a:pt x="415031" y="393807"/>
                </a:cubicBezTo>
                <a:cubicBezTo>
                  <a:pt x="396723" y="393807"/>
                  <a:pt x="381881" y="408649"/>
                  <a:pt x="381881" y="426957"/>
                </a:cubicBezTo>
                <a:moveTo>
                  <a:pt x="509175" y="556856"/>
                </a:moveTo>
                <a:cubicBezTo>
                  <a:pt x="509175" y="575164"/>
                  <a:pt x="524017" y="590006"/>
                  <a:pt x="542325" y="590006"/>
                </a:cubicBezTo>
                <a:cubicBezTo>
                  <a:pt x="560633" y="590006"/>
                  <a:pt x="575474" y="575164"/>
                  <a:pt x="575474" y="556856"/>
                </a:cubicBezTo>
                <a:cubicBezTo>
                  <a:pt x="575474" y="538549"/>
                  <a:pt x="560633" y="523707"/>
                  <a:pt x="542325" y="523707"/>
                </a:cubicBezTo>
                <a:cubicBezTo>
                  <a:pt x="524017" y="523707"/>
                  <a:pt x="509175" y="538549"/>
                  <a:pt x="509175" y="556856"/>
                </a:cubicBezTo>
                <a:moveTo>
                  <a:pt x="636469" y="423928"/>
                </a:moveTo>
                <a:cubicBezTo>
                  <a:pt x="636469" y="442236"/>
                  <a:pt x="651311" y="457078"/>
                  <a:pt x="669619" y="457078"/>
                </a:cubicBezTo>
                <a:cubicBezTo>
                  <a:pt x="687926" y="457078"/>
                  <a:pt x="702768" y="442236"/>
                  <a:pt x="702768" y="423928"/>
                </a:cubicBezTo>
                <a:cubicBezTo>
                  <a:pt x="702768" y="405620"/>
                  <a:pt x="687926" y="390779"/>
                  <a:pt x="669619" y="390779"/>
                </a:cubicBezTo>
                <a:cubicBezTo>
                  <a:pt x="651311" y="390779"/>
                  <a:pt x="636469" y="405620"/>
                  <a:pt x="636469" y="423928"/>
                </a:cubicBezTo>
                <a:moveTo>
                  <a:pt x="763763" y="609781"/>
                </a:moveTo>
                <a:cubicBezTo>
                  <a:pt x="763763" y="628089"/>
                  <a:pt x="778605" y="642930"/>
                  <a:pt x="796912" y="642930"/>
                </a:cubicBezTo>
                <a:cubicBezTo>
                  <a:pt x="815220" y="642930"/>
                  <a:pt x="830062" y="628089"/>
                  <a:pt x="830062" y="609781"/>
                </a:cubicBezTo>
                <a:cubicBezTo>
                  <a:pt x="830062" y="591473"/>
                  <a:pt x="815220" y="576631"/>
                  <a:pt x="796912" y="576631"/>
                </a:cubicBezTo>
                <a:cubicBezTo>
                  <a:pt x="778605" y="576631"/>
                  <a:pt x="763763" y="591473"/>
                  <a:pt x="763763" y="609781"/>
                </a:cubicBezTo>
                <a:moveTo>
                  <a:pt x="891057" y="212270"/>
                </a:moveTo>
                <a:cubicBezTo>
                  <a:pt x="891057" y="230578"/>
                  <a:pt x="905898" y="245419"/>
                  <a:pt x="924206" y="245419"/>
                </a:cubicBezTo>
                <a:cubicBezTo>
                  <a:pt x="942514" y="245419"/>
                  <a:pt x="957356" y="230578"/>
                  <a:pt x="957356" y="212270"/>
                </a:cubicBezTo>
                <a:cubicBezTo>
                  <a:pt x="957356" y="193962"/>
                  <a:pt x="942514" y="179120"/>
                  <a:pt x="924206" y="179120"/>
                </a:cubicBezTo>
                <a:cubicBezTo>
                  <a:pt x="905898" y="179120"/>
                  <a:pt x="891057" y="193962"/>
                  <a:pt x="891057" y="212270"/>
                </a:cubicBezTo>
                <a:moveTo>
                  <a:pt x="1018351" y="444568"/>
                </a:moveTo>
                <a:cubicBezTo>
                  <a:pt x="1018351" y="462876"/>
                  <a:pt x="1033192" y="477717"/>
                  <a:pt x="1051500" y="477717"/>
                </a:cubicBezTo>
                <a:cubicBezTo>
                  <a:pt x="1069808" y="477717"/>
                  <a:pt x="1084650" y="462876"/>
                  <a:pt x="1084650" y="444568"/>
                </a:cubicBezTo>
                <a:cubicBezTo>
                  <a:pt x="1084650" y="426260"/>
                  <a:pt x="1069808" y="411418"/>
                  <a:pt x="1051500" y="411418"/>
                </a:cubicBezTo>
                <a:cubicBezTo>
                  <a:pt x="1033192" y="411418"/>
                  <a:pt x="1018351" y="426260"/>
                  <a:pt x="1018351" y="444568"/>
                </a:cubicBezTo>
                <a:moveTo>
                  <a:pt x="1145644" y="490948"/>
                </a:moveTo>
                <a:cubicBezTo>
                  <a:pt x="1145644" y="509256"/>
                  <a:pt x="1160486" y="524097"/>
                  <a:pt x="1178794" y="524097"/>
                </a:cubicBezTo>
                <a:cubicBezTo>
                  <a:pt x="1197102" y="524097"/>
                  <a:pt x="1211943" y="509256"/>
                  <a:pt x="1211943" y="490948"/>
                </a:cubicBezTo>
                <a:cubicBezTo>
                  <a:pt x="1211943" y="472640"/>
                  <a:pt x="1197102" y="457798"/>
                  <a:pt x="1178794" y="457798"/>
                </a:cubicBezTo>
                <a:cubicBezTo>
                  <a:pt x="1160486" y="457798"/>
                  <a:pt x="1145644" y="472640"/>
                  <a:pt x="1145644" y="490948"/>
                </a:cubicBezTo>
                <a:moveTo>
                  <a:pt x="1272938" y="490253"/>
                </a:moveTo>
                <a:cubicBezTo>
                  <a:pt x="1272938" y="508561"/>
                  <a:pt x="1287780" y="523402"/>
                  <a:pt x="1306088" y="523402"/>
                </a:cubicBezTo>
                <a:cubicBezTo>
                  <a:pt x="1324395" y="523402"/>
                  <a:pt x="1339237" y="508561"/>
                  <a:pt x="1339237" y="490253"/>
                </a:cubicBezTo>
                <a:cubicBezTo>
                  <a:pt x="1339237" y="471945"/>
                  <a:pt x="1324395" y="457103"/>
                  <a:pt x="1306088" y="457103"/>
                </a:cubicBezTo>
                <a:cubicBezTo>
                  <a:pt x="1287780" y="457103"/>
                  <a:pt x="1272938" y="471945"/>
                  <a:pt x="1272938" y="490253"/>
                </a:cubicBezTo>
                <a:moveTo>
                  <a:pt x="1400232" y="561409"/>
                </a:moveTo>
                <a:cubicBezTo>
                  <a:pt x="1400232" y="579717"/>
                  <a:pt x="1415074" y="594559"/>
                  <a:pt x="1433381" y="594559"/>
                </a:cubicBezTo>
                <a:cubicBezTo>
                  <a:pt x="1451689" y="594559"/>
                  <a:pt x="1466531" y="579717"/>
                  <a:pt x="1466531" y="561409"/>
                </a:cubicBezTo>
                <a:cubicBezTo>
                  <a:pt x="1466531" y="543101"/>
                  <a:pt x="1451689" y="528260"/>
                  <a:pt x="1433381" y="528260"/>
                </a:cubicBezTo>
                <a:cubicBezTo>
                  <a:pt x="1415074" y="528260"/>
                  <a:pt x="1400232" y="543101"/>
                  <a:pt x="1400232" y="561409"/>
                </a:cubicBezTo>
                <a:moveTo>
                  <a:pt x="1527526" y="478790"/>
                </a:moveTo>
                <a:cubicBezTo>
                  <a:pt x="1527526" y="497098"/>
                  <a:pt x="1542367" y="511939"/>
                  <a:pt x="1560675" y="511939"/>
                </a:cubicBezTo>
                <a:cubicBezTo>
                  <a:pt x="1578983" y="511939"/>
                  <a:pt x="1593825" y="497098"/>
                  <a:pt x="1593825" y="478790"/>
                </a:cubicBezTo>
                <a:cubicBezTo>
                  <a:pt x="1593825" y="460482"/>
                  <a:pt x="1578983" y="445641"/>
                  <a:pt x="1560675" y="445641"/>
                </a:cubicBezTo>
                <a:cubicBezTo>
                  <a:pt x="1542367" y="445641"/>
                  <a:pt x="1527526" y="460482"/>
                  <a:pt x="1527526" y="478790"/>
                </a:cubicBezTo>
                <a:moveTo>
                  <a:pt x="1654820" y="475668"/>
                </a:moveTo>
                <a:cubicBezTo>
                  <a:pt x="1654820" y="493975"/>
                  <a:pt x="1669661" y="508817"/>
                  <a:pt x="1687969" y="508817"/>
                </a:cubicBezTo>
                <a:cubicBezTo>
                  <a:pt x="1706277" y="508817"/>
                  <a:pt x="1721119" y="493975"/>
                  <a:pt x="1721119" y="475668"/>
                </a:cubicBezTo>
                <a:cubicBezTo>
                  <a:pt x="1721119" y="457360"/>
                  <a:pt x="1706277" y="442518"/>
                  <a:pt x="1687969" y="442518"/>
                </a:cubicBezTo>
                <a:cubicBezTo>
                  <a:pt x="1669661" y="442518"/>
                  <a:pt x="1654820" y="457360"/>
                  <a:pt x="1654820" y="475668"/>
                </a:cubicBezTo>
                <a:moveTo>
                  <a:pt x="1782114" y="383947"/>
                </a:moveTo>
                <a:cubicBezTo>
                  <a:pt x="1782114" y="402255"/>
                  <a:pt x="1796955" y="417097"/>
                  <a:pt x="1815263" y="417097"/>
                </a:cubicBezTo>
                <a:cubicBezTo>
                  <a:pt x="1833571" y="417097"/>
                  <a:pt x="1848412" y="402255"/>
                  <a:pt x="1848412" y="383947"/>
                </a:cubicBezTo>
                <a:cubicBezTo>
                  <a:pt x="1848412" y="365640"/>
                  <a:pt x="1833571" y="350798"/>
                  <a:pt x="1815263" y="350798"/>
                </a:cubicBezTo>
                <a:cubicBezTo>
                  <a:pt x="1796955" y="350798"/>
                  <a:pt x="1782114" y="365640"/>
                  <a:pt x="1782114" y="383947"/>
                </a:cubicBezTo>
                <a:moveTo>
                  <a:pt x="1909407" y="384764"/>
                </a:moveTo>
                <a:cubicBezTo>
                  <a:pt x="1909407" y="403072"/>
                  <a:pt x="1924249" y="417914"/>
                  <a:pt x="1942557" y="417914"/>
                </a:cubicBezTo>
                <a:cubicBezTo>
                  <a:pt x="1960865" y="417914"/>
                  <a:pt x="1975706" y="403072"/>
                  <a:pt x="1975706" y="384764"/>
                </a:cubicBezTo>
                <a:cubicBezTo>
                  <a:pt x="1975706" y="366457"/>
                  <a:pt x="1960865" y="351615"/>
                  <a:pt x="1942557" y="351615"/>
                </a:cubicBezTo>
                <a:cubicBezTo>
                  <a:pt x="1924249" y="351615"/>
                  <a:pt x="1909407" y="366457"/>
                  <a:pt x="1909407" y="384764"/>
                </a:cubicBezTo>
                <a:moveTo>
                  <a:pt x="2036701" y="380081"/>
                </a:moveTo>
                <a:cubicBezTo>
                  <a:pt x="2036701" y="398389"/>
                  <a:pt x="2051543" y="413231"/>
                  <a:pt x="2069851" y="413231"/>
                </a:cubicBezTo>
                <a:cubicBezTo>
                  <a:pt x="2088159" y="413231"/>
                  <a:pt x="2103000" y="398389"/>
                  <a:pt x="2103000" y="380081"/>
                </a:cubicBezTo>
                <a:cubicBezTo>
                  <a:pt x="2103000" y="361773"/>
                  <a:pt x="2088159" y="346932"/>
                  <a:pt x="2069851" y="346932"/>
                </a:cubicBezTo>
                <a:cubicBezTo>
                  <a:pt x="2051543" y="346932"/>
                  <a:pt x="2036701" y="361773"/>
                  <a:pt x="2036701" y="380081"/>
                </a:cubicBezTo>
                <a:moveTo>
                  <a:pt x="2163995" y="377196"/>
                </a:moveTo>
                <a:cubicBezTo>
                  <a:pt x="2163995" y="395504"/>
                  <a:pt x="2178837" y="410345"/>
                  <a:pt x="2197144" y="410345"/>
                </a:cubicBezTo>
                <a:cubicBezTo>
                  <a:pt x="2215452" y="410345"/>
                  <a:pt x="2230294" y="395504"/>
                  <a:pt x="2230294" y="377196"/>
                </a:cubicBezTo>
                <a:cubicBezTo>
                  <a:pt x="2230294" y="358888"/>
                  <a:pt x="2215452" y="344046"/>
                  <a:pt x="2197144" y="344046"/>
                </a:cubicBezTo>
                <a:cubicBezTo>
                  <a:pt x="2178837" y="344046"/>
                  <a:pt x="2163995" y="358888"/>
                  <a:pt x="2163995" y="377196"/>
                </a:cubicBezTo>
                <a:moveTo>
                  <a:pt x="2291289" y="1169538"/>
                </a:moveTo>
                <a:cubicBezTo>
                  <a:pt x="2291289" y="1187845"/>
                  <a:pt x="2306130" y="1202687"/>
                  <a:pt x="2324438" y="1202687"/>
                </a:cubicBezTo>
                <a:cubicBezTo>
                  <a:pt x="2342746" y="1202687"/>
                  <a:pt x="2357588" y="1187845"/>
                  <a:pt x="2357588" y="1169538"/>
                </a:cubicBezTo>
                <a:cubicBezTo>
                  <a:pt x="2357588" y="1151230"/>
                  <a:pt x="2342746" y="1136388"/>
                  <a:pt x="2324438" y="1136388"/>
                </a:cubicBezTo>
                <a:cubicBezTo>
                  <a:pt x="2306130" y="1136388"/>
                  <a:pt x="2291289" y="1151230"/>
                  <a:pt x="2291289" y="1169538"/>
                </a:cubicBezTo>
                <a:moveTo>
                  <a:pt x="2418583" y="1166127"/>
                </a:moveTo>
                <a:cubicBezTo>
                  <a:pt x="2418583" y="1184435"/>
                  <a:pt x="2433424" y="1199277"/>
                  <a:pt x="2451732" y="1199277"/>
                </a:cubicBezTo>
                <a:cubicBezTo>
                  <a:pt x="2470040" y="1199277"/>
                  <a:pt x="2484881" y="1184435"/>
                  <a:pt x="2484881" y="1166127"/>
                </a:cubicBezTo>
                <a:cubicBezTo>
                  <a:pt x="2484881" y="1147819"/>
                  <a:pt x="2470040" y="1132978"/>
                  <a:pt x="2451732" y="1132978"/>
                </a:cubicBezTo>
                <a:cubicBezTo>
                  <a:pt x="2433424" y="1132978"/>
                  <a:pt x="2418583" y="1147819"/>
                  <a:pt x="2418583" y="1166127"/>
                </a:cubicBezTo>
                <a:moveTo>
                  <a:pt x="2545876" y="1169701"/>
                </a:moveTo>
                <a:cubicBezTo>
                  <a:pt x="2545876" y="1188009"/>
                  <a:pt x="2560718" y="1202850"/>
                  <a:pt x="2579026" y="1202850"/>
                </a:cubicBezTo>
                <a:cubicBezTo>
                  <a:pt x="2597334" y="1202850"/>
                  <a:pt x="2612175" y="1188009"/>
                  <a:pt x="2612175" y="1169701"/>
                </a:cubicBezTo>
                <a:cubicBezTo>
                  <a:pt x="2612175" y="1151393"/>
                  <a:pt x="2597334" y="1136551"/>
                  <a:pt x="2579026" y="1136551"/>
                </a:cubicBezTo>
                <a:cubicBezTo>
                  <a:pt x="2560718" y="1136551"/>
                  <a:pt x="2545876" y="1151393"/>
                  <a:pt x="2545876" y="1169701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226505"/>
                </a:moveTo>
                <a:cubicBezTo>
                  <a:pt x="2800464" y="1244813"/>
                  <a:pt x="2815306" y="1259654"/>
                  <a:pt x="2833614" y="1259654"/>
                </a:cubicBezTo>
                <a:cubicBezTo>
                  <a:pt x="2851921" y="1259654"/>
                  <a:pt x="2866763" y="1244813"/>
                  <a:pt x="2866763" y="1226505"/>
                </a:cubicBezTo>
                <a:cubicBezTo>
                  <a:pt x="2866763" y="1208197"/>
                  <a:pt x="2851921" y="1193355"/>
                  <a:pt x="2833614" y="1193355"/>
                </a:cubicBezTo>
                <a:cubicBezTo>
                  <a:pt x="2815306" y="1193355"/>
                  <a:pt x="2800464" y="1208197"/>
                  <a:pt x="2800464" y="1226505"/>
                </a:cubicBezTo>
                <a:close/>
              </a:path>
            </a:pathLst>
          </a:custGeom>
          <a:solidFill xmlns:a="http://schemas.openxmlformats.org/drawingml/2006/main">
            <a:srgbClr val="00B9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D4344-EA1C-4B75-8C83-E8CB9577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1032602"/>
            <a:ext cx="2800464" cy="989913"/>
          </a:xfrm>
          <a:custGeom xmlns:a="http://schemas.openxmlformats.org/drawingml/2006/main">
            <a:pathLst>
              <a:path w="2800464" h="989913" fill="none">
                <a:moveTo>
                  <a:pt x="0" y="833119"/>
                </a:moveTo>
                <a:lnTo>
                  <a:pt x="127294" y="0"/>
                </a:lnTo>
                <a:lnTo>
                  <a:pt x="254588" y="842952"/>
                </a:lnTo>
                <a:lnTo>
                  <a:pt x="381881" y="530994"/>
                </a:lnTo>
                <a:lnTo>
                  <a:pt x="509175" y="670602"/>
                </a:lnTo>
                <a:lnTo>
                  <a:pt x="636469" y="527640"/>
                </a:lnTo>
                <a:lnTo>
                  <a:pt x="763763" y="696613"/>
                </a:lnTo>
                <a:lnTo>
                  <a:pt x="891057" y="530694"/>
                </a:lnTo>
                <a:lnTo>
                  <a:pt x="1018350" y="569442"/>
                </a:lnTo>
                <a:lnTo>
                  <a:pt x="1145644" y="554231"/>
                </a:lnTo>
                <a:lnTo>
                  <a:pt x="1272938" y="555708"/>
                </a:lnTo>
                <a:lnTo>
                  <a:pt x="1400232" y="523464"/>
                </a:lnTo>
                <a:lnTo>
                  <a:pt x="1527526" y="429657"/>
                </a:lnTo>
                <a:lnTo>
                  <a:pt x="1654819" y="553319"/>
                </a:lnTo>
                <a:lnTo>
                  <a:pt x="1782113" y="692896"/>
                </a:lnTo>
                <a:lnTo>
                  <a:pt x="1909407" y="690901"/>
                </a:lnTo>
                <a:lnTo>
                  <a:pt x="2036701" y="691138"/>
                </a:lnTo>
                <a:lnTo>
                  <a:pt x="2163995" y="691231"/>
                </a:lnTo>
                <a:lnTo>
                  <a:pt x="2291289" y="987329"/>
                </a:lnTo>
                <a:lnTo>
                  <a:pt x="2418582" y="983483"/>
                </a:lnTo>
                <a:lnTo>
                  <a:pt x="2545876" y="982397"/>
                </a:lnTo>
                <a:lnTo>
                  <a:pt x="2673170" y="122120"/>
                </a:lnTo>
                <a:lnTo>
                  <a:pt x="2800464" y="989913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B9FF"/>
            </a:solidFill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F3B754-C281-477A-95DA-02FED78D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999452"/>
            <a:ext cx="2866763" cy="1056212"/>
          </a:xfrm>
          <a:custGeom xmlns:a="http://schemas.openxmlformats.org/drawingml/2006/main">
            <a:pathLst>
              <a:path w="2866763" h="1056212">
                <a:moveTo>
                  <a:pt x="0" y="866268"/>
                </a:moveTo>
                <a:cubicBezTo>
                  <a:pt x="0" y="884576"/>
                  <a:pt x="14841" y="899417"/>
                  <a:pt x="33149" y="899417"/>
                </a:cubicBezTo>
                <a:cubicBezTo>
                  <a:pt x="51457" y="899417"/>
                  <a:pt x="66299" y="884576"/>
                  <a:pt x="66299" y="866268"/>
                </a:cubicBezTo>
                <a:cubicBezTo>
                  <a:pt x="66299" y="847960"/>
                  <a:pt x="51457" y="833119"/>
                  <a:pt x="33149" y="833119"/>
                </a:cubicBezTo>
                <a:cubicBezTo>
                  <a:pt x="14841" y="833119"/>
                  <a:pt x="0" y="847960"/>
                  <a:pt x="0" y="866268"/>
                </a:cubicBezTo>
                <a:moveTo>
                  <a:pt x="127294" y="33149"/>
                </a:moveTo>
                <a:cubicBezTo>
                  <a:pt x="127294" y="51457"/>
                  <a:pt x="142135" y="66299"/>
                  <a:pt x="160443" y="66299"/>
                </a:cubicBezTo>
                <a:cubicBezTo>
                  <a:pt x="178751" y="66299"/>
                  <a:pt x="193592" y="51457"/>
                  <a:pt x="193592" y="33149"/>
                </a:cubicBezTo>
                <a:cubicBezTo>
                  <a:pt x="193592" y="14841"/>
                  <a:pt x="178751" y="0"/>
                  <a:pt x="160443" y="0"/>
                </a:cubicBezTo>
                <a:cubicBezTo>
                  <a:pt x="142135" y="0"/>
                  <a:pt x="127294" y="14841"/>
                  <a:pt x="127294" y="33149"/>
                </a:cubicBezTo>
                <a:moveTo>
                  <a:pt x="254588" y="876102"/>
                </a:moveTo>
                <a:cubicBezTo>
                  <a:pt x="254588" y="894410"/>
                  <a:pt x="269429" y="909251"/>
                  <a:pt x="287737" y="909251"/>
                </a:cubicBezTo>
                <a:cubicBezTo>
                  <a:pt x="306045" y="909251"/>
                  <a:pt x="320886" y="894410"/>
                  <a:pt x="320886" y="876102"/>
                </a:cubicBezTo>
                <a:cubicBezTo>
                  <a:pt x="320886" y="857794"/>
                  <a:pt x="306045" y="842952"/>
                  <a:pt x="287737" y="842952"/>
                </a:cubicBezTo>
                <a:cubicBezTo>
                  <a:pt x="269429" y="842952"/>
                  <a:pt x="254588" y="857794"/>
                  <a:pt x="254588" y="876102"/>
                </a:cubicBezTo>
                <a:moveTo>
                  <a:pt x="381881" y="564143"/>
                </a:moveTo>
                <a:cubicBezTo>
                  <a:pt x="381881" y="582451"/>
                  <a:pt x="396723" y="597293"/>
                  <a:pt x="415031" y="597293"/>
                </a:cubicBezTo>
                <a:cubicBezTo>
                  <a:pt x="433339" y="597293"/>
                  <a:pt x="448180" y="582451"/>
                  <a:pt x="448180" y="564143"/>
                </a:cubicBezTo>
                <a:cubicBezTo>
                  <a:pt x="448180" y="545835"/>
                  <a:pt x="433339" y="530994"/>
                  <a:pt x="415031" y="530994"/>
                </a:cubicBezTo>
                <a:cubicBezTo>
                  <a:pt x="396723" y="530994"/>
                  <a:pt x="381881" y="545835"/>
                  <a:pt x="381881" y="564143"/>
                </a:cubicBezTo>
                <a:moveTo>
                  <a:pt x="509175" y="703752"/>
                </a:moveTo>
                <a:cubicBezTo>
                  <a:pt x="509175" y="722060"/>
                  <a:pt x="524017" y="736901"/>
                  <a:pt x="542324" y="736901"/>
                </a:cubicBezTo>
                <a:cubicBezTo>
                  <a:pt x="560632" y="736901"/>
                  <a:pt x="575474" y="722060"/>
                  <a:pt x="575474" y="703752"/>
                </a:cubicBezTo>
                <a:cubicBezTo>
                  <a:pt x="575474" y="685444"/>
                  <a:pt x="560632" y="670602"/>
                  <a:pt x="542324" y="670602"/>
                </a:cubicBezTo>
                <a:cubicBezTo>
                  <a:pt x="524017" y="670602"/>
                  <a:pt x="509175" y="685444"/>
                  <a:pt x="509175" y="703752"/>
                </a:cubicBezTo>
                <a:moveTo>
                  <a:pt x="636469" y="560789"/>
                </a:moveTo>
                <a:cubicBezTo>
                  <a:pt x="636469" y="579097"/>
                  <a:pt x="651310" y="593939"/>
                  <a:pt x="669618" y="593939"/>
                </a:cubicBezTo>
                <a:cubicBezTo>
                  <a:pt x="687926" y="593939"/>
                  <a:pt x="702768" y="579097"/>
                  <a:pt x="702768" y="560789"/>
                </a:cubicBezTo>
                <a:cubicBezTo>
                  <a:pt x="702768" y="542481"/>
                  <a:pt x="687926" y="527640"/>
                  <a:pt x="669618" y="527640"/>
                </a:cubicBezTo>
                <a:cubicBezTo>
                  <a:pt x="651310" y="527640"/>
                  <a:pt x="636469" y="542481"/>
                  <a:pt x="636469" y="560789"/>
                </a:cubicBezTo>
                <a:moveTo>
                  <a:pt x="763763" y="729762"/>
                </a:moveTo>
                <a:cubicBezTo>
                  <a:pt x="763763" y="748070"/>
                  <a:pt x="778604" y="762912"/>
                  <a:pt x="796912" y="762912"/>
                </a:cubicBezTo>
                <a:cubicBezTo>
                  <a:pt x="815220" y="762912"/>
                  <a:pt x="830061" y="748070"/>
                  <a:pt x="830061" y="729762"/>
                </a:cubicBezTo>
                <a:cubicBezTo>
                  <a:pt x="830061" y="711454"/>
                  <a:pt x="815220" y="696613"/>
                  <a:pt x="796912" y="696613"/>
                </a:cubicBezTo>
                <a:cubicBezTo>
                  <a:pt x="778604" y="696613"/>
                  <a:pt x="763763" y="711454"/>
                  <a:pt x="763763" y="729762"/>
                </a:cubicBezTo>
                <a:moveTo>
                  <a:pt x="891057" y="563843"/>
                </a:moveTo>
                <a:cubicBezTo>
                  <a:pt x="891057" y="582151"/>
                  <a:pt x="905898" y="596993"/>
                  <a:pt x="924206" y="596993"/>
                </a:cubicBezTo>
                <a:cubicBezTo>
                  <a:pt x="942514" y="596993"/>
                  <a:pt x="957356" y="582151"/>
                  <a:pt x="957356" y="563843"/>
                </a:cubicBezTo>
                <a:cubicBezTo>
                  <a:pt x="957356" y="545536"/>
                  <a:pt x="942514" y="530694"/>
                  <a:pt x="924206" y="530694"/>
                </a:cubicBezTo>
                <a:cubicBezTo>
                  <a:pt x="905898" y="530694"/>
                  <a:pt x="891057" y="545536"/>
                  <a:pt x="891057" y="563843"/>
                </a:cubicBezTo>
                <a:moveTo>
                  <a:pt x="1018350" y="602591"/>
                </a:moveTo>
                <a:cubicBezTo>
                  <a:pt x="1018350" y="620899"/>
                  <a:pt x="1033192" y="635741"/>
                  <a:pt x="1051500" y="635741"/>
                </a:cubicBezTo>
                <a:cubicBezTo>
                  <a:pt x="1069808" y="635741"/>
                  <a:pt x="1084649" y="620899"/>
                  <a:pt x="1084649" y="602591"/>
                </a:cubicBezTo>
                <a:cubicBezTo>
                  <a:pt x="1084649" y="584284"/>
                  <a:pt x="1069808" y="569442"/>
                  <a:pt x="1051500" y="569442"/>
                </a:cubicBezTo>
                <a:cubicBezTo>
                  <a:pt x="1033192" y="569442"/>
                  <a:pt x="1018350" y="584284"/>
                  <a:pt x="1018350" y="602591"/>
                </a:cubicBezTo>
                <a:moveTo>
                  <a:pt x="1145644" y="587380"/>
                </a:moveTo>
                <a:cubicBezTo>
                  <a:pt x="1145644" y="605688"/>
                  <a:pt x="1160486" y="620529"/>
                  <a:pt x="1178793" y="620529"/>
                </a:cubicBezTo>
                <a:cubicBezTo>
                  <a:pt x="1197101" y="620529"/>
                  <a:pt x="1211943" y="605688"/>
                  <a:pt x="1211943" y="587380"/>
                </a:cubicBezTo>
                <a:cubicBezTo>
                  <a:pt x="1211943" y="569072"/>
                  <a:pt x="1197101" y="554231"/>
                  <a:pt x="1178793" y="554231"/>
                </a:cubicBezTo>
                <a:cubicBezTo>
                  <a:pt x="1160486" y="554231"/>
                  <a:pt x="1145644" y="569072"/>
                  <a:pt x="1145644" y="587380"/>
                </a:cubicBezTo>
                <a:moveTo>
                  <a:pt x="1272938" y="588857"/>
                </a:moveTo>
                <a:cubicBezTo>
                  <a:pt x="1272938" y="607165"/>
                  <a:pt x="1287780" y="622006"/>
                  <a:pt x="1306087" y="622006"/>
                </a:cubicBezTo>
                <a:cubicBezTo>
                  <a:pt x="1324395" y="622006"/>
                  <a:pt x="1339237" y="607165"/>
                  <a:pt x="1339237" y="588857"/>
                </a:cubicBezTo>
                <a:cubicBezTo>
                  <a:pt x="1339237" y="570549"/>
                  <a:pt x="1324395" y="555708"/>
                  <a:pt x="1306087" y="555708"/>
                </a:cubicBezTo>
                <a:cubicBezTo>
                  <a:pt x="1287780" y="555708"/>
                  <a:pt x="1272938" y="570549"/>
                  <a:pt x="1272938" y="588857"/>
                </a:cubicBezTo>
                <a:moveTo>
                  <a:pt x="1400232" y="556614"/>
                </a:moveTo>
                <a:cubicBezTo>
                  <a:pt x="1400232" y="574921"/>
                  <a:pt x="1415073" y="589763"/>
                  <a:pt x="1433381" y="589763"/>
                </a:cubicBezTo>
                <a:cubicBezTo>
                  <a:pt x="1451689" y="589763"/>
                  <a:pt x="1466531" y="574921"/>
                  <a:pt x="1466531" y="556614"/>
                </a:cubicBezTo>
                <a:cubicBezTo>
                  <a:pt x="1466531" y="538306"/>
                  <a:pt x="1451689" y="523464"/>
                  <a:pt x="1433381" y="523464"/>
                </a:cubicBezTo>
                <a:cubicBezTo>
                  <a:pt x="1415073" y="523464"/>
                  <a:pt x="1400232" y="538306"/>
                  <a:pt x="1400232" y="556614"/>
                </a:cubicBezTo>
                <a:moveTo>
                  <a:pt x="1527526" y="462806"/>
                </a:moveTo>
                <a:cubicBezTo>
                  <a:pt x="1527526" y="481114"/>
                  <a:pt x="1542367" y="495955"/>
                  <a:pt x="1560675" y="495955"/>
                </a:cubicBezTo>
                <a:cubicBezTo>
                  <a:pt x="1578983" y="495955"/>
                  <a:pt x="1593825" y="481114"/>
                  <a:pt x="1593825" y="462806"/>
                </a:cubicBezTo>
                <a:cubicBezTo>
                  <a:pt x="1593825" y="444498"/>
                  <a:pt x="1578983" y="429657"/>
                  <a:pt x="1560675" y="429657"/>
                </a:cubicBezTo>
                <a:cubicBezTo>
                  <a:pt x="1542367" y="429657"/>
                  <a:pt x="1527526" y="444498"/>
                  <a:pt x="1527526" y="462806"/>
                </a:cubicBezTo>
                <a:moveTo>
                  <a:pt x="1654819" y="586468"/>
                </a:moveTo>
                <a:cubicBezTo>
                  <a:pt x="1654819" y="604776"/>
                  <a:pt x="1669661" y="619618"/>
                  <a:pt x="1687969" y="619618"/>
                </a:cubicBezTo>
                <a:cubicBezTo>
                  <a:pt x="1706276" y="619618"/>
                  <a:pt x="1721118" y="604776"/>
                  <a:pt x="1721118" y="586468"/>
                </a:cubicBezTo>
                <a:cubicBezTo>
                  <a:pt x="1721118" y="568160"/>
                  <a:pt x="1706276" y="553319"/>
                  <a:pt x="1687969" y="553319"/>
                </a:cubicBezTo>
                <a:cubicBezTo>
                  <a:pt x="1669661" y="553319"/>
                  <a:pt x="1654819" y="568160"/>
                  <a:pt x="1654819" y="586468"/>
                </a:cubicBezTo>
                <a:moveTo>
                  <a:pt x="1782113" y="726046"/>
                </a:moveTo>
                <a:cubicBezTo>
                  <a:pt x="1782113" y="744354"/>
                  <a:pt x="1796955" y="759195"/>
                  <a:pt x="1815263" y="759195"/>
                </a:cubicBezTo>
                <a:cubicBezTo>
                  <a:pt x="1833571" y="759195"/>
                  <a:pt x="1848412" y="744354"/>
                  <a:pt x="1848412" y="726046"/>
                </a:cubicBezTo>
                <a:cubicBezTo>
                  <a:pt x="1848412" y="707738"/>
                  <a:pt x="1833571" y="692896"/>
                  <a:pt x="1815263" y="692896"/>
                </a:cubicBezTo>
                <a:cubicBezTo>
                  <a:pt x="1796955" y="692896"/>
                  <a:pt x="1782113" y="707738"/>
                  <a:pt x="1782113" y="726046"/>
                </a:cubicBezTo>
                <a:moveTo>
                  <a:pt x="1909407" y="724050"/>
                </a:moveTo>
                <a:cubicBezTo>
                  <a:pt x="1909407" y="742358"/>
                  <a:pt x="1924249" y="757200"/>
                  <a:pt x="1942557" y="757200"/>
                </a:cubicBezTo>
                <a:cubicBezTo>
                  <a:pt x="1960865" y="757200"/>
                  <a:pt x="1975706" y="742358"/>
                  <a:pt x="1975706" y="724050"/>
                </a:cubicBezTo>
                <a:cubicBezTo>
                  <a:pt x="1975706" y="705743"/>
                  <a:pt x="1960865" y="690901"/>
                  <a:pt x="1942557" y="690901"/>
                </a:cubicBezTo>
                <a:cubicBezTo>
                  <a:pt x="1924249" y="690901"/>
                  <a:pt x="1909407" y="705743"/>
                  <a:pt x="1909407" y="724050"/>
                </a:cubicBezTo>
                <a:moveTo>
                  <a:pt x="2036701" y="724287"/>
                </a:moveTo>
                <a:cubicBezTo>
                  <a:pt x="2036701" y="742595"/>
                  <a:pt x="2051543" y="757437"/>
                  <a:pt x="2069850" y="757437"/>
                </a:cubicBezTo>
                <a:cubicBezTo>
                  <a:pt x="2088159" y="757437"/>
                  <a:pt x="2103000" y="742595"/>
                  <a:pt x="2103000" y="724287"/>
                </a:cubicBezTo>
                <a:cubicBezTo>
                  <a:pt x="2103000" y="705979"/>
                  <a:pt x="2088159" y="691138"/>
                  <a:pt x="2069850" y="691138"/>
                </a:cubicBezTo>
                <a:cubicBezTo>
                  <a:pt x="2051543" y="691138"/>
                  <a:pt x="2036701" y="705979"/>
                  <a:pt x="2036701" y="724287"/>
                </a:cubicBezTo>
                <a:moveTo>
                  <a:pt x="2163995" y="724380"/>
                </a:moveTo>
                <a:cubicBezTo>
                  <a:pt x="2163995" y="742688"/>
                  <a:pt x="2178836" y="757530"/>
                  <a:pt x="2197144" y="757530"/>
                </a:cubicBezTo>
                <a:cubicBezTo>
                  <a:pt x="2215452" y="757530"/>
                  <a:pt x="2230294" y="742688"/>
                  <a:pt x="2230294" y="724380"/>
                </a:cubicBezTo>
                <a:cubicBezTo>
                  <a:pt x="2230294" y="706072"/>
                  <a:pt x="2215452" y="691231"/>
                  <a:pt x="2197144" y="691231"/>
                </a:cubicBezTo>
                <a:cubicBezTo>
                  <a:pt x="2178836" y="691231"/>
                  <a:pt x="2163995" y="706072"/>
                  <a:pt x="2163995" y="724380"/>
                </a:cubicBezTo>
                <a:moveTo>
                  <a:pt x="2291289" y="1020479"/>
                </a:moveTo>
                <a:cubicBezTo>
                  <a:pt x="2291289" y="1038787"/>
                  <a:pt x="2306130" y="1053628"/>
                  <a:pt x="2324438" y="1053628"/>
                </a:cubicBezTo>
                <a:cubicBezTo>
                  <a:pt x="2342746" y="1053628"/>
                  <a:pt x="2357587" y="1038787"/>
                  <a:pt x="2357587" y="1020479"/>
                </a:cubicBezTo>
                <a:cubicBezTo>
                  <a:pt x="2357587" y="1002171"/>
                  <a:pt x="2342746" y="987329"/>
                  <a:pt x="2324438" y="987329"/>
                </a:cubicBezTo>
                <a:cubicBezTo>
                  <a:pt x="2306130" y="987329"/>
                  <a:pt x="2291289" y="1002171"/>
                  <a:pt x="2291289" y="1020479"/>
                </a:cubicBezTo>
                <a:moveTo>
                  <a:pt x="2418582" y="1016633"/>
                </a:moveTo>
                <a:cubicBezTo>
                  <a:pt x="2418582" y="1034941"/>
                  <a:pt x="2433424" y="1049782"/>
                  <a:pt x="2451732" y="1049782"/>
                </a:cubicBezTo>
                <a:cubicBezTo>
                  <a:pt x="2470040" y="1049782"/>
                  <a:pt x="2484881" y="1034941"/>
                  <a:pt x="2484881" y="1016633"/>
                </a:cubicBezTo>
                <a:cubicBezTo>
                  <a:pt x="2484881" y="998325"/>
                  <a:pt x="2470040" y="983483"/>
                  <a:pt x="2451732" y="983483"/>
                </a:cubicBezTo>
                <a:cubicBezTo>
                  <a:pt x="2433424" y="983483"/>
                  <a:pt x="2418582" y="998325"/>
                  <a:pt x="2418582" y="1016633"/>
                </a:cubicBezTo>
                <a:moveTo>
                  <a:pt x="2545876" y="1015547"/>
                </a:moveTo>
                <a:cubicBezTo>
                  <a:pt x="2545876" y="1033855"/>
                  <a:pt x="2560718" y="1048696"/>
                  <a:pt x="2579026" y="1048696"/>
                </a:cubicBezTo>
                <a:cubicBezTo>
                  <a:pt x="2597334" y="1048696"/>
                  <a:pt x="2612175" y="1033855"/>
                  <a:pt x="2612175" y="1015547"/>
                </a:cubicBezTo>
                <a:cubicBezTo>
                  <a:pt x="2612175" y="997239"/>
                  <a:pt x="2597334" y="982397"/>
                  <a:pt x="2579026" y="982397"/>
                </a:cubicBezTo>
                <a:cubicBezTo>
                  <a:pt x="2560718" y="982397"/>
                  <a:pt x="2545876" y="997239"/>
                  <a:pt x="2545876" y="1015547"/>
                </a:cubicBezTo>
                <a:moveTo>
                  <a:pt x="2673170" y="155270"/>
                </a:moveTo>
                <a:cubicBezTo>
                  <a:pt x="2673170" y="173578"/>
                  <a:pt x="2688012" y="188419"/>
                  <a:pt x="2706319" y="188419"/>
                </a:cubicBezTo>
                <a:cubicBezTo>
                  <a:pt x="2724628" y="188419"/>
                  <a:pt x="2739469" y="173578"/>
                  <a:pt x="2739469" y="155270"/>
                </a:cubicBezTo>
                <a:cubicBezTo>
                  <a:pt x="2739469" y="136962"/>
                  <a:pt x="2724628" y="122120"/>
                  <a:pt x="2706319" y="122120"/>
                </a:cubicBezTo>
                <a:cubicBezTo>
                  <a:pt x="2688012" y="122120"/>
                  <a:pt x="2673170" y="136962"/>
                  <a:pt x="2673170" y="155270"/>
                </a:cubicBezTo>
                <a:moveTo>
                  <a:pt x="2800464" y="1023063"/>
                </a:moveTo>
                <a:cubicBezTo>
                  <a:pt x="2800464" y="1041371"/>
                  <a:pt x="2815306" y="1056212"/>
                  <a:pt x="2833613" y="1056212"/>
                </a:cubicBezTo>
                <a:cubicBezTo>
                  <a:pt x="2851922" y="1056212"/>
                  <a:pt x="2866763" y="1041371"/>
                  <a:pt x="2866763" y="1023063"/>
                </a:cubicBezTo>
                <a:cubicBezTo>
                  <a:pt x="2866763" y="1004755"/>
                  <a:pt x="2851922" y="989913"/>
                  <a:pt x="2833613" y="989913"/>
                </a:cubicBezTo>
                <a:cubicBezTo>
                  <a:pt x="2815306" y="989913"/>
                  <a:pt x="2800464" y="1004755"/>
                  <a:pt x="2800464" y="1023063"/>
                </a:cubicBezTo>
                <a:close/>
              </a:path>
            </a:pathLst>
          </a:custGeom>
          <a:solidFill xmlns:a="http://schemas.openxmlformats.org/drawingml/2006/main">
            <a:srgbClr val="00B9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24A0E-E0CA-4804-BF80-EA709F0A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2786415"/>
            <a:ext cx="2800464" cy="1279124"/>
          </a:xfrm>
          <a:custGeom xmlns:a="http://schemas.openxmlformats.org/drawingml/2006/main">
            <a:pathLst>
              <a:path w="2800464" h="1279124" fill="none">
                <a:moveTo>
                  <a:pt x="0" y="1036820"/>
                </a:moveTo>
                <a:lnTo>
                  <a:pt x="127294" y="615063"/>
                </a:lnTo>
                <a:lnTo>
                  <a:pt x="254588" y="1060656"/>
                </a:lnTo>
                <a:lnTo>
                  <a:pt x="381881" y="492868"/>
                </a:lnTo>
                <a:lnTo>
                  <a:pt x="509175" y="595953"/>
                </a:lnTo>
                <a:lnTo>
                  <a:pt x="636469" y="489536"/>
                </a:lnTo>
                <a:lnTo>
                  <a:pt x="763763" y="535516"/>
                </a:lnTo>
                <a:lnTo>
                  <a:pt x="891057" y="371697"/>
                </a:lnTo>
                <a:lnTo>
                  <a:pt x="1018351" y="485684"/>
                </a:lnTo>
                <a:lnTo>
                  <a:pt x="1145644" y="558338"/>
                </a:lnTo>
                <a:lnTo>
                  <a:pt x="1272938" y="557232"/>
                </a:lnTo>
                <a:lnTo>
                  <a:pt x="1400232" y="515257"/>
                </a:lnTo>
                <a:lnTo>
                  <a:pt x="1527526" y="448675"/>
                </a:lnTo>
                <a:lnTo>
                  <a:pt x="1654820" y="431666"/>
                </a:lnTo>
                <a:lnTo>
                  <a:pt x="1782114" y="482649"/>
                </a:lnTo>
                <a:lnTo>
                  <a:pt x="1909407" y="481939"/>
                </a:lnTo>
                <a:lnTo>
                  <a:pt x="2036701" y="478512"/>
                </a:lnTo>
                <a:lnTo>
                  <a:pt x="2163995" y="481251"/>
                </a:lnTo>
                <a:lnTo>
                  <a:pt x="2291289" y="1188808"/>
                </a:lnTo>
                <a:lnTo>
                  <a:pt x="2418583" y="1183580"/>
                </a:lnTo>
                <a:lnTo>
                  <a:pt x="2545876" y="1182974"/>
                </a:lnTo>
                <a:lnTo>
                  <a:pt x="2673170" y="0"/>
                </a:lnTo>
                <a:lnTo>
                  <a:pt x="2800464" y="1279124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B9FF"/>
            </a:solidFill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461FCA-7F6C-4AB6-B1D9-2DDB9A27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2753266"/>
            <a:ext cx="2866763" cy="1345423"/>
          </a:xfrm>
          <a:custGeom xmlns:a="http://schemas.openxmlformats.org/drawingml/2006/main">
            <a:pathLst>
              <a:path w="2866763" h="1345423">
                <a:moveTo>
                  <a:pt x="0" y="1069970"/>
                </a:moveTo>
                <a:cubicBezTo>
                  <a:pt x="0" y="1088278"/>
                  <a:pt x="14841" y="1103119"/>
                  <a:pt x="33149" y="1103119"/>
                </a:cubicBezTo>
                <a:cubicBezTo>
                  <a:pt x="51457" y="1103119"/>
                  <a:pt x="66299" y="1088278"/>
                  <a:pt x="66299" y="1069970"/>
                </a:cubicBezTo>
                <a:cubicBezTo>
                  <a:pt x="66299" y="1051662"/>
                  <a:pt x="51457" y="1036820"/>
                  <a:pt x="33149" y="1036820"/>
                </a:cubicBezTo>
                <a:cubicBezTo>
                  <a:pt x="14841" y="1036820"/>
                  <a:pt x="0" y="1051662"/>
                  <a:pt x="0" y="1069970"/>
                </a:cubicBezTo>
                <a:moveTo>
                  <a:pt x="127294" y="648212"/>
                </a:moveTo>
                <a:cubicBezTo>
                  <a:pt x="127294" y="666520"/>
                  <a:pt x="142135" y="681362"/>
                  <a:pt x="160443" y="681362"/>
                </a:cubicBezTo>
                <a:cubicBezTo>
                  <a:pt x="178751" y="681362"/>
                  <a:pt x="193593" y="666520"/>
                  <a:pt x="193593" y="648212"/>
                </a:cubicBezTo>
                <a:cubicBezTo>
                  <a:pt x="193593" y="629904"/>
                  <a:pt x="178751" y="615063"/>
                  <a:pt x="160443" y="615063"/>
                </a:cubicBezTo>
                <a:cubicBezTo>
                  <a:pt x="142135" y="615063"/>
                  <a:pt x="127294" y="629904"/>
                  <a:pt x="127294" y="648212"/>
                </a:cubicBezTo>
                <a:moveTo>
                  <a:pt x="254588" y="1093806"/>
                </a:moveTo>
                <a:cubicBezTo>
                  <a:pt x="254588" y="1112114"/>
                  <a:pt x="269429" y="1126955"/>
                  <a:pt x="287737" y="1126955"/>
                </a:cubicBezTo>
                <a:cubicBezTo>
                  <a:pt x="306045" y="1126955"/>
                  <a:pt x="320886" y="1112114"/>
                  <a:pt x="320886" y="1093806"/>
                </a:cubicBezTo>
                <a:cubicBezTo>
                  <a:pt x="320886" y="1075498"/>
                  <a:pt x="306045" y="1060656"/>
                  <a:pt x="287737" y="1060656"/>
                </a:cubicBezTo>
                <a:cubicBezTo>
                  <a:pt x="269429" y="1060656"/>
                  <a:pt x="254588" y="1075498"/>
                  <a:pt x="254588" y="1093806"/>
                </a:cubicBezTo>
                <a:moveTo>
                  <a:pt x="381881" y="526018"/>
                </a:moveTo>
                <a:cubicBezTo>
                  <a:pt x="381881" y="544326"/>
                  <a:pt x="396723" y="559167"/>
                  <a:pt x="415031" y="559167"/>
                </a:cubicBezTo>
                <a:cubicBezTo>
                  <a:pt x="433339" y="559167"/>
                  <a:pt x="448180" y="544326"/>
                  <a:pt x="448180" y="526018"/>
                </a:cubicBezTo>
                <a:cubicBezTo>
                  <a:pt x="448180" y="507710"/>
                  <a:pt x="433339" y="492868"/>
                  <a:pt x="415031" y="492868"/>
                </a:cubicBezTo>
                <a:cubicBezTo>
                  <a:pt x="396723" y="492868"/>
                  <a:pt x="381881" y="507710"/>
                  <a:pt x="381881" y="526018"/>
                </a:cubicBezTo>
                <a:moveTo>
                  <a:pt x="509175" y="629103"/>
                </a:moveTo>
                <a:cubicBezTo>
                  <a:pt x="509175" y="647410"/>
                  <a:pt x="524017" y="662252"/>
                  <a:pt x="542325" y="662252"/>
                </a:cubicBezTo>
                <a:cubicBezTo>
                  <a:pt x="560633" y="662252"/>
                  <a:pt x="575474" y="647410"/>
                  <a:pt x="575474" y="629103"/>
                </a:cubicBezTo>
                <a:cubicBezTo>
                  <a:pt x="575474" y="610795"/>
                  <a:pt x="560633" y="595953"/>
                  <a:pt x="542325" y="595953"/>
                </a:cubicBezTo>
                <a:cubicBezTo>
                  <a:pt x="524017" y="595953"/>
                  <a:pt x="509175" y="610795"/>
                  <a:pt x="509175" y="629103"/>
                </a:cubicBezTo>
                <a:moveTo>
                  <a:pt x="636469" y="522686"/>
                </a:moveTo>
                <a:cubicBezTo>
                  <a:pt x="636469" y="540994"/>
                  <a:pt x="651311" y="555835"/>
                  <a:pt x="669619" y="555835"/>
                </a:cubicBezTo>
                <a:cubicBezTo>
                  <a:pt x="687926" y="555835"/>
                  <a:pt x="702768" y="540994"/>
                  <a:pt x="702768" y="522686"/>
                </a:cubicBezTo>
                <a:cubicBezTo>
                  <a:pt x="702768" y="504378"/>
                  <a:pt x="687926" y="489536"/>
                  <a:pt x="669619" y="489536"/>
                </a:cubicBezTo>
                <a:cubicBezTo>
                  <a:pt x="651311" y="489536"/>
                  <a:pt x="636469" y="504378"/>
                  <a:pt x="636469" y="522686"/>
                </a:cubicBezTo>
                <a:moveTo>
                  <a:pt x="763763" y="568665"/>
                </a:moveTo>
                <a:cubicBezTo>
                  <a:pt x="763763" y="586973"/>
                  <a:pt x="778605" y="601815"/>
                  <a:pt x="796912" y="601815"/>
                </a:cubicBezTo>
                <a:cubicBezTo>
                  <a:pt x="815220" y="601815"/>
                  <a:pt x="830062" y="586973"/>
                  <a:pt x="830062" y="568665"/>
                </a:cubicBezTo>
                <a:cubicBezTo>
                  <a:pt x="830062" y="550357"/>
                  <a:pt x="815220" y="535516"/>
                  <a:pt x="796912" y="535516"/>
                </a:cubicBezTo>
                <a:cubicBezTo>
                  <a:pt x="778605" y="535516"/>
                  <a:pt x="763763" y="550357"/>
                  <a:pt x="763763" y="568665"/>
                </a:cubicBezTo>
                <a:moveTo>
                  <a:pt x="891057" y="404846"/>
                </a:moveTo>
                <a:cubicBezTo>
                  <a:pt x="891057" y="423154"/>
                  <a:pt x="905898" y="437996"/>
                  <a:pt x="924206" y="437996"/>
                </a:cubicBezTo>
                <a:cubicBezTo>
                  <a:pt x="942514" y="437996"/>
                  <a:pt x="957356" y="423154"/>
                  <a:pt x="957356" y="404846"/>
                </a:cubicBezTo>
                <a:cubicBezTo>
                  <a:pt x="957356" y="386539"/>
                  <a:pt x="942514" y="371697"/>
                  <a:pt x="924206" y="371697"/>
                </a:cubicBezTo>
                <a:cubicBezTo>
                  <a:pt x="905898" y="371697"/>
                  <a:pt x="891057" y="386539"/>
                  <a:pt x="891057" y="404846"/>
                </a:cubicBezTo>
                <a:moveTo>
                  <a:pt x="1018351" y="518833"/>
                </a:moveTo>
                <a:cubicBezTo>
                  <a:pt x="1018351" y="537141"/>
                  <a:pt x="1033192" y="551982"/>
                  <a:pt x="1051500" y="551982"/>
                </a:cubicBezTo>
                <a:cubicBezTo>
                  <a:pt x="1069808" y="551982"/>
                  <a:pt x="1084650" y="537141"/>
                  <a:pt x="1084650" y="518833"/>
                </a:cubicBezTo>
                <a:cubicBezTo>
                  <a:pt x="1084650" y="500525"/>
                  <a:pt x="1069808" y="485684"/>
                  <a:pt x="1051500" y="485684"/>
                </a:cubicBezTo>
                <a:cubicBezTo>
                  <a:pt x="1033192" y="485684"/>
                  <a:pt x="1018351" y="500525"/>
                  <a:pt x="1018351" y="518833"/>
                </a:cubicBezTo>
                <a:moveTo>
                  <a:pt x="1145644" y="591488"/>
                </a:moveTo>
                <a:cubicBezTo>
                  <a:pt x="1145644" y="609796"/>
                  <a:pt x="1160486" y="624637"/>
                  <a:pt x="1178794" y="624637"/>
                </a:cubicBezTo>
                <a:cubicBezTo>
                  <a:pt x="1197102" y="624637"/>
                  <a:pt x="1211943" y="609796"/>
                  <a:pt x="1211943" y="591488"/>
                </a:cubicBezTo>
                <a:cubicBezTo>
                  <a:pt x="1211943" y="573180"/>
                  <a:pt x="1197102" y="558338"/>
                  <a:pt x="1178794" y="558338"/>
                </a:cubicBezTo>
                <a:cubicBezTo>
                  <a:pt x="1160486" y="558338"/>
                  <a:pt x="1145644" y="573180"/>
                  <a:pt x="1145644" y="591488"/>
                </a:cubicBezTo>
                <a:moveTo>
                  <a:pt x="1272938" y="590381"/>
                </a:moveTo>
                <a:cubicBezTo>
                  <a:pt x="1272938" y="608689"/>
                  <a:pt x="1287780" y="623530"/>
                  <a:pt x="1306088" y="623530"/>
                </a:cubicBezTo>
                <a:cubicBezTo>
                  <a:pt x="1324395" y="623530"/>
                  <a:pt x="1339237" y="608689"/>
                  <a:pt x="1339237" y="590381"/>
                </a:cubicBezTo>
                <a:cubicBezTo>
                  <a:pt x="1339237" y="572073"/>
                  <a:pt x="1324395" y="557232"/>
                  <a:pt x="1306088" y="557232"/>
                </a:cubicBezTo>
                <a:cubicBezTo>
                  <a:pt x="1287780" y="557232"/>
                  <a:pt x="1272938" y="572073"/>
                  <a:pt x="1272938" y="590381"/>
                </a:cubicBezTo>
                <a:moveTo>
                  <a:pt x="1400232" y="548407"/>
                </a:moveTo>
                <a:cubicBezTo>
                  <a:pt x="1400232" y="566715"/>
                  <a:pt x="1415074" y="581556"/>
                  <a:pt x="1433381" y="581556"/>
                </a:cubicBezTo>
                <a:cubicBezTo>
                  <a:pt x="1451689" y="581556"/>
                  <a:pt x="1466531" y="566715"/>
                  <a:pt x="1466531" y="548407"/>
                </a:cubicBezTo>
                <a:cubicBezTo>
                  <a:pt x="1466531" y="530099"/>
                  <a:pt x="1451689" y="515257"/>
                  <a:pt x="1433381" y="515257"/>
                </a:cubicBezTo>
                <a:cubicBezTo>
                  <a:pt x="1415074" y="515257"/>
                  <a:pt x="1400232" y="530099"/>
                  <a:pt x="1400232" y="548407"/>
                </a:cubicBezTo>
                <a:moveTo>
                  <a:pt x="1527526" y="481825"/>
                </a:moveTo>
                <a:cubicBezTo>
                  <a:pt x="1527526" y="500133"/>
                  <a:pt x="1542367" y="514974"/>
                  <a:pt x="1560675" y="514974"/>
                </a:cubicBezTo>
                <a:cubicBezTo>
                  <a:pt x="1578983" y="514974"/>
                  <a:pt x="1593825" y="500133"/>
                  <a:pt x="1593825" y="481825"/>
                </a:cubicBezTo>
                <a:cubicBezTo>
                  <a:pt x="1593825" y="463517"/>
                  <a:pt x="1578983" y="448675"/>
                  <a:pt x="1560675" y="448675"/>
                </a:cubicBezTo>
                <a:cubicBezTo>
                  <a:pt x="1542367" y="448675"/>
                  <a:pt x="1527526" y="463517"/>
                  <a:pt x="1527526" y="481825"/>
                </a:cubicBezTo>
                <a:moveTo>
                  <a:pt x="1654820" y="464816"/>
                </a:moveTo>
                <a:cubicBezTo>
                  <a:pt x="1654820" y="483124"/>
                  <a:pt x="1669661" y="497965"/>
                  <a:pt x="1687969" y="497965"/>
                </a:cubicBezTo>
                <a:cubicBezTo>
                  <a:pt x="1706277" y="497965"/>
                  <a:pt x="1721119" y="483124"/>
                  <a:pt x="1721119" y="464816"/>
                </a:cubicBezTo>
                <a:cubicBezTo>
                  <a:pt x="1721119" y="446508"/>
                  <a:pt x="1706277" y="431666"/>
                  <a:pt x="1687969" y="431666"/>
                </a:cubicBezTo>
                <a:cubicBezTo>
                  <a:pt x="1669661" y="431666"/>
                  <a:pt x="1654820" y="446508"/>
                  <a:pt x="1654820" y="464816"/>
                </a:cubicBezTo>
                <a:moveTo>
                  <a:pt x="1782114" y="515798"/>
                </a:moveTo>
                <a:cubicBezTo>
                  <a:pt x="1782114" y="534106"/>
                  <a:pt x="1796955" y="548948"/>
                  <a:pt x="1815263" y="548948"/>
                </a:cubicBezTo>
                <a:cubicBezTo>
                  <a:pt x="1833571" y="548948"/>
                  <a:pt x="1848412" y="534106"/>
                  <a:pt x="1848412" y="515798"/>
                </a:cubicBezTo>
                <a:cubicBezTo>
                  <a:pt x="1848412" y="497490"/>
                  <a:pt x="1833571" y="482649"/>
                  <a:pt x="1815263" y="482649"/>
                </a:cubicBezTo>
                <a:cubicBezTo>
                  <a:pt x="1796955" y="482649"/>
                  <a:pt x="1782114" y="497490"/>
                  <a:pt x="1782114" y="515798"/>
                </a:cubicBezTo>
                <a:moveTo>
                  <a:pt x="1909407" y="515089"/>
                </a:moveTo>
                <a:cubicBezTo>
                  <a:pt x="1909407" y="533397"/>
                  <a:pt x="1924249" y="548238"/>
                  <a:pt x="1942557" y="548238"/>
                </a:cubicBezTo>
                <a:cubicBezTo>
                  <a:pt x="1960865" y="548238"/>
                  <a:pt x="1975706" y="533397"/>
                  <a:pt x="1975706" y="515089"/>
                </a:cubicBezTo>
                <a:cubicBezTo>
                  <a:pt x="1975706" y="496781"/>
                  <a:pt x="1960865" y="481939"/>
                  <a:pt x="1942557" y="481939"/>
                </a:cubicBezTo>
                <a:cubicBezTo>
                  <a:pt x="1924249" y="481939"/>
                  <a:pt x="1909407" y="496781"/>
                  <a:pt x="1909407" y="515089"/>
                </a:cubicBezTo>
                <a:moveTo>
                  <a:pt x="2036701" y="511662"/>
                </a:moveTo>
                <a:cubicBezTo>
                  <a:pt x="2036701" y="529969"/>
                  <a:pt x="2051543" y="544811"/>
                  <a:pt x="2069851" y="544811"/>
                </a:cubicBezTo>
                <a:cubicBezTo>
                  <a:pt x="2088159" y="544811"/>
                  <a:pt x="2103000" y="529969"/>
                  <a:pt x="2103000" y="511662"/>
                </a:cubicBezTo>
                <a:cubicBezTo>
                  <a:pt x="2103000" y="493354"/>
                  <a:pt x="2088159" y="478512"/>
                  <a:pt x="2069851" y="478512"/>
                </a:cubicBezTo>
                <a:cubicBezTo>
                  <a:pt x="2051543" y="478512"/>
                  <a:pt x="2036701" y="493354"/>
                  <a:pt x="2036701" y="511662"/>
                </a:cubicBezTo>
                <a:moveTo>
                  <a:pt x="2163995" y="514400"/>
                </a:moveTo>
                <a:cubicBezTo>
                  <a:pt x="2163995" y="532708"/>
                  <a:pt x="2178837" y="547549"/>
                  <a:pt x="2197144" y="547549"/>
                </a:cubicBezTo>
                <a:cubicBezTo>
                  <a:pt x="2215452" y="547549"/>
                  <a:pt x="2230294" y="532708"/>
                  <a:pt x="2230294" y="514400"/>
                </a:cubicBezTo>
                <a:cubicBezTo>
                  <a:pt x="2230294" y="496092"/>
                  <a:pt x="2215452" y="481251"/>
                  <a:pt x="2197144" y="481251"/>
                </a:cubicBezTo>
                <a:cubicBezTo>
                  <a:pt x="2178837" y="481251"/>
                  <a:pt x="2163995" y="496092"/>
                  <a:pt x="2163995" y="514400"/>
                </a:cubicBezTo>
                <a:moveTo>
                  <a:pt x="2291289" y="1221958"/>
                </a:moveTo>
                <a:cubicBezTo>
                  <a:pt x="2291289" y="1240265"/>
                  <a:pt x="2306130" y="1255107"/>
                  <a:pt x="2324438" y="1255107"/>
                </a:cubicBezTo>
                <a:cubicBezTo>
                  <a:pt x="2342746" y="1255107"/>
                  <a:pt x="2357588" y="1240265"/>
                  <a:pt x="2357588" y="1221958"/>
                </a:cubicBezTo>
                <a:cubicBezTo>
                  <a:pt x="2357588" y="1203650"/>
                  <a:pt x="2342746" y="1188808"/>
                  <a:pt x="2324438" y="1188808"/>
                </a:cubicBezTo>
                <a:cubicBezTo>
                  <a:pt x="2306130" y="1188808"/>
                  <a:pt x="2291289" y="1203650"/>
                  <a:pt x="2291289" y="1221958"/>
                </a:cubicBezTo>
                <a:moveTo>
                  <a:pt x="2418583" y="1216730"/>
                </a:moveTo>
                <a:cubicBezTo>
                  <a:pt x="2418583" y="1235038"/>
                  <a:pt x="2433424" y="1249879"/>
                  <a:pt x="2451732" y="1249879"/>
                </a:cubicBezTo>
                <a:cubicBezTo>
                  <a:pt x="2470040" y="1249879"/>
                  <a:pt x="2484881" y="1235038"/>
                  <a:pt x="2484881" y="1216730"/>
                </a:cubicBezTo>
                <a:cubicBezTo>
                  <a:pt x="2484881" y="1198422"/>
                  <a:pt x="2470040" y="1183580"/>
                  <a:pt x="2451732" y="1183580"/>
                </a:cubicBezTo>
                <a:cubicBezTo>
                  <a:pt x="2433424" y="1183580"/>
                  <a:pt x="2418583" y="1198422"/>
                  <a:pt x="2418583" y="1216730"/>
                </a:cubicBezTo>
                <a:moveTo>
                  <a:pt x="2545876" y="1216124"/>
                </a:moveTo>
                <a:cubicBezTo>
                  <a:pt x="2545876" y="1234432"/>
                  <a:pt x="2560718" y="1249273"/>
                  <a:pt x="2579026" y="1249273"/>
                </a:cubicBezTo>
                <a:cubicBezTo>
                  <a:pt x="2597334" y="1249273"/>
                  <a:pt x="2612175" y="1234432"/>
                  <a:pt x="2612175" y="1216124"/>
                </a:cubicBezTo>
                <a:cubicBezTo>
                  <a:pt x="2612175" y="1197816"/>
                  <a:pt x="2597334" y="1182974"/>
                  <a:pt x="2579026" y="1182974"/>
                </a:cubicBezTo>
                <a:cubicBezTo>
                  <a:pt x="2560718" y="1182974"/>
                  <a:pt x="2545876" y="1197816"/>
                  <a:pt x="2545876" y="1216124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312273"/>
                </a:moveTo>
                <a:cubicBezTo>
                  <a:pt x="2800464" y="1330581"/>
                  <a:pt x="2815306" y="1345423"/>
                  <a:pt x="2833614" y="1345423"/>
                </a:cubicBezTo>
                <a:cubicBezTo>
                  <a:pt x="2851921" y="1345423"/>
                  <a:pt x="2866763" y="1330581"/>
                  <a:pt x="2866763" y="1312273"/>
                </a:cubicBezTo>
                <a:cubicBezTo>
                  <a:pt x="2866763" y="1293965"/>
                  <a:pt x="2851921" y="1279124"/>
                  <a:pt x="2833614" y="1279124"/>
                </a:cubicBezTo>
                <a:cubicBezTo>
                  <a:pt x="2815306" y="1279124"/>
                  <a:pt x="2800464" y="1293965"/>
                  <a:pt x="2800464" y="1312273"/>
                </a:cubicBezTo>
                <a:close/>
              </a:path>
            </a:pathLst>
          </a:custGeom>
          <a:solidFill xmlns:a="http://schemas.openxmlformats.org/drawingml/2006/main">
            <a:srgbClr val="00B9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7C1241-1D3B-47E2-B782-08E00369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248006"/>
            <a:ext cx="2800464" cy="961235"/>
          </a:xfrm>
          <a:custGeom xmlns:a="http://schemas.openxmlformats.org/drawingml/2006/main">
            <a:pathLst>
              <a:path w="2800464" h="961235" fill="none">
                <a:moveTo>
                  <a:pt x="0" y="761397"/>
                </a:moveTo>
                <a:lnTo>
                  <a:pt x="127294" y="85682"/>
                </a:lnTo>
                <a:lnTo>
                  <a:pt x="254588" y="767318"/>
                </a:lnTo>
                <a:lnTo>
                  <a:pt x="381881" y="510584"/>
                </a:lnTo>
                <a:lnTo>
                  <a:pt x="509175" y="619848"/>
                </a:lnTo>
                <a:lnTo>
                  <a:pt x="636469" y="508164"/>
                </a:lnTo>
                <a:lnTo>
                  <a:pt x="763763" y="584533"/>
                </a:lnTo>
                <a:lnTo>
                  <a:pt x="891057" y="479221"/>
                </a:lnTo>
                <a:lnTo>
                  <a:pt x="1018350" y="517720"/>
                </a:lnTo>
                <a:lnTo>
                  <a:pt x="1145644" y="519233"/>
                </a:lnTo>
                <a:lnTo>
                  <a:pt x="1272938" y="518550"/>
                </a:lnTo>
                <a:lnTo>
                  <a:pt x="1400232" y="520529"/>
                </a:lnTo>
                <a:lnTo>
                  <a:pt x="1527526" y="392934"/>
                </a:lnTo>
                <a:lnTo>
                  <a:pt x="1654819" y="494144"/>
                </a:lnTo>
                <a:lnTo>
                  <a:pt x="1782113" y="627052"/>
                </a:lnTo>
                <a:lnTo>
                  <a:pt x="1909407" y="623323"/>
                </a:lnTo>
                <a:lnTo>
                  <a:pt x="2036701" y="622533"/>
                </a:lnTo>
                <a:lnTo>
                  <a:pt x="2163995" y="618867"/>
                </a:lnTo>
                <a:lnTo>
                  <a:pt x="2291289" y="931121"/>
                </a:lnTo>
                <a:lnTo>
                  <a:pt x="2418582" y="925700"/>
                </a:lnTo>
                <a:lnTo>
                  <a:pt x="2545876" y="923974"/>
                </a:lnTo>
                <a:lnTo>
                  <a:pt x="2673170" y="0"/>
                </a:lnTo>
                <a:lnTo>
                  <a:pt x="2800464" y="961235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B9FF"/>
            </a:solidFill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373892-41F4-404E-9FDE-2FE40761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214856"/>
            <a:ext cx="2866763" cy="1027534"/>
          </a:xfrm>
          <a:custGeom xmlns:a="http://schemas.openxmlformats.org/drawingml/2006/main">
            <a:pathLst>
              <a:path w="2866763" h="1027534">
                <a:moveTo>
                  <a:pt x="0" y="794547"/>
                </a:moveTo>
                <a:cubicBezTo>
                  <a:pt x="0" y="812855"/>
                  <a:pt x="14841" y="827696"/>
                  <a:pt x="33149" y="827696"/>
                </a:cubicBezTo>
                <a:cubicBezTo>
                  <a:pt x="51457" y="827696"/>
                  <a:pt x="66299" y="812855"/>
                  <a:pt x="66299" y="794547"/>
                </a:cubicBezTo>
                <a:cubicBezTo>
                  <a:pt x="66299" y="776239"/>
                  <a:pt x="51457" y="761397"/>
                  <a:pt x="33149" y="761397"/>
                </a:cubicBezTo>
                <a:cubicBezTo>
                  <a:pt x="14841" y="761397"/>
                  <a:pt x="0" y="776239"/>
                  <a:pt x="0" y="794547"/>
                </a:cubicBezTo>
                <a:moveTo>
                  <a:pt x="127294" y="118831"/>
                </a:moveTo>
                <a:cubicBezTo>
                  <a:pt x="127294" y="137139"/>
                  <a:pt x="142135" y="151981"/>
                  <a:pt x="160443" y="151981"/>
                </a:cubicBezTo>
                <a:cubicBezTo>
                  <a:pt x="178751" y="151981"/>
                  <a:pt x="193592" y="137139"/>
                  <a:pt x="193592" y="118831"/>
                </a:cubicBezTo>
                <a:cubicBezTo>
                  <a:pt x="193592" y="100523"/>
                  <a:pt x="178751" y="85682"/>
                  <a:pt x="160443" y="85682"/>
                </a:cubicBezTo>
                <a:cubicBezTo>
                  <a:pt x="142135" y="85682"/>
                  <a:pt x="127294" y="100523"/>
                  <a:pt x="127294" y="118831"/>
                </a:cubicBezTo>
                <a:moveTo>
                  <a:pt x="254588" y="800468"/>
                </a:moveTo>
                <a:cubicBezTo>
                  <a:pt x="254588" y="818776"/>
                  <a:pt x="269429" y="833617"/>
                  <a:pt x="287737" y="833617"/>
                </a:cubicBezTo>
                <a:cubicBezTo>
                  <a:pt x="306045" y="833617"/>
                  <a:pt x="320886" y="818776"/>
                  <a:pt x="320886" y="800468"/>
                </a:cubicBezTo>
                <a:cubicBezTo>
                  <a:pt x="320886" y="782160"/>
                  <a:pt x="306045" y="767318"/>
                  <a:pt x="287737" y="767318"/>
                </a:cubicBezTo>
                <a:cubicBezTo>
                  <a:pt x="269429" y="767318"/>
                  <a:pt x="254588" y="782160"/>
                  <a:pt x="254588" y="800468"/>
                </a:cubicBezTo>
                <a:moveTo>
                  <a:pt x="381881" y="543734"/>
                </a:moveTo>
                <a:cubicBezTo>
                  <a:pt x="381881" y="562041"/>
                  <a:pt x="396723" y="576883"/>
                  <a:pt x="415031" y="576883"/>
                </a:cubicBezTo>
                <a:cubicBezTo>
                  <a:pt x="433339" y="576883"/>
                  <a:pt x="448180" y="562041"/>
                  <a:pt x="448180" y="543734"/>
                </a:cubicBezTo>
                <a:cubicBezTo>
                  <a:pt x="448180" y="525426"/>
                  <a:pt x="433339" y="510584"/>
                  <a:pt x="415031" y="510584"/>
                </a:cubicBezTo>
                <a:cubicBezTo>
                  <a:pt x="396723" y="510584"/>
                  <a:pt x="381881" y="525426"/>
                  <a:pt x="381881" y="543734"/>
                </a:cubicBezTo>
                <a:moveTo>
                  <a:pt x="509175" y="652997"/>
                </a:moveTo>
                <a:cubicBezTo>
                  <a:pt x="509175" y="671305"/>
                  <a:pt x="524017" y="686147"/>
                  <a:pt x="542324" y="686147"/>
                </a:cubicBezTo>
                <a:cubicBezTo>
                  <a:pt x="560632" y="686147"/>
                  <a:pt x="575474" y="671305"/>
                  <a:pt x="575474" y="652997"/>
                </a:cubicBezTo>
                <a:cubicBezTo>
                  <a:pt x="575474" y="634689"/>
                  <a:pt x="560632" y="619848"/>
                  <a:pt x="542324" y="619848"/>
                </a:cubicBezTo>
                <a:cubicBezTo>
                  <a:pt x="524017" y="619848"/>
                  <a:pt x="509175" y="634689"/>
                  <a:pt x="509175" y="652997"/>
                </a:cubicBezTo>
                <a:moveTo>
                  <a:pt x="636469" y="541313"/>
                </a:moveTo>
                <a:cubicBezTo>
                  <a:pt x="636469" y="559621"/>
                  <a:pt x="651310" y="574463"/>
                  <a:pt x="669618" y="574463"/>
                </a:cubicBezTo>
                <a:cubicBezTo>
                  <a:pt x="687926" y="574463"/>
                  <a:pt x="702768" y="559621"/>
                  <a:pt x="702768" y="541313"/>
                </a:cubicBezTo>
                <a:cubicBezTo>
                  <a:pt x="702768" y="523005"/>
                  <a:pt x="687926" y="508164"/>
                  <a:pt x="669618" y="508164"/>
                </a:cubicBezTo>
                <a:cubicBezTo>
                  <a:pt x="651310" y="508164"/>
                  <a:pt x="636469" y="523005"/>
                  <a:pt x="636469" y="541313"/>
                </a:cubicBezTo>
                <a:moveTo>
                  <a:pt x="763763" y="617682"/>
                </a:moveTo>
                <a:cubicBezTo>
                  <a:pt x="763763" y="635990"/>
                  <a:pt x="778604" y="650832"/>
                  <a:pt x="796912" y="650832"/>
                </a:cubicBezTo>
                <a:cubicBezTo>
                  <a:pt x="815220" y="650832"/>
                  <a:pt x="830061" y="635990"/>
                  <a:pt x="830061" y="617682"/>
                </a:cubicBezTo>
                <a:cubicBezTo>
                  <a:pt x="830061" y="599374"/>
                  <a:pt x="815220" y="584533"/>
                  <a:pt x="796912" y="584533"/>
                </a:cubicBezTo>
                <a:cubicBezTo>
                  <a:pt x="778604" y="584533"/>
                  <a:pt x="763763" y="599374"/>
                  <a:pt x="763763" y="617682"/>
                </a:cubicBezTo>
                <a:moveTo>
                  <a:pt x="891057" y="512370"/>
                </a:moveTo>
                <a:cubicBezTo>
                  <a:pt x="891057" y="530678"/>
                  <a:pt x="905898" y="545519"/>
                  <a:pt x="924206" y="545519"/>
                </a:cubicBezTo>
                <a:cubicBezTo>
                  <a:pt x="942514" y="545519"/>
                  <a:pt x="957356" y="530678"/>
                  <a:pt x="957356" y="512370"/>
                </a:cubicBezTo>
                <a:cubicBezTo>
                  <a:pt x="957356" y="494062"/>
                  <a:pt x="942514" y="479221"/>
                  <a:pt x="924206" y="479221"/>
                </a:cubicBezTo>
                <a:cubicBezTo>
                  <a:pt x="905898" y="479221"/>
                  <a:pt x="891057" y="494062"/>
                  <a:pt x="891057" y="512370"/>
                </a:cubicBezTo>
                <a:moveTo>
                  <a:pt x="1018350" y="550869"/>
                </a:moveTo>
                <a:cubicBezTo>
                  <a:pt x="1018350" y="569177"/>
                  <a:pt x="1033192" y="584019"/>
                  <a:pt x="1051500" y="584019"/>
                </a:cubicBezTo>
                <a:cubicBezTo>
                  <a:pt x="1069808" y="584019"/>
                  <a:pt x="1084649" y="569177"/>
                  <a:pt x="1084649" y="550869"/>
                </a:cubicBezTo>
                <a:cubicBezTo>
                  <a:pt x="1084649" y="532561"/>
                  <a:pt x="1069808" y="517720"/>
                  <a:pt x="1051500" y="517720"/>
                </a:cubicBezTo>
                <a:cubicBezTo>
                  <a:pt x="1033192" y="517720"/>
                  <a:pt x="1018350" y="532561"/>
                  <a:pt x="1018350" y="550869"/>
                </a:cubicBezTo>
                <a:moveTo>
                  <a:pt x="1145644" y="552382"/>
                </a:moveTo>
                <a:cubicBezTo>
                  <a:pt x="1145644" y="570690"/>
                  <a:pt x="1160486" y="585531"/>
                  <a:pt x="1178793" y="585531"/>
                </a:cubicBezTo>
                <a:cubicBezTo>
                  <a:pt x="1197101" y="585531"/>
                  <a:pt x="1211943" y="570690"/>
                  <a:pt x="1211943" y="552382"/>
                </a:cubicBezTo>
                <a:cubicBezTo>
                  <a:pt x="1211943" y="534074"/>
                  <a:pt x="1197101" y="519233"/>
                  <a:pt x="1178793" y="519233"/>
                </a:cubicBezTo>
                <a:cubicBezTo>
                  <a:pt x="1160486" y="519233"/>
                  <a:pt x="1145644" y="534074"/>
                  <a:pt x="1145644" y="552382"/>
                </a:cubicBezTo>
                <a:moveTo>
                  <a:pt x="1272938" y="551699"/>
                </a:moveTo>
                <a:cubicBezTo>
                  <a:pt x="1272938" y="570007"/>
                  <a:pt x="1287780" y="584849"/>
                  <a:pt x="1306087" y="584849"/>
                </a:cubicBezTo>
                <a:cubicBezTo>
                  <a:pt x="1324395" y="584849"/>
                  <a:pt x="1339237" y="570007"/>
                  <a:pt x="1339237" y="551699"/>
                </a:cubicBezTo>
                <a:cubicBezTo>
                  <a:pt x="1339237" y="533391"/>
                  <a:pt x="1324395" y="518550"/>
                  <a:pt x="1306087" y="518550"/>
                </a:cubicBezTo>
                <a:cubicBezTo>
                  <a:pt x="1287780" y="518550"/>
                  <a:pt x="1272938" y="533391"/>
                  <a:pt x="1272938" y="551699"/>
                </a:cubicBezTo>
                <a:moveTo>
                  <a:pt x="1400232" y="553679"/>
                </a:moveTo>
                <a:cubicBezTo>
                  <a:pt x="1400232" y="571987"/>
                  <a:pt x="1415073" y="586828"/>
                  <a:pt x="1433381" y="586828"/>
                </a:cubicBezTo>
                <a:cubicBezTo>
                  <a:pt x="1451689" y="586828"/>
                  <a:pt x="1466531" y="571987"/>
                  <a:pt x="1466531" y="553679"/>
                </a:cubicBezTo>
                <a:cubicBezTo>
                  <a:pt x="1466531" y="535371"/>
                  <a:pt x="1451689" y="520529"/>
                  <a:pt x="1433381" y="520529"/>
                </a:cubicBezTo>
                <a:cubicBezTo>
                  <a:pt x="1415073" y="520529"/>
                  <a:pt x="1400232" y="535371"/>
                  <a:pt x="1400232" y="553679"/>
                </a:cubicBezTo>
                <a:moveTo>
                  <a:pt x="1527526" y="426084"/>
                </a:moveTo>
                <a:cubicBezTo>
                  <a:pt x="1527526" y="444392"/>
                  <a:pt x="1542367" y="459233"/>
                  <a:pt x="1560675" y="459233"/>
                </a:cubicBezTo>
                <a:cubicBezTo>
                  <a:pt x="1578983" y="459233"/>
                  <a:pt x="1593825" y="444392"/>
                  <a:pt x="1593825" y="426084"/>
                </a:cubicBezTo>
                <a:cubicBezTo>
                  <a:pt x="1593825" y="407776"/>
                  <a:pt x="1578983" y="392934"/>
                  <a:pt x="1560675" y="392934"/>
                </a:cubicBezTo>
                <a:cubicBezTo>
                  <a:pt x="1542367" y="392934"/>
                  <a:pt x="1527526" y="407776"/>
                  <a:pt x="1527526" y="426084"/>
                </a:cubicBezTo>
                <a:moveTo>
                  <a:pt x="1654819" y="527293"/>
                </a:moveTo>
                <a:cubicBezTo>
                  <a:pt x="1654819" y="545601"/>
                  <a:pt x="1669661" y="560443"/>
                  <a:pt x="1687969" y="560443"/>
                </a:cubicBezTo>
                <a:cubicBezTo>
                  <a:pt x="1706276" y="560443"/>
                  <a:pt x="1721118" y="545601"/>
                  <a:pt x="1721118" y="527293"/>
                </a:cubicBezTo>
                <a:cubicBezTo>
                  <a:pt x="1721118" y="508985"/>
                  <a:pt x="1706276" y="494144"/>
                  <a:pt x="1687969" y="494144"/>
                </a:cubicBezTo>
                <a:cubicBezTo>
                  <a:pt x="1669661" y="494144"/>
                  <a:pt x="1654819" y="508985"/>
                  <a:pt x="1654819" y="527293"/>
                </a:cubicBezTo>
                <a:moveTo>
                  <a:pt x="1782113" y="660202"/>
                </a:moveTo>
                <a:cubicBezTo>
                  <a:pt x="1782113" y="678509"/>
                  <a:pt x="1796955" y="693351"/>
                  <a:pt x="1815263" y="693351"/>
                </a:cubicBezTo>
                <a:cubicBezTo>
                  <a:pt x="1833571" y="693351"/>
                  <a:pt x="1848412" y="678509"/>
                  <a:pt x="1848412" y="660202"/>
                </a:cubicBezTo>
                <a:cubicBezTo>
                  <a:pt x="1848412" y="641894"/>
                  <a:pt x="1833571" y="627052"/>
                  <a:pt x="1815263" y="627052"/>
                </a:cubicBezTo>
                <a:cubicBezTo>
                  <a:pt x="1796955" y="627052"/>
                  <a:pt x="1782113" y="641894"/>
                  <a:pt x="1782113" y="660202"/>
                </a:cubicBezTo>
                <a:moveTo>
                  <a:pt x="1909407" y="656472"/>
                </a:moveTo>
                <a:cubicBezTo>
                  <a:pt x="1909407" y="674780"/>
                  <a:pt x="1924249" y="689622"/>
                  <a:pt x="1942557" y="689622"/>
                </a:cubicBezTo>
                <a:cubicBezTo>
                  <a:pt x="1960865" y="689622"/>
                  <a:pt x="1975706" y="674780"/>
                  <a:pt x="1975706" y="656472"/>
                </a:cubicBezTo>
                <a:cubicBezTo>
                  <a:pt x="1975706" y="638164"/>
                  <a:pt x="1960865" y="623323"/>
                  <a:pt x="1942557" y="623323"/>
                </a:cubicBezTo>
                <a:cubicBezTo>
                  <a:pt x="1924249" y="623323"/>
                  <a:pt x="1909407" y="638164"/>
                  <a:pt x="1909407" y="656472"/>
                </a:cubicBezTo>
                <a:moveTo>
                  <a:pt x="2036701" y="655683"/>
                </a:moveTo>
                <a:cubicBezTo>
                  <a:pt x="2036701" y="673990"/>
                  <a:pt x="2051543" y="688832"/>
                  <a:pt x="2069850" y="688832"/>
                </a:cubicBezTo>
                <a:cubicBezTo>
                  <a:pt x="2088159" y="688832"/>
                  <a:pt x="2103000" y="673990"/>
                  <a:pt x="2103000" y="655683"/>
                </a:cubicBezTo>
                <a:cubicBezTo>
                  <a:pt x="2103000" y="637375"/>
                  <a:pt x="2088159" y="622533"/>
                  <a:pt x="2069850" y="622533"/>
                </a:cubicBezTo>
                <a:cubicBezTo>
                  <a:pt x="2051543" y="622533"/>
                  <a:pt x="2036701" y="637375"/>
                  <a:pt x="2036701" y="655683"/>
                </a:cubicBezTo>
                <a:moveTo>
                  <a:pt x="2163995" y="652016"/>
                </a:moveTo>
                <a:cubicBezTo>
                  <a:pt x="2163995" y="670324"/>
                  <a:pt x="2178836" y="685166"/>
                  <a:pt x="2197144" y="685166"/>
                </a:cubicBezTo>
                <a:cubicBezTo>
                  <a:pt x="2215452" y="685166"/>
                  <a:pt x="2230294" y="670324"/>
                  <a:pt x="2230294" y="652016"/>
                </a:cubicBezTo>
                <a:cubicBezTo>
                  <a:pt x="2230294" y="633709"/>
                  <a:pt x="2215452" y="618867"/>
                  <a:pt x="2197144" y="618867"/>
                </a:cubicBezTo>
                <a:cubicBezTo>
                  <a:pt x="2178836" y="618867"/>
                  <a:pt x="2163995" y="633709"/>
                  <a:pt x="2163995" y="652016"/>
                </a:cubicBezTo>
                <a:moveTo>
                  <a:pt x="2291289" y="964270"/>
                </a:moveTo>
                <a:cubicBezTo>
                  <a:pt x="2291289" y="982578"/>
                  <a:pt x="2306130" y="997419"/>
                  <a:pt x="2324438" y="997419"/>
                </a:cubicBezTo>
                <a:cubicBezTo>
                  <a:pt x="2342746" y="997419"/>
                  <a:pt x="2357587" y="982578"/>
                  <a:pt x="2357587" y="964270"/>
                </a:cubicBezTo>
                <a:cubicBezTo>
                  <a:pt x="2357587" y="945962"/>
                  <a:pt x="2342746" y="931121"/>
                  <a:pt x="2324438" y="931121"/>
                </a:cubicBezTo>
                <a:cubicBezTo>
                  <a:pt x="2306130" y="931121"/>
                  <a:pt x="2291289" y="945962"/>
                  <a:pt x="2291289" y="964270"/>
                </a:cubicBezTo>
                <a:moveTo>
                  <a:pt x="2418582" y="958850"/>
                </a:moveTo>
                <a:cubicBezTo>
                  <a:pt x="2418582" y="977158"/>
                  <a:pt x="2433424" y="991999"/>
                  <a:pt x="2451732" y="991999"/>
                </a:cubicBezTo>
                <a:cubicBezTo>
                  <a:pt x="2470040" y="991999"/>
                  <a:pt x="2484881" y="977158"/>
                  <a:pt x="2484881" y="958850"/>
                </a:cubicBezTo>
                <a:cubicBezTo>
                  <a:pt x="2484881" y="940542"/>
                  <a:pt x="2470040" y="925700"/>
                  <a:pt x="2451732" y="925700"/>
                </a:cubicBezTo>
                <a:cubicBezTo>
                  <a:pt x="2433424" y="925700"/>
                  <a:pt x="2418582" y="940542"/>
                  <a:pt x="2418582" y="958850"/>
                </a:cubicBezTo>
                <a:moveTo>
                  <a:pt x="2545876" y="957124"/>
                </a:moveTo>
                <a:cubicBezTo>
                  <a:pt x="2545876" y="975432"/>
                  <a:pt x="2560718" y="990273"/>
                  <a:pt x="2579026" y="990273"/>
                </a:cubicBezTo>
                <a:cubicBezTo>
                  <a:pt x="2597334" y="990273"/>
                  <a:pt x="2612175" y="975432"/>
                  <a:pt x="2612175" y="957124"/>
                </a:cubicBezTo>
                <a:cubicBezTo>
                  <a:pt x="2612175" y="938816"/>
                  <a:pt x="2597334" y="923974"/>
                  <a:pt x="2579026" y="923974"/>
                </a:cubicBezTo>
                <a:cubicBezTo>
                  <a:pt x="2560718" y="923974"/>
                  <a:pt x="2545876" y="938816"/>
                  <a:pt x="2545876" y="957124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994385"/>
                </a:moveTo>
                <a:cubicBezTo>
                  <a:pt x="2800464" y="1012693"/>
                  <a:pt x="2815306" y="1027534"/>
                  <a:pt x="2833613" y="1027534"/>
                </a:cubicBezTo>
                <a:cubicBezTo>
                  <a:pt x="2851922" y="1027534"/>
                  <a:pt x="2866763" y="1012693"/>
                  <a:pt x="2866763" y="994385"/>
                </a:cubicBezTo>
                <a:cubicBezTo>
                  <a:pt x="2866763" y="976077"/>
                  <a:pt x="2851922" y="961235"/>
                  <a:pt x="2833613" y="961235"/>
                </a:cubicBezTo>
                <a:cubicBezTo>
                  <a:pt x="2815306" y="961235"/>
                  <a:pt x="2800464" y="976077"/>
                  <a:pt x="2800464" y="994385"/>
                </a:cubicBezTo>
                <a:close/>
              </a:path>
            </a:pathLst>
          </a:custGeom>
          <a:solidFill xmlns:a="http://schemas.openxmlformats.org/drawingml/2006/main">
            <a:srgbClr val="00B9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07C60D-FCBF-45BB-BBF4-5479004E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540956"/>
            <a:ext cx="2800464" cy="1180968"/>
          </a:xfrm>
          <a:custGeom xmlns:a="http://schemas.openxmlformats.org/drawingml/2006/main">
            <a:pathLst>
              <a:path w="2800464" h="1180968" fill="none">
                <a:moveTo>
                  <a:pt x="0" y="956973"/>
                </a:moveTo>
                <a:lnTo>
                  <a:pt x="127294" y="207025"/>
                </a:lnTo>
                <a:lnTo>
                  <a:pt x="254588" y="968183"/>
                </a:lnTo>
                <a:lnTo>
                  <a:pt x="381881" y="354153"/>
                </a:lnTo>
                <a:lnTo>
                  <a:pt x="509175" y="489684"/>
                </a:lnTo>
                <a:lnTo>
                  <a:pt x="636469" y="351008"/>
                </a:lnTo>
                <a:lnTo>
                  <a:pt x="763763" y="538107"/>
                </a:lnTo>
                <a:lnTo>
                  <a:pt x="891057" y="155562"/>
                </a:lnTo>
                <a:lnTo>
                  <a:pt x="1018351" y="373453"/>
                </a:lnTo>
                <a:lnTo>
                  <a:pt x="1145644" y="420171"/>
                </a:lnTo>
                <a:lnTo>
                  <a:pt x="1272938" y="420739"/>
                </a:lnTo>
                <a:lnTo>
                  <a:pt x="1400232" y="512535"/>
                </a:lnTo>
                <a:lnTo>
                  <a:pt x="1527526" y="441136"/>
                </a:lnTo>
                <a:lnTo>
                  <a:pt x="1654820" y="497314"/>
                </a:lnTo>
                <a:lnTo>
                  <a:pt x="1782114" y="404325"/>
                </a:lnTo>
                <a:lnTo>
                  <a:pt x="1909407" y="404996"/>
                </a:lnTo>
                <a:lnTo>
                  <a:pt x="2036701" y="400745"/>
                </a:lnTo>
                <a:lnTo>
                  <a:pt x="2163995" y="399712"/>
                </a:lnTo>
                <a:lnTo>
                  <a:pt x="2291289" y="1121559"/>
                </a:lnTo>
                <a:lnTo>
                  <a:pt x="2418583" y="1117398"/>
                </a:lnTo>
                <a:lnTo>
                  <a:pt x="2545876" y="1113290"/>
                </a:lnTo>
                <a:lnTo>
                  <a:pt x="2673170" y="0"/>
                </a:lnTo>
                <a:lnTo>
                  <a:pt x="2800464" y="1180968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D0FF"/>
            </a:solidFill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CEEB6B-4453-4437-927A-518C82BB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507806"/>
            <a:ext cx="2866763" cy="1247266"/>
          </a:xfrm>
          <a:custGeom xmlns:a="http://schemas.openxmlformats.org/drawingml/2006/main">
            <a:pathLst>
              <a:path w="2866763" h="1247266">
                <a:moveTo>
                  <a:pt x="0" y="990123"/>
                </a:moveTo>
                <a:cubicBezTo>
                  <a:pt x="0" y="1008430"/>
                  <a:pt x="14841" y="1023272"/>
                  <a:pt x="33149" y="1023272"/>
                </a:cubicBezTo>
                <a:cubicBezTo>
                  <a:pt x="51457" y="1023272"/>
                  <a:pt x="66299" y="1008430"/>
                  <a:pt x="66299" y="990123"/>
                </a:cubicBezTo>
                <a:cubicBezTo>
                  <a:pt x="66299" y="971815"/>
                  <a:pt x="51457" y="956973"/>
                  <a:pt x="33149" y="956973"/>
                </a:cubicBezTo>
                <a:cubicBezTo>
                  <a:pt x="14841" y="956973"/>
                  <a:pt x="0" y="971815"/>
                  <a:pt x="0" y="990123"/>
                </a:cubicBezTo>
                <a:moveTo>
                  <a:pt x="127294" y="240174"/>
                </a:moveTo>
                <a:cubicBezTo>
                  <a:pt x="127294" y="258482"/>
                  <a:pt x="142135" y="273323"/>
                  <a:pt x="160443" y="273323"/>
                </a:cubicBezTo>
                <a:cubicBezTo>
                  <a:pt x="178751" y="273323"/>
                  <a:pt x="193593" y="258482"/>
                  <a:pt x="193593" y="240174"/>
                </a:cubicBezTo>
                <a:cubicBezTo>
                  <a:pt x="193593" y="221866"/>
                  <a:pt x="178751" y="207025"/>
                  <a:pt x="160443" y="207025"/>
                </a:cubicBezTo>
                <a:cubicBezTo>
                  <a:pt x="142135" y="207025"/>
                  <a:pt x="127294" y="221866"/>
                  <a:pt x="127294" y="240174"/>
                </a:cubicBezTo>
                <a:moveTo>
                  <a:pt x="254588" y="1001333"/>
                </a:moveTo>
                <a:cubicBezTo>
                  <a:pt x="254588" y="1019641"/>
                  <a:pt x="269429" y="1034482"/>
                  <a:pt x="287737" y="1034482"/>
                </a:cubicBezTo>
                <a:cubicBezTo>
                  <a:pt x="306045" y="1034482"/>
                  <a:pt x="320886" y="1019641"/>
                  <a:pt x="320886" y="1001333"/>
                </a:cubicBezTo>
                <a:cubicBezTo>
                  <a:pt x="320886" y="983025"/>
                  <a:pt x="306045" y="968183"/>
                  <a:pt x="287737" y="968183"/>
                </a:cubicBezTo>
                <a:cubicBezTo>
                  <a:pt x="269429" y="968183"/>
                  <a:pt x="254588" y="983025"/>
                  <a:pt x="254588" y="1001333"/>
                </a:cubicBezTo>
                <a:moveTo>
                  <a:pt x="381881" y="387302"/>
                </a:moveTo>
                <a:cubicBezTo>
                  <a:pt x="381881" y="405610"/>
                  <a:pt x="396723" y="420452"/>
                  <a:pt x="415031" y="420452"/>
                </a:cubicBezTo>
                <a:cubicBezTo>
                  <a:pt x="433339" y="420452"/>
                  <a:pt x="448180" y="405610"/>
                  <a:pt x="448180" y="387302"/>
                </a:cubicBezTo>
                <a:cubicBezTo>
                  <a:pt x="448180" y="368994"/>
                  <a:pt x="433339" y="354153"/>
                  <a:pt x="415031" y="354153"/>
                </a:cubicBezTo>
                <a:cubicBezTo>
                  <a:pt x="396723" y="354153"/>
                  <a:pt x="381881" y="368994"/>
                  <a:pt x="381881" y="387302"/>
                </a:cubicBezTo>
                <a:moveTo>
                  <a:pt x="509175" y="522833"/>
                </a:moveTo>
                <a:cubicBezTo>
                  <a:pt x="509175" y="541141"/>
                  <a:pt x="524017" y="555982"/>
                  <a:pt x="542325" y="555982"/>
                </a:cubicBezTo>
                <a:cubicBezTo>
                  <a:pt x="560633" y="555982"/>
                  <a:pt x="575474" y="541141"/>
                  <a:pt x="575474" y="522833"/>
                </a:cubicBezTo>
                <a:cubicBezTo>
                  <a:pt x="575474" y="504525"/>
                  <a:pt x="560633" y="489684"/>
                  <a:pt x="542325" y="489684"/>
                </a:cubicBezTo>
                <a:cubicBezTo>
                  <a:pt x="524017" y="489684"/>
                  <a:pt x="509175" y="504525"/>
                  <a:pt x="509175" y="522833"/>
                </a:cubicBezTo>
                <a:moveTo>
                  <a:pt x="636469" y="384158"/>
                </a:moveTo>
                <a:cubicBezTo>
                  <a:pt x="636469" y="402465"/>
                  <a:pt x="651311" y="417307"/>
                  <a:pt x="669619" y="417307"/>
                </a:cubicBezTo>
                <a:cubicBezTo>
                  <a:pt x="687926" y="417307"/>
                  <a:pt x="702768" y="402465"/>
                  <a:pt x="702768" y="384158"/>
                </a:cubicBezTo>
                <a:cubicBezTo>
                  <a:pt x="702768" y="365850"/>
                  <a:pt x="687926" y="351008"/>
                  <a:pt x="669619" y="351008"/>
                </a:cubicBezTo>
                <a:cubicBezTo>
                  <a:pt x="651311" y="351008"/>
                  <a:pt x="636469" y="365850"/>
                  <a:pt x="636469" y="384158"/>
                </a:cubicBezTo>
                <a:moveTo>
                  <a:pt x="763763" y="571256"/>
                </a:moveTo>
                <a:cubicBezTo>
                  <a:pt x="763763" y="589564"/>
                  <a:pt x="778605" y="604406"/>
                  <a:pt x="796912" y="604406"/>
                </a:cubicBezTo>
                <a:cubicBezTo>
                  <a:pt x="815220" y="604406"/>
                  <a:pt x="830062" y="589564"/>
                  <a:pt x="830062" y="571256"/>
                </a:cubicBezTo>
                <a:cubicBezTo>
                  <a:pt x="830062" y="552948"/>
                  <a:pt x="815220" y="538107"/>
                  <a:pt x="796912" y="538107"/>
                </a:cubicBezTo>
                <a:cubicBezTo>
                  <a:pt x="778605" y="538107"/>
                  <a:pt x="763763" y="552948"/>
                  <a:pt x="763763" y="571256"/>
                </a:cubicBezTo>
                <a:moveTo>
                  <a:pt x="891057" y="188712"/>
                </a:moveTo>
                <a:cubicBezTo>
                  <a:pt x="891057" y="207020"/>
                  <a:pt x="905898" y="221861"/>
                  <a:pt x="924206" y="221861"/>
                </a:cubicBezTo>
                <a:cubicBezTo>
                  <a:pt x="942514" y="221861"/>
                  <a:pt x="957356" y="207020"/>
                  <a:pt x="957356" y="188712"/>
                </a:cubicBezTo>
                <a:cubicBezTo>
                  <a:pt x="957356" y="170404"/>
                  <a:pt x="942514" y="155562"/>
                  <a:pt x="924206" y="155562"/>
                </a:cubicBezTo>
                <a:cubicBezTo>
                  <a:pt x="905898" y="155562"/>
                  <a:pt x="891057" y="170404"/>
                  <a:pt x="891057" y="188712"/>
                </a:cubicBezTo>
                <a:moveTo>
                  <a:pt x="1018351" y="406602"/>
                </a:moveTo>
                <a:cubicBezTo>
                  <a:pt x="1018351" y="424910"/>
                  <a:pt x="1033192" y="439751"/>
                  <a:pt x="1051500" y="439751"/>
                </a:cubicBezTo>
                <a:cubicBezTo>
                  <a:pt x="1069808" y="439751"/>
                  <a:pt x="1084650" y="424910"/>
                  <a:pt x="1084650" y="406602"/>
                </a:cubicBezTo>
                <a:cubicBezTo>
                  <a:pt x="1084650" y="388294"/>
                  <a:pt x="1069808" y="373453"/>
                  <a:pt x="1051500" y="373453"/>
                </a:cubicBezTo>
                <a:cubicBezTo>
                  <a:pt x="1033192" y="373453"/>
                  <a:pt x="1018351" y="388294"/>
                  <a:pt x="1018351" y="406602"/>
                </a:cubicBezTo>
                <a:moveTo>
                  <a:pt x="1145644" y="453320"/>
                </a:moveTo>
                <a:cubicBezTo>
                  <a:pt x="1145644" y="471628"/>
                  <a:pt x="1160486" y="486470"/>
                  <a:pt x="1178794" y="486470"/>
                </a:cubicBezTo>
                <a:cubicBezTo>
                  <a:pt x="1197102" y="486470"/>
                  <a:pt x="1211943" y="471628"/>
                  <a:pt x="1211943" y="453320"/>
                </a:cubicBezTo>
                <a:cubicBezTo>
                  <a:pt x="1211943" y="435012"/>
                  <a:pt x="1197102" y="420171"/>
                  <a:pt x="1178794" y="420171"/>
                </a:cubicBezTo>
                <a:cubicBezTo>
                  <a:pt x="1160486" y="420171"/>
                  <a:pt x="1145644" y="435012"/>
                  <a:pt x="1145644" y="453320"/>
                </a:cubicBezTo>
                <a:moveTo>
                  <a:pt x="1272938" y="453888"/>
                </a:moveTo>
                <a:cubicBezTo>
                  <a:pt x="1272938" y="472196"/>
                  <a:pt x="1287780" y="487038"/>
                  <a:pt x="1306088" y="487038"/>
                </a:cubicBezTo>
                <a:cubicBezTo>
                  <a:pt x="1324395" y="487038"/>
                  <a:pt x="1339237" y="472196"/>
                  <a:pt x="1339237" y="453888"/>
                </a:cubicBezTo>
                <a:cubicBezTo>
                  <a:pt x="1339237" y="435580"/>
                  <a:pt x="1324395" y="420739"/>
                  <a:pt x="1306088" y="420739"/>
                </a:cubicBezTo>
                <a:cubicBezTo>
                  <a:pt x="1287780" y="420739"/>
                  <a:pt x="1272938" y="435580"/>
                  <a:pt x="1272938" y="453888"/>
                </a:cubicBezTo>
                <a:moveTo>
                  <a:pt x="1400232" y="545684"/>
                </a:moveTo>
                <a:cubicBezTo>
                  <a:pt x="1400232" y="563992"/>
                  <a:pt x="1415074" y="578834"/>
                  <a:pt x="1433381" y="578834"/>
                </a:cubicBezTo>
                <a:cubicBezTo>
                  <a:pt x="1451689" y="578834"/>
                  <a:pt x="1466531" y="563992"/>
                  <a:pt x="1466531" y="545684"/>
                </a:cubicBezTo>
                <a:cubicBezTo>
                  <a:pt x="1466531" y="527376"/>
                  <a:pt x="1451689" y="512535"/>
                  <a:pt x="1433381" y="512535"/>
                </a:cubicBezTo>
                <a:cubicBezTo>
                  <a:pt x="1415074" y="512535"/>
                  <a:pt x="1400232" y="527376"/>
                  <a:pt x="1400232" y="545684"/>
                </a:cubicBezTo>
                <a:moveTo>
                  <a:pt x="1527526" y="474286"/>
                </a:moveTo>
                <a:cubicBezTo>
                  <a:pt x="1527526" y="492594"/>
                  <a:pt x="1542367" y="507435"/>
                  <a:pt x="1560675" y="507435"/>
                </a:cubicBezTo>
                <a:cubicBezTo>
                  <a:pt x="1578983" y="507435"/>
                  <a:pt x="1593825" y="492594"/>
                  <a:pt x="1593825" y="474286"/>
                </a:cubicBezTo>
                <a:cubicBezTo>
                  <a:pt x="1593825" y="455978"/>
                  <a:pt x="1578983" y="441136"/>
                  <a:pt x="1560675" y="441136"/>
                </a:cubicBezTo>
                <a:cubicBezTo>
                  <a:pt x="1542367" y="441136"/>
                  <a:pt x="1527526" y="455978"/>
                  <a:pt x="1527526" y="474286"/>
                </a:cubicBezTo>
                <a:moveTo>
                  <a:pt x="1654820" y="530464"/>
                </a:moveTo>
                <a:cubicBezTo>
                  <a:pt x="1654820" y="548771"/>
                  <a:pt x="1669661" y="563613"/>
                  <a:pt x="1687969" y="563613"/>
                </a:cubicBezTo>
                <a:cubicBezTo>
                  <a:pt x="1706277" y="563613"/>
                  <a:pt x="1721119" y="548771"/>
                  <a:pt x="1721119" y="530464"/>
                </a:cubicBezTo>
                <a:cubicBezTo>
                  <a:pt x="1721119" y="512156"/>
                  <a:pt x="1706277" y="497314"/>
                  <a:pt x="1687969" y="497314"/>
                </a:cubicBezTo>
                <a:cubicBezTo>
                  <a:pt x="1669661" y="497314"/>
                  <a:pt x="1654820" y="512156"/>
                  <a:pt x="1654820" y="530464"/>
                </a:cubicBezTo>
                <a:moveTo>
                  <a:pt x="1782114" y="437475"/>
                </a:moveTo>
                <a:cubicBezTo>
                  <a:pt x="1782114" y="455782"/>
                  <a:pt x="1796955" y="470624"/>
                  <a:pt x="1815263" y="470624"/>
                </a:cubicBezTo>
                <a:cubicBezTo>
                  <a:pt x="1833571" y="470624"/>
                  <a:pt x="1848412" y="455782"/>
                  <a:pt x="1848412" y="437475"/>
                </a:cubicBezTo>
                <a:cubicBezTo>
                  <a:pt x="1848412" y="419167"/>
                  <a:pt x="1833571" y="404325"/>
                  <a:pt x="1815263" y="404325"/>
                </a:cubicBezTo>
                <a:cubicBezTo>
                  <a:pt x="1796955" y="404325"/>
                  <a:pt x="1782114" y="419167"/>
                  <a:pt x="1782114" y="437475"/>
                </a:cubicBezTo>
                <a:moveTo>
                  <a:pt x="1909407" y="438145"/>
                </a:moveTo>
                <a:cubicBezTo>
                  <a:pt x="1909407" y="456453"/>
                  <a:pt x="1924249" y="471294"/>
                  <a:pt x="1942557" y="471294"/>
                </a:cubicBezTo>
                <a:cubicBezTo>
                  <a:pt x="1960865" y="471294"/>
                  <a:pt x="1975706" y="456453"/>
                  <a:pt x="1975706" y="438145"/>
                </a:cubicBezTo>
                <a:cubicBezTo>
                  <a:pt x="1975706" y="419837"/>
                  <a:pt x="1960865" y="404996"/>
                  <a:pt x="1942557" y="404996"/>
                </a:cubicBezTo>
                <a:cubicBezTo>
                  <a:pt x="1924249" y="404996"/>
                  <a:pt x="1909407" y="419837"/>
                  <a:pt x="1909407" y="438145"/>
                </a:cubicBezTo>
                <a:moveTo>
                  <a:pt x="2036701" y="433894"/>
                </a:moveTo>
                <a:cubicBezTo>
                  <a:pt x="2036701" y="452202"/>
                  <a:pt x="2051543" y="467043"/>
                  <a:pt x="2069851" y="467043"/>
                </a:cubicBezTo>
                <a:cubicBezTo>
                  <a:pt x="2088159" y="467043"/>
                  <a:pt x="2103000" y="452202"/>
                  <a:pt x="2103000" y="433894"/>
                </a:cubicBezTo>
                <a:cubicBezTo>
                  <a:pt x="2103000" y="415586"/>
                  <a:pt x="2088159" y="400745"/>
                  <a:pt x="2069851" y="400745"/>
                </a:cubicBezTo>
                <a:cubicBezTo>
                  <a:pt x="2051543" y="400745"/>
                  <a:pt x="2036701" y="415586"/>
                  <a:pt x="2036701" y="433894"/>
                </a:cubicBezTo>
                <a:moveTo>
                  <a:pt x="2163995" y="432862"/>
                </a:moveTo>
                <a:cubicBezTo>
                  <a:pt x="2163995" y="451169"/>
                  <a:pt x="2178837" y="466011"/>
                  <a:pt x="2197144" y="466011"/>
                </a:cubicBezTo>
                <a:cubicBezTo>
                  <a:pt x="2215452" y="466011"/>
                  <a:pt x="2230294" y="451169"/>
                  <a:pt x="2230294" y="432862"/>
                </a:cubicBezTo>
                <a:cubicBezTo>
                  <a:pt x="2230294" y="414554"/>
                  <a:pt x="2215452" y="399712"/>
                  <a:pt x="2197144" y="399712"/>
                </a:cubicBezTo>
                <a:cubicBezTo>
                  <a:pt x="2178837" y="399712"/>
                  <a:pt x="2163995" y="414554"/>
                  <a:pt x="2163995" y="432862"/>
                </a:cubicBezTo>
                <a:moveTo>
                  <a:pt x="2291289" y="1154708"/>
                </a:moveTo>
                <a:cubicBezTo>
                  <a:pt x="2291289" y="1173016"/>
                  <a:pt x="2306130" y="1187858"/>
                  <a:pt x="2324438" y="1187858"/>
                </a:cubicBezTo>
                <a:cubicBezTo>
                  <a:pt x="2342746" y="1187858"/>
                  <a:pt x="2357588" y="1173016"/>
                  <a:pt x="2357588" y="1154708"/>
                </a:cubicBezTo>
                <a:cubicBezTo>
                  <a:pt x="2357588" y="1136400"/>
                  <a:pt x="2342746" y="1121559"/>
                  <a:pt x="2324438" y="1121559"/>
                </a:cubicBezTo>
                <a:cubicBezTo>
                  <a:pt x="2306130" y="1121559"/>
                  <a:pt x="2291289" y="1136400"/>
                  <a:pt x="2291289" y="1154708"/>
                </a:cubicBezTo>
                <a:moveTo>
                  <a:pt x="2418583" y="1150548"/>
                </a:moveTo>
                <a:cubicBezTo>
                  <a:pt x="2418583" y="1168855"/>
                  <a:pt x="2433424" y="1183697"/>
                  <a:pt x="2451732" y="1183697"/>
                </a:cubicBezTo>
                <a:cubicBezTo>
                  <a:pt x="2470040" y="1183697"/>
                  <a:pt x="2484881" y="1168855"/>
                  <a:pt x="2484881" y="1150548"/>
                </a:cubicBezTo>
                <a:cubicBezTo>
                  <a:pt x="2484881" y="1132240"/>
                  <a:pt x="2470040" y="1117398"/>
                  <a:pt x="2451732" y="1117398"/>
                </a:cubicBezTo>
                <a:cubicBezTo>
                  <a:pt x="2433424" y="1117398"/>
                  <a:pt x="2418583" y="1132240"/>
                  <a:pt x="2418583" y="1150548"/>
                </a:cubicBezTo>
                <a:moveTo>
                  <a:pt x="2545876" y="1146440"/>
                </a:moveTo>
                <a:cubicBezTo>
                  <a:pt x="2545876" y="1164747"/>
                  <a:pt x="2560718" y="1179589"/>
                  <a:pt x="2579026" y="1179589"/>
                </a:cubicBezTo>
                <a:cubicBezTo>
                  <a:pt x="2597334" y="1179589"/>
                  <a:pt x="2612175" y="1164747"/>
                  <a:pt x="2612175" y="1146440"/>
                </a:cubicBezTo>
                <a:cubicBezTo>
                  <a:pt x="2612175" y="1128132"/>
                  <a:pt x="2597334" y="1113290"/>
                  <a:pt x="2579026" y="1113290"/>
                </a:cubicBezTo>
                <a:cubicBezTo>
                  <a:pt x="2560718" y="1113290"/>
                  <a:pt x="2545876" y="1128132"/>
                  <a:pt x="2545876" y="1146440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214117"/>
                </a:moveTo>
                <a:cubicBezTo>
                  <a:pt x="2800464" y="1232425"/>
                  <a:pt x="2815306" y="1247266"/>
                  <a:pt x="2833614" y="1247266"/>
                </a:cubicBezTo>
                <a:cubicBezTo>
                  <a:pt x="2851921" y="1247266"/>
                  <a:pt x="2866763" y="1232425"/>
                  <a:pt x="2866763" y="1214117"/>
                </a:cubicBezTo>
                <a:cubicBezTo>
                  <a:pt x="2866763" y="1195809"/>
                  <a:pt x="2851921" y="1180968"/>
                  <a:pt x="2833614" y="1180968"/>
                </a:cubicBezTo>
                <a:cubicBezTo>
                  <a:pt x="2815306" y="1180968"/>
                  <a:pt x="2800464" y="1195809"/>
                  <a:pt x="2800464" y="1214117"/>
                </a:cubicBezTo>
                <a:close/>
              </a:path>
            </a:pathLst>
          </a:custGeom>
          <a:solidFill xmlns:a="http://schemas.openxmlformats.org/drawingml/2006/main">
            <a:srgbClr val="00D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98B4BA-39C1-4129-8D9C-32BE924B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1013914"/>
            <a:ext cx="2800464" cy="1004249"/>
          </a:xfrm>
          <a:custGeom xmlns:a="http://schemas.openxmlformats.org/drawingml/2006/main">
            <a:pathLst>
              <a:path w="2800464" h="1004249" fill="none">
                <a:moveTo>
                  <a:pt x="0" y="836540"/>
                </a:moveTo>
                <a:lnTo>
                  <a:pt x="127294" y="0"/>
                </a:lnTo>
                <a:lnTo>
                  <a:pt x="254588" y="846403"/>
                </a:lnTo>
                <a:lnTo>
                  <a:pt x="381881" y="535994"/>
                </a:lnTo>
                <a:lnTo>
                  <a:pt x="509175" y="671744"/>
                </a:lnTo>
                <a:lnTo>
                  <a:pt x="636469" y="530136"/>
                </a:lnTo>
                <a:lnTo>
                  <a:pt x="763763" y="696751"/>
                </a:lnTo>
                <a:lnTo>
                  <a:pt x="891057" y="519295"/>
                </a:lnTo>
                <a:lnTo>
                  <a:pt x="1018350" y="570869"/>
                </a:lnTo>
                <a:lnTo>
                  <a:pt x="1145644" y="560456"/>
                </a:lnTo>
                <a:lnTo>
                  <a:pt x="1272938" y="560949"/>
                </a:lnTo>
                <a:lnTo>
                  <a:pt x="1400232" y="523239"/>
                </a:lnTo>
                <a:lnTo>
                  <a:pt x="1527526" y="431480"/>
                </a:lnTo>
                <a:lnTo>
                  <a:pt x="1654819" y="548490"/>
                </a:lnTo>
                <a:lnTo>
                  <a:pt x="1782113" y="694008"/>
                </a:lnTo>
                <a:lnTo>
                  <a:pt x="1909407" y="693674"/>
                </a:lnTo>
                <a:lnTo>
                  <a:pt x="2036701" y="692592"/>
                </a:lnTo>
                <a:lnTo>
                  <a:pt x="2163995" y="692860"/>
                </a:lnTo>
                <a:lnTo>
                  <a:pt x="2291289" y="990836"/>
                </a:lnTo>
                <a:lnTo>
                  <a:pt x="2418582" y="987794"/>
                </a:lnTo>
                <a:lnTo>
                  <a:pt x="2545876" y="987637"/>
                </a:lnTo>
                <a:lnTo>
                  <a:pt x="2673170" y="104114"/>
                </a:lnTo>
                <a:lnTo>
                  <a:pt x="2800464" y="1004249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D0FF"/>
            </a:solidFill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A4A10D-5563-4483-B548-EBF10EEB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980764"/>
            <a:ext cx="2866763" cy="1070548"/>
          </a:xfrm>
          <a:custGeom xmlns:a="http://schemas.openxmlformats.org/drawingml/2006/main">
            <a:pathLst>
              <a:path w="2866763" h="1070548">
                <a:moveTo>
                  <a:pt x="0" y="869689"/>
                </a:moveTo>
                <a:cubicBezTo>
                  <a:pt x="0" y="887997"/>
                  <a:pt x="14841" y="902838"/>
                  <a:pt x="33149" y="902838"/>
                </a:cubicBezTo>
                <a:cubicBezTo>
                  <a:pt x="51457" y="902838"/>
                  <a:pt x="66299" y="887997"/>
                  <a:pt x="66299" y="869689"/>
                </a:cubicBezTo>
                <a:cubicBezTo>
                  <a:pt x="66299" y="851381"/>
                  <a:pt x="51457" y="836540"/>
                  <a:pt x="33149" y="836540"/>
                </a:cubicBezTo>
                <a:cubicBezTo>
                  <a:pt x="14841" y="836540"/>
                  <a:pt x="0" y="851381"/>
                  <a:pt x="0" y="869689"/>
                </a:cubicBezTo>
                <a:moveTo>
                  <a:pt x="127294" y="33149"/>
                </a:moveTo>
                <a:cubicBezTo>
                  <a:pt x="127294" y="51457"/>
                  <a:pt x="142135" y="66299"/>
                  <a:pt x="160443" y="66299"/>
                </a:cubicBezTo>
                <a:cubicBezTo>
                  <a:pt x="178751" y="66299"/>
                  <a:pt x="193592" y="51457"/>
                  <a:pt x="193592" y="33149"/>
                </a:cubicBezTo>
                <a:cubicBezTo>
                  <a:pt x="193592" y="14841"/>
                  <a:pt x="178751" y="0"/>
                  <a:pt x="160443" y="0"/>
                </a:cubicBezTo>
                <a:cubicBezTo>
                  <a:pt x="142135" y="0"/>
                  <a:pt x="127294" y="14841"/>
                  <a:pt x="127294" y="33149"/>
                </a:cubicBezTo>
                <a:moveTo>
                  <a:pt x="254588" y="879552"/>
                </a:moveTo>
                <a:cubicBezTo>
                  <a:pt x="254588" y="897860"/>
                  <a:pt x="269429" y="912702"/>
                  <a:pt x="287737" y="912702"/>
                </a:cubicBezTo>
                <a:cubicBezTo>
                  <a:pt x="306045" y="912702"/>
                  <a:pt x="320886" y="897860"/>
                  <a:pt x="320886" y="879552"/>
                </a:cubicBezTo>
                <a:cubicBezTo>
                  <a:pt x="320886" y="861244"/>
                  <a:pt x="306045" y="846403"/>
                  <a:pt x="287737" y="846403"/>
                </a:cubicBezTo>
                <a:cubicBezTo>
                  <a:pt x="269429" y="846403"/>
                  <a:pt x="254588" y="861244"/>
                  <a:pt x="254588" y="879552"/>
                </a:cubicBezTo>
                <a:moveTo>
                  <a:pt x="381881" y="569144"/>
                </a:moveTo>
                <a:cubicBezTo>
                  <a:pt x="381881" y="587452"/>
                  <a:pt x="396723" y="602293"/>
                  <a:pt x="415031" y="602293"/>
                </a:cubicBezTo>
                <a:cubicBezTo>
                  <a:pt x="433339" y="602293"/>
                  <a:pt x="448180" y="587452"/>
                  <a:pt x="448180" y="569144"/>
                </a:cubicBezTo>
                <a:cubicBezTo>
                  <a:pt x="448180" y="550836"/>
                  <a:pt x="433339" y="535994"/>
                  <a:pt x="415031" y="535994"/>
                </a:cubicBezTo>
                <a:cubicBezTo>
                  <a:pt x="396723" y="535994"/>
                  <a:pt x="381881" y="550836"/>
                  <a:pt x="381881" y="569144"/>
                </a:cubicBezTo>
                <a:moveTo>
                  <a:pt x="509175" y="704893"/>
                </a:moveTo>
                <a:cubicBezTo>
                  <a:pt x="509175" y="723201"/>
                  <a:pt x="524017" y="738043"/>
                  <a:pt x="542324" y="738043"/>
                </a:cubicBezTo>
                <a:cubicBezTo>
                  <a:pt x="560632" y="738043"/>
                  <a:pt x="575474" y="723201"/>
                  <a:pt x="575474" y="704893"/>
                </a:cubicBezTo>
                <a:cubicBezTo>
                  <a:pt x="575474" y="686585"/>
                  <a:pt x="560632" y="671744"/>
                  <a:pt x="542324" y="671744"/>
                </a:cubicBezTo>
                <a:cubicBezTo>
                  <a:pt x="524017" y="671744"/>
                  <a:pt x="509175" y="686585"/>
                  <a:pt x="509175" y="704893"/>
                </a:cubicBezTo>
                <a:moveTo>
                  <a:pt x="636469" y="563285"/>
                </a:moveTo>
                <a:cubicBezTo>
                  <a:pt x="636469" y="581593"/>
                  <a:pt x="651310" y="596435"/>
                  <a:pt x="669618" y="596435"/>
                </a:cubicBezTo>
                <a:cubicBezTo>
                  <a:pt x="687926" y="596435"/>
                  <a:pt x="702768" y="581593"/>
                  <a:pt x="702768" y="563285"/>
                </a:cubicBezTo>
                <a:cubicBezTo>
                  <a:pt x="702768" y="544977"/>
                  <a:pt x="687926" y="530136"/>
                  <a:pt x="669618" y="530136"/>
                </a:cubicBezTo>
                <a:cubicBezTo>
                  <a:pt x="651310" y="530136"/>
                  <a:pt x="636469" y="544977"/>
                  <a:pt x="636469" y="563285"/>
                </a:cubicBezTo>
                <a:moveTo>
                  <a:pt x="763763" y="729900"/>
                </a:moveTo>
                <a:cubicBezTo>
                  <a:pt x="763763" y="748208"/>
                  <a:pt x="778604" y="763050"/>
                  <a:pt x="796912" y="763050"/>
                </a:cubicBezTo>
                <a:cubicBezTo>
                  <a:pt x="815220" y="763050"/>
                  <a:pt x="830061" y="748208"/>
                  <a:pt x="830061" y="729900"/>
                </a:cubicBezTo>
                <a:cubicBezTo>
                  <a:pt x="830061" y="711592"/>
                  <a:pt x="815220" y="696751"/>
                  <a:pt x="796912" y="696751"/>
                </a:cubicBezTo>
                <a:cubicBezTo>
                  <a:pt x="778604" y="696751"/>
                  <a:pt x="763763" y="711592"/>
                  <a:pt x="763763" y="729900"/>
                </a:cubicBezTo>
                <a:moveTo>
                  <a:pt x="891057" y="552445"/>
                </a:moveTo>
                <a:cubicBezTo>
                  <a:pt x="891057" y="570753"/>
                  <a:pt x="905898" y="585594"/>
                  <a:pt x="924206" y="585594"/>
                </a:cubicBezTo>
                <a:cubicBezTo>
                  <a:pt x="942514" y="585594"/>
                  <a:pt x="957356" y="570753"/>
                  <a:pt x="957356" y="552445"/>
                </a:cubicBezTo>
                <a:cubicBezTo>
                  <a:pt x="957356" y="534137"/>
                  <a:pt x="942514" y="519295"/>
                  <a:pt x="924206" y="519295"/>
                </a:cubicBezTo>
                <a:cubicBezTo>
                  <a:pt x="905898" y="519295"/>
                  <a:pt x="891057" y="534137"/>
                  <a:pt x="891057" y="552445"/>
                </a:cubicBezTo>
                <a:moveTo>
                  <a:pt x="1018350" y="604018"/>
                </a:moveTo>
                <a:cubicBezTo>
                  <a:pt x="1018350" y="622326"/>
                  <a:pt x="1033192" y="637168"/>
                  <a:pt x="1051500" y="637168"/>
                </a:cubicBezTo>
                <a:cubicBezTo>
                  <a:pt x="1069808" y="637168"/>
                  <a:pt x="1084649" y="622326"/>
                  <a:pt x="1084649" y="604018"/>
                </a:cubicBezTo>
                <a:cubicBezTo>
                  <a:pt x="1084649" y="585710"/>
                  <a:pt x="1069808" y="570869"/>
                  <a:pt x="1051500" y="570869"/>
                </a:cubicBezTo>
                <a:cubicBezTo>
                  <a:pt x="1033192" y="570869"/>
                  <a:pt x="1018350" y="585710"/>
                  <a:pt x="1018350" y="604018"/>
                </a:cubicBezTo>
                <a:moveTo>
                  <a:pt x="1145644" y="593605"/>
                </a:moveTo>
                <a:cubicBezTo>
                  <a:pt x="1145644" y="611914"/>
                  <a:pt x="1160486" y="626755"/>
                  <a:pt x="1178793" y="626755"/>
                </a:cubicBezTo>
                <a:cubicBezTo>
                  <a:pt x="1197101" y="626755"/>
                  <a:pt x="1211943" y="611914"/>
                  <a:pt x="1211943" y="593605"/>
                </a:cubicBezTo>
                <a:cubicBezTo>
                  <a:pt x="1211943" y="575298"/>
                  <a:pt x="1197101" y="560456"/>
                  <a:pt x="1178793" y="560456"/>
                </a:cubicBezTo>
                <a:cubicBezTo>
                  <a:pt x="1160486" y="560456"/>
                  <a:pt x="1145644" y="575298"/>
                  <a:pt x="1145644" y="593605"/>
                </a:cubicBezTo>
                <a:moveTo>
                  <a:pt x="1272938" y="594099"/>
                </a:moveTo>
                <a:cubicBezTo>
                  <a:pt x="1272938" y="612406"/>
                  <a:pt x="1287780" y="627248"/>
                  <a:pt x="1306087" y="627248"/>
                </a:cubicBezTo>
                <a:cubicBezTo>
                  <a:pt x="1324395" y="627248"/>
                  <a:pt x="1339237" y="612406"/>
                  <a:pt x="1339237" y="594099"/>
                </a:cubicBezTo>
                <a:cubicBezTo>
                  <a:pt x="1339237" y="575791"/>
                  <a:pt x="1324395" y="560949"/>
                  <a:pt x="1306087" y="560949"/>
                </a:cubicBezTo>
                <a:cubicBezTo>
                  <a:pt x="1287780" y="560949"/>
                  <a:pt x="1272938" y="575791"/>
                  <a:pt x="1272938" y="594099"/>
                </a:cubicBezTo>
                <a:moveTo>
                  <a:pt x="1400232" y="556389"/>
                </a:moveTo>
                <a:cubicBezTo>
                  <a:pt x="1400232" y="574697"/>
                  <a:pt x="1415073" y="589538"/>
                  <a:pt x="1433381" y="589538"/>
                </a:cubicBezTo>
                <a:cubicBezTo>
                  <a:pt x="1451689" y="589538"/>
                  <a:pt x="1466531" y="574697"/>
                  <a:pt x="1466531" y="556389"/>
                </a:cubicBezTo>
                <a:cubicBezTo>
                  <a:pt x="1466531" y="538081"/>
                  <a:pt x="1451689" y="523239"/>
                  <a:pt x="1433381" y="523239"/>
                </a:cubicBezTo>
                <a:cubicBezTo>
                  <a:pt x="1415073" y="523239"/>
                  <a:pt x="1400232" y="538081"/>
                  <a:pt x="1400232" y="556389"/>
                </a:cubicBezTo>
                <a:moveTo>
                  <a:pt x="1527526" y="464629"/>
                </a:moveTo>
                <a:cubicBezTo>
                  <a:pt x="1527526" y="482937"/>
                  <a:pt x="1542367" y="497778"/>
                  <a:pt x="1560675" y="497778"/>
                </a:cubicBezTo>
                <a:cubicBezTo>
                  <a:pt x="1578983" y="497778"/>
                  <a:pt x="1593825" y="482937"/>
                  <a:pt x="1593825" y="464629"/>
                </a:cubicBezTo>
                <a:cubicBezTo>
                  <a:pt x="1593825" y="446321"/>
                  <a:pt x="1578983" y="431480"/>
                  <a:pt x="1560675" y="431480"/>
                </a:cubicBezTo>
                <a:cubicBezTo>
                  <a:pt x="1542367" y="431480"/>
                  <a:pt x="1527526" y="446321"/>
                  <a:pt x="1527526" y="464629"/>
                </a:cubicBezTo>
                <a:moveTo>
                  <a:pt x="1654819" y="581639"/>
                </a:moveTo>
                <a:cubicBezTo>
                  <a:pt x="1654819" y="599947"/>
                  <a:pt x="1669661" y="614789"/>
                  <a:pt x="1687969" y="614789"/>
                </a:cubicBezTo>
                <a:cubicBezTo>
                  <a:pt x="1706276" y="614789"/>
                  <a:pt x="1721118" y="599947"/>
                  <a:pt x="1721118" y="581639"/>
                </a:cubicBezTo>
                <a:cubicBezTo>
                  <a:pt x="1721118" y="563332"/>
                  <a:pt x="1706276" y="548490"/>
                  <a:pt x="1687969" y="548490"/>
                </a:cubicBezTo>
                <a:cubicBezTo>
                  <a:pt x="1669661" y="548490"/>
                  <a:pt x="1654819" y="563332"/>
                  <a:pt x="1654819" y="581639"/>
                </a:cubicBezTo>
                <a:moveTo>
                  <a:pt x="1782113" y="727158"/>
                </a:moveTo>
                <a:cubicBezTo>
                  <a:pt x="1782113" y="745466"/>
                  <a:pt x="1796955" y="760307"/>
                  <a:pt x="1815263" y="760307"/>
                </a:cubicBezTo>
                <a:cubicBezTo>
                  <a:pt x="1833571" y="760307"/>
                  <a:pt x="1848412" y="745466"/>
                  <a:pt x="1848412" y="727158"/>
                </a:cubicBezTo>
                <a:cubicBezTo>
                  <a:pt x="1848412" y="708850"/>
                  <a:pt x="1833571" y="694008"/>
                  <a:pt x="1815263" y="694008"/>
                </a:cubicBezTo>
                <a:cubicBezTo>
                  <a:pt x="1796955" y="694008"/>
                  <a:pt x="1782113" y="708850"/>
                  <a:pt x="1782113" y="727158"/>
                </a:cubicBezTo>
                <a:moveTo>
                  <a:pt x="1909407" y="726824"/>
                </a:moveTo>
                <a:cubicBezTo>
                  <a:pt x="1909407" y="745132"/>
                  <a:pt x="1924249" y="759973"/>
                  <a:pt x="1942557" y="759973"/>
                </a:cubicBezTo>
                <a:cubicBezTo>
                  <a:pt x="1960865" y="759973"/>
                  <a:pt x="1975706" y="745132"/>
                  <a:pt x="1975706" y="726824"/>
                </a:cubicBezTo>
                <a:cubicBezTo>
                  <a:pt x="1975706" y="708516"/>
                  <a:pt x="1960865" y="693674"/>
                  <a:pt x="1942557" y="693674"/>
                </a:cubicBezTo>
                <a:cubicBezTo>
                  <a:pt x="1924249" y="693674"/>
                  <a:pt x="1909407" y="708516"/>
                  <a:pt x="1909407" y="726824"/>
                </a:cubicBezTo>
                <a:moveTo>
                  <a:pt x="2036701" y="725741"/>
                </a:moveTo>
                <a:cubicBezTo>
                  <a:pt x="2036701" y="744049"/>
                  <a:pt x="2051543" y="758891"/>
                  <a:pt x="2069850" y="758891"/>
                </a:cubicBezTo>
                <a:cubicBezTo>
                  <a:pt x="2088159" y="758891"/>
                  <a:pt x="2103000" y="744049"/>
                  <a:pt x="2103000" y="725741"/>
                </a:cubicBezTo>
                <a:cubicBezTo>
                  <a:pt x="2103000" y="707433"/>
                  <a:pt x="2088159" y="692592"/>
                  <a:pt x="2069850" y="692592"/>
                </a:cubicBezTo>
                <a:cubicBezTo>
                  <a:pt x="2051543" y="692592"/>
                  <a:pt x="2036701" y="707433"/>
                  <a:pt x="2036701" y="725741"/>
                </a:cubicBezTo>
                <a:moveTo>
                  <a:pt x="2163995" y="726010"/>
                </a:moveTo>
                <a:cubicBezTo>
                  <a:pt x="2163995" y="744318"/>
                  <a:pt x="2178836" y="759159"/>
                  <a:pt x="2197144" y="759159"/>
                </a:cubicBezTo>
                <a:cubicBezTo>
                  <a:pt x="2215452" y="759159"/>
                  <a:pt x="2230294" y="744318"/>
                  <a:pt x="2230294" y="726010"/>
                </a:cubicBezTo>
                <a:cubicBezTo>
                  <a:pt x="2230294" y="707702"/>
                  <a:pt x="2215452" y="692860"/>
                  <a:pt x="2197144" y="692860"/>
                </a:cubicBezTo>
                <a:cubicBezTo>
                  <a:pt x="2178836" y="692860"/>
                  <a:pt x="2163995" y="707702"/>
                  <a:pt x="2163995" y="726010"/>
                </a:cubicBezTo>
                <a:moveTo>
                  <a:pt x="2291289" y="1023985"/>
                </a:moveTo>
                <a:cubicBezTo>
                  <a:pt x="2291289" y="1042293"/>
                  <a:pt x="2306130" y="1057134"/>
                  <a:pt x="2324438" y="1057134"/>
                </a:cubicBezTo>
                <a:cubicBezTo>
                  <a:pt x="2342746" y="1057134"/>
                  <a:pt x="2357587" y="1042293"/>
                  <a:pt x="2357587" y="1023985"/>
                </a:cubicBezTo>
                <a:cubicBezTo>
                  <a:pt x="2357587" y="1005677"/>
                  <a:pt x="2342746" y="990836"/>
                  <a:pt x="2324438" y="990836"/>
                </a:cubicBezTo>
                <a:cubicBezTo>
                  <a:pt x="2306130" y="990836"/>
                  <a:pt x="2291289" y="1005677"/>
                  <a:pt x="2291289" y="1023985"/>
                </a:cubicBezTo>
                <a:moveTo>
                  <a:pt x="2418582" y="1020944"/>
                </a:moveTo>
                <a:cubicBezTo>
                  <a:pt x="2418582" y="1039252"/>
                  <a:pt x="2433424" y="1054093"/>
                  <a:pt x="2451732" y="1054093"/>
                </a:cubicBezTo>
                <a:cubicBezTo>
                  <a:pt x="2470040" y="1054093"/>
                  <a:pt x="2484881" y="1039252"/>
                  <a:pt x="2484881" y="1020944"/>
                </a:cubicBezTo>
                <a:cubicBezTo>
                  <a:pt x="2484881" y="1002636"/>
                  <a:pt x="2470040" y="987794"/>
                  <a:pt x="2451732" y="987794"/>
                </a:cubicBezTo>
                <a:cubicBezTo>
                  <a:pt x="2433424" y="987794"/>
                  <a:pt x="2418582" y="1002636"/>
                  <a:pt x="2418582" y="1020944"/>
                </a:cubicBezTo>
                <a:moveTo>
                  <a:pt x="2545876" y="1020786"/>
                </a:moveTo>
                <a:cubicBezTo>
                  <a:pt x="2545876" y="1039094"/>
                  <a:pt x="2560718" y="1053936"/>
                  <a:pt x="2579026" y="1053936"/>
                </a:cubicBezTo>
                <a:cubicBezTo>
                  <a:pt x="2597334" y="1053936"/>
                  <a:pt x="2612175" y="1039094"/>
                  <a:pt x="2612175" y="1020786"/>
                </a:cubicBezTo>
                <a:cubicBezTo>
                  <a:pt x="2612175" y="1002479"/>
                  <a:pt x="2597334" y="987637"/>
                  <a:pt x="2579026" y="987637"/>
                </a:cubicBezTo>
                <a:cubicBezTo>
                  <a:pt x="2560718" y="987637"/>
                  <a:pt x="2545876" y="1002479"/>
                  <a:pt x="2545876" y="1020786"/>
                </a:cubicBezTo>
                <a:moveTo>
                  <a:pt x="2673170" y="137264"/>
                </a:moveTo>
                <a:cubicBezTo>
                  <a:pt x="2673170" y="155571"/>
                  <a:pt x="2688012" y="170413"/>
                  <a:pt x="2706319" y="170413"/>
                </a:cubicBezTo>
                <a:cubicBezTo>
                  <a:pt x="2724628" y="170413"/>
                  <a:pt x="2739469" y="155571"/>
                  <a:pt x="2739469" y="137264"/>
                </a:cubicBezTo>
                <a:cubicBezTo>
                  <a:pt x="2739469" y="118956"/>
                  <a:pt x="2724628" y="104114"/>
                  <a:pt x="2706319" y="104114"/>
                </a:cubicBezTo>
                <a:cubicBezTo>
                  <a:pt x="2688012" y="104114"/>
                  <a:pt x="2673170" y="118956"/>
                  <a:pt x="2673170" y="137264"/>
                </a:cubicBezTo>
                <a:moveTo>
                  <a:pt x="2800464" y="1037399"/>
                </a:moveTo>
                <a:cubicBezTo>
                  <a:pt x="2800464" y="1055707"/>
                  <a:pt x="2815306" y="1070548"/>
                  <a:pt x="2833613" y="1070548"/>
                </a:cubicBezTo>
                <a:cubicBezTo>
                  <a:pt x="2851922" y="1070548"/>
                  <a:pt x="2866763" y="1055707"/>
                  <a:pt x="2866763" y="1037399"/>
                </a:cubicBezTo>
                <a:cubicBezTo>
                  <a:pt x="2866763" y="1019091"/>
                  <a:pt x="2851922" y="1004249"/>
                  <a:pt x="2833613" y="1004249"/>
                </a:cubicBezTo>
                <a:cubicBezTo>
                  <a:pt x="2815306" y="1004249"/>
                  <a:pt x="2800464" y="1019091"/>
                  <a:pt x="2800464" y="1037399"/>
                </a:cubicBezTo>
                <a:close/>
              </a:path>
            </a:pathLst>
          </a:custGeom>
          <a:solidFill xmlns:a="http://schemas.openxmlformats.org/drawingml/2006/main">
            <a:srgbClr val="00D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3C47AC-9FB5-41B4-A2AA-9FC92375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2786343"/>
            <a:ext cx="2800464" cy="1268206"/>
          </a:xfrm>
          <a:custGeom xmlns:a="http://schemas.openxmlformats.org/drawingml/2006/main">
            <a:pathLst>
              <a:path w="2800464" h="1268206" fill="none">
                <a:moveTo>
                  <a:pt x="0" y="1013221"/>
                </a:moveTo>
                <a:lnTo>
                  <a:pt x="127294" y="589635"/>
                </a:lnTo>
                <a:lnTo>
                  <a:pt x="254588" y="1039784"/>
                </a:lnTo>
                <a:lnTo>
                  <a:pt x="381881" y="481198"/>
                </a:lnTo>
                <a:lnTo>
                  <a:pt x="509175" y="577207"/>
                </a:lnTo>
                <a:lnTo>
                  <a:pt x="636469" y="478690"/>
                </a:lnTo>
                <a:lnTo>
                  <a:pt x="763763" y="517644"/>
                </a:lnTo>
                <a:lnTo>
                  <a:pt x="891057" y="350363"/>
                </a:lnTo>
                <a:lnTo>
                  <a:pt x="1018351" y="466148"/>
                </a:lnTo>
                <a:lnTo>
                  <a:pt x="1145644" y="545601"/>
                </a:lnTo>
                <a:lnTo>
                  <a:pt x="1272938" y="550029"/>
                </a:lnTo>
                <a:lnTo>
                  <a:pt x="1400232" y="517391"/>
                </a:lnTo>
                <a:lnTo>
                  <a:pt x="1527526" y="449998"/>
                </a:lnTo>
                <a:lnTo>
                  <a:pt x="1654820" y="420695"/>
                </a:lnTo>
                <a:lnTo>
                  <a:pt x="1782114" y="484507"/>
                </a:lnTo>
                <a:lnTo>
                  <a:pt x="1909407" y="480250"/>
                </a:lnTo>
                <a:lnTo>
                  <a:pt x="2036701" y="480183"/>
                </a:lnTo>
                <a:lnTo>
                  <a:pt x="2163995" y="480903"/>
                </a:lnTo>
                <a:lnTo>
                  <a:pt x="2291289" y="1178261"/>
                </a:lnTo>
                <a:lnTo>
                  <a:pt x="2418583" y="1161659"/>
                </a:lnTo>
                <a:lnTo>
                  <a:pt x="2545876" y="1163803"/>
                </a:lnTo>
                <a:lnTo>
                  <a:pt x="2673170" y="0"/>
                </a:lnTo>
                <a:lnTo>
                  <a:pt x="2800464" y="1268206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D0FF"/>
            </a:solidFill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2D4E9-43BE-4D9F-9567-71E39C2E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2753193"/>
            <a:ext cx="2866763" cy="1334505"/>
          </a:xfrm>
          <a:custGeom xmlns:a="http://schemas.openxmlformats.org/drawingml/2006/main">
            <a:pathLst>
              <a:path w="2866763" h="1334505">
                <a:moveTo>
                  <a:pt x="0" y="1046370"/>
                </a:moveTo>
                <a:cubicBezTo>
                  <a:pt x="0" y="1064678"/>
                  <a:pt x="14841" y="1079520"/>
                  <a:pt x="33149" y="1079520"/>
                </a:cubicBezTo>
                <a:cubicBezTo>
                  <a:pt x="51457" y="1079520"/>
                  <a:pt x="66299" y="1064678"/>
                  <a:pt x="66299" y="1046370"/>
                </a:cubicBezTo>
                <a:cubicBezTo>
                  <a:pt x="66299" y="1028062"/>
                  <a:pt x="51457" y="1013221"/>
                  <a:pt x="33149" y="1013221"/>
                </a:cubicBezTo>
                <a:cubicBezTo>
                  <a:pt x="14841" y="1013221"/>
                  <a:pt x="0" y="1028062"/>
                  <a:pt x="0" y="1046370"/>
                </a:cubicBezTo>
                <a:moveTo>
                  <a:pt x="127294" y="622785"/>
                </a:moveTo>
                <a:cubicBezTo>
                  <a:pt x="127294" y="641093"/>
                  <a:pt x="142135" y="655934"/>
                  <a:pt x="160443" y="655934"/>
                </a:cubicBezTo>
                <a:cubicBezTo>
                  <a:pt x="178751" y="655934"/>
                  <a:pt x="193593" y="641093"/>
                  <a:pt x="193593" y="622785"/>
                </a:cubicBezTo>
                <a:cubicBezTo>
                  <a:pt x="193593" y="604477"/>
                  <a:pt x="178751" y="589635"/>
                  <a:pt x="160443" y="589635"/>
                </a:cubicBezTo>
                <a:cubicBezTo>
                  <a:pt x="142135" y="589635"/>
                  <a:pt x="127294" y="604477"/>
                  <a:pt x="127294" y="622785"/>
                </a:cubicBezTo>
                <a:moveTo>
                  <a:pt x="254588" y="1072934"/>
                </a:moveTo>
                <a:cubicBezTo>
                  <a:pt x="254588" y="1091242"/>
                  <a:pt x="269429" y="1106083"/>
                  <a:pt x="287737" y="1106083"/>
                </a:cubicBezTo>
                <a:cubicBezTo>
                  <a:pt x="306045" y="1106083"/>
                  <a:pt x="320886" y="1091242"/>
                  <a:pt x="320886" y="1072934"/>
                </a:cubicBezTo>
                <a:cubicBezTo>
                  <a:pt x="320886" y="1054626"/>
                  <a:pt x="306045" y="1039784"/>
                  <a:pt x="287737" y="1039784"/>
                </a:cubicBezTo>
                <a:cubicBezTo>
                  <a:pt x="269429" y="1039784"/>
                  <a:pt x="254588" y="1054626"/>
                  <a:pt x="254588" y="1072934"/>
                </a:cubicBezTo>
                <a:moveTo>
                  <a:pt x="381881" y="514347"/>
                </a:moveTo>
                <a:cubicBezTo>
                  <a:pt x="381881" y="532655"/>
                  <a:pt x="396723" y="547496"/>
                  <a:pt x="415031" y="547496"/>
                </a:cubicBezTo>
                <a:cubicBezTo>
                  <a:pt x="433339" y="547496"/>
                  <a:pt x="448180" y="532655"/>
                  <a:pt x="448180" y="514347"/>
                </a:cubicBezTo>
                <a:cubicBezTo>
                  <a:pt x="448180" y="496039"/>
                  <a:pt x="433339" y="481198"/>
                  <a:pt x="415031" y="481198"/>
                </a:cubicBezTo>
                <a:cubicBezTo>
                  <a:pt x="396723" y="481198"/>
                  <a:pt x="381881" y="496039"/>
                  <a:pt x="381881" y="514347"/>
                </a:cubicBezTo>
                <a:moveTo>
                  <a:pt x="509175" y="610357"/>
                </a:moveTo>
                <a:cubicBezTo>
                  <a:pt x="509175" y="628665"/>
                  <a:pt x="524017" y="643506"/>
                  <a:pt x="542325" y="643506"/>
                </a:cubicBezTo>
                <a:cubicBezTo>
                  <a:pt x="560633" y="643506"/>
                  <a:pt x="575474" y="628665"/>
                  <a:pt x="575474" y="610357"/>
                </a:cubicBezTo>
                <a:cubicBezTo>
                  <a:pt x="575474" y="592049"/>
                  <a:pt x="560633" y="577207"/>
                  <a:pt x="542325" y="577207"/>
                </a:cubicBezTo>
                <a:cubicBezTo>
                  <a:pt x="524017" y="577207"/>
                  <a:pt x="509175" y="592049"/>
                  <a:pt x="509175" y="610357"/>
                </a:cubicBezTo>
                <a:moveTo>
                  <a:pt x="636469" y="511840"/>
                </a:moveTo>
                <a:cubicBezTo>
                  <a:pt x="636469" y="530148"/>
                  <a:pt x="651311" y="544989"/>
                  <a:pt x="669619" y="544989"/>
                </a:cubicBezTo>
                <a:cubicBezTo>
                  <a:pt x="687926" y="544989"/>
                  <a:pt x="702768" y="530148"/>
                  <a:pt x="702768" y="511840"/>
                </a:cubicBezTo>
                <a:cubicBezTo>
                  <a:pt x="702768" y="493532"/>
                  <a:pt x="687926" y="478690"/>
                  <a:pt x="669619" y="478690"/>
                </a:cubicBezTo>
                <a:cubicBezTo>
                  <a:pt x="651311" y="478690"/>
                  <a:pt x="636469" y="493532"/>
                  <a:pt x="636469" y="511840"/>
                </a:cubicBezTo>
                <a:moveTo>
                  <a:pt x="763763" y="550794"/>
                </a:moveTo>
                <a:cubicBezTo>
                  <a:pt x="763763" y="569101"/>
                  <a:pt x="778605" y="583943"/>
                  <a:pt x="796912" y="583943"/>
                </a:cubicBezTo>
                <a:cubicBezTo>
                  <a:pt x="815220" y="583943"/>
                  <a:pt x="830062" y="569101"/>
                  <a:pt x="830062" y="550794"/>
                </a:cubicBezTo>
                <a:cubicBezTo>
                  <a:pt x="830062" y="532486"/>
                  <a:pt x="815220" y="517644"/>
                  <a:pt x="796912" y="517644"/>
                </a:cubicBezTo>
                <a:cubicBezTo>
                  <a:pt x="778605" y="517644"/>
                  <a:pt x="763763" y="532486"/>
                  <a:pt x="763763" y="550794"/>
                </a:cubicBezTo>
                <a:moveTo>
                  <a:pt x="891057" y="383512"/>
                </a:moveTo>
                <a:cubicBezTo>
                  <a:pt x="891057" y="401820"/>
                  <a:pt x="905898" y="416661"/>
                  <a:pt x="924206" y="416661"/>
                </a:cubicBezTo>
                <a:cubicBezTo>
                  <a:pt x="942514" y="416661"/>
                  <a:pt x="957356" y="401820"/>
                  <a:pt x="957356" y="383512"/>
                </a:cubicBezTo>
                <a:cubicBezTo>
                  <a:pt x="957356" y="365204"/>
                  <a:pt x="942514" y="350363"/>
                  <a:pt x="924206" y="350363"/>
                </a:cubicBezTo>
                <a:cubicBezTo>
                  <a:pt x="905898" y="350363"/>
                  <a:pt x="891057" y="365204"/>
                  <a:pt x="891057" y="383512"/>
                </a:cubicBezTo>
                <a:moveTo>
                  <a:pt x="1018351" y="499298"/>
                </a:moveTo>
                <a:cubicBezTo>
                  <a:pt x="1018351" y="517606"/>
                  <a:pt x="1033192" y="532447"/>
                  <a:pt x="1051500" y="532447"/>
                </a:cubicBezTo>
                <a:cubicBezTo>
                  <a:pt x="1069808" y="532447"/>
                  <a:pt x="1084650" y="517606"/>
                  <a:pt x="1084650" y="499298"/>
                </a:cubicBezTo>
                <a:cubicBezTo>
                  <a:pt x="1084650" y="480990"/>
                  <a:pt x="1069808" y="466148"/>
                  <a:pt x="1051500" y="466148"/>
                </a:cubicBezTo>
                <a:cubicBezTo>
                  <a:pt x="1033192" y="466148"/>
                  <a:pt x="1018351" y="480990"/>
                  <a:pt x="1018351" y="499298"/>
                </a:cubicBezTo>
                <a:moveTo>
                  <a:pt x="1145644" y="578750"/>
                </a:moveTo>
                <a:cubicBezTo>
                  <a:pt x="1145644" y="597058"/>
                  <a:pt x="1160486" y="611900"/>
                  <a:pt x="1178794" y="611900"/>
                </a:cubicBezTo>
                <a:cubicBezTo>
                  <a:pt x="1197102" y="611900"/>
                  <a:pt x="1211943" y="597058"/>
                  <a:pt x="1211943" y="578750"/>
                </a:cubicBezTo>
                <a:cubicBezTo>
                  <a:pt x="1211943" y="560442"/>
                  <a:pt x="1197102" y="545601"/>
                  <a:pt x="1178794" y="545601"/>
                </a:cubicBezTo>
                <a:cubicBezTo>
                  <a:pt x="1160486" y="545601"/>
                  <a:pt x="1145644" y="560442"/>
                  <a:pt x="1145644" y="578750"/>
                </a:cubicBezTo>
                <a:moveTo>
                  <a:pt x="1272938" y="583178"/>
                </a:moveTo>
                <a:cubicBezTo>
                  <a:pt x="1272938" y="601486"/>
                  <a:pt x="1287780" y="616328"/>
                  <a:pt x="1306088" y="616328"/>
                </a:cubicBezTo>
                <a:cubicBezTo>
                  <a:pt x="1324395" y="616328"/>
                  <a:pt x="1339237" y="601486"/>
                  <a:pt x="1339237" y="583178"/>
                </a:cubicBezTo>
                <a:cubicBezTo>
                  <a:pt x="1339237" y="564871"/>
                  <a:pt x="1324395" y="550029"/>
                  <a:pt x="1306088" y="550029"/>
                </a:cubicBezTo>
                <a:cubicBezTo>
                  <a:pt x="1287780" y="550029"/>
                  <a:pt x="1272938" y="564871"/>
                  <a:pt x="1272938" y="583178"/>
                </a:cubicBezTo>
                <a:moveTo>
                  <a:pt x="1400232" y="550541"/>
                </a:moveTo>
                <a:cubicBezTo>
                  <a:pt x="1400232" y="568848"/>
                  <a:pt x="1415074" y="583690"/>
                  <a:pt x="1433381" y="583690"/>
                </a:cubicBezTo>
                <a:cubicBezTo>
                  <a:pt x="1451689" y="583690"/>
                  <a:pt x="1466531" y="568848"/>
                  <a:pt x="1466531" y="550541"/>
                </a:cubicBezTo>
                <a:cubicBezTo>
                  <a:pt x="1466531" y="532232"/>
                  <a:pt x="1451689" y="517391"/>
                  <a:pt x="1433381" y="517391"/>
                </a:cubicBezTo>
                <a:cubicBezTo>
                  <a:pt x="1415074" y="517391"/>
                  <a:pt x="1400232" y="532232"/>
                  <a:pt x="1400232" y="550541"/>
                </a:cubicBezTo>
                <a:moveTo>
                  <a:pt x="1527526" y="483147"/>
                </a:moveTo>
                <a:cubicBezTo>
                  <a:pt x="1527526" y="501455"/>
                  <a:pt x="1542367" y="516297"/>
                  <a:pt x="1560675" y="516297"/>
                </a:cubicBezTo>
                <a:cubicBezTo>
                  <a:pt x="1578983" y="516297"/>
                  <a:pt x="1593825" y="501455"/>
                  <a:pt x="1593825" y="483147"/>
                </a:cubicBezTo>
                <a:cubicBezTo>
                  <a:pt x="1593825" y="464839"/>
                  <a:pt x="1578983" y="449998"/>
                  <a:pt x="1560675" y="449998"/>
                </a:cubicBezTo>
                <a:cubicBezTo>
                  <a:pt x="1542367" y="449998"/>
                  <a:pt x="1527526" y="464839"/>
                  <a:pt x="1527526" y="483147"/>
                </a:cubicBezTo>
                <a:moveTo>
                  <a:pt x="1654820" y="453844"/>
                </a:moveTo>
                <a:cubicBezTo>
                  <a:pt x="1654820" y="472152"/>
                  <a:pt x="1669661" y="486994"/>
                  <a:pt x="1687969" y="486994"/>
                </a:cubicBezTo>
                <a:cubicBezTo>
                  <a:pt x="1706277" y="486994"/>
                  <a:pt x="1721119" y="472152"/>
                  <a:pt x="1721119" y="453844"/>
                </a:cubicBezTo>
                <a:cubicBezTo>
                  <a:pt x="1721119" y="435536"/>
                  <a:pt x="1706277" y="420695"/>
                  <a:pt x="1687969" y="420695"/>
                </a:cubicBezTo>
                <a:cubicBezTo>
                  <a:pt x="1669661" y="420695"/>
                  <a:pt x="1654820" y="435536"/>
                  <a:pt x="1654820" y="453844"/>
                </a:cubicBezTo>
                <a:moveTo>
                  <a:pt x="1782114" y="517657"/>
                </a:moveTo>
                <a:cubicBezTo>
                  <a:pt x="1782114" y="535965"/>
                  <a:pt x="1796955" y="550806"/>
                  <a:pt x="1815263" y="550806"/>
                </a:cubicBezTo>
                <a:cubicBezTo>
                  <a:pt x="1833571" y="550806"/>
                  <a:pt x="1848412" y="535965"/>
                  <a:pt x="1848412" y="517657"/>
                </a:cubicBezTo>
                <a:cubicBezTo>
                  <a:pt x="1848412" y="499349"/>
                  <a:pt x="1833571" y="484507"/>
                  <a:pt x="1815263" y="484507"/>
                </a:cubicBezTo>
                <a:cubicBezTo>
                  <a:pt x="1796955" y="484507"/>
                  <a:pt x="1782114" y="499349"/>
                  <a:pt x="1782114" y="517657"/>
                </a:cubicBezTo>
                <a:moveTo>
                  <a:pt x="1909407" y="513400"/>
                </a:moveTo>
                <a:cubicBezTo>
                  <a:pt x="1909407" y="531708"/>
                  <a:pt x="1924249" y="546549"/>
                  <a:pt x="1942557" y="546549"/>
                </a:cubicBezTo>
                <a:cubicBezTo>
                  <a:pt x="1960865" y="546549"/>
                  <a:pt x="1975706" y="531708"/>
                  <a:pt x="1975706" y="513400"/>
                </a:cubicBezTo>
                <a:cubicBezTo>
                  <a:pt x="1975706" y="495092"/>
                  <a:pt x="1960865" y="480250"/>
                  <a:pt x="1942557" y="480250"/>
                </a:cubicBezTo>
                <a:cubicBezTo>
                  <a:pt x="1924249" y="480250"/>
                  <a:pt x="1909407" y="495092"/>
                  <a:pt x="1909407" y="513400"/>
                </a:cubicBezTo>
                <a:moveTo>
                  <a:pt x="2036701" y="513333"/>
                </a:moveTo>
                <a:cubicBezTo>
                  <a:pt x="2036701" y="531641"/>
                  <a:pt x="2051543" y="546482"/>
                  <a:pt x="2069851" y="546482"/>
                </a:cubicBezTo>
                <a:cubicBezTo>
                  <a:pt x="2088159" y="546482"/>
                  <a:pt x="2103000" y="531641"/>
                  <a:pt x="2103000" y="513333"/>
                </a:cubicBezTo>
                <a:cubicBezTo>
                  <a:pt x="2103000" y="495025"/>
                  <a:pt x="2088159" y="480183"/>
                  <a:pt x="2069851" y="480183"/>
                </a:cubicBezTo>
                <a:cubicBezTo>
                  <a:pt x="2051543" y="480183"/>
                  <a:pt x="2036701" y="495025"/>
                  <a:pt x="2036701" y="513333"/>
                </a:cubicBezTo>
                <a:moveTo>
                  <a:pt x="2163995" y="514053"/>
                </a:moveTo>
                <a:cubicBezTo>
                  <a:pt x="2163995" y="532361"/>
                  <a:pt x="2178837" y="547202"/>
                  <a:pt x="2197144" y="547202"/>
                </a:cubicBezTo>
                <a:cubicBezTo>
                  <a:pt x="2215452" y="547202"/>
                  <a:pt x="2230294" y="532361"/>
                  <a:pt x="2230294" y="514053"/>
                </a:cubicBezTo>
                <a:cubicBezTo>
                  <a:pt x="2230294" y="495745"/>
                  <a:pt x="2215452" y="480903"/>
                  <a:pt x="2197144" y="480903"/>
                </a:cubicBezTo>
                <a:cubicBezTo>
                  <a:pt x="2178837" y="480903"/>
                  <a:pt x="2163995" y="495745"/>
                  <a:pt x="2163995" y="514053"/>
                </a:cubicBezTo>
                <a:moveTo>
                  <a:pt x="2291289" y="1211410"/>
                </a:moveTo>
                <a:cubicBezTo>
                  <a:pt x="2291289" y="1229718"/>
                  <a:pt x="2306130" y="1244560"/>
                  <a:pt x="2324438" y="1244560"/>
                </a:cubicBezTo>
                <a:cubicBezTo>
                  <a:pt x="2342746" y="1244560"/>
                  <a:pt x="2357588" y="1229718"/>
                  <a:pt x="2357588" y="1211410"/>
                </a:cubicBezTo>
                <a:cubicBezTo>
                  <a:pt x="2357588" y="1193103"/>
                  <a:pt x="2342746" y="1178261"/>
                  <a:pt x="2324438" y="1178261"/>
                </a:cubicBezTo>
                <a:cubicBezTo>
                  <a:pt x="2306130" y="1178261"/>
                  <a:pt x="2291289" y="1193103"/>
                  <a:pt x="2291289" y="1211410"/>
                </a:cubicBezTo>
                <a:moveTo>
                  <a:pt x="2418583" y="1194809"/>
                </a:moveTo>
                <a:cubicBezTo>
                  <a:pt x="2418583" y="1213116"/>
                  <a:pt x="2433424" y="1227958"/>
                  <a:pt x="2451732" y="1227958"/>
                </a:cubicBezTo>
                <a:cubicBezTo>
                  <a:pt x="2470040" y="1227958"/>
                  <a:pt x="2484881" y="1213116"/>
                  <a:pt x="2484881" y="1194809"/>
                </a:cubicBezTo>
                <a:cubicBezTo>
                  <a:pt x="2484881" y="1176501"/>
                  <a:pt x="2470040" y="1161659"/>
                  <a:pt x="2451732" y="1161659"/>
                </a:cubicBezTo>
                <a:cubicBezTo>
                  <a:pt x="2433424" y="1161659"/>
                  <a:pt x="2418583" y="1176501"/>
                  <a:pt x="2418583" y="1194809"/>
                </a:cubicBezTo>
                <a:moveTo>
                  <a:pt x="2545876" y="1196952"/>
                </a:moveTo>
                <a:cubicBezTo>
                  <a:pt x="2545876" y="1215260"/>
                  <a:pt x="2560718" y="1230101"/>
                  <a:pt x="2579026" y="1230101"/>
                </a:cubicBezTo>
                <a:cubicBezTo>
                  <a:pt x="2597334" y="1230101"/>
                  <a:pt x="2612175" y="1215260"/>
                  <a:pt x="2612175" y="1196952"/>
                </a:cubicBezTo>
                <a:cubicBezTo>
                  <a:pt x="2612175" y="1178644"/>
                  <a:pt x="2597334" y="1163803"/>
                  <a:pt x="2579026" y="1163803"/>
                </a:cubicBezTo>
                <a:cubicBezTo>
                  <a:pt x="2560718" y="1163803"/>
                  <a:pt x="2545876" y="1178644"/>
                  <a:pt x="2545876" y="1196952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301355"/>
                </a:moveTo>
                <a:cubicBezTo>
                  <a:pt x="2800464" y="1319663"/>
                  <a:pt x="2815306" y="1334505"/>
                  <a:pt x="2833614" y="1334505"/>
                </a:cubicBezTo>
                <a:cubicBezTo>
                  <a:pt x="2851921" y="1334505"/>
                  <a:pt x="2866763" y="1319663"/>
                  <a:pt x="2866763" y="1301355"/>
                </a:cubicBezTo>
                <a:cubicBezTo>
                  <a:pt x="2866763" y="1283047"/>
                  <a:pt x="2851921" y="1268206"/>
                  <a:pt x="2833614" y="1268206"/>
                </a:cubicBezTo>
                <a:cubicBezTo>
                  <a:pt x="2815306" y="1268206"/>
                  <a:pt x="2800464" y="1283047"/>
                  <a:pt x="2800464" y="1301355"/>
                </a:cubicBezTo>
                <a:close/>
              </a:path>
            </a:pathLst>
          </a:custGeom>
          <a:solidFill xmlns:a="http://schemas.openxmlformats.org/drawingml/2006/main">
            <a:srgbClr val="00D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3558F1-4DF5-4DF8-B33E-5FBF7B25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215830"/>
            <a:ext cx="2800464" cy="974450"/>
          </a:xfrm>
          <a:custGeom xmlns:a="http://schemas.openxmlformats.org/drawingml/2006/main">
            <a:pathLst>
              <a:path w="2800464" h="974450" fill="none">
                <a:moveTo>
                  <a:pt x="0" y="776127"/>
                </a:moveTo>
                <a:lnTo>
                  <a:pt x="127294" y="106893"/>
                </a:lnTo>
                <a:lnTo>
                  <a:pt x="254588" y="780469"/>
                </a:lnTo>
                <a:lnTo>
                  <a:pt x="381881" y="524844"/>
                </a:lnTo>
                <a:lnTo>
                  <a:pt x="509175" y="637546"/>
                </a:lnTo>
                <a:lnTo>
                  <a:pt x="636469" y="517311"/>
                </a:lnTo>
                <a:lnTo>
                  <a:pt x="763763" y="595934"/>
                </a:lnTo>
                <a:lnTo>
                  <a:pt x="891057" y="493912"/>
                </a:lnTo>
                <a:lnTo>
                  <a:pt x="1018350" y="530172"/>
                </a:lnTo>
                <a:lnTo>
                  <a:pt x="1145644" y="533768"/>
                </a:lnTo>
                <a:lnTo>
                  <a:pt x="1272938" y="542227"/>
                </a:lnTo>
                <a:lnTo>
                  <a:pt x="1400232" y="537483"/>
                </a:lnTo>
                <a:lnTo>
                  <a:pt x="1527526" y="416884"/>
                </a:lnTo>
                <a:lnTo>
                  <a:pt x="1654819" y="529740"/>
                </a:lnTo>
                <a:lnTo>
                  <a:pt x="1782113" y="641577"/>
                </a:lnTo>
                <a:lnTo>
                  <a:pt x="1909407" y="640300"/>
                </a:lnTo>
                <a:lnTo>
                  <a:pt x="2036701" y="643274"/>
                </a:lnTo>
                <a:lnTo>
                  <a:pt x="2163995" y="637655"/>
                </a:lnTo>
                <a:lnTo>
                  <a:pt x="2291289" y="952643"/>
                </a:lnTo>
                <a:lnTo>
                  <a:pt x="2418582" y="949266"/>
                </a:lnTo>
                <a:lnTo>
                  <a:pt x="2545876" y="945296"/>
                </a:lnTo>
                <a:lnTo>
                  <a:pt x="2673170" y="0"/>
                </a:lnTo>
                <a:lnTo>
                  <a:pt x="2800464" y="97445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00D0FF"/>
            </a:solidFill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48653D-03B8-4D6E-87AC-A56A6842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182681"/>
            <a:ext cx="2866763" cy="1040748"/>
          </a:xfrm>
          <a:custGeom xmlns:a="http://schemas.openxmlformats.org/drawingml/2006/main">
            <a:pathLst>
              <a:path w="2866763" h="1040748">
                <a:moveTo>
                  <a:pt x="0" y="809277"/>
                </a:moveTo>
                <a:cubicBezTo>
                  <a:pt x="0" y="827584"/>
                  <a:pt x="14841" y="842426"/>
                  <a:pt x="33149" y="842426"/>
                </a:cubicBezTo>
                <a:cubicBezTo>
                  <a:pt x="51457" y="842426"/>
                  <a:pt x="66299" y="827584"/>
                  <a:pt x="66299" y="809277"/>
                </a:cubicBezTo>
                <a:cubicBezTo>
                  <a:pt x="66299" y="790969"/>
                  <a:pt x="51457" y="776127"/>
                  <a:pt x="33149" y="776127"/>
                </a:cubicBezTo>
                <a:cubicBezTo>
                  <a:pt x="14841" y="776127"/>
                  <a:pt x="0" y="790969"/>
                  <a:pt x="0" y="809277"/>
                </a:cubicBezTo>
                <a:moveTo>
                  <a:pt x="127294" y="140043"/>
                </a:moveTo>
                <a:cubicBezTo>
                  <a:pt x="127294" y="158351"/>
                  <a:pt x="142135" y="173192"/>
                  <a:pt x="160443" y="173192"/>
                </a:cubicBezTo>
                <a:cubicBezTo>
                  <a:pt x="178751" y="173192"/>
                  <a:pt x="193592" y="158351"/>
                  <a:pt x="193592" y="140043"/>
                </a:cubicBezTo>
                <a:cubicBezTo>
                  <a:pt x="193592" y="121735"/>
                  <a:pt x="178751" y="106893"/>
                  <a:pt x="160443" y="106893"/>
                </a:cubicBezTo>
                <a:cubicBezTo>
                  <a:pt x="142135" y="106893"/>
                  <a:pt x="127294" y="121735"/>
                  <a:pt x="127294" y="140043"/>
                </a:cubicBezTo>
                <a:moveTo>
                  <a:pt x="254588" y="813619"/>
                </a:moveTo>
                <a:cubicBezTo>
                  <a:pt x="254588" y="831927"/>
                  <a:pt x="269429" y="846768"/>
                  <a:pt x="287737" y="846768"/>
                </a:cubicBezTo>
                <a:cubicBezTo>
                  <a:pt x="306045" y="846768"/>
                  <a:pt x="320886" y="831927"/>
                  <a:pt x="320886" y="813619"/>
                </a:cubicBezTo>
                <a:cubicBezTo>
                  <a:pt x="320886" y="795311"/>
                  <a:pt x="306045" y="780469"/>
                  <a:pt x="287737" y="780469"/>
                </a:cubicBezTo>
                <a:cubicBezTo>
                  <a:pt x="269429" y="780469"/>
                  <a:pt x="254588" y="795311"/>
                  <a:pt x="254588" y="813619"/>
                </a:cubicBezTo>
                <a:moveTo>
                  <a:pt x="381881" y="557993"/>
                </a:moveTo>
                <a:cubicBezTo>
                  <a:pt x="381881" y="576301"/>
                  <a:pt x="396723" y="591143"/>
                  <a:pt x="415031" y="591143"/>
                </a:cubicBezTo>
                <a:cubicBezTo>
                  <a:pt x="433339" y="591143"/>
                  <a:pt x="448180" y="576301"/>
                  <a:pt x="448180" y="557993"/>
                </a:cubicBezTo>
                <a:cubicBezTo>
                  <a:pt x="448180" y="539685"/>
                  <a:pt x="433339" y="524844"/>
                  <a:pt x="415031" y="524844"/>
                </a:cubicBezTo>
                <a:cubicBezTo>
                  <a:pt x="396723" y="524844"/>
                  <a:pt x="381881" y="539685"/>
                  <a:pt x="381881" y="557993"/>
                </a:cubicBezTo>
                <a:moveTo>
                  <a:pt x="509175" y="670696"/>
                </a:moveTo>
                <a:cubicBezTo>
                  <a:pt x="509175" y="689003"/>
                  <a:pt x="524017" y="703845"/>
                  <a:pt x="542324" y="703845"/>
                </a:cubicBezTo>
                <a:cubicBezTo>
                  <a:pt x="560632" y="703845"/>
                  <a:pt x="575474" y="689003"/>
                  <a:pt x="575474" y="670696"/>
                </a:cubicBezTo>
                <a:cubicBezTo>
                  <a:pt x="575474" y="652388"/>
                  <a:pt x="560632" y="637546"/>
                  <a:pt x="542324" y="637546"/>
                </a:cubicBezTo>
                <a:cubicBezTo>
                  <a:pt x="524017" y="637546"/>
                  <a:pt x="509175" y="652388"/>
                  <a:pt x="509175" y="670696"/>
                </a:cubicBezTo>
                <a:moveTo>
                  <a:pt x="636469" y="550460"/>
                </a:moveTo>
                <a:cubicBezTo>
                  <a:pt x="636469" y="568768"/>
                  <a:pt x="651310" y="583609"/>
                  <a:pt x="669618" y="583609"/>
                </a:cubicBezTo>
                <a:cubicBezTo>
                  <a:pt x="687926" y="583609"/>
                  <a:pt x="702768" y="568768"/>
                  <a:pt x="702768" y="550460"/>
                </a:cubicBezTo>
                <a:cubicBezTo>
                  <a:pt x="702768" y="532152"/>
                  <a:pt x="687926" y="517311"/>
                  <a:pt x="669618" y="517311"/>
                </a:cubicBezTo>
                <a:cubicBezTo>
                  <a:pt x="651310" y="517311"/>
                  <a:pt x="636469" y="532152"/>
                  <a:pt x="636469" y="550460"/>
                </a:cubicBezTo>
                <a:moveTo>
                  <a:pt x="763763" y="629083"/>
                </a:moveTo>
                <a:cubicBezTo>
                  <a:pt x="763763" y="647391"/>
                  <a:pt x="778604" y="662233"/>
                  <a:pt x="796912" y="662233"/>
                </a:cubicBezTo>
                <a:cubicBezTo>
                  <a:pt x="815220" y="662233"/>
                  <a:pt x="830061" y="647391"/>
                  <a:pt x="830061" y="629083"/>
                </a:cubicBezTo>
                <a:cubicBezTo>
                  <a:pt x="830061" y="610775"/>
                  <a:pt x="815220" y="595934"/>
                  <a:pt x="796912" y="595934"/>
                </a:cubicBezTo>
                <a:cubicBezTo>
                  <a:pt x="778604" y="595934"/>
                  <a:pt x="763763" y="610775"/>
                  <a:pt x="763763" y="629083"/>
                </a:cubicBezTo>
                <a:moveTo>
                  <a:pt x="891057" y="527062"/>
                </a:moveTo>
                <a:cubicBezTo>
                  <a:pt x="891057" y="545370"/>
                  <a:pt x="905898" y="560211"/>
                  <a:pt x="924206" y="560211"/>
                </a:cubicBezTo>
                <a:cubicBezTo>
                  <a:pt x="942514" y="560211"/>
                  <a:pt x="957356" y="545370"/>
                  <a:pt x="957356" y="527062"/>
                </a:cubicBezTo>
                <a:cubicBezTo>
                  <a:pt x="957356" y="508754"/>
                  <a:pt x="942514" y="493912"/>
                  <a:pt x="924206" y="493912"/>
                </a:cubicBezTo>
                <a:cubicBezTo>
                  <a:pt x="905898" y="493912"/>
                  <a:pt x="891057" y="508754"/>
                  <a:pt x="891057" y="527062"/>
                </a:cubicBezTo>
                <a:moveTo>
                  <a:pt x="1018350" y="563321"/>
                </a:moveTo>
                <a:cubicBezTo>
                  <a:pt x="1018350" y="581629"/>
                  <a:pt x="1033192" y="596471"/>
                  <a:pt x="1051500" y="596471"/>
                </a:cubicBezTo>
                <a:cubicBezTo>
                  <a:pt x="1069808" y="596471"/>
                  <a:pt x="1084649" y="581629"/>
                  <a:pt x="1084649" y="563321"/>
                </a:cubicBezTo>
                <a:cubicBezTo>
                  <a:pt x="1084649" y="545013"/>
                  <a:pt x="1069808" y="530172"/>
                  <a:pt x="1051500" y="530172"/>
                </a:cubicBezTo>
                <a:cubicBezTo>
                  <a:pt x="1033192" y="530172"/>
                  <a:pt x="1018350" y="545013"/>
                  <a:pt x="1018350" y="563321"/>
                </a:cubicBezTo>
                <a:moveTo>
                  <a:pt x="1145644" y="566917"/>
                </a:moveTo>
                <a:cubicBezTo>
                  <a:pt x="1145644" y="585225"/>
                  <a:pt x="1160486" y="600067"/>
                  <a:pt x="1178793" y="600067"/>
                </a:cubicBezTo>
                <a:cubicBezTo>
                  <a:pt x="1197101" y="600067"/>
                  <a:pt x="1211943" y="585225"/>
                  <a:pt x="1211943" y="566917"/>
                </a:cubicBezTo>
                <a:cubicBezTo>
                  <a:pt x="1211943" y="548609"/>
                  <a:pt x="1197101" y="533768"/>
                  <a:pt x="1178793" y="533768"/>
                </a:cubicBezTo>
                <a:cubicBezTo>
                  <a:pt x="1160486" y="533768"/>
                  <a:pt x="1145644" y="548609"/>
                  <a:pt x="1145644" y="566917"/>
                </a:cubicBezTo>
                <a:moveTo>
                  <a:pt x="1272938" y="575376"/>
                </a:moveTo>
                <a:cubicBezTo>
                  <a:pt x="1272938" y="593684"/>
                  <a:pt x="1287780" y="608526"/>
                  <a:pt x="1306087" y="608526"/>
                </a:cubicBezTo>
                <a:cubicBezTo>
                  <a:pt x="1324395" y="608526"/>
                  <a:pt x="1339237" y="593684"/>
                  <a:pt x="1339237" y="575376"/>
                </a:cubicBezTo>
                <a:cubicBezTo>
                  <a:pt x="1339237" y="557068"/>
                  <a:pt x="1324395" y="542227"/>
                  <a:pt x="1306087" y="542227"/>
                </a:cubicBezTo>
                <a:cubicBezTo>
                  <a:pt x="1287780" y="542227"/>
                  <a:pt x="1272938" y="557068"/>
                  <a:pt x="1272938" y="575376"/>
                </a:cubicBezTo>
                <a:moveTo>
                  <a:pt x="1400232" y="570632"/>
                </a:moveTo>
                <a:cubicBezTo>
                  <a:pt x="1400232" y="588940"/>
                  <a:pt x="1415073" y="603781"/>
                  <a:pt x="1433381" y="603781"/>
                </a:cubicBezTo>
                <a:cubicBezTo>
                  <a:pt x="1451689" y="603781"/>
                  <a:pt x="1466531" y="588940"/>
                  <a:pt x="1466531" y="570632"/>
                </a:cubicBezTo>
                <a:cubicBezTo>
                  <a:pt x="1466531" y="552324"/>
                  <a:pt x="1451689" y="537483"/>
                  <a:pt x="1433381" y="537483"/>
                </a:cubicBezTo>
                <a:cubicBezTo>
                  <a:pt x="1415073" y="537483"/>
                  <a:pt x="1400232" y="552324"/>
                  <a:pt x="1400232" y="570632"/>
                </a:cubicBezTo>
                <a:moveTo>
                  <a:pt x="1527526" y="450034"/>
                </a:moveTo>
                <a:cubicBezTo>
                  <a:pt x="1527526" y="468341"/>
                  <a:pt x="1542367" y="483183"/>
                  <a:pt x="1560675" y="483183"/>
                </a:cubicBezTo>
                <a:cubicBezTo>
                  <a:pt x="1578983" y="483183"/>
                  <a:pt x="1593825" y="468341"/>
                  <a:pt x="1593825" y="450034"/>
                </a:cubicBezTo>
                <a:cubicBezTo>
                  <a:pt x="1593825" y="431726"/>
                  <a:pt x="1578983" y="416884"/>
                  <a:pt x="1560675" y="416884"/>
                </a:cubicBezTo>
                <a:cubicBezTo>
                  <a:pt x="1542367" y="416884"/>
                  <a:pt x="1527526" y="431726"/>
                  <a:pt x="1527526" y="450034"/>
                </a:cubicBezTo>
                <a:moveTo>
                  <a:pt x="1654819" y="562890"/>
                </a:moveTo>
                <a:cubicBezTo>
                  <a:pt x="1654819" y="581198"/>
                  <a:pt x="1669661" y="596039"/>
                  <a:pt x="1687969" y="596039"/>
                </a:cubicBezTo>
                <a:cubicBezTo>
                  <a:pt x="1706276" y="596039"/>
                  <a:pt x="1721118" y="581198"/>
                  <a:pt x="1721118" y="562890"/>
                </a:cubicBezTo>
                <a:cubicBezTo>
                  <a:pt x="1721118" y="544582"/>
                  <a:pt x="1706276" y="529740"/>
                  <a:pt x="1687969" y="529740"/>
                </a:cubicBezTo>
                <a:cubicBezTo>
                  <a:pt x="1669661" y="529740"/>
                  <a:pt x="1654819" y="544582"/>
                  <a:pt x="1654819" y="562890"/>
                </a:cubicBezTo>
                <a:moveTo>
                  <a:pt x="1782113" y="674727"/>
                </a:moveTo>
                <a:cubicBezTo>
                  <a:pt x="1782113" y="693035"/>
                  <a:pt x="1796955" y="707876"/>
                  <a:pt x="1815263" y="707876"/>
                </a:cubicBezTo>
                <a:cubicBezTo>
                  <a:pt x="1833571" y="707876"/>
                  <a:pt x="1848412" y="693035"/>
                  <a:pt x="1848412" y="674727"/>
                </a:cubicBezTo>
                <a:cubicBezTo>
                  <a:pt x="1848412" y="656419"/>
                  <a:pt x="1833571" y="641577"/>
                  <a:pt x="1815263" y="641577"/>
                </a:cubicBezTo>
                <a:cubicBezTo>
                  <a:pt x="1796955" y="641577"/>
                  <a:pt x="1782113" y="656419"/>
                  <a:pt x="1782113" y="674727"/>
                </a:cubicBezTo>
                <a:moveTo>
                  <a:pt x="1909407" y="673450"/>
                </a:moveTo>
                <a:cubicBezTo>
                  <a:pt x="1909407" y="691758"/>
                  <a:pt x="1924249" y="706599"/>
                  <a:pt x="1942557" y="706599"/>
                </a:cubicBezTo>
                <a:cubicBezTo>
                  <a:pt x="1960865" y="706599"/>
                  <a:pt x="1975706" y="691758"/>
                  <a:pt x="1975706" y="673450"/>
                </a:cubicBezTo>
                <a:cubicBezTo>
                  <a:pt x="1975706" y="655142"/>
                  <a:pt x="1960865" y="640300"/>
                  <a:pt x="1942557" y="640300"/>
                </a:cubicBezTo>
                <a:cubicBezTo>
                  <a:pt x="1924249" y="640300"/>
                  <a:pt x="1909407" y="655142"/>
                  <a:pt x="1909407" y="673450"/>
                </a:cubicBezTo>
                <a:moveTo>
                  <a:pt x="2036701" y="676423"/>
                </a:moveTo>
                <a:cubicBezTo>
                  <a:pt x="2036701" y="694731"/>
                  <a:pt x="2051543" y="709573"/>
                  <a:pt x="2069850" y="709573"/>
                </a:cubicBezTo>
                <a:cubicBezTo>
                  <a:pt x="2088159" y="709573"/>
                  <a:pt x="2103000" y="694731"/>
                  <a:pt x="2103000" y="676423"/>
                </a:cubicBezTo>
                <a:cubicBezTo>
                  <a:pt x="2103000" y="658115"/>
                  <a:pt x="2088159" y="643274"/>
                  <a:pt x="2069850" y="643274"/>
                </a:cubicBezTo>
                <a:cubicBezTo>
                  <a:pt x="2051543" y="643274"/>
                  <a:pt x="2036701" y="658115"/>
                  <a:pt x="2036701" y="676423"/>
                </a:cubicBezTo>
                <a:moveTo>
                  <a:pt x="2163995" y="670805"/>
                </a:moveTo>
                <a:cubicBezTo>
                  <a:pt x="2163995" y="689113"/>
                  <a:pt x="2178836" y="703954"/>
                  <a:pt x="2197144" y="703954"/>
                </a:cubicBezTo>
                <a:cubicBezTo>
                  <a:pt x="2215452" y="703954"/>
                  <a:pt x="2230294" y="689113"/>
                  <a:pt x="2230294" y="670805"/>
                </a:cubicBezTo>
                <a:cubicBezTo>
                  <a:pt x="2230294" y="652497"/>
                  <a:pt x="2215452" y="637655"/>
                  <a:pt x="2197144" y="637655"/>
                </a:cubicBezTo>
                <a:cubicBezTo>
                  <a:pt x="2178836" y="637655"/>
                  <a:pt x="2163995" y="652497"/>
                  <a:pt x="2163995" y="670805"/>
                </a:cubicBezTo>
                <a:moveTo>
                  <a:pt x="2291289" y="985792"/>
                </a:moveTo>
                <a:cubicBezTo>
                  <a:pt x="2291289" y="1004100"/>
                  <a:pt x="2306130" y="1018942"/>
                  <a:pt x="2324438" y="1018942"/>
                </a:cubicBezTo>
                <a:cubicBezTo>
                  <a:pt x="2342746" y="1018942"/>
                  <a:pt x="2357587" y="1004100"/>
                  <a:pt x="2357587" y="985792"/>
                </a:cubicBezTo>
                <a:cubicBezTo>
                  <a:pt x="2357587" y="967484"/>
                  <a:pt x="2342746" y="952643"/>
                  <a:pt x="2324438" y="952643"/>
                </a:cubicBezTo>
                <a:cubicBezTo>
                  <a:pt x="2306130" y="952643"/>
                  <a:pt x="2291289" y="967484"/>
                  <a:pt x="2291289" y="985792"/>
                </a:cubicBezTo>
                <a:moveTo>
                  <a:pt x="2418582" y="982416"/>
                </a:moveTo>
                <a:cubicBezTo>
                  <a:pt x="2418582" y="1000724"/>
                  <a:pt x="2433424" y="1015565"/>
                  <a:pt x="2451732" y="1015565"/>
                </a:cubicBezTo>
                <a:cubicBezTo>
                  <a:pt x="2470040" y="1015565"/>
                  <a:pt x="2484881" y="1000724"/>
                  <a:pt x="2484881" y="982416"/>
                </a:cubicBezTo>
                <a:cubicBezTo>
                  <a:pt x="2484881" y="964108"/>
                  <a:pt x="2470040" y="949266"/>
                  <a:pt x="2451732" y="949266"/>
                </a:cubicBezTo>
                <a:cubicBezTo>
                  <a:pt x="2433424" y="949266"/>
                  <a:pt x="2418582" y="964108"/>
                  <a:pt x="2418582" y="982416"/>
                </a:cubicBezTo>
                <a:moveTo>
                  <a:pt x="2545876" y="978445"/>
                </a:moveTo>
                <a:cubicBezTo>
                  <a:pt x="2545876" y="996753"/>
                  <a:pt x="2560718" y="1011594"/>
                  <a:pt x="2579026" y="1011594"/>
                </a:cubicBezTo>
                <a:cubicBezTo>
                  <a:pt x="2597334" y="1011594"/>
                  <a:pt x="2612175" y="996753"/>
                  <a:pt x="2612175" y="978445"/>
                </a:cubicBezTo>
                <a:cubicBezTo>
                  <a:pt x="2612175" y="960137"/>
                  <a:pt x="2597334" y="945296"/>
                  <a:pt x="2579026" y="945296"/>
                </a:cubicBezTo>
                <a:cubicBezTo>
                  <a:pt x="2560718" y="945296"/>
                  <a:pt x="2545876" y="960137"/>
                  <a:pt x="2545876" y="978445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007599"/>
                </a:moveTo>
                <a:cubicBezTo>
                  <a:pt x="2800464" y="1025907"/>
                  <a:pt x="2815306" y="1040748"/>
                  <a:pt x="2833613" y="1040748"/>
                </a:cubicBezTo>
                <a:cubicBezTo>
                  <a:pt x="2851922" y="1040748"/>
                  <a:pt x="2866763" y="1025907"/>
                  <a:pt x="2866763" y="1007599"/>
                </a:cubicBezTo>
                <a:cubicBezTo>
                  <a:pt x="2866763" y="989291"/>
                  <a:pt x="2851922" y="974450"/>
                  <a:pt x="2833613" y="974450"/>
                </a:cubicBezTo>
                <a:cubicBezTo>
                  <a:pt x="2815306" y="974450"/>
                  <a:pt x="2800464" y="989291"/>
                  <a:pt x="2800464" y="1007599"/>
                </a:cubicBezTo>
                <a:close/>
              </a:path>
            </a:pathLst>
          </a:custGeom>
          <a:solidFill xmlns:a="http://schemas.openxmlformats.org/drawingml/2006/main">
            <a:srgbClr val="00D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5C85E1-374B-4AB6-8B3E-87DFFFAF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540688"/>
            <a:ext cx="2800464" cy="1087345"/>
          </a:xfrm>
          <a:custGeom xmlns:a="http://schemas.openxmlformats.org/drawingml/2006/main">
            <a:pathLst>
              <a:path w="2800464" h="1087345" fill="none">
                <a:moveTo>
                  <a:pt x="0" y="932896"/>
                </a:moveTo>
                <a:lnTo>
                  <a:pt x="127294" y="160838"/>
                </a:lnTo>
                <a:lnTo>
                  <a:pt x="254588" y="965271"/>
                </a:lnTo>
                <a:lnTo>
                  <a:pt x="381881" y="314203"/>
                </a:lnTo>
                <a:lnTo>
                  <a:pt x="509175" y="456094"/>
                </a:lnTo>
                <a:lnTo>
                  <a:pt x="636469" y="311999"/>
                </a:lnTo>
                <a:lnTo>
                  <a:pt x="763763" y="498983"/>
                </a:lnTo>
                <a:lnTo>
                  <a:pt x="891057" y="177358"/>
                </a:lnTo>
                <a:lnTo>
                  <a:pt x="1018351" y="335756"/>
                </a:lnTo>
                <a:lnTo>
                  <a:pt x="1145644" y="381363"/>
                </a:lnTo>
                <a:lnTo>
                  <a:pt x="1272938" y="382069"/>
                </a:lnTo>
                <a:lnTo>
                  <a:pt x="1400232" y="493475"/>
                </a:lnTo>
                <a:lnTo>
                  <a:pt x="1527526" y="434589"/>
                </a:lnTo>
                <a:lnTo>
                  <a:pt x="1654820" y="459981"/>
                </a:lnTo>
                <a:lnTo>
                  <a:pt x="1782114" y="368512"/>
                </a:lnTo>
                <a:lnTo>
                  <a:pt x="1909407" y="367984"/>
                </a:lnTo>
                <a:lnTo>
                  <a:pt x="2036701" y="365679"/>
                </a:lnTo>
                <a:lnTo>
                  <a:pt x="2163995" y="364706"/>
                </a:lnTo>
                <a:lnTo>
                  <a:pt x="2291289" y="1087345"/>
                </a:lnTo>
                <a:lnTo>
                  <a:pt x="2418583" y="1081191"/>
                </a:lnTo>
                <a:lnTo>
                  <a:pt x="2545876" y="1085730"/>
                </a:lnTo>
                <a:lnTo>
                  <a:pt x="2673170" y="0"/>
                </a:lnTo>
                <a:lnTo>
                  <a:pt x="2800464" y="491673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FF0000"/>
            </a:solidFill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3ADEA3-5331-415F-82C9-60E18979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507539"/>
            <a:ext cx="2866763" cy="1153644"/>
          </a:xfrm>
          <a:custGeom xmlns:a="http://schemas.openxmlformats.org/drawingml/2006/main">
            <a:pathLst>
              <a:path w="2866763" h="1153644">
                <a:moveTo>
                  <a:pt x="0" y="966045"/>
                </a:moveTo>
                <a:cubicBezTo>
                  <a:pt x="0" y="984353"/>
                  <a:pt x="14841" y="999195"/>
                  <a:pt x="33149" y="999195"/>
                </a:cubicBezTo>
                <a:cubicBezTo>
                  <a:pt x="51457" y="999195"/>
                  <a:pt x="66299" y="984353"/>
                  <a:pt x="66299" y="966045"/>
                </a:cubicBezTo>
                <a:cubicBezTo>
                  <a:pt x="66299" y="947737"/>
                  <a:pt x="51457" y="932896"/>
                  <a:pt x="33149" y="932896"/>
                </a:cubicBezTo>
                <a:cubicBezTo>
                  <a:pt x="14841" y="932896"/>
                  <a:pt x="0" y="947737"/>
                  <a:pt x="0" y="966045"/>
                </a:cubicBezTo>
                <a:moveTo>
                  <a:pt x="127294" y="193987"/>
                </a:moveTo>
                <a:cubicBezTo>
                  <a:pt x="127294" y="212295"/>
                  <a:pt x="142135" y="227137"/>
                  <a:pt x="160443" y="227137"/>
                </a:cubicBezTo>
                <a:cubicBezTo>
                  <a:pt x="178751" y="227137"/>
                  <a:pt x="193593" y="212295"/>
                  <a:pt x="193593" y="193987"/>
                </a:cubicBezTo>
                <a:cubicBezTo>
                  <a:pt x="193593" y="175679"/>
                  <a:pt x="178751" y="160838"/>
                  <a:pt x="160443" y="160838"/>
                </a:cubicBezTo>
                <a:cubicBezTo>
                  <a:pt x="142135" y="160838"/>
                  <a:pt x="127294" y="175679"/>
                  <a:pt x="127294" y="193987"/>
                </a:cubicBezTo>
                <a:moveTo>
                  <a:pt x="254588" y="998420"/>
                </a:moveTo>
                <a:cubicBezTo>
                  <a:pt x="254588" y="1016728"/>
                  <a:pt x="269429" y="1031570"/>
                  <a:pt x="287737" y="1031570"/>
                </a:cubicBezTo>
                <a:cubicBezTo>
                  <a:pt x="306045" y="1031570"/>
                  <a:pt x="320886" y="1016728"/>
                  <a:pt x="320886" y="998420"/>
                </a:cubicBezTo>
                <a:cubicBezTo>
                  <a:pt x="320886" y="980112"/>
                  <a:pt x="306045" y="965271"/>
                  <a:pt x="287737" y="965271"/>
                </a:cubicBezTo>
                <a:cubicBezTo>
                  <a:pt x="269429" y="965271"/>
                  <a:pt x="254588" y="980112"/>
                  <a:pt x="254588" y="998420"/>
                </a:cubicBezTo>
                <a:moveTo>
                  <a:pt x="381881" y="347352"/>
                </a:moveTo>
                <a:cubicBezTo>
                  <a:pt x="381881" y="365660"/>
                  <a:pt x="396723" y="380502"/>
                  <a:pt x="415031" y="380502"/>
                </a:cubicBezTo>
                <a:cubicBezTo>
                  <a:pt x="433339" y="380502"/>
                  <a:pt x="448180" y="365660"/>
                  <a:pt x="448180" y="347352"/>
                </a:cubicBezTo>
                <a:cubicBezTo>
                  <a:pt x="448180" y="329044"/>
                  <a:pt x="433339" y="314203"/>
                  <a:pt x="415031" y="314203"/>
                </a:cubicBezTo>
                <a:cubicBezTo>
                  <a:pt x="396723" y="314203"/>
                  <a:pt x="381881" y="329044"/>
                  <a:pt x="381881" y="347352"/>
                </a:cubicBezTo>
                <a:moveTo>
                  <a:pt x="509175" y="489244"/>
                </a:moveTo>
                <a:cubicBezTo>
                  <a:pt x="509175" y="507551"/>
                  <a:pt x="524017" y="522393"/>
                  <a:pt x="542325" y="522393"/>
                </a:cubicBezTo>
                <a:cubicBezTo>
                  <a:pt x="560633" y="522393"/>
                  <a:pt x="575474" y="507551"/>
                  <a:pt x="575474" y="489244"/>
                </a:cubicBezTo>
                <a:cubicBezTo>
                  <a:pt x="575474" y="470935"/>
                  <a:pt x="560633" y="456094"/>
                  <a:pt x="542325" y="456094"/>
                </a:cubicBezTo>
                <a:cubicBezTo>
                  <a:pt x="524017" y="456094"/>
                  <a:pt x="509175" y="470935"/>
                  <a:pt x="509175" y="489244"/>
                </a:cubicBezTo>
                <a:moveTo>
                  <a:pt x="636469" y="345148"/>
                </a:moveTo>
                <a:cubicBezTo>
                  <a:pt x="636469" y="363456"/>
                  <a:pt x="651311" y="378298"/>
                  <a:pt x="669619" y="378298"/>
                </a:cubicBezTo>
                <a:cubicBezTo>
                  <a:pt x="687926" y="378298"/>
                  <a:pt x="702768" y="363456"/>
                  <a:pt x="702768" y="345148"/>
                </a:cubicBezTo>
                <a:cubicBezTo>
                  <a:pt x="702768" y="326840"/>
                  <a:pt x="687926" y="311999"/>
                  <a:pt x="669619" y="311999"/>
                </a:cubicBezTo>
                <a:cubicBezTo>
                  <a:pt x="651311" y="311999"/>
                  <a:pt x="636469" y="326840"/>
                  <a:pt x="636469" y="345148"/>
                </a:cubicBezTo>
                <a:moveTo>
                  <a:pt x="763763" y="532132"/>
                </a:moveTo>
                <a:cubicBezTo>
                  <a:pt x="763763" y="550440"/>
                  <a:pt x="778605" y="565282"/>
                  <a:pt x="796912" y="565282"/>
                </a:cubicBezTo>
                <a:cubicBezTo>
                  <a:pt x="815220" y="565282"/>
                  <a:pt x="830062" y="550440"/>
                  <a:pt x="830062" y="532132"/>
                </a:cubicBezTo>
                <a:cubicBezTo>
                  <a:pt x="830062" y="513824"/>
                  <a:pt x="815220" y="498983"/>
                  <a:pt x="796912" y="498983"/>
                </a:cubicBezTo>
                <a:cubicBezTo>
                  <a:pt x="778605" y="498983"/>
                  <a:pt x="763763" y="513824"/>
                  <a:pt x="763763" y="532132"/>
                </a:cubicBezTo>
                <a:moveTo>
                  <a:pt x="891057" y="210508"/>
                </a:moveTo>
                <a:cubicBezTo>
                  <a:pt x="891057" y="228815"/>
                  <a:pt x="905898" y="243657"/>
                  <a:pt x="924206" y="243657"/>
                </a:cubicBezTo>
                <a:cubicBezTo>
                  <a:pt x="942514" y="243657"/>
                  <a:pt x="957356" y="228815"/>
                  <a:pt x="957356" y="210508"/>
                </a:cubicBezTo>
                <a:cubicBezTo>
                  <a:pt x="957356" y="192200"/>
                  <a:pt x="942514" y="177358"/>
                  <a:pt x="924206" y="177358"/>
                </a:cubicBezTo>
                <a:cubicBezTo>
                  <a:pt x="905898" y="177358"/>
                  <a:pt x="891057" y="192200"/>
                  <a:pt x="891057" y="210508"/>
                </a:cubicBezTo>
                <a:moveTo>
                  <a:pt x="1018351" y="368906"/>
                </a:moveTo>
                <a:cubicBezTo>
                  <a:pt x="1018351" y="387214"/>
                  <a:pt x="1033192" y="402055"/>
                  <a:pt x="1051500" y="402055"/>
                </a:cubicBezTo>
                <a:cubicBezTo>
                  <a:pt x="1069808" y="402055"/>
                  <a:pt x="1084650" y="387214"/>
                  <a:pt x="1084650" y="368906"/>
                </a:cubicBezTo>
                <a:cubicBezTo>
                  <a:pt x="1084650" y="350598"/>
                  <a:pt x="1069808" y="335756"/>
                  <a:pt x="1051500" y="335756"/>
                </a:cubicBezTo>
                <a:cubicBezTo>
                  <a:pt x="1033192" y="335756"/>
                  <a:pt x="1018351" y="350598"/>
                  <a:pt x="1018351" y="368906"/>
                </a:cubicBezTo>
                <a:moveTo>
                  <a:pt x="1145644" y="414512"/>
                </a:moveTo>
                <a:cubicBezTo>
                  <a:pt x="1145644" y="432820"/>
                  <a:pt x="1160486" y="447662"/>
                  <a:pt x="1178794" y="447662"/>
                </a:cubicBezTo>
                <a:cubicBezTo>
                  <a:pt x="1197102" y="447662"/>
                  <a:pt x="1211943" y="432820"/>
                  <a:pt x="1211943" y="414512"/>
                </a:cubicBezTo>
                <a:cubicBezTo>
                  <a:pt x="1211943" y="396204"/>
                  <a:pt x="1197102" y="381363"/>
                  <a:pt x="1178794" y="381363"/>
                </a:cubicBezTo>
                <a:cubicBezTo>
                  <a:pt x="1160486" y="381363"/>
                  <a:pt x="1145644" y="396204"/>
                  <a:pt x="1145644" y="414512"/>
                </a:cubicBezTo>
                <a:moveTo>
                  <a:pt x="1272938" y="415218"/>
                </a:moveTo>
                <a:cubicBezTo>
                  <a:pt x="1272938" y="433526"/>
                  <a:pt x="1287780" y="448367"/>
                  <a:pt x="1306088" y="448367"/>
                </a:cubicBezTo>
                <a:cubicBezTo>
                  <a:pt x="1324395" y="448367"/>
                  <a:pt x="1339237" y="433526"/>
                  <a:pt x="1339237" y="415218"/>
                </a:cubicBezTo>
                <a:cubicBezTo>
                  <a:pt x="1339237" y="396910"/>
                  <a:pt x="1324395" y="382069"/>
                  <a:pt x="1306088" y="382069"/>
                </a:cubicBezTo>
                <a:cubicBezTo>
                  <a:pt x="1287780" y="382069"/>
                  <a:pt x="1272938" y="396910"/>
                  <a:pt x="1272938" y="415218"/>
                </a:cubicBezTo>
                <a:moveTo>
                  <a:pt x="1400232" y="526624"/>
                </a:moveTo>
                <a:cubicBezTo>
                  <a:pt x="1400232" y="544932"/>
                  <a:pt x="1415074" y="559773"/>
                  <a:pt x="1433381" y="559773"/>
                </a:cubicBezTo>
                <a:cubicBezTo>
                  <a:pt x="1451689" y="559773"/>
                  <a:pt x="1466531" y="544932"/>
                  <a:pt x="1466531" y="526624"/>
                </a:cubicBezTo>
                <a:cubicBezTo>
                  <a:pt x="1466531" y="508316"/>
                  <a:pt x="1451689" y="493475"/>
                  <a:pt x="1433381" y="493475"/>
                </a:cubicBezTo>
                <a:cubicBezTo>
                  <a:pt x="1415074" y="493475"/>
                  <a:pt x="1400232" y="508316"/>
                  <a:pt x="1400232" y="526624"/>
                </a:cubicBezTo>
                <a:moveTo>
                  <a:pt x="1527526" y="467738"/>
                </a:moveTo>
                <a:cubicBezTo>
                  <a:pt x="1527526" y="486046"/>
                  <a:pt x="1542367" y="500888"/>
                  <a:pt x="1560675" y="500888"/>
                </a:cubicBezTo>
                <a:cubicBezTo>
                  <a:pt x="1578983" y="500888"/>
                  <a:pt x="1593825" y="486046"/>
                  <a:pt x="1593825" y="467738"/>
                </a:cubicBezTo>
                <a:cubicBezTo>
                  <a:pt x="1593825" y="449430"/>
                  <a:pt x="1578983" y="434589"/>
                  <a:pt x="1560675" y="434589"/>
                </a:cubicBezTo>
                <a:cubicBezTo>
                  <a:pt x="1542367" y="434589"/>
                  <a:pt x="1527526" y="449430"/>
                  <a:pt x="1527526" y="467738"/>
                </a:cubicBezTo>
                <a:moveTo>
                  <a:pt x="1654820" y="493130"/>
                </a:moveTo>
                <a:cubicBezTo>
                  <a:pt x="1654820" y="511438"/>
                  <a:pt x="1669661" y="526280"/>
                  <a:pt x="1687969" y="526280"/>
                </a:cubicBezTo>
                <a:cubicBezTo>
                  <a:pt x="1706277" y="526280"/>
                  <a:pt x="1721119" y="511438"/>
                  <a:pt x="1721119" y="493130"/>
                </a:cubicBezTo>
                <a:cubicBezTo>
                  <a:pt x="1721119" y="474822"/>
                  <a:pt x="1706277" y="459981"/>
                  <a:pt x="1687969" y="459981"/>
                </a:cubicBezTo>
                <a:cubicBezTo>
                  <a:pt x="1669661" y="459981"/>
                  <a:pt x="1654820" y="474822"/>
                  <a:pt x="1654820" y="493130"/>
                </a:cubicBezTo>
                <a:moveTo>
                  <a:pt x="1782114" y="401662"/>
                </a:moveTo>
                <a:cubicBezTo>
                  <a:pt x="1782114" y="419970"/>
                  <a:pt x="1796955" y="434811"/>
                  <a:pt x="1815263" y="434811"/>
                </a:cubicBezTo>
                <a:cubicBezTo>
                  <a:pt x="1833571" y="434811"/>
                  <a:pt x="1848412" y="419970"/>
                  <a:pt x="1848412" y="401662"/>
                </a:cubicBezTo>
                <a:cubicBezTo>
                  <a:pt x="1848412" y="383354"/>
                  <a:pt x="1833571" y="368512"/>
                  <a:pt x="1815263" y="368512"/>
                </a:cubicBezTo>
                <a:cubicBezTo>
                  <a:pt x="1796955" y="368512"/>
                  <a:pt x="1782114" y="383354"/>
                  <a:pt x="1782114" y="401662"/>
                </a:cubicBezTo>
                <a:moveTo>
                  <a:pt x="1909407" y="401134"/>
                </a:moveTo>
                <a:cubicBezTo>
                  <a:pt x="1909407" y="419442"/>
                  <a:pt x="1924249" y="434283"/>
                  <a:pt x="1942557" y="434283"/>
                </a:cubicBezTo>
                <a:cubicBezTo>
                  <a:pt x="1960865" y="434283"/>
                  <a:pt x="1975706" y="419442"/>
                  <a:pt x="1975706" y="401134"/>
                </a:cubicBezTo>
                <a:cubicBezTo>
                  <a:pt x="1975706" y="382826"/>
                  <a:pt x="1960865" y="367984"/>
                  <a:pt x="1942557" y="367984"/>
                </a:cubicBezTo>
                <a:cubicBezTo>
                  <a:pt x="1924249" y="367984"/>
                  <a:pt x="1909407" y="382826"/>
                  <a:pt x="1909407" y="401134"/>
                </a:cubicBezTo>
                <a:moveTo>
                  <a:pt x="2036701" y="398829"/>
                </a:moveTo>
                <a:cubicBezTo>
                  <a:pt x="2036701" y="417137"/>
                  <a:pt x="2051543" y="431978"/>
                  <a:pt x="2069851" y="431978"/>
                </a:cubicBezTo>
                <a:cubicBezTo>
                  <a:pt x="2088159" y="431978"/>
                  <a:pt x="2103000" y="417137"/>
                  <a:pt x="2103000" y="398829"/>
                </a:cubicBezTo>
                <a:cubicBezTo>
                  <a:pt x="2103000" y="380521"/>
                  <a:pt x="2088159" y="365679"/>
                  <a:pt x="2069851" y="365679"/>
                </a:cubicBezTo>
                <a:cubicBezTo>
                  <a:pt x="2051543" y="365679"/>
                  <a:pt x="2036701" y="380521"/>
                  <a:pt x="2036701" y="398829"/>
                </a:cubicBezTo>
                <a:moveTo>
                  <a:pt x="2163995" y="397855"/>
                </a:moveTo>
                <a:cubicBezTo>
                  <a:pt x="2163995" y="416163"/>
                  <a:pt x="2178837" y="431005"/>
                  <a:pt x="2197144" y="431005"/>
                </a:cubicBezTo>
                <a:cubicBezTo>
                  <a:pt x="2215452" y="431005"/>
                  <a:pt x="2230294" y="416163"/>
                  <a:pt x="2230294" y="397855"/>
                </a:cubicBezTo>
                <a:cubicBezTo>
                  <a:pt x="2230294" y="379548"/>
                  <a:pt x="2215452" y="364706"/>
                  <a:pt x="2197144" y="364706"/>
                </a:cubicBezTo>
                <a:cubicBezTo>
                  <a:pt x="2178837" y="364706"/>
                  <a:pt x="2163995" y="379548"/>
                  <a:pt x="2163995" y="397855"/>
                </a:cubicBezTo>
                <a:moveTo>
                  <a:pt x="2291289" y="1120495"/>
                </a:moveTo>
                <a:cubicBezTo>
                  <a:pt x="2291289" y="1138803"/>
                  <a:pt x="2306130" y="1153644"/>
                  <a:pt x="2324438" y="1153644"/>
                </a:cubicBezTo>
                <a:cubicBezTo>
                  <a:pt x="2342746" y="1153644"/>
                  <a:pt x="2357588" y="1138803"/>
                  <a:pt x="2357588" y="1120495"/>
                </a:cubicBezTo>
                <a:cubicBezTo>
                  <a:pt x="2357588" y="1102187"/>
                  <a:pt x="2342746" y="1087345"/>
                  <a:pt x="2324438" y="1087345"/>
                </a:cubicBezTo>
                <a:cubicBezTo>
                  <a:pt x="2306130" y="1087345"/>
                  <a:pt x="2291289" y="1102187"/>
                  <a:pt x="2291289" y="1120495"/>
                </a:cubicBezTo>
                <a:moveTo>
                  <a:pt x="2418583" y="1114340"/>
                </a:moveTo>
                <a:cubicBezTo>
                  <a:pt x="2418583" y="1132648"/>
                  <a:pt x="2433424" y="1147490"/>
                  <a:pt x="2451732" y="1147490"/>
                </a:cubicBezTo>
                <a:cubicBezTo>
                  <a:pt x="2470040" y="1147490"/>
                  <a:pt x="2484881" y="1132648"/>
                  <a:pt x="2484881" y="1114340"/>
                </a:cubicBezTo>
                <a:cubicBezTo>
                  <a:pt x="2484881" y="1096032"/>
                  <a:pt x="2470040" y="1081191"/>
                  <a:pt x="2451732" y="1081191"/>
                </a:cubicBezTo>
                <a:cubicBezTo>
                  <a:pt x="2433424" y="1081191"/>
                  <a:pt x="2418583" y="1096032"/>
                  <a:pt x="2418583" y="1114340"/>
                </a:cubicBezTo>
                <a:moveTo>
                  <a:pt x="2545876" y="1118879"/>
                </a:moveTo>
                <a:cubicBezTo>
                  <a:pt x="2545876" y="1137187"/>
                  <a:pt x="2560718" y="1152028"/>
                  <a:pt x="2579026" y="1152028"/>
                </a:cubicBezTo>
                <a:cubicBezTo>
                  <a:pt x="2597334" y="1152028"/>
                  <a:pt x="2612175" y="1137187"/>
                  <a:pt x="2612175" y="1118879"/>
                </a:cubicBezTo>
                <a:cubicBezTo>
                  <a:pt x="2612175" y="1100571"/>
                  <a:pt x="2597334" y="1085730"/>
                  <a:pt x="2579026" y="1085730"/>
                </a:cubicBezTo>
                <a:cubicBezTo>
                  <a:pt x="2560718" y="1085730"/>
                  <a:pt x="2545876" y="1100571"/>
                  <a:pt x="2545876" y="1118879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524823"/>
                </a:moveTo>
                <a:cubicBezTo>
                  <a:pt x="2800464" y="543131"/>
                  <a:pt x="2815306" y="557972"/>
                  <a:pt x="2833614" y="557972"/>
                </a:cubicBezTo>
                <a:cubicBezTo>
                  <a:pt x="2851921" y="557972"/>
                  <a:pt x="2866763" y="543131"/>
                  <a:pt x="2866763" y="524823"/>
                </a:cubicBezTo>
                <a:cubicBezTo>
                  <a:pt x="2866763" y="506515"/>
                  <a:pt x="2851921" y="491673"/>
                  <a:pt x="2833614" y="491673"/>
                </a:cubicBezTo>
                <a:cubicBezTo>
                  <a:pt x="2815306" y="491673"/>
                  <a:pt x="2800464" y="506515"/>
                  <a:pt x="2800464" y="524823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784412-A985-45EE-AC74-23806E52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990010"/>
            <a:ext cx="2800464" cy="1008117"/>
          </a:xfrm>
          <a:custGeom xmlns:a="http://schemas.openxmlformats.org/drawingml/2006/main">
            <a:pathLst>
              <a:path w="2800464" h="1008117" fill="none">
                <a:moveTo>
                  <a:pt x="0" y="833222"/>
                </a:moveTo>
                <a:lnTo>
                  <a:pt x="127294" y="0"/>
                </a:lnTo>
                <a:lnTo>
                  <a:pt x="254588" y="834599"/>
                </a:lnTo>
                <a:lnTo>
                  <a:pt x="381881" y="540838"/>
                </a:lnTo>
                <a:lnTo>
                  <a:pt x="509175" y="662736"/>
                </a:lnTo>
                <a:lnTo>
                  <a:pt x="636469" y="534762"/>
                </a:lnTo>
                <a:lnTo>
                  <a:pt x="763763" y="705973"/>
                </a:lnTo>
                <a:lnTo>
                  <a:pt x="891057" y="523222"/>
                </a:lnTo>
                <a:lnTo>
                  <a:pt x="1018350" y="576031"/>
                </a:lnTo>
                <a:lnTo>
                  <a:pt x="1145644" y="561551"/>
                </a:lnTo>
                <a:lnTo>
                  <a:pt x="1272938" y="563626"/>
                </a:lnTo>
                <a:lnTo>
                  <a:pt x="1400232" y="539398"/>
                </a:lnTo>
                <a:lnTo>
                  <a:pt x="1527526" y="448627"/>
                </a:lnTo>
                <a:lnTo>
                  <a:pt x="1654819" y="552964"/>
                </a:lnTo>
                <a:lnTo>
                  <a:pt x="1782113" y="703161"/>
                </a:lnTo>
                <a:lnTo>
                  <a:pt x="1909407" y="702332"/>
                </a:lnTo>
                <a:lnTo>
                  <a:pt x="2036701" y="703548"/>
                </a:lnTo>
                <a:lnTo>
                  <a:pt x="2163995" y="701287"/>
                </a:lnTo>
                <a:lnTo>
                  <a:pt x="2291289" y="998671"/>
                </a:lnTo>
                <a:lnTo>
                  <a:pt x="2418582" y="996655"/>
                </a:lnTo>
                <a:lnTo>
                  <a:pt x="2545876" y="999125"/>
                </a:lnTo>
                <a:lnTo>
                  <a:pt x="2673170" y="90400"/>
                </a:lnTo>
                <a:lnTo>
                  <a:pt x="2800464" y="1008117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FF0000"/>
            </a:solidFill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37AF46-81DF-4C3C-8712-A9281A72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956861"/>
            <a:ext cx="2866763" cy="1074416"/>
          </a:xfrm>
          <a:custGeom xmlns:a="http://schemas.openxmlformats.org/drawingml/2006/main">
            <a:pathLst>
              <a:path w="2866763" h="1074416">
                <a:moveTo>
                  <a:pt x="0" y="866371"/>
                </a:moveTo>
                <a:cubicBezTo>
                  <a:pt x="0" y="884679"/>
                  <a:pt x="14841" y="899521"/>
                  <a:pt x="33149" y="899521"/>
                </a:cubicBezTo>
                <a:cubicBezTo>
                  <a:pt x="51457" y="899521"/>
                  <a:pt x="66299" y="884679"/>
                  <a:pt x="66299" y="866371"/>
                </a:cubicBezTo>
                <a:cubicBezTo>
                  <a:pt x="66299" y="848063"/>
                  <a:pt x="51457" y="833222"/>
                  <a:pt x="33149" y="833222"/>
                </a:cubicBezTo>
                <a:cubicBezTo>
                  <a:pt x="14841" y="833222"/>
                  <a:pt x="0" y="848063"/>
                  <a:pt x="0" y="866371"/>
                </a:cubicBezTo>
                <a:moveTo>
                  <a:pt x="127294" y="33149"/>
                </a:moveTo>
                <a:cubicBezTo>
                  <a:pt x="127294" y="51457"/>
                  <a:pt x="142135" y="66299"/>
                  <a:pt x="160443" y="66299"/>
                </a:cubicBezTo>
                <a:cubicBezTo>
                  <a:pt x="178751" y="66299"/>
                  <a:pt x="193592" y="51457"/>
                  <a:pt x="193592" y="33149"/>
                </a:cubicBezTo>
                <a:cubicBezTo>
                  <a:pt x="193592" y="14841"/>
                  <a:pt x="178751" y="0"/>
                  <a:pt x="160443" y="0"/>
                </a:cubicBezTo>
                <a:cubicBezTo>
                  <a:pt x="142135" y="0"/>
                  <a:pt x="127294" y="14841"/>
                  <a:pt x="127294" y="33149"/>
                </a:cubicBezTo>
                <a:moveTo>
                  <a:pt x="254588" y="867749"/>
                </a:moveTo>
                <a:cubicBezTo>
                  <a:pt x="254588" y="886057"/>
                  <a:pt x="269429" y="900898"/>
                  <a:pt x="287737" y="900898"/>
                </a:cubicBezTo>
                <a:cubicBezTo>
                  <a:pt x="306045" y="900898"/>
                  <a:pt x="320886" y="886057"/>
                  <a:pt x="320886" y="867749"/>
                </a:cubicBezTo>
                <a:cubicBezTo>
                  <a:pt x="320886" y="849441"/>
                  <a:pt x="306045" y="834599"/>
                  <a:pt x="287737" y="834599"/>
                </a:cubicBezTo>
                <a:cubicBezTo>
                  <a:pt x="269429" y="834599"/>
                  <a:pt x="254588" y="849441"/>
                  <a:pt x="254588" y="867749"/>
                </a:cubicBezTo>
                <a:moveTo>
                  <a:pt x="381881" y="573988"/>
                </a:moveTo>
                <a:cubicBezTo>
                  <a:pt x="381881" y="592296"/>
                  <a:pt x="396723" y="607137"/>
                  <a:pt x="415031" y="607137"/>
                </a:cubicBezTo>
                <a:cubicBezTo>
                  <a:pt x="433339" y="607137"/>
                  <a:pt x="448180" y="592296"/>
                  <a:pt x="448180" y="573988"/>
                </a:cubicBezTo>
                <a:cubicBezTo>
                  <a:pt x="448180" y="555680"/>
                  <a:pt x="433339" y="540838"/>
                  <a:pt x="415031" y="540838"/>
                </a:cubicBezTo>
                <a:cubicBezTo>
                  <a:pt x="396723" y="540838"/>
                  <a:pt x="381881" y="555680"/>
                  <a:pt x="381881" y="573988"/>
                </a:cubicBezTo>
                <a:moveTo>
                  <a:pt x="509175" y="695885"/>
                </a:moveTo>
                <a:cubicBezTo>
                  <a:pt x="509175" y="714193"/>
                  <a:pt x="524017" y="729034"/>
                  <a:pt x="542324" y="729034"/>
                </a:cubicBezTo>
                <a:cubicBezTo>
                  <a:pt x="560632" y="729034"/>
                  <a:pt x="575474" y="714193"/>
                  <a:pt x="575474" y="695885"/>
                </a:cubicBezTo>
                <a:cubicBezTo>
                  <a:pt x="575474" y="677577"/>
                  <a:pt x="560632" y="662736"/>
                  <a:pt x="542324" y="662736"/>
                </a:cubicBezTo>
                <a:cubicBezTo>
                  <a:pt x="524017" y="662736"/>
                  <a:pt x="509175" y="677577"/>
                  <a:pt x="509175" y="695885"/>
                </a:cubicBezTo>
                <a:moveTo>
                  <a:pt x="636469" y="567912"/>
                </a:moveTo>
                <a:cubicBezTo>
                  <a:pt x="636469" y="586220"/>
                  <a:pt x="651310" y="601061"/>
                  <a:pt x="669618" y="601061"/>
                </a:cubicBezTo>
                <a:cubicBezTo>
                  <a:pt x="687926" y="601061"/>
                  <a:pt x="702768" y="586220"/>
                  <a:pt x="702768" y="567912"/>
                </a:cubicBezTo>
                <a:cubicBezTo>
                  <a:pt x="702768" y="549604"/>
                  <a:pt x="687926" y="534762"/>
                  <a:pt x="669618" y="534762"/>
                </a:cubicBezTo>
                <a:cubicBezTo>
                  <a:pt x="651310" y="534762"/>
                  <a:pt x="636469" y="549604"/>
                  <a:pt x="636469" y="567912"/>
                </a:cubicBezTo>
                <a:moveTo>
                  <a:pt x="763763" y="739123"/>
                </a:moveTo>
                <a:cubicBezTo>
                  <a:pt x="763763" y="757430"/>
                  <a:pt x="778604" y="772272"/>
                  <a:pt x="796912" y="772272"/>
                </a:cubicBezTo>
                <a:cubicBezTo>
                  <a:pt x="815220" y="772272"/>
                  <a:pt x="830061" y="757430"/>
                  <a:pt x="830061" y="739123"/>
                </a:cubicBezTo>
                <a:cubicBezTo>
                  <a:pt x="830061" y="720815"/>
                  <a:pt x="815220" y="705973"/>
                  <a:pt x="796912" y="705973"/>
                </a:cubicBezTo>
                <a:cubicBezTo>
                  <a:pt x="778604" y="705973"/>
                  <a:pt x="763763" y="720815"/>
                  <a:pt x="763763" y="739123"/>
                </a:cubicBezTo>
                <a:moveTo>
                  <a:pt x="891057" y="556372"/>
                </a:moveTo>
                <a:cubicBezTo>
                  <a:pt x="891057" y="574680"/>
                  <a:pt x="905898" y="589521"/>
                  <a:pt x="924206" y="589521"/>
                </a:cubicBezTo>
                <a:cubicBezTo>
                  <a:pt x="942514" y="589521"/>
                  <a:pt x="957356" y="574680"/>
                  <a:pt x="957356" y="556372"/>
                </a:cubicBezTo>
                <a:cubicBezTo>
                  <a:pt x="957356" y="538064"/>
                  <a:pt x="942514" y="523222"/>
                  <a:pt x="924206" y="523222"/>
                </a:cubicBezTo>
                <a:cubicBezTo>
                  <a:pt x="905898" y="523222"/>
                  <a:pt x="891057" y="538064"/>
                  <a:pt x="891057" y="556372"/>
                </a:cubicBezTo>
                <a:moveTo>
                  <a:pt x="1018350" y="609181"/>
                </a:moveTo>
                <a:cubicBezTo>
                  <a:pt x="1018350" y="627489"/>
                  <a:pt x="1033192" y="642330"/>
                  <a:pt x="1051500" y="642330"/>
                </a:cubicBezTo>
                <a:cubicBezTo>
                  <a:pt x="1069808" y="642330"/>
                  <a:pt x="1084649" y="627489"/>
                  <a:pt x="1084649" y="609181"/>
                </a:cubicBezTo>
                <a:cubicBezTo>
                  <a:pt x="1084649" y="590873"/>
                  <a:pt x="1069808" y="576031"/>
                  <a:pt x="1051500" y="576031"/>
                </a:cubicBezTo>
                <a:cubicBezTo>
                  <a:pt x="1033192" y="576031"/>
                  <a:pt x="1018350" y="590873"/>
                  <a:pt x="1018350" y="609181"/>
                </a:cubicBezTo>
                <a:moveTo>
                  <a:pt x="1145644" y="594701"/>
                </a:moveTo>
                <a:cubicBezTo>
                  <a:pt x="1145644" y="613008"/>
                  <a:pt x="1160486" y="627850"/>
                  <a:pt x="1178793" y="627850"/>
                </a:cubicBezTo>
                <a:cubicBezTo>
                  <a:pt x="1197101" y="627850"/>
                  <a:pt x="1211943" y="613008"/>
                  <a:pt x="1211943" y="594701"/>
                </a:cubicBezTo>
                <a:cubicBezTo>
                  <a:pt x="1211943" y="576393"/>
                  <a:pt x="1197101" y="561551"/>
                  <a:pt x="1178793" y="561551"/>
                </a:cubicBezTo>
                <a:cubicBezTo>
                  <a:pt x="1160486" y="561551"/>
                  <a:pt x="1145644" y="576393"/>
                  <a:pt x="1145644" y="594701"/>
                </a:cubicBezTo>
                <a:moveTo>
                  <a:pt x="1272938" y="596776"/>
                </a:moveTo>
                <a:cubicBezTo>
                  <a:pt x="1272938" y="615084"/>
                  <a:pt x="1287780" y="629925"/>
                  <a:pt x="1306087" y="629925"/>
                </a:cubicBezTo>
                <a:cubicBezTo>
                  <a:pt x="1324395" y="629925"/>
                  <a:pt x="1339237" y="615084"/>
                  <a:pt x="1339237" y="596776"/>
                </a:cubicBezTo>
                <a:cubicBezTo>
                  <a:pt x="1339237" y="578468"/>
                  <a:pt x="1324395" y="563626"/>
                  <a:pt x="1306087" y="563626"/>
                </a:cubicBezTo>
                <a:cubicBezTo>
                  <a:pt x="1287780" y="563626"/>
                  <a:pt x="1272938" y="578468"/>
                  <a:pt x="1272938" y="596776"/>
                </a:cubicBezTo>
                <a:moveTo>
                  <a:pt x="1400232" y="572547"/>
                </a:moveTo>
                <a:cubicBezTo>
                  <a:pt x="1400232" y="590855"/>
                  <a:pt x="1415073" y="605697"/>
                  <a:pt x="1433381" y="605697"/>
                </a:cubicBezTo>
                <a:cubicBezTo>
                  <a:pt x="1451689" y="605697"/>
                  <a:pt x="1466531" y="590855"/>
                  <a:pt x="1466531" y="572547"/>
                </a:cubicBezTo>
                <a:cubicBezTo>
                  <a:pt x="1466531" y="554239"/>
                  <a:pt x="1451689" y="539398"/>
                  <a:pt x="1433381" y="539398"/>
                </a:cubicBezTo>
                <a:cubicBezTo>
                  <a:pt x="1415073" y="539398"/>
                  <a:pt x="1400232" y="554239"/>
                  <a:pt x="1400232" y="572547"/>
                </a:cubicBezTo>
                <a:moveTo>
                  <a:pt x="1527526" y="481776"/>
                </a:moveTo>
                <a:cubicBezTo>
                  <a:pt x="1527526" y="500084"/>
                  <a:pt x="1542367" y="514926"/>
                  <a:pt x="1560675" y="514926"/>
                </a:cubicBezTo>
                <a:cubicBezTo>
                  <a:pt x="1578983" y="514926"/>
                  <a:pt x="1593825" y="500084"/>
                  <a:pt x="1593825" y="481776"/>
                </a:cubicBezTo>
                <a:cubicBezTo>
                  <a:pt x="1593825" y="463469"/>
                  <a:pt x="1578983" y="448627"/>
                  <a:pt x="1560675" y="448627"/>
                </a:cubicBezTo>
                <a:cubicBezTo>
                  <a:pt x="1542367" y="448627"/>
                  <a:pt x="1527526" y="463469"/>
                  <a:pt x="1527526" y="481776"/>
                </a:cubicBezTo>
                <a:moveTo>
                  <a:pt x="1654819" y="586114"/>
                </a:moveTo>
                <a:cubicBezTo>
                  <a:pt x="1654819" y="604421"/>
                  <a:pt x="1669661" y="619263"/>
                  <a:pt x="1687969" y="619263"/>
                </a:cubicBezTo>
                <a:cubicBezTo>
                  <a:pt x="1706276" y="619263"/>
                  <a:pt x="1721118" y="604421"/>
                  <a:pt x="1721118" y="586114"/>
                </a:cubicBezTo>
                <a:cubicBezTo>
                  <a:pt x="1721118" y="567805"/>
                  <a:pt x="1706276" y="552964"/>
                  <a:pt x="1687969" y="552964"/>
                </a:cubicBezTo>
                <a:cubicBezTo>
                  <a:pt x="1669661" y="552964"/>
                  <a:pt x="1654819" y="567805"/>
                  <a:pt x="1654819" y="586114"/>
                </a:cubicBezTo>
                <a:moveTo>
                  <a:pt x="1782113" y="736310"/>
                </a:moveTo>
                <a:cubicBezTo>
                  <a:pt x="1782113" y="754618"/>
                  <a:pt x="1796955" y="769460"/>
                  <a:pt x="1815263" y="769460"/>
                </a:cubicBezTo>
                <a:cubicBezTo>
                  <a:pt x="1833571" y="769460"/>
                  <a:pt x="1848412" y="754618"/>
                  <a:pt x="1848412" y="736310"/>
                </a:cubicBezTo>
                <a:cubicBezTo>
                  <a:pt x="1848412" y="718002"/>
                  <a:pt x="1833571" y="703161"/>
                  <a:pt x="1815263" y="703161"/>
                </a:cubicBezTo>
                <a:cubicBezTo>
                  <a:pt x="1796955" y="703161"/>
                  <a:pt x="1782113" y="718002"/>
                  <a:pt x="1782113" y="736310"/>
                </a:cubicBezTo>
                <a:moveTo>
                  <a:pt x="1909407" y="735481"/>
                </a:moveTo>
                <a:cubicBezTo>
                  <a:pt x="1909407" y="753789"/>
                  <a:pt x="1924249" y="768631"/>
                  <a:pt x="1942557" y="768631"/>
                </a:cubicBezTo>
                <a:cubicBezTo>
                  <a:pt x="1960865" y="768631"/>
                  <a:pt x="1975706" y="753789"/>
                  <a:pt x="1975706" y="735481"/>
                </a:cubicBezTo>
                <a:cubicBezTo>
                  <a:pt x="1975706" y="717173"/>
                  <a:pt x="1960865" y="702332"/>
                  <a:pt x="1942557" y="702332"/>
                </a:cubicBezTo>
                <a:cubicBezTo>
                  <a:pt x="1924249" y="702332"/>
                  <a:pt x="1909407" y="717173"/>
                  <a:pt x="1909407" y="735481"/>
                </a:cubicBezTo>
                <a:moveTo>
                  <a:pt x="2036701" y="736697"/>
                </a:moveTo>
                <a:cubicBezTo>
                  <a:pt x="2036701" y="755005"/>
                  <a:pt x="2051543" y="769847"/>
                  <a:pt x="2069850" y="769847"/>
                </a:cubicBezTo>
                <a:cubicBezTo>
                  <a:pt x="2088159" y="769847"/>
                  <a:pt x="2103000" y="755005"/>
                  <a:pt x="2103000" y="736697"/>
                </a:cubicBezTo>
                <a:cubicBezTo>
                  <a:pt x="2103000" y="718389"/>
                  <a:pt x="2088159" y="703548"/>
                  <a:pt x="2069850" y="703548"/>
                </a:cubicBezTo>
                <a:cubicBezTo>
                  <a:pt x="2051543" y="703548"/>
                  <a:pt x="2036701" y="718389"/>
                  <a:pt x="2036701" y="736697"/>
                </a:cubicBezTo>
                <a:moveTo>
                  <a:pt x="2163995" y="734436"/>
                </a:moveTo>
                <a:cubicBezTo>
                  <a:pt x="2163995" y="752744"/>
                  <a:pt x="2178836" y="767585"/>
                  <a:pt x="2197144" y="767585"/>
                </a:cubicBezTo>
                <a:cubicBezTo>
                  <a:pt x="2215452" y="767585"/>
                  <a:pt x="2230294" y="752744"/>
                  <a:pt x="2230294" y="734436"/>
                </a:cubicBezTo>
                <a:cubicBezTo>
                  <a:pt x="2230294" y="716128"/>
                  <a:pt x="2215452" y="701287"/>
                  <a:pt x="2197144" y="701287"/>
                </a:cubicBezTo>
                <a:cubicBezTo>
                  <a:pt x="2178836" y="701287"/>
                  <a:pt x="2163995" y="716128"/>
                  <a:pt x="2163995" y="734436"/>
                </a:cubicBezTo>
                <a:moveTo>
                  <a:pt x="2291289" y="1031820"/>
                </a:moveTo>
                <a:cubicBezTo>
                  <a:pt x="2291289" y="1050128"/>
                  <a:pt x="2306130" y="1064970"/>
                  <a:pt x="2324438" y="1064970"/>
                </a:cubicBezTo>
                <a:cubicBezTo>
                  <a:pt x="2342746" y="1064970"/>
                  <a:pt x="2357587" y="1050128"/>
                  <a:pt x="2357587" y="1031820"/>
                </a:cubicBezTo>
                <a:cubicBezTo>
                  <a:pt x="2357587" y="1013512"/>
                  <a:pt x="2342746" y="998671"/>
                  <a:pt x="2324438" y="998671"/>
                </a:cubicBezTo>
                <a:cubicBezTo>
                  <a:pt x="2306130" y="998671"/>
                  <a:pt x="2291289" y="1013512"/>
                  <a:pt x="2291289" y="1031820"/>
                </a:cubicBezTo>
                <a:moveTo>
                  <a:pt x="2418582" y="1029804"/>
                </a:moveTo>
                <a:cubicBezTo>
                  <a:pt x="2418582" y="1048112"/>
                  <a:pt x="2433424" y="1062954"/>
                  <a:pt x="2451732" y="1062954"/>
                </a:cubicBezTo>
                <a:cubicBezTo>
                  <a:pt x="2470040" y="1062954"/>
                  <a:pt x="2484881" y="1048112"/>
                  <a:pt x="2484881" y="1029804"/>
                </a:cubicBezTo>
                <a:cubicBezTo>
                  <a:pt x="2484881" y="1011496"/>
                  <a:pt x="2470040" y="996655"/>
                  <a:pt x="2451732" y="996655"/>
                </a:cubicBezTo>
                <a:cubicBezTo>
                  <a:pt x="2433424" y="996655"/>
                  <a:pt x="2418582" y="1011496"/>
                  <a:pt x="2418582" y="1029804"/>
                </a:cubicBezTo>
                <a:moveTo>
                  <a:pt x="2545876" y="1032274"/>
                </a:moveTo>
                <a:cubicBezTo>
                  <a:pt x="2545876" y="1050582"/>
                  <a:pt x="2560718" y="1065424"/>
                  <a:pt x="2579026" y="1065424"/>
                </a:cubicBezTo>
                <a:cubicBezTo>
                  <a:pt x="2597334" y="1065424"/>
                  <a:pt x="2612175" y="1050582"/>
                  <a:pt x="2612175" y="1032274"/>
                </a:cubicBezTo>
                <a:cubicBezTo>
                  <a:pt x="2612175" y="1013966"/>
                  <a:pt x="2597334" y="999125"/>
                  <a:pt x="2579026" y="999125"/>
                </a:cubicBezTo>
                <a:cubicBezTo>
                  <a:pt x="2560718" y="999125"/>
                  <a:pt x="2545876" y="1013966"/>
                  <a:pt x="2545876" y="1032274"/>
                </a:cubicBezTo>
                <a:moveTo>
                  <a:pt x="2673170" y="123550"/>
                </a:moveTo>
                <a:cubicBezTo>
                  <a:pt x="2673170" y="141858"/>
                  <a:pt x="2688012" y="156699"/>
                  <a:pt x="2706319" y="156699"/>
                </a:cubicBezTo>
                <a:cubicBezTo>
                  <a:pt x="2724628" y="156699"/>
                  <a:pt x="2739469" y="141858"/>
                  <a:pt x="2739469" y="123550"/>
                </a:cubicBezTo>
                <a:cubicBezTo>
                  <a:pt x="2739469" y="105242"/>
                  <a:pt x="2724628" y="90400"/>
                  <a:pt x="2706319" y="90400"/>
                </a:cubicBezTo>
                <a:cubicBezTo>
                  <a:pt x="2688012" y="90400"/>
                  <a:pt x="2673170" y="105242"/>
                  <a:pt x="2673170" y="123550"/>
                </a:cubicBezTo>
                <a:moveTo>
                  <a:pt x="2800464" y="1041266"/>
                </a:moveTo>
                <a:cubicBezTo>
                  <a:pt x="2800464" y="1059574"/>
                  <a:pt x="2815306" y="1074416"/>
                  <a:pt x="2833613" y="1074416"/>
                </a:cubicBezTo>
                <a:cubicBezTo>
                  <a:pt x="2851922" y="1074416"/>
                  <a:pt x="2866763" y="1059574"/>
                  <a:pt x="2866763" y="1041266"/>
                </a:cubicBezTo>
                <a:cubicBezTo>
                  <a:pt x="2866763" y="1022958"/>
                  <a:pt x="2851922" y="1008117"/>
                  <a:pt x="2833613" y="1008117"/>
                </a:cubicBezTo>
                <a:cubicBezTo>
                  <a:pt x="2815306" y="1008117"/>
                  <a:pt x="2800464" y="1022958"/>
                  <a:pt x="2800464" y="1041266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8FA610-914C-4EAB-AEBD-B0B19022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2786366"/>
            <a:ext cx="2800464" cy="1251341"/>
          </a:xfrm>
          <a:custGeom xmlns:a="http://schemas.openxmlformats.org/drawingml/2006/main">
            <a:pathLst>
              <a:path w="2800464" h="1251341" fill="none">
                <a:moveTo>
                  <a:pt x="0" y="1000205"/>
                </a:moveTo>
                <a:lnTo>
                  <a:pt x="127294" y="560602"/>
                </a:lnTo>
                <a:lnTo>
                  <a:pt x="254588" y="1032090"/>
                </a:lnTo>
                <a:lnTo>
                  <a:pt x="381881" y="450679"/>
                </a:lnTo>
                <a:lnTo>
                  <a:pt x="509175" y="544035"/>
                </a:lnTo>
                <a:lnTo>
                  <a:pt x="636469" y="447588"/>
                </a:lnTo>
                <a:lnTo>
                  <a:pt x="763763" y="483041"/>
                </a:lnTo>
                <a:lnTo>
                  <a:pt x="891057" y="299755"/>
                </a:lnTo>
                <a:lnTo>
                  <a:pt x="1018351" y="428011"/>
                </a:lnTo>
                <a:lnTo>
                  <a:pt x="1145644" y="515375"/>
                </a:lnTo>
                <a:lnTo>
                  <a:pt x="1272938" y="515335"/>
                </a:lnTo>
                <a:lnTo>
                  <a:pt x="1400232" y="518042"/>
                </a:lnTo>
                <a:lnTo>
                  <a:pt x="1527526" y="444826"/>
                </a:lnTo>
                <a:lnTo>
                  <a:pt x="1654820" y="390603"/>
                </a:lnTo>
                <a:lnTo>
                  <a:pt x="1782114" y="417934"/>
                </a:lnTo>
                <a:lnTo>
                  <a:pt x="1909407" y="417480"/>
                </a:lnTo>
                <a:lnTo>
                  <a:pt x="2036701" y="415139"/>
                </a:lnTo>
                <a:lnTo>
                  <a:pt x="2163995" y="414922"/>
                </a:lnTo>
                <a:lnTo>
                  <a:pt x="2291289" y="1179856"/>
                </a:lnTo>
                <a:lnTo>
                  <a:pt x="2418583" y="1169817"/>
                </a:lnTo>
                <a:lnTo>
                  <a:pt x="2545876" y="1173793"/>
                </a:lnTo>
                <a:lnTo>
                  <a:pt x="2673170" y="0"/>
                </a:lnTo>
                <a:lnTo>
                  <a:pt x="2800464" y="1251341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FF0000"/>
            </a:solidFill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E92D18-3716-466A-847D-18E1EC95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2753217"/>
            <a:ext cx="2866763" cy="1317640"/>
          </a:xfrm>
          <a:custGeom xmlns:a="http://schemas.openxmlformats.org/drawingml/2006/main">
            <a:pathLst>
              <a:path w="2866763" h="1317640">
                <a:moveTo>
                  <a:pt x="0" y="1033355"/>
                </a:moveTo>
                <a:cubicBezTo>
                  <a:pt x="0" y="1051662"/>
                  <a:pt x="14841" y="1066504"/>
                  <a:pt x="33149" y="1066504"/>
                </a:cubicBezTo>
                <a:cubicBezTo>
                  <a:pt x="51457" y="1066504"/>
                  <a:pt x="66299" y="1051662"/>
                  <a:pt x="66299" y="1033355"/>
                </a:cubicBezTo>
                <a:cubicBezTo>
                  <a:pt x="66299" y="1015047"/>
                  <a:pt x="51457" y="1000205"/>
                  <a:pt x="33149" y="1000205"/>
                </a:cubicBezTo>
                <a:cubicBezTo>
                  <a:pt x="14841" y="1000205"/>
                  <a:pt x="0" y="1015047"/>
                  <a:pt x="0" y="1033355"/>
                </a:cubicBezTo>
                <a:moveTo>
                  <a:pt x="127294" y="593752"/>
                </a:moveTo>
                <a:cubicBezTo>
                  <a:pt x="127294" y="612060"/>
                  <a:pt x="142135" y="626901"/>
                  <a:pt x="160443" y="626901"/>
                </a:cubicBezTo>
                <a:cubicBezTo>
                  <a:pt x="178751" y="626901"/>
                  <a:pt x="193593" y="612060"/>
                  <a:pt x="193593" y="593752"/>
                </a:cubicBezTo>
                <a:cubicBezTo>
                  <a:pt x="193593" y="575444"/>
                  <a:pt x="178751" y="560602"/>
                  <a:pt x="160443" y="560602"/>
                </a:cubicBezTo>
                <a:cubicBezTo>
                  <a:pt x="142135" y="560602"/>
                  <a:pt x="127294" y="575444"/>
                  <a:pt x="127294" y="593752"/>
                </a:cubicBezTo>
                <a:moveTo>
                  <a:pt x="254588" y="1065240"/>
                </a:moveTo>
                <a:cubicBezTo>
                  <a:pt x="254588" y="1083548"/>
                  <a:pt x="269429" y="1098389"/>
                  <a:pt x="287737" y="1098389"/>
                </a:cubicBezTo>
                <a:cubicBezTo>
                  <a:pt x="306045" y="1098389"/>
                  <a:pt x="320886" y="1083548"/>
                  <a:pt x="320886" y="1065240"/>
                </a:cubicBezTo>
                <a:cubicBezTo>
                  <a:pt x="320886" y="1046932"/>
                  <a:pt x="306045" y="1032090"/>
                  <a:pt x="287737" y="1032090"/>
                </a:cubicBezTo>
                <a:cubicBezTo>
                  <a:pt x="269429" y="1032090"/>
                  <a:pt x="254588" y="1046932"/>
                  <a:pt x="254588" y="1065240"/>
                </a:cubicBezTo>
                <a:moveTo>
                  <a:pt x="381881" y="483828"/>
                </a:moveTo>
                <a:cubicBezTo>
                  <a:pt x="381881" y="502136"/>
                  <a:pt x="396723" y="516978"/>
                  <a:pt x="415031" y="516978"/>
                </a:cubicBezTo>
                <a:cubicBezTo>
                  <a:pt x="433339" y="516978"/>
                  <a:pt x="448180" y="502136"/>
                  <a:pt x="448180" y="483828"/>
                </a:cubicBezTo>
                <a:cubicBezTo>
                  <a:pt x="448180" y="465520"/>
                  <a:pt x="433339" y="450679"/>
                  <a:pt x="415031" y="450679"/>
                </a:cubicBezTo>
                <a:cubicBezTo>
                  <a:pt x="396723" y="450679"/>
                  <a:pt x="381881" y="465520"/>
                  <a:pt x="381881" y="483828"/>
                </a:cubicBezTo>
                <a:moveTo>
                  <a:pt x="509175" y="577184"/>
                </a:moveTo>
                <a:cubicBezTo>
                  <a:pt x="509175" y="595492"/>
                  <a:pt x="524017" y="610334"/>
                  <a:pt x="542325" y="610334"/>
                </a:cubicBezTo>
                <a:cubicBezTo>
                  <a:pt x="560633" y="610334"/>
                  <a:pt x="575474" y="595492"/>
                  <a:pt x="575474" y="577184"/>
                </a:cubicBezTo>
                <a:cubicBezTo>
                  <a:pt x="575474" y="558876"/>
                  <a:pt x="560633" y="544035"/>
                  <a:pt x="542325" y="544035"/>
                </a:cubicBezTo>
                <a:cubicBezTo>
                  <a:pt x="524017" y="544035"/>
                  <a:pt x="509175" y="558876"/>
                  <a:pt x="509175" y="577184"/>
                </a:cubicBezTo>
                <a:moveTo>
                  <a:pt x="636469" y="480737"/>
                </a:moveTo>
                <a:cubicBezTo>
                  <a:pt x="636469" y="499045"/>
                  <a:pt x="651311" y="513887"/>
                  <a:pt x="669619" y="513887"/>
                </a:cubicBezTo>
                <a:cubicBezTo>
                  <a:pt x="687926" y="513887"/>
                  <a:pt x="702768" y="499045"/>
                  <a:pt x="702768" y="480737"/>
                </a:cubicBezTo>
                <a:cubicBezTo>
                  <a:pt x="702768" y="462429"/>
                  <a:pt x="687926" y="447588"/>
                  <a:pt x="669619" y="447588"/>
                </a:cubicBezTo>
                <a:cubicBezTo>
                  <a:pt x="651311" y="447588"/>
                  <a:pt x="636469" y="462429"/>
                  <a:pt x="636469" y="480737"/>
                </a:cubicBezTo>
                <a:moveTo>
                  <a:pt x="763763" y="516190"/>
                </a:moveTo>
                <a:cubicBezTo>
                  <a:pt x="763763" y="534498"/>
                  <a:pt x="778605" y="549340"/>
                  <a:pt x="796912" y="549340"/>
                </a:cubicBezTo>
                <a:cubicBezTo>
                  <a:pt x="815220" y="549340"/>
                  <a:pt x="830062" y="534498"/>
                  <a:pt x="830062" y="516190"/>
                </a:cubicBezTo>
                <a:cubicBezTo>
                  <a:pt x="830062" y="497882"/>
                  <a:pt x="815220" y="483041"/>
                  <a:pt x="796912" y="483041"/>
                </a:cubicBezTo>
                <a:cubicBezTo>
                  <a:pt x="778605" y="483041"/>
                  <a:pt x="763763" y="497882"/>
                  <a:pt x="763763" y="516190"/>
                </a:cubicBezTo>
                <a:moveTo>
                  <a:pt x="891057" y="332904"/>
                </a:moveTo>
                <a:cubicBezTo>
                  <a:pt x="891057" y="351212"/>
                  <a:pt x="905898" y="366054"/>
                  <a:pt x="924206" y="366054"/>
                </a:cubicBezTo>
                <a:cubicBezTo>
                  <a:pt x="942514" y="366054"/>
                  <a:pt x="957356" y="351212"/>
                  <a:pt x="957356" y="332904"/>
                </a:cubicBezTo>
                <a:cubicBezTo>
                  <a:pt x="957356" y="314596"/>
                  <a:pt x="942514" y="299755"/>
                  <a:pt x="924206" y="299755"/>
                </a:cubicBezTo>
                <a:cubicBezTo>
                  <a:pt x="905898" y="299755"/>
                  <a:pt x="891057" y="314596"/>
                  <a:pt x="891057" y="332904"/>
                </a:cubicBezTo>
                <a:moveTo>
                  <a:pt x="1018351" y="461160"/>
                </a:moveTo>
                <a:cubicBezTo>
                  <a:pt x="1018351" y="479468"/>
                  <a:pt x="1033192" y="494309"/>
                  <a:pt x="1051500" y="494309"/>
                </a:cubicBezTo>
                <a:cubicBezTo>
                  <a:pt x="1069808" y="494309"/>
                  <a:pt x="1084650" y="479468"/>
                  <a:pt x="1084650" y="461160"/>
                </a:cubicBezTo>
                <a:cubicBezTo>
                  <a:pt x="1084650" y="442852"/>
                  <a:pt x="1069808" y="428011"/>
                  <a:pt x="1051500" y="428011"/>
                </a:cubicBezTo>
                <a:cubicBezTo>
                  <a:pt x="1033192" y="428011"/>
                  <a:pt x="1018351" y="442852"/>
                  <a:pt x="1018351" y="461160"/>
                </a:cubicBezTo>
                <a:moveTo>
                  <a:pt x="1145644" y="548524"/>
                </a:moveTo>
                <a:cubicBezTo>
                  <a:pt x="1145644" y="566832"/>
                  <a:pt x="1160486" y="581673"/>
                  <a:pt x="1178794" y="581673"/>
                </a:cubicBezTo>
                <a:cubicBezTo>
                  <a:pt x="1197102" y="581673"/>
                  <a:pt x="1211943" y="566832"/>
                  <a:pt x="1211943" y="548524"/>
                </a:cubicBezTo>
                <a:cubicBezTo>
                  <a:pt x="1211943" y="530216"/>
                  <a:pt x="1197102" y="515375"/>
                  <a:pt x="1178794" y="515375"/>
                </a:cubicBezTo>
                <a:cubicBezTo>
                  <a:pt x="1160486" y="515375"/>
                  <a:pt x="1145644" y="530216"/>
                  <a:pt x="1145644" y="548524"/>
                </a:cubicBezTo>
                <a:moveTo>
                  <a:pt x="1272938" y="548484"/>
                </a:moveTo>
                <a:cubicBezTo>
                  <a:pt x="1272938" y="566792"/>
                  <a:pt x="1287780" y="581634"/>
                  <a:pt x="1306088" y="581634"/>
                </a:cubicBezTo>
                <a:cubicBezTo>
                  <a:pt x="1324395" y="581634"/>
                  <a:pt x="1339237" y="566792"/>
                  <a:pt x="1339237" y="548484"/>
                </a:cubicBezTo>
                <a:cubicBezTo>
                  <a:pt x="1339237" y="530176"/>
                  <a:pt x="1324395" y="515335"/>
                  <a:pt x="1306088" y="515335"/>
                </a:cubicBezTo>
                <a:cubicBezTo>
                  <a:pt x="1287780" y="515335"/>
                  <a:pt x="1272938" y="530176"/>
                  <a:pt x="1272938" y="548484"/>
                </a:cubicBezTo>
                <a:moveTo>
                  <a:pt x="1400232" y="551192"/>
                </a:moveTo>
                <a:cubicBezTo>
                  <a:pt x="1400232" y="569500"/>
                  <a:pt x="1415074" y="584341"/>
                  <a:pt x="1433381" y="584341"/>
                </a:cubicBezTo>
                <a:cubicBezTo>
                  <a:pt x="1451689" y="584341"/>
                  <a:pt x="1466531" y="569500"/>
                  <a:pt x="1466531" y="551192"/>
                </a:cubicBezTo>
                <a:cubicBezTo>
                  <a:pt x="1466531" y="532884"/>
                  <a:pt x="1451689" y="518042"/>
                  <a:pt x="1433381" y="518042"/>
                </a:cubicBezTo>
                <a:cubicBezTo>
                  <a:pt x="1415074" y="518042"/>
                  <a:pt x="1400232" y="532884"/>
                  <a:pt x="1400232" y="551192"/>
                </a:cubicBezTo>
                <a:moveTo>
                  <a:pt x="1527526" y="477975"/>
                </a:moveTo>
                <a:cubicBezTo>
                  <a:pt x="1527526" y="496283"/>
                  <a:pt x="1542367" y="511125"/>
                  <a:pt x="1560675" y="511125"/>
                </a:cubicBezTo>
                <a:cubicBezTo>
                  <a:pt x="1578983" y="511125"/>
                  <a:pt x="1593825" y="496283"/>
                  <a:pt x="1593825" y="477975"/>
                </a:cubicBezTo>
                <a:cubicBezTo>
                  <a:pt x="1593825" y="459667"/>
                  <a:pt x="1578983" y="444826"/>
                  <a:pt x="1560675" y="444826"/>
                </a:cubicBezTo>
                <a:cubicBezTo>
                  <a:pt x="1542367" y="444826"/>
                  <a:pt x="1527526" y="459667"/>
                  <a:pt x="1527526" y="477975"/>
                </a:cubicBezTo>
                <a:moveTo>
                  <a:pt x="1654820" y="423753"/>
                </a:moveTo>
                <a:cubicBezTo>
                  <a:pt x="1654820" y="442061"/>
                  <a:pt x="1669661" y="456902"/>
                  <a:pt x="1687969" y="456902"/>
                </a:cubicBezTo>
                <a:cubicBezTo>
                  <a:pt x="1706277" y="456902"/>
                  <a:pt x="1721119" y="442061"/>
                  <a:pt x="1721119" y="423753"/>
                </a:cubicBezTo>
                <a:cubicBezTo>
                  <a:pt x="1721119" y="405445"/>
                  <a:pt x="1706277" y="390603"/>
                  <a:pt x="1687969" y="390603"/>
                </a:cubicBezTo>
                <a:cubicBezTo>
                  <a:pt x="1669661" y="390603"/>
                  <a:pt x="1654820" y="405445"/>
                  <a:pt x="1654820" y="423753"/>
                </a:cubicBezTo>
                <a:moveTo>
                  <a:pt x="1782114" y="451084"/>
                </a:moveTo>
                <a:cubicBezTo>
                  <a:pt x="1782114" y="469391"/>
                  <a:pt x="1796955" y="484233"/>
                  <a:pt x="1815263" y="484233"/>
                </a:cubicBezTo>
                <a:cubicBezTo>
                  <a:pt x="1833571" y="484233"/>
                  <a:pt x="1848412" y="469391"/>
                  <a:pt x="1848412" y="451084"/>
                </a:cubicBezTo>
                <a:cubicBezTo>
                  <a:pt x="1848412" y="432776"/>
                  <a:pt x="1833571" y="417934"/>
                  <a:pt x="1815263" y="417934"/>
                </a:cubicBezTo>
                <a:cubicBezTo>
                  <a:pt x="1796955" y="417934"/>
                  <a:pt x="1782114" y="432776"/>
                  <a:pt x="1782114" y="451084"/>
                </a:cubicBezTo>
                <a:moveTo>
                  <a:pt x="1909407" y="450630"/>
                </a:moveTo>
                <a:cubicBezTo>
                  <a:pt x="1909407" y="468938"/>
                  <a:pt x="1924249" y="483779"/>
                  <a:pt x="1942557" y="483779"/>
                </a:cubicBezTo>
                <a:cubicBezTo>
                  <a:pt x="1960865" y="483779"/>
                  <a:pt x="1975706" y="468938"/>
                  <a:pt x="1975706" y="450630"/>
                </a:cubicBezTo>
                <a:cubicBezTo>
                  <a:pt x="1975706" y="432322"/>
                  <a:pt x="1960865" y="417480"/>
                  <a:pt x="1942557" y="417480"/>
                </a:cubicBezTo>
                <a:cubicBezTo>
                  <a:pt x="1924249" y="417480"/>
                  <a:pt x="1909407" y="432322"/>
                  <a:pt x="1909407" y="450630"/>
                </a:cubicBezTo>
                <a:moveTo>
                  <a:pt x="2036701" y="448288"/>
                </a:moveTo>
                <a:cubicBezTo>
                  <a:pt x="2036701" y="466596"/>
                  <a:pt x="2051543" y="481438"/>
                  <a:pt x="2069851" y="481438"/>
                </a:cubicBezTo>
                <a:cubicBezTo>
                  <a:pt x="2088159" y="481438"/>
                  <a:pt x="2103000" y="466596"/>
                  <a:pt x="2103000" y="448288"/>
                </a:cubicBezTo>
                <a:cubicBezTo>
                  <a:pt x="2103000" y="429980"/>
                  <a:pt x="2088159" y="415139"/>
                  <a:pt x="2069851" y="415139"/>
                </a:cubicBezTo>
                <a:cubicBezTo>
                  <a:pt x="2051543" y="415139"/>
                  <a:pt x="2036701" y="429980"/>
                  <a:pt x="2036701" y="448288"/>
                </a:cubicBezTo>
                <a:moveTo>
                  <a:pt x="2163995" y="448072"/>
                </a:moveTo>
                <a:cubicBezTo>
                  <a:pt x="2163995" y="466380"/>
                  <a:pt x="2178837" y="481221"/>
                  <a:pt x="2197144" y="481221"/>
                </a:cubicBezTo>
                <a:cubicBezTo>
                  <a:pt x="2215452" y="481221"/>
                  <a:pt x="2230294" y="466380"/>
                  <a:pt x="2230294" y="448072"/>
                </a:cubicBezTo>
                <a:cubicBezTo>
                  <a:pt x="2230294" y="429764"/>
                  <a:pt x="2215452" y="414922"/>
                  <a:pt x="2197144" y="414922"/>
                </a:cubicBezTo>
                <a:cubicBezTo>
                  <a:pt x="2178837" y="414922"/>
                  <a:pt x="2163995" y="429764"/>
                  <a:pt x="2163995" y="448072"/>
                </a:cubicBezTo>
                <a:moveTo>
                  <a:pt x="2291289" y="1213005"/>
                </a:moveTo>
                <a:cubicBezTo>
                  <a:pt x="2291289" y="1231313"/>
                  <a:pt x="2306130" y="1246154"/>
                  <a:pt x="2324438" y="1246154"/>
                </a:cubicBezTo>
                <a:cubicBezTo>
                  <a:pt x="2342746" y="1246154"/>
                  <a:pt x="2357588" y="1231313"/>
                  <a:pt x="2357588" y="1213005"/>
                </a:cubicBezTo>
                <a:cubicBezTo>
                  <a:pt x="2357588" y="1194697"/>
                  <a:pt x="2342746" y="1179856"/>
                  <a:pt x="2324438" y="1179856"/>
                </a:cubicBezTo>
                <a:cubicBezTo>
                  <a:pt x="2306130" y="1179856"/>
                  <a:pt x="2291289" y="1194697"/>
                  <a:pt x="2291289" y="1213005"/>
                </a:cubicBezTo>
                <a:moveTo>
                  <a:pt x="2418583" y="1202966"/>
                </a:moveTo>
                <a:cubicBezTo>
                  <a:pt x="2418583" y="1221274"/>
                  <a:pt x="2433424" y="1236116"/>
                  <a:pt x="2451732" y="1236116"/>
                </a:cubicBezTo>
                <a:cubicBezTo>
                  <a:pt x="2470040" y="1236116"/>
                  <a:pt x="2484881" y="1221274"/>
                  <a:pt x="2484881" y="1202966"/>
                </a:cubicBezTo>
                <a:cubicBezTo>
                  <a:pt x="2484881" y="1184658"/>
                  <a:pt x="2470040" y="1169817"/>
                  <a:pt x="2451732" y="1169817"/>
                </a:cubicBezTo>
                <a:cubicBezTo>
                  <a:pt x="2433424" y="1169817"/>
                  <a:pt x="2418583" y="1184658"/>
                  <a:pt x="2418583" y="1202966"/>
                </a:cubicBezTo>
                <a:moveTo>
                  <a:pt x="2545876" y="1206943"/>
                </a:moveTo>
                <a:cubicBezTo>
                  <a:pt x="2545876" y="1225251"/>
                  <a:pt x="2560718" y="1240092"/>
                  <a:pt x="2579026" y="1240092"/>
                </a:cubicBezTo>
                <a:cubicBezTo>
                  <a:pt x="2597334" y="1240092"/>
                  <a:pt x="2612175" y="1225251"/>
                  <a:pt x="2612175" y="1206943"/>
                </a:cubicBezTo>
                <a:cubicBezTo>
                  <a:pt x="2612175" y="1188635"/>
                  <a:pt x="2597334" y="1173793"/>
                  <a:pt x="2579026" y="1173793"/>
                </a:cubicBezTo>
                <a:cubicBezTo>
                  <a:pt x="2560718" y="1173793"/>
                  <a:pt x="2545876" y="1188635"/>
                  <a:pt x="2545876" y="1206943"/>
                </a:cubicBezTo>
                <a:moveTo>
                  <a:pt x="2673170" y="33149"/>
                </a:moveTo>
                <a:cubicBezTo>
                  <a:pt x="2673170" y="51458"/>
                  <a:pt x="2688012" y="66299"/>
                  <a:pt x="2706320" y="66299"/>
                </a:cubicBezTo>
                <a:cubicBezTo>
                  <a:pt x="2724628" y="66299"/>
                  <a:pt x="2739469" y="51458"/>
                  <a:pt x="2739469" y="33149"/>
                </a:cubicBezTo>
                <a:cubicBezTo>
                  <a:pt x="2739469" y="14842"/>
                  <a:pt x="2724628" y="0"/>
                  <a:pt x="2706320" y="0"/>
                </a:cubicBezTo>
                <a:cubicBezTo>
                  <a:pt x="2688012" y="0"/>
                  <a:pt x="2673170" y="14842"/>
                  <a:pt x="2673170" y="33149"/>
                </a:cubicBezTo>
                <a:moveTo>
                  <a:pt x="2800464" y="1284491"/>
                </a:moveTo>
                <a:cubicBezTo>
                  <a:pt x="2800464" y="1302799"/>
                  <a:pt x="2815306" y="1317640"/>
                  <a:pt x="2833614" y="1317640"/>
                </a:cubicBezTo>
                <a:cubicBezTo>
                  <a:pt x="2851921" y="1317640"/>
                  <a:pt x="2866763" y="1302799"/>
                  <a:pt x="2866763" y="1284491"/>
                </a:cubicBezTo>
                <a:cubicBezTo>
                  <a:pt x="2866763" y="1266183"/>
                  <a:pt x="2851921" y="1251341"/>
                  <a:pt x="2833614" y="1251341"/>
                </a:cubicBezTo>
                <a:cubicBezTo>
                  <a:pt x="2815306" y="1251341"/>
                  <a:pt x="2800464" y="1266183"/>
                  <a:pt x="2800464" y="1284491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AEE4E5-D256-4B06-A9E1-EB70CD2F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180672"/>
            <a:ext cx="2800464" cy="999092"/>
          </a:xfrm>
          <a:custGeom xmlns:a="http://schemas.openxmlformats.org/drawingml/2006/main">
            <a:pathLst>
              <a:path w="2800464" h="999092" fill="none">
                <a:moveTo>
                  <a:pt x="0" y="801530"/>
                </a:moveTo>
                <a:lnTo>
                  <a:pt x="127294" y="142603"/>
                </a:lnTo>
                <a:lnTo>
                  <a:pt x="254588" y="803252"/>
                </a:lnTo>
                <a:lnTo>
                  <a:pt x="381881" y="539708"/>
                </a:lnTo>
                <a:lnTo>
                  <a:pt x="509175" y="651871"/>
                </a:lnTo>
                <a:lnTo>
                  <a:pt x="636469" y="529872"/>
                </a:lnTo>
                <a:lnTo>
                  <a:pt x="763763" y="611085"/>
                </a:lnTo>
                <a:lnTo>
                  <a:pt x="891057" y="523779"/>
                </a:lnTo>
                <a:lnTo>
                  <a:pt x="1018350" y="546504"/>
                </a:lnTo>
                <a:lnTo>
                  <a:pt x="1145644" y="550020"/>
                </a:lnTo>
                <a:lnTo>
                  <a:pt x="1272938" y="555667"/>
                </a:lnTo>
                <a:lnTo>
                  <a:pt x="1400232" y="570050"/>
                </a:lnTo>
                <a:lnTo>
                  <a:pt x="1527526" y="479064"/>
                </a:lnTo>
                <a:lnTo>
                  <a:pt x="1654819" y="548333"/>
                </a:lnTo>
                <a:lnTo>
                  <a:pt x="1782113" y="658325"/>
                </a:lnTo>
                <a:lnTo>
                  <a:pt x="1909407" y="651808"/>
                </a:lnTo>
                <a:lnTo>
                  <a:pt x="2036701" y="656065"/>
                </a:lnTo>
                <a:lnTo>
                  <a:pt x="2163995" y="652250"/>
                </a:lnTo>
                <a:lnTo>
                  <a:pt x="2291289" y="969737"/>
                </a:lnTo>
                <a:lnTo>
                  <a:pt x="2418582" y="972394"/>
                </a:lnTo>
                <a:lnTo>
                  <a:pt x="2545876" y="969151"/>
                </a:lnTo>
                <a:lnTo>
                  <a:pt x="2673170" y="0"/>
                </a:lnTo>
                <a:lnTo>
                  <a:pt x="2800464" y="999092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FF0000"/>
            </a:solidFill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65A774-C8CB-4E2F-B9CE-DD0E7820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147522"/>
            <a:ext cx="2866763" cy="1065391"/>
          </a:xfrm>
          <a:custGeom xmlns:a="http://schemas.openxmlformats.org/drawingml/2006/main">
            <a:pathLst>
              <a:path w="2866763" h="1065391">
                <a:moveTo>
                  <a:pt x="0" y="834680"/>
                </a:moveTo>
                <a:cubicBezTo>
                  <a:pt x="0" y="852988"/>
                  <a:pt x="14841" y="867829"/>
                  <a:pt x="33149" y="867829"/>
                </a:cubicBezTo>
                <a:cubicBezTo>
                  <a:pt x="51457" y="867829"/>
                  <a:pt x="66299" y="852988"/>
                  <a:pt x="66299" y="834680"/>
                </a:cubicBezTo>
                <a:cubicBezTo>
                  <a:pt x="66299" y="816372"/>
                  <a:pt x="51457" y="801530"/>
                  <a:pt x="33149" y="801530"/>
                </a:cubicBezTo>
                <a:cubicBezTo>
                  <a:pt x="14841" y="801530"/>
                  <a:pt x="0" y="816372"/>
                  <a:pt x="0" y="834680"/>
                </a:cubicBezTo>
                <a:moveTo>
                  <a:pt x="127294" y="175752"/>
                </a:moveTo>
                <a:cubicBezTo>
                  <a:pt x="127294" y="194060"/>
                  <a:pt x="142135" y="208902"/>
                  <a:pt x="160443" y="208902"/>
                </a:cubicBezTo>
                <a:cubicBezTo>
                  <a:pt x="178751" y="208902"/>
                  <a:pt x="193592" y="194060"/>
                  <a:pt x="193592" y="175752"/>
                </a:cubicBezTo>
                <a:cubicBezTo>
                  <a:pt x="193592" y="157444"/>
                  <a:pt x="178751" y="142603"/>
                  <a:pt x="160443" y="142603"/>
                </a:cubicBezTo>
                <a:cubicBezTo>
                  <a:pt x="142135" y="142603"/>
                  <a:pt x="127294" y="157444"/>
                  <a:pt x="127294" y="175752"/>
                </a:cubicBezTo>
                <a:moveTo>
                  <a:pt x="254588" y="836402"/>
                </a:moveTo>
                <a:cubicBezTo>
                  <a:pt x="254588" y="854710"/>
                  <a:pt x="269429" y="869551"/>
                  <a:pt x="287737" y="869551"/>
                </a:cubicBezTo>
                <a:cubicBezTo>
                  <a:pt x="306045" y="869551"/>
                  <a:pt x="320886" y="854710"/>
                  <a:pt x="320886" y="836402"/>
                </a:cubicBezTo>
                <a:cubicBezTo>
                  <a:pt x="320886" y="818094"/>
                  <a:pt x="306045" y="803252"/>
                  <a:pt x="287737" y="803252"/>
                </a:cubicBezTo>
                <a:cubicBezTo>
                  <a:pt x="269429" y="803252"/>
                  <a:pt x="254588" y="818094"/>
                  <a:pt x="254588" y="836402"/>
                </a:cubicBezTo>
                <a:moveTo>
                  <a:pt x="381881" y="572857"/>
                </a:moveTo>
                <a:cubicBezTo>
                  <a:pt x="381881" y="591165"/>
                  <a:pt x="396723" y="606007"/>
                  <a:pt x="415031" y="606007"/>
                </a:cubicBezTo>
                <a:cubicBezTo>
                  <a:pt x="433339" y="606007"/>
                  <a:pt x="448180" y="591165"/>
                  <a:pt x="448180" y="572857"/>
                </a:cubicBezTo>
                <a:cubicBezTo>
                  <a:pt x="448180" y="554549"/>
                  <a:pt x="433339" y="539708"/>
                  <a:pt x="415031" y="539708"/>
                </a:cubicBezTo>
                <a:cubicBezTo>
                  <a:pt x="396723" y="539708"/>
                  <a:pt x="381881" y="554549"/>
                  <a:pt x="381881" y="572857"/>
                </a:cubicBezTo>
                <a:moveTo>
                  <a:pt x="509175" y="685020"/>
                </a:moveTo>
                <a:cubicBezTo>
                  <a:pt x="509175" y="703328"/>
                  <a:pt x="524017" y="718170"/>
                  <a:pt x="542324" y="718170"/>
                </a:cubicBezTo>
                <a:cubicBezTo>
                  <a:pt x="560632" y="718170"/>
                  <a:pt x="575474" y="703328"/>
                  <a:pt x="575474" y="685020"/>
                </a:cubicBezTo>
                <a:cubicBezTo>
                  <a:pt x="575474" y="666712"/>
                  <a:pt x="560632" y="651871"/>
                  <a:pt x="542324" y="651871"/>
                </a:cubicBezTo>
                <a:cubicBezTo>
                  <a:pt x="524017" y="651871"/>
                  <a:pt x="509175" y="666712"/>
                  <a:pt x="509175" y="685020"/>
                </a:cubicBezTo>
                <a:moveTo>
                  <a:pt x="636469" y="563021"/>
                </a:moveTo>
                <a:cubicBezTo>
                  <a:pt x="636469" y="581329"/>
                  <a:pt x="651310" y="596170"/>
                  <a:pt x="669618" y="596170"/>
                </a:cubicBezTo>
                <a:cubicBezTo>
                  <a:pt x="687926" y="596170"/>
                  <a:pt x="702768" y="581329"/>
                  <a:pt x="702768" y="563021"/>
                </a:cubicBezTo>
                <a:cubicBezTo>
                  <a:pt x="702768" y="544713"/>
                  <a:pt x="687926" y="529872"/>
                  <a:pt x="669618" y="529872"/>
                </a:cubicBezTo>
                <a:cubicBezTo>
                  <a:pt x="651310" y="529872"/>
                  <a:pt x="636469" y="544713"/>
                  <a:pt x="636469" y="563021"/>
                </a:cubicBezTo>
                <a:moveTo>
                  <a:pt x="763763" y="644234"/>
                </a:moveTo>
                <a:cubicBezTo>
                  <a:pt x="763763" y="662542"/>
                  <a:pt x="778604" y="677384"/>
                  <a:pt x="796912" y="677384"/>
                </a:cubicBezTo>
                <a:cubicBezTo>
                  <a:pt x="815220" y="677384"/>
                  <a:pt x="830061" y="662542"/>
                  <a:pt x="830061" y="644234"/>
                </a:cubicBezTo>
                <a:cubicBezTo>
                  <a:pt x="830061" y="625926"/>
                  <a:pt x="815220" y="611085"/>
                  <a:pt x="796912" y="611085"/>
                </a:cubicBezTo>
                <a:cubicBezTo>
                  <a:pt x="778604" y="611085"/>
                  <a:pt x="763763" y="625926"/>
                  <a:pt x="763763" y="644234"/>
                </a:cubicBezTo>
                <a:moveTo>
                  <a:pt x="891057" y="556928"/>
                </a:moveTo>
                <a:cubicBezTo>
                  <a:pt x="891057" y="575236"/>
                  <a:pt x="905898" y="590078"/>
                  <a:pt x="924206" y="590078"/>
                </a:cubicBezTo>
                <a:cubicBezTo>
                  <a:pt x="942514" y="590078"/>
                  <a:pt x="957356" y="575236"/>
                  <a:pt x="957356" y="556928"/>
                </a:cubicBezTo>
                <a:cubicBezTo>
                  <a:pt x="957356" y="538620"/>
                  <a:pt x="942514" y="523779"/>
                  <a:pt x="924206" y="523779"/>
                </a:cubicBezTo>
                <a:cubicBezTo>
                  <a:pt x="905898" y="523779"/>
                  <a:pt x="891057" y="538620"/>
                  <a:pt x="891057" y="556928"/>
                </a:cubicBezTo>
                <a:moveTo>
                  <a:pt x="1018350" y="579653"/>
                </a:moveTo>
                <a:cubicBezTo>
                  <a:pt x="1018350" y="597961"/>
                  <a:pt x="1033192" y="612803"/>
                  <a:pt x="1051500" y="612803"/>
                </a:cubicBezTo>
                <a:cubicBezTo>
                  <a:pt x="1069808" y="612803"/>
                  <a:pt x="1084649" y="597961"/>
                  <a:pt x="1084649" y="579653"/>
                </a:cubicBezTo>
                <a:cubicBezTo>
                  <a:pt x="1084649" y="561345"/>
                  <a:pt x="1069808" y="546504"/>
                  <a:pt x="1051500" y="546504"/>
                </a:cubicBezTo>
                <a:cubicBezTo>
                  <a:pt x="1033192" y="546504"/>
                  <a:pt x="1018350" y="561345"/>
                  <a:pt x="1018350" y="579653"/>
                </a:cubicBezTo>
                <a:moveTo>
                  <a:pt x="1145644" y="583170"/>
                </a:moveTo>
                <a:cubicBezTo>
                  <a:pt x="1145644" y="601477"/>
                  <a:pt x="1160486" y="616319"/>
                  <a:pt x="1178793" y="616319"/>
                </a:cubicBezTo>
                <a:cubicBezTo>
                  <a:pt x="1197101" y="616319"/>
                  <a:pt x="1211943" y="601477"/>
                  <a:pt x="1211943" y="583170"/>
                </a:cubicBezTo>
                <a:cubicBezTo>
                  <a:pt x="1211943" y="564862"/>
                  <a:pt x="1197101" y="550020"/>
                  <a:pt x="1178793" y="550020"/>
                </a:cubicBezTo>
                <a:cubicBezTo>
                  <a:pt x="1160486" y="550020"/>
                  <a:pt x="1145644" y="564862"/>
                  <a:pt x="1145644" y="583170"/>
                </a:cubicBezTo>
                <a:moveTo>
                  <a:pt x="1272938" y="588816"/>
                </a:moveTo>
                <a:cubicBezTo>
                  <a:pt x="1272938" y="607124"/>
                  <a:pt x="1287780" y="621966"/>
                  <a:pt x="1306087" y="621966"/>
                </a:cubicBezTo>
                <a:cubicBezTo>
                  <a:pt x="1324395" y="621966"/>
                  <a:pt x="1339237" y="607124"/>
                  <a:pt x="1339237" y="588816"/>
                </a:cubicBezTo>
                <a:cubicBezTo>
                  <a:pt x="1339237" y="570509"/>
                  <a:pt x="1324395" y="555667"/>
                  <a:pt x="1306087" y="555667"/>
                </a:cubicBezTo>
                <a:cubicBezTo>
                  <a:pt x="1287780" y="555667"/>
                  <a:pt x="1272938" y="570509"/>
                  <a:pt x="1272938" y="588816"/>
                </a:cubicBezTo>
                <a:moveTo>
                  <a:pt x="1400232" y="603199"/>
                </a:moveTo>
                <a:cubicBezTo>
                  <a:pt x="1400232" y="621507"/>
                  <a:pt x="1415073" y="636349"/>
                  <a:pt x="1433381" y="636349"/>
                </a:cubicBezTo>
                <a:cubicBezTo>
                  <a:pt x="1451689" y="636349"/>
                  <a:pt x="1466531" y="621507"/>
                  <a:pt x="1466531" y="603199"/>
                </a:cubicBezTo>
                <a:cubicBezTo>
                  <a:pt x="1466531" y="584891"/>
                  <a:pt x="1451689" y="570050"/>
                  <a:pt x="1433381" y="570050"/>
                </a:cubicBezTo>
                <a:cubicBezTo>
                  <a:pt x="1415073" y="570050"/>
                  <a:pt x="1400232" y="584891"/>
                  <a:pt x="1400232" y="603199"/>
                </a:cubicBezTo>
                <a:moveTo>
                  <a:pt x="1527526" y="512213"/>
                </a:moveTo>
                <a:cubicBezTo>
                  <a:pt x="1527526" y="530521"/>
                  <a:pt x="1542367" y="545362"/>
                  <a:pt x="1560675" y="545362"/>
                </a:cubicBezTo>
                <a:cubicBezTo>
                  <a:pt x="1578983" y="545362"/>
                  <a:pt x="1593825" y="530521"/>
                  <a:pt x="1593825" y="512213"/>
                </a:cubicBezTo>
                <a:cubicBezTo>
                  <a:pt x="1593825" y="493905"/>
                  <a:pt x="1578983" y="479064"/>
                  <a:pt x="1560675" y="479064"/>
                </a:cubicBezTo>
                <a:cubicBezTo>
                  <a:pt x="1542367" y="479064"/>
                  <a:pt x="1527526" y="493905"/>
                  <a:pt x="1527526" y="512213"/>
                </a:cubicBezTo>
                <a:moveTo>
                  <a:pt x="1654819" y="581482"/>
                </a:moveTo>
                <a:cubicBezTo>
                  <a:pt x="1654819" y="599790"/>
                  <a:pt x="1669661" y="614632"/>
                  <a:pt x="1687969" y="614632"/>
                </a:cubicBezTo>
                <a:cubicBezTo>
                  <a:pt x="1706276" y="614632"/>
                  <a:pt x="1721118" y="599790"/>
                  <a:pt x="1721118" y="581482"/>
                </a:cubicBezTo>
                <a:cubicBezTo>
                  <a:pt x="1721118" y="563175"/>
                  <a:pt x="1706276" y="548333"/>
                  <a:pt x="1687969" y="548333"/>
                </a:cubicBezTo>
                <a:cubicBezTo>
                  <a:pt x="1669661" y="548333"/>
                  <a:pt x="1654819" y="563175"/>
                  <a:pt x="1654819" y="581482"/>
                </a:cubicBezTo>
                <a:moveTo>
                  <a:pt x="1782113" y="691475"/>
                </a:moveTo>
                <a:cubicBezTo>
                  <a:pt x="1782113" y="709783"/>
                  <a:pt x="1796955" y="724624"/>
                  <a:pt x="1815263" y="724624"/>
                </a:cubicBezTo>
                <a:cubicBezTo>
                  <a:pt x="1833571" y="724624"/>
                  <a:pt x="1848412" y="709783"/>
                  <a:pt x="1848412" y="691475"/>
                </a:cubicBezTo>
                <a:cubicBezTo>
                  <a:pt x="1848412" y="673167"/>
                  <a:pt x="1833571" y="658325"/>
                  <a:pt x="1815263" y="658325"/>
                </a:cubicBezTo>
                <a:cubicBezTo>
                  <a:pt x="1796955" y="658325"/>
                  <a:pt x="1782113" y="673167"/>
                  <a:pt x="1782113" y="691475"/>
                </a:cubicBezTo>
                <a:moveTo>
                  <a:pt x="1909407" y="684958"/>
                </a:moveTo>
                <a:cubicBezTo>
                  <a:pt x="1909407" y="703266"/>
                  <a:pt x="1924249" y="718107"/>
                  <a:pt x="1942557" y="718107"/>
                </a:cubicBezTo>
                <a:cubicBezTo>
                  <a:pt x="1960865" y="718107"/>
                  <a:pt x="1975706" y="703266"/>
                  <a:pt x="1975706" y="684958"/>
                </a:cubicBezTo>
                <a:cubicBezTo>
                  <a:pt x="1975706" y="666650"/>
                  <a:pt x="1960865" y="651808"/>
                  <a:pt x="1942557" y="651808"/>
                </a:cubicBezTo>
                <a:cubicBezTo>
                  <a:pt x="1924249" y="651808"/>
                  <a:pt x="1909407" y="666650"/>
                  <a:pt x="1909407" y="684958"/>
                </a:cubicBezTo>
                <a:moveTo>
                  <a:pt x="2036701" y="689214"/>
                </a:moveTo>
                <a:cubicBezTo>
                  <a:pt x="2036701" y="707522"/>
                  <a:pt x="2051543" y="722364"/>
                  <a:pt x="2069850" y="722364"/>
                </a:cubicBezTo>
                <a:cubicBezTo>
                  <a:pt x="2088159" y="722364"/>
                  <a:pt x="2103000" y="707522"/>
                  <a:pt x="2103000" y="689214"/>
                </a:cubicBezTo>
                <a:cubicBezTo>
                  <a:pt x="2103000" y="670906"/>
                  <a:pt x="2088159" y="656065"/>
                  <a:pt x="2069850" y="656065"/>
                </a:cubicBezTo>
                <a:cubicBezTo>
                  <a:pt x="2051543" y="656065"/>
                  <a:pt x="2036701" y="670906"/>
                  <a:pt x="2036701" y="689214"/>
                </a:cubicBezTo>
                <a:moveTo>
                  <a:pt x="2163995" y="685400"/>
                </a:moveTo>
                <a:cubicBezTo>
                  <a:pt x="2163995" y="703708"/>
                  <a:pt x="2178836" y="718549"/>
                  <a:pt x="2197144" y="718549"/>
                </a:cubicBezTo>
                <a:cubicBezTo>
                  <a:pt x="2215452" y="718549"/>
                  <a:pt x="2230294" y="703708"/>
                  <a:pt x="2230294" y="685400"/>
                </a:cubicBezTo>
                <a:cubicBezTo>
                  <a:pt x="2230294" y="667092"/>
                  <a:pt x="2215452" y="652250"/>
                  <a:pt x="2197144" y="652250"/>
                </a:cubicBezTo>
                <a:cubicBezTo>
                  <a:pt x="2178836" y="652250"/>
                  <a:pt x="2163995" y="667092"/>
                  <a:pt x="2163995" y="685400"/>
                </a:cubicBezTo>
                <a:moveTo>
                  <a:pt x="2291289" y="1002886"/>
                </a:moveTo>
                <a:cubicBezTo>
                  <a:pt x="2291289" y="1021194"/>
                  <a:pt x="2306130" y="1036036"/>
                  <a:pt x="2324438" y="1036036"/>
                </a:cubicBezTo>
                <a:cubicBezTo>
                  <a:pt x="2342746" y="1036036"/>
                  <a:pt x="2357587" y="1021194"/>
                  <a:pt x="2357587" y="1002886"/>
                </a:cubicBezTo>
                <a:cubicBezTo>
                  <a:pt x="2357587" y="984578"/>
                  <a:pt x="2342746" y="969737"/>
                  <a:pt x="2324438" y="969737"/>
                </a:cubicBezTo>
                <a:cubicBezTo>
                  <a:pt x="2306130" y="969737"/>
                  <a:pt x="2291289" y="984578"/>
                  <a:pt x="2291289" y="1002886"/>
                </a:cubicBezTo>
                <a:moveTo>
                  <a:pt x="2418582" y="1005544"/>
                </a:moveTo>
                <a:cubicBezTo>
                  <a:pt x="2418582" y="1023851"/>
                  <a:pt x="2433424" y="1038693"/>
                  <a:pt x="2451732" y="1038693"/>
                </a:cubicBezTo>
                <a:cubicBezTo>
                  <a:pt x="2470040" y="1038693"/>
                  <a:pt x="2484881" y="1023851"/>
                  <a:pt x="2484881" y="1005544"/>
                </a:cubicBezTo>
                <a:cubicBezTo>
                  <a:pt x="2484881" y="987236"/>
                  <a:pt x="2470040" y="972394"/>
                  <a:pt x="2451732" y="972394"/>
                </a:cubicBezTo>
                <a:cubicBezTo>
                  <a:pt x="2433424" y="972394"/>
                  <a:pt x="2418582" y="987236"/>
                  <a:pt x="2418582" y="1005544"/>
                </a:cubicBezTo>
                <a:moveTo>
                  <a:pt x="2545876" y="1002301"/>
                </a:moveTo>
                <a:cubicBezTo>
                  <a:pt x="2545876" y="1020609"/>
                  <a:pt x="2560718" y="1035450"/>
                  <a:pt x="2579026" y="1035450"/>
                </a:cubicBezTo>
                <a:cubicBezTo>
                  <a:pt x="2597334" y="1035450"/>
                  <a:pt x="2612175" y="1020609"/>
                  <a:pt x="2612175" y="1002301"/>
                </a:cubicBezTo>
                <a:cubicBezTo>
                  <a:pt x="2612175" y="983993"/>
                  <a:pt x="2597334" y="969151"/>
                  <a:pt x="2579026" y="969151"/>
                </a:cubicBezTo>
                <a:cubicBezTo>
                  <a:pt x="2560718" y="969151"/>
                  <a:pt x="2545876" y="983993"/>
                  <a:pt x="2545876" y="1002301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032241"/>
                </a:moveTo>
                <a:cubicBezTo>
                  <a:pt x="2800464" y="1050549"/>
                  <a:pt x="2815306" y="1065391"/>
                  <a:pt x="2833613" y="1065391"/>
                </a:cubicBezTo>
                <a:cubicBezTo>
                  <a:pt x="2851922" y="1065391"/>
                  <a:pt x="2866763" y="1050549"/>
                  <a:pt x="2866763" y="1032241"/>
                </a:cubicBezTo>
                <a:cubicBezTo>
                  <a:pt x="2866763" y="1013933"/>
                  <a:pt x="2851922" y="999092"/>
                  <a:pt x="2833613" y="999092"/>
                </a:cubicBezTo>
                <a:cubicBezTo>
                  <a:pt x="2815306" y="999092"/>
                  <a:pt x="2800464" y="1013933"/>
                  <a:pt x="2800464" y="1032241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FAECE1-F32B-4FBC-993B-45489E4F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540503"/>
            <a:ext cx="2800464" cy="1047553"/>
          </a:xfrm>
          <a:custGeom xmlns:a="http://schemas.openxmlformats.org/drawingml/2006/main">
            <a:pathLst>
              <a:path w="2800464" h="1047553" fill="none">
                <a:moveTo>
                  <a:pt x="0" y="914735"/>
                </a:moveTo>
                <a:lnTo>
                  <a:pt x="127294" y="146400"/>
                </a:lnTo>
                <a:lnTo>
                  <a:pt x="254588" y="960227"/>
                </a:lnTo>
                <a:lnTo>
                  <a:pt x="381881" y="291587"/>
                </a:lnTo>
                <a:lnTo>
                  <a:pt x="509175" y="436554"/>
                </a:lnTo>
                <a:lnTo>
                  <a:pt x="636469" y="288502"/>
                </a:lnTo>
                <a:lnTo>
                  <a:pt x="763763" y="477139"/>
                </a:lnTo>
                <a:lnTo>
                  <a:pt x="891057" y="116371"/>
                </a:lnTo>
                <a:lnTo>
                  <a:pt x="1018351" y="312335"/>
                </a:lnTo>
                <a:lnTo>
                  <a:pt x="1145644" y="358820"/>
                </a:lnTo>
                <a:lnTo>
                  <a:pt x="1272938" y="358975"/>
                </a:lnTo>
                <a:lnTo>
                  <a:pt x="1400232" y="473028"/>
                </a:lnTo>
                <a:lnTo>
                  <a:pt x="1527526" y="430293"/>
                </a:lnTo>
                <a:lnTo>
                  <a:pt x="1654820" y="437038"/>
                </a:lnTo>
                <a:lnTo>
                  <a:pt x="1782114" y="293526"/>
                </a:lnTo>
                <a:lnTo>
                  <a:pt x="1909407" y="293747"/>
                </a:lnTo>
                <a:lnTo>
                  <a:pt x="2036701" y="289292"/>
                </a:lnTo>
                <a:lnTo>
                  <a:pt x="2163995" y="288108"/>
                </a:lnTo>
                <a:lnTo>
                  <a:pt x="2291289" y="1047553"/>
                </a:lnTo>
                <a:lnTo>
                  <a:pt x="2418583" y="1046089"/>
                </a:lnTo>
                <a:lnTo>
                  <a:pt x="2545876" y="1045100"/>
                </a:lnTo>
                <a:lnTo>
                  <a:pt x="2673170" y="0"/>
                </a:lnTo>
                <a:lnTo>
                  <a:pt x="2800464" y="486805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FF2A00"/>
            </a:solidFill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AABD82-D798-4817-8D78-2BCEB42A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507353"/>
            <a:ext cx="2866763" cy="1113852"/>
          </a:xfrm>
          <a:custGeom xmlns:a="http://schemas.openxmlformats.org/drawingml/2006/main">
            <a:pathLst>
              <a:path w="2866763" h="1113852">
                <a:moveTo>
                  <a:pt x="0" y="947884"/>
                </a:moveTo>
                <a:cubicBezTo>
                  <a:pt x="0" y="966192"/>
                  <a:pt x="14841" y="981033"/>
                  <a:pt x="33149" y="981033"/>
                </a:cubicBezTo>
                <a:cubicBezTo>
                  <a:pt x="51457" y="981033"/>
                  <a:pt x="66299" y="966192"/>
                  <a:pt x="66299" y="947884"/>
                </a:cubicBezTo>
                <a:cubicBezTo>
                  <a:pt x="66299" y="929576"/>
                  <a:pt x="51457" y="914735"/>
                  <a:pt x="33149" y="914735"/>
                </a:cubicBezTo>
                <a:cubicBezTo>
                  <a:pt x="14841" y="914735"/>
                  <a:pt x="0" y="929576"/>
                  <a:pt x="0" y="947884"/>
                </a:cubicBezTo>
                <a:moveTo>
                  <a:pt x="127294" y="179550"/>
                </a:moveTo>
                <a:cubicBezTo>
                  <a:pt x="127294" y="197858"/>
                  <a:pt x="142135" y="212699"/>
                  <a:pt x="160443" y="212699"/>
                </a:cubicBezTo>
                <a:cubicBezTo>
                  <a:pt x="178751" y="212699"/>
                  <a:pt x="193593" y="197858"/>
                  <a:pt x="193593" y="179550"/>
                </a:cubicBezTo>
                <a:cubicBezTo>
                  <a:pt x="193593" y="161242"/>
                  <a:pt x="178751" y="146400"/>
                  <a:pt x="160443" y="146400"/>
                </a:cubicBezTo>
                <a:cubicBezTo>
                  <a:pt x="142135" y="146400"/>
                  <a:pt x="127294" y="161242"/>
                  <a:pt x="127294" y="179550"/>
                </a:cubicBezTo>
                <a:moveTo>
                  <a:pt x="254588" y="993377"/>
                </a:moveTo>
                <a:cubicBezTo>
                  <a:pt x="254588" y="1011684"/>
                  <a:pt x="269429" y="1026526"/>
                  <a:pt x="287737" y="1026526"/>
                </a:cubicBezTo>
                <a:cubicBezTo>
                  <a:pt x="306045" y="1026526"/>
                  <a:pt x="320886" y="1011684"/>
                  <a:pt x="320886" y="993377"/>
                </a:cubicBezTo>
                <a:cubicBezTo>
                  <a:pt x="320886" y="975069"/>
                  <a:pt x="306045" y="960227"/>
                  <a:pt x="287737" y="960227"/>
                </a:cubicBezTo>
                <a:cubicBezTo>
                  <a:pt x="269429" y="960227"/>
                  <a:pt x="254588" y="975069"/>
                  <a:pt x="254588" y="993377"/>
                </a:cubicBezTo>
                <a:moveTo>
                  <a:pt x="381881" y="324737"/>
                </a:moveTo>
                <a:cubicBezTo>
                  <a:pt x="381881" y="343044"/>
                  <a:pt x="396723" y="357886"/>
                  <a:pt x="415031" y="357886"/>
                </a:cubicBezTo>
                <a:cubicBezTo>
                  <a:pt x="433339" y="357886"/>
                  <a:pt x="448180" y="343044"/>
                  <a:pt x="448180" y="324737"/>
                </a:cubicBezTo>
                <a:cubicBezTo>
                  <a:pt x="448180" y="306429"/>
                  <a:pt x="433339" y="291587"/>
                  <a:pt x="415031" y="291587"/>
                </a:cubicBezTo>
                <a:cubicBezTo>
                  <a:pt x="396723" y="291587"/>
                  <a:pt x="381881" y="306429"/>
                  <a:pt x="381881" y="324737"/>
                </a:cubicBezTo>
                <a:moveTo>
                  <a:pt x="509175" y="469703"/>
                </a:moveTo>
                <a:cubicBezTo>
                  <a:pt x="509175" y="488011"/>
                  <a:pt x="524017" y="502853"/>
                  <a:pt x="542325" y="502853"/>
                </a:cubicBezTo>
                <a:cubicBezTo>
                  <a:pt x="560633" y="502853"/>
                  <a:pt x="575474" y="488011"/>
                  <a:pt x="575474" y="469703"/>
                </a:cubicBezTo>
                <a:cubicBezTo>
                  <a:pt x="575474" y="451395"/>
                  <a:pt x="560633" y="436554"/>
                  <a:pt x="542325" y="436554"/>
                </a:cubicBezTo>
                <a:cubicBezTo>
                  <a:pt x="524017" y="436554"/>
                  <a:pt x="509175" y="451395"/>
                  <a:pt x="509175" y="469703"/>
                </a:cubicBezTo>
                <a:moveTo>
                  <a:pt x="636469" y="321652"/>
                </a:moveTo>
                <a:cubicBezTo>
                  <a:pt x="636469" y="339960"/>
                  <a:pt x="651311" y="354801"/>
                  <a:pt x="669619" y="354801"/>
                </a:cubicBezTo>
                <a:cubicBezTo>
                  <a:pt x="687926" y="354801"/>
                  <a:pt x="702768" y="339960"/>
                  <a:pt x="702768" y="321652"/>
                </a:cubicBezTo>
                <a:cubicBezTo>
                  <a:pt x="702768" y="303344"/>
                  <a:pt x="687926" y="288502"/>
                  <a:pt x="669619" y="288502"/>
                </a:cubicBezTo>
                <a:cubicBezTo>
                  <a:pt x="651311" y="288502"/>
                  <a:pt x="636469" y="303344"/>
                  <a:pt x="636469" y="321652"/>
                </a:cubicBezTo>
                <a:moveTo>
                  <a:pt x="763763" y="510289"/>
                </a:moveTo>
                <a:cubicBezTo>
                  <a:pt x="763763" y="528597"/>
                  <a:pt x="778605" y="543438"/>
                  <a:pt x="796912" y="543438"/>
                </a:cubicBezTo>
                <a:cubicBezTo>
                  <a:pt x="815220" y="543438"/>
                  <a:pt x="830062" y="528597"/>
                  <a:pt x="830062" y="510289"/>
                </a:cubicBezTo>
                <a:cubicBezTo>
                  <a:pt x="830062" y="491981"/>
                  <a:pt x="815220" y="477139"/>
                  <a:pt x="796912" y="477139"/>
                </a:cubicBezTo>
                <a:cubicBezTo>
                  <a:pt x="778605" y="477139"/>
                  <a:pt x="763763" y="491981"/>
                  <a:pt x="763763" y="510289"/>
                </a:cubicBezTo>
                <a:moveTo>
                  <a:pt x="891057" y="149520"/>
                </a:moveTo>
                <a:cubicBezTo>
                  <a:pt x="891057" y="167828"/>
                  <a:pt x="905898" y="182670"/>
                  <a:pt x="924206" y="182670"/>
                </a:cubicBezTo>
                <a:cubicBezTo>
                  <a:pt x="942514" y="182670"/>
                  <a:pt x="957356" y="167828"/>
                  <a:pt x="957356" y="149520"/>
                </a:cubicBezTo>
                <a:cubicBezTo>
                  <a:pt x="957356" y="131213"/>
                  <a:pt x="942514" y="116371"/>
                  <a:pt x="924206" y="116371"/>
                </a:cubicBezTo>
                <a:cubicBezTo>
                  <a:pt x="905898" y="116371"/>
                  <a:pt x="891057" y="131213"/>
                  <a:pt x="891057" y="149520"/>
                </a:cubicBezTo>
                <a:moveTo>
                  <a:pt x="1018351" y="345485"/>
                </a:moveTo>
                <a:cubicBezTo>
                  <a:pt x="1018351" y="363793"/>
                  <a:pt x="1033192" y="378634"/>
                  <a:pt x="1051500" y="378634"/>
                </a:cubicBezTo>
                <a:cubicBezTo>
                  <a:pt x="1069808" y="378634"/>
                  <a:pt x="1084650" y="363793"/>
                  <a:pt x="1084650" y="345485"/>
                </a:cubicBezTo>
                <a:cubicBezTo>
                  <a:pt x="1084650" y="327177"/>
                  <a:pt x="1069808" y="312335"/>
                  <a:pt x="1051500" y="312335"/>
                </a:cubicBezTo>
                <a:cubicBezTo>
                  <a:pt x="1033192" y="312335"/>
                  <a:pt x="1018351" y="327177"/>
                  <a:pt x="1018351" y="345485"/>
                </a:cubicBezTo>
                <a:moveTo>
                  <a:pt x="1145644" y="391970"/>
                </a:moveTo>
                <a:cubicBezTo>
                  <a:pt x="1145644" y="410277"/>
                  <a:pt x="1160486" y="425119"/>
                  <a:pt x="1178794" y="425119"/>
                </a:cubicBezTo>
                <a:cubicBezTo>
                  <a:pt x="1197102" y="425119"/>
                  <a:pt x="1211943" y="410277"/>
                  <a:pt x="1211943" y="391970"/>
                </a:cubicBezTo>
                <a:cubicBezTo>
                  <a:pt x="1211943" y="373661"/>
                  <a:pt x="1197102" y="358820"/>
                  <a:pt x="1178794" y="358820"/>
                </a:cubicBezTo>
                <a:cubicBezTo>
                  <a:pt x="1160486" y="358820"/>
                  <a:pt x="1145644" y="373661"/>
                  <a:pt x="1145644" y="391970"/>
                </a:cubicBezTo>
                <a:moveTo>
                  <a:pt x="1272938" y="392125"/>
                </a:moveTo>
                <a:cubicBezTo>
                  <a:pt x="1272938" y="410433"/>
                  <a:pt x="1287780" y="425274"/>
                  <a:pt x="1306088" y="425274"/>
                </a:cubicBezTo>
                <a:cubicBezTo>
                  <a:pt x="1324395" y="425274"/>
                  <a:pt x="1339237" y="410433"/>
                  <a:pt x="1339237" y="392125"/>
                </a:cubicBezTo>
                <a:cubicBezTo>
                  <a:pt x="1339237" y="373817"/>
                  <a:pt x="1324395" y="358975"/>
                  <a:pt x="1306088" y="358975"/>
                </a:cubicBezTo>
                <a:cubicBezTo>
                  <a:pt x="1287780" y="358975"/>
                  <a:pt x="1272938" y="373817"/>
                  <a:pt x="1272938" y="392125"/>
                </a:cubicBezTo>
                <a:moveTo>
                  <a:pt x="1400232" y="506177"/>
                </a:moveTo>
                <a:cubicBezTo>
                  <a:pt x="1400232" y="524485"/>
                  <a:pt x="1415074" y="539326"/>
                  <a:pt x="1433381" y="539326"/>
                </a:cubicBezTo>
                <a:cubicBezTo>
                  <a:pt x="1451689" y="539326"/>
                  <a:pt x="1466531" y="524485"/>
                  <a:pt x="1466531" y="506177"/>
                </a:cubicBezTo>
                <a:cubicBezTo>
                  <a:pt x="1466531" y="487869"/>
                  <a:pt x="1451689" y="473028"/>
                  <a:pt x="1433381" y="473028"/>
                </a:cubicBezTo>
                <a:cubicBezTo>
                  <a:pt x="1415074" y="473028"/>
                  <a:pt x="1400232" y="487869"/>
                  <a:pt x="1400232" y="506177"/>
                </a:cubicBezTo>
                <a:moveTo>
                  <a:pt x="1527526" y="463442"/>
                </a:moveTo>
                <a:cubicBezTo>
                  <a:pt x="1527526" y="481750"/>
                  <a:pt x="1542367" y="496592"/>
                  <a:pt x="1560675" y="496592"/>
                </a:cubicBezTo>
                <a:cubicBezTo>
                  <a:pt x="1578983" y="496592"/>
                  <a:pt x="1593825" y="481750"/>
                  <a:pt x="1593825" y="463442"/>
                </a:cubicBezTo>
                <a:cubicBezTo>
                  <a:pt x="1593825" y="445135"/>
                  <a:pt x="1578983" y="430293"/>
                  <a:pt x="1560675" y="430293"/>
                </a:cubicBezTo>
                <a:cubicBezTo>
                  <a:pt x="1542367" y="430293"/>
                  <a:pt x="1527526" y="445135"/>
                  <a:pt x="1527526" y="463442"/>
                </a:cubicBezTo>
                <a:moveTo>
                  <a:pt x="1654820" y="470188"/>
                </a:moveTo>
                <a:cubicBezTo>
                  <a:pt x="1654820" y="488496"/>
                  <a:pt x="1669661" y="503337"/>
                  <a:pt x="1687969" y="503337"/>
                </a:cubicBezTo>
                <a:cubicBezTo>
                  <a:pt x="1706277" y="503337"/>
                  <a:pt x="1721119" y="488496"/>
                  <a:pt x="1721119" y="470188"/>
                </a:cubicBezTo>
                <a:cubicBezTo>
                  <a:pt x="1721119" y="451880"/>
                  <a:pt x="1706277" y="437038"/>
                  <a:pt x="1687969" y="437038"/>
                </a:cubicBezTo>
                <a:cubicBezTo>
                  <a:pt x="1669661" y="437038"/>
                  <a:pt x="1654820" y="451880"/>
                  <a:pt x="1654820" y="470188"/>
                </a:cubicBezTo>
                <a:moveTo>
                  <a:pt x="1782114" y="326675"/>
                </a:moveTo>
                <a:cubicBezTo>
                  <a:pt x="1782114" y="344984"/>
                  <a:pt x="1796955" y="359825"/>
                  <a:pt x="1815263" y="359825"/>
                </a:cubicBezTo>
                <a:cubicBezTo>
                  <a:pt x="1833571" y="359825"/>
                  <a:pt x="1848412" y="344984"/>
                  <a:pt x="1848412" y="326675"/>
                </a:cubicBezTo>
                <a:cubicBezTo>
                  <a:pt x="1848412" y="308367"/>
                  <a:pt x="1833571" y="293526"/>
                  <a:pt x="1815263" y="293526"/>
                </a:cubicBezTo>
                <a:cubicBezTo>
                  <a:pt x="1796955" y="293526"/>
                  <a:pt x="1782114" y="308367"/>
                  <a:pt x="1782114" y="326675"/>
                </a:cubicBezTo>
                <a:moveTo>
                  <a:pt x="1909407" y="326896"/>
                </a:moveTo>
                <a:cubicBezTo>
                  <a:pt x="1909407" y="345204"/>
                  <a:pt x="1924249" y="360046"/>
                  <a:pt x="1942557" y="360046"/>
                </a:cubicBezTo>
                <a:cubicBezTo>
                  <a:pt x="1960865" y="360046"/>
                  <a:pt x="1975706" y="345204"/>
                  <a:pt x="1975706" y="326896"/>
                </a:cubicBezTo>
                <a:cubicBezTo>
                  <a:pt x="1975706" y="308589"/>
                  <a:pt x="1960865" y="293747"/>
                  <a:pt x="1942557" y="293747"/>
                </a:cubicBezTo>
                <a:cubicBezTo>
                  <a:pt x="1924249" y="293747"/>
                  <a:pt x="1909407" y="308589"/>
                  <a:pt x="1909407" y="326896"/>
                </a:cubicBezTo>
                <a:moveTo>
                  <a:pt x="2036701" y="322442"/>
                </a:moveTo>
                <a:cubicBezTo>
                  <a:pt x="2036701" y="340749"/>
                  <a:pt x="2051543" y="355591"/>
                  <a:pt x="2069851" y="355591"/>
                </a:cubicBezTo>
                <a:cubicBezTo>
                  <a:pt x="2088159" y="355591"/>
                  <a:pt x="2103000" y="340749"/>
                  <a:pt x="2103000" y="322442"/>
                </a:cubicBezTo>
                <a:cubicBezTo>
                  <a:pt x="2103000" y="304134"/>
                  <a:pt x="2088159" y="289292"/>
                  <a:pt x="2069851" y="289292"/>
                </a:cubicBezTo>
                <a:cubicBezTo>
                  <a:pt x="2051543" y="289292"/>
                  <a:pt x="2036701" y="304134"/>
                  <a:pt x="2036701" y="322442"/>
                </a:cubicBezTo>
                <a:moveTo>
                  <a:pt x="2163995" y="321258"/>
                </a:moveTo>
                <a:cubicBezTo>
                  <a:pt x="2163995" y="339566"/>
                  <a:pt x="2178837" y="354407"/>
                  <a:pt x="2197144" y="354407"/>
                </a:cubicBezTo>
                <a:cubicBezTo>
                  <a:pt x="2215452" y="354407"/>
                  <a:pt x="2230294" y="339566"/>
                  <a:pt x="2230294" y="321258"/>
                </a:cubicBezTo>
                <a:cubicBezTo>
                  <a:pt x="2230294" y="302950"/>
                  <a:pt x="2215452" y="288108"/>
                  <a:pt x="2197144" y="288108"/>
                </a:cubicBezTo>
                <a:cubicBezTo>
                  <a:pt x="2178837" y="288108"/>
                  <a:pt x="2163995" y="302950"/>
                  <a:pt x="2163995" y="321258"/>
                </a:cubicBezTo>
                <a:moveTo>
                  <a:pt x="2291289" y="1080703"/>
                </a:moveTo>
                <a:cubicBezTo>
                  <a:pt x="2291289" y="1099011"/>
                  <a:pt x="2306130" y="1113852"/>
                  <a:pt x="2324438" y="1113852"/>
                </a:cubicBezTo>
                <a:cubicBezTo>
                  <a:pt x="2342746" y="1113852"/>
                  <a:pt x="2357588" y="1099011"/>
                  <a:pt x="2357588" y="1080703"/>
                </a:cubicBezTo>
                <a:cubicBezTo>
                  <a:pt x="2357588" y="1062395"/>
                  <a:pt x="2342746" y="1047553"/>
                  <a:pt x="2324438" y="1047553"/>
                </a:cubicBezTo>
                <a:cubicBezTo>
                  <a:pt x="2306130" y="1047553"/>
                  <a:pt x="2291289" y="1062395"/>
                  <a:pt x="2291289" y="1080703"/>
                </a:cubicBezTo>
                <a:moveTo>
                  <a:pt x="2418583" y="1079239"/>
                </a:moveTo>
                <a:cubicBezTo>
                  <a:pt x="2418583" y="1097547"/>
                  <a:pt x="2433424" y="1112388"/>
                  <a:pt x="2451732" y="1112388"/>
                </a:cubicBezTo>
                <a:cubicBezTo>
                  <a:pt x="2470040" y="1112388"/>
                  <a:pt x="2484881" y="1097547"/>
                  <a:pt x="2484881" y="1079239"/>
                </a:cubicBezTo>
                <a:cubicBezTo>
                  <a:pt x="2484881" y="1060931"/>
                  <a:pt x="2470040" y="1046089"/>
                  <a:pt x="2451732" y="1046089"/>
                </a:cubicBezTo>
                <a:cubicBezTo>
                  <a:pt x="2433424" y="1046089"/>
                  <a:pt x="2418583" y="1060931"/>
                  <a:pt x="2418583" y="1079239"/>
                </a:cubicBezTo>
                <a:moveTo>
                  <a:pt x="2545876" y="1078249"/>
                </a:moveTo>
                <a:cubicBezTo>
                  <a:pt x="2545876" y="1096557"/>
                  <a:pt x="2560718" y="1111399"/>
                  <a:pt x="2579026" y="1111399"/>
                </a:cubicBezTo>
                <a:cubicBezTo>
                  <a:pt x="2597334" y="1111399"/>
                  <a:pt x="2612175" y="1096557"/>
                  <a:pt x="2612175" y="1078249"/>
                </a:cubicBezTo>
                <a:cubicBezTo>
                  <a:pt x="2612175" y="1059941"/>
                  <a:pt x="2597334" y="1045100"/>
                  <a:pt x="2579026" y="1045100"/>
                </a:cubicBezTo>
                <a:cubicBezTo>
                  <a:pt x="2560718" y="1045100"/>
                  <a:pt x="2545876" y="1059941"/>
                  <a:pt x="2545876" y="1078249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2"/>
                  <a:pt x="2724628" y="0"/>
                  <a:pt x="2706320" y="0"/>
                </a:cubicBezTo>
                <a:cubicBezTo>
                  <a:pt x="2688012" y="0"/>
                  <a:pt x="2673170" y="14842"/>
                  <a:pt x="2673170" y="33149"/>
                </a:cubicBezTo>
                <a:moveTo>
                  <a:pt x="2800464" y="519954"/>
                </a:moveTo>
                <a:cubicBezTo>
                  <a:pt x="2800464" y="538262"/>
                  <a:pt x="2815306" y="553104"/>
                  <a:pt x="2833614" y="553104"/>
                </a:cubicBezTo>
                <a:cubicBezTo>
                  <a:pt x="2851921" y="553104"/>
                  <a:pt x="2866763" y="538262"/>
                  <a:pt x="2866763" y="519954"/>
                </a:cubicBezTo>
                <a:cubicBezTo>
                  <a:pt x="2866763" y="501646"/>
                  <a:pt x="2851921" y="486805"/>
                  <a:pt x="2833614" y="486805"/>
                </a:cubicBezTo>
                <a:cubicBezTo>
                  <a:pt x="2815306" y="486805"/>
                  <a:pt x="2800464" y="501646"/>
                  <a:pt x="2800464" y="519954"/>
                </a:cubicBezTo>
                <a:close/>
              </a:path>
            </a:pathLst>
          </a:custGeom>
          <a:solidFill xmlns:a="http://schemas.openxmlformats.org/drawingml/2006/main">
            <a:srgbClr val="FF2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5883A8-DB55-4A3F-88CE-435166C4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985692"/>
            <a:ext cx="2800464" cy="1004133"/>
          </a:xfrm>
          <a:custGeom xmlns:a="http://schemas.openxmlformats.org/drawingml/2006/main">
            <a:pathLst>
              <a:path w="2800464" h="1004133" fill="none">
                <a:moveTo>
                  <a:pt x="0" y="830046"/>
                </a:moveTo>
                <a:lnTo>
                  <a:pt x="127294" y="0"/>
                </a:lnTo>
                <a:lnTo>
                  <a:pt x="254588" y="827042"/>
                </a:lnTo>
                <a:lnTo>
                  <a:pt x="381881" y="525039"/>
                </a:lnTo>
                <a:lnTo>
                  <a:pt x="509175" y="647322"/>
                </a:lnTo>
                <a:lnTo>
                  <a:pt x="636469" y="519195"/>
                </a:lnTo>
                <a:lnTo>
                  <a:pt x="763763" y="692558"/>
                </a:lnTo>
                <a:lnTo>
                  <a:pt x="891057" y="506493"/>
                </a:lnTo>
                <a:lnTo>
                  <a:pt x="1018350" y="565027"/>
                </a:lnTo>
                <a:lnTo>
                  <a:pt x="1145644" y="549805"/>
                </a:lnTo>
                <a:lnTo>
                  <a:pt x="1272938" y="549691"/>
                </a:lnTo>
                <a:lnTo>
                  <a:pt x="1400232" y="527606"/>
                </a:lnTo>
                <a:lnTo>
                  <a:pt x="1527526" y="436056"/>
                </a:lnTo>
                <a:lnTo>
                  <a:pt x="1654819" y="544189"/>
                </a:lnTo>
                <a:lnTo>
                  <a:pt x="1782113" y="696549"/>
                </a:lnTo>
                <a:lnTo>
                  <a:pt x="1909407" y="693433"/>
                </a:lnTo>
                <a:lnTo>
                  <a:pt x="2036701" y="694490"/>
                </a:lnTo>
                <a:lnTo>
                  <a:pt x="2163995" y="695842"/>
                </a:lnTo>
                <a:lnTo>
                  <a:pt x="2291289" y="998992"/>
                </a:lnTo>
                <a:lnTo>
                  <a:pt x="2418582" y="993345"/>
                </a:lnTo>
                <a:lnTo>
                  <a:pt x="2545876" y="993689"/>
                </a:lnTo>
                <a:lnTo>
                  <a:pt x="2673170" y="33632"/>
                </a:lnTo>
                <a:lnTo>
                  <a:pt x="2800464" y="1004133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FF2A00"/>
            </a:solidFill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C5AA5B-5FBE-4EB0-B99E-75F02D60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952542"/>
            <a:ext cx="2866763" cy="1070432"/>
          </a:xfrm>
          <a:custGeom xmlns:a="http://schemas.openxmlformats.org/drawingml/2006/main">
            <a:pathLst>
              <a:path w="2866763" h="1070432">
                <a:moveTo>
                  <a:pt x="0" y="863196"/>
                </a:moveTo>
                <a:cubicBezTo>
                  <a:pt x="0" y="881503"/>
                  <a:pt x="14841" y="896345"/>
                  <a:pt x="33149" y="896345"/>
                </a:cubicBezTo>
                <a:cubicBezTo>
                  <a:pt x="51457" y="896345"/>
                  <a:pt x="66299" y="881503"/>
                  <a:pt x="66299" y="863196"/>
                </a:cubicBezTo>
                <a:cubicBezTo>
                  <a:pt x="66299" y="844888"/>
                  <a:pt x="51457" y="830046"/>
                  <a:pt x="33149" y="830046"/>
                </a:cubicBezTo>
                <a:cubicBezTo>
                  <a:pt x="14841" y="830046"/>
                  <a:pt x="0" y="844888"/>
                  <a:pt x="0" y="863196"/>
                </a:cubicBezTo>
                <a:moveTo>
                  <a:pt x="127294" y="33149"/>
                </a:moveTo>
                <a:cubicBezTo>
                  <a:pt x="127294" y="51458"/>
                  <a:pt x="142135" y="66299"/>
                  <a:pt x="160443" y="66299"/>
                </a:cubicBezTo>
                <a:cubicBezTo>
                  <a:pt x="178751" y="66299"/>
                  <a:pt x="193592" y="51458"/>
                  <a:pt x="193592" y="33149"/>
                </a:cubicBezTo>
                <a:cubicBezTo>
                  <a:pt x="193592" y="14842"/>
                  <a:pt x="178751" y="0"/>
                  <a:pt x="160443" y="0"/>
                </a:cubicBezTo>
                <a:cubicBezTo>
                  <a:pt x="142135" y="0"/>
                  <a:pt x="127294" y="14842"/>
                  <a:pt x="127294" y="33149"/>
                </a:cubicBezTo>
                <a:moveTo>
                  <a:pt x="254588" y="860191"/>
                </a:moveTo>
                <a:cubicBezTo>
                  <a:pt x="254588" y="878499"/>
                  <a:pt x="269429" y="893340"/>
                  <a:pt x="287737" y="893340"/>
                </a:cubicBezTo>
                <a:cubicBezTo>
                  <a:pt x="306045" y="893340"/>
                  <a:pt x="320886" y="878499"/>
                  <a:pt x="320886" y="860191"/>
                </a:cubicBezTo>
                <a:cubicBezTo>
                  <a:pt x="320886" y="841883"/>
                  <a:pt x="306045" y="827042"/>
                  <a:pt x="287737" y="827042"/>
                </a:cubicBezTo>
                <a:cubicBezTo>
                  <a:pt x="269429" y="827042"/>
                  <a:pt x="254588" y="841883"/>
                  <a:pt x="254588" y="860191"/>
                </a:cubicBezTo>
                <a:moveTo>
                  <a:pt x="381881" y="558188"/>
                </a:moveTo>
                <a:cubicBezTo>
                  <a:pt x="381881" y="576496"/>
                  <a:pt x="396723" y="591338"/>
                  <a:pt x="415031" y="591338"/>
                </a:cubicBezTo>
                <a:cubicBezTo>
                  <a:pt x="433339" y="591338"/>
                  <a:pt x="448180" y="576496"/>
                  <a:pt x="448180" y="558188"/>
                </a:cubicBezTo>
                <a:cubicBezTo>
                  <a:pt x="448180" y="539880"/>
                  <a:pt x="433339" y="525039"/>
                  <a:pt x="415031" y="525039"/>
                </a:cubicBezTo>
                <a:cubicBezTo>
                  <a:pt x="396723" y="525039"/>
                  <a:pt x="381881" y="539880"/>
                  <a:pt x="381881" y="558188"/>
                </a:cubicBezTo>
                <a:moveTo>
                  <a:pt x="509175" y="680472"/>
                </a:moveTo>
                <a:cubicBezTo>
                  <a:pt x="509175" y="698780"/>
                  <a:pt x="524017" y="713621"/>
                  <a:pt x="542324" y="713621"/>
                </a:cubicBezTo>
                <a:cubicBezTo>
                  <a:pt x="560632" y="713621"/>
                  <a:pt x="575474" y="698780"/>
                  <a:pt x="575474" y="680472"/>
                </a:cubicBezTo>
                <a:cubicBezTo>
                  <a:pt x="575474" y="662164"/>
                  <a:pt x="560632" y="647322"/>
                  <a:pt x="542324" y="647322"/>
                </a:cubicBezTo>
                <a:cubicBezTo>
                  <a:pt x="524017" y="647322"/>
                  <a:pt x="509175" y="662164"/>
                  <a:pt x="509175" y="680472"/>
                </a:cubicBezTo>
                <a:moveTo>
                  <a:pt x="636469" y="552345"/>
                </a:moveTo>
                <a:cubicBezTo>
                  <a:pt x="636469" y="570653"/>
                  <a:pt x="651310" y="585494"/>
                  <a:pt x="669618" y="585494"/>
                </a:cubicBezTo>
                <a:cubicBezTo>
                  <a:pt x="687926" y="585494"/>
                  <a:pt x="702768" y="570653"/>
                  <a:pt x="702768" y="552345"/>
                </a:cubicBezTo>
                <a:cubicBezTo>
                  <a:pt x="702768" y="534037"/>
                  <a:pt x="687926" y="519195"/>
                  <a:pt x="669618" y="519195"/>
                </a:cubicBezTo>
                <a:cubicBezTo>
                  <a:pt x="651310" y="519195"/>
                  <a:pt x="636469" y="534037"/>
                  <a:pt x="636469" y="552345"/>
                </a:cubicBezTo>
                <a:moveTo>
                  <a:pt x="763763" y="725707"/>
                </a:moveTo>
                <a:cubicBezTo>
                  <a:pt x="763763" y="744015"/>
                  <a:pt x="778604" y="758857"/>
                  <a:pt x="796912" y="758857"/>
                </a:cubicBezTo>
                <a:cubicBezTo>
                  <a:pt x="815220" y="758857"/>
                  <a:pt x="830061" y="744015"/>
                  <a:pt x="830061" y="725707"/>
                </a:cubicBezTo>
                <a:cubicBezTo>
                  <a:pt x="830061" y="707399"/>
                  <a:pt x="815220" y="692558"/>
                  <a:pt x="796912" y="692558"/>
                </a:cubicBezTo>
                <a:cubicBezTo>
                  <a:pt x="778604" y="692558"/>
                  <a:pt x="763763" y="707399"/>
                  <a:pt x="763763" y="725707"/>
                </a:cubicBezTo>
                <a:moveTo>
                  <a:pt x="891057" y="539642"/>
                </a:moveTo>
                <a:cubicBezTo>
                  <a:pt x="891057" y="557950"/>
                  <a:pt x="905898" y="572792"/>
                  <a:pt x="924206" y="572792"/>
                </a:cubicBezTo>
                <a:cubicBezTo>
                  <a:pt x="942514" y="572792"/>
                  <a:pt x="957356" y="557950"/>
                  <a:pt x="957356" y="539642"/>
                </a:cubicBezTo>
                <a:cubicBezTo>
                  <a:pt x="957356" y="521334"/>
                  <a:pt x="942514" y="506493"/>
                  <a:pt x="924206" y="506493"/>
                </a:cubicBezTo>
                <a:cubicBezTo>
                  <a:pt x="905898" y="506493"/>
                  <a:pt x="891057" y="521334"/>
                  <a:pt x="891057" y="539642"/>
                </a:cubicBezTo>
                <a:moveTo>
                  <a:pt x="1018350" y="598177"/>
                </a:moveTo>
                <a:cubicBezTo>
                  <a:pt x="1018350" y="616485"/>
                  <a:pt x="1033192" y="631326"/>
                  <a:pt x="1051500" y="631326"/>
                </a:cubicBezTo>
                <a:cubicBezTo>
                  <a:pt x="1069808" y="631326"/>
                  <a:pt x="1084649" y="616485"/>
                  <a:pt x="1084649" y="598177"/>
                </a:cubicBezTo>
                <a:cubicBezTo>
                  <a:pt x="1084649" y="579869"/>
                  <a:pt x="1069808" y="565027"/>
                  <a:pt x="1051500" y="565027"/>
                </a:cubicBezTo>
                <a:cubicBezTo>
                  <a:pt x="1033192" y="565027"/>
                  <a:pt x="1018350" y="579869"/>
                  <a:pt x="1018350" y="598177"/>
                </a:cubicBezTo>
                <a:moveTo>
                  <a:pt x="1145644" y="582954"/>
                </a:moveTo>
                <a:cubicBezTo>
                  <a:pt x="1145644" y="601262"/>
                  <a:pt x="1160486" y="616104"/>
                  <a:pt x="1178793" y="616104"/>
                </a:cubicBezTo>
                <a:cubicBezTo>
                  <a:pt x="1197101" y="616104"/>
                  <a:pt x="1211943" y="601262"/>
                  <a:pt x="1211943" y="582954"/>
                </a:cubicBezTo>
                <a:cubicBezTo>
                  <a:pt x="1211943" y="564646"/>
                  <a:pt x="1197101" y="549805"/>
                  <a:pt x="1178793" y="549805"/>
                </a:cubicBezTo>
                <a:cubicBezTo>
                  <a:pt x="1160486" y="549805"/>
                  <a:pt x="1145644" y="564646"/>
                  <a:pt x="1145644" y="582954"/>
                </a:cubicBezTo>
                <a:moveTo>
                  <a:pt x="1272938" y="582840"/>
                </a:moveTo>
                <a:cubicBezTo>
                  <a:pt x="1272938" y="601148"/>
                  <a:pt x="1287780" y="615990"/>
                  <a:pt x="1306087" y="615990"/>
                </a:cubicBezTo>
                <a:cubicBezTo>
                  <a:pt x="1324395" y="615990"/>
                  <a:pt x="1339237" y="601148"/>
                  <a:pt x="1339237" y="582840"/>
                </a:cubicBezTo>
                <a:cubicBezTo>
                  <a:pt x="1339237" y="564532"/>
                  <a:pt x="1324395" y="549691"/>
                  <a:pt x="1306087" y="549691"/>
                </a:cubicBezTo>
                <a:cubicBezTo>
                  <a:pt x="1287780" y="549691"/>
                  <a:pt x="1272938" y="564532"/>
                  <a:pt x="1272938" y="582840"/>
                </a:cubicBezTo>
                <a:moveTo>
                  <a:pt x="1400232" y="560755"/>
                </a:moveTo>
                <a:cubicBezTo>
                  <a:pt x="1400232" y="579063"/>
                  <a:pt x="1415073" y="593905"/>
                  <a:pt x="1433381" y="593905"/>
                </a:cubicBezTo>
                <a:cubicBezTo>
                  <a:pt x="1451689" y="593905"/>
                  <a:pt x="1466531" y="579063"/>
                  <a:pt x="1466531" y="560755"/>
                </a:cubicBezTo>
                <a:cubicBezTo>
                  <a:pt x="1466531" y="542447"/>
                  <a:pt x="1451689" y="527606"/>
                  <a:pt x="1433381" y="527606"/>
                </a:cubicBezTo>
                <a:cubicBezTo>
                  <a:pt x="1415073" y="527606"/>
                  <a:pt x="1400232" y="542447"/>
                  <a:pt x="1400232" y="560755"/>
                </a:cubicBezTo>
                <a:moveTo>
                  <a:pt x="1527526" y="469205"/>
                </a:moveTo>
                <a:cubicBezTo>
                  <a:pt x="1527526" y="487513"/>
                  <a:pt x="1542367" y="502355"/>
                  <a:pt x="1560675" y="502355"/>
                </a:cubicBezTo>
                <a:cubicBezTo>
                  <a:pt x="1578983" y="502355"/>
                  <a:pt x="1593825" y="487513"/>
                  <a:pt x="1593825" y="469205"/>
                </a:cubicBezTo>
                <a:cubicBezTo>
                  <a:pt x="1593825" y="450897"/>
                  <a:pt x="1578983" y="436056"/>
                  <a:pt x="1560675" y="436056"/>
                </a:cubicBezTo>
                <a:cubicBezTo>
                  <a:pt x="1542367" y="436056"/>
                  <a:pt x="1527526" y="450897"/>
                  <a:pt x="1527526" y="469205"/>
                </a:cubicBezTo>
                <a:moveTo>
                  <a:pt x="1654819" y="577338"/>
                </a:moveTo>
                <a:cubicBezTo>
                  <a:pt x="1654819" y="595646"/>
                  <a:pt x="1669661" y="610487"/>
                  <a:pt x="1687969" y="610487"/>
                </a:cubicBezTo>
                <a:cubicBezTo>
                  <a:pt x="1706276" y="610487"/>
                  <a:pt x="1721118" y="595646"/>
                  <a:pt x="1721118" y="577338"/>
                </a:cubicBezTo>
                <a:cubicBezTo>
                  <a:pt x="1721118" y="559030"/>
                  <a:pt x="1706276" y="544189"/>
                  <a:pt x="1687969" y="544189"/>
                </a:cubicBezTo>
                <a:cubicBezTo>
                  <a:pt x="1669661" y="544189"/>
                  <a:pt x="1654819" y="559030"/>
                  <a:pt x="1654819" y="577338"/>
                </a:cubicBezTo>
                <a:moveTo>
                  <a:pt x="1782113" y="729698"/>
                </a:moveTo>
                <a:cubicBezTo>
                  <a:pt x="1782113" y="748006"/>
                  <a:pt x="1796955" y="762848"/>
                  <a:pt x="1815263" y="762848"/>
                </a:cubicBezTo>
                <a:cubicBezTo>
                  <a:pt x="1833571" y="762848"/>
                  <a:pt x="1848412" y="748006"/>
                  <a:pt x="1848412" y="729698"/>
                </a:cubicBezTo>
                <a:cubicBezTo>
                  <a:pt x="1848412" y="711390"/>
                  <a:pt x="1833571" y="696549"/>
                  <a:pt x="1815263" y="696549"/>
                </a:cubicBezTo>
                <a:cubicBezTo>
                  <a:pt x="1796955" y="696549"/>
                  <a:pt x="1782113" y="711390"/>
                  <a:pt x="1782113" y="729698"/>
                </a:cubicBezTo>
                <a:moveTo>
                  <a:pt x="1909407" y="726582"/>
                </a:moveTo>
                <a:cubicBezTo>
                  <a:pt x="1909407" y="744890"/>
                  <a:pt x="1924249" y="759732"/>
                  <a:pt x="1942557" y="759732"/>
                </a:cubicBezTo>
                <a:cubicBezTo>
                  <a:pt x="1960865" y="759732"/>
                  <a:pt x="1975706" y="744890"/>
                  <a:pt x="1975706" y="726582"/>
                </a:cubicBezTo>
                <a:cubicBezTo>
                  <a:pt x="1975706" y="708274"/>
                  <a:pt x="1960865" y="693433"/>
                  <a:pt x="1942557" y="693433"/>
                </a:cubicBezTo>
                <a:cubicBezTo>
                  <a:pt x="1924249" y="693433"/>
                  <a:pt x="1909407" y="708274"/>
                  <a:pt x="1909407" y="726582"/>
                </a:cubicBezTo>
                <a:moveTo>
                  <a:pt x="2036701" y="727640"/>
                </a:moveTo>
                <a:cubicBezTo>
                  <a:pt x="2036701" y="745947"/>
                  <a:pt x="2051543" y="760789"/>
                  <a:pt x="2069850" y="760789"/>
                </a:cubicBezTo>
                <a:cubicBezTo>
                  <a:pt x="2088159" y="760789"/>
                  <a:pt x="2103000" y="745947"/>
                  <a:pt x="2103000" y="727640"/>
                </a:cubicBezTo>
                <a:cubicBezTo>
                  <a:pt x="2103000" y="709332"/>
                  <a:pt x="2088159" y="694490"/>
                  <a:pt x="2069850" y="694490"/>
                </a:cubicBezTo>
                <a:cubicBezTo>
                  <a:pt x="2051543" y="694490"/>
                  <a:pt x="2036701" y="709332"/>
                  <a:pt x="2036701" y="727640"/>
                </a:cubicBezTo>
                <a:moveTo>
                  <a:pt x="2163995" y="728992"/>
                </a:moveTo>
                <a:cubicBezTo>
                  <a:pt x="2163995" y="747300"/>
                  <a:pt x="2178836" y="762141"/>
                  <a:pt x="2197144" y="762141"/>
                </a:cubicBezTo>
                <a:cubicBezTo>
                  <a:pt x="2215452" y="762141"/>
                  <a:pt x="2230294" y="747300"/>
                  <a:pt x="2230294" y="728992"/>
                </a:cubicBezTo>
                <a:cubicBezTo>
                  <a:pt x="2230294" y="710684"/>
                  <a:pt x="2215452" y="695842"/>
                  <a:pt x="2197144" y="695842"/>
                </a:cubicBezTo>
                <a:cubicBezTo>
                  <a:pt x="2178836" y="695842"/>
                  <a:pt x="2163995" y="710684"/>
                  <a:pt x="2163995" y="728992"/>
                </a:cubicBezTo>
                <a:moveTo>
                  <a:pt x="2291289" y="1032142"/>
                </a:moveTo>
                <a:cubicBezTo>
                  <a:pt x="2291289" y="1050449"/>
                  <a:pt x="2306130" y="1065291"/>
                  <a:pt x="2324438" y="1065291"/>
                </a:cubicBezTo>
                <a:cubicBezTo>
                  <a:pt x="2342746" y="1065291"/>
                  <a:pt x="2357587" y="1050449"/>
                  <a:pt x="2357587" y="1032142"/>
                </a:cubicBezTo>
                <a:cubicBezTo>
                  <a:pt x="2357587" y="1013834"/>
                  <a:pt x="2342746" y="998992"/>
                  <a:pt x="2324438" y="998992"/>
                </a:cubicBezTo>
                <a:cubicBezTo>
                  <a:pt x="2306130" y="998992"/>
                  <a:pt x="2291289" y="1013834"/>
                  <a:pt x="2291289" y="1032142"/>
                </a:cubicBezTo>
                <a:moveTo>
                  <a:pt x="2418582" y="1026494"/>
                </a:moveTo>
                <a:cubicBezTo>
                  <a:pt x="2418582" y="1044802"/>
                  <a:pt x="2433424" y="1059643"/>
                  <a:pt x="2451732" y="1059643"/>
                </a:cubicBezTo>
                <a:cubicBezTo>
                  <a:pt x="2470040" y="1059643"/>
                  <a:pt x="2484881" y="1044802"/>
                  <a:pt x="2484881" y="1026494"/>
                </a:cubicBezTo>
                <a:cubicBezTo>
                  <a:pt x="2484881" y="1008186"/>
                  <a:pt x="2470040" y="993345"/>
                  <a:pt x="2451732" y="993345"/>
                </a:cubicBezTo>
                <a:cubicBezTo>
                  <a:pt x="2433424" y="993345"/>
                  <a:pt x="2418582" y="1008186"/>
                  <a:pt x="2418582" y="1026494"/>
                </a:cubicBezTo>
                <a:moveTo>
                  <a:pt x="2545876" y="1026838"/>
                </a:moveTo>
                <a:cubicBezTo>
                  <a:pt x="2545876" y="1045146"/>
                  <a:pt x="2560718" y="1059988"/>
                  <a:pt x="2579026" y="1059988"/>
                </a:cubicBezTo>
                <a:cubicBezTo>
                  <a:pt x="2597334" y="1059988"/>
                  <a:pt x="2612175" y="1045146"/>
                  <a:pt x="2612175" y="1026838"/>
                </a:cubicBezTo>
                <a:cubicBezTo>
                  <a:pt x="2612175" y="1008531"/>
                  <a:pt x="2597334" y="993689"/>
                  <a:pt x="2579026" y="993689"/>
                </a:cubicBezTo>
                <a:cubicBezTo>
                  <a:pt x="2560718" y="993689"/>
                  <a:pt x="2545876" y="1008531"/>
                  <a:pt x="2545876" y="1026838"/>
                </a:cubicBezTo>
                <a:moveTo>
                  <a:pt x="2673170" y="66781"/>
                </a:moveTo>
                <a:cubicBezTo>
                  <a:pt x="2673170" y="85089"/>
                  <a:pt x="2688012" y="99931"/>
                  <a:pt x="2706319" y="99931"/>
                </a:cubicBezTo>
                <a:cubicBezTo>
                  <a:pt x="2724628" y="99931"/>
                  <a:pt x="2739469" y="85089"/>
                  <a:pt x="2739469" y="66781"/>
                </a:cubicBezTo>
                <a:cubicBezTo>
                  <a:pt x="2739469" y="48473"/>
                  <a:pt x="2724628" y="33632"/>
                  <a:pt x="2706319" y="33632"/>
                </a:cubicBezTo>
                <a:cubicBezTo>
                  <a:pt x="2688012" y="33632"/>
                  <a:pt x="2673170" y="48473"/>
                  <a:pt x="2673170" y="66781"/>
                </a:cubicBezTo>
                <a:moveTo>
                  <a:pt x="2800464" y="1037283"/>
                </a:moveTo>
                <a:cubicBezTo>
                  <a:pt x="2800464" y="1055591"/>
                  <a:pt x="2815306" y="1070432"/>
                  <a:pt x="2833613" y="1070432"/>
                </a:cubicBezTo>
                <a:cubicBezTo>
                  <a:pt x="2851922" y="1070432"/>
                  <a:pt x="2866763" y="1055591"/>
                  <a:pt x="2866763" y="1037283"/>
                </a:cubicBezTo>
                <a:cubicBezTo>
                  <a:pt x="2866763" y="1018975"/>
                  <a:pt x="2851922" y="1004133"/>
                  <a:pt x="2833613" y="1004133"/>
                </a:cubicBezTo>
                <a:cubicBezTo>
                  <a:pt x="2815306" y="1004133"/>
                  <a:pt x="2800464" y="1018975"/>
                  <a:pt x="2800464" y="1037283"/>
                </a:cubicBezTo>
                <a:close/>
              </a:path>
            </a:pathLst>
          </a:custGeom>
          <a:solidFill xmlns:a="http://schemas.openxmlformats.org/drawingml/2006/main">
            <a:srgbClr val="FF2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DAF27E-E082-463A-ADE3-BABC69A8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2786322"/>
            <a:ext cx="2800464" cy="1240382"/>
          </a:xfrm>
          <a:custGeom xmlns:a="http://schemas.openxmlformats.org/drawingml/2006/main">
            <a:pathLst>
              <a:path w="2800464" h="1240382" fill="none">
                <a:moveTo>
                  <a:pt x="0" y="989040"/>
                </a:moveTo>
                <a:lnTo>
                  <a:pt x="127294" y="566705"/>
                </a:lnTo>
                <a:lnTo>
                  <a:pt x="254588" y="1018251"/>
                </a:lnTo>
                <a:lnTo>
                  <a:pt x="381881" y="428585"/>
                </a:lnTo>
                <a:lnTo>
                  <a:pt x="509175" y="524053"/>
                </a:lnTo>
                <a:lnTo>
                  <a:pt x="636469" y="425316"/>
                </a:lnTo>
                <a:lnTo>
                  <a:pt x="763763" y="463961"/>
                </a:lnTo>
                <a:lnTo>
                  <a:pt x="891057" y="280447"/>
                </a:lnTo>
                <a:lnTo>
                  <a:pt x="1018351" y="408187"/>
                </a:lnTo>
                <a:lnTo>
                  <a:pt x="1145644" y="494117"/>
                </a:lnTo>
                <a:lnTo>
                  <a:pt x="1272938" y="495700"/>
                </a:lnTo>
                <a:lnTo>
                  <a:pt x="1400232" y="522136"/>
                </a:lnTo>
                <a:lnTo>
                  <a:pt x="1527526" y="440476"/>
                </a:lnTo>
                <a:lnTo>
                  <a:pt x="1654820" y="373251"/>
                </a:lnTo>
                <a:lnTo>
                  <a:pt x="1782114" y="414307"/>
                </a:lnTo>
                <a:lnTo>
                  <a:pt x="1909407" y="413646"/>
                </a:lnTo>
                <a:lnTo>
                  <a:pt x="2036701" y="413330"/>
                </a:lnTo>
                <a:lnTo>
                  <a:pt x="2163995" y="416722"/>
                </a:lnTo>
                <a:lnTo>
                  <a:pt x="2291289" y="1168168"/>
                </a:lnTo>
                <a:lnTo>
                  <a:pt x="2418583" y="1166324"/>
                </a:lnTo>
                <a:lnTo>
                  <a:pt x="2545876" y="1165105"/>
                </a:lnTo>
                <a:lnTo>
                  <a:pt x="2673170" y="0"/>
                </a:lnTo>
                <a:lnTo>
                  <a:pt x="2800464" y="1240382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FF2A00"/>
            </a:solidFill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BA82AD-9600-411C-A624-8E3E976B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2753173"/>
            <a:ext cx="2866763" cy="1306681"/>
          </a:xfrm>
          <a:custGeom xmlns:a="http://schemas.openxmlformats.org/drawingml/2006/main">
            <a:pathLst>
              <a:path w="2866763" h="1306681">
                <a:moveTo>
                  <a:pt x="0" y="1022189"/>
                </a:moveTo>
                <a:cubicBezTo>
                  <a:pt x="0" y="1040497"/>
                  <a:pt x="14841" y="1055339"/>
                  <a:pt x="33149" y="1055339"/>
                </a:cubicBezTo>
                <a:cubicBezTo>
                  <a:pt x="51457" y="1055339"/>
                  <a:pt x="66299" y="1040497"/>
                  <a:pt x="66299" y="1022189"/>
                </a:cubicBezTo>
                <a:cubicBezTo>
                  <a:pt x="66299" y="1003881"/>
                  <a:pt x="51457" y="989040"/>
                  <a:pt x="33149" y="989040"/>
                </a:cubicBezTo>
                <a:cubicBezTo>
                  <a:pt x="14841" y="989040"/>
                  <a:pt x="0" y="1003881"/>
                  <a:pt x="0" y="1022189"/>
                </a:cubicBezTo>
                <a:moveTo>
                  <a:pt x="127294" y="599854"/>
                </a:moveTo>
                <a:cubicBezTo>
                  <a:pt x="127294" y="618162"/>
                  <a:pt x="142135" y="633003"/>
                  <a:pt x="160443" y="633003"/>
                </a:cubicBezTo>
                <a:cubicBezTo>
                  <a:pt x="178751" y="633003"/>
                  <a:pt x="193593" y="618162"/>
                  <a:pt x="193593" y="599854"/>
                </a:cubicBezTo>
                <a:cubicBezTo>
                  <a:pt x="193593" y="581546"/>
                  <a:pt x="178751" y="566705"/>
                  <a:pt x="160443" y="566705"/>
                </a:cubicBezTo>
                <a:cubicBezTo>
                  <a:pt x="142135" y="566705"/>
                  <a:pt x="127294" y="581546"/>
                  <a:pt x="127294" y="599854"/>
                </a:cubicBezTo>
                <a:moveTo>
                  <a:pt x="254588" y="1051401"/>
                </a:moveTo>
                <a:cubicBezTo>
                  <a:pt x="254588" y="1069709"/>
                  <a:pt x="269429" y="1084550"/>
                  <a:pt x="287737" y="1084550"/>
                </a:cubicBezTo>
                <a:cubicBezTo>
                  <a:pt x="306045" y="1084550"/>
                  <a:pt x="320886" y="1069709"/>
                  <a:pt x="320886" y="1051401"/>
                </a:cubicBezTo>
                <a:cubicBezTo>
                  <a:pt x="320886" y="1033093"/>
                  <a:pt x="306045" y="1018251"/>
                  <a:pt x="287737" y="1018251"/>
                </a:cubicBezTo>
                <a:cubicBezTo>
                  <a:pt x="269429" y="1018251"/>
                  <a:pt x="254588" y="1033093"/>
                  <a:pt x="254588" y="1051401"/>
                </a:cubicBezTo>
                <a:moveTo>
                  <a:pt x="381881" y="461735"/>
                </a:moveTo>
                <a:cubicBezTo>
                  <a:pt x="381881" y="480042"/>
                  <a:pt x="396723" y="494884"/>
                  <a:pt x="415031" y="494884"/>
                </a:cubicBezTo>
                <a:cubicBezTo>
                  <a:pt x="433339" y="494884"/>
                  <a:pt x="448180" y="480042"/>
                  <a:pt x="448180" y="461735"/>
                </a:cubicBezTo>
                <a:cubicBezTo>
                  <a:pt x="448180" y="443427"/>
                  <a:pt x="433339" y="428585"/>
                  <a:pt x="415031" y="428585"/>
                </a:cubicBezTo>
                <a:cubicBezTo>
                  <a:pt x="396723" y="428585"/>
                  <a:pt x="381881" y="443427"/>
                  <a:pt x="381881" y="461735"/>
                </a:cubicBezTo>
                <a:moveTo>
                  <a:pt x="509175" y="557202"/>
                </a:moveTo>
                <a:cubicBezTo>
                  <a:pt x="509175" y="575510"/>
                  <a:pt x="524017" y="590352"/>
                  <a:pt x="542325" y="590352"/>
                </a:cubicBezTo>
                <a:cubicBezTo>
                  <a:pt x="560633" y="590352"/>
                  <a:pt x="575474" y="575510"/>
                  <a:pt x="575474" y="557202"/>
                </a:cubicBezTo>
                <a:cubicBezTo>
                  <a:pt x="575474" y="538894"/>
                  <a:pt x="560633" y="524053"/>
                  <a:pt x="542325" y="524053"/>
                </a:cubicBezTo>
                <a:cubicBezTo>
                  <a:pt x="524017" y="524053"/>
                  <a:pt x="509175" y="538894"/>
                  <a:pt x="509175" y="557202"/>
                </a:cubicBezTo>
                <a:moveTo>
                  <a:pt x="636469" y="458466"/>
                </a:moveTo>
                <a:cubicBezTo>
                  <a:pt x="636469" y="476774"/>
                  <a:pt x="651311" y="491615"/>
                  <a:pt x="669619" y="491615"/>
                </a:cubicBezTo>
                <a:cubicBezTo>
                  <a:pt x="687926" y="491615"/>
                  <a:pt x="702768" y="476774"/>
                  <a:pt x="702768" y="458466"/>
                </a:cubicBezTo>
                <a:cubicBezTo>
                  <a:pt x="702768" y="440158"/>
                  <a:pt x="687926" y="425316"/>
                  <a:pt x="669619" y="425316"/>
                </a:cubicBezTo>
                <a:cubicBezTo>
                  <a:pt x="651311" y="425316"/>
                  <a:pt x="636469" y="440158"/>
                  <a:pt x="636469" y="458466"/>
                </a:cubicBezTo>
                <a:moveTo>
                  <a:pt x="763763" y="497110"/>
                </a:moveTo>
                <a:cubicBezTo>
                  <a:pt x="763763" y="515418"/>
                  <a:pt x="778605" y="530260"/>
                  <a:pt x="796912" y="530260"/>
                </a:cubicBezTo>
                <a:cubicBezTo>
                  <a:pt x="815220" y="530260"/>
                  <a:pt x="830062" y="515418"/>
                  <a:pt x="830062" y="497110"/>
                </a:cubicBezTo>
                <a:cubicBezTo>
                  <a:pt x="830062" y="478802"/>
                  <a:pt x="815220" y="463961"/>
                  <a:pt x="796912" y="463961"/>
                </a:cubicBezTo>
                <a:cubicBezTo>
                  <a:pt x="778605" y="463961"/>
                  <a:pt x="763763" y="478802"/>
                  <a:pt x="763763" y="497110"/>
                </a:cubicBezTo>
                <a:moveTo>
                  <a:pt x="891057" y="313597"/>
                </a:moveTo>
                <a:cubicBezTo>
                  <a:pt x="891057" y="331905"/>
                  <a:pt x="905898" y="346746"/>
                  <a:pt x="924206" y="346746"/>
                </a:cubicBezTo>
                <a:cubicBezTo>
                  <a:pt x="942514" y="346746"/>
                  <a:pt x="957356" y="331905"/>
                  <a:pt x="957356" y="313597"/>
                </a:cubicBezTo>
                <a:cubicBezTo>
                  <a:pt x="957356" y="295289"/>
                  <a:pt x="942514" y="280447"/>
                  <a:pt x="924206" y="280447"/>
                </a:cubicBezTo>
                <a:cubicBezTo>
                  <a:pt x="905898" y="280447"/>
                  <a:pt x="891057" y="295289"/>
                  <a:pt x="891057" y="313597"/>
                </a:cubicBezTo>
                <a:moveTo>
                  <a:pt x="1018351" y="441337"/>
                </a:moveTo>
                <a:cubicBezTo>
                  <a:pt x="1018351" y="459645"/>
                  <a:pt x="1033192" y="474486"/>
                  <a:pt x="1051500" y="474486"/>
                </a:cubicBezTo>
                <a:cubicBezTo>
                  <a:pt x="1069808" y="474486"/>
                  <a:pt x="1084650" y="459645"/>
                  <a:pt x="1084650" y="441337"/>
                </a:cubicBezTo>
                <a:cubicBezTo>
                  <a:pt x="1084650" y="423029"/>
                  <a:pt x="1069808" y="408187"/>
                  <a:pt x="1051500" y="408187"/>
                </a:cubicBezTo>
                <a:cubicBezTo>
                  <a:pt x="1033192" y="408187"/>
                  <a:pt x="1018351" y="423029"/>
                  <a:pt x="1018351" y="441337"/>
                </a:cubicBezTo>
                <a:moveTo>
                  <a:pt x="1145644" y="527267"/>
                </a:moveTo>
                <a:cubicBezTo>
                  <a:pt x="1145644" y="545575"/>
                  <a:pt x="1160486" y="560416"/>
                  <a:pt x="1178794" y="560416"/>
                </a:cubicBezTo>
                <a:cubicBezTo>
                  <a:pt x="1197102" y="560416"/>
                  <a:pt x="1211943" y="545575"/>
                  <a:pt x="1211943" y="527267"/>
                </a:cubicBezTo>
                <a:cubicBezTo>
                  <a:pt x="1211943" y="508959"/>
                  <a:pt x="1197102" y="494117"/>
                  <a:pt x="1178794" y="494117"/>
                </a:cubicBezTo>
                <a:cubicBezTo>
                  <a:pt x="1160486" y="494117"/>
                  <a:pt x="1145644" y="508959"/>
                  <a:pt x="1145644" y="527267"/>
                </a:cubicBezTo>
                <a:moveTo>
                  <a:pt x="1272938" y="528850"/>
                </a:moveTo>
                <a:cubicBezTo>
                  <a:pt x="1272938" y="547158"/>
                  <a:pt x="1287780" y="561999"/>
                  <a:pt x="1306088" y="561999"/>
                </a:cubicBezTo>
                <a:cubicBezTo>
                  <a:pt x="1324395" y="561999"/>
                  <a:pt x="1339237" y="547158"/>
                  <a:pt x="1339237" y="528850"/>
                </a:cubicBezTo>
                <a:cubicBezTo>
                  <a:pt x="1339237" y="510542"/>
                  <a:pt x="1324395" y="495700"/>
                  <a:pt x="1306088" y="495700"/>
                </a:cubicBezTo>
                <a:cubicBezTo>
                  <a:pt x="1287780" y="495700"/>
                  <a:pt x="1272938" y="510542"/>
                  <a:pt x="1272938" y="528850"/>
                </a:cubicBezTo>
                <a:moveTo>
                  <a:pt x="1400232" y="555285"/>
                </a:moveTo>
                <a:cubicBezTo>
                  <a:pt x="1400232" y="573593"/>
                  <a:pt x="1415074" y="588435"/>
                  <a:pt x="1433381" y="588435"/>
                </a:cubicBezTo>
                <a:cubicBezTo>
                  <a:pt x="1451689" y="588435"/>
                  <a:pt x="1466531" y="573593"/>
                  <a:pt x="1466531" y="555285"/>
                </a:cubicBezTo>
                <a:cubicBezTo>
                  <a:pt x="1466531" y="536977"/>
                  <a:pt x="1451689" y="522136"/>
                  <a:pt x="1433381" y="522136"/>
                </a:cubicBezTo>
                <a:cubicBezTo>
                  <a:pt x="1415074" y="522136"/>
                  <a:pt x="1400232" y="536977"/>
                  <a:pt x="1400232" y="555285"/>
                </a:cubicBezTo>
                <a:moveTo>
                  <a:pt x="1527526" y="473626"/>
                </a:moveTo>
                <a:cubicBezTo>
                  <a:pt x="1527526" y="491934"/>
                  <a:pt x="1542367" y="506775"/>
                  <a:pt x="1560675" y="506775"/>
                </a:cubicBezTo>
                <a:cubicBezTo>
                  <a:pt x="1578983" y="506775"/>
                  <a:pt x="1593825" y="491934"/>
                  <a:pt x="1593825" y="473626"/>
                </a:cubicBezTo>
                <a:cubicBezTo>
                  <a:pt x="1593825" y="455318"/>
                  <a:pt x="1578983" y="440476"/>
                  <a:pt x="1560675" y="440476"/>
                </a:cubicBezTo>
                <a:cubicBezTo>
                  <a:pt x="1542367" y="440476"/>
                  <a:pt x="1527526" y="455318"/>
                  <a:pt x="1527526" y="473626"/>
                </a:cubicBezTo>
                <a:moveTo>
                  <a:pt x="1654820" y="406400"/>
                </a:moveTo>
                <a:cubicBezTo>
                  <a:pt x="1654820" y="424708"/>
                  <a:pt x="1669661" y="439550"/>
                  <a:pt x="1687969" y="439550"/>
                </a:cubicBezTo>
                <a:cubicBezTo>
                  <a:pt x="1706277" y="439550"/>
                  <a:pt x="1721119" y="424708"/>
                  <a:pt x="1721119" y="406400"/>
                </a:cubicBezTo>
                <a:cubicBezTo>
                  <a:pt x="1721119" y="388092"/>
                  <a:pt x="1706277" y="373251"/>
                  <a:pt x="1687969" y="373251"/>
                </a:cubicBezTo>
                <a:cubicBezTo>
                  <a:pt x="1669661" y="373251"/>
                  <a:pt x="1654820" y="388092"/>
                  <a:pt x="1654820" y="406400"/>
                </a:cubicBezTo>
                <a:moveTo>
                  <a:pt x="1782114" y="447456"/>
                </a:moveTo>
                <a:cubicBezTo>
                  <a:pt x="1782114" y="465764"/>
                  <a:pt x="1796955" y="480606"/>
                  <a:pt x="1815263" y="480606"/>
                </a:cubicBezTo>
                <a:cubicBezTo>
                  <a:pt x="1833571" y="480606"/>
                  <a:pt x="1848412" y="465764"/>
                  <a:pt x="1848412" y="447456"/>
                </a:cubicBezTo>
                <a:cubicBezTo>
                  <a:pt x="1848412" y="429148"/>
                  <a:pt x="1833571" y="414307"/>
                  <a:pt x="1815263" y="414307"/>
                </a:cubicBezTo>
                <a:cubicBezTo>
                  <a:pt x="1796955" y="414307"/>
                  <a:pt x="1782114" y="429148"/>
                  <a:pt x="1782114" y="447456"/>
                </a:cubicBezTo>
                <a:moveTo>
                  <a:pt x="1909407" y="446796"/>
                </a:moveTo>
                <a:cubicBezTo>
                  <a:pt x="1909407" y="465104"/>
                  <a:pt x="1924249" y="479945"/>
                  <a:pt x="1942557" y="479945"/>
                </a:cubicBezTo>
                <a:cubicBezTo>
                  <a:pt x="1960865" y="479945"/>
                  <a:pt x="1975706" y="465104"/>
                  <a:pt x="1975706" y="446796"/>
                </a:cubicBezTo>
                <a:cubicBezTo>
                  <a:pt x="1975706" y="428488"/>
                  <a:pt x="1960865" y="413646"/>
                  <a:pt x="1942557" y="413646"/>
                </a:cubicBezTo>
                <a:cubicBezTo>
                  <a:pt x="1924249" y="413646"/>
                  <a:pt x="1909407" y="428488"/>
                  <a:pt x="1909407" y="446796"/>
                </a:cubicBezTo>
                <a:moveTo>
                  <a:pt x="2036701" y="446480"/>
                </a:moveTo>
                <a:cubicBezTo>
                  <a:pt x="2036701" y="464788"/>
                  <a:pt x="2051543" y="479629"/>
                  <a:pt x="2069851" y="479629"/>
                </a:cubicBezTo>
                <a:cubicBezTo>
                  <a:pt x="2088159" y="479629"/>
                  <a:pt x="2103000" y="464788"/>
                  <a:pt x="2103000" y="446480"/>
                </a:cubicBezTo>
                <a:cubicBezTo>
                  <a:pt x="2103000" y="428172"/>
                  <a:pt x="2088159" y="413330"/>
                  <a:pt x="2069851" y="413330"/>
                </a:cubicBezTo>
                <a:cubicBezTo>
                  <a:pt x="2051543" y="413330"/>
                  <a:pt x="2036701" y="428172"/>
                  <a:pt x="2036701" y="446480"/>
                </a:cubicBezTo>
                <a:moveTo>
                  <a:pt x="2163995" y="449872"/>
                </a:moveTo>
                <a:cubicBezTo>
                  <a:pt x="2163995" y="468179"/>
                  <a:pt x="2178837" y="483021"/>
                  <a:pt x="2197144" y="483021"/>
                </a:cubicBezTo>
                <a:cubicBezTo>
                  <a:pt x="2215452" y="483021"/>
                  <a:pt x="2230294" y="468179"/>
                  <a:pt x="2230294" y="449872"/>
                </a:cubicBezTo>
                <a:cubicBezTo>
                  <a:pt x="2230294" y="431564"/>
                  <a:pt x="2215452" y="416722"/>
                  <a:pt x="2197144" y="416722"/>
                </a:cubicBezTo>
                <a:cubicBezTo>
                  <a:pt x="2178837" y="416722"/>
                  <a:pt x="2163995" y="431564"/>
                  <a:pt x="2163995" y="449872"/>
                </a:cubicBezTo>
                <a:moveTo>
                  <a:pt x="2291289" y="1201318"/>
                </a:moveTo>
                <a:cubicBezTo>
                  <a:pt x="2291289" y="1219625"/>
                  <a:pt x="2306130" y="1234467"/>
                  <a:pt x="2324438" y="1234467"/>
                </a:cubicBezTo>
                <a:cubicBezTo>
                  <a:pt x="2342746" y="1234467"/>
                  <a:pt x="2357588" y="1219625"/>
                  <a:pt x="2357588" y="1201318"/>
                </a:cubicBezTo>
                <a:cubicBezTo>
                  <a:pt x="2357588" y="1183010"/>
                  <a:pt x="2342746" y="1168168"/>
                  <a:pt x="2324438" y="1168168"/>
                </a:cubicBezTo>
                <a:cubicBezTo>
                  <a:pt x="2306130" y="1168168"/>
                  <a:pt x="2291289" y="1183010"/>
                  <a:pt x="2291289" y="1201318"/>
                </a:cubicBezTo>
                <a:moveTo>
                  <a:pt x="2418583" y="1199474"/>
                </a:moveTo>
                <a:cubicBezTo>
                  <a:pt x="2418583" y="1217782"/>
                  <a:pt x="2433424" y="1232623"/>
                  <a:pt x="2451732" y="1232623"/>
                </a:cubicBezTo>
                <a:cubicBezTo>
                  <a:pt x="2470040" y="1232623"/>
                  <a:pt x="2484881" y="1217782"/>
                  <a:pt x="2484881" y="1199474"/>
                </a:cubicBezTo>
                <a:cubicBezTo>
                  <a:pt x="2484881" y="1181166"/>
                  <a:pt x="2470040" y="1166324"/>
                  <a:pt x="2451732" y="1166324"/>
                </a:cubicBezTo>
                <a:cubicBezTo>
                  <a:pt x="2433424" y="1166324"/>
                  <a:pt x="2418583" y="1181166"/>
                  <a:pt x="2418583" y="1199474"/>
                </a:cubicBezTo>
                <a:moveTo>
                  <a:pt x="2545876" y="1198255"/>
                </a:moveTo>
                <a:cubicBezTo>
                  <a:pt x="2545876" y="1216563"/>
                  <a:pt x="2560718" y="1231404"/>
                  <a:pt x="2579026" y="1231404"/>
                </a:cubicBezTo>
                <a:cubicBezTo>
                  <a:pt x="2597334" y="1231404"/>
                  <a:pt x="2612175" y="1216563"/>
                  <a:pt x="2612175" y="1198255"/>
                </a:cubicBezTo>
                <a:cubicBezTo>
                  <a:pt x="2612175" y="1179947"/>
                  <a:pt x="2597334" y="1165105"/>
                  <a:pt x="2579026" y="1165105"/>
                </a:cubicBezTo>
                <a:cubicBezTo>
                  <a:pt x="2560718" y="1165105"/>
                  <a:pt x="2545876" y="1179947"/>
                  <a:pt x="2545876" y="1198255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273531"/>
                </a:moveTo>
                <a:cubicBezTo>
                  <a:pt x="2800464" y="1291839"/>
                  <a:pt x="2815306" y="1306681"/>
                  <a:pt x="2833614" y="1306681"/>
                </a:cubicBezTo>
                <a:cubicBezTo>
                  <a:pt x="2851921" y="1306681"/>
                  <a:pt x="2866763" y="1291839"/>
                  <a:pt x="2866763" y="1273531"/>
                </a:cubicBezTo>
                <a:cubicBezTo>
                  <a:pt x="2866763" y="1255223"/>
                  <a:pt x="2851921" y="1240382"/>
                  <a:pt x="2833614" y="1240382"/>
                </a:cubicBezTo>
                <a:cubicBezTo>
                  <a:pt x="2815306" y="1240382"/>
                  <a:pt x="2800464" y="1255223"/>
                  <a:pt x="2800464" y="1273531"/>
                </a:cubicBezTo>
                <a:close/>
              </a:path>
            </a:pathLst>
          </a:custGeom>
          <a:solidFill xmlns:a="http://schemas.openxmlformats.org/drawingml/2006/main">
            <a:srgbClr val="FF2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0F0447-3FCF-45FA-96D4-850A13EE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162526"/>
            <a:ext cx="2800464" cy="1010182"/>
          </a:xfrm>
          <a:custGeom xmlns:a="http://schemas.openxmlformats.org/drawingml/2006/main">
            <a:pathLst>
              <a:path w="2800464" h="1010182" fill="none">
                <a:moveTo>
                  <a:pt x="0" y="810861"/>
                </a:moveTo>
                <a:lnTo>
                  <a:pt x="127294" y="155138"/>
                </a:lnTo>
                <a:lnTo>
                  <a:pt x="254588" y="815701"/>
                </a:lnTo>
                <a:lnTo>
                  <a:pt x="381881" y="553701"/>
                </a:lnTo>
                <a:lnTo>
                  <a:pt x="509175" y="656141"/>
                </a:lnTo>
                <a:lnTo>
                  <a:pt x="636469" y="542919"/>
                </a:lnTo>
                <a:lnTo>
                  <a:pt x="763763" y="607335"/>
                </a:lnTo>
                <a:lnTo>
                  <a:pt x="891057" y="519979"/>
                </a:lnTo>
                <a:lnTo>
                  <a:pt x="1018350" y="546489"/>
                </a:lnTo>
                <a:lnTo>
                  <a:pt x="1145644" y="566933"/>
                </a:lnTo>
                <a:lnTo>
                  <a:pt x="1272938" y="564547"/>
                </a:lnTo>
                <a:lnTo>
                  <a:pt x="1400232" y="571338"/>
                </a:lnTo>
                <a:lnTo>
                  <a:pt x="1527526" y="467668"/>
                </a:lnTo>
                <a:lnTo>
                  <a:pt x="1654819" y="554468"/>
                </a:lnTo>
                <a:lnTo>
                  <a:pt x="1782113" y="662304"/>
                </a:lnTo>
                <a:lnTo>
                  <a:pt x="1909407" y="662369"/>
                </a:lnTo>
                <a:lnTo>
                  <a:pt x="2036701" y="660171"/>
                </a:lnTo>
                <a:lnTo>
                  <a:pt x="2163995" y="658171"/>
                </a:lnTo>
                <a:lnTo>
                  <a:pt x="2291289" y="979052"/>
                </a:lnTo>
                <a:lnTo>
                  <a:pt x="2418582" y="978131"/>
                </a:lnTo>
                <a:lnTo>
                  <a:pt x="2545876" y="981411"/>
                </a:lnTo>
                <a:lnTo>
                  <a:pt x="2673170" y="0"/>
                </a:lnTo>
                <a:lnTo>
                  <a:pt x="2800464" y="1010182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FF2A00"/>
            </a:solidFill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71D461-74A5-47A3-9895-85CC3FD0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129376"/>
            <a:ext cx="2866763" cy="1076481"/>
          </a:xfrm>
          <a:custGeom xmlns:a="http://schemas.openxmlformats.org/drawingml/2006/main">
            <a:pathLst>
              <a:path w="2866763" h="1076481">
                <a:moveTo>
                  <a:pt x="0" y="844010"/>
                </a:moveTo>
                <a:cubicBezTo>
                  <a:pt x="0" y="862318"/>
                  <a:pt x="14841" y="877160"/>
                  <a:pt x="33149" y="877160"/>
                </a:cubicBezTo>
                <a:cubicBezTo>
                  <a:pt x="51457" y="877160"/>
                  <a:pt x="66299" y="862318"/>
                  <a:pt x="66299" y="844010"/>
                </a:cubicBezTo>
                <a:cubicBezTo>
                  <a:pt x="66299" y="825702"/>
                  <a:pt x="51457" y="810861"/>
                  <a:pt x="33149" y="810861"/>
                </a:cubicBezTo>
                <a:cubicBezTo>
                  <a:pt x="14841" y="810861"/>
                  <a:pt x="0" y="825702"/>
                  <a:pt x="0" y="844010"/>
                </a:cubicBezTo>
                <a:moveTo>
                  <a:pt x="127294" y="188287"/>
                </a:moveTo>
                <a:cubicBezTo>
                  <a:pt x="127294" y="206595"/>
                  <a:pt x="142135" y="221437"/>
                  <a:pt x="160443" y="221437"/>
                </a:cubicBezTo>
                <a:cubicBezTo>
                  <a:pt x="178751" y="221437"/>
                  <a:pt x="193592" y="206595"/>
                  <a:pt x="193592" y="188287"/>
                </a:cubicBezTo>
                <a:cubicBezTo>
                  <a:pt x="193592" y="169979"/>
                  <a:pt x="178751" y="155138"/>
                  <a:pt x="160443" y="155138"/>
                </a:cubicBezTo>
                <a:cubicBezTo>
                  <a:pt x="142135" y="155138"/>
                  <a:pt x="127294" y="169979"/>
                  <a:pt x="127294" y="188287"/>
                </a:cubicBezTo>
                <a:moveTo>
                  <a:pt x="254588" y="848850"/>
                </a:moveTo>
                <a:cubicBezTo>
                  <a:pt x="254588" y="867158"/>
                  <a:pt x="269429" y="882000"/>
                  <a:pt x="287737" y="882000"/>
                </a:cubicBezTo>
                <a:cubicBezTo>
                  <a:pt x="306045" y="882000"/>
                  <a:pt x="320886" y="867158"/>
                  <a:pt x="320886" y="848850"/>
                </a:cubicBezTo>
                <a:cubicBezTo>
                  <a:pt x="320886" y="830542"/>
                  <a:pt x="306045" y="815701"/>
                  <a:pt x="287737" y="815701"/>
                </a:cubicBezTo>
                <a:cubicBezTo>
                  <a:pt x="269429" y="815701"/>
                  <a:pt x="254588" y="830542"/>
                  <a:pt x="254588" y="848850"/>
                </a:cubicBezTo>
                <a:moveTo>
                  <a:pt x="381881" y="586850"/>
                </a:moveTo>
                <a:cubicBezTo>
                  <a:pt x="381881" y="605158"/>
                  <a:pt x="396723" y="620000"/>
                  <a:pt x="415031" y="620000"/>
                </a:cubicBezTo>
                <a:cubicBezTo>
                  <a:pt x="433339" y="620000"/>
                  <a:pt x="448180" y="605158"/>
                  <a:pt x="448180" y="586850"/>
                </a:cubicBezTo>
                <a:cubicBezTo>
                  <a:pt x="448180" y="568543"/>
                  <a:pt x="433339" y="553701"/>
                  <a:pt x="415031" y="553701"/>
                </a:cubicBezTo>
                <a:cubicBezTo>
                  <a:pt x="396723" y="553701"/>
                  <a:pt x="381881" y="568543"/>
                  <a:pt x="381881" y="586850"/>
                </a:cubicBezTo>
                <a:moveTo>
                  <a:pt x="509175" y="689290"/>
                </a:moveTo>
                <a:cubicBezTo>
                  <a:pt x="509175" y="707598"/>
                  <a:pt x="524017" y="722440"/>
                  <a:pt x="542324" y="722440"/>
                </a:cubicBezTo>
                <a:cubicBezTo>
                  <a:pt x="560632" y="722440"/>
                  <a:pt x="575474" y="707598"/>
                  <a:pt x="575474" y="689290"/>
                </a:cubicBezTo>
                <a:cubicBezTo>
                  <a:pt x="575474" y="670982"/>
                  <a:pt x="560632" y="656141"/>
                  <a:pt x="542324" y="656141"/>
                </a:cubicBezTo>
                <a:cubicBezTo>
                  <a:pt x="524017" y="656141"/>
                  <a:pt x="509175" y="670982"/>
                  <a:pt x="509175" y="689290"/>
                </a:cubicBezTo>
                <a:moveTo>
                  <a:pt x="636469" y="576068"/>
                </a:moveTo>
                <a:cubicBezTo>
                  <a:pt x="636469" y="594376"/>
                  <a:pt x="651310" y="609218"/>
                  <a:pt x="669618" y="609218"/>
                </a:cubicBezTo>
                <a:cubicBezTo>
                  <a:pt x="687926" y="609218"/>
                  <a:pt x="702768" y="594376"/>
                  <a:pt x="702768" y="576068"/>
                </a:cubicBezTo>
                <a:cubicBezTo>
                  <a:pt x="702768" y="557760"/>
                  <a:pt x="687926" y="542919"/>
                  <a:pt x="669618" y="542919"/>
                </a:cubicBezTo>
                <a:cubicBezTo>
                  <a:pt x="651310" y="542919"/>
                  <a:pt x="636469" y="557760"/>
                  <a:pt x="636469" y="576068"/>
                </a:cubicBezTo>
                <a:moveTo>
                  <a:pt x="763763" y="640485"/>
                </a:moveTo>
                <a:cubicBezTo>
                  <a:pt x="763763" y="658793"/>
                  <a:pt x="778604" y="673634"/>
                  <a:pt x="796912" y="673634"/>
                </a:cubicBezTo>
                <a:cubicBezTo>
                  <a:pt x="815220" y="673634"/>
                  <a:pt x="830061" y="658793"/>
                  <a:pt x="830061" y="640485"/>
                </a:cubicBezTo>
                <a:cubicBezTo>
                  <a:pt x="830061" y="622177"/>
                  <a:pt x="815220" y="607335"/>
                  <a:pt x="796912" y="607335"/>
                </a:cubicBezTo>
                <a:cubicBezTo>
                  <a:pt x="778604" y="607335"/>
                  <a:pt x="763763" y="622177"/>
                  <a:pt x="763763" y="640485"/>
                </a:cubicBezTo>
                <a:moveTo>
                  <a:pt x="891057" y="553129"/>
                </a:moveTo>
                <a:cubicBezTo>
                  <a:pt x="891057" y="571437"/>
                  <a:pt x="905898" y="586278"/>
                  <a:pt x="924206" y="586278"/>
                </a:cubicBezTo>
                <a:cubicBezTo>
                  <a:pt x="942514" y="586278"/>
                  <a:pt x="957356" y="571437"/>
                  <a:pt x="957356" y="553129"/>
                </a:cubicBezTo>
                <a:cubicBezTo>
                  <a:pt x="957356" y="534821"/>
                  <a:pt x="942514" y="519979"/>
                  <a:pt x="924206" y="519979"/>
                </a:cubicBezTo>
                <a:cubicBezTo>
                  <a:pt x="905898" y="519979"/>
                  <a:pt x="891057" y="534821"/>
                  <a:pt x="891057" y="553129"/>
                </a:cubicBezTo>
                <a:moveTo>
                  <a:pt x="1018350" y="579639"/>
                </a:moveTo>
                <a:cubicBezTo>
                  <a:pt x="1018350" y="597947"/>
                  <a:pt x="1033192" y="612788"/>
                  <a:pt x="1051500" y="612788"/>
                </a:cubicBezTo>
                <a:cubicBezTo>
                  <a:pt x="1069808" y="612788"/>
                  <a:pt x="1084649" y="597947"/>
                  <a:pt x="1084649" y="579639"/>
                </a:cubicBezTo>
                <a:cubicBezTo>
                  <a:pt x="1084649" y="561331"/>
                  <a:pt x="1069808" y="546489"/>
                  <a:pt x="1051500" y="546489"/>
                </a:cubicBezTo>
                <a:cubicBezTo>
                  <a:pt x="1033192" y="546489"/>
                  <a:pt x="1018350" y="561331"/>
                  <a:pt x="1018350" y="579639"/>
                </a:cubicBezTo>
                <a:moveTo>
                  <a:pt x="1145644" y="600082"/>
                </a:moveTo>
                <a:cubicBezTo>
                  <a:pt x="1145644" y="618390"/>
                  <a:pt x="1160486" y="633231"/>
                  <a:pt x="1178793" y="633231"/>
                </a:cubicBezTo>
                <a:cubicBezTo>
                  <a:pt x="1197101" y="633231"/>
                  <a:pt x="1211943" y="618390"/>
                  <a:pt x="1211943" y="600082"/>
                </a:cubicBezTo>
                <a:cubicBezTo>
                  <a:pt x="1211943" y="581774"/>
                  <a:pt x="1197101" y="566933"/>
                  <a:pt x="1178793" y="566933"/>
                </a:cubicBezTo>
                <a:cubicBezTo>
                  <a:pt x="1160486" y="566933"/>
                  <a:pt x="1145644" y="581774"/>
                  <a:pt x="1145644" y="600082"/>
                </a:cubicBezTo>
                <a:moveTo>
                  <a:pt x="1272938" y="597696"/>
                </a:moveTo>
                <a:cubicBezTo>
                  <a:pt x="1272938" y="616004"/>
                  <a:pt x="1287780" y="630846"/>
                  <a:pt x="1306087" y="630846"/>
                </a:cubicBezTo>
                <a:cubicBezTo>
                  <a:pt x="1324395" y="630846"/>
                  <a:pt x="1339237" y="616004"/>
                  <a:pt x="1339237" y="597696"/>
                </a:cubicBezTo>
                <a:cubicBezTo>
                  <a:pt x="1339237" y="579389"/>
                  <a:pt x="1324395" y="564547"/>
                  <a:pt x="1306087" y="564547"/>
                </a:cubicBezTo>
                <a:cubicBezTo>
                  <a:pt x="1287780" y="564547"/>
                  <a:pt x="1272938" y="579389"/>
                  <a:pt x="1272938" y="597696"/>
                </a:cubicBezTo>
                <a:moveTo>
                  <a:pt x="1400232" y="604487"/>
                </a:moveTo>
                <a:cubicBezTo>
                  <a:pt x="1400232" y="622795"/>
                  <a:pt x="1415073" y="637637"/>
                  <a:pt x="1433381" y="637637"/>
                </a:cubicBezTo>
                <a:cubicBezTo>
                  <a:pt x="1451689" y="637637"/>
                  <a:pt x="1466531" y="622795"/>
                  <a:pt x="1466531" y="604487"/>
                </a:cubicBezTo>
                <a:cubicBezTo>
                  <a:pt x="1466531" y="586179"/>
                  <a:pt x="1451689" y="571338"/>
                  <a:pt x="1433381" y="571338"/>
                </a:cubicBezTo>
                <a:cubicBezTo>
                  <a:pt x="1415073" y="571338"/>
                  <a:pt x="1400232" y="586179"/>
                  <a:pt x="1400232" y="604487"/>
                </a:cubicBezTo>
                <a:moveTo>
                  <a:pt x="1527526" y="500818"/>
                </a:moveTo>
                <a:cubicBezTo>
                  <a:pt x="1527526" y="519125"/>
                  <a:pt x="1542367" y="533967"/>
                  <a:pt x="1560675" y="533967"/>
                </a:cubicBezTo>
                <a:cubicBezTo>
                  <a:pt x="1578983" y="533967"/>
                  <a:pt x="1593825" y="519125"/>
                  <a:pt x="1593825" y="500818"/>
                </a:cubicBezTo>
                <a:cubicBezTo>
                  <a:pt x="1593825" y="482510"/>
                  <a:pt x="1578983" y="467668"/>
                  <a:pt x="1560675" y="467668"/>
                </a:cubicBezTo>
                <a:cubicBezTo>
                  <a:pt x="1542367" y="467668"/>
                  <a:pt x="1527526" y="482510"/>
                  <a:pt x="1527526" y="500818"/>
                </a:cubicBezTo>
                <a:moveTo>
                  <a:pt x="1654819" y="587618"/>
                </a:moveTo>
                <a:cubicBezTo>
                  <a:pt x="1654819" y="605925"/>
                  <a:pt x="1669661" y="620767"/>
                  <a:pt x="1687969" y="620767"/>
                </a:cubicBezTo>
                <a:cubicBezTo>
                  <a:pt x="1706276" y="620767"/>
                  <a:pt x="1721118" y="605925"/>
                  <a:pt x="1721118" y="587618"/>
                </a:cubicBezTo>
                <a:cubicBezTo>
                  <a:pt x="1721118" y="569310"/>
                  <a:pt x="1706276" y="554468"/>
                  <a:pt x="1687969" y="554468"/>
                </a:cubicBezTo>
                <a:cubicBezTo>
                  <a:pt x="1669661" y="554468"/>
                  <a:pt x="1654819" y="569310"/>
                  <a:pt x="1654819" y="587618"/>
                </a:cubicBezTo>
                <a:moveTo>
                  <a:pt x="1782113" y="695453"/>
                </a:moveTo>
                <a:cubicBezTo>
                  <a:pt x="1782113" y="713761"/>
                  <a:pt x="1796955" y="728603"/>
                  <a:pt x="1815263" y="728603"/>
                </a:cubicBezTo>
                <a:cubicBezTo>
                  <a:pt x="1833571" y="728603"/>
                  <a:pt x="1848412" y="713761"/>
                  <a:pt x="1848412" y="695453"/>
                </a:cubicBezTo>
                <a:cubicBezTo>
                  <a:pt x="1848412" y="677145"/>
                  <a:pt x="1833571" y="662304"/>
                  <a:pt x="1815263" y="662304"/>
                </a:cubicBezTo>
                <a:cubicBezTo>
                  <a:pt x="1796955" y="662304"/>
                  <a:pt x="1782113" y="677145"/>
                  <a:pt x="1782113" y="695453"/>
                </a:cubicBezTo>
                <a:moveTo>
                  <a:pt x="1909407" y="695519"/>
                </a:moveTo>
                <a:cubicBezTo>
                  <a:pt x="1909407" y="713827"/>
                  <a:pt x="1924249" y="728668"/>
                  <a:pt x="1942557" y="728668"/>
                </a:cubicBezTo>
                <a:cubicBezTo>
                  <a:pt x="1960865" y="728668"/>
                  <a:pt x="1975706" y="713827"/>
                  <a:pt x="1975706" y="695519"/>
                </a:cubicBezTo>
                <a:cubicBezTo>
                  <a:pt x="1975706" y="677211"/>
                  <a:pt x="1960865" y="662369"/>
                  <a:pt x="1942557" y="662369"/>
                </a:cubicBezTo>
                <a:cubicBezTo>
                  <a:pt x="1924249" y="662369"/>
                  <a:pt x="1909407" y="677211"/>
                  <a:pt x="1909407" y="695519"/>
                </a:cubicBezTo>
                <a:moveTo>
                  <a:pt x="2036701" y="693321"/>
                </a:moveTo>
                <a:cubicBezTo>
                  <a:pt x="2036701" y="711629"/>
                  <a:pt x="2051543" y="726470"/>
                  <a:pt x="2069850" y="726470"/>
                </a:cubicBezTo>
                <a:cubicBezTo>
                  <a:pt x="2088159" y="726470"/>
                  <a:pt x="2103000" y="711629"/>
                  <a:pt x="2103000" y="693321"/>
                </a:cubicBezTo>
                <a:cubicBezTo>
                  <a:pt x="2103000" y="675013"/>
                  <a:pt x="2088159" y="660171"/>
                  <a:pt x="2069850" y="660171"/>
                </a:cubicBezTo>
                <a:cubicBezTo>
                  <a:pt x="2051543" y="660171"/>
                  <a:pt x="2036701" y="675013"/>
                  <a:pt x="2036701" y="693321"/>
                </a:cubicBezTo>
                <a:moveTo>
                  <a:pt x="2163995" y="691321"/>
                </a:moveTo>
                <a:cubicBezTo>
                  <a:pt x="2163995" y="709628"/>
                  <a:pt x="2178836" y="724470"/>
                  <a:pt x="2197144" y="724470"/>
                </a:cubicBezTo>
                <a:cubicBezTo>
                  <a:pt x="2215452" y="724470"/>
                  <a:pt x="2230294" y="709628"/>
                  <a:pt x="2230294" y="691321"/>
                </a:cubicBezTo>
                <a:cubicBezTo>
                  <a:pt x="2230294" y="673013"/>
                  <a:pt x="2215452" y="658171"/>
                  <a:pt x="2197144" y="658171"/>
                </a:cubicBezTo>
                <a:cubicBezTo>
                  <a:pt x="2178836" y="658171"/>
                  <a:pt x="2163995" y="673013"/>
                  <a:pt x="2163995" y="691321"/>
                </a:cubicBezTo>
                <a:moveTo>
                  <a:pt x="2291289" y="1012202"/>
                </a:moveTo>
                <a:cubicBezTo>
                  <a:pt x="2291289" y="1030510"/>
                  <a:pt x="2306130" y="1045351"/>
                  <a:pt x="2324438" y="1045351"/>
                </a:cubicBezTo>
                <a:cubicBezTo>
                  <a:pt x="2342746" y="1045351"/>
                  <a:pt x="2357587" y="1030510"/>
                  <a:pt x="2357587" y="1012202"/>
                </a:cubicBezTo>
                <a:cubicBezTo>
                  <a:pt x="2357587" y="993894"/>
                  <a:pt x="2342746" y="979052"/>
                  <a:pt x="2324438" y="979052"/>
                </a:cubicBezTo>
                <a:cubicBezTo>
                  <a:pt x="2306130" y="979052"/>
                  <a:pt x="2291289" y="993894"/>
                  <a:pt x="2291289" y="1012202"/>
                </a:cubicBezTo>
                <a:moveTo>
                  <a:pt x="2418582" y="1011281"/>
                </a:moveTo>
                <a:cubicBezTo>
                  <a:pt x="2418582" y="1029589"/>
                  <a:pt x="2433424" y="1044430"/>
                  <a:pt x="2451732" y="1044430"/>
                </a:cubicBezTo>
                <a:cubicBezTo>
                  <a:pt x="2470040" y="1044430"/>
                  <a:pt x="2484881" y="1029589"/>
                  <a:pt x="2484881" y="1011281"/>
                </a:cubicBezTo>
                <a:cubicBezTo>
                  <a:pt x="2484881" y="992973"/>
                  <a:pt x="2470040" y="978131"/>
                  <a:pt x="2451732" y="978131"/>
                </a:cubicBezTo>
                <a:cubicBezTo>
                  <a:pt x="2433424" y="978131"/>
                  <a:pt x="2418582" y="992973"/>
                  <a:pt x="2418582" y="1011281"/>
                </a:cubicBezTo>
                <a:moveTo>
                  <a:pt x="2545876" y="1014560"/>
                </a:moveTo>
                <a:cubicBezTo>
                  <a:pt x="2545876" y="1032868"/>
                  <a:pt x="2560718" y="1047710"/>
                  <a:pt x="2579026" y="1047710"/>
                </a:cubicBezTo>
                <a:cubicBezTo>
                  <a:pt x="2597334" y="1047710"/>
                  <a:pt x="2612175" y="1032868"/>
                  <a:pt x="2612175" y="1014560"/>
                </a:cubicBezTo>
                <a:cubicBezTo>
                  <a:pt x="2612175" y="996253"/>
                  <a:pt x="2597334" y="981411"/>
                  <a:pt x="2579026" y="981411"/>
                </a:cubicBezTo>
                <a:cubicBezTo>
                  <a:pt x="2560718" y="981411"/>
                  <a:pt x="2545876" y="996253"/>
                  <a:pt x="2545876" y="1014560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043332"/>
                </a:moveTo>
                <a:cubicBezTo>
                  <a:pt x="2800464" y="1061640"/>
                  <a:pt x="2815306" y="1076481"/>
                  <a:pt x="2833613" y="1076481"/>
                </a:cubicBezTo>
                <a:cubicBezTo>
                  <a:pt x="2851922" y="1076481"/>
                  <a:pt x="2866763" y="1061640"/>
                  <a:pt x="2866763" y="1043332"/>
                </a:cubicBezTo>
                <a:cubicBezTo>
                  <a:pt x="2866763" y="1025024"/>
                  <a:pt x="2851922" y="1010182"/>
                  <a:pt x="2833613" y="1010182"/>
                </a:cubicBezTo>
                <a:cubicBezTo>
                  <a:pt x="2815306" y="1010182"/>
                  <a:pt x="2800464" y="1025024"/>
                  <a:pt x="2800464" y="1043332"/>
                </a:cubicBezTo>
                <a:close/>
              </a:path>
            </a:pathLst>
          </a:custGeom>
          <a:solidFill xmlns:a="http://schemas.openxmlformats.org/drawingml/2006/main">
            <a:srgbClr val="FF2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2DC4A6-2EE6-4A35-9735-DC236A8D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540544"/>
            <a:ext cx="2800464" cy="1031337"/>
          </a:xfrm>
          <a:custGeom xmlns:a="http://schemas.openxmlformats.org/drawingml/2006/main">
            <a:pathLst>
              <a:path w="2800464" h="1031337" fill="none">
                <a:moveTo>
                  <a:pt x="0" y="895653"/>
                </a:moveTo>
                <a:lnTo>
                  <a:pt x="127294" y="92600"/>
                </a:lnTo>
                <a:lnTo>
                  <a:pt x="254588" y="942305"/>
                </a:lnTo>
                <a:lnTo>
                  <a:pt x="381881" y="253290"/>
                </a:lnTo>
                <a:lnTo>
                  <a:pt x="509175" y="399821"/>
                </a:lnTo>
                <a:lnTo>
                  <a:pt x="636469" y="250668"/>
                </a:lnTo>
                <a:lnTo>
                  <a:pt x="763763" y="439842"/>
                </a:lnTo>
                <a:lnTo>
                  <a:pt x="891057" y="50535"/>
                </a:lnTo>
                <a:lnTo>
                  <a:pt x="1018351" y="273725"/>
                </a:lnTo>
                <a:lnTo>
                  <a:pt x="1145644" y="323537"/>
                </a:lnTo>
                <a:lnTo>
                  <a:pt x="1272938" y="323591"/>
                </a:lnTo>
                <a:lnTo>
                  <a:pt x="1400232" y="452679"/>
                </a:lnTo>
                <a:lnTo>
                  <a:pt x="1527526" y="420457"/>
                </a:lnTo>
                <a:lnTo>
                  <a:pt x="1654820" y="390078"/>
                </a:lnTo>
                <a:lnTo>
                  <a:pt x="1782114" y="261133"/>
                </a:lnTo>
                <a:lnTo>
                  <a:pt x="1909407" y="260616"/>
                </a:lnTo>
                <a:lnTo>
                  <a:pt x="2036701" y="255971"/>
                </a:lnTo>
                <a:lnTo>
                  <a:pt x="2163995" y="254860"/>
                </a:lnTo>
                <a:lnTo>
                  <a:pt x="2291289" y="1030384"/>
                </a:lnTo>
                <a:lnTo>
                  <a:pt x="2418583" y="1029890"/>
                </a:lnTo>
                <a:lnTo>
                  <a:pt x="2545876" y="1031337"/>
                </a:lnTo>
                <a:lnTo>
                  <a:pt x="2673170" y="0"/>
                </a:lnTo>
                <a:lnTo>
                  <a:pt x="2800464" y="479814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FF5500"/>
            </a:solidFill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87E67E-1972-416C-A8BC-4A6BCF81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507394"/>
            <a:ext cx="2866763" cy="1097636"/>
          </a:xfrm>
          <a:custGeom xmlns:a="http://schemas.openxmlformats.org/drawingml/2006/main">
            <a:pathLst>
              <a:path w="2866763" h="1097636">
                <a:moveTo>
                  <a:pt x="0" y="928803"/>
                </a:moveTo>
                <a:cubicBezTo>
                  <a:pt x="0" y="947111"/>
                  <a:pt x="14841" y="961952"/>
                  <a:pt x="33149" y="961952"/>
                </a:cubicBezTo>
                <a:cubicBezTo>
                  <a:pt x="51457" y="961952"/>
                  <a:pt x="66299" y="947111"/>
                  <a:pt x="66299" y="928803"/>
                </a:cubicBezTo>
                <a:cubicBezTo>
                  <a:pt x="66299" y="910495"/>
                  <a:pt x="51457" y="895653"/>
                  <a:pt x="33149" y="895653"/>
                </a:cubicBezTo>
                <a:cubicBezTo>
                  <a:pt x="14841" y="895653"/>
                  <a:pt x="0" y="910495"/>
                  <a:pt x="0" y="928803"/>
                </a:cubicBezTo>
                <a:moveTo>
                  <a:pt x="127294" y="125749"/>
                </a:moveTo>
                <a:cubicBezTo>
                  <a:pt x="127294" y="144057"/>
                  <a:pt x="142135" y="158898"/>
                  <a:pt x="160443" y="158898"/>
                </a:cubicBezTo>
                <a:cubicBezTo>
                  <a:pt x="178751" y="158898"/>
                  <a:pt x="193593" y="144057"/>
                  <a:pt x="193593" y="125749"/>
                </a:cubicBezTo>
                <a:cubicBezTo>
                  <a:pt x="193593" y="107441"/>
                  <a:pt x="178751" y="92600"/>
                  <a:pt x="160443" y="92600"/>
                </a:cubicBezTo>
                <a:cubicBezTo>
                  <a:pt x="142135" y="92600"/>
                  <a:pt x="127294" y="107441"/>
                  <a:pt x="127294" y="125749"/>
                </a:cubicBezTo>
                <a:moveTo>
                  <a:pt x="254588" y="975455"/>
                </a:moveTo>
                <a:cubicBezTo>
                  <a:pt x="254588" y="993762"/>
                  <a:pt x="269429" y="1008604"/>
                  <a:pt x="287737" y="1008604"/>
                </a:cubicBezTo>
                <a:cubicBezTo>
                  <a:pt x="306045" y="1008604"/>
                  <a:pt x="320886" y="993762"/>
                  <a:pt x="320886" y="975455"/>
                </a:cubicBezTo>
                <a:cubicBezTo>
                  <a:pt x="320886" y="957147"/>
                  <a:pt x="306045" y="942305"/>
                  <a:pt x="287737" y="942305"/>
                </a:cubicBezTo>
                <a:cubicBezTo>
                  <a:pt x="269429" y="942305"/>
                  <a:pt x="254588" y="957147"/>
                  <a:pt x="254588" y="975455"/>
                </a:cubicBezTo>
                <a:moveTo>
                  <a:pt x="381881" y="286439"/>
                </a:moveTo>
                <a:cubicBezTo>
                  <a:pt x="381881" y="304747"/>
                  <a:pt x="396723" y="319589"/>
                  <a:pt x="415031" y="319589"/>
                </a:cubicBezTo>
                <a:cubicBezTo>
                  <a:pt x="433339" y="319589"/>
                  <a:pt x="448180" y="304747"/>
                  <a:pt x="448180" y="286439"/>
                </a:cubicBezTo>
                <a:cubicBezTo>
                  <a:pt x="448180" y="268131"/>
                  <a:pt x="433339" y="253290"/>
                  <a:pt x="415031" y="253290"/>
                </a:cubicBezTo>
                <a:cubicBezTo>
                  <a:pt x="396723" y="253290"/>
                  <a:pt x="381881" y="268131"/>
                  <a:pt x="381881" y="286439"/>
                </a:cubicBezTo>
                <a:moveTo>
                  <a:pt x="509175" y="432970"/>
                </a:moveTo>
                <a:cubicBezTo>
                  <a:pt x="509175" y="451278"/>
                  <a:pt x="524017" y="466120"/>
                  <a:pt x="542325" y="466120"/>
                </a:cubicBezTo>
                <a:cubicBezTo>
                  <a:pt x="560633" y="466120"/>
                  <a:pt x="575474" y="451278"/>
                  <a:pt x="575474" y="432970"/>
                </a:cubicBezTo>
                <a:cubicBezTo>
                  <a:pt x="575474" y="414663"/>
                  <a:pt x="560633" y="399821"/>
                  <a:pt x="542325" y="399821"/>
                </a:cubicBezTo>
                <a:cubicBezTo>
                  <a:pt x="524017" y="399821"/>
                  <a:pt x="509175" y="414663"/>
                  <a:pt x="509175" y="432970"/>
                </a:cubicBezTo>
                <a:moveTo>
                  <a:pt x="636469" y="283818"/>
                </a:moveTo>
                <a:cubicBezTo>
                  <a:pt x="636469" y="302126"/>
                  <a:pt x="651311" y="316967"/>
                  <a:pt x="669619" y="316967"/>
                </a:cubicBezTo>
                <a:cubicBezTo>
                  <a:pt x="687926" y="316967"/>
                  <a:pt x="702768" y="302126"/>
                  <a:pt x="702768" y="283818"/>
                </a:cubicBezTo>
                <a:cubicBezTo>
                  <a:pt x="702768" y="265510"/>
                  <a:pt x="687926" y="250668"/>
                  <a:pt x="669619" y="250668"/>
                </a:cubicBezTo>
                <a:cubicBezTo>
                  <a:pt x="651311" y="250668"/>
                  <a:pt x="636469" y="265510"/>
                  <a:pt x="636469" y="283818"/>
                </a:cubicBezTo>
                <a:moveTo>
                  <a:pt x="763763" y="472992"/>
                </a:moveTo>
                <a:cubicBezTo>
                  <a:pt x="763763" y="491300"/>
                  <a:pt x="778605" y="506141"/>
                  <a:pt x="796912" y="506141"/>
                </a:cubicBezTo>
                <a:cubicBezTo>
                  <a:pt x="815220" y="506141"/>
                  <a:pt x="830062" y="491300"/>
                  <a:pt x="830062" y="472992"/>
                </a:cubicBezTo>
                <a:cubicBezTo>
                  <a:pt x="830062" y="454684"/>
                  <a:pt x="815220" y="439842"/>
                  <a:pt x="796912" y="439842"/>
                </a:cubicBezTo>
                <a:cubicBezTo>
                  <a:pt x="778605" y="439842"/>
                  <a:pt x="763763" y="454684"/>
                  <a:pt x="763763" y="472992"/>
                </a:cubicBezTo>
                <a:moveTo>
                  <a:pt x="891057" y="83684"/>
                </a:moveTo>
                <a:cubicBezTo>
                  <a:pt x="891057" y="101992"/>
                  <a:pt x="905898" y="116833"/>
                  <a:pt x="924206" y="116833"/>
                </a:cubicBezTo>
                <a:cubicBezTo>
                  <a:pt x="942514" y="116833"/>
                  <a:pt x="957356" y="101992"/>
                  <a:pt x="957356" y="83684"/>
                </a:cubicBezTo>
                <a:cubicBezTo>
                  <a:pt x="957356" y="65376"/>
                  <a:pt x="942514" y="50535"/>
                  <a:pt x="924206" y="50535"/>
                </a:cubicBezTo>
                <a:cubicBezTo>
                  <a:pt x="905898" y="50535"/>
                  <a:pt x="891057" y="65376"/>
                  <a:pt x="891057" y="83684"/>
                </a:cubicBezTo>
                <a:moveTo>
                  <a:pt x="1018351" y="306875"/>
                </a:moveTo>
                <a:cubicBezTo>
                  <a:pt x="1018351" y="325183"/>
                  <a:pt x="1033192" y="340024"/>
                  <a:pt x="1051500" y="340024"/>
                </a:cubicBezTo>
                <a:cubicBezTo>
                  <a:pt x="1069808" y="340024"/>
                  <a:pt x="1084650" y="325183"/>
                  <a:pt x="1084650" y="306875"/>
                </a:cubicBezTo>
                <a:cubicBezTo>
                  <a:pt x="1084650" y="288567"/>
                  <a:pt x="1069808" y="273725"/>
                  <a:pt x="1051500" y="273725"/>
                </a:cubicBezTo>
                <a:cubicBezTo>
                  <a:pt x="1033192" y="273725"/>
                  <a:pt x="1018351" y="288567"/>
                  <a:pt x="1018351" y="306875"/>
                </a:cubicBezTo>
                <a:moveTo>
                  <a:pt x="1145644" y="356686"/>
                </a:moveTo>
                <a:cubicBezTo>
                  <a:pt x="1145644" y="374994"/>
                  <a:pt x="1160486" y="389836"/>
                  <a:pt x="1178794" y="389836"/>
                </a:cubicBezTo>
                <a:cubicBezTo>
                  <a:pt x="1197102" y="389836"/>
                  <a:pt x="1211943" y="374994"/>
                  <a:pt x="1211943" y="356686"/>
                </a:cubicBezTo>
                <a:cubicBezTo>
                  <a:pt x="1211943" y="338378"/>
                  <a:pt x="1197102" y="323537"/>
                  <a:pt x="1178794" y="323537"/>
                </a:cubicBezTo>
                <a:cubicBezTo>
                  <a:pt x="1160486" y="323537"/>
                  <a:pt x="1145644" y="338378"/>
                  <a:pt x="1145644" y="356686"/>
                </a:cubicBezTo>
                <a:moveTo>
                  <a:pt x="1272938" y="356740"/>
                </a:moveTo>
                <a:cubicBezTo>
                  <a:pt x="1272938" y="375048"/>
                  <a:pt x="1287780" y="389890"/>
                  <a:pt x="1306088" y="389890"/>
                </a:cubicBezTo>
                <a:cubicBezTo>
                  <a:pt x="1324395" y="389890"/>
                  <a:pt x="1339237" y="375048"/>
                  <a:pt x="1339237" y="356740"/>
                </a:cubicBezTo>
                <a:cubicBezTo>
                  <a:pt x="1339237" y="338432"/>
                  <a:pt x="1324395" y="323591"/>
                  <a:pt x="1306088" y="323591"/>
                </a:cubicBezTo>
                <a:cubicBezTo>
                  <a:pt x="1287780" y="323591"/>
                  <a:pt x="1272938" y="338432"/>
                  <a:pt x="1272938" y="356740"/>
                </a:cubicBezTo>
                <a:moveTo>
                  <a:pt x="1400232" y="485829"/>
                </a:moveTo>
                <a:cubicBezTo>
                  <a:pt x="1400232" y="504137"/>
                  <a:pt x="1415074" y="518978"/>
                  <a:pt x="1433381" y="518978"/>
                </a:cubicBezTo>
                <a:cubicBezTo>
                  <a:pt x="1451689" y="518978"/>
                  <a:pt x="1466531" y="504137"/>
                  <a:pt x="1466531" y="485829"/>
                </a:cubicBezTo>
                <a:cubicBezTo>
                  <a:pt x="1466531" y="467521"/>
                  <a:pt x="1451689" y="452679"/>
                  <a:pt x="1433381" y="452679"/>
                </a:cubicBezTo>
                <a:cubicBezTo>
                  <a:pt x="1415074" y="452679"/>
                  <a:pt x="1400232" y="467521"/>
                  <a:pt x="1400232" y="485829"/>
                </a:cubicBezTo>
                <a:moveTo>
                  <a:pt x="1527526" y="453606"/>
                </a:moveTo>
                <a:cubicBezTo>
                  <a:pt x="1527526" y="471914"/>
                  <a:pt x="1542367" y="486755"/>
                  <a:pt x="1560675" y="486755"/>
                </a:cubicBezTo>
                <a:cubicBezTo>
                  <a:pt x="1578983" y="486755"/>
                  <a:pt x="1593825" y="471914"/>
                  <a:pt x="1593825" y="453606"/>
                </a:cubicBezTo>
                <a:cubicBezTo>
                  <a:pt x="1593825" y="435298"/>
                  <a:pt x="1578983" y="420457"/>
                  <a:pt x="1560675" y="420457"/>
                </a:cubicBezTo>
                <a:cubicBezTo>
                  <a:pt x="1542367" y="420457"/>
                  <a:pt x="1527526" y="435298"/>
                  <a:pt x="1527526" y="453606"/>
                </a:cubicBezTo>
                <a:moveTo>
                  <a:pt x="1654820" y="423227"/>
                </a:moveTo>
                <a:cubicBezTo>
                  <a:pt x="1654820" y="441535"/>
                  <a:pt x="1669661" y="456377"/>
                  <a:pt x="1687969" y="456377"/>
                </a:cubicBezTo>
                <a:cubicBezTo>
                  <a:pt x="1706277" y="456377"/>
                  <a:pt x="1721119" y="441535"/>
                  <a:pt x="1721119" y="423227"/>
                </a:cubicBezTo>
                <a:cubicBezTo>
                  <a:pt x="1721119" y="404919"/>
                  <a:pt x="1706277" y="390078"/>
                  <a:pt x="1687969" y="390078"/>
                </a:cubicBezTo>
                <a:cubicBezTo>
                  <a:pt x="1669661" y="390078"/>
                  <a:pt x="1654820" y="404919"/>
                  <a:pt x="1654820" y="423227"/>
                </a:cubicBezTo>
                <a:moveTo>
                  <a:pt x="1782114" y="294283"/>
                </a:moveTo>
                <a:cubicBezTo>
                  <a:pt x="1782114" y="312591"/>
                  <a:pt x="1796955" y="327432"/>
                  <a:pt x="1815263" y="327432"/>
                </a:cubicBezTo>
                <a:cubicBezTo>
                  <a:pt x="1833571" y="327432"/>
                  <a:pt x="1848412" y="312591"/>
                  <a:pt x="1848412" y="294283"/>
                </a:cubicBezTo>
                <a:cubicBezTo>
                  <a:pt x="1848412" y="275975"/>
                  <a:pt x="1833571" y="261133"/>
                  <a:pt x="1815263" y="261133"/>
                </a:cubicBezTo>
                <a:cubicBezTo>
                  <a:pt x="1796955" y="261133"/>
                  <a:pt x="1782114" y="275975"/>
                  <a:pt x="1782114" y="294283"/>
                </a:cubicBezTo>
                <a:moveTo>
                  <a:pt x="1909407" y="293765"/>
                </a:moveTo>
                <a:cubicBezTo>
                  <a:pt x="1909407" y="312073"/>
                  <a:pt x="1924249" y="326914"/>
                  <a:pt x="1942557" y="326914"/>
                </a:cubicBezTo>
                <a:cubicBezTo>
                  <a:pt x="1960865" y="326914"/>
                  <a:pt x="1975706" y="312073"/>
                  <a:pt x="1975706" y="293765"/>
                </a:cubicBezTo>
                <a:cubicBezTo>
                  <a:pt x="1975706" y="275457"/>
                  <a:pt x="1960865" y="260616"/>
                  <a:pt x="1942557" y="260616"/>
                </a:cubicBezTo>
                <a:cubicBezTo>
                  <a:pt x="1924249" y="260616"/>
                  <a:pt x="1909407" y="275457"/>
                  <a:pt x="1909407" y="293765"/>
                </a:cubicBezTo>
                <a:moveTo>
                  <a:pt x="2036701" y="289120"/>
                </a:moveTo>
                <a:cubicBezTo>
                  <a:pt x="2036701" y="307428"/>
                  <a:pt x="2051543" y="322269"/>
                  <a:pt x="2069851" y="322269"/>
                </a:cubicBezTo>
                <a:cubicBezTo>
                  <a:pt x="2088159" y="322269"/>
                  <a:pt x="2103000" y="307428"/>
                  <a:pt x="2103000" y="289120"/>
                </a:cubicBezTo>
                <a:cubicBezTo>
                  <a:pt x="2103000" y="270812"/>
                  <a:pt x="2088159" y="255971"/>
                  <a:pt x="2069851" y="255971"/>
                </a:cubicBezTo>
                <a:cubicBezTo>
                  <a:pt x="2051543" y="255971"/>
                  <a:pt x="2036701" y="270812"/>
                  <a:pt x="2036701" y="289120"/>
                </a:cubicBezTo>
                <a:moveTo>
                  <a:pt x="2163995" y="288009"/>
                </a:moveTo>
                <a:cubicBezTo>
                  <a:pt x="2163995" y="306317"/>
                  <a:pt x="2178837" y="321159"/>
                  <a:pt x="2197144" y="321159"/>
                </a:cubicBezTo>
                <a:cubicBezTo>
                  <a:pt x="2215452" y="321159"/>
                  <a:pt x="2230294" y="306317"/>
                  <a:pt x="2230294" y="288009"/>
                </a:cubicBezTo>
                <a:cubicBezTo>
                  <a:pt x="2230294" y="269701"/>
                  <a:pt x="2215452" y="254860"/>
                  <a:pt x="2197144" y="254860"/>
                </a:cubicBezTo>
                <a:cubicBezTo>
                  <a:pt x="2178837" y="254860"/>
                  <a:pt x="2163995" y="269701"/>
                  <a:pt x="2163995" y="288009"/>
                </a:cubicBezTo>
                <a:moveTo>
                  <a:pt x="2291289" y="1063533"/>
                </a:moveTo>
                <a:cubicBezTo>
                  <a:pt x="2291289" y="1081841"/>
                  <a:pt x="2306130" y="1096683"/>
                  <a:pt x="2324438" y="1096683"/>
                </a:cubicBezTo>
                <a:cubicBezTo>
                  <a:pt x="2342746" y="1096683"/>
                  <a:pt x="2357588" y="1081841"/>
                  <a:pt x="2357588" y="1063533"/>
                </a:cubicBezTo>
                <a:cubicBezTo>
                  <a:pt x="2357588" y="1045225"/>
                  <a:pt x="2342746" y="1030384"/>
                  <a:pt x="2324438" y="1030384"/>
                </a:cubicBezTo>
                <a:cubicBezTo>
                  <a:pt x="2306130" y="1030384"/>
                  <a:pt x="2291289" y="1045225"/>
                  <a:pt x="2291289" y="1063533"/>
                </a:cubicBezTo>
                <a:moveTo>
                  <a:pt x="2418583" y="1063039"/>
                </a:moveTo>
                <a:cubicBezTo>
                  <a:pt x="2418583" y="1081347"/>
                  <a:pt x="2433424" y="1096189"/>
                  <a:pt x="2451732" y="1096189"/>
                </a:cubicBezTo>
                <a:cubicBezTo>
                  <a:pt x="2470040" y="1096189"/>
                  <a:pt x="2484881" y="1081347"/>
                  <a:pt x="2484881" y="1063039"/>
                </a:cubicBezTo>
                <a:cubicBezTo>
                  <a:pt x="2484881" y="1044732"/>
                  <a:pt x="2470040" y="1029890"/>
                  <a:pt x="2451732" y="1029890"/>
                </a:cubicBezTo>
                <a:cubicBezTo>
                  <a:pt x="2433424" y="1029890"/>
                  <a:pt x="2418583" y="1044732"/>
                  <a:pt x="2418583" y="1063039"/>
                </a:cubicBezTo>
                <a:moveTo>
                  <a:pt x="2545876" y="1064486"/>
                </a:moveTo>
                <a:cubicBezTo>
                  <a:pt x="2545876" y="1082794"/>
                  <a:pt x="2560718" y="1097636"/>
                  <a:pt x="2579026" y="1097636"/>
                </a:cubicBezTo>
                <a:cubicBezTo>
                  <a:pt x="2597334" y="1097636"/>
                  <a:pt x="2612175" y="1082794"/>
                  <a:pt x="2612175" y="1064486"/>
                </a:cubicBezTo>
                <a:cubicBezTo>
                  <a:pt x="2612175" y="1046178"/>
                  <a:pt x="2597334" y="1031337"/>
                  <a:pt x="2579026" y="1031337"/>
                </a:cubicBezTo>
                <a:cubicBezTo>
                  <a:pt x="2560718" y="1031337"/>
                  <a:pt x="2545876" y="1046178"/>
                  <a:pt x="2545876" y="1064486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512963"/>
                </a:moveTo>
                <a:cubicBezTo>
                  <a:pt x="2800464" y="531271"/>
                  <a:pt x="2815306" y="546113"/>
                  <a:pt x="2833614" y="546113"/>
                </a:cubicBezTo>
                <a:cubicBezTo>
                  <a:pt x="2851921" y="546113"/>
                  <a:pt x="2866763" y="531271"/>
                  <a:pt x="2866763" y="512963"/>
                </a:cubicBezTo>
                <a:cubicBezTo>
                  <a:pt x="2866763" y="494655"/>
                  <a:pt x="2851921" y="479814"/>
                  <a:pt x="2833614" y="479814"/>
                </a:cubicBezTo>
                <a:cubicBezTo>
                  <a:pt x="2815306" y="479814"/>
                  <a:pt x="2800464" y="494655"/>
                  <a:pt x="2800464" y="512963"/>
                </a:cubicBez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8D916-1CAC-432E-B551-A9898A17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906583"/>
            <a:ext cx="2800464" cy="1076188"/>
          </a:xfrm>
          <a:custGeom xmlns:a="http://schemas.openxmlformats.org/drawingml/2006/main">
            <a:pathLst>
              <a:path w="2800464" h="1076188" fill="none">
                <a:moveTo>
                  <a:pt x="0" y="893949"/>
                </a:moveTo>
                <a:lnTo>
                  <a:pt x="127294" y="70441"/>
                </a:lnTo>
                <a:lnTo>
                  <a:pt x="254588" y="899407"/>
                </a:lnTo>
                <a:lnTo>
                  <a:pt x="381881" y="583443"/>
                </a:lnTo>
                <a:lnTo>
                  <a:pt x="509175" y="702350"/>
                </a:lnTo>
                <a:lnTo>
                  <a:pt x="636469" y="577522"/>
                </a:lnTo>
                <a:lnTo>
                  <a:pt x="763763" y="753130"/>
                </a:lnTo>
                <a:lnTo>
                  <a:pt x="891057" y="557794"/>
                </a:lnTo>
                <a:lnTo>
                  <a:pt x="1018350" y="624256"/>
                </a:lnTo>
                <a:lnTo>
                  <a:pt x="1145644" y="607686"/>
                </a:lnTo>
                <a:lnTo>
                  <a:pt x="1272938" y="609085"/>
                </a:lnTo>
                <a:lnTo>
                  <a:pt x="1400232" y="585184"/>
                </a:lnTo>
                <a:lnTo>
                  <a:pt x="1527526" y="491365"/>
                </a:lnTo>
                <a:lnTo>
                  <a:pt x="1654819" y="600008"/>
                </a:lnTo>
                <a:lnTo>
                  <a:pt x="1782113" y="753812"/>
                </a:lnTo>
                <a:lnTo>
                  <a:pt x="1909407" y="750835"/>
                </a:lnTo>
                <a:lnTo>
                  <a:pt x="2036701" y="751025"/>
                </a:lnTo>
                <a:lnTo>
                  <a:pt x="2163995" y="751824"/>
                </a:lnTo>
                <a:lnTo>
                  <a:pt x="2291289" y="1064638"/>
                </a:lnTo>
                <a:lnTo>
                  <a:pt x="2418582" y="1061361"/>
                </a:lnTo>
                <a:lnTo>
                  <a:pt x="2545876" y="1061781"/>
                </a:lnTo>
                <a:lnTo>
                  <a:pt x="2673170" y="0"/>
                </a:lnTo>
                <a:lnTo>
                  <a:pt x="2800464" y="1076188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FF5500"/>
            </a:solidFill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60B939-528C-437D-AE0C-30D1E8D6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873434"/>
            <a:ext cx="2866763" cy="1142487"/>
          </a:xfrm>
          <a:custGeom xmlns:a="http://schemas.openxmlformats.org/drawingml/2006/main">
            <a:pathLst>
              <a:path w="2866763" h="1142487">
                <a:moveTo>
                  <a:pt x="0" y="927098"/>
                </a:moveTo>
                <a:cubicBezTo>
                  <a:pt x="0" y="945406"/>
                  <a:pt x="14841" y="960248"/>
                  <a:pt x="33149" y="960248"/>
                </a:cubicBezTo>
                <a:cubicBezTo>
                  <a:pt x="51457" y="960248"/>
                  <a:pt x="66299" y="945406"/>
                  <a:pt x="66299" y="927098"/>
                </a:cubicBezTo>
                <a:cubicBezTo>
                  <a:pt x="66299" y="908790"/>
                  <a:pt x="51457" y="893949"/>
                  <a:pt x="33149" y="893949"/>
                </a:cubicBezTo>
                <a:cubicBezTo>
                  <a:pt x="14841" y="893949"/>
                  <a:pt x="0" y="908790"/>
                  <a:pt x="0" y="927098"/>
                </a:cubicBezTo>
                <a:moveTo>
                  <a:pt x="127294" y="103590"/>
                </a:moveTo>
                <a:cubicBezTo>
                  <a:pt x="127294" y="121898"/>
                  <a:pt x="142135" y="136740"/>
                  <a:pt x="160443" y="136740"/>
                </a:cubicBezTo>
                <a:cubicBezTo>
                  <a:pt x="178751" y="136740"/>
                  <a:pt x="193592" y="121898"/>
                  <a:pt x="193592" y="103590"/>
                </a:cubicBezTo>
                <a:cubicBezTo>
                  <a:pt x="193592" y="85282"/>
                  <a:pt x="178751" y="70441"/>
                  <a:pt x="160443" y="70441"/>
                </a:cubicBezTo>
                <a:cubicBezTo>
                  <a:pt x="142135" y="70441"/>
                  <a:pt x="127294" y="85282"/>
                  <a:pt x="127294" y="103590"/>
                </a:cubicBezTo>
                <a:moveTo>
                  <a:pt x="254588" y="932556"/>
                </a:moveTo>
                <a:cubicBezTo>
                  <a:pt x="254588" y="950864"/>
                  <a:pt x="269429" y="965706"/>
                  <a:pt x="287737" y="965706"/>
                </a:cubicBezTo>
                <a:cubicBezTo>
                  <a:pt x="306045" y="965706"/>
                  <a:pt x="320886" y="950864"/>
                  <a:pt x="320886" y="932556"/>
                </a:cubicBezTo>
                <a:cubicBezTo>
                  <a:pt x="320886" y="914248"/>
                  <a:pt x="306045" y="899407"/>
                  <a:pt x="287737" y="899407"/>
                </a:cubicBezTo>
                <a:cubicBezTo>
                  <a:pt x="269429" y="899407"/>
                  <a:pt x="254588" y="914248"/>
                  <a:pt x="254588" y="932556"/>
                </a:cubicBezTo>
                <a:moveTo>
                  <a:pt x="381881" y="616593"/>
                </a:moveTo>
                <a:cubicBezTo>
                  <a:pt x="381881" y="634901"/>
                  <a:pt x="396723" y="649742"/>
                  <a:pt x="415031" y="649742"/>
                </a:cubicBezTo>
                <a:cubicBezTo>
                  <a:pt x="433339" y="649742"/>
                  <a:pt x="448180" y="634901"/>
                  <a:pt x="448180" y="616593"/>
                </a:cubicBezTo>
                <a:cubicBezTo>
                  <a:pt x="448180" y="598285"/>
                  <a:pt x="433339" y="583443"/>
                  <a:pt x="415031" y="583443"/>
                </a:cubicBezTo>
                <a:cubicBezTo>
                  <a:pt x="396723" y="583443"/>
                  <a:pt x="381881" y="598285"/>
                  <a:pt x="381881" y="616593"/>
                </a:cubicBezTo>
                <a:moveTo>
                  <a:pt x="509175" y="735499"/>
                </a:moveTo>
                <a:cubicBezTo>
                  <a:pt x="509175" y="753807"/>
                  <a:pt x="524017" y="768649"/>
                  <a:pt x="542324" y="768649"/>
                </a:cubicBezTo>
                <a:cubicBezTo>
                  <a:pt x="560632" y="768649"/>
                  <a:pt x="575474" y="753807"/>
                  <a:pt x="575474" y="735499"/>
                </a:cubicBezTo>
                <a:cubicBezTo>
                  <a:pt x="575474" y="717191"/>
                  <a:pt x="560632" y="702350"/>
                  <a:pt x="542324" y="702350"/>
                </a:cubicBezTo>
                <a:cubicBezTo>
                  <a:pt x="524017" y="702350"/>
                  <a:pt x="509175" y="717191"/>
                  <a:pt x="509175" y="735499"/>
                </a:cubicBezTo>
                <a:moveTo>
                  <a:pt x="636469" y="610671"/>
                </a:moveTo>
                <a:cubicBezTo>
                  <a:pt x="636469" y="628979"/>
                  <a:pt x="651310" y="643821"/>
                  <a:pt x="669618" y="643821"/>
                </a:cubicBezTo>
                <a:cubicBezTo>
                  <a:pt x="687926" y="643821"/>
                  <a:pt x="702768" y="628979"/>
                  <a:pt x="702768" y="610671"/>
                </a:cubicBezTo>
                <a:cubicBezTo>
                  <a:pt x="702768" y="592363"/>
                  <a:pt x="687926" y="577522"/>
                  <a:pt x="669618" y="577522"/>
                </a:cubicBezTo>
                <a:cubicBezTo>
                  <a:pt x="651310" y="577522"/>
                  <a:pt x="636469" y="592363"/>
                  <a:pt x="636469" y="610671"/>
                </a:cubicBezTo>
                <a:moveTo>
                  <a:pt x="763763" y="786280"/>
                </a:moveTo>
                <a:cubicBezTo>
                  <a:pt x="763763" y="804588"/>
                  <a:pt x="778604" y="819429"/>
                  <a:pt x="796912" y="819429"/>
                </a:cubicBezTo>
                <a:cubicBezTo>
                  <a:pt x="815220" y="819429"/>
                  <a:pt x="830061" y="804588"/>
                  <a:pt x="830061" y="786280"/>
                </a:cubicBezTo>
                <a:cubicBezTo>
                  <a:pt x="830061" y="767972"/>
                  <a:pt x="815220" y="753130"/>
                  <a:pt x="796912" y="753130"/>
                </a:cubicBezTo>
                <a:cubicBezTo>
                  <a:pt x="778604" y="753130"/>
                  <a:pt x="763763" y="767972"/>
                  <a:pt x="763763" y="786280"/>
                </a:cubicBezTo>
                <a:moveTo>
                  <a:pt x="891057" y="590944"/>
                </a:moveTo>
                <a:cubicBezTo>
                  <a:pt x="891057" y="609252"/>
                  <a:pt x="905898" y="624093"/>
                  <a:pt x="924206" y="624093"/>
                </a:cubicBezTo>
                <a:cubicBezTo>
                  <a:pt x="942514" y="624093"/>
                  <a:pt x="957356" y="609252"/>
                  <a:pt x="957356" y="590944"/>
                </a:cubicBezTo>
                <a:cubicBezTo>
                  <a:pt x="957356" y="572636"/>
                  <a:pt x="942514" y="557794"/>
                  <a:pt x="924206" y="557794"/>
                </a:cubicBezTo>
                <a:cubicBezTo>
                  <a:pt x="905898" y="557794"/>
                  <a:pt x="891057" y="572636"/>
                  <a:pt x="891057" y="590944"/>
                </a:cubicBezTo>
                <a:moveTo>
                  <a:pt x="1018350" y="657405"/>
                </a:moveTo>
                <a:cubicBezTo>
                  <a:pt x="1018350" y="675713"/>
                  <a:pt x="1033192" y="690555"/>
                  <a:pt x="1051500" y="690555"/>
                </a:cubicBezTo>
                <a:cubicBezTo>
                  <a:pt x="1069808" y="690555"/>
                  <a:pt x="1084649" y="675713"/>
                  <a:pt x="1084649" y="657405"/>
                </a:cubicBezTo>
                <a:cubicBezTo>
                  <a:pt x="1084649" y="639097"/>
                  <a:pt x="1069808" y="624256"/>
                  <a:pt x="1051500" y="624256"/>
                </a:cubicBezTo>
                <a:cubicBezTo>
                  <a:pt x="1033192" y="624256"/>
                  <a:pt x="1018350" y="639097"/>
                  <a:pt x="1018350" y="657405"/>
                </a:cubicBezTo>
                <a:moveTo>
                  <a:pt x="1145644" y="640836"/>
                </a:moveTo>
                <a:cubicBezTo>
                  <a:pt x="1145644" y="659144"/>
                  <a:pt x="1160486" y="673985"/>
                  <a:pt x="1178793" y="673985"/>
                </a:cubicBezTo>
                <a:cubicBezTo>
                  <a:pt x="1197101" y="673985"/>
                  <a:pt x="1211943" y="659144"/>
                  <a:pt x="1211943" y="640836"/>
                </a:cubicBezTo>
                <a:cubicBezTo>
                  <a:pt x="1211943" y="622528"/>
                  <a:pt x="1197101" y="607686"/>
                  <a:pt x="1178793" y="607686"/>
                </a:cubicBezTo>
                <a:cubicBezTo>
                  <a:pt x="1160486" y="607686"/>
                  <a:pt x="1145644" y="622528"/>
                  <a:pt x="1145644" y="640836"/>
                </a:cubicBezTo>
                <a:moveTo>
                  <a:pt x="1272938" y="642235"/>
                </a:moveTo>
                <a:cubicBezTo>
                  <a:pt x="1272938" y="660543"/>
                  <a:pt x="1287780" y="675384"/>
                  <a:pt x="1306087" y="675384"/>
                </a:cubicBezTo>
                <a:cubicBezTo>
                  <a:pt x="1324395" y="675384"/>
                  <a:pt x="1339237" y="660543"/>
                  <a:pt x="1339237" y="642235"/>
                </a:cubicBezTo>
                <a:cubicBezTo>
                  <a:pt x="1339237" y="623927"/>
                  <a:pt x="1324395" y="609085"/>
                  <a:pt x="1306087" y="609085"/>
                </a:cubicBezTo>
                <a:cubicBezTo>
                  <a:pt x="1287780" y="609085"/>
                  <a:pt x="1272938" y="623927"/>
                  <a:pt x="1272938" y="642235"/>
                </a:cubicBezTo>
                <a:moveTo>
                  <a:pt x="1400232" y="618333"/>
                </a:moveTo>
                <a:cubicBezTo>
                  <a:pt x="1400232" y="636641"/>
                  <a:pt x="1415073" y="651482"/>
                  <a:pt x="1433381" y="651482"/>
                </a:cubicBezTo>
                <a:cubicBezTo>
                  <a:pt x="1451689" y="651482"/>
                  <a:pt x="1466531" y="636641"/>
                  <a:pt x="1466531" y="618333"/>
                </a:cubicBezTo>
                <a:cubicBezTo>
                  <a:pt x="1466531" y="600025"/>
                  <a:pt x="1451689" y="585184"/>
                  <a:pt x="1433381" y="585184"/>
                </a:cubicBezTo>
                <a:cubicBezTo>
                  <a:pt x="1415073" y="585184"/>
                  <a:pt x="1400232" y="600025"/>
                  <a:pt x="1400232" y="618333"/>
                </a:cubicBezTo>
                <a:moveTo>
                  <a:pt x="1527526" y="524514"/>
                </a:moveTo>
                <a:cubicBezTo>
                  <a:pt x="1527526" y="542822"/>
                  <a:pt x="1542367" y="557664"/>
                  <a:pt x="1560675" y="557664"/>
                </a:cubicBezTo>
                <a:cubicBezTo>
                  <a:pt x="1578983" y="557664"/>
                  <a:pt x="1593825" y="542822"/>
                  <a:pt x="1593825" y="524514"/>
                </a:cubicBezTo>
                <a:cubicBezTo>
                  <a:pt x="1593825" y="506206"/>
                  <a:pt x="1578983" y="491365"/>
                  <a:pt x="1560675" y="491365"/>
                </a:cubicBezTo>
                <a:cubicBezTo>
                  <a:pt x="1542367" y="491365"/>
                  <a:pt x="1527526" y="506206"/>
                  <a:pt x="1527526" y="524514"/>
                </a:cubicBezTo>
                <a:moveTo>
                  <a:pt x="1654819" y="633158"/>
                </a:moveTo>
                <a:cubicBezTo>
                  <a:pt x="1654819" y="651466"/>
                  <a:pt x="1669661" y="666307"/>
                  <a:pt x="1687969" y="666307"/>
                </a:cubicBezTo>
                <a:cubicBezTo>
                  <a:pt x="1706276" y="666307"/>
                  <a:pt x="1721118" y="651466"/>
                  <a:pt x="1721118" y="633158"/>
                </a:cubicBezTo>
                <a:cubicBezTo>
                  <a:pt x="1721118" y="614850"/>
                  <a:pt x="1706276" y="600008"/>
                  <a:pt x="1687969" y="600008"/>
                </a:cubicBezTo>
                <a:cubicBezTo>
                  <a:pt x="1669661" y="600008"/>
                  <a:pt x="1654819" y="614850"/>
                  <a:pt x="1654819" y="633158"/>
                </a:cubicBezTo>
                <a:moveTo>
                  <a:pt x="1782113" y="786962"/>
                </a:moveTo>
                <a:cubicBezTo>
                  <a:pt x="1782113" y="805269"/>
                  <a:pt x="1796955" y="820111"/>
                  <a:pt x="1815263" y="820111"/>
                </a:cubicBezTo>
                <a:cubicBezTo>
                  <a:pt x="1833571" y="820111"/>
                  <a:pt x="1848412" y="805269"/>
                  <a:pt x="1848412" y="786962"/>
                </a:cubicBezTo>
                <a:cubicBezTo>
                  <a:pt x="1848412" y="768654"/>
                  <a:pt x="1833571" y="753812"/>
                  <a:pt x="1815263" y="753812"/>
                </a:cubicBezTo>
                <a:cubicBezTo>
                  <a:pt x="1796955" y="753812"/>
                  <a:pt x="1782113" y="768654"/>
                  <a:pt x="1782113" y="786962"/>
                </a:cubicBezTo>
                <a:moveTo>
                  <a:pt x="1909407" y="783984"/>
                </a:moveTo>
                <a:cubicBezTo>
                  <a:pt x="1909407" y="802292"/>
                  <a:pt x="1924249" y="817134"/>
                  <a:pt x="1942557" y="817134"/>
                </a:cubicBezTo>
                <a:cubicBezTo>
                  <a:pt x="1960865" y="817134"/>
                  <a:pt x="1975706" y="802292"/>
                  <a:pt x="1975706" y="783984"/>
                </a:cubicBezTo>
                <a:cubicBezTo>
                  <a:pt x="1975706" y="765676"/>
                  <a:pt x="1960865" y="750835"/>
                  <a:pt x="1942557" y="750835"/>
                </a:cubicBezTo>
                <a:cubicBezTo>
                  <a:pt x="1924249" y="750835"/>
                  <a:pt x="1909407" y="765676"/>
                  <a:pt x="1909407" y="783984"/>
                </a:cubicBezTo>
                <a:moveTo>
                  <a:pt x="2036701" y="784174"/>
                </a:moveTo>
                <a:cubicBezTo>
                  <a:pt x="2036701" y="802483"/>
                  <a:pt x="2051543" y="817324"/>
                  <a:pt x="2069850" y="817324"/>
                </a:cubicBezTo>
                <a:cubicBezTo>
                  <a:pt x="2088159" y="817324"/>
                  <a:pt x="2103000" y="802483"/>
                  <a:pt x="2103000" y="784174"/>
                </a:cubicBezTo>
                <a:cubicBezTo>
                  <a:pt x="2103000" y="765867"/>
                  <a:pt x="2088159" y="751025"/>
                  <a:pt x="2069850" y="751025"/>
                </a:cubicBezTo>
                <a:cubicBezTo>
                  <a:pt x="2051543" y="751025"/>
                  <a:pt x="2036701" y="765867"/>
                  <a:pt x="2036701" y="784174"/>
                </a:cubicBezTo>
                <a:moveTo>
                  <a:pt x="2163995" y="784973"/>
                </a:moveTo>
                <a:cubicBezTo>
                  <a:pt x="2163995" y="803281"/>
                  <a:pt x="2178836" y="818123"/>
                  <a:pt x="2197144" y="818123"/>
                </a:cubicBezTo>
                <a:cubicBezTo>
                  <a:pt x="2215452" y="818123"/>
                  <a:pt x="2230294" y="803281"/>
                  <a:pt x="2230294" y="784973"/>
                </a:cubicBezTo>
                <a:cubicBezTo>
                  <a:pt x="2230294" y="766665"/>
                  <a:pt x="2215452" y="751824"/>
                  <a:pt x="2197144" y="751824"/>
                </a:cubicBezTo>
                <a:cubicBezTo>
                  <a:pt x="2178836" y="751824"/>
                  <a:pt x="2163995" y="766665"/>
                  <a:pt x="2163995" y="784973"/>
                </a:cubicBezTo>
                <a:moveTo>
                  <a:pt x="2291289" y="1097788"/>
                </a:moveTo>
                <a:cubicBezTo>
                  <a:pt x="2291289" y="1116096"/>
                  <a:pt x="2306130" y="1130937"/>
                  <a:pt x="2324438" y="1130937"/>
                </a:cubicBezTo>
                <a:cubicBezTo>
                  <a:pt x="2342746" y="1130937"/>
                  <a:pt x="2357587" y="1116096"/>
                  <a:pt x="2357587" y="1097788"/>
                </a:cubicBezTo>
                <a:cubicBezTo>
                  <a:pt x="2357587" y="1079480"/>
                  <a:pt x="2342746" y="1064638"/>
                  <a:pt x="2324438" y="1064638"/>
                </a:cubicBezTo>
                <a:cubicBezTo>
                  <a:pt x="2306130" y="1064638"/>
                  <a:pt x="2291289" y="1079480"/>
                  <a:pt x="2291289" y="1097788"/>
                </a:cubicBezTo>
                <a:moveTo>
                  <a:pt x="2418582" y="1094510"/>
                </a:moveTo>
                <a:cubicBezTo>
                  <a:pt x="2418582" y="1112818"/>
                  <a:pt x="2433424" y="1127660"/>
                  <a:pt x="2451732" y="1127660"/>
                </a:cubicBezTo>
                <a:cubicBezTo>
                  <a:pt x="2470040" y="1127660"/>
                  <a:pt x="2484881" y="1112818"/>
                  <a:pt x="2484881" y="1094510"/>
                </a:cubicBezTo>
                <a:cubicBezTo>
                  <a:pt x="2484881" y="1076202"/>
                  <a:pt x="2470040" y="1061361"/>
                  <a:pt x="2451732" y="1061361"/>
                </a:cubicBezTo>
                <a:cubicBezTo>
                  <a:pt x="2433424" y="1061361"/>
                  <a:pt x="2418582" y="1076202"/>
                  <a:pt x="2418582" y="1094510"/>
                </a:cubicBezTo>
                <a:moveTo>
                  <a:pt x="2545876" y="1094930"/>
                </a:moveTo>
                <a:cubicBezTo>
                  <a:pt x="2545876" y="1113238"/>
                  <a:pt x="2560718" y="1128080"/>
                  <a:pt x="2579026" y="1128080"/>
                </a:cubicBezTo>
                <a:cubicBezTo>
                  <a:pt x="2597334" y="1128080"/>
                  <a:pt x="2612175" y="1113238"/>
                  <a:pt x="2612175" y="1094930"/>
                </a:cubicBezTo>
                <a:cubicBezTo>
                  <a:pt x="2612175" y="1076622"/>
                  <a:pt x="2597334" y="1061781"/>
                  <a:pt x="2579026" y="1061781"/>
                </a:cubicBezTo>
                <a:cubicBezTo>
                  <a:pt x="2560718" y="1061781"/>
                  <a:pt x="2545876" y="1076622"/>
                  <a:pt x="2545876" y="1094930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109337"/>
                </a:moveTo>
                <a:cubicBezTo>
                  <a:pt x="2800464" y="1127645"/>
                  <a:pt x="2815306" y="1142487"/>
                  <a:pt x="2833613" y="1142487"/>
                </a:cubicBezTo>
                <a:cubicBezTo>
                  <a:pt x="2851922" y="1142487"/>
                  <a:pt x="2866763" y="1127645"/>
                  <a:pt x="2866763" y="1109337"/>
                </a:cubicBezTo>
                <a:cubicBezTo>
                  <a:pt x="2866763" y="1091030"/>
                  <a:pt x="2851922" y="1076188"/>
                  <a:pt x="2833613" y="1076188"/>
                </a:cubicBezTo>
                <a:cubicBezTo>
                  <a:pt x="2815306" y="1076188"/>
                  <a:pt x="2800464" y="1091030"/>
                  <a:pt x="2800464" y="1109337"/>
                </a:cubicBez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86E0E0-EE0D-4EC5-AF29-3F5B5524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2786368"/>
            <a:ext cx="2800464" cy="1228559"/>
          </a:xfrm>
          <a:custGeom xmlns:a="http://schemas.openxmlformats.org/drawingml/2006/main">
            <a:pathLst>
              <a:path w="2800464" h="1228559" fill="none">
                <a:moveTo>
                  <a:pt x="0" y="970057"/>
                </a:moveTo>
                <a:lnTo>
                  <a:pt x="127294" y="530534"/>
                </a:lnTo>
                <a:lnTo>
                  <a:pt x="254588" y="998898"/>
                </a:lnTo>
                <a:lnTo>
                  <a:pt x="381881" y="397441"/>
                </a:lnTo>
                <a:lnTo>
                  <a:pt x="509175" y="495909"/>
                </a:lnTo>
                <a:lnTo>
                  <a:pt x="636469" y="395211"/>
                </a:lnTo>
                <a:lnTo>
                  <a:pt x="763763" y="433950"/>
                </a:lnTo>
                <a:lnTo>
                  <a:pt x="891057" y="439838"/>
                </a:lnTo>
                <a:lnTo>
                  <a:pt x="1018351" y="378691"/>
                </a:lnTo>
                <a:lnTo>
                  <a:pt x="1145644" y="464025"/>
                </a:lnTo>
                <a:lnTo>
                  <a:pt x="1272938" y="465496"/>
                </a:lnTo>
                <a:lnTo>
                  <a:pt x="1400232" y="514111"/>
                </a:lnTo>
                <a:lnTo>
                  <a:pt x="1527526" y="430786"/>
                </a:lnTo>
                <a:lnTo>
                  <a:pt x="1654820" y="383658"/>
                </a:lnTo>
                <a:lnTo>
                  <a:pt x="1782114" y="387246"/>
                </a:lnTo>
                <a:lnTo>
                  <a:pt x="1909407" y="385679"/>
                </a:lnTo>
                <a:lnTo>
                  <a:pt x="2036701" y="385509"/>
                </a:lnTo>
                <a:lnTo>
                  <a:pt x="2163995" y="386403"/>
                </a:lnTo>
                <a:lnTo>
                  <a:pt x="2291289" y="1154954"/>
                </a:lnTo>
                <a:lnTo>
                  <a:pt x="2418583" y="1148233"/>
                </a:lnTo>
                <a:lnTo>
                  <a:pt x="2545876" y="1152773"/>
                </a:lnTo>
                <a:lnTo>
                  <a:pt x="2673170" y="0"/>
                </a:lnTo>
                <a:lnTo>
                  <a:pt x="2800464" y="1228559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FF5500"/>
            </a:solidFill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CE6096-6C59-403E-95C8-4B821F31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2753218"/>
            <a:ext cx="2866763" cy="1294858"/>
          </a:xfrm>
          <a:custGeom xmlns:a="http://schemas.openxmlformats.org/drawingml/2006/main">
            <a:pathLst>
              <a:path w="2866763" h="1294858">
                <a:moveTo>
                  <a:pt x="0" y="1003206"/>
                </a:moveTo>
                <a:cubicBezTo>
                  <a:pt x="0" y="1021514"/>
                  <a:pt x="14841" y="1036355"/>
                  <a:pt x="33149" y="1036355"/>
                </a:cubicBezTo>
                <a:cubicBezTo>
                  <a:pt x="51457" y="1036355"/>
                  <a:pt x="66299" y="1021514"/>
                  <a:pt x="66299" y="1003206"/>
                </a:cubicBezTo>
                <a:cubicBezTo>
                  <a:pt x="66299" y="984898"/>
                  <a:pt x="51457" y="970057"/>
                  <a:pt x="33149" y="970057"/>
                </a:cubicBezTo>
                <a:cubicBezTo>
                  <a:pt x="14841" y="970057"/>
                  <a:pt x="0" y="984898"/>
                  <a:pt x="0" y="1003206"/>
                </a:cubicBezTo>
                <a:moveTo>
                  <a:pt x="127294" y="563683"/>
                </a:moveTo>
                <a:cubicBezTo>
                  <a:pt x="127294" y="581991"/>
                  <a:pt x="142135" y="596833"/>
                  <a:pt x="160443" y="596833"/>
                </a:cubicBezTo>
                <a:cubicBezTo>
                  <a:pt x="178751" y="596833"/>
                  <a:pt x="193593" y="581991"/>
                  <a:pt x="193593" y="563683"/>
                </a:cubicBezTo>
                <a:cubicBezTo>
                  <a:pt x="193593" y="545376"/>
                  <a:pt x="178751" y="530534"/>
                  <a:pt x="160443" y="530534"/>
                </a:cubicBezTo>
                <a:cubicBezTo>
                  <a:pt x="142135" y="530534"/>
                  <a:pt x="127294" y="545376"/>
                  <a:pt x="127294" y="563683"/>
                </a:cubicBezTo>
                <a:moveTo>
                  <a:pt x="254588" y="1032047"/>
                </a:moveTo>
                <a:cubicBezTo>
                  <a:pt x="254588" y="1050355"/>
                  <a:pt x="269429" y="1065197"/>
                  <a:pt x="287737" y="1065197"/>
                </a:cubicBezTo>
                <a:cubicBezTo>
                  <a:pt x="306045" y="1065197"/>
                  <a:pt x="320886" y="1050355"/>
                  <a:pt x="320886" y="1032047"/>
                </a:cubicBezTo>
                <a:cubicBezTo>
                  <a:pt x="320886" y="1013739"/>
                  <a:pt x="306045" y="998898"/>
                  <a:pt x="287737" y="998898"/>
                </a:cubicBezTo>
                <a:cubicBezTo>
                  <a:pt x="269429" y="998898"/>
                  <a:pt x="254588" y="1013739"/>
                  <a:pt x="254588" y="1032047"/>
                </a:cubicBezTo>
                <a:moveTo>
                  <a:pt x="381881" y="430590"/>
                </a:moveTo>
                <a:cubicBezTo>
                  <a:pt x="381881" y="448898"/>
                  <a:pt x="396723" y="463740"/>
                  <a:pt x="415031" y="463740"/>
                </a:cubicBezTo>
                <a:cubicBezTo>
                  <a:pt x="433339" y="463740"/>
                  <a:pt x="448180" y="448898"/>
                  <a:pt x="448180" y="430590"/>
                </a:cubicBezTo>
                <a:cubicBezTo>
                  <a:pt x="448180" y="412282"/>
                  <a:pt x="433339" y="397441"/>
                  <a:pt x="415031" y="397441"/>
                </a:cubicBezTo>
                <a:cubicBezTo>
                  <a:pt x="396723" y="397441"/>
                  <a:pt x="381881" y="412282"/>
                  <a:pt x="381881" y="430590"/>
                </a:cubicBezTo>
                <a:moveTo>
                  <a:pt x="509175" y="529059"/>
                </a:moveTo>
                <a:cubicBezTo>
                  <a:pt x="509175" y="547367"/>
                  <a:pt x="524017" y="562208"/>
                  <a:pt x="542325" y="562208"/>
                </a:cubicBezTo>
                <a:cubicBezTo>
                  <a:pt x="560633" y="562208"/>
                  <a:pt x="575474" y="547367"/>
                  <a:pt x="575474" y="529059"/>
                </a:cubicBezTo>
                <a:cubicBezTo>
                  <a:pt x="575474" y="510751"/>
                  <a:pt x="560633" y="495909"/>
                  <a:pt x="542325" y="495909"/>
                </a:cubicBezTo>
                <a:cubicBezTo>
                  <a:pt x="524017" y="495909"/>
                  <a:pt x="509175" y="510751"/>
                  <a:pt x="509175" y="529059"/>
                </a:cubicBezTo>
                <a:moveTo>
                  <a:pt x="636469" y="428361"/>
                </a:moveTo>
                <a:cubicBezTo>
                  <a:pt x="636469" y="446669"/>
                  <a:pt x="651311" y="461510"/>
                  <a:pt x="669619" y="461510"/>
                </a:cubicBezTo>
                <a:cubicBezTo>
                  <a:pt x="687926" y="461510"/>
                  <a:pt x="702768" y="446669"/>
                  <a:pt x="702768" y="428361"/>
                </a:cubicBezTo>
                <a:cubicBezTo>
                  <a:pt x="702768" y="410053"/>
                  <a:pt x="687926" y="395211"/>
                  <a:pt x="669619" y="395211"/>
                </a:cubicBezTo>
                <a:cubicBezTo>
                  <a:pt x="651311" y="395211"/>
                  <a:pt x="636469" y="410053"/>
                  <a:pt x="636469" y="428361"/>
                </a:cubicBezTo>
                <a:moveTo>
                  <a:pt x="763763" y="467099"/>
                </a:moveTo>
                <a:cubicBezTo>
                  <a:pt x="763763" y="485407"/>
                  <a:pt x="778605" y="500249"/>
                  <a:pt x="796912" y="500249"/>
                </a:cubicBezTo>
                <a:cubicBezTo>
                  <a:pt x="815220" y="500249"/>
                  <a:pt x="830062" y="485407"/>
                  <a:pt x="830062" y="467099"/>
                </a:cubicBezTo>
                <a:cubicBezTo>
                  <a:pt x="830062" y="448791"/>
                  <a:pt x="815220" y="433950"/>
                  <a:pt x="796912" y="433950"/>
                </a:cubicBezTo>
                <a:cubicBezTo>
                  <a:pt x="778605" y="433950"/>
                  <a:pt x="763763" y="448791"/>
                  <a:pt x="763763" y="467099"/>
                </a:cubicBezTo>
                <a:moveTo>
                  <a:pt x="891057" y="472988"/>
                </a:moveTo>
                <a:cubicBezTo>
                  <a:pt x="891057" y="491296"/>
                  <a:pt x="905898" y="506137"/>
                  <a:pt x="924206" y="506137"/>
                </a:cubicBezTo>
                <a:cubicBezTo>
                  <a:pt x="942514" y="506137"/>
                  <a:pt x="957356" y="491296"/>
                  <a:pt x="957356" y="472988"/>
                </a:cubicBezTo>
                <a:cubicBezTo>
                  <a:pt x="957356" y="454680"/>
                  <a:pt x="942514" y="439838"/>
                  <a:pt x="924206" y="439838"/>
                </a:cubicBezTo>
                <a:cubicBezTo>
                  <a:pt x="905898" y="439838"/>
                  <a:pt x="891057" y="454680"/>
                  <a:pt x="891057" y="472988"/>
                </a:cubicBezTo>
                <a:moveTo>
                  <a:pt x="1018351" y="411841"/>
                </a:moveTo>
                <a:cubicBezTo>
                  <a:pt x="1018351" y="430149"/>
                  <a:pt x="1033192" y="444990"/>
                  <a:pt x="1051500" y="444990"/>
                </a:cubicBezTo>
                <a:cubicBezTo>
                  <a:pt x="1069808" y="444990"/>
                  <a:pt x="1084650" y="430149"/>
                  <a:pt x="1084650" y="411841"/>
                </a:cubicBezTo>
                <a:cubicBezTo>
                  <a:pt x="1084650" y="393533"/>
                  <a:pt x="1069808" y="378691"/>
                  <a:pt x="1051500" y="378691"/>
                </a:cubicBezTo>
                <a:cubicBezTo>
                  <a:pt x="1033192" y="378691"/>
                  <a:pt x="1018351" y="393533"/>
                  <a:pt x="1018351" y="411841"/>
                </a:cubicBezTo>
                <a:moveTo>
                  <a:pt x="1145644" y="497174"/>
                </a:moveTo>
                <a:cubicBezTo>
                  <a:pt x="1145644" y="515482"/>
                  <a:pt x="1160486" y="530324"/>
                  <a:pt x="1178794" y="530324"/>
                </a:cubicBezTo>
                <a:cubicBezTo>
                  <a:pt x="1197102" y="530324"/>
                  <a:pt x="1211943" y="515482"/>
                  <a:pt x="1211943" y="497174"/>
                </a:cubicBezTo>
                <a:cubicBezTo>
                  <a:pt x="1211943" y="478867"/>
                  <a:pt x="1197102" y="464025"/>
                  <a:pt x="1178794" y="464025"/>
                </a:cubicBezTo>
                <a:cubicBezTo>
                  <a:pt x="1160486" y="464025"/>
                  <a:pt x="1145644" y="478867"/>
                  <a:pt x="1145644" y="497174"/>
                </a:cubicBezTo>
                <a:moveTo>
                  <a:pt x="1272938" y="498645"/>
                </a:moveTo>
                <a:cubicBezTo>
                  <a:pt x="1272938" y="516953"/>
                  <a:pt x="1287780" y="531795"/>
                  <a:pt x="1306088" y="531795"/>
                </a:cubicBezTo>
                <a:cubicBezTo>
                  <a:pt x="1324395" y="531795"/>
                  <a:pt x="1339237" y="516953"/>
                  <a:pt x="1339237" y="498645"/>
                </a:cubicBezTo>
                <a:cubicBezTo>
                  <a:pt x="1339237" y="480337"/>
                  <a:pt x="1324395" y="465496"/>
                  <a:pt x="1306088" y="465496"/>
                </a:cubicBezTo>
                <a:cubicBezTo>
                  <a:pt x="1287780" y="465496"/>
                  <a:pt x="1272938" y="480337"/>
                  <a:pt x="1272938" y="498645"/>
                </a:cubicBezTo>
                <a:moveTo>
                  <a:pt x="1400232" y="547261"/>
                </a:moveTo>
                <a:cubicBezTo>
                  <a:pt x="1400232" y="565568"/>
                  <a:pt x="1415074" y="580410"/>
                  <a:pt x="1433381" y="580410"/>
                </a:cubicBezTo>
                <a:cubicBezTo>
                  <a:pt x="1451689" y="580410"/>
                  <a:pt x="1466531" y="565568"/>
                  <a:pt x="1466531" y="547261"/>
                </a:cubicBezTo>
                <a:cubicBezTo>
                  <a:pt x="1466531" y="528953"/>
                  <a:pt x="1451689" y="514111"/>
                  <a:pt x="1433381" y="514111"/>
                </a:cubicBezTo>
                <a:cubicBezTo>
                  <a:pt x="1415074" y="514111"/>
                  <a:pt x="1400232" y="528953"/>
                  <a:pt x="1400232" y="547261"/>
                </a:cubicBezTo>
                <a:moveTo>
                  <a:pt x="1527526" y="463935"/>
                </a:moveTo>
                <a:cubicBezTo>
                  <a:pt x="1527526" y="482243"/>
                  <a:pt x="1542367" y="497085"/>
                  <a:pt x="1560675" y="497085"/>
                </a:cubicBezTo>
                <a:cubicBezTo>
                  <a:pt x="1578983" y="497085"/>
                  <a:pt x="1593825" y="482243"/>
                  <a:pt x="1593825" y="463935"/>
                </a:cubicBezTo>
                <a:cubicBezTo>
                  <a:pt x="1593825" y="445627"/>
                  <a:pt x="1578983" y="430786"/>
                  <a:pt x="1560675" y="430786"/>
                </a:cubicBezTo>
                <a:cubicBezTo>
                  <a:pt x="1542367" y="430786"/>
                  <a:pt x="1527526" y="445627"/>
                  <a:pt x="1527526" y="463935"/>
                </a:cubicBezTo>
                <a:moveTo>
                  <a:pt x="1654820" y="416807"/>
                </a:moveTo>
                <a:cubicBezTo>
                  <a:pt x="1654820" y="435115"/>
                  <a:pt x="1669661" y="449957"/>
                  <a:pt x="1687969" y="449957"/>
                </a:cubicBezTo>
                <a:cubicBezTo>
                  <a:pt x="1706277" y="449957"/>
                  <a:pt x="1721119" y="435115"/>
                  <a:pt x="1721119" y="416807"/>
                </a:cubicBezTo>
                <a:cubicBezTo>
                  <a:pt x="1721119" y="398500"/>
                  <a:pt x="1706277" y="383658"/>
                  <a:pt x="1687969" y="383658"/>
                </a:cubicBezTo>
                <a:cubicBezTo>
                  <a:pt x="1669661" y="383658"/>
                  <a:pt x="1654820" y="398500"/>
                  <a:pt x="1654820" y="416807"/>
                </a:cubicBezTo>
                <a:moveTo>
                  <a:pt x="1782114" y="420396"/>
                </a:moveTo>
                <a:cubicBezTo>
                  <a:pt x="1782114" y="438704"/>
                  <a:pt x="1796955" y="453545"/>
                  <a:pt x="1815263" y="453545"/>
                </a:cubicBezTo>
                <a:cubicBezTo>
                  <a:pt x="1833571" y="453545"/>
                  <a:pt x="1848412" y="438704"/>
                  <a:pt x="1848412" y="420396"/>
                </a:cubicBezTo>
                <a:cubicBezTo>
                  <a:pt x="1848412" y="402088"/>
                  <a:pt x="1833571" y="387246"/>
                  <a:pt x="1815263" y="387246"/>
                </a:cubicBezTo>
                <a:cubicBezTo>
                  <a:pt x="1796955" y="387246"/>
                  <a:pt x="1782114" y="402088"/>
                  <a:pt x="1782114" y="420396"/>
                </a:cubicBezTo>
                <a:moveTo>
                  <a:pt x="1909407" y="418828"/>
                </a:moveTo>
                <a:cubicBezTo>
                  <a:pt x="1909407" y="437136"/>
                  <a:pt x="1924249" y="451977"/>
                  <a:pt x="1942557" y="451977"/>
                </a:cubicBezTo>
                <a:cubicBezTo>
                  <a:pt x="1960865" y="451977"/>
                  <a:pt x="1975706" y="437136"/>
                  <a:pt x="1975706" y="418828"/>
                </a:cubicBezTo>
                <a:cubicBezTo>
                  <a:pt x="1975706" y="400520"/>
                  <a:pt x="1960865" y="385679"/>
                  <a:pt x="1942557" y="385679"/>
                </a:cubicBezTo>
                <a:cubicBezTo>
                  <a:pt x="1924249" y="385679"/>
                  <a:pt x="1909407" y="400520"/>
                  <a:pt x="1909407" y="418828"/>
                </a:cubicBezTo>
                <a:moveTo>
                  <a:pt x="2036701" y="418659"/>
                </a:moveTo>
                <a:cubicBezTo>
                  <a:pt x="2036701" y="436967"/>
                  <a:pt x="2051543" y="451808"/>
                  <a:pt x="2069851" y="451808"/>
                </a:cubicBezTo>
                <a:cubicBezTo>
                  <a:pt x="2088159" y="451808"/>
                  <a:pt x="2103000" y="436967"/>
                  <a:pt x="2103000" y="418659"/>
                </a:cubicBezTo>
                <a:cubicBezTo>
                  <a:pt x="2103000" y="400351"/>
                  <a:pt x="2088159" y="385509"/>
                  <a:pt x="2069851" y="385509"/>
                </a:cubicBezTo>
                <a:cubicBezTo>
                  <a:pt x="2051543" y="385509"/>
                  <a:pt x="2036701" y="400351"/>
                  <a:pt x="2036701" y="418659"/>
                </a:cubicBezTo>
                <a:moveTo>
                  <a:pt x="2163995" y="419553"/>
                </a:moveTo>
                <a:cubicBezTo>
                  <a:pt x="2163995" y="437860"/>
                  <a:pt x="2178837" y="452702"/>
                  <a:pt x="2197144" y="452702"/>
                </a:cubicBezTo>
                <a:cubicBezTo>
                  <a:pt x="2215452" y="452702"/>
                  <a:pt x="2230294" y="437860"/>
                  <a:pt x="2230294" y="419553"/>
                </a:cubicBezTo>
                <a:cubicBezTo>
                  <a:pt x="2230294" y="401245"/>
                  <a:pt x="2215452" y="386403"/>
                  <a:pt x="2197144" y="386403"/>
                </a:cubicBezTo>
                <a:cubicBezTo>
                  <a:pt x="2178837" y="386403"/>
                  <a:pt x="2163995" y="401245"/>
                  <a:pt x="2163995" y="419553"/>
                </a:cubicBezTo>
                <a:moveTo>
                  <a:pt x="2291289" y="1188103"/>
                </a:moveTo>
                <a:cubicBezTo>
                  <a:pt x="2291289" y="1206411"/>
                  <a:pt x="2306130" y="1221252"/>
                  <a:pt x="2324438" y="1221252"/>
                </a:cubicBezTo>
                <a:cubicBezTo>
                  <a:pt x="2342746" y="1221252"/>
                  <a:pt x="2357588" y="1206411"/>
                  <a:pt x="2357588" y="1188103"/>
                </a:cubicBezTo>
                <a:cubicBezTo>
                  <a:pt x="2357588" y="1169795"/>
                  <a:pt x="2342746" y="1154954"/>
                  <a:pt x="2324438" y="1154954"/>
                </a:cubicBezTo>
                <a:cubicBezTo>
                  <a:pt x="2306130" y="1154954"/>
                  <a:pt x="2291289" y="1169795"/>
                  <a:pt x="2291289" y="1188103"/>
                </a:cubicBezTo>
                <a:moveTo>
                  <a:pt x="2418583" y="1181383"/>
                </a:moveTo>
                <a:cubicBezTo>
                  <a:pt x="2418583" y="1199691"/>
                  <a:pt x="2433424" y="1214532"/>
                  <a:pt x="2451732" y="1214532"/>
                </a:cubicBezTo>
                <a:cubicBezTo>
                  <a:pt x="2470040" y="1214532"/>
                  <a:pt x="2484881" y="1199691"/>
                  <a:pt x="2484881" y="1181383"/>
                </a:cubicBezTo>
                <a:cubicBezTo>
                  <a:pt x="2484881" y="1163075"/>
                  <a:pt x="2470040" y="1148233"/>
                  <a:pt x="2451732" y="1148233"/>
                </a:cubicBezTo>
                <a:cubicBezTo>
                  <a:pt x="2433424" y="1148233"/>
                  <a:pt x="2418583" y="1163075"/>
                  <a:pt x="2418583" y="1181383"/>
                </a:cubicBezTo>
                <a:moveTo>
                  <a:pt x="2545876" y="1185923"/>
                </a:moveTo>
                <a:cubicBezTo>
                  <a:pt x="2545876" y="1204231"/>
                  <a:pt x="2560718" y="1219072"/>
                  <a:pt x="2579026" y="1219072"/>
                </a:cubicBezTo>
                <a:cubicBezTo>
                  <a:pt x="2597334" y="1219072"/>
                  <a:pt x="2612175" y="1204231"/>
                  <a:pt x="2612175" y="1185923"/>
                </a:cubicBezTo>
                <a:cubicBezTo>
                  <a:pt x="2612175" y="1167615"/>
                  <a:pt x="2597334" y="1152773"/>
                  <a:pt x="2579026" y="1152773"/>
                </a:cubicBezTo>
                <a:cubicBezTo>
                  <a:pt x="2560718" y="1152773"/>
                  <a:pt x="2545876" y="1167615"/>
                  <a:pt x="2545876" y="1185923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261708"/>
                </a:moveTo>
                <a:cubicBezTo>
                  <a:pt x="2800464" y="1280016"/>
                  <a:pt x="2815306" y="1294858"/>
                  <a:pt x="2833614" y="1294858"/>
                </a:cubicBezTo>
                <a:cubicBezTo>
                  <a:pt x="2851921" y="1294858"/>
                  <a:pt x="2866763" y="1280016"/>
                  <a:pt x="2866763" y="1261708"/>
                </a:cubicBezTo>
                <a:cubicBezTo>
                  <a:pt x="2866763" y="1243400"/>
                  <a:pt x="2851921" y="1228559"/>
                  <a:pt x="2833614" y="1228559"/>
                </a:cubicBezTo>
                <a:cubicBezTo>
                  <a:pt x="2815306" y="1228559"/>
                  <a:pt x="2800464" y="1243400"/>
                  <a:pt x="2800464" y="1261708"/>
                </a:cubicBez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39BC83-9E88-4F4D-BB31-D8D121D4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126398"/>
            <a:ext cx="2800464" cy="1035448"/>
          </a:xfrm>
          <a:custGeom xmlns:a="http://schemas.openxmlformats.org/drawingml/2006/main">
            <a:pathLst>
              <a:path w="2800464" h="1035448" fill="none">
                <a:moveTo>
                  <a:pt x="0" y="808704"/>
                </a:moveTo>
                <a:lnTo>
                  <a:pt x="127294" y="156367"/>
                </a:lnTo>
                <a:lnTo>
                  <a:pt x="254588" y="836231"/>
                </a:lnTo>
                <a:lnTo>
                  <a:pt x="381881" y="562084"/>
                </a:lnTo>
                <a:lnTo>
                  <a:pt x="509175" y="673455"/>
                </a:lnTo>
                <a:lnTo>
                  <a:pt x="636469" y="559252"/>
                </a:lnTo>
                <a:lnTo>
                  <a:pt x="763763" y="627705"/>
                </a:lnTo>
                <a:lnTo>
                  <a:pt x="891057" y="539016"/>
                </a:lnTo>
                <a:lnTo>
                  <a:pt x="1018350" y="555851"/>
                </a:lnTo>
                <a:lnTo>
                  <a:pt x="1145644" y="576983"/>
                </a:lnTo>
                <a:lnTo>
                  <a:pt x="1272938" y="575929"/>
                </a:lnTo>
                <a:lnTo>
                  <a:pt x="1400232" y="587485"/>
                </a:lnTo>
                <a:lnTo>
                  <a:pt x="1527526" y="486198"/>
                </a:lnTo>
                <a:lnTo>
                  <a:pt x="1654819" y="562132"/>
                </a:lnTo>
                <a:lnTo>
                  <a:pt x="1782113" y="676127"/>
                </a:lnTo>
                <a:lnTo>
                  <a:pt x="1909407" y="675527"/>
                </a:lnTo>
                <a:lnTo>
                  <a:pt x="2036701" y="675799"/>
                </a:lnTo>
                <a:lnTo>
                  <a:pt x="2163995" y="672924"/>
                </a:lnTo>
                <a:lnTo>
                  <a:pt x="2291289" y="998037"/>
                </a:lnTo>
                <a:lnTo>
                  <a:pt x="2418582" y="997791"/>
                </a:lnTo>
                <a:lnTo>
                  <a:pt x="2545876" y="1004629"/>
                </a:lnTo>
                <a:lnTo>
                  <a:pt x="2673170" y="0"/>
                </a:lnTo>
                <a:lnTo>
                  <a:pt x="2800464" y="1035448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FF5500"/>
            </a:solidFill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EB12F-19AF-46C5-8646-677CF45B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093249"/>
            <a:ext cx="2866763" cy="1101747"/>
          </a:xfrm>
          <a:custGeom xmlns:a="http://schemas.openxmlformats.org/drawingml/2006/main">
            <a:pathLst>
              <a:path w="2866763" h="1101747">
                <a:moveTo>
                  <a:pt x="0" y="841854"/>
                </a:moveTo>
                <a:cubicBezTo>
                  <a:pt x="0" y="860162"/>
                  <a:pt x="14841" y="875003"/>
                  <a:pt x="33149" y="875003"/>
                </a:cubicBezTo>
                <a:cubicBezTo>
                  <a:pt x="51457" y="875003"/>
                  <a:pt x="66299" y="860162"/>
                  <a:pt x="66299" y="841854"/>
                </a:cubicBezTo>
                <a:cubicBezTo>
                  <a:pt x="66299" y="823546"/>
                  <a:pt x="51457" y="808704"/>
                  <a:pt x="33149" y="808704"/>
                </a:cubicBezTo>
                <a:cubicBezTo>
                  <a:pt x="14841" y="808704"/>
                  <a:pt x="0" y="823546"/>
                  <a:pt x="0" y="841854"/>
                </a:cubicBezTo>
                <a:moveTo>
                  <a:pt x="127294" y="189516"/>
                </a:moveTo>
                <a:cubicBezTo>
                  <a:pt x="127294" y="207823"/>
                  <a:pt x="142135" y="222665"/>
                  <a:pt x="160443" y="222665"/>
                </a:cubicBezTo>
                <a:cubicBezTo>
                  <a:pt x="178751" y="222665"/>
                  <a:pt x="193592" y="207823"/>
                  <a:pt x="193592" y="189516"/>
                </a:cubicBezTo>
                <a:cubicBezTo>
                  <a:pt x="193592" y="171208"/>
                  <a:pt x="178751" y="156367"/>
                  <a:pt x="160443" y="156367"/>
                </a:cubicBezTo>
                <a:cubicBezTo>
                  <a:pt x="142135" y="156367"/>
                  <a:pt x="127294" y="171208"/>
                  <a:pt x="127294" y="189516"/>
                </a:cubicBezTo>
                <a:moveTo>
                  <a:pt x="254588" y="869380"/>
                </a:moveTo>
                <a:cubicBezTo>
                  <a:pt x="254588" y="887688"/>
                  <a:pt x="269429" y="902529"/>
                  <a:pt x="287737" y="902529"/>
                </a:cubicBezTo>
                <a:cubicBezTo>
                  <a:pt x="306045" y="902529"/>
                  <a:pt x="320886" y="887688"/>
                  <a:pt x="320886" y="869380"/>
                </a:cubicBezTo>
                <a:cubicBezTo>
                  <a:pt x="320886" y="851072"/>
                  <a:pt x="306045" y="836231"/>
                  <a:pt x="287737" y="836231"/>
                </a:cubicBezTo>
                <a:cubicBezTo>
                  <a:pt x="269429" y="836231"/>
                  <a:pt x="254588" y="851072"/>
                  <a:pt x="254588" y="869380"/>
                </a:cubicBezTo>
                <a:moveTo>
                  <a:pt x="381881" y="595234"/>
                </a:moveTo>
                <a:cubicBezTo>
                  <a:pt x="381881" y="613542"/>
                  <a:pt x="396723" y="628383"/>
                  <a:pt x="415031" y="628383"/>
                </a:cubicBezTo>
                <a:cubicBezTo>
                  <a:pt x="433339" y="628383"/>
                  <a:pt x="448180" y="613542"/>
                  <a:pt x="448180" y="595234"/>
                </a:cubicBezTo>
                <a:cubicBezTo>
                  <a:pt x="448180" y="576926"/>
                  <a:pt x="433339" y="562084"/>
                  <a:pt x="415031" y="562084"/>
                </a:cubicBezTo>
                <a:cubicBezTo>
                  <a:pt x="396723" y="562084"/>
                  <a:pt x="381881" y="576926"/>
                  <a:pt x="381881" y="595234"/>
                </a:cubicBezTo>
                <a:moveTo>
                  <a:pt x="509175" y="706604"/>
                </a:moveTo>
                <a:cubicBezTo>
                  <a:pt x="509175" y="724912"/>
                  <a:pt x="524017" y="739753"/>
                  <a:pt x="542324" y="739753"/>
                </a:cubicBezTo>
                <a:cubicBezTo>
                  <a:pt x="560632" y="739753"/>
                  <a:pt x="575474" y="724912"/>
                  <a:pt x="575474" y="706604"/>
                </a:cubicBezTo>
                <a:cubicBezTo>
                  <a:pt x="575474" y="688296"/>
                  <a:pt x="560632" y="673455"/>
                  <a:pt x="542324" y="673455"/>
                </a:cubicBezTo>
                <a:cubicBezTo>
                  <a:pt x="524017" y="673455"/>
                  <a:pt x="509175" y="688296"/>
                  <a:pt x="509175" y="706604"/>
                </a:cubicBezTo>
                <a:moveTo>
                  <a:pt x="636469" y="592401"/>
                </a:moveTo>
                <a:cubicBezTo>
                  <a:pt x="636469" y="610709"/>
                  <a:pt x="651310" y="625551"/>
                  <a:pt x="669618" y="625551"/>
                </a:cubicBezTo>
                <a:cubicBezTo>
                  <a:pt x="687926" y="625551"/>
                  <a:pt x="702768" y="610709"/>
                  <a:pt x="702768" y="592401"/>
                </a:cubicBezTo>
                <a:cubicBezTo>
                  <a:pt x="702768" y="574093"/>
                  <a:pt x="687926" y="559252"/>
                  <a:pt x="669618" y="559252"/>
                </a:cubicBezTo>
                <a:cubicBezTo>
                  <a:pt x="651310" y="559252"/>
                  <a:pt x="636469" y="574093"/>
                  <a:pt x="636469" y="592401"/>
                </a:cubicBezTo>
                <a:moveTo>
                  <a:pt x="763763" y="660855"/>
                </a:moveTo>
                <a:cubicBezTo>
                  <a:pt x="763763" y="679163"/>
                  <a:pt x="778604" y="694004"/>
                  <a:pt x="796912" y="694004"/>
                </a:cubicBezTo>
                <a:cubicBezTo>
                  <a:pt x="815220" y="694004"/>
                  <a:pt x="830061" y="679163"/>
                  <a:pt x="830061" y="660855"/>
                </a:cubicBezTo>
                <a:cubicBezTo>
                  <a:pt x="830061" y="642547"/>
                  <a:pt x="815220" y="627705"/>
                  <a:pt x="796912" y="627705"/>
                </a:cubicBezTo>
                <a:cubicBezTo>
                  <a:pt x="778604" y="627705"/>
                  <a:pt x="763763" y="642547"/>
                  <a:pt x="763763" y="660855"/>
                </a:cubicBezTo>
                <a:moveTo>
                  <a:pt x="891057" y="572165"/>
                </a:moveTo>
                <a:cubicBezTo>
                  <a:pt x="891057" y="590473"/>
                  <a:pt x="905898" y="605315"/>
                  <a:pt x="924206" y="605315"/>
                </a:cubicBezTo>
                <a:cubicBezTo>
                  <a:pt x="942514" y="605315"/>
                  <a:pt x="957356" y="590473"/>
                  <a:pt x="957356" y="572165"/>
                </a:cubicBezTo>
                <a:cubicBezTo>
                  <a:pt x="957356" y="553857"/>
                  <a:pt x="942514" y="539016"/>
                  <a:pt x="924206" y="539016"/>
                </a:cubicBezTo>
                <a:cubicBezTo>
                  <a:pt x="905898" y="539016"/>
                  <a:pt x="891057" y="553857"/>
                  <a:pt x="891057" y="572165"/>
                </a:cubicBezTo>
                <a:moveTo>
                  <a:pt x="1018350" y="589001"/>
                </a:moveTo>
                <a:cubicBezTo>
                  <a:pt x="1018350" y="607309"/>
                  <a:pt x="1033192" y="622150"/>
                  <a:pt x="1051500" y="622150"/>
                </a:cubicBezTo>
                <a:cubicBezTo>
                  <a:pt x="1069808" y="622150"/>
                  <a:pt x="1084649" y="607309"/>
                  <a:pt x="1084649" y="589001"/>
                </a:cubicBezTo>
                <a:cubicBezTo>
                  <a:pt x="1084649" y="570693"/>
                  <a:pt x="1069808" y="555851"/>
                  <a:pt x="1051500" y="555851"/>
                </a:cubicBezTo>
                <a:cubicBezTo>
                  <a:pt x="1033192" y="555851"/>
                  <a:pt x="1018350" y="570693"/>
                  <a:pt x="1018350" y="589001"/>
                </a:cubicBezTo>
                <a:moveTo>
                  <a:pt x="1145644" y="610132"/>
                </a:moveTo>
                <a:cubicBezTo>
                  <a:pt x="1145644" y="628440"/>
                  <a:pt x="1160486" y="643282"/>
                  <a:pt x="1178793" y="643282"/>
                </a:cubicBezTo>
                <a:cubicBezTo>
                  <a:pt x="1197101" y="643282"/>
                  <a:pt x="1211943" y="628440"/>
                  <a:pt x="1211943" y="610132"/>
                </a:cubicBezTo>
                <a:cubicBezTo>
                  <a:pt x="1211943" y="591825"/>
                  <a:pt x="1197101" y="576983"/>
                  <a:pt x="1178793" y="576983"/>
                </a:cubicBezTo>
                <a:cubicBezTo>
                  <a:pt x="1160486" y="576983"/>
                  <a:pt x="1145644" y="591825"/>
                  <a:pt x="1145644" y="610132"/>
                </a:cubicBezTo>
                <a:moveTo>
                  <a:pt x="1272938" y="609079"/>
                </a:moveTo>
                <a:cubicBezTo>
                  <a:pt x="1272938" y="627386"/>
                  <a:pt x="1287780" y="642228"/>
                  <a:pt x="1306087" y="642228"/>
                </a:cubicBezTo>
                <a:cubicBezTo>
                  <a:pt x="1324395" y="642228"/>
                  <a:pt x="1339237" y="627386"/>
                  <a:pt x="1339237" y="609079"/>
                </a:cubicBezTo>
                <a:cubicBezTo>
                  <a:pt x="1339237" y="590771"/>
                  <a:pt x="1324395" y="575929"/>
                  <a:pt x="1306087" y="575929"/>
                </a:cubicBezTo>
                <a:cubicBezTo>
                  <a:pt x="1287780" y="575929"/>
                  <a:pt x="1272938" y="590771"/>
                  <a:pt x="1272938" y="609079"/>
                </a:cubicBezTo>
                <a:moveTo>
                  <a:pt x="1400232" y="620634"/>
                </a:moveTo>
                <a:cubicBezTo>
                  <a:pt x="1400232" y="638942"/>
                  <a:pt x="1415073" y="653784"/>
                  <a:pt x="1433381" y="653784"/>
                </a:cubicBezTo>
                <a:cubicBezTo>
                  <a:pt x="1451689" y="653784"/>
                  <a:pt x="1466531" y="638942"/>
                  <a:pt x="1466531" y="620634"/>
                </a:cubicBezTo>
                <a:cubicBezTo>
                  <a:pt x="1466531" y="602326"/>
                  <a:pt x="1451689" y="587485"/>
                  <a:pt x="1433381" y="587485"/>
                </a:cubicBezTo>
                <a:cubicBezTo>
                  <a:pt x="1415073" y="587485"/>
                  <a:pt x="1400232" y="602326"/>
                  <a:pt x="1400232" y="620634"/>
                </a:cubicBezTo>
                <a:moveTo>
                  <a:pt x="1527526" y="519348"/>
                </a:moveTo>
                <a:cubicBezTo>
                  <a:pt x="1527526" y="537656"/>
                  <a:pt x="1542367" y="552497"/>
                  <a:pt x="1560675" y="552497"/>
                </a:cubicBezTo>
                <a:cubicBezTo>
                  <a:pt x="1578983" y="552497"/>
                  <a:pt x="1593825" y="537656"/>
                  <a:pt x="1593825" y="519348"/>
                </a:cubicBezTo>
                <a:cubicBezTo>
                  <a:pt x="1593825" y="501040"/>
                  <a:pt x="1578983" y="486198"/>
                  <a:pt x="1560675" y="486198"/>
                </a:cubicBezTo>
                <a:cubicBezTo>
                  <a:pt x="1542367" y="486198"/>
                  <a:pt x="1527526" y="501040"/>
                  <a:pt x="1527526" y="519348"/>
                </a:cubicBezTo>
                <a:moveTo>
                  <a:pt x="1654819" y="595282"/>
                </a:moveTo>
                <a:cubicBezTo>
                  <a:pt x="1654819" y="613590"/>
                  <a:pt x="1669661" y="628431"/>
                  <a:pt x="1687969" y="628431"/>
                </a:cubicBezTo>
                <a:cubicBezTo>
                  <a:pt x="1706276" y="628431"/>
                  <a:pt x="1721118" y="613590"/>
                  <a:pt x="1721118" y="595282"/>
                </a:cubicBezTo>
                <a:cubicBezTo>
                  <a:pt x="1721118" y="576974"/>
                  <a:pt x="1706276" y="562132"/>
                  <a:pt x="1687969" y="562132"/>
                </a:cubicBezTo>
                <a:cubicBezTo>
                  <a:pt x="1669661" y="562132"/>
                  <a:pt x="1654819" y="576974"/>
                  <a:pt x="1654819" y="595282"/>
                </a:cubicBezTo>
                <a:moveTo>
                  <a:pt x="1782113" y="709276"/>
                </a:moveTo>
                <a:cubicBezTo>
                  <a:pt x="1782113" y="727584"/>
                  <a:pt x="1796955" y="742426"/>
                  <a:pt x="1815263" y="742426"/>
                </a:cubicBezTo>
                <a:cubicBezTo>
                  <a:pt x="1833571" y="742426"/>
                  <a:pt x="1848412" y="727584"/>
                  <a:pt x="1848412" y="709276"/>
                </a:cubicBezTo>
                <a:cubicBezTo>
                  <a:pt x="1848412" y="690968"/>
                  <a:pt x="1833571" y="676127"/>
                  <a:pt x="1815263" y="676127"/>
                </a:cubicBezTo>
                <a:cubicBezTo>
                  <a:pt x="1796955" y="676127"/>
                  <a:pt x="1782113" y="690968"/>
                  <a:pt x="1782113" y="709276"/>
                </a:cubicBezTo>
                <a:moveTo>
                  <a:pt x="1909407" y="708677"/>
                </a:moveTo>
                <a:cubicBezTo>
                  <a:pt x="1909407" y="726985"/>
                  <a:pt x="1924249" y="741826"/>
                  <a:pt x="1942557" y="741826"/>
                </a:cubicBezTo>
                <a:cubicBezTo>
                  <a:pt x="1960865" y="741826"/>
                  <a:pt x="1975706" y="726985"/>
                  <a:pt x="1975706" y="708677"/>
                </a:cubicBezTo>
                <a:cubicBezTo>
                  <a:pt x="1975706" y="690369"/>
                  <a:pt x="1960865" y="675527"/>
                  <a:pt x="1942557" y="675527"/>
                </a:cubicBezTo>
                <a:cubicBezTo>
                  <a:pt x="1924249" y="675527"/>
                  <a:pt x="1909407" y="690369"/>
                  <a:pt x="1909407" y="708677"/>
                </a:cubicBezTo>
                <a:moveTo>
                  <a:pt x="2036701" y="708949"/>
                </a:moveTo>
                <a:cubicBezTo>
                  <a:pt x="2036701" y="727257"/>
                  <a:pt x="2051543" y="742098"/>
                  <a:pt x="2069850" y="742098"/>
                </a:cubicBezTo>
                <a:cubicBezTo>
                  <a:pt x="2088159" y="742098"/>
                  <a:pt x="2103000" y="727257"/>
                  <a:pt x="2103000" y="708949"/>
                </a:cubicBezTo>
                <a:cubicBezTo>
                  <a:pt x="2103000" y="690641"/>
                  <a:pt x="2088159" y="675799"/>
                  <a:pt x="2069850" y="675799"/>
                </a:cubicBezTo>
                <a:cubicBezTo>
                  <a:pt x="2051543" y="675799"/>
                  <a:pt x="2036701" y="690641"/>
                  <a:pt x="2036701" y="708949"/>
                </a:cubicBezTo>
                <a:moveTo>
                  <a:pt x="2163995" y="706074"/>
                </a:moveTo>
                <a:cubicBezTo>
                  <a:pt x="2163995" y="724382"/>
                  <a:pt x="2178836" y="739223"/>
                  <a:pt x="2197144" y="739223"/>
                </a:cubicBezTo>
                <a:cubicBezTo>
                  <a:pt x="2215452" y="739223"/>
                  <a:pt x="2230294" y="724382"/>
                  <a:pt x="2230294" y="706074"/>
                </a:cubicBezTo>
                <a:cubicBezTo>
                  <a:pt x="2230294" y="687766"/>
                  <a:pt x="2215452" y="672924"/>
                  <a:pt x="2197144" y="672924"/>
                </a:cubicBezTo>
                <a:cubicBezTo>
                  <a:pt x="2178836" y="672924"/>
                  <a:pt x="2163995" y="687766"/>
                  <a:pt x="2163995" y="706074"/>
                </a:cubicBezTo>
                <a:moveTo>
                  <a:pt x="2291289" y="1031186"/>
                </a:moveTo>
                <a:cubicBezTo>
                  <a:pt x="2291289" y="1049494"/>
                  <a:pt x="2306130" y="1064336"/>
                  <a:pt x="2324438" y="1064336"/>
                </a:cubicBezTo>
                <a:cubicBezTo>
                  <a:pt x="2342746" y="1064336"/>
                  <a:pt x="2357587" y="1049494"/>
                  <a:pt x="2357587" y="1031186"/>
                </a:cubicBezTo>
                <a:cubicBezTo>
                  <a:pt x="2357587" y="1012878"/>
                  <a:pt x="2342746" y="998037"/>
                  <a:pt x="2324438" y="998037"/>
                </a:cubicBezTo>
                <a:cubicBezTo>
                  <a:pt x="2306130" y="998037"/>
                  <a:pt x="2291289" y="1012878"/>
                  <a:pt x="2291289" y="1031186"/>
                </a:cubicBezTo>
                <a:moveTo>
                  <a:pt x="2418582" y="1030941"/>
                </a:moveTo>
                <a:cubicBezTo>
                  <a:pt x="2418582" y="1049249"/>
                  <a:pt x="2433424" y="1064090"/>
                  <a:pt x="2451732" y="1064090"/>
                </a:cubicBezTo>
                <a:cubicBezTo>
                  <a:pt x="2470040" y="1064090"/>
                  <a:pt x="2484881" y="1049249"/>
                  <a:pt x="2484881" y="1030941"/>
                </a:cubicBezTo>
                <a:cubicBezTo>
                  <a:pt x="2484881" y="1012633"/>
                  <a:pt x="2470040" y="997791"/>
                  <a:pt x="2451732" y="997791"/>
                </a:cubicBezTo>
                <a:cubicBezTo>
                  <a:pt x="2433424" y="997791"/>
                  <a:pt x="2418582" y="1012633"/>
                  <a:pt x="2418582" y="1030941"/>
                </a:cubicBezTo>
                <a:moveTo>
                  <a:pt x="2545876" y="1037778"/>
                </a:moveTo>
                <a:cubicBezTo>
                  <a:pt x="2545876" y="1056086"/>
                  <a:pt x="2560718" y="1070928"/>
                  <a:pt x="2579026" y="1070928"/>
                </a:cubicBezTo>
                <a:cubicBezTo>
                  <a:pt x="2597334" y="1070928"/>
                  <a:pt x="2612175" y="1056086"/>
                  <a:pt x="2612175" y="1037778"/>
                </a:cubicBezTo>
                <a:cubicBezTo>
                  <a:pt x="2612175" y="1019470"/>
                  <a:pt x="2597334" y="1004629"/>
                  <a:pt x="2579026" y="1004629"/>
                </a:cubicBezTo>
                <a:cubicBezTo>
                  <a:pt x="2560718" y="1004629"/>
                  <a:pt x="2545876" y="1019470"/>
                  <a:pt x="2545876" y="1037778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068598"/>
                </a:moveTo>
                <a:cubicBezTo>
                  <a:pt x="2800464" y="1086906"/>
                  <a:pt x="2815306" y="1101747"/>
                  <a:pt x="2833613" y="1101747"/>
                </a:cubicBezTo>
                <a:cubicBezTo>
                  <a:pt x="2851922" y="1101747"/>
                  <a:pt x="2866763" y="1086906"/>
                  <a:pt x="2866763" y="1068598"/>
                </a:cubicBezTo>
                <a:cubicBezTo>
                  <a:pt x="2866763" y="1050290"/>
                  <a:pt x="2851922" y="1035448"/>
                  <a:pt x="2833613" y="1035448"/>
                </a:cubicBezTo>
                <a:cubicBezTo>
                  <a:pt x="2815306" y="1035448"/>
                  <a:pt x="2800464" y="1050290"/>
                  <a:pt x="2800464" y="1068598"/>
                </a:cubicBez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C6691C-B4EC-4269-A4EA-1CD4BC09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540264"/>
            <a:ext cx="2800464" cy="1023275"/>
          </a:xfrm>
          <a:custGeom xmlns:a="http://schemas.openxmlformats.org/drawingml/2006/main">
            <a:pathLst>
              <a:path w="2800464" h="1023275" fill="none">
                <a:moveTo>
                  <a:pt x="0" y="881733"/>
                </a:moveTo>
                <a:lnTo>
                  <a:pt x="127294" y="63477"/>
                </a:lnTo>
                <a:lnTo>
                  <a:pt x="254588" y="929435"/>
                </a:lnTo>
                <a:lnTo>
                  <a:pt x="381881" y="233739"/>
                </a:lnTo>
                <a:lnTo>
                  <a:pt x="509175" y="391117"/>
                </a:lnTo>
                <a:lnTo>
                  <a:pt x="636469" y="231133"/>
                </a:lnTo>
                <a:lnTo>
                  <a:pt x="763763" y="420258"/>
                </a:lnTo>
                <a:lnTo>
                  <a:pt x="891057" y="7698"/>
                </a:lnTo>
                <a:lnTo>
                  <a:pt x="1018351" y="255896"/>
                </a:lnTo>
                <a:lnTo>
                  <a:pt x="1145644" y="304375"/>
                </a:lnTo>
                <a:lnTo>
                  <a:pt x="1272938" y="304215"/>
                </a:lnTo>
                <a:lnTo>
                  <a:pt x="1400232" y="463391"/>
                </a:lnTo>
                <a:lnTo>
                  <a:pt x="1527526" y="419924"/>
                </a:lnTo>
                <a:lnTo>
                  <a:pt x="1654820" y="372360"/>
                </a:lnTo>
                <a:lnTo>
                  <a:pt x="1782114" y="292410"/>
                </a:lnTo>
                <a:lnTo>
                  <a:pt x="1909407" y="290810"/>
                </a:lnTo>
                <a:lnTo>
                  <a:pt x="2036701" y="288999"/>
                </a:lnTo>
                <a:lnTo>
                  <a:pt x="2163995" y="286865"/>
                </a:lnTo>
                <a:lnTo>
                  <a:pt x="2291289" y="1023270"/>
                </a:lnTo>
                <a:lnTo>
                  <a:pt x="2418583" y="1023275"/>
                </a:lnTo>
                <a:lnTo>
                  <a:pt x="2545876" y="1023252"/>
                </a:lnTo>
                <a:lnTo>
                  <a:pt x="2673170" y="0"/>
                </a:lnTo>
                <a:lnTo>
                  <a:pt x="2800464" y="473603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FF7F00"/>
            </a:solidFill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8D204-F3E4-4BA0-A0B1-8F1FEC9B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507115"/>
            <a:ext cx="2866763" cy="1089574"/>
          </a:xfrm>
          <a:custGeom xmlns:a="http://schemas.openxmlformats.org/drawingml/2006/main">
            <a:pathLst>
              <a:path w="2866763" h="1089574">
                <a:moveTo>
                  <a:pt x="0" y="914882"/>
                </a:moveTo>
                <a:cubicBezTo>
                  <a:pt x="0" y="933190"/>
                  <a:pt x="14841" y="948031"/>
                  <a:pt x="33149" y="948031"/>
                </a:cubicBezTo>
                <a:cubicBezTo>
                  <a:pt x="51457" y="948031"/>
                  <a:pt x="66299" y="933190"/>
                  <a:pt x="66299" y="914882"/>
                </a:cubicBezTo>
                <a:cubicBezTo>
                  <a:pt x="66299" y="896574"/>
                  <a:pt x="51457" y="881733"/>
                  <a:pt x="33149" y="881733"/>
                </a:cubicBezTo>
                <a:cubicBezTo>
                  <a:pt x="14841" y="881733"/>
                  <a:pt x="0" y="896574"/>
                  <a:pt x="0" y="914882"/>
                </a:cubicBezTo>
                <a:moveTo>
                  <a:pt x="127294" y="96626"/>
                </a:moveTo>
                <a:cubicBezTo>
                  <a:pt x="127294" y="114934"/>
                  <a:pt x="142135" y="129776"/>
                  <a:pt x="160443" y="129776"/>
                </a:cubicBezTo>
                <a:cubicBezTo>
                  <a:pt x="178751" y="129776"/>
                  <a:pt x="193593" y="114934"/>
                  <a:pt x="193593" y="96626"/>
                </a:cubicBezTo>
                <a:cubicBezTo>
                  <a:pt x="193593" y="78319"/>
                  <a:pt x="178751" y="63477"/>
                  <a:pt x="160443" y="63477"/>
                </a:cubicBezTo>
                <a:cubicBezTo>
                  <a:pt x="142135" y="63477"/>
                  <a:pt x="127294" y="78319"/>
                  <a:pt x="127294" y="96626"/>
                </a:cubicBezTo>
                <a:moveTo>
                  <a:pt x="254588" y="962584"/>
                </a:moveTo>
                <a:cubicBezTo>
                  <a:pt x="254588" y="980892"/>
                  <a:pt x="269429" y="995734"/>
                  <a:pt x="287737" y="995734"/>
                </a:cubicBezTo>
                <a:cubicBezTo>
                  <a:pt x="306045" y="995734"/>
                  <a:pt x="320886" y="980892"/>
                  <a:pt x="320886" y="962584"/>
                </a:cubicBezTo>
                <a:cubicBezTo>
                  <a:pt x="320886" y="944277"/>
                  <a:pt x="306045" y="929435"/>
                  <a:pt x="287737" y="929435"/>
                </a:cubicBezTo>
                <a:cubicBezTo>
                  <a:pt x="269429" y="929435"/>
                  <a:pt x="254588" y="944277"/>
                  <a:pt x="254588" y="962584"/>
                </a:cubicBezTo>
                <a:moveTo>
                  <a:pt x="381881" y="266889"/>
                </a:moveTo>
                <a:cubicBezTo>
                  <a:pt x="381881" y="285197"/>
                  <a:pt x="396723" y="300038"/>
                  <a:pt x="415031" y="300038"/>
                </a:cubicBezTo>
                <a:cubicBezTo>
                  <a:pt x="433339" y="300038"/>
                  <a:pt x="448180" y="285197"/>
                  <a:pt x="448180" y="266889"/>
                </a:cubicBezTo>
                <a:cubicBezTo>
                  <a:pt x="448180" y="248581"/>
                  <a:pt x="433339" y="233739"/>
                  <a:pt x="415031" y="233739"/>
                </a:cubicBezTo>
                <a:cubicBezTo>
                  <a:pt x="396723" y="233739"/>
                  <a:pt x="381881" y="248581"/>
                  <a:pt x="381881" y="266889"/>
                </a:cubicBezTo>
                <a:moveTo>
                  <a:pt x="509175" y="424266"/>
                </a:moveTo>
                <a:cubicBezTo>
                  <a:pt x="509175" y="442574"/>
                  <a:pt x="524017" y="457416"/>
                  <a:pt x="542325" y="457416"/>
                </a:cubicBezTo>
                <a:cubicBezTo>
                  <a:pt x="560633" y="457416"/>
                  <a:pt x="575474" y="442574"/>
                  <a:pt x="575474" y="424266"/>
                </a:cubicBezTo>
                <a:cubicBezTo>
                  <a:pt x="575474" y="405958"/>
                  <a:pt x="560633" y="391117"/>
                  <a:pt x="542325" y="391117"/>
                </a:cubicBezTo>
                <a:cubicBezTo>
                  <a:pt x="524017" y="391117"/>
                  <a:pt x="509175" y="405958"/>
                  <a:pt x="509175" y="424266"/>
                </a:cubicBezTo>
                <a:moveTo>
                  <a:pt x="636469" y="264282"/>
                </a:moveTo>
                <a:cubicBezTo>
                  <a:pt x="636469" y="282590"/>
                  <a:pt x="651311" y="297432"/>
                  <a:pt x="669619" y="297432"/>
                </a:cubicBezTo>
                <a:cubicBezTo>
                  <a:pt x="687926" y="297432"/>
                  <a:pt x="702768" y="282590"/>
                  <a:pt x="702768" y="264282"/>
                </a:cubicBezTo>
                <a:cubicBezTo>
                  <a:pt x="702768" y="245974"/>
                  <a:pt x="687926" y="231133"/>
                  <a:pt x="669619" y="231133"/>
                </a:cubicBezTo>
                <a:cubicBezTo>
                  <a:pt x="651311" y="231133"/>
                  <a:pt x="636469" y="245974"/>
                  <a:pt x="636469" y="264282"/>
                </a:cubicBezTo>
                <a:moveTo>
                  <a:pt x="763763" y="453407"/>
                </a:moveTo>
                <a:cubicBezTo>
                  <a:pt x="763763" y="471715"/>
                  <a:pt x="778605" y="486556"/>
                  <a:pt x="796912" y="486556"/>
                </a:cubicBezTo>
                <a:cubicBezTo>
                  <a:pt x="815220" y="486556"/>
                  <a:pt x="830062" y="471715"/>
                  <a:pt x="830062" y="453407"/>
                </a:cubicBezTo>
                <a:cubicBezTo>
                  <a:pt x="830062" y="435099"/>
                  <a:pt x="815220" y="420258"/>
                  <a:pt x="796912" y="420258"/>
                </a:cubicBezTo>
                <a:cubicBezTo>
                  <a:pt x="778605" y="420258"/>
                  <a:pt x="763763" y="435099"/>
                  <a:pt x="763763" y="453407"/>
                </a:cubicBezTo>
                <a:moveTo>
                  <a:pt x="891057" y="40848"/>
                </a:moveTo>
                <a:cubicBezTo>
                  <a:pt x="891057" y="59156"/>
                  <a:pt x="905898" y="73997"/>
                  <a:pt x="924206" y="73997"/>
                </a:cubicBezTo>
                <a:cubicBezTo>
                  <a:pt x="942514" y="73997"/>
                  <a:pt x="957356" y="59156"/>
                  <a:pt x="957356" y="40848"/>
                </a:cubicBezTo>
                <a:cubicBezTo>
                  <a:pt x="957356" y="22540"/>
                  <a:pt x="942514" y="7698"/>
                  <a:pt x="924206" y="7698"/>
                </a:cubicBezTo>
                <a:cubicBezTo>
                  <a:pt x="905898" y="7698"/>
                  <a:pt x="891057" y="22540"/>
                  <a:pt x="891057" y="40848"/>
                </a:cubicBezTo>
                <a:moveTo>
                  <a:pt x="1018351" y="289045"/>
                </a:moveTo>
                <a:cubicBezTo>
                  <a:pt x="1018351" y="307353"/>
                  <a:pt x="1033192" y="322195"/>
                  <a:pt x="1051500" y="322195"/>
                </a:cubicBezTo>
                <a:cubicBezTo>
                  <a:pt x="1069808" y="322195"/>
                  <a:pt x="1084650" y="307353"/>
                  <a:pt x="1084650" y="289045"/>
                </a:cubicBezTo>
                <a:cubicBezTo>
                  <a:pt x="1084650" y="270737"/>
                  <a:pt x="1069808" y="255896"/>
                  <a:pt x="1051500" y="255896"/>
                </a:cubicBezTo>
                <a:cubicBezTo>
                  <a:pt x="1033192" y="255896"/>
                  <a:pt x="1018351" y="270737"/>
                  <a:pt x="1018351" y="289045"/>
                </a:cubicBezTo>
                <a:moveTo>
                  <a:pt x="1145644" y="337524"/>
                </a:moveTo>
                <a:cubicBezTo>
                  <a:pt x="1145644" y="355832"/>
                  <a:pt x="1160486" y="370674"/>
                  <a:pt x="1178794" y="370674"/>
                </a:cubicBezTo>
                <a:cubicBezTo>
                  <a:pt x="1197102" y="370674"/>
                  <a:pt x="1211943" y="355832"/>
                  <a:pt x="1211943" y="337524"/>
                </a:cubicBezTo>
                <a:cubicBezTo>
                  <a:pt x="1211943" y="319216"/>
                  <a:pt x="1197102" y="304375"/>
                  <a:pt x="1178794" y="304375"/>
                </a:cubicBezTo>
                <a:cubicBezTo>
                  <a:pt x="1160486" y="304375"/>
                  <a:pt x="1145644" y="319216"/>
                  <a:pt x="1145644" y="337524"/>
                </a:cubicBezTo>
                <a:moveTo>
                  <a:pt x="1272938" y="337364"/>
                </a:moveTo>
                <a:cubicBezTo>
                  <a:pt x="1272938" y="355672"/>
                  <a:pt x="1287780" y="370514"/>
                  <a:pt x="1306088" y="370514"/>
                </a:cubicBezTo>
                <a:cubicBezTo>
                  <a:pt x="1324395" y="370514"/>
                  <a:pt x="1339237" y="355672"/>
                  <a:pt x="1339237" y="337364"/>
                </a:cubicBezTo>
                <a:cubicBezTo>
                  <a:pt x="1339237" y="319056"/>
                  <a:pt x="1324395" y="304215"/>
                  <a:pt x="1306088" y="304215"/>
                </a:cubicBezTo>
                <a:cubicBezTo>
                  <a:pt x="1287780" y="304215"/>
                  <a:pt x="1272938" y="319056"/>
                  <a:pt x="1272938" y="337364"/>
                </a:cubicBezTo>
                <a:moveTo>
                  <a:pt x="1400232" y="496541"/>
                </a:moveTo>
                <a:cubicBezTo>
                  <a:pt x="1400232" y="514849"/>
                  <a:pt x="1415074" y="529690"/>
                  <a:pt x="1433381" y="529690"/>
                </a:cubicBezTo>
                <a:cubicBezTo>
                  <a:pt x="1451689" y="529690"/>
                  <a:pt x="1466531" y="514849"/>
                  <a:pt x="1466531" y="496541"/>
                </a:cubicBezTo>
                <a:cubicBezTo>
                  <a:pt x="1466531" y="478233"/>
                  <a:pt x="1451689" y="463391"/>
                  <a:pt x="1433381" y="463391"/>
                </a:cubicBezTo>
                <a:cubicBezTo>
                  <a:pt x="1415074" y="463391"/>
                  <a:pt x="1400232" y="478233"/>
                  <a:pt x="1400232" y="496541"/>
                </a:cubicBezTo>
                <a:moveTo>
                  <a:pt x="1527526" y="453074"/>
                </a:moveTo>
                <a:cubicBezTo>
                  <a:pt x="1527526" y="471382"/>
                  <a:pt x="1542367" y="486223"/>
                  <a:pt x="1560675" y="486223"/>
                </a:cubicBezTo>
                <a:cubicBezTo>
                  <a:pt x="1578983" y="486223"/>
                  <a:pt x="1593825" y="471382"/>
                  <a:pt x="1593825" y="453074"/>
                </a:cubicBezTo>
                <a:cubicBezTo>
                  <a:pt x="1593825" y="434766"/>
                  <a:pt x="1578983" y="419924"/>
                  <a:pt x="1560675" y="419924"/>
                </a:cubicBezTo>
                <a:cubicBezTo>
                  <a:pt x="1542367" y="419924"/>
                  <a:pt x="1527526" y="434766"/>
                  <a:pt x="1527526" y="453074"/>
                </a:cubicBezTo>
                <a:moveTo>
                  <a:pt x="1654820" y="405509"/>
                </a:moveTo>
                <a:cubicBezTo>
                  <a:pt x="1654820" y="423817"/>
                  <a:pt x="1669661" y="438659"/>
                  <a:pt x="1687969" y="438659"/>
                </a:cubicBezTo>
                <a:cubicBezTo>
                  <a:pt x="1706277" y="438659"/>
                  <a:pt x="1721119" y="423817"/>
                  <a:pt x="1721119" y="405509"/>
                </a:cubicBezTo>
                <a:cubicBezTo>
                  <a:pt x="1721119" y="387201"/>
                  <a:pt x="1706277" y="372360"/>
                  <a:pt x="1687969" y="372360"/>
                </a:cubicBezTo>
                <a:cubicBezTo>
                  <a:pt x="1669661" y="372360"/>
                  <a:pt x="1654820" y="387201"/>
                  <a:pt x="1654820" y="405509"/>
                </a:cubicBezTo>
                <a:moveTo>
                  <a:pt x="1782114" y="325560"/>
                </a:moveTo>
                <a:cubicBezTo>
                  <a:pt x="1782114" y="343867"/>
                  <a:pt x="1796955" y="358709"/>
                  <a:pt x="1815263" y="358709"/>
                </a:cubicBezTo>
                <a:cubicBezTo>
                  <a:pt x="1833571" y="358709"/>
                  <a:pt x="1848412" y="343867"/>
                  <a:pt x="1848412" y="325560"/>
                </a:cubicBezTo>
                <a:cubicBezTo>
                  <a:pt x="1848412" y="307252"/>
                  <a:pt x="1833571" y="292410"/>
                  <a:pt x="1815263" y="292410"/>
                </a:cubicBezTo>
                <a:cubicBezTo>
                  <a:pt x="1796955" y="292410"/>
                  <a:pt x="1782114" y="307252"/>
                  <a:pt x="1782114" y="325560"/>
                </a:cubicBezTo>
                <a:moveTo>
                  <a:pt x="1909407" y="323959"/>
                </a:moveTo>
                <a:cubicBezTo>
                  <a:pt x="1909407" y="342267"/>
                  <a:pt x="1924249" y="357109"/>
                  <a:pt x="1942557" y="357109"/>
                </a:cubicBezTo>
                <a:cubicBezTo>
                  <a:pt x="1960865" y="357109"/>
                  <a:pt x="1975706" y="342267"/>
                  <a:pt x="1975706" y="323959"/>
                </a:cubicBezTo>
                <a:cubicBezTo>
                  <a:pt x="1975706" y="305651"/>
                  <a:pt x="1960865" y="290810"/>
                  <a:pt x="1942557" y="290810"/>
                </a:cubicBezTo>
                <a:cubicBezTo>
                  <a:pt x="1924249" y="290810"/>
                  <a:pt x="1909407" y="305651"/>
                  <a:pt x="1909407" y="323959"/>
                </a:cubicBezTo>
                <a:moveTo>
                  <a:pt x="2036701" y="322149"/>
                </a:moveTo>
                <a:cubicBezTo>
                  <a:pt x="2036701" y="340457"/>
                  <a:pt x="2051543" y="355298"/>
                  <a:pt x="2069851" y="355298"/>
                </a:cubicBezTo>
                <a:cubicBezTo>
                  <a:pt x="2088159" y="355298"/>
                  <a:pt x="2103000" y="340457"/>
                  <a:pt x="2103000" y="322149"/>
                </a:cubicBezTo>
                <a:cubicBezTo>
                  <a:pt x="2103000" y="303841"/>
                  <a:pt x="2088159" y="288999"/>
                  <a:pt x="2069851" y="288999"/>
                </a:cubicBezTo>
                <a:cubicBezTo>
                  <a:pt x="2051543" y="288999"/>
                  <a:pt x="2036701" y="303841"/>
                  <a:pt x="2036701" y="322149"/>
                </a:cubicBezTo>
                <a:moveTo>
                  <a:pt x="2163995" y="320014"/>
                </a:moveTo>
                <a:cubicBezTo>
                  <a:pt x="2163995" y="338322"/>
                  <a:pt x="2178837" y="353164"/>
                  <a:pt x="2197144" y="353164"/>
                </a:cubicBezTo>
                <a:cubicBezTo>
                  <a:pt x="2215452" y="353164"/>
                  <a:pt x="2230294" y="338322"/>
                  <a:pt x="2230294" y="320014"/>
                </a:cubicBezTo>
                <a:cubicBezTo>
                  <a:pt x="2230294" y="301706"/>
                  <a:pt x="2215452" y="286865"/>
                  <a:pt x="2197144" y="286865"/>
                </a:cubicBezTo>
                <a:cubicBezTo>
                  <a:pt x="2178837" y="286865"/>
                  <a:pt x="2163995" y="301706"/>
                  <a:pt x="2163995" y="320014"/>
                </a:cubicBezTo>
                <a:moveTo>
                  <a:pt x="2291289" y="1056419"/>
                </a:moveTo>
                <a:cubicBezTo>
                  <a:pt x="2291289" y="1074727"/>
                  <a:pt x="2306130" y="1089569"/>
                  <a:pt x="2324438" y="1089569"/>
                </a:cubicBezTo>
                <a:cubicBezTo>
                  <a:pt x="2342746" y="1089569"/>
                  <a:pt x="2357588" y="1074727"/>
                  <a:pt x="2357588" y="1056419"/>
                </a:cubicBezTo>
                <a:cubicBezTo>
                  <a:pt x="2357588" y="1038111"/>
                  <a:pt x="2342746" y="1023270"/>
                  <a:pt x="2324438" y="1023270"/>
                </a:cubicBezTo>
                <a:cubicBezTo>
                  <a:pt x="2306130" y="1023270"/>
                  <a:pt x="2291289" y="1038111"/>
                  <a:pt x="2291289" y="1056419"/>
                </a:cubicBezTo>
                <a:moveTo>
                  <a:pt x="2418583" y="1056425"/>
                </a:moveTo>
                <a:cubicBezTo>
                  <a:pt x="2418583" y="1074733"/>
                  <a:pt x="2433424" y="1089574"/>
                  <a:pt x="2451732" y="1089574"/>
                </a:cubicBezTo>
                <a:cubicBezTo>
                  <a:pt x="2470040" y="1089574"/>
                  <a:pt x="2484881" y="1074733"/>
                  <a:pt x="2484881" y="1056425"/>
                </a:cubicBezTo>
                <a:cubicBezTo>
                  <a:pt x="2484881" y="1038117"/>
                  <a:pt x="2470040" y="1023275"/>
                  <a:pt x="2451732" y="1023275"/>
                </a:cubicBezTo>
                <a:cubicBezTo>
                  <a:pt x="2433424" y="1023275"/>
                  <a:pt x="2418583" y="1038117"/>
                  <a:pt x="2418583" y="1056425"/>
                </a:cubicBezTo>
                <a:moveTo>
                  <a:pt x="2545876" y="1056401"/>
                </a:moveTo>
                <a:cubicBezTo>
                  <a:pt x="2545876" y="1074709"/>
                  <a:pt x="2560718" y="1089551"/>
                  <a:pt x="2579026" y="1089551"/>
                </a:cubicBezTo>
                <a:cubicBezTo>
                  <a:pt x="2597334" y="1089551"/>
                  <a:pt x="2612175" y="1074709"/>
                  <a:pt x="2612175" y="1056401"/>
                </a:cubicBezTo>
                <a:cubicBezTo>
                  <a:pt x="2612175" y="1038093"/>
                  <a:pt x="2597334" y="1023252"/>
                  <a:pt x="2579026" y="1023252"/>
                </a:cubicBezTo>
                <a:cubicBezTo>
                  <a:pt x="2560718" y="1023252"/>
                  <a:pt x="2545876" y="1038093"/>
                  <a:pt x="2545876" y="1056401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506752"/>
                </a:moveTo>
                <a:cubicBezTo>
                  <a:pt x="2800464" y="525060"/>
                  <a:pt x="2815306" y="539902"/>
                  <a:pt x="2833614" y="539902"/>
                </a:cubicBezTo>
                <a:cubicBezTo>
                  <a:pt x="2851921" y="539902"/>
                  <a:pt x="2866763" y="525060"/>
                  <a:pt x="2866763" y="506752"/>
                </a:cubicBezTo>
                <a:cubicBezTo>
                  <a:pt x="2866763" y="488444"/>
                  <a:pt x="2851921" y="473603"/>
                  <a:pt x="2833614" y="473603"/>
                </a:cubicBezTo>
                <a:cubicBezTo>
                  <a:pt x="2815306" y="473603"/>
                  <a:pt x="2800464" y="488444"/>
                  <a:pt x="2800464" y="506752"/>
                </a:cubicBezTo>
                <a:close/>
              </a:path>
            </a:pathLst>
          </a:custGeom>
          <a:solidFill xmlns:a="http://schemas.openxmlformats.org/drawingml/2006/main">
            <a:srgbClr val="FF7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A7197-C82F-4EB4-87C1-4E4C8123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870238"/>
            <a:ext cx="2800464" cy="1089963"/>
          </a:xfrm>
          <a:custGeom xmlns:a="http://schemas.openxmlformats.org/drawingml/2006/main">
            <a:pathLst>
              <a:path w="2800464" h="1089963" fill="none">
                <a:moveTo>
                  <a:pt x="0" y="922289"/>
                </a:moveTo>
                <a:lnTo>
                  <a:pt x="127294" y="117993"/>
                </a:lnTo>
                <a:lnTo>
                  <a:pt x="254588" y="927870"/>
                </a:lnTo>
                <a:lnTo>
                  <a:pt x="381881" y="606670"/>
                </a:lnTo>
                <a:lnTo>
                  <a:pt x="509175" y="751860"/>
                </a:lnTo>
                <a:lnTo>
                  <a:pt x="636469" y="600025"/>
                </a:lnTo>
                <a:lnTo>
                  <a:pt x="763763" y="778509"/>
                </a:lnTo>
                <a:lnTo>
                  <a:pt x="891057" y="572484"/>
                </a:lnTo>
                <a:lnTo>
                  <a:pt x="1018350" y="646549"/>
                </a:lnTo>
                <a:lnTo>
                  <a:pt x="1145644" y="631055"/>
                </a:lnTo>
                <a:lnTo>
                  <a:pt x="1272938" y="631393"/>
                </a:lnTo>
                <a:lnTo>
                  <a:pt x="1400232" y="608136"/>
                </a:lnTo>
                <a:lnTo>
                  <a:pt x="1527526" y="518990"/>
                </a:lnTo>
                <a:lnTo>
                  <a:pt x="1654819" y="623256"/>
                </a:lnTo>
                <a:lnTo>
                  <a:pt x="1782113" y="780214"/>
                </a:lnTo>
                <a:lnTo>
                  <a:pt x="1909407" y="775413"/>
                </a:lnTo>
                <a:lnTo>
                  <a:pt x="2036701" y="777688"/>
                </a:lnTo>
                <a:lnTo>
                  <a:pt x="2163995" y="777454"/>
                </a:lnTo>
                <a:lnTo>
                  <a:pt x="2291289" y="1089963"/>
                </a:lnTo>
                <a:lnTo>
                  <a:pt x="2418582" y="1085519"/>
                </a:lnTo>
                <a:lnTo>
                  <a:pt x="2545876" y="1086985"/>
                </a:lnTo>
                <a:lnTo>
                  <a:pt x="2673170" y="0"/>
                </a:lnTo>
                <a:lnTo>
                  <a:pt x="2800464" y="526316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FF7F00"/>
            </a:solidFill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B1AFEB-2C53-449B-AFE0-0879DC99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837088"/>
            <a:ext cx="2866763" cy="1156262"/>
          </a:xfrm>
          <a:custGeom xmlns:a="http://schemas.openxmlformats.org/drawingml/2006/main">
            <a:pathLst>
              <a:path w="2866763" h="1156262">
                <a:moveTo>
                  <a:pt x="0" y="955438"/>
                </a:moveTo>
                <a:cubicBezTo>
                  <a:pt x="0" y="973746"/>
                  <a:pt x="14841" y="988588"/>
                  <a:pt x="33149" y="988588"/>
                </a:cubicBezTo>
                <a:cubicBezTo>
                  <a:pt x="51457" y="988588"/>
                  <a:pt x="66299" y="973746"/>
                  <a:pt x="66299" y="955438"/>
                </a:cubicBezTo>
                <a:cubicBezTo>
                  <a:pt x="66299" y="937130"/>
                  <a:pt x="51457" y="922289"/>
                  <a:pt x="33149" y="922289"/>
                </a:cubicBezTo>
                <a:cubicBezTo>
                  <a:pt x="14841" y="922289"/>
                  <a:pt x="0" y="937130"/>
                  <a:pt x="0" y="955438"/>
                </a:cubicBezTo>
                <a:moveTo>
                  <a:pt x="127294" y="151142"/>
                </a:moveTo>
                <a:cubicBezTo>
                  <a:pt x="127294" y="169450"/>
                  <a:pt x="142135" y="184292"/>
                  <a:pt x="160443" y="184292"/>
                </a:cubicBezTo>
                <a:cubicBezTo>
                  <a:pt x="178751" y="184292"/>
                  <a:pt x="193592" y="169450"/>
                  <a:pt x="193592" y="151142"/>
                </a:cubicBezTo>
                <a:cubicBezTo>
                  <a:pt x="193592" y="132834"/>
                  <a:pt x="178751" y="117993"/>
                  <a:pt x="160443" y="117993"/>
                </a:cubicBezTo>
                <a:cubicBezTo>
                  <a:pt x="142135" y="117993"/>
                  <a:pt x="127294" y="132834"/>
                  <a:pt x="127294" y="151142"/>
                </a:cubicBezTo>
                <a:moveTo>
                  <a:pt x="254588" y="961019"/>
                </a:moveTo>
                <a:cubicBezTo>
                  <a:pt x="254588" y="979327"/>
                  <a:pt x="269429" y="994168"/>
                  <a:pt x="287737" y="994168"/>
                </a:cubicBezTo>
                <a:cubicBezTo>
                  <a:pt x="306045" y="994168"/>
                  <a:pt x="320886" y="979327"/>
                  <a:pt x="320886" y="961019"/>
                </a:cubicBezTo>
                <a:cubicBezTo>
                  <a:pt x="320886" y="942711"/>
                  <a:pt x="306045" y="927870"/>
                  <a:pt x="287737" y="927870"/>
                </a:cubicBezTo>
                <a:cubicBezTo>
                  <a:pt x="269429" y="927870"/>
                  <a:pt x="254588" y="942711"/>
                  <a:pt x="254588" y="961019"/>
                </a:cubicBezTo>
                <a:moveTo>
                  <a:pt x="381881" y="639820"/>
                </a:moveTo>
                <a:cubicBezTo>
                  <a:pt x="381881" y="658127"/>
                  <a:pt x="396723" y="672969"/>
                  <a:pt x="415031" y="672969"/>
                </a:cubicBezTo>
                <a:cubicBezTo>
                  <a:pt x="433339" y="672969"/>
                  <a:pt x="448180" y="658127"/>
                  <a:pt x="448180" y="639820"/>
                </a:cubicBezTo>
                <a:cubicBezTo>
                  <a:pt x="448180" y="621512"/>
                  <a:pt x="433339" y="606670"/>
                  <a:pt x="415031" y="606670"/>
                </a:cubicBezTo>
                <a:cubicBezTo>
                  <a:pt x="396723" y="606670"/>
                  <a:pt x="381881" y="621512"/>
                  <a:pt x="381881" y="639820"/>
                </a:cubicBezTo>
                <a:moveTo>
                  <a:pt x="509175" y="785010"/>
                </a:moveTo>
                <a:cubicBezTo>
                  <a:pt x="509175" y="803317"/>
                  <a:pt x="524017" y="818159"/>
                  <a:pt x="542324" y="818159"/>
                </a:cubicBezTo>
                <a:cubicBezTo>
                  <a:pt x="560632" y="818159"/>
                  <a:pt x="575474" y="803317"/>
                  <a:pt x="575474" y="785010"/>
                </a:cubicBezTo>
                <a:cubicBezTo>
                  <a:pt x="575474" y="766702"/>
                  <a:pt x="560632" y="751860"/>
                  <a:pt x="542324" y="751860"/>
                </a:cubicBezTo>
                <a:cubicBezTo>
                  <a:pt x="524017" y="751860"/>
                  <a:pt x="509175" y="766702"/>
                  <a:pt x="509175" y="785010"/>
                </a:cubicBezTo>
                <a:moveTo>
                  <a:pt x="636469" y="633174"/>
                </a:moveTo>
                <a:cubicBezTo>
                  <a:pt x="636469" y="651482"/>
                  <a:pt x="651310" y="666324"/>
                  <a:pt x="669618" y="666324"/>
                </a:cubicBezTo>
                <a:cubicBezTo>
                  <a:pt x="687926" y="666324"/>
                  <a:pt x="702768" y="651482"/>
                  <a:pt x="702768" y="633174"/>
                </a:cubicBezTo>
                <a:cubicBezTo>
                  <a:pt x="702768" y="614866"/>
                  <a:pt x="687926" y="600025"/>
                  <a:pt x="669618" y="600025"/>
                </a:cubicBezTo>
                <a:cubicBezTo>
                  <a:pt x="651310" y="600025"/>
                  <a:pt x="636469" y="614866"/>
                  <a:pt x="636469" y="633174"/>
                </a:cubicBezTo>
                <a:moveTo>
                  <a:pt x="763763" y="811659"/>
                </a:moveTo>
                <a:cubicBezTo>
                  <a:pt x="763763" y="829967"/>
                  <a:pt x="778604" y="844808"/>
                  <a:pt x="796912" y="844808"/>
                </a:cubicBezTo>
                <a:cubicBezTo>
                  <a:pt x="815220" y="844808"/>
                  <a:pt x="830061" y="829967"/>
                  <a:pt x="830061" y="811659"/>
                </a:cubicBezTo>
                <a:cubicBezTo>
                  <a:pt x="830061" y="793351"/>
                  <a:pt x="815220" y="778509"/>
                  <a:pt x="796912" y="778509"/>
                </a:cubicBezTo>
                <a:cubicBezTo>
                  <a:pt x="778604" y="778509"/>
                  <a:pt x="763763" y="793351"/>
                  <a:pt x="763763" y="811659"/>
                </a:cubicBezTo>
                <a:moveTo>
                  <a:pt x="891057" y="605633"/>
                </a:moveTo>
                <a:cubicBezTo>
                  <a:pt x="891057" y="623941"/>
                  <a:pt x="905898" y="638782"/>
                  <a:pt x="924206" y="638782"/>
                </a:cubicBezTo>
                <a:cubicBezTo>
                  <a:pt x="942514" y="638782"/>
                  <a:pt x="957356" y="623941"/>
                  <a:pt x="957356" y="605633"/>
                </a:cubicBezTo>
                <a:cubicBezTo>
                  <a:pt x="957356" y="587325"/>
                  <a:pt x="942514" y="572484"/>
                  <a:pt x="924206" y="572484"/>
                </a:cubicBezTo>
                <a:cubicBezTo>
                  <a:pt x="905898" y="572484"/>
                  <a:pt x="891057" y="587325"/>
                  <a:pt x="891057" y="605633"/>
                </a:cubicBezTo>
                <a:moveTo>
                  <a:pt x="1018350" y="679699"/>
                </a:moveTo>
                <a:cubicBezTo>
                  <a:pt x="1018350" y="698007"/>
                  <a:pt x="1033192" y="712848"/>
                  <a:pt x="1051500" y="712848"/>
                </a:cubicBezTo>
                <a:cubicBezTo>
                  <a:pt x="1069808" y="712848"/>
                  <a:pt x="1084649" y="698007"/>
                  <a:pt x="1084649" y="679699"/>
                </a:cubicBezTo>
                <a:cubicBezTo>
                  <a:pt x="1084649" y="661391"/>
                  <a:pt x="1069808" y="646549"/>
                  <a:pt x="1051500" y="646549"/>
                </a:cubicBezTo>
                <a:cubicBezTo>
                  <a:pt x="1033192" y="646549"/>
                  <a:pt x="1018350" y="661391"/>
                  <a:pt x="1018350" y="679699"/>
                </a:cubicBezTo>
                <a:moveTo>
                  <a:pt x="1145644" y="664204"/>
                </a:moveTo>
                <a:cubicBezTo>
                  <a:pt x="1145644" y="682512"/>
                  <a:pt x="1160486" y="697354"/>
                  <a:pt x="1178793" y="697354"/>
                </a:cubicBezTo>
                <a:cubicBezTo>
                  <a:pt x="1197101" y="697354"/>
                  <a:pt x="1211943" y="682512"/>
                  <a:pt x="1211943" y="664204"/>
                </a:cubicBezTo>
                <a:cubicBezTo>
                  <a:pt x="1211943" y="645896"/>
                  <a:pt x="1197101" y="631055"/>
                  <a:pt x="1178793" y="631055"/>
                </a:cubicBezTo>
                <a:cubicBezTo>
                  <a:pt x="1160486" y="631055"/>
                  <a:pt x="1145644" y="645896"/>
                  <a:pt x="1145644" y="664204"/>
                </a:cubicBezTo>
                <a:moveTo>
                  <a:pt x="1272938" y="664543"/>
                </a:moveTo>
                <a:cubicBezTo>
                  <a:pt x="1272938" y="682851"/>
                  <a:pt x="1287780" y="697692"/>
                  <a:pt x="1306087" y="697692"/>
                </a:cubicBezTo>
                <a:cubicBezTo>
                  <a:pt x="1324395" y="697692"/>
                  <a:pt x="1339237" y="682851"/>
                  <a:pt x="1339237" y="664543"/>
                </a:cubicBezTo>
                <a:cubicBezTo>
                  <a:pt x="1339237" y="646235"/>
                  <a:pt x="1324395" y="631393"/>
                  <a:pt x="1306087" y="631393"/>
                </a:cubicBezTo>
                <a:cubicBezTo>
                  <a:pt x="1287780" y="631393"/>
                  <a:pt x="1272938" y="646235"/>
                  <a:pt x="1272938" y="664543"/>
                </a:cubicBezTo>
                <a:moveTo>
                  <a:pt x="1400232" y="641286"/>
                </a:moveTo>
                <a:cubicBezTo>
                  <a:pt x="1400232" y="659593"/>
                  <a:pt x="1415073" y="674435"/>
                  <a:pt x="1433381" y="674435"/>
                </a:cubicBezTo>
                <a:cubicBezTo>
                  <a:pt x="1451689" y="674435"/>
                  <a:pt x="1466531" y="659593"/>
                  <a:pt x="1466531" y="641286"/>
                </a:cubicBezTo>
                <a:cubicBezTo>
                  <a:pt x="1466531" y="622978"/>
                  <a:pt x="1451689" y="608136"/>
                  <a:pt x="1433381" y="608136"/>
                </a:cubicBezTo>
                <a:cubicBezTo>
                  <a:pt x="1415073" y="608136"/>
                  <a:pt x="1400232" y="622978"/>
                  <a:pt x="1400232" y="641286"/>
                </a:cubicBezTo>
                <a:moveTo>
                  <a:pt x="1527526" y="552139"/>
                </a:moveTo>
                <a:cubicBezTo>
                  <a:pt x="1527526" y="570447"/>
                  <a:pt x="1542367" y="585289"/>
                  <a:pt x="1560675" y="585289"/>
                </a:cubicBezTo>
                <a:cubicBezTo>
                  <a:pt x="1578983" y="585289"/>
                  <a:pt x="1593825" y="570447"/>
                  <a:pt x="1593825" y="552139"/>
                </a:cubicBezTo>
                <a:cubicBezTo>
                  <a:pt x="1593825" y="533831"/>
                  <a:pt x="1578983" y="518990"/>
                  <a:pt x="1560675" y="518990"/>
                </a:cubicBezTo>
                <a:cubicBezTo>
                  <a:pt x="1542367" y="518990"/>
                  <a:pt x="1527526" y="533831"/>
                  <a:pt x="1527526" y="552139"/>
                </a:cubicBezTo>
                <a:moveTo>
                  <a:pt x="1654819" y="656405"/>
                </a:moveTo>
                <a:cubicBezTo>
                  <a:pt x="1654819" y="674713"/>
                  <a:pt x="1669661" y="689555"/>
                  <a:pt x="1687969" y="689555"/>
                </a:cubicBezTo>
                <a:cubicBezTo>
                  <a:pt x="1706276" y="689555"/>
                  <a:pt x="1721118" y="674713"/>
                  <a:pt x="1721118" y="656405"/>
                </a:cubicBezTo>
                <a:cubicBezTo>
                  <a:pt x="1721118" y="638097"/>
                  <a:pt x="1706276" y="623256"/>
                  <a:pt x="1687969" y="623256"/>
                </a:cubicBezTo>
                <a:cubicBezTo>
                  <a:pt x="1669661" y="623256"/>
                  <a:pt x="1654819" y="638097"/>
                  <a:pt x="1654819" y="656405"/>
                </a:cubicBezTo>
                <a:moveTo>
                  <a:pt x="1782113" y="813364"/>
                </a:moveTo>
                <a:cubicBezTo>
                  <a:pt x="1782113" y="831672"/>
                  <a:pt x="1796955" y="846513"/>
                  <a:pt x="1815263" y="846513"/>
                </a:cubicBezTo>
                <a:cubicBezTo>
                  <a:pt x="1833571" y="846513"/>
                  <a:pt x="1848412" y="831672"/>
                  <a:pt x="1848412" y="813364"/>
                </a:cubicBezTo>
                <a:cubicBezTo>
                  <a:pt x="1848412" y="795056"/>
                  <a:pt x="1833571" y="780214"/>
                  <a:pt x="1815263" y="780214"/>
                </a:cubicBezTo>
                <a:cubicBezTo>
                  <a:pt x="1796955" y="780214"/>
                  <a:pt x="1782113" y="795056"/>
                  <a:pt x="1782113" y="813364"/>
                </a:cubicBezTo>
                <a:moveTo>
                  <a:pt x="1909407" y="808563"/>
                </a:moveTo>
                <a:cubicBezTo>
                  <a:pt x="1909407" y="826871"/>
                  <a:pt x="1924249" y="841712"/>
                  <a:pt x="1942557" y="841712"/>
                </a:cubicBezTo>
                <a:cubicBezTo>
                  <a:pt x="1960865" y="841712"/>
                  <a:pt x="1975706" y="826871"/>
                  <a:pt x="1975706" y="808563"/>
                </a:cubicBezTo>
                <a:cubicBezTo>
                  <a:pt x="1975706" y="790255"/>
                  <a:pt x="1960865" y="775413"/>
                  <a:pt x="1942557" y="775413"/>
                </a:cubicBezTo>
                <a:cubicBezTo>
                  <a:pt x="1924249" y="775413"/>
                  <a:pt x="1909407" y="790255"/>
                  <a:pt x="1909407" y="808563"/>
                </a:cubicBezTo>
                <a:moveTo>
                  <a:pt x="2036701" y="810837"/>
                </a:moveTo>
                <a:cubicBezTo>
                  <a:pt x="2036701" y="829145"/>
                  <a:pt x="2051543" y="843987"/>
                  <a:pt x="2069850" y="843987"/>
                </a:cubicBezTo>
                <a:cubicBezTo>
                  <a:pt x="2088159" y="843987"/>
                  <a:pt x="2103000" y="829145"/>
                  <a:pt x="2103000" y="810837"/>
                </a:cubicBezTo>
                <a:cubicBezTo>
                  <a:pt x="2103000" y="792530"/>
                  <a:pt x="2088159" y="777688"/>
                  <a:pt x="2069850" y="777688"/>
                </a:cubicBezTo>
                <a:cubicBezTo>
                  <a:pt x="2051543" y="777688"/>
                  <a:pt x="2036701" y="792530"/>
                  <a:pt x="2036701" y="810837"/>
                </a:cubicBezTo>
                <a:moveTo>
                  <a:pt x="2163995" y="810603"/>
                </a:moveTo>
                <a:cubicBezTo>
                  <a:pt x="2163995" y="828911"/>
                  <a:pt x="2178836" y="843752"/>
                  <a:pt x="2197144" y="843752"/>
                </a:cubicBezTo>
                <a:cubicBezTo>
                  <a:pt x="2215452" y="843752"/>
                  <a:pt x="2230294" y="828911"/>
                  <a:pt x="2230294" y="810603"/>
                </a:cubicBezTo>
                <a:cubicBezTo>
                  <a:pt x="2230294" y="792295"/>
                  <a:pt x="2215452" y="777454"/>
                  <a:pt x="2197144" y="777454"/>
                </a:cubicBezTo>
                <a:cubicBezTo>
                  <a:pt x="2178836" y="777454"/>
                  <a:pt x="2163995" y="792295"/>
                  <a:pt x="2163995" y="810603"/>
                </a:cubicBezTo>
                <a:moveTo>
                  <a:pt x="2291289" y="1123113"/>
                </a:moveTo>
                <a:cubicBezTo>
                  <a:pt x="2291289" y="1141420"/>
                  <a:pt x="2306130" y="1156262"/>
                  <a:pt x="2324438" y="1156262"/>
                </a:cubicBezTo>
                <a:cubicBezTo>
                  <a:pt x="2342746" y="1156262"/>
                  <a:pt x="2357587" y="1141420"/>
                  <a:pt x="2357587" y="1123113"/>
                </a:cubicBezTo>
                <a:cubicBezTo>
                  <a:pt x="2357587" y="1104805"/>
                  <a:pt x="2342746" y="1089963"/>
                  <a:pt x="2324438" y="1089963"/>
                </a:cubicBezTo>
                <a:cubicBezTo>
                  <a:pt x="2306130" y="1089963"/>
                  <a:pt x="2291289" y="1104805"/>
                  <a:pt x="2291289" y="1123113"/>
                </a:cubicBezTo>
                <a:moveTo>
                  <a:pt x="2418582" y="1118668"/>
                </a:moveTo>
                <a:cubicBezTo>
                  <a:pt x="2418582" y="1136976"/>
                  <a:pt x="2433424" y="1151818"/>
                  <a:pt x="2451732" y="1151818"/>
                </a:cubicBezTo>
                <a:cubicBezTo>
                  <a:pt x="2470040" y="1151818"/>
                  <a:pt x="2484881" y="1136976"/>
                  <a:pt x="2484881" y="1118668"/>
                </a:cubicBezTo>
                <a:cubicBezTo>
                  <a:pt x="2484881" y="1100360"/>
                  <a:pt x="2470040" y="1085519"/>
                  <a:pt x="2451732" y="1085519"/>
                </a:cubicBezTo>
                <a:cubicBezTo>
                  <a:pt x="2433424" y="1085519"/>
                  <a:pt x="2418582" y="1100360"/>
                  <a:pt x="2418582" y="1118668"/>
                </a:cubicBezTo>
                <a:moveTo>
                  <a:pt x="2545876" y="1120134"/>
                </a:moveTo>
                <a:cubicBezTo>
                  <a:pt x="2545876" y="1138442"/>
                  <a:pt x="2560718" y="1153283"/>
                  <a:pt x="2579026" y="1153283"/>
                </a:cubicBezTo>
                <a:cubicBezTo>
                  <a:pt x="2597334" y="1153283"/>
                  <a:pt x="2612175" y="1138442"/>
                  <a:pt x="2612175" y="1120134"/>
                </a:cubicBezTo>
                <a:cubicBezTo>
                  <a:pt x="2612175" y="1101826"/>
                  <a:pt x="2597334" y="1086985"/>
                  <a:pt x="2579026" y="1086985"/>
                </a:cubicBezTo>
                <a:cubicBezTo>
                  <a:pt x="2560718" y="1086985"/>
                  <a:pt x="2545876" y="1101826"/>
                  <a:pt x="2545876" y="1120134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559465"/>
                </a:moveTo>
                <a:cubicBezTo>
                  <a:pt x="2800464" y="577773"/>
                  <a:pt x="2815306" y="592615"/>
                  <a:pt x="2833613" y="592615"/>
                </a:cubicBezTo>
                <a:cubicBezTo>
                  <a:pt x="2851922" y="592615"/>
                  <a:pt x="2866763" y="577773"/>
                  <a:pt x="2866763" y="559465"/>
                </a:cubicBezTo>
                <a:cubicBezTo>
                  <a:pt x="2866763" y="541157"/>
                  <a:pt x="2851922" y="526316"/>
                  <a:pt x="2833613" y="526316"/>
                </a:cubicBezTo>
                <a:cubicBezTo>
                  <a:pt x="2815306" y="526316"/>
                  <a:pt x="2800464" y="541157"/>
                  <a:pt x="2800464" y="559465"/>
                </a:cubicBezTo>
                <a:close/>
              </a:path>
            </a:pathLst>
          </a:custGeom>
          <a:solidFill xmlns:a="http://schemas.openxmlformats.org/drawingml/2006/main">
            <a:srgbClr val="FF7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B2CEF3-CE0D-4275-90B9-C0D998C6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2786356"/>
            <a:ext cx="2800464" cy="1219970"/>
          </a:xfrm>
          <a:custGeom xmlns:a="http://schemas.openxmlformats.org/drawingml/2006/main">
            <a:pathLst>
              <a:path w="2800464" h="1219970" fill="none">
                <a:moveTo>
                  <a:pt x="0" y="947133"/>
                </a:moveTo>
                <a:lnTo>
                  <a:pt x="127294" y="516130"/>
                </a:lnTo>
                <a:lnTo>
                  <a:pt x="254588" y="986041"/>
                </a:lnTo>
                <a:lnTo>
                  <a:pt x="381881" y="379909"/>
                </a:lnTo>
                <a:lnTo>
                  <a:pt x="509175" y="471525"/>
                </a:lnTo>
                <a:lnTo>
                  <a:pt x="636469" y="376990"/>
                </a:lnTo>
                <a:lnTo>
                  <a:pt x="763763" y="410100"/>
                </a:lnTo>
                <a:lnTo>
                  <a:pt x="891057" y="425644"/>
                </a:lnTo>
                <a:lnTo>
                  <a:pt x="1018351" y="355565"/>
                </a:lnTo>
                <a:lnTo>
                  <a:pt x="1145644" y="447596"/>
                </a:lnTo>
                <a:lnTo>
                  <a:pt x="1272938" y="446705"/>
                </a:lnTo>
                <a:lnTo>
                  <a:pt x="1400232" y="521077"/>
                </a:lnTo>
                <a:lnTo>
                  <a:pt x="1527526" y="425920"/>
                </a:lnTo>
                <a:lnTo>
                  <a:pt x="1654820" y="403372"/>
                </a:lnTo>
                <a:lnTo>
                  <a:pt x="1782114" y="370371"/>
                </a:lnTo>
                <a:lnTo>
                  <a:pt x="1909407" y="369925"/>
                </a:lnTo>
                <a:lnTo>
                  <a:pt x="2036701" y="367721"/>
                </a:lnTo>
                <a:lnTo>
                  <a:pt x="2163995" y="369493"/>
                </a:lnTo>
                <a:lnTo>
                  <a:pt x="2291289" y="1141958"/>
                </a:lnTo>
                <a:lnTo>
                  <a:pt x="2418583" y="1137255"/>
                </a:lnTo>
                <a:lnTo>
                  <a:pt x="2545876" y="1135884"/>
                </a:lnTo>
                <a:lnTo>
                  <a:pt x="2673170" y="0"/>
                </a:lnTo>
                <a:lnTo>
                  <a:pt x="2800464" y="121997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FF7F00"/>
            </a:solidFill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19ACE-97EA-4C87-8C8A-6101FBC5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2753206"/>
            <a:ext cx="2866763" cy="1286269"/>
          </a:xfrm>
          <a:custGeom xmlns:a="http://schemas.openxmlformats.org/drawingml/2006/main">
            <a:pathLst>
              <a:path w="2866763" h="1286269">
                <a:moveTo>
                  <a:pt x="0" y="980282"/>
                </a:moveTo>
                <a:cubicBezTo>
                  <a:pt x="0" y="998590"/>
                  <a:pt x="14841" y="1013432"/>
                  <a:pt x="33149" y="1013432"/>
                </a:cubicBezTo>
                <a:cubicBezTo>
                  <a:pt x="51457" y="1013432"/>
                  <a:pt x="66299" y="998590"/>
                  <a:pt x="66299" y="980282"/>
                </a:cubicBezTo>
                <a:cubicBezTo>
                  <a:pt x="66299" y="961974"/>
                  <a:pt x="51457" y="947133"/>
                  <a:pt x="33149" y="947133"/>
                </a:cubicBezTo>
                <a:cubicBezTo>
                  <a:pt x="14841" y="947133"/>
                  <a:pt x="0" y="961974"/>
                  <a:pt x="0" y="980282"/>
                </a:cubicBezTo>
                <a:moveTo>
                  <a:pt x="127294" y="549280"/>
                </a:moveTo>
                <a:cubicBezTo>
                  <a:pt x="127294" y="567588"/>
                  <a:pt x="142135" y="582429"/>
                  <a:pt x="160443" y="582429"/>
                </a:cubicBezTo>
                <a:cubicBezTo>
                  <a:pt x="178751" y="582429"/>
                  <a:pt x="193593" y="567588"/>
                  <a:pt x="193593" y="549280"/>
                </a:cubicBezTo>
                <a:cubicBezTo>
                  <a:pt x="193593" y="530972"/>
                  <a:pt x="178751" y="516130"/>
                  <a:pt x="160443" y="516130"/>
                </a:cubicBezTo>
                <a:cubicBezTo>
                  <a:pt x="142135" y="516130"/>
                  <a:pt x="127294" y="530972"/>
                  <a:pt x="127294" y="549280"/>
                </a:cubicBezTo>
                <a:moveTo>
                  <a:pt x="254588" y="1019191"/>
                </a:moveTo>
                <a:cubicBezTo>
                  <a:pt x="254588" y="1037499"/>
                  <a:pt x="269429" y="1052340"/>
                  <a:pt x="287737" y="1052340"/>
                </a:cubicBezTo>
                <a:cubicBezTo>
                  <a:pt x="306045" y="1052340"/>
                  <a:pt x="320886" y="1037499"/>
                  <a:pt x="320886" y="1019191"/>
                </a:cubicBezTo>
                <a:cubicBezTo>
                  <a:pt x="320886" y="1000883"/>
                  <a:pt x="306045" y="986041"/>
                  <a:pt x="287737" y="986041"/>
                </a:cubicBezTo>
                <a:cubicBezTo>
                  <a:pt x="269429" y="986041"/>
                  <a:pt x="254588" y="1000883"/>
                  <a:pt x="254588" y="1019191"/>
                </a:cubicBezTo>
                <a:moveTo>
                  <a:pt x="381881" y="413058"/>
                </a:moveTo>
                <a:cubicBezTo>
                  <a:pt x="381881" y="431366"/>
                  <a:pt x="396723" y="446207"/>
                  <a:pt x="415031" y="446207"/>
                </a:cubicBezTo>
                <a:cubicBezTo>
                  <a:pt x="433339" y="446207"/>
                  <a:pt x="448180" y="431366"/>
                  <a:pt x="448180" y="413058"/>
                </a:cubicBezTo>
                <a:cubicBezTo>
                  <a:pt x="448180" y="394750"/>
                  <a:pt x="433339" y="379909"/>
                  <a:pt x="415031" y="379909"/>
                </a:cubicBezTo>
                <a:cubicBezTo>
                  <a:pt x="396723" y="379909"/>
                  <a:pt x="381881" y="394750"/>
                  <a:pt x="381881" y="413058"/>
                </a:cubicBezTo>
                <a:moveTo>
                  <a:pt x="509175" y="504674"/>
                </a:moveTo>
                <a:cubicBezTo>
                  <a:pt x="509175" y="522982"/>
                  <a:pt x="524017" y="537823"/>
                  <a:pt x="542325" y="537823"/>
                </a:cubicBezTo>
                <a:cubicBezTo>
                  <a:pt x="560633" y="537823"/>
                  <a:pt x="575474" y="522982"/>
                  <a:pt x="575474" y="504674"/>
                </a:cubicBezTo>
                <a:cubicBezTo>
                  <a:pt x="575474" y="486366"/>
                  <a:pt x="560633" y="471525"/>
                  <a:pt x="542325" y="471525"/>
                </a:cubicBezTo>
                <a:cubicBezTo>
                  <a:pt x="524017" y="471525"/>
                  <a:pt x="509175" y="486366"/>
                  <a:pt x="509175" y="504674"/>
                </a:cubicBezTo>
                <a:moveTo>
                  <a:pt x="636469" y="410139"/>
                </a:moveTo>
                <a:cubicBezTo>
                  <a:pt x="636469" y="428447"/>
                  <a:pt x="651311" y="443289"/>
                  <a:pt x="669619" y="443289"/>
                </a:cubicBezTo>
                <a:cubicBezTo>
                  <a:pt x="687926" y="443289"/>
                  <a:pt x="702768" y="428447"/>
                  <a:pt x="702768" y="410139"/>
                </a:cubicBezTo>
                <a:cubicBezTo>
                  <a:pt x="702768" y="391831"/>
                  <a:pt x="687926" y="376990"/>
                  <a:pt x="669619" y="376990"/>
                </a:cubicBezTo>
                <a:cubicBezTo>
                  <a:pt x="651311" y="376990"/>
                  <a:pt x="636469" y="391831"/>
                  <a:pt x="636469" y="410139"/>
                </a:cubicBezTo>
                <a:moveTo>
                  <a:pt x="763763" y="443250"/>
                </a:moveTo>
                <a:cubicBezTo>
                  <a:pt x="763763" y="461558"/>
                  <a:pt x="778605" y="476399"/>
                  <a:pt x="796912" y="476399"/>
                </a:cubicBezTo>
                <a:cubicBezTo>
                  <a:pt x="815220" y="476399"/>
                  <a:pt x="830062" y="461558"/>
                  <a:pt x="830062" y="443250"/>
                </a:cubicBezTo>
                <a:cubicBezTo>
                  <a:pt x="830062" y="424942"/>
                  <a:pt x="815220" y="410100"/>
                  <a:pt x="796912" y="410100"/>
                </a:cubicBezTo>
                <a:cubicBezTo>
                  <a:pt x="778605" y="410100"/>
                  <a:pt x="763763" y="424942"/>
                  <a:pt x="763763" y="443250"/>
                </a:cubicBezTo>
                <a:moveTo>
                  <a:pt x="891057" y="458793"/>
                </a:moveTo>
                <a:cubicBezTo>
                  <a:pt x="891057" y="477101"/>
                  <a:pt x="905898" y="491943"/>
                  <a:pt x="924206" y="491943"/>
                </a:cubicBezTo>
                <a:cubicBezTo>
                  <a:pt x="942514" y="491943"/>
                  <a:pt x="957356" y="477101"/>
                  <a:pt x="957356" y="458793"/>
                </a:cubicBezTo>
                <a:cubicBezTo>
                  <a:pt x="957356" y="440485"/>
                  <a:pt x="942514" y="425644"/>
                  <a:pt x="924206" y="425644"/>
                </a:cubicBezTo>
                <a:cubicBezTo>
                  <a:pt x="905898" y="425644"/>
                  <a:pt x="891057" y="440485"/>
                  <a:pt x="891057" y="458793"/>
                </a:cubicBezTo>
                <a:moveTo>
                  <a:pt x="1018351" y="388714"/>
                </a:moveTo>
                <a:cubicBezTo>
                  <a:pt x="1018351" y="407022"/>
                  <a:pt x="1033192" y="421863"/>
                  <a:pt x="1051500" y="421863"/>
                </a:cubicBezTo>
                <a:cubicBezTo>
                  <a:pt x="1069808" y="421863"/>
                  <a:pt x="1084650" y="407022"/>
                  <a:pt x="1084650" y="388714"/>
                </a:cubicBezTo>
                <a:cubicBezTo>
                  <a:pt x="1084650" y="370406"/>
                  <a:pt x="1069808" y="355565"/>
                  <a:pt x="1051500" y="355565"/>
                </a:cubicBezTo>
                <a:cubicBezTo>
                  <a:pt x="1033192" y="355565"/>
                  <a:pt x="1018351" y="370406"/>
                  <a:pt x="1018351" y="388714"/>
                </a:cubicBezTo>
                <a:moveTo>
                  <a:pt x="1145644" y="480746"/>
                </a:moveTo>
                <a:cubicBezTo>
                  <a:pt x="1145644" y="499054"/>
                  <a:pt x="1160486" y="513895"/>
                  <a:pt x="1178794" y="513895"/>
                </a:cubicBezTo>
                <a:cubicBezTo>
                  <a:pt x="1197102" y="513895"/>
                  <a:pt x="1211943" y="499054"/>
                  <a:pt x="1211943" y="480746"/>
                </a:cubicBezTo>
                <a:cubicBezTo>
                  <a:pt x="1211943" y="462438"/>
                  <a:pt x="1197102" y="447596"/>
                  <a:pt x="1178794" y="447596"/>
                </a:cubicBezTo>
                <a:cubicBezTo>
                  <a:pt x="1160486" y="447596"/>
                  <a:pt x="1145644" y="462438"/>
                  <a:pt x="1145644" y="480746"/>
                </a:cubicBezTo>
                <a:moveTo>
                  <a:pt x="1272938" y="479854"/>
                </a:moveTo>
                <a:cubicBezTo>
                  <a:pt x="1272938" y="498162"/>
                  <a:pt x="1287780" y="513004"/>
                  <a:pt x="1306088" y="513004"/>
                </a:cubicBezTo>
                <a:cubicBezTo>
                  <a:pt x="1324395" y="513004"/>
                  <a:pt x="1339237" y="498162"/>
                  <a:pt x="1339237" y="479854"/>
                </a:cubicBezTo>
                <a:cubicBezTo>
                  <a:pt x="1339237" y="461546"/>
                  <a:pt x="1324395" y="446705"/>
                  <a:pt x="1306088" y="446705"/>
                </a:cubicBezTo>
                <a:cubicBezTo>
                  <a:pt x="1287780" y="446705"/>
                  <a:pt x="1272938" y="461546"/>
                  <a:pt x="1272938" y="479854"/>
                </a:cubicBezTo>
                <a:moveTo>
                  <a:pt x="1400232" y="554226"/>
                </a:moveTo>
                <a:cubicBezTo>
                  <a:pt x="1400232" y="572534"/>
                  <a:pt x="1415074" y="587376"/>
                  <a:pt x="1433381" y="587376"/>
                </a:cubicBezTo>
                <a:cubicBezTo>
                  <a:pt x="1451689" y="587376"/>
                  <a:pt x="1466531" y="572534"/>
                  <a:pt x="1466531" y="554226"/>
                </a:cubicBezTo>
                <a:cubicBezTo>
                  <a:pt x="1466531" y="535918"/>
                  <a:pt x="1451689" y="521077"/>
                  <a:pt x="1433381" y="521077"/>
                </a:cubicBezTo>
                <a:cubicBezTo>
                  <a:pt x="1415074" y="521077"/>
                  <a:pt x="1400232" y="535918"/>
                  <a:pt x="1400232" y="554226"/>
                </a:cubicBezTo>
                <a:moveTo>
                  <a:pt x="1527526" y="459070"/>
                </a:moveTo>
                <a:cubicBezTo>
                  <a:pt x="1527526" y="477378"/>
                  <a:pt x="1542367" y="492219"/>
                  <a:pt x="1560675" y="492219"/>
                </a:cubicBezTo>
                <a:cubicBezTo>
                  <a:pt x="1578983" y="492219"/>
                  <a:pt x="1593825" y="477378"/>
                  <a:pt x="1593825" y="459070"/>
                </a:cubicBezTo>
                <a:cubicBezTo>
                  <a:pt x="1593825" y="440762"/>
                  <a:pt x="1578983" y="425920"/>
                  <a:pt x="1560675" y="425920"/>
                </a:cubicBezTo>
                <a:cubicBezTo>
                  <a:pt x="1542367" y="425920"/>
                  <a:pt x="1527526" y="440762"/>
                  <a:pt x="1527526" y="459070"/>
                </a:cubicBezTo>
                <a:moveTo>
                  <a:pt x="1654820" y="436522"/>
                </a:moveTo>
                <a:cubicBezTo>
                  <a:pt x="1654820" y="454829"/>
                  <a:pt x="1669661" y="469671"/>
                  <a:pt x="1687969" y="469671"/>
                </a:cubicBezTo>
                <a:cubicBezTo>
                  <a:pt x="1706277" y="469671"/>
                  <a:pt x="1721119" y="454829"/>
                  <a:pt x="1721119" y="436522"/>
                </a:cubicBezTo>
                <a:cubicBezTo>
                  <a:pt x="1721119" y="418214"/>
                  <a:pt x="1706277" y="403372"/>
                  <a:pt x="1687969" y="403372"/>
                </a:cubicBezTo>
                <a:cubicBezTo>
                  <a:pt x="1669661" y="403372"/>
                  <a:pt x="1654820" y="418214"/>
                  <a:pt x="1654820" y="436522"/>
                </a:cubicBezTo>
                <a:moveTo>
                  <a:pt x="1782114" y="403521"/>
                </a:moveTo>
                <a:cubicBezTo>
                  <a:pt x="1782114" y="421829"/>
                  <a:pt x="1796955" y="436670"/>
                  <a:pt x="1815263" y="436670"/>
                </a:cubicBezTo>
                <a:cubicBezTo>
                  <a:pt x="1833571" y="436670"/>
                  <a:pt x="1848412" y="421829"/>
                  <a:pt x="1848412" y="403521"/>
                </a:cubicBezTo>
                <a:cubicBezTo>
                  <a:pt x="1848412" y="385213"/>
                  <a:pt x="1833571" y="370371"/>
                  <a:pt x="1815263" y="370371"/>
                </a:cubicBezTo>
                <a:cubicBezTo>
                  <a:pt x="1796955" y="370371"/>
                  <a:pt x="1782114" y="385213"/>
                  <a:pt x="1782114" y="403521"/>
                </a:cubicBezTo>
                <a:moveTo>
                  <a:pt x="1909407" y="403075"/>
                </a:moveTo>
                <a:cubicBezTo>
                  <a:pt x="1909407" y="421383"/>
                  <a:pt x="1924249" y="436224"/>
                  <a:pt x="1942557" y="436224"/>
                </a:cubicBezTo>
                <a:cubicBezTo>
                  <a:pt x="1960865" y="436224"/>
                  <a:pt x="1975706" y="421383"/>
                  <a:pt x="1975706" y="403075"/>
                </a:cubicBezTo>
                <a:cubicBezTo>
                  <a:pt x="1975706" y="384767"/>
                  <a:pt x="1960865" y="369925"/>
                  <a:pt x="1942557" y="369925"/>
                </a:cubicBezTo>
                <a:cubicBezTo>
                  <a:pt x="1924249" y="369925"/>
                  <a:pt x="1909407" y="384767"/>
                  <a:pt x="1909407" y="403075"/>
                </a:cubicBezTo>
                <a:moveTo>
                  <a:pt x="2036701" y="400871"/>
                </a:moveTo>
                <a:cubicBezTo>
                  <a:pt x="2036701" y="419179"/>
                  <a:pt x="2051543" y="434020"/>
                  <a:pt x="2069851" y="434020"/>
                </a:cubicBezTo>
                <a:cubicBezTo>
                  <a:pt x="2088159" y="434020"/>
                  <a:pt x="2103000" y="419179"/>
                  <a:pt x="2103000" y="400871"/>
                </a:cubicBezTo>
                <a:cubicBezTo>
                  <a:pt x="2103000" y="382563"/>
                  <a:pt x="2088159" y="367721"/>
                  <a:pt x="2069851" y="367721"/>
                </a:cubicBezTo>
                <a:cubicBezTo>
                  <a:pt x="2051543" y="367721"/>
                  <a:pt x="2036701" y="382563"/>
                  <a:pt x="2036701" y="400871"/>
                </a:cubicBezTo>
                <a:moveTo>
                  <a:pt x="2163995" y="402642"/>
                </a:moveTo>
                <a:cubicBezTo>
                  <a:pt x="2163995" y="420950"/>
                  <a:pt x="2178837" y="435792"/>
                  <a:pt x="2197144" y="435792"/>
                </a:cubicBezTo>
                <a:cubicBezTo>
                  <a:pt x="2215452" y="435792"/>
                  <a:pt x="2230294" y="420950"/>
                  <a:pt x="2230294" y="402642"/>
                </a:cubicBezTo>
                <a:cubicBezTo>
                  <a:pt x="2230294" y="384334"/>
                  <a:pt x="2215452" y="369493"/>
                  <a:pt x="2197144" y="369493"/>
                </a:cubicBezTo>
                <a:cubicBezTo>
                  <a:pt x="2178837" y="369493"/>
                  <a:pt x="2163995" y="384334"/>
                  <a:pt x="2163995" y="402642"/>
                </a:cubicBezTo>
                <a:moveTo>
                  <a:pt x="2291289" y="1175107"/>
                </a:moveTo>
                <a:cubicBezTo>
                  <a:pt x="2291289" y="1193415"/>
                  <a:pt x="2306130" y="1208257"/>
                  <a:pt x="2324438" y="1208257"/>
                </a:cubicBezTo>
                <a:cubicBezTo>
                  <a:pt x="2342746" y="1208257"/>
                  <a:pt x="2357588" y="1193415"/>
                  <a:pt x="2357588" y="1175107"/>
                </a:cubicBezTo>
                <a:cubicBezTo>
                  <a:pt x="2357588" y="1156799"/>
                  <a:pt x="2342746" y="1141958"/>
                  <a:pt x="2324438" y="1141958"/>
                </a:cubicBezTo>
                <a:cubicBezTo>
                  <a:pt x="2306130" y="1141958"/>
                  <a:pt x="2291289" y="1156799"/>
                  <a:pt x="2291289" y="1175107"/>
                </a:cubicBezTo>
                <a:moveTo>
                  <a:pt x="2418583" y="1170404"/>
                </a:moveTo>
                <a:cubicBezTo>
                  <a:pt x="2418583" y="1188712"/>
                  <a:pt x="2433424" y="1203553"/>
                  <a:pt x="2451732" y="1203553"/>
                </a:cubicBezTo>
                <a:cubicBezTo>
                  <a:pt x="2470040" y="1203553"/>
                  <a:pt x="2484881" y="1188712"/>
                  <a:pt x="2484881" y="1170404"/>
                </a:cubicBezTo>
                <a:cubicBezTo>
                  <a:pt x="2484881" y="1152096"/>
                  <a:pt x="2470040" y="1137255"/>
                  <a:pt x="2451732" y="1137255"/>
                </a:cubicBezTo>
                <a:cubicBezTo>
                  <a:pt x="2433424" y="1137255"/>
                  <a:pt x="2418583" y="1152096"/>
                  <a:pt x="2418583" y="1170404"/>
                </a:cubicBezTo>
                <a:moveTo>
                  <a:pt x="2545876" y="1169034"/>
                </a:moveTo>
                <a:cubicBezTo>
                  <a:pt x="2545876" y="1187341"/>
                  <a:pt x="2560718" y="1202183"/>
                  <a:pt x="2579026" y="1202183"/>
                </a:cubicBezTo>
                <a:cubicBezTo>
                  <a:pt x="2597334" y="1202183"/>
                  <a:pt x="2612175" y="1187341"/>
                  <a:pt x="2612175" y="1169034"/>
                </a:cubicBezTo>
                <a:cubicBezTo>
                  <a:pt x="2612175" y="1150726"/>
                  <a:pt x="2597334" y="1135884"/>
                  <a:pt x="2579026" y="1135884"/>
                </a:cubicBezTo>
                <a:cubicBezTo>
                  <a:pt x="2560718" y="1135884"/>
                  <a:pt x="2545876" y="1150726"/>
                  <a:pt x="2545876" y="1169034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253119"/>
                </a:moveTo>
                <a:cubicBezTo>
                  <a:pt x="2800464" y="1271427"/>
                  <a:pt x="2815306" y="1286269"/>
                  <a:pt x="2833614" y="1286269"/>
                </a:cubicBezTo>
                <a:cubicBezTo>
                  <a:pt x="2851921" y="1286269"/>
                  <a:pt x="2866763" y="1271427"/>
                  <a:pt x="2866763" y="1253119"/>
                </a:cubicBezTo>
                <a:cubicBezTo>
                  <a:pt x="2866763" y="1234811"/>
                  <a:pt x="2851921" y="1219970"/>
                  <a:pt x="2833614" y="1219970"/>
                </a:cubicBezTo>
                <a:cubicBezTo>
                  <a:pt x="2815306" y="1219970"/>
                  <a:pt x="2800464" y="1234811"/>
                  <a:pt x="2800464" y="1253119"/>
                </a:cubicBezTo>
                <a:close/>
              </a:path>
            </a:pathLst>
          </a:custGeom>
          <a:solidFill xmlns:a="http://schemas.openxmlformats.org/drawingml/2006/main">
            <a:srgbClr val="FF7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4C4067-81AF-408F-9D1E-6E8FF54D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110425"/>
            <a:ext cx="2800464" cy="1044553"/>
          </a:xfrm>
          <a:custGeom xmlns:a="http://schemas.openxmlformats.org/drawingml/2006/main">
            <a:pathLst>
              <a:path w="2800464" h="1044553" fill="none">
                <a:moveTo>
                  <a:pt x="0" y="826659"/>
                </a:moveTo>
                <a:lnTo>
                  <a:pt x="127294" y="180837"/>
                </a:lnTo>
                <a:lnTo>
                  <a:pt x="254588" y="843663"/>
                </a:lnTo>
                <a:lnTo>
                  <a:pt x="381881" y="565893"/>
                </a:lnTo>
                <a:lnTo>
                  <a:pt x="509175" y="672758"/>
                </a:lnTo>
                <a:lnTo>
                  <a:pt x="636469" y="561890"/>
                </a:lnTo>
                <a:lnTo>
                  <a:pt x="763763" y="630519"/>
                </a:lnTo>
                <a:lnTo>
                  <a:pt x="891057" y="547005"/>
                </a:lnTo>
                <a:lnTo>
                  <a:pt x="1018350" y="559076"/>
                </a:lnTo>
                <a:lnTo>
                  <a:pt x="1145644" y="574908"/>
                </a:lnTo>
                <a:lnTo>
                  <a:pt x="1272938" y="579915"/>
                </a:lnTo>
                <a:lnTo>
                  <a:pt x="1400232" y="592832"/>
                </a:lnTo>
                <a:lnTo>
                  <a:pt x="1527526" y="481051"/>
                </a:lnTo>
                <a:lnTo>
                  <a:pt x="1654819" y="571991"/>
                </a:lnTo>
                <a:lnTo>
                  <a:pt x="1782113" y="684603"/>
                </a:lnTo>
                <a:lnTo>
                  <a:pt x="1909407" y="680438"/>
                </a:lnTo>
                <a:lnTo>
                  <a:pt x="2036701" y="677807"/>
                </a:lnTo>
                <a:lnTo>
                  <a:pt x="2163995" y="682713"/>
                </a:lnTo>
                <a:lnTo>
                  <a:pt x="2291289" y="1013555"/>
                </a:lnTo>
                <a:lnTo>
                  <a:pt x="2418582" y="1010177"/>
                </a:lnTo>
                <a:lnTo>
                  <a:pt x="2545876" y="1009385"/>
                </a:lnTo>
                <a:lnTo>
                  <a:pt x="2673170" y="0"/>
                </a:lnTo>
                <a:lnTo>
                  <a:pt x="2800464" y="1044553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FF7F00"/>
            </a:solidFill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560BEB-E707-4F2B-A2F1-E5804486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077275"/>
            <a:ext cx="2866763" cy="1110852"/>
          </a:xfrm>
          <a:custGeom xmlns:a="http://schemas.openxmlformats.org/drawingml/2006/main">
            <a:pathLst>
              <a:path w="2866763" h="1110852">
                <a:moveTo>
                  <a:pt x="0" y="859808"/>
                </a:moveTo>
                <a:cubicBezTo>
                  <a:pt x="0" y="878116"/>
                  <a:pt x="14841" y="892958"/>
                  <a:pt x="33149" y="892958"/>
                </a:cubicBezTo>
                <a:cubicBezTo>
                  <a:pt x="51457" y="892958"/>
                  <a:pt x="66299" y="878116"/>
                  <a:pt x="66299" y="859808"/>
                </a:cubicBezTo>
                <a:cubicBezTo>
                  <a:pt x="66299" y="841500"/>
                  <a:pt x="51457" y="826659"/>
                  <a:pt x="33149" y="826659"/>
                </a:cubicBezTo>
                <a:cubicBezTo>
                  <a:pt x="14841" y="826659"/>
                  <a:pt x="0" y="841500"/>
                  <a:pt x="0" y="859808"/>
                </a:cubicBezTo>
                <a:moveTo>
                  <a:pt x="127294" y="213987"/>
                </a:moveTo>
                <a:cubicBezTo>
                  <a:pt x="127294" y="232295"/>
                  <a:pt x="142135" y="247136"/>
                  <a:pt x="160443" y="247136"/>
                </a:cubicBezTo>
                <a:cubicBezTo>
                  <a:pt x="178751" y="247136"/>
                  <a:pt x="193592" y="232295"/>
                  <a:pt x="193592" y="213987"/>
                </a:cubicBezTo>
                <a:cubicBezTo>
                  <a:pt x="193592" y="195679"/>
                  <a:pt x="178751" y="180837"/>
                  <a:pt x="160443" y="180837"/>
                </a:cubicBezTo>
                <a:cubicBezTo>
                  <a:pt x="142135" y="180837"/>
                  <a:pt x="127294" y="195679"/>
                  <a:pt x="127294" y="213987"/>
                </a:cubicBezTo>
                <a:moveTo>
                  <a:pt x="254588" y="876813"/>
                </a:moveTo>
                <a:cubicBezTo>
                  <a:pt x="254588" y="895121"/>
                  <a:pt x="269429" y="909962"/>
                  <a:pt x="287737" y="909962"/>
                </a:cubicBezTo>
                <a:cubicBezTo>
                  <a:pt x="306045" y="909962"/>
                  <a:pt x="320886" y="895121"/>
                  <a:pt x="320886" y="876813"/>
                </a:cubicBezTo>
                <a:cubicBezTo>
                  <a:pt x="320886" y="858505"/>
                  <a:pt x="306045" y="843663"/>
                  <a:pt x="287737" y="843663"/>
                </a:cubicBezTo>
                <a:cubicBezTo>
                  <a:pt x="269429" y="843663"/>
                  <a:pt x="254588" y="858505"/>
                  <a:pt x="254588" y="876813"/>
                </a:cubicBezTo>
                <a:moveTo>
                  <a:pt x="381881" y="599042"/>
                </a:moveTo>
                <a:cubicBezTo>
                  <a:pt x="381881" y="617350"/>
                  <a:pt x="396723" y="632192"/>
                  <a:pt x="415031" y="632192"/>
                </a:cubicBezTo>
                <a:cubicBezTo>
                  <a:pt x="433339" y="632192"/>
                  <a:pt x="448180" y="617350"/>
                  <a:pt x="448180" y="599042"/>
                </a:cubicBezTo>
                <a:cubicBezTo>
                  <a:pt x="448180" y="580734"/>
                  <a:pt x="433339" y="565893"/>
                  <a:pt x="415031" y="565893"/>
                </a:cubicBezTo>
                <a:cubicBezTo>
                  <a:pt x="396723" y="565893"/>
                  <a:pt x="381881" y="580734"/>
                  <a:pt x="381881" y="599042"/>
                </a:cubicBezTo>
                <a:moveTo>
                  <a:pt x="509175" y="705907"/>
                </a:moveTo>
                <a:cubicBezTo>
                  <a:pt x="509175" y="724215"/>
                  <a:pt x="524017" y="739057"/>
                  <a:pt x="542324" y="739057"/>
                </a:cubicBezTo>
                <a:cubicBezTo>
                  <a:pt x="560632" y="739057"/>
                  <a:pt x="575474" y="724215"/>
                  <a:pt x="575474" y="705907"/>
                </a:cubicBezTo>
                <a:cubicBezTo>
                  <a:pt x="575474" y="687599"/>
                  <a:pt x="560632" y="672758"/>
                  <a:pt x="542324" y="672758"/>
                </a:cubicBezTo>
                <a:cubicBezTo>
                  <a:pt x="524017" y="672758"/>
                  <a:pt x="509175" y="687599"/>
                  <a:pt x="509175" y="705907"/>
                </a:cubicBezTo>
                <a:moveTo>
                  <a:pt x="636469" y="595039"/>
                </a:moveTo>
                <a:cubicBezTo>
                  <a:pt x="636469" y="613347"/>
                  <a:pt x="651310" y="628189"/>
                  <a:pt x="669618" y="628189"/>
                </a:cubicBezTo>
                <a:cubicBezTo>
                  <a:pt x="687926" y="628189"/>
                  <a:pt x="702768" y="613347"/>
                  <a:pt x="702768" y="595039"/>
                </a:cubicBezTo>
                <a:cubicBezTo>
                  <a:pt x="702768" y="576731"/>
                  <a:pt x="687926" y="561890"/>
                  <a:pt x="669618" y="561890"/>
                </a:cubicBezTo>
                <a:cubicBezTo>
                  <a:pt x="651310" y="561890"/>
                  <a:pt x="636469" y="576731"/>
                  <a:pt x="636469" y="595039"/>
                </a:cubicBezTo>
                <a:moveTo>
                  <a:pt x="763763" y="663669"/>
                </a:moveTo>
                <a:cubicBezTo>
                  <a:pt x="763763" y="681977"/>
                  <a:pt x="778604" y="696818"/>
                  <a:pt x="796912" y="696818"/>
                </a:cubicBezTo>
                <a:cubicBezTo>
                  <a:pt x="815220" y="696818"/>
                  <a:pt x="830061" y="681977"/>
                  <a:pt x="830061" y="663669"/>
                </a:cubicBezTo>
                <a:cubicBezTo>
                  <a:pt x="830061" y="645361"/>
                  <a:pt x="815220" y="630519"/>
                  <a:pt x="796912" y="630519"/>
                </a:cubicBezTo>
                <a:cubicBezTo>
                  <a:pt x="778604" y="630519"/>
                  <a:pt x="763763" y="645361"/>
                  <a:pt x="763763" y="663669"/>
                </a:cubicBezTo>
                <a:moveTo>
                  <a:pt x="891057" y="580154"/>
                </a:moveTo>
                <a:cubicBezTo>
                  <a:pt x="891057" y="598462"/>
                  <a:pt x="905898" y="613304"/>
                  <a:pt x="924206" y="613304"/>
                </a:cubicBezTo>
                <a:cubicBezTo>
                  <a:pt x="942514" y="613304"/>
                  <a:pt x="957356" y="598462"/>
                  <a:pt x="957356" y="580154"/>
                </a:cubicBezTo>
                <a:cubicBezTo>
                  <a:pt x="957356" y="561846"/>
                  <a:pt x="942514" y="547005"/>
                  <a:pt x="924206" y="547005"/>
                </a:cubicBezTo>
                <a:cubicBezTo>
                  <a:pt x="905898" y="547005"/>
                  <a:pt x="891057" y="561846"/>
                  <a:pt x="891057" y="580154"/>
                </a:cubicBezTo>
                <a:moveTo>
                  <a:pt x="1018350" y="592225"/>
                </a:moveTo>
                <a:cubicBezTo>
                  <a:pt x="1018350" y="610533"/>
                  <a:pt x="1033192" y="625374"/>
                  <a:pt x="1051500" y="625374"/>
                </a:cubicBezTo>
                <a:cubicBezTo>
                  <a:pt x="1069808" y="625374"/>
                  <a:pt x="1084649" y="610533"/>
                  <a:pt x="1084649" y="592225"/>
                </a:cubicBezTo>
                <a:cubicBezTo>
                  <a:pt x="1084649" y="573917"/>
                  <a:pt x="1069808" y="559076"/>
                  <a:pt x="1051500" y="559076"/>
                </a:cubicBezTo>
                <a:cubicBezTo>
                  <a:pt x="1033192" y="559076"/>
                  <a:pt x="1018350" y="573917"/>
                  <a:pt x="1018350" y="592225"/>
                </a:cubicBezTo>
                <a:moveTo>
                  <a:pt x="1145644" y="608058"/>
                </a:moveTo>
                <a:cubicBezTo>
                  <a:pt x="1145644" y="626366"/>
                  <a:pt x="1160486" y="641207"/>
                  <a:pt x="1178793" y="641207"/>
                </a:cubicBezTo>
                <a:cubicBezTo>
                  <a:pt x="1197101" y="641207"/>
                  <a:pt x="1211943" y="626366"/>
                  <a:pt x="1211943" y="608058"/>
                </a:cubicBezTo>
                <a:cubicBezTo>
                  <a:pt x="1211943" y="589750"/>
                  <a:pt x="1197101" y="574908"/>
                  <a:pt x="1178793" y="574908"/>
                </a:cubicBezTo>
                <a:cubicBezTo>
                  <a:pt x="1160486" y="574908"/>
                  <a:pt x="1145644" y="589750"/>
                  <a:pt x="1145644" y="608058"/>
                </a:cubicBezTo>
                <a:moveTo>
                  <a:pt x="1272938" y="613064"/>
                </a:moveTo>
                <a:cubicBezTo>
                  <a:pt x="1272938" y="631372"/>
                  <a:pt x="1287780" y="646214"/>
                  <a:pt x="1306087" y="646214"/>
                </a:cubicBezTo>
                <a:cubicBezTo>
                  <a:pt x="1324395" y="646214"/>
                  <a:pt x="1339237" y="631372"/>
                  <a:pt x="1339237" y="613064"/>
                </a:cubicBezTo>
                <a:cubicBezTo>
                  <a:pt x="1339237" y="594757"/>
                  <a:pt x="1324395" y="579915"/>
                  <a:pt x="1306087" y="579915"/>
                </a:cubicBezTo>
                <a:cubicBezTo>
                  <a:pt x="1287780" y="579915"/>
                  <a:pt x="1272938" y="594757"/>
                  <a:pt x="1272938" y="613064"/>
                </a:cubicBezTo>
                <a:moveTo>
                  <a:pt x="1400232" y="625981"/>
                </a:moveTo>
                <a:cubicBezTo>
                  <a:pt x="1400232" y="644289"/>
                  <a:pt x="1415073" y="659131"/>
                  <a:pt x="1433381" y="659131"/>
                </a:cubicBezTo>
                <a:cubicBezTo>
                  <a:pt x="1451689" y="659131"/>
                  <a:pt x="1466531" y="644289"/>
                  <a:pt x="1466531" y="625981"/>
                </a:cubicBezTo>
                <a:cubicBezTo>
                  <a:pt x="1466531" y="607673"/>
                  <a:pt x="1451689" y="592832"/>
                  <a:pt x="1433381" y="592832"/>
                </a:cubicBezTo>
                <a:cubicBezTo>
                  <a:pt x="1415073" y="592832"/>
                  <a:pt x="1400232" y="607673"/>
                  <a:pt x="1400232" y="625981"/>
                </a:cubicBezTo>
                <a:moveTo>
                  <a:pt x="1527526" y="514200"/>
                </a:moveTo>
                <a:cubicBezTo>
                  <a:pt x="1527526" y="532508"/>
                  <a:pt x="1542367" y="547350"/>
                  <a:pt x="1560675" y="547350"/>
                </a:cubicBezTo>
                <a:cubicBezTo>
                  <a:pt x="1578983" y="547350"/>
                  <a:pt x="1593825" y="532508"/>
                  <a:pt x="1593825" y="514200"/>
                </a:cubicBezTo>
                <a:cubicBezTo>
                  <a:pt x="1593825" y="495892"/>
                  <a:pt x="1578983" y="481051"/>
                  <a:pt x="1560675" y="481051"/>
                </a:cubicBezTo>
                <a:cubicBezTo>
                  <a:pt x="1542367" y="481051"/>
                  <a:pt x="1527526" y="495892"/>
                  <a:pt x="1527526" y="514200"/>
                </a:cubicBezTo>
                <a:moveTo>
                  <a:pt x="1654819" y="605141"/>
                </a:moveTo>
                <a:cubicBezTo>
                  <a:pt x="1654819" y="623449"/>
                  <a:pt x="1669661" y="638290"/>
                  <a:pt x="1687969" y="638290"/>
                </a:cubicBezTo>
                <a:cubicBezTo>
                  <a:pt x="1706276" y="638290"/>
                  <a:pt x="1721118" y="623449"/>
                  <a:pt x="1721118" y="605141"/>
                </a:cubicBezTo>
                <a:cubicBezTo>
                  <a:pt x="1721118" y="586833"/>
                  <a:pt x="1706276" y="571991"/>
                  <a:pt x="1687969" y="571991"/>
                </a:cubicBezTo>
                <a:cubicBezTo>
                  <a:pt x="1669661" y="571991"/>
                  <a:pt x="1654819" y="586833"/>
                  <a:pt x="1654819" y="605141"/>
                </a:cubicBezTo>
                <a:moveTo>
                  <a:pt x="1782113" y="717752"/>
                </a:moveTo>
                <a:cubicBezTo>
                  <a:pt x="1782113" y="736060"/>
                  <a:pt x="1796955" y="750902"/>
                  <a:pt x="1815263" y="750902"/>
                </a:cubicBezTo>
                <a:cubicBezTo>
                  <a:pt x="1833571" y="750902"/>
                  <a:pt x="1848412" y="736060"/>
                  <a:pt x="1848412" y="717752"/>
                </a:cubicBezTo>
                <a:cubicBezTo>
                  <a:pt x="1848412" y="699444"/>
                  <a:pt x="1833571" y="684603"/>
                  <a:pt x="1815263" y="684603"/>
                </a:cubicBezTo>
                <a:cubicBezTo>
                  <a:pt x="1796955" y="684603"/>
                  <a:pt x="1782113" y="699444"/>
                  <a:pt x="1782113" y="717752"/>
                </a:cubicBezTo>
                <a:moveTo>
                  <a:pt x="1909407" y="713587"/>
                </a:moveTo>
                <a:cubicBezTo>
                  <a:pt x="1909407" y="731895"/>
                  <a:pt x="1924249" y="746737"/>
                  <a:pt x="1942557" y="746737"/>
                </a:cubicBezTo>
                <a:cubicBezTo>
                  <a:pt x="1960865" y="746737"/>
                  <a:pt x="1975706" y="731895"/>
                  <a:pt x="1975706" y="713587"/>
                </a:cubicBezTo>
                <a:cubicBezTo>
                  <a:pt x="1975706" y="695279"/>
                  <a:pt x="1960865" y="680438"/>
                  <a:pt x="1942557" y="680438"/>
                </a:cubicBezTo>
                <a:cubicBezTo>
                  <a:pt x="1924249" y="680438"/>
                  <a:pt x="1909407" y="695279"/>
                  <a:pt x="1909407" y="713587"/>
                </a:cubicBezTo>
                <a:moveTo>
                  <a:pt x="2036701" y="710956"/>
                </a:moveTo>
                <a:cubicBezTo>
                  <a:pt x="2036701" y="729264"/>
                  <a:pt x="2051543" y="744106"/>
                  <a:pt x="2069850" y="744106"/>
                </a:cubicBezTo>
                <a:cubicBezTo>
                  <a:pt x="2088159" y="744106"/>
                  <a:pt x="2103000" y="729264"/>
                  <a:pt x="2103000" y="710956"/>
                </a:cubicBezTo>
                <a:cubicBezTo>
                  <a:pt x="2103000" y="692648"/>
                  <a:pt x="2088159" y="677807"/>
                  <a:pt x="2069850" y="677807"/>
                </a:cubicBezTo>
                <a:cubicBezTo>
                  <a:pt x="2051543" y="677807"/>
                  <a:pt x="2036701" y="692648"/>
                  <a:pt x="2036701" y="710956"/>
                </a:cubicBezTo>
                <a:moveTo>
                  <a:pt x="2163995" y="715863"/>
                </a:moveTo>
                <a:cubicBezTo>
                  <a:pt x="2163995" y="734171"/>
                  <a:pt x="2178836" y="749012"/>
                  <a:pt x="2197144" y="749012"/>
                </a:cubicBezTo>
                <a:cubicBezTo>
                  <a:pt x="2215452" y="749012"/>
                  <a:pt x="2230294" y="734171"/>
                  <a:pt x="2230294" y="715863"/>
                </a:cubicBezTo>
                <a:cubicBezTo>
                  <a:pt x="2230294" y="697555"/>
                  <a:pt x="2215452" y="682713"/>
                  <a:pt x="2197144" y="682713"/>
                </a:cubicBezTo>
                <a:cubicBezTo>
                  <a:pt x="2178836" y="682713"/>
                  <a:pt x="2163995" y="697555"/>
                  <a:pt x="2163995" y="715863"/>
                </a:cubicBezTo>
                <a:moveTo>
                  <a:pt x="2291289" y="1046704"/>
                </a:moveTo>
                <a:cubicBezTo>
                  <a:pt x="2291289" y="1065012"/>
                  <a:pt x="2306130" y="1079853"/>
                  <a:pt x="2324438" y="1079853"/>
                </a:cubicBezTo>
                <a:cubicBezTo>
                  <a:pt x="2342746" y="1079853"/>
                  <a:pt x="2357587" y="1065012"/>
                  <a:pt x="2357587" y="1046704"/>
                </a:cubicBezTo>
                <a:cubicBezTo>
                  <a:pt x="2357587" y="1028396"/>
                  <a:pt x="2342746" y="1013555"/>
                  <a:pt x="2324438" y="1013555"/>
                </a:cubicBezTo>
                <a:cubicBezTo>
                  <a:pt x="2306130" y="1013555"/>
                  <a:pt x="2291289" y="1028396"/>
                  <a:pt x="2291289" y="1046704"/>
                </a:cubicBezTo>
                <a:moveTo>
                  <a:pt x="2418582" y="1043326"/>
                </a:moveTo>
                <a:cubicBezTo>
                  <a:pt x="2418582" y="1061634"/>
                  <a:pt x="2433424" y="1076476"/>
                  <a:pt x="2451732" y="1076476"/>
                </a:cubicBezTo>
                <a:cubicBezTo>
                  <a:pt x="2470040" y="1076476"/>
                  <a:pt x="2484881" y="1061634"/>
                  <a:pt x="2484881" y="1043326"/>
                </a:cubicBezTo>
                <a:cubicBezTo>
                  <a:pt x="2484881" y="1025018"/>
                  <a:pt x="2470040" y="1010177"/>
                  <a:pt x="2451732" y="1010177"/>
                </a:cubicBezTo>
                <a:cubicBezTo>
                  <a:pt x="2433424" y="1010177"/>
                  <a:pt x="2418582" y="1025018"/>
                  <a:pt x="2418582" y="1043326"/>
                </a:cubicBezTo>
                <a:moveTo>
                  <a:pt x="2545876" y="1042535"/>
                </a:moveTo>
                <a:cubicBezTo>
                  <a:pt x="2545876" y="1060843"/>
                  <a:pt x="2560718" y="1075684"/>
                  <a:pt x="2579026" y="1075684"/>
                </a:cubicBezTo>
                <a:cubicBezTo>
                  <a:pt x="2597334" y="1075684"/>
                  <a:pt x="2612175" y="1060843"/>
                  <a:pt x="2612175" y="1042535"/>
                </a:cubicBezTo>
                <a:cubicBezTo>
                  <a:pt x="2612175" y="1024227"/>
                  <a:pt x="2597334" y="1009385"/>
                  <a:pt x="2579026" y="1009385"/>
                </a:cubicBezTo>
                <a:cubicBezTo>
                  <a:pt x="2560718" y="1009385"/>
                  <a:pt x="2545876" y="1024227"/>
                  <a:pt x="2545876" y="1042535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077702"/>
                </a:moveTo>
                <a:cubicBezTo>
                  <a:pt x="2800464" y="1096010"/>
                  <a:pt x="2815306" y="1110852"/>
                  <a:pt x="2833613" y="1110852"/>
                </a:cubicBezTo>
                <a:cubicBezTo>
                  <a:pt x="2851922" y="1110852"/>
                  <a:pt x="2866763" y="1096010"/>
                  <a:pt x="2866763" y="1077702"/>
                </a:cubicBezTo>
                <a:cubicBezTo>
                  <a:pt x="2866763" y="1059394"/>
                  <a:pt x="2851922" y="1044553"/>
                  <a:pt x="2833613" y="1044553"/>
                </a:cubicBezTo>
                <a:cubicBezTo>
                  <a:pt x="2815306" y="1044553"/>
                  <a:pt x="2800464" y="1059394"/>
                  <a:pt x="2800464" y="1077702"/>
                </a:cubicBezTo>
                <a:close/>
              </a:path>
            </a:pathLst>
          </a:custGeom>
          <a:solidFill xmlns:a="http://schemas.openxmlformats.org/drawingml/2006/main">
            <a:srgbClr val="FF7F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B55034-180C-4101-909C-DCD67A8A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535875"/>
            <a:ext cx="2800464" cy="1032230"/>
          </a:xfrm>
          <a:custGeom xmlns:a="http://schemas.openxmlformats.org/drawingml/2006/main">
            <a:pathLst>
              <a:path w="2800464" h="1032230" fill="none">
                <a:moveTo>
                  <a:pt x="0" y="869161"/>
                </a:moveTo>
                <a:lnTo>
                  <a:pt x="127294" y="23326"/>
                </a:lnTo>
                <a:lnTo>
                  <a:pt x="254588" y="910145"/>
                </a:lnTo>
                <a:lnTo>
                  <a:pt x="381881" y="222621"/>
                </a:lnTo>
                <a:lnTo>
                  <a:pt x="509175" y="381745"/>
                </a:lnTo>
                <a:lnTo>
                  <a:pt x="636469" y="220325"/>
                </a:lnTo>
                <a:lnTo>
                  <a:pt x="763763" y="411305"/>
                </a:lnTo>
                <a:lnTo>
                  <a:pt x="891057" y="0"/>
                </a:lnTo>
                <a:lnTo>
                  <a:pt x="1018351" y="248147"/>
                </a:lnTo>
                <a:lnTo>
                  <a:pt x="1145644" y="292541"/>
                </a:lnTo>
                <a:lnTo>
                  <a:pt x="1272938" y="292487"/>
                </a:lnTo>
                <a:lnTo>
                  <a:pt x="1400232" y="476926"/>
                </a:lnTo>
                <a:lnTo>
                  <a:pt x="1527526" y="418086"/>
                </a:lnTo>
                <a:lnTo>
                  <a:pt x="1654820" y="362842"/>
                </a:lnTo>
                <a:lnTo>
                  <a:pt x="1782114" y="245201"/>
                </a:lnTo>
                <a:lnTo>
                  <a:pt x="1909407" y="245044"/>
                </a:lnTo>
                <a:lnTo>
                  <a:pt x="2036701" y="240671"/>
                </a:lnTo>
                <a:lnTo>
                  <a:pt x="2163995" y="239364"/>
                </a:lnTo>
                <a:lnTo>
                  <a:pt x="2291289" y="1032230"/>
                </a:lnTo>
                <a:lnTo>
                  <a:pt x="2418583" y="1031316"/>
                </a:lnTo>
                <a:lnTo>
                  <a:pt x="2545876" y="1031166"/>
                </a:lnTo>
                <a:lnTo>
                  <a:pt x="2673170" y="3960"/>
                </a:lnTo>
                <a:lnTo>
                  <a:pt x="2800464" y="473832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FFAA00"/>
            </a:solidFill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A2DD0A-6089-4D91-95E4-2D6EE919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502725"/>
            <a:ext cx="2866763" cy="1098529"/>
          </a:xfrm>
          <a:custGeom xmlns:a="http://schemas.openxmlformats.org/drawingml/2006/main">
            <a:pathLst>
              <a:path w="2866763" h="1098529">
                <a:moveTo>
                  <a:pt x="0" y="902311"/>
                </a:moveTo>
                <a:cubicBezTo>
                  <a:pt x="0" y="920619"/>
                  <a:pt x="14841" y="935460"/>
                  <a:pt x="33149" y="935460"/>
                </a:cubicBezTo>
                <a:cubicBezTo>
                  <a:pt x="51457" y="935460"/>
                  <a:pt x="66299" y="920619"/>
                  <a:pt x="66299" y="902311"/>
                </a:cubicBezTo>
                <a:cubicBezTo>
                  <a:pt x="66299" y="884003"/>
                  <a:pt x="51457" y="869161"/>
                  <a:pt x="33149" y="869161"/>
                </a:cubicBezTo>
                <a:cubicBezTo>
                  <a:pt x="14841" y="869161"/>
                  <a:pt x="0" y="884003"/>
                  <a:pt x="0" y="902311"/>
                </a:cubicBezTo>
                <a:moveTo>
                  <a:pt x="127294" y="56476"/>
                </a:moveTo>
                <a:cubicBezTo>
                  <a:pt x="127294" y="74783"/>
                  <a:pt x="142135" y="89625"/>
                  <a:pt x="160443" y="89625"/>
                </a:cubicBezTo>
                <a:cubicBezTo>
                  <a:pt x="178751" y="89625"/>
                  <a:pt x="193593" y="74783"/>
                  <a:pt x="193593" y="56476"/>
                </a:cubicBezTo>
                <a:cubicBezTo>
                  <a:pt x="193593" y="38167"/>
                  <a:pt x="178751" y="23326"/>
                  <a:pt x="160443" y="23326"/>
                </a:cubicBezTo>
                <a:cubicBezTo>
                  <a:pt x="142135" y="23326"/>
                  <a:pt x="127294" y="38167"/>
                  <a:pt x="127294" y="56476"/>
                </a:cubicBezTo>
                <a:moveTo>
                  <a:pt x="254588" y="943294"/>
                </a:moveTo>
                <a:cubicBezTo>
                  <a:pt x="254588" y="961602"/>
                  <a:pt x="269429" y="976444"/>
                  <a:pt x="287737" y="976444"/>
                </a:cubicBezTo>
                <a:cubicBezTo>
                  <a:pt x="306045" y="976444"/>
                  <a:pt x="320886" y="961602"/>
                  <a:pt x="320886" y="943294"/>
                </a:cubicBezTo>
                <a:cubicBezTo>
                  <a:pt x="320886" y="924986"/>
                  <a:pt x="306045" y="910145"/>
                  <a:pt x="287737" y="910145"/>
                </a:cubicBezTo>
                <a:cubicBezTo>
                  <a:pt x="269429" y="910145"/>
                  <a:pt x="254588" y="924986"/>
                  <a:pt x="254588" y="943294"/>
                </a:cubicBezTo>
                <a:moveTo>
                  <a:pt x="381881" y="255770"/>
                </a:moveTo>
                <a:cubicBezTo>
                  <a:pt x="381881" y="274078"/>
                  <a:pt x="396723" y="288919"/>
                  <a:pt x="415031" y="288919"/>
                </a:cubicBezTo>
                <a:cubicBezTo>
                  <a:pt x="433339" y="288919"/>
                  <a:pt x="448180" y="274078"/>
                  <a:pt x="448180" y="255770"/>
                </a:cubicBezTo>
                <a:cubicBezTo>
                  <a:pt x="448180" y="237462"/>
                  <a:pt x="433339" y="222621"/>
                  <a:pt x="415031" y="222621"/>
                </a:cubicBezTo>
                <a:cubicBezTo>
                  <a:pt x="396723" y="222621"/>
                  <a:pt x="381881" y="237462"/>
                  <a:pt x="381881" y="255770"/>
                </a:cubicBezTo>
                <a:moveTo>
                  <a:pt x="509175" y="414894"/>
                </a:moveTo>
                <a:cubicBezTo>
                  <a:pt x="509175" y="433202"/>
                  <a:pt x="524017" y="448044"/>
                  <a:pt x="542325" y="448044"/>
                </a:cubicBezTo>
                <a:cubicBezTo>
                  <a:pt x="560633" y="448044"/>
                  <a:pt x="575474" y="433202"/>
                  <a:pt x="575474" y="414894"/>
                </a:cubicBezTo>
                <a:cubicBezTo>
                  <a:pt x="575474" y="396587"/>
                  <a:pt x="560633" y="381745"/>
                  <a:pt x="542325" y="381745"/>
                </a:cubicBezTo>
                <a:cubicBezTo>
                  <a:pt x="524017" y="381745"/>
                  <a:pt x="509175" y="396587"/>
                  <a:pt x="509175" y="414894"/>
                </a:cubicBezTo>
                <a:moveTo>
                  <a:pt x="636469" y="253474"/>
                </a:moveTo>
                <a:cubicBezTo>
                  <a:pt x="636469" y="271782"/>
                  <a:pt x="651311" y="286624"/>
                  <a:pt x="669619" y="286624"/>
                </a:cubicBezTo>
                <a:cubicBezTo>
                  <a:pt x="687926" y="286624"/>
                  <a:pt x="702768" y="271782"/>
                  <a:pt x="702768" y="253474"/>
                </a:cubicBezTo>
                <a:cubicBezTo>
                  <a:pt x="702768" y="235166"/>
                  <a:pt x="687926" y="220325"/>
                  <a:pt x="669619" y="220325"/>
                </a:cubicBezTo>
                <a:cubicBezTo>
                  <a:pt x="651311" y="220325"/>
                  <a:pt x="636469" y="235166"/>
                  <a:pt x="636469" y="253474"/>
                </a:cubicBezTo>
                <a:moveTo>
                  <a:pt x="763763" y="444454"/>
                </a:moveTo>
                <a:cubicBezTo>
                  <a:pt x="763763" y="462762"/>
                  <a:pt x="778605" y="477603"/>
                  <a:pt x="796912" y="477603"/>
                </a:cubicBezTo>
                <a:cubicBezTo>
                  <a:pt x="815220" y="477603"/>
                  <a:pt x="830062" y="462762"/>
                  <a:pt x="830062" y="444454"/>
                </a:cubicBezTo>
                <a:cubicBezTo>
                  <a:pt x="830062" y="426146"/>
                  <a:pt x="815220" y="411305"/>
                  <a:pt x="796912" y="411305"/>
                </a:cubicBezTo>
                <a:cubicBezTo>
                  <a:pt x="778605" y="411305"/>
                  <a:pt x="763763" y="426146"/>
                  <a:pt x="763763" y="444454"/>
                </a:cubicBezTo>
                <a:moveTo>
                  <a:pt x="891057" y="33149"/>
                </a:moveTo>
                <a:cubicBezTo>
                  <a:pt x="891057" y="51457"/>
                  <a:pt x="905898" y="66299"/>
                  <a:pt x="924206" y="66299"/>
                </a:cubicBezTo>
                <a:cubicBezTo>
                  <a:pt x="942514" y="66299"/>
                  <a:pt x="957356" y="51457"/>
                  <a:pt x="957356" y="33149"/>
                </a:cubicBezTo>
                <a:cubicBezTo>
                  <a:pt x="957356" y="14841"/>
                  <a:pt x="942514" y="0"/>
                  <a:pt x="924206" y="0"/>
                </a:cubicBezTo>
                <a:cubicBezTo>
                  <a:pt x="905898" y="0"/>
                  <a:pt x="891057" y="14841"/>
                  <a:pt x="891057" y="33149"/>
                </a:cubicBezTo>
                <a:moveTo>
                  <a:pt x="1018351" y="281296"/>
                </a:moveTo>
                <a:cubicBezTo>
                  <a:pt x="1018351" y="299605"/>
                  <a:pt x="1033192" y="314446"/>
                  <a:pt x="1051500" y="314446"/>
                </a:cubicBezTo>
                <a:cubicBezTo>
                  <a:pt x="1069808" y="314446"/>
                  <a:pt x="1084650" y="299605"/>
                  <a:pt x="1084650" y="281296"/>
                </a:cubicBezTo>
                <a:cubicBezTo>
                  <a:pt x="1084650" y="262988"/>
                  <a:pt x="1069808" y="248147"/>
                  <a:pt x="1051500" y="248147"/>
                </a:cubicBezTo>
                <a:cubicBezTo>
                  <a:pt x="1033192" y="248147"/>
                  <a:pt x="1018351" y="262988"/>
                  <a:pt x="1018351" y="281296"/>
                </a:cubicBezTo>
                <a:moveTo>
                  <a:pt x="1145644" y="325691"/>
                </a:moveTo>
                <a:cubicBezTo>
                  <a:pt x="1145644" y="343999"/>
                  <a:pt x="1160486" y="358840"/>
                  <a:pt x="1178794" y="358840"/>
                </a:cubicBezTo>
                <a:cubicBezTo>
                  <a:pt x="1197102" y="358840"/>
                  <a:pt x="1211943" y="343999"/>
                  <a:pt x="1211943" y="325691"/>
                </a:cubicBezTo>
                <a:cubicBezTo>
                  <a:pt x="1211943" y="307383"/>
                  <a:pt x="1197102" y="292541"/>
                  <a:pt x="1178794" y="292541"/>
                </a:cubicBezTo>
                <a:cubicBezTo>
                  <a:pt x="1160486" y="292541"/>
                  <a:pt x="1145644" y="307383"/>
                  <a:pt x="1145644" y="325691"/>
                </a:cubicBezTo>
                <a:moveTo>
                  <a:pt x="1272938" y="325637"/>
                </a:moveTo>
                <a:cubicBezTo>
                  <a:pt x="1272938" y="343945"/>
                  <a:pt x="1287780" y="358786"/>
                  <a:pt x="1306088" y="358786"/>
                </a:cubicBezTo>
                <a:cubicBezTo>
                  <a:pt x="1324395" y="358786"/>
                  <a:pt x="1339237" y="343945"/>
                  <a:pt x="1339237" y="325637"/>
                </a:cubicBezTo>
                <a:cubicBezTo>
                  <a:pt x="1339237" y="307329"/>
                  <a:pt x="1324395" y="292487"/>
                  <a:pt x="1306088" y="292487"/>
                </a:cubicBezTo>
                <a:cubicBezTo>
                  <a:pt x="1287780" y="292487"/>
                  <a:pt x="1272938" y="307329"/>
                  <a:pt x="1272938" y="325637"/>
                </a:cubicBezTo>
                <a:moveTo>
                  <a:pt x="1400232" y="510075"/>
                </a:moveTo>
                <a:cubicBezTo>
                  <a:pt x="1400232" y="528383"/>
                  <a:pt x="1415074" y="543225"/>
                  <a:pt x="1433381" y="543225"/>
                </a:cubicBezTo>
                <a:cubicBezTo>
                  <a:pt x="1451689" y="543225"/>
                  <a:pt x="1466531" y="528383"/>
                  <a:pt x="1466531" y="510075"/>
                </a:cubicBezTo>
                <a:cubicBezTo>
                  <a:pt x="1466531" y="491767"/>
                  <a:pt x="1451689" y="476926"/>
                  <a:pt x="1433381" y="476926"/>
                </a:cubicBezTo>
                <a:cubicBezTo>
                  <a:pt x="1415074" y="476926"/>
                  <a:pt x="1400232" y="491767"/>
                  <a:pt x="1400232" y="510075"/>
                </a:cubicBezTo>
                <a:moveTo>
                  <a:pt x="1527526" y="451236"/>
                </a:moveTo>
                <a:cubicBezTo>
                  <a:pt x="1527526" y="469544"/>
                  <a:pt x="1542367" y="484385"/>
                  <a:pt x="1560675" y="484385"/>
                </a:cubicBezTo>
                <a:cubicBezTo>
                  <a:pt x="1578983" y="484385"/>
                  <a:pt x="1593825" y="469544"/>
                  <a:pt x="1593825" y="451236"/>
                </a:cubicBezTo>
                <a:cubicBezTo>
                  <a:pt x="1593825" y="432928"/>
                  <a:pt x="1578983" y="418086"/>
                  <a:pt x="1560675" y="418086"/>
                </a:cubicBezTo>
                <a:cubicBezTo>
                  <a:pt x="1542367" y="418086"/>
                  <a:pt x="1527526" y="432928"/>
                  <a:pt x="1527526" y="451236"/>
                </a:cubicBezTo>
                <a:moveTo>
                  <a:pt x="1654820" y="395992"/>
                </a:moveTo>
                <a:cubicBezTo>
                  <a:pt x="1654820" y="414300"/>
                  <a:pt x="1669661" y="429141"/>
                  <a:pt x="1687969" y="429141"/>
                </a:cubicBezTo>
                <a:cubicBezTo>
                  <a:pt x="1706277" y="429141"/>
                  <a:pt x="1721119" y="414300"/>
                  <a:pt x="1721119" y="395992"/>
                </a:cubicBezTo>
                <a:cubicBezTo>
                  <a:pt x="1721119" y="377684"/>
                  <a:pt x="1706277" y="362842"/>
                  <a:pt x="1687969" y="362842"/>
                </a:cubicBezTo>
                <a:cubicBezTo>
                  <a:pt x="1669661" y="362842"/>
                  <a:pt x="1654820" y="377684"/>
                  <a:pt x="1654820" y="395992"/>
                </a:cubicBezTo>
                <a:moveTo>
                  <a:pt x="1782114" y="278350"/>
                </a:moveTo>
                <a:cubicBezTo>
                  <a:pt x="1782114" y="296658"/>
                  <a:pt x="1796955" y="311500"/>
                  <a:pt x="1815263" y="311500"/>
                </a:cubicBezTo>
                <a:cubicBezTo>
                  <a:pt x="1833571" y="311500"/>
                  <a:pt x="1848412" y="296658"/>
                  <a:pt x="1848412" y="278350"/>
                </a:cubicBezTo>
                <a:cubicBezTo>
                  <a:pt x="1848412" y="260043"/>
                  <a:pt x="1833571" y="245201"/>
                  <a:pt x="1815263" y="245201"/>
                </a:cubicBezTo>
                <a:cubicBezTo>
                  <a:pt x="1796955" y="245201"/>
                  <a:pt x="1782114" y="260043"/>
                  <a:pt x="1782114" y="278350"/>
                </a:cubicBezTo>
                <a:moveTo>
                  <a:pt x="1909407" y="278193"/>
                </a:moveTo>
                <a:cubicBezTo>
                  <a:pt x="1909407" y="296501"/>
                  <a:pt x="1924249" y="311343"/>
                  <a:pt x="1942557" y="311343"/>
                </a:cubicBezTo>
                <a:cubicBezTo>
                  <a:pt x="1960865" y="311343"/>
                  <a:pt x="1975706" y="296501"/>
                  <a:pt x="1975706" y="278193"/>
                </a:cubicBezTo>
                <a:cubicBezTo>
                  <a:pt x="1975706" y="259885"/>
                  <a:pt x="1960865" y="245044"/>
                  <a:pt x="1942557" y="245044"/>
                </a:cubicBezTo>
                <a:cubicBezTo>
                  <a:pt x="1924249" y="245044"/>
                  <a:pt x="1909407" y="259885"/>
                  <a:pt x="1909407" y="278193"/>
                </a:cubicBezTo>
                <a:moveTo>
                  <a:pt x="2036701" y="273820"/>
                </a:moveTo>
                <a:cubicBezTo>
                  <a:pt x="2036701" y="292128"/>
                  <a:pt x="2051543" y="306969"/>
                  <a:pt x="2069851" y="306969"/>
                </a:cubicBezTo>
                <a:cubicBezTo>
                  <a:pt x="2088159" y="306969"/>
                  <a:pt x="2103000" y="292128"/>
                  <a:pt x="2103000" y="273820"/>
                </a:cubicBezTo>
                <a:cubicBezTo>
                  <a:pt x="2103000" y="255512"/>
                  <a:pt x="2088159" y="240671"/>
                  <a:pt x="2069851" y="240671"/>
                </a:cubicBezTo>
                <a:cubicBezTo>
                  <a:pt x="2051543" y="240671"/>
                  <a:pt x="2036701" y="255512"/>
                  <a:pt x="2036701" y="273820"/>
                </a:cubicBezTo>
                <a:moveTo>
                  <a:pt x="2163995" y="272513"/>
                </a:moveTo>
                <a:cubicBezTo>
                  <a:pt x="2163995" y="290821"/>
                  <a:pt x="2178837" y="305663"/>
                  <a:pt x="2197144" y="305663"/>
                </a:cubicBezTo>
                <a:cubicBezTo>
                  <a:pt x="2215452" y="305663"/>
                  <a:pt x="2230294" y="290821"/>
                  <a:pt x="2230294" y="272513"/>
                </a:cubicBezTo>
                <a:cubicBezTo>
                  <a:pt x="2230294" y="254206"/>
                  <a:pt x="2215452" y="239364"/>
                  <a:pt x="2197144" y="239364"/>
                </a:cubicBezTo>
                <a:cubicBezTo>
                  <a:pt x="2178837" y="239364"/>
                  <a:pt x="2163995" y="254206"/>
                  <a:pt x="2163995" y="272513"/>
                </a:cubicBezTo>
                <a:moveTo>
                  <a:pt x="2291289" y="1065379"/>
                </a:moveTo>
                <a:cubicBezTo>
                  <a:pt x="2291289" y="1083687"/>
                  <a:pt x="2306130" y="1098529"/>
                  <a:pt x="2324438" y="1098529"/>
                </a:cubicBezTo>
                <a:cubicBezTo>
                  <a:pt x="2342746" y="1098529"/>
                  <a:pt x="2357588" y="1083687"/>
                  <a:pt x="2357588" y="1065379"/>
                </a:cubicBezTo>
                <a:cubicBezTo>
                  <a:pt x="2357588" y="1047072"/>
                  <a:pt x="2342746" y="1032230"/>
                  <a:pt x="2324438" y="1032230"/>
                </a:cubicBezTo>
                <a:cubicBezTo>
                  <a:pt x="2306130" y="1032230"/>
                  <a:pt x="2291289" y="1047072"/>
                  <a:pt x="2291289" y="1065379"/>
                </a:cubicBezTo>
                <a:moveTo>
                  <a:pt x="2418583" y="1064466"/>
                </a:moveTo>
                <a:cubicBezTo>
                  <a:pt x="2418583" y="1082774"/>
                  <a:pt x="2433424" y="1097615"/>
                  <a:pt x="2451732" y="1097615"/>
                </a:cubicBezTo>
                <a:cubicBezTo>
                  <a:pt x="2470040" y="1097615"/>
                  <a:pt x="2484881" y="1082774"/>
                  <a:pt x="2484881" y="1064466"/>
                </a:cubicBezTo>
                <a:cubicBezTo>
                  <a:pt x="2484881" y="1046158"/>
                  <a:pt x="2470040" y="1031316"/>
                  <a:pt x="2451732" y="1031316"/>
                </a:cubicBezTo>
                <a:cubicBezTo>
                  <a:pt x="2433424" y="1031316"/>
                  <a:pt x="2418583" y="1046158"/>
                  <a:pt x="2418583" y="1064466"/>
                </a:cubicBezTo>
                <a:moveTo>
                  <a:pt x="2545876" y="1064315"/>
                </a:moveTo>
                <a:cubicBezTo>
                  <a:pt x="2545876" y="1082623"/>
                  <a:pt x="2560718" y="1097464"/>
                  <a:pt x="2579026" y="1097464"/>
                </a:cubicBezTo>
                <a:cubicBezTo>
                  <a:pt x="2597334" y="1097464"/>
                  <a:pt x="2612175" y="1082623"/>
                  <a:pt x="2612175" y="1064315"/>
                </a:cubicBezTo>
                <a:cubicBezTo>
                  <a:pt x="2612175" y="1046007"/>
                  <a:pt x="2597334" y="1031166"/>
                  <a:pt x="2579026" y="1031166"/>
                </a:cubicBezTo>
                <a:cubicBezTo>
                  <a:pt x="2560718" y="1031166"/>
                  <a:pt x="2545876" y="1046007"/>
                  <a:pt x="2545876" y="1064315"/>
                </a:cubicBezTo>
                <a:moveTo>
                  <a:pt x="2673170" y="37109"/>
                </a:moveTo>
                <a:cubicBezTo>
                  <a:pt x="2673170" y="55417"/>
                  <a:pt x="2688012" y="70258"/>
                  <a:pt x="2706320" y="70258"/>
                </a:cubicBezTo>
                <a:cubicBezTo>
                  <a:pt x="2724628" y="70258"/>
                  <a:pt x="2739469" y="55417"/>
                  <a:pt x="2739469" y="37109"/>
                </a:cubicBezTo>
                <a:cubicBezTo>
                  <a:pt x="2739469" y="18801"/>
                  <a:pt x="2724628" y="3960"/>
                  <a:pt x="2706320" y="3960"/>
                </a:cubicBezTo>
                <a:cubicBezTo>
                  <a:pt x="2688012" y="3960"/>
                  <a:pt x="2673170" y="18801"/>
                  <a:pt x="2673170" y="37109"/>
                </a:cubicBezTo>
                <a:moveTo>
                  <a:pt x="2800464" y="506981"/>
                </a:moveTo>
                <a:cubicBezTo>
                  <a:pt x="2800464" y="525289"/>
                  <a:pt x="2815306" y="540131"/>
                  <a:pt x="2833614" y="540131"/>
                </a:cubicBezTo>
                <a:cubicBezTo>
                  <a:pt x="2851921" y="540131"/>
                  <a:pt x="2866763" y="525289"/>
                  <a:pt x="2866763" y="506981"/>
                </a:cubicBezTo>
                <a:cubicBezTo>
                  <a:pt x="2866763" y="488673"/>
                  <a:pt x="2851921" y="473832"/>
                  <a:pt x="2833614" y="473832"/>
                </a:cubicBezTo>
                <a:cubicBezTo>
                  <a:pt x="2815306" y="473832"/>
                  <a:pt x="2800464" y="488673"/>
                  <a:pt x="2800464" y="506981"/>
                </a:cubicBezTo>
                <a:close/>
              </a:path>
            </a:pathLst>
          </a:custGeom>
          <a:solidFill xmlns:a="http://schemas.openxmlformats.org/drawingml/2006/main">
            <a:srgbClr val="FFA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F391A6-06AC-4FC7-AA02-634B8F70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837424"/>
            <a:ext cx="2800464" cy="1117781"/>
          </a:xfrm>
          <a:custGeom xmlns:a="http://schemas.openxmlformats.org/drawingml/2006/main">
            <a:pathLst>
              <a:path w="2800464" h="1117781" fill="none">
                <a:moveTo>
                  <a:pt x="0" y="940975"/>
                </a:moveTo>
                <a:lnTo>
                  <a:pt x="127294" y="104463"/>
                </a:lnTo>
                <a:lnTo>
                  <a:pt x="254588" y="944072"/>
                </a:lnTo>
                <a:lnTo>
                  <a:pt x="381881" y="624688"/>
                </a:lnTo>
                <a:lnTo>
                  <a:pt x="509175" y="767897"/>
                </a:lnTo>
                <a:lnTo>
                  <a:pt x="636469" y="619658"/>
                </a:lnTo>
                <a:lnTo>
                  <a:pt x="763763" y="808642"/>
                </a:lnTo>
                <a:lnTo>
                  <a:pt x="891057" y="586300"/>
                </a:lnTo>
                <a:lnTo>
                  <a:pt x="1018350" y="663388"/>
                </a:lnTo>
                <a:lnTo>
                  <a:pt x="1145644" y="653282"/>
                </a:lnTo>
                <a:lnTo>
                  <a:pt x="1272938" y="654937"/>
                </a:lnTo>
                <a:lnTo>
                  <a:pt x="1400232" y="628429"/>
                </a:lnTo>
                <a:lnTo>
                  <a:pt x="1527526" y="540601"/>
                </a:lnTo>
                <a:lnTo>
                  <a:pt x="1654819" y="635961"/>
                </a:lnTo>
                <a:lnTo>
                  <a:pt x="1782113" y="808498"/>
                </a:lnTo>
                <a:lnTo>
                  <a:pt x="1909407" y="806608"/>
                </a:lnTo>
                <a:lnTo>
                  <a:pt x="2036701" y="804720"/>
                </a:lnTo>
                <a:lnTo>
                  <a:pt x="2163995" y="807555"/>
                </a:lnTo>
                <a:lnTo>
                  <a:pt x="2291289" y="1117781"/>
                </a:lnTo>
                <a:lnTo>
                  <a:pt x="2418582" y="1111219"/>
                </a:lnTo>
                <a:lnTo>
                  <a:pt x="2545876" y="1110969"/>
                </a:lnTo>
                <a:lnTo>
                  <a:pt x="2673170" y="0"/>
                </a:lnTo>
                <a:lnTo>
                  <a:pt x="2800464" y="550046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FFAA00"/>
            </a:solidFill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0190E5-1039-4A55-A358-E66447A7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804274"/>
            <a:ext cx="2866763" cy="1184079"/>
          </a:xfrm>
          <a:custGeom xmlns:a="http://schemas.openxmlformats.org/drawingml/2006/main">
            <a:pathLst>
              <a:path w="2866763" h="1184079">
                <a:moveTo>
                  <a:pt x="0" y="974125"/>
                </a:moveTo>
                <a:cubicBezTo>
                  <a:pt x="0" y="992433"/>
                  <a:pt x="14841" y="1007274"/>
                  <a:pt x="33149" y="1007274"/>
                </a:cubicBezTo>
                <a:cubicBezTo>
                  <a:pt x="51457" y="1007274"/>
                  <a:pt x="66299" y="992433"/>
                  <a:pt x="66299" y="974125"/>
                </a:cubicBezTo>
                <a:cubicBezTo>
                  <a:pt x="66299" y="955817"/>
                  <a:pt x="51457" y="940975"/>
                  <a:pt x="33149" y="940975"/>
                </a:cubicBezTo>
                <a:cubicBezTo>
                  <a:pt x="14841" y="940975"/>
                  <a:pt x="0" y="955817"/>
                  <a:pt x="0" y="974125"/>
                </a:cubicBezTo>
                <a:moveTo>
                  <a:pt x="127294" y="137612"/>
                </a:moveTo>
                <a:cubicBezTo>
                  <a:pt x="127294" y="155920"/>
                  <a:pt x="142135" y="170762"/>
                  <a:pt x="160443" y="170762"/>
                </a:cubicBezTo>
                <a:cubicBezTo>
                  <a:pt x="178751" y="170762"/>
                  <a:pt x="193592" y="155920"/>
                  <a:pt x="193592" y="137612"/>
                </a:cubicBezTo>
                <a:cubicBezTo>
                  <a:pt x="193592" y="119304"/>
                  <a:pt x="178751" y="104463"/>
                  <a:pt x="160443" y="104463"/>
                </a:cubicBezTo>
                <a:cubicBezTo>
                  <a:pt x="142135" y="104463"/>
                  <a:pt x="127294" y="119304"/>
                  <a:pt x="127294" y="137612"/>
                </a:cubicBezTo>
                <a:moveTo>
                  <a:pt x="254588" y="977221"/>
                </a:moveTo>
                <a:cubicBezTo>
                  <a:pt x="254588" y="995529"/>
                  <a:pt x="269429" y="1010371"/>
                  <a:pt x="287737" y="1010371"/>
                </a:cubicBezTo>
                <a:cubicBezTo>
                  <a:pt x="306045" y="1010371"/>
                  <a:pt x="320886" y="995529"/>
                  <a:pt x="320886" y="977221"/>
                </a:cubicBezTo>
                <a:cubicBezTo>
                  <a:pt x="320886" y="958913"/>
                  <a:pt x="306045" y="944072"/>
                  <a:pt x="287737" y="944072"/>
                </a:cubicBezTo>
                <a:cubicBezTo>
                  <a:pt x="269429" y="944072"/>
                  <a:pt x="254588" y="958913"/>
                  <a:pt x="254588" y="977221"/>
                </a:cubicBezTo>
                <a:moveTo>
                  <a:pt x="381881" y="657837"/>
                </a:moveTo>
                <a:cubicBezTo>
                  <a:pt x="381881" y="676145"/>
                  <a:pt x="396723" y="690987"/>
                  <a:pt x="415031" y="690987"/>
                </a:cubicBezTo>
                <a:cubicBezTo>
                  <a:pt x="433339" y="690987"/>
                  <a:pt x="448180" y="676145"/>
                  <a:pt x="448180" y="657837"/>
                </a:cubicBezTo>
                <a:cubicBezTo>
                  <a:pt x="448180" y="639529"/>
                  <a:pt x="433339" y="624688"/>
                  <a:pt x="415031" y="624688"/>
                </a:cubicBezTo>
                <a:cubicBezTo>
                  <a:pt x="396723" y="624688"/>
                  <a:pt x="381881" y="639529"/>
                  <a:pt x="381881" y="657837"/>
                </a:cubicBezTo>
                <a:moveTo>
                  <a:pt x="509175" y="801046"/>
                </a:moveTo>
                <a:cubicBezTo>
                  <a:pt x="509175" y="819354"/>
                  <a:pt x="524017" y="834195"/>
                  <a:pt x="542324" y="834195"/>
                </a:cubicBezTo>
                <a:cubicBezTo>
                  <a:pt x="560632" y="834195"/>
                  <a:pt x="575474" y="819354"/>
                  <a:pt x="575474" y="801046"/>
                </a:cubicBezTo>
                <a:cubicBezTo>
                  <a:pt x="575474" y="782738"/>
                  <a:pt x="560632" y="767897"/>
                  <a:pt x="542324" y="767897"/>
                </a:cubicBezTo>
                <a:cubicBezTo>
                  <a:pt x="524017" y="767897"/>
                  <a:pt x="509175" y="782738"/>
                  <a:pt x="509175" y="801046"/>
                </a:cubicBezTo>
                <a:moveTo>
                  <a:pt x="636469" y="652808"/>
                </a:moveTo>
                <a:cubicBezTo>
                  <a:pt x="636469" y="671115"/>
                  <a:pt x="651310" y="685957"/>
                  <a:pt x="669618" y="685957"/>
                </a:cubicBezTo>
                <a:cubicBezTo>
                  <a:pt x="687926" y="685957"/>
                  <a:pt x="702768" y="671115"/>
                  <a:pt x="702768" y="652808"/>
                </a:cubicBezTo>
                <a:cubicBezTo>
                  <a:pt x="702768" y="634500"/>
                  <a:pt x="687926" y="619658"/>
                  <a:pt x="669618" y="619658"/>
                </a:cubicBezTo>
                <a:cubicBezTo>
                  <a:pt x="651310" y="619658"/>
                  <a:pt x="636469" y="634500"/>
                  <a:pt x="636469" y="652808"/>
                </a:cubicBezTo>
                <a:moveTo>
                  <a:pt x="763763" y="841792"/>
                </a:moveTo>
                <a:cubicBezTo>
                  <a:pt x="763763" y="860100"/>
                  <a:pt x="778604" y="874941"/>
                  <a:pt x="796912" y="874941"/>
                </a:cubicBezTo>
                <a:cubicBezTo>
                  <a:pt x="815220" y="874941"/>
                  <a:pt x="830061" y="860100"/>
                  <a:pt x="830061" y="841792"/>
                </a:cubicBezTo>
                <a:cubicBezTo>
                  <a:pt x="830061" y="823484"/>
                  <a:pt x="815220" y="808642"/>
                  <a:pt x="796912" y="808642"/>
                </a:cubicBezTo>
                <a:cubicBezTo>
                  <a:pt x="778604" y="808642"/>
                  <a:pt x="763763" y="823484"/>
                  <a:pt x="763763" y="841792"/>
                </a:cubicBezTo>
                <a:moveTo>
                  <a:pt x="891057" y="619449"/>
                </a:moveTo>
                <a:cubicBezTo>
                  <a:pt x="891057" y="637757"/>
                  <a:pt x="905898" y="652599"/>
                  <a:pt x="924206" y="652599"/>
                </a:cubicBezTo>
                <a:cubicBezTo>
                  <a:pt x="942514" y="652599"/>
                  <a:pt x="957356" y="637757"/>
                  <a:pt x="957356" y="619449"/>
                </a:cubicBezTo>
                <a:cubicBezTo>
                  <a:pt x="957356" y="601141"/>
                  <a:pt x="942514" y="586300"/>
                  <a:pt x="924206" y="586300"/>
                </a:cubicBezTo>
                <a:cubicBezTo>
                  <a:pt x="905898" y="586300"/>
                  <a:pt x="891057" y="601141"/>
                  <a:pt x="891057" y="619449"/>
                </a:cubicBezTo>
                <a:moveTo>
                  <a:pt x="1018350" y="696537"/>
                </a:moveTo>
                <a:cubicBezTo>
                  <a:pt x="1018350" y="714845"/>
                  <a:pt x="1033192" y="729687"/>
                  <a:pt x="1051500" y="729687"/>
                </a:cubicBezTo>
                <a:cubicBezTo>
                  <a:pt x="1069808" y="729687"/>
                  <a:pt x="1084649" y="714845"/>
                  <a:pt x="1084649" y="696537"/>
                </a:cubicBezTo>
                <a:cubicBezTo>
                  <a:pt x="1084649" y="678229"/>
                  <a:pt x="1069808" y="663388"/>
                  <a:pt x="1051500" y="663388"/>
                </a:cubicBezTo>
                <a:cubicBezTo>
                  <a:pt x="1033192" y="663388"/>
                  <a:pt x="1018350" y="678229"/>
                  <a:pt x="1018350" y="696537"/>
                </a:cubicBezTo>
                <a:moveTo>
                  <a:pt x="1145644" y="686432"/>
                </a:moveTo>
                <a:cubicBezTo>
                  <a:pt x="1145644" y="704740"/>
                  <a:pt x="1160486" y="719581"/>
                  <a:pt x="1178793" y="719581"/>
                </a:cubicBezTo>
                <a:cubicBezTo>
                  <a:pt x="1197101" y="719581"/>
                  <a:pt x="1211943" y="704740"/>
                  <a:pt x="1211943" y="686432"/>
                </a:cubicBezTo>
                <a:cubicBezTo>
                  <a:pt x="1211943" y="668124"/>
                  <a:pt x="1197101" y="653282"/>
                  <a:pt x="1178793" y="653282"/>
                </a:cubicBezTo>
                <a:cubicBezTo>
                  <a:pt x="1160486" y="653282"/>
                  <a:pt x="1145644" y="668124"/>
                  <a:pt x="1145644" y="686432"/>
                </a:cubicBezTo>
                <a:moveTo>
                  <a:pt x="1272938" y="688086"/>
                </a:moveTo>
                <a:cubicBezTo>
                  <a:pt x="1272938" y="706394"/>
                  <a:pt x="1287780" y="721235"/>
                  <a:pt x="1306087" y="721235"/>
                </a:cubicBezTo>
                <a:cubicBezTo>
                  <a:pt x="1324395" y="721235"/>
                  <a:pt x="1339237" y="706394"/>
                  <a:pt x="1339237" y="688086"/>
                </a:cubicBezTo>
                <a:cubicBezTo>
                  <a:pt x="1339237" y="669778"/>
                  <a:pt x="1324395" y="654937"/>
                  <a:pt x="1306087" y="654937"/>
                </a:cubicBezTo>
                <a:cubicBezTo>
                  <a:pt x="1287780" y="654937"/>
                  <a:pt x="1272938" y="669778"/>
                  <a:pt x="1272938" y="688086"/>
                </a:cubicBezTo>
                <a:moveTo>
                  <a:pt x="1400232" y="661578"/>
                </a:moveTo>
                <a:cubicBezTo>
                  <a:pt x="1400232" y="679886"/>
                  <a:pt x="1415073" y="694727"/>
                  <a:pt x="1433381" y="694727"/>
                </a:cubicBezTo>
                <a:cubicBezTo>
                  <a:pt x="1451689" y="694727"/>
                  <a:pt x="1466531" y="679886"/>
                  <a:pt x="1466531" y="661578"/>
                </a:cubicBezTo>
                <a:cubicBezTo>
                  <a:pt x="1466531" y="643270"/>
                  <a:pt x="1451689" y="628429"/>
                  <a:pt x="1433381" y="628429"/>
                </a:cubicBezTo>
                <a:cubicBezTo>
                  <a:pt x="1415073" y="628429"/>
                  <a:pt x="1400232" y="643270"/>
                  <a:pt x="1400232" y="661578"/>
                </a:cubicBezTo>
                <a:moveTo>
                  <a:pt x="1527526" y="573750"/>
                </a:moveTo>
                <a:cubicBezTo>
                  <a:pt x="1527526" y="592058"/>
                  <a:pt x="1542367" y="606900"/>
                  <a:pt x="1560675" y="606900"/>
                </a:cubicBezTo>
                <a:cubicBezTo>
                  <a:pt x="1578983" y="606900"/>
                  <a:pt x="1593825" y="592058"/>
                  <a:pt x="1593825" y="573750"/>
                </a:cubicBezTo>
                <a:cubicBezTo>
                  <a:pt x="1593825" y="555442"/>
                  <a:pt x="1578983" y="540601"/>
                  <a:pt x="1560675" y="540601"/>
                </a:cubicBezTo>
                <a:cubicBezTo>
                  <a:pt x="1542367" y="540601"/>
                  <a:pt x="1527526" y="555442"/>
                  <a:pt x="1527526" y="573750"/>
                </a:cubicBezTo>
                <a:moveTo>
                  <a:pt x="1654819" y="669110"/>
                </a:moveTo>
                <a:cubicBezTo>
                  <a:pt x="1654819" y="687418"/>
                  <a:pt x="1669661" y="702260"/>
                  <a:pt x="1687969" y="702260"/>
                </a:cubicBezTo>
                <a:cubicBezTo>
                  <a:pt x="1706276" y="702260"/>
                  <a:pt x="1721118" y="687418"/>
                  <a:pt x="1721118" y="669110"/>
                </a:cubicBezTo>
                <a:cubicBezTo>
                  <a:pt x="1721118" y="650802"/>
                  <a:pt x="1706276" y="635961"/>
                  <a:pt x="1687969" y="635961"/>
                </a:cubicBezTo>
                <a:cubicBezTo>
                  <a:pt x="1669661" y="635961"/>
                  <a:pt x="1654819" y="650802"/>
                  <a:pt x="1654819" y="669110"/>
                </a:cubicBezTo>
                <a:moveTo>
                  <a:pt x="1782113" y="841648"/>
                </a:moveTo>
                <a:cubicBezTo>
                  <a:pt x="1782113" y="859956"/>
                  <a:pt x="1796955" y="874797"/>
                  <a:pt x="1815263" y="874797"/>
                </a:cubicBezTo>
                <a:cubicBezTo>
                  <a:pt x="1833571" y="874797"/>
                  <a:pt x="1848412" y="859956"/>
                  <a:pt x="1848412" y="841648"/>
                </a:cubicBezTo>
                <a:cubicBezTo>
                  <a:pt x="1848412" y="823340"/>
                  <a:pt x="1833571" y="808498"/>
                  <a:pt x="1815263" y="808498"/>
                </a:cubicBezTo>
                <a:cubicBezTo>
                  <a:pt x="1796955" y="808498"/>
                  <a:pt x="1782113" y="823340"/>
                  <a:pt x="1782113" y="841648"/>
                </a:cubicBezTo>
                <a:moveTo>
                  <a:pt x="1909407" y="839758"/>
                </a:moveTo>
                <a:cubicBezTo>
                  <a:pt x="1909407" y="858066"/>
                  <a:pt x="1924249" y="872907"/>
                  <a:pt x="1942557" y="872907"/>
                </a:cubicBezTo>
                <a:cubicBezTo>
                  <a:pt x="1960865" y="872907"/>
                  <a:pt x="1975706" y="858066"/>
                  <a:pt x="1975706" y="839758"/>
                </a:cubicBezTo>
                <a:cubicBezTo>
                  <a:pt x="1975706" y="821450"/>
                  <a:pt x="1960865" y="806608"/>
                  <a:pt x="1942557" y="806608"/>
                </a:cubicBezTo>
                <a:cubicBezTo>
                  <a:pt x="1924249" y="806608"/>
                  <a:pt x="1909407" y="821450"/>
                  <a:pt x="1909407" y="839758"/>
                </a:cubicBezTo>
                <a:moveTo>
                  <a:pt x="2036701" y="837869"/>
                </a:moveTo>
                <a:cubicBezTo>
                  <a:pt x="2036701" y="856177"/>
                  <a:pt x="2051543" y="871019"/>
                  <a:pt x="2069850" y="871019"/>
                </a:cubicBezTo>
                <a:cubicBezTo>
                  <a:pt x="2088159" y="871019"/>
                  <a:pt x="2103000" y="856177"/>
                  <a:pt x="2103000" y="837869"/>
                </a:cubicBezTo>
                <a:cubicBezTo>
                  <a:pt x="2103000" y="819562"/>
                  <a:pt x="2088159" y="804720"/>
                  <a:pt x="2069850" y="804720"/>
                </a:cubicBezTo>
                <a:cubicBezTo>
                  <a:pt x="2051543" y="804720"/>
                  <a:pt x="2036701" y="819562"/>
                  <a:pt x="2036701" y="837869"/>
                </a:cubicBezTo>
                <a:moveTo>
                  <a:pt x="2163995" y="840704"/>
                </a:moveTo>
                <a:cubicBezTo>
                  <a:pt x="2163995" y="859012"/>
                  <a:pt x="2178836" y="873854"/>
                  <a:pt x="2197144" y="873854"/>
                </a:cubicBezTo>
                <a:cubicBezTo>
                  <a:pt x="2215452" y="873854"/>
                  <a:pt x="2230294" y="859012"/>
                  <a:pt x="2230294" y="840704"/>
                </a:cubicBezTo>
                <a:cubicBezTo>
                  <a:pt x="2230294" y="822397"/>
                  <a:pt x="2215452" y="807555"/>
                  <a:pt x="2197144" y="807555"/>
                </a:cubicBezTo>
                <a:cubicBezTo>
                  <a:pt x="2178836" y="807555"/>
                  <a:pt x="2163995" y="822397"/>
                  <a:pt x="2163995" y="840704"/>
                </a:cubicBezTo>
                <a:moveTo>
                  <a:pt x="2291289" y="1150930"/>
                </a:moveTo>
                <a:cubicBezTo>
                  <a:pt x="2291289" y="1169238"/>
                  <a:pt x="2306130" y="1184079"/>
                  <a:pt x="2324438" y="1184079"/>
                </a:cubicBezTo>
                <a:cubicBezTo>
                  <a:pt x="2342746" y="1184079"/>
                  <a:pt x="2357587" y="1169238"/>
                  <a:pt x="2357587" y="1150930"/>
                </a:cubicBezTo>
                <a:cubicBezTo>
                  <a:pt x="2357587" y="1132622"/>
                  <a:pt x="2342746" y="1117781"/>
                  <a:pt x="2324438" y="1117781"/>
                </a:cubicBezTo>
                <a:cubicBezTo>
                  <a:pt x="2306130" y="1117781"/>
                  <a:pt x="2291289" y="1132622"/>
                  <a:pt x="2291289" y="1150930"/>
                </a:cubicBezTo>
                <a:moveTo>
                  <a:pt x="2418582" y="1144369"/>
                </a:moveTo>
                <a:cubicBezTo>
                  <a:pt x="2418582" y="1162677"/>
                  <a:pt x="2433424" y="1177518"/>
                  <a:pt x="2451732" y="1177518"/>
                </a:cubicBezTo>
                <a:cubicBezTo>
                  <a:pt x="2470040" y="1177518"/>
                  <a:pt x="2484881" y="1162677"/>
                  <a:pt x="2484881" y="1144369"/>
                </a:cubicBezTo>
                <a:cubicBezTo>
                  <a:pt x="2484881" y="1126061"/>
                  <a:pt x="2470040" y="1111219"/>
                  <a:pt x="2451732" y="1111219"/>
                </a:cubicBezTo>
                <a:cubicBezTo>
                  <a:pt x="2433424" y="1111219"/>
                  <a:pt x="2418582" y="1126061"/>
                  <a:pt x="2418582" y="1144369"/>
                </a:cubicBezTo>
                <a:moveTo>
                  <a:pt x="2545876" y="1144119"/>
                </a:moveTo>
                <a:cubicBezTo>
                  <a:pt x="2545876" y="1162426"/>
                  <a:pt x="2560718" y="1177268"/>
                  <a:pt x="2579026" y="1177268"/>
                </a:cubicBezTo>
                <a:cubicBezTo>
                  <a:pt x="2597334" y="1177268"/>
                  <a:pt x="2612175" y="1162426"/>
                  <a:pt x="2612175" y="1144119"/>
                </a:cubicBezTo>
                <a:cubicBezTo>
                  <a:pt x="2612175" y="1125811"/>
                  <a:pt x="2597334" y="1110969"/>
                  <a:pt x="2579026" y="1110969"/>
                </a:cubicBezTo>
                <a:cubicBezTo>
                  <a:pt x="2560718" y="1110969"/>
                  <a:pt x="2545876" y="1125811"/>
                  <a:pt x="2545876" y="1144119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583195"/>
                </a:moveTo>
                <a:cubicBezTo>
                  <a:pt x="2800464" y="601503"/>
                  <a:pt x="2815306" y="616344"/>
                  <a:pt x="2833613" y="616344"/>
                </a:cubicBezTo>
                <a:cubicBezTo>
                  <a:pt x="2851922" y="616344"/>
                  <a:pt x="2866763" y="601503"/>
                  <a:pt x="2866763" y="583195"/>
                </a:cubicBezTo>
                <a:cubicBezTo>
                  <a:pt x="2866763" y="564887"/>
                  <a:pt x="2851922" y="550046"/>
                  <a:pt x="2833613" y="550046"/>
                </a:cubicBezTo>
                <a:cubicBezTo>
                  <a:pt x="2815306" y="550046"/>
                  <a:pt x="2800464" y="564887"/>
                  <a:pt x="2800464" y="583195"/>
                </a:cubicBezTo>
                <a:close/>
              </a:path>
            </a:pathLst>
          </a:custGeom>
          <a:solidFill xmlns:a="http://schemas.openxmlformats.org/drawingml/2006/main">
            <a:srgbClr val="FFA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B851E5-5B9A-4DBC-A60F-A0F5B144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168" y="2786356"/>
            <a:ext cx="2800464" cy="1209690"/>
          </a:xfrm>
          <a:custGeom xmlns:a="http://schemas.openxmlformats.org/drawingml/2006/main">
            <a:pathLst>
              <a:path w="2800464" h="1209690" fill="none">
                <a:moveTo>
                  <a:pt x="0" y="930717"/>
                </a:moveTo>
                <a:lnTo>
                  <a:pt x="127294" y="489811"/>
                </a:lnTo>
                <a:lnTo>
                  <a:pt x="254588" y="953566"/>
                </a:lnTo>
                <a:lnTo>
                  <a:pt x="381881" y="357610"/>
                </a:lnTo>
                <a:lnTo>
                  <a:pt x="509175" y="456470"/>
                </a:lnTo>
                <a:lnTo>
                  <a:pt x="636469" y="355657"/>
                </a:lnTo>
                <a:lnTo>
                  <a:pt x="763763" y="393987"/>
                </a:lnTo>
                <a:lnTo>
                  <a:pt x="891057" y="408199"/>
                </a:lnTo>
                <a:lnTo>
                  <a:pt x="1018351" y="338418"/>
                </a:lnTo>
                <a:lnTo>
                  <a:pt x="1145644" y="424612"/>
                </a:lnTo>
                <a:lnTo>
                  <a:pt x="1272938" y="424677"/>
                </a:lnTo>
                <a:lnTo>
                  <a:pt x="1400232" y="519686"/>
                </a:lnTo>
                <a:lnTo>
                  <a:pt x="1527526" y="419094"/>
                </a:lnTo>
                <a:lnTo>
                  <a:pt x="1654820" y="383228"/>
                </a:lnTo>
                <a:lnTo>
                  <a:pt x="1782114" y="354971"/>
                </a:lnTo>
                <a:lnTo>
                  <a:pt x="1909407" y="354696"/>
                </a:lnTo>
                <a:lnTo>
                  <a:pt x="2036701" y="352392"/>
                </a:lnTo>
                <a:lnTo>
                  <a:pt x="2163995" y="353933"/>
                </a:lnTo>
                <a:lnTo>
                  <a:pt x="2291289" y="1126962"/>
                </a:lnTo>
                <a:lnTo>
                  <a:pt x="2418583" y="1132524"/>
                </a:lnTo>
                <a:lnTo>
                  <a:pt x="2545876" y="1124759"/>
                </a:lnTo>
                <a:lnTo>
                  <a:pt x="2673170" y="0"/>
                </a:lnTo>
                <a:lnTo>
                  <a:pt x="2800464" y="1209690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FFAA00"/>
            </a:solidFill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B0E7A-6506-4916-B6C6-D845896A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7019" y="2753206"/>
            <a:ext cx="2866763" cy="1275988"/>
          </a:xfrm>
          <a:custGeom xmlns:a="http://schemas.openxmlformats.org/drawingml/2006/main">
            <a:pathLst>
              <a:path w="2866763" h="1275988">
                <a:moveTo>
                  <a:pt x="0" y="963866"/>
                </a:moveTo>
                <a:cubicBezTo>
                  <a:pt x="0" y="982174"/>
                  <a:pt x="14841" y="997016"/>
                  <a:pt x="33149" y="997016"/>
                </a:cubicBezTo>
                <a:cubicBezTo>
                  <a:pt x="51457" y="997016"/>
                  <a:pt x="66299" y="982174"/>
                  <a:pt x="66299" y="963866"/>
                </a:cubicBezTo>
                <a:cubicBezTo>
                  <a:pt x="66299" y="945558"/>
                  <a:pt x="51457" y="930717"/>
                  <a:pt x="33149" y="930717"/>
                </a:cubicBezTo>
                <a:cubicBezTo>
                  <a:pt x="14841" y="930717"/>
                  <a:pt x="0" y="945558"/>
                  <a:pt x="0" y="963866"/>
                </a:cubicBezTo>
                <a:moveTo>
                  <a:pt x="127294" y="522961"/>
                </a:moveTo>
                <a:cubicBezTo>
                  <a:pt x="127294" y="541269"/>
                  <a:pt x="142135" y="556110"/>
                  <a:pt x="160443" y="556110"/>
                </a:cubicBezTo>
                <a:cubicBezTo>
                  <a:pt x="178751" y="556110"/>
                  <a:pt x="193593" y="541269"/>
                  <a:pt x="193593" y="522961"/>
                </a:cubicBezTo>
                <a:cubicBezTo>
                  <a:pt x="193593" y="504653"/>
                  <a:pt x="178751" y="489811"/>
                  <a:pt x="160443" y="489811"/>
                </a:cubicBezTo>
                <a:cubicBezTo>
                  <a:pt x="142135" y="489811"/>
                  <a:pt x="127294" y="504653"/>
                  <a:pt x="127294" y="522961"/>
                </a:cubicBezTo>
                <a:moveTo>
                  <a:pt x="254588" y="986716"/>
                </a:moveTo>
                <a:cubicBezTo>
                  <a:pt x="254588" y="1005024"/>
                  <a:pt x="269429" y="1019865"/>
                  <a:pt x="287737" y="1019865"/>
                </a:cubicBezTo>
                <a:cubicBezTo>
                  <a:pt x="306045" y="1019865"/>
                  <a:pt x="320886" y="1005024"/>
                  <a:pt x="320886" y="986716"/>
                </a:cubicBezTo>
                <a:cubicBezTo>
                  <a:pt x="320886" y="968408"/>
                  <a:pt x="306045" y="953566"/>
                  <a:pt x="287737" y="953566"/>
                </a:cubicBezTo>
                <a:cubicBezTo>
                  <a:pt x="269429" y="953566"/>
                  <a:pt x="254588" y="968408"/>
                  <a:pt x="254588" y="986716"/>
                </a:cubicBezTo>
                <a:moveTo>
                  <a:pt x="381881" y="390760"/>
                </a:moveTo>
                <a:cubicBezTo>
                  <a:pt x="381881" y="409068"/>
                  <a:pt x="396723" y="423909"/>
                  <a:pt x="415031" y="423909"/>
                </a:cubicBezTo>
                <a:cubicBezTo>
                  <a:pt x="433339" y="423909"/>
                  <a:pt x="448180" y="409068"/>
                  <a:pt x="448180" y="390760"/>
                </a:cubicBezTo>
                <a:cubicBezTo>
                  <a:pt x="448180" y="372452"/>
                  <a:pt x="433339" y="357610"/>
                  <a:pt x="415031" y="357610"/>
                </a:cubicBezTo>
                <a:cubicBezTo>
                  <a:pt x="396723" y="357610"/>
                  <a:pt x="381881" y="372452"/>
                  <a:pt x="381881" y="390760"/>
                </a:cubicBezTo>
                <a:moveTo>
                  <a:pt x="509175" y="489619"/>
                </a:moveTo>
                <a:cubicBezTo>
                  <a:pt x="509175" y="507927"/>
                  <a:pt x="524017" y="522768"/>
                  <a:pt x="542325" y="522768"/>
                </a:cubicBezTo>
                <a:cubicBezTo>
                  <a:pt x="560633" y="522768"/>
                  <a:pt x="575474" y="507927"/>
                  <a:pt x="575474" y="489619"/>
                </a:cubicBezTo>
                <a:cubicBezTo>
                  <a:pt x="575474" y="471311"/>
                  <a:pt x="560633" y="456470"/>
                  <a:pt x="542325" y="456470"/>
                </a:cubicBezTo>
                <a:cubicBezTo>
                  <a:pt x="524017" y="456470"/>
                  <a:pt x="509175" y="471311"/>
                  <a:pt x="509175" y="489619"/>
                </a:cubicBezTo>
                <a:moveTo>
                  <a:pt x="636469" y="388806"/>
                </a:moveTo>
                <a:cubicBezTo>
                  <a:pt x="636469" y="407114"/>
                  <a:pt x="651311" y="421956"/>
                  <a:pt x="669619" y="421956"/>
                </a:cubicBezTo>
                <a:cubicBezTo>
                  <a:pt x="687926" y="421956"/>
                  <a:pt x="702768" y="407114"/>
                  <a:pt x="702768" y="388806"/>
                </a:cubicBezTo>
                <a:cubicBezTo>
                  <a:pt x="702768" y="370498"/>
                  <a:pt x="687926" y="355657"/>
                  <a:pt x="669619" y="355657"/>
                </a:cubicBezTo>
                <a:cubicBezTo>
                  <a:pt x="651311" y="355657"/>
                  <a:pt x="636469" y="370498"/>
                  <a:pt x="636469" y="388806"/>
                </a:cubicBezTo>
                <a:moveTo>
                  <a:pt x="763763" y="427136"/>
                </a:moveTo>
                <a:cubicBezTo>
                  <a:pt x="763763" y="445444"/>
                  <a:pt x="778605" y="460286"/>
                  <a:pt x="796912" y="460286"/>
                </a:cubicBezTo>
                <a:cubicBezTo>
                  <a:pt x="815220" y="460286"/>
                  <a:pt x="830062" y="445444"/>
                  <a:pt x="830062" y="427136"/>
                </a:cubicBezTo>
                <a:cubicBezTo>
                  <a:pt x="830062" y="408829"/>
                  <a:pt x="815220" y="393987"/>
                  <a:pt x="796912" y="393987"/>
                </a:cubicBezTo>
                <a:cubicBezTo>
                  <a:pt x="778605" y="393987"/>
                  <a:pt x="763763" y="408829"/>
                  <a:pt x="763763" y="427136"/>
                </a:cubicBezTo>
                <a:moveTo>
                  <a:pt x="891057" y="441349"/>
                </a:moveTo>
                <a:cubicBezTo>
                  <a:pt x="891057" y="459656"/>
                  <a:pt x="905898" y="474498"/>
                  <a:pt x="924206" y="474498"/>
                </a:cubicBezTo>
                <a:cubicBezTo>
                  <a:pt x="942514" y="474498"/>
                  <a:pt x="957356" y="459656"/>
                  <a:pt x="957356" y="441349"/>
                </a:cubicBezTo>
                <a:cubicBezTo>
                  <a:pt x="957356" y="423041"/>
                  <a:pt x="942514" y="408199"/>
                  <a:pt x="924206" y="408199"/>
                </a:cubicBezTo>
                <a:cubicBezTo>
                  <a:pt x="905898" y="408199"/>
                  <a:pt x="891057" y="423041"/>
                  <a:pt x="891057" y="441349"/>
                </a:cubicBezTo>
                <a:moveTo>
                  <a:pt x="1018351" y="371567"/>
                </a:moveTo>
                <a:cubicBezTo>
                  <a:pt x="1018351" y="389875"/>
                  <a:pt x="1033192" y="404717"/>
                  <a:pt x="1051500" y="404717"/>
                </a:cubicBezTo>
                <a:cubicBezTo>
                  <a:pt x="1069808" y="404717"/>
                  <a:pt x="1084650" y="389875"/>
                  <a:pt x="1084650" y="371567"/>
                </a:cubicBezTo>
                <a:cubicBezTo>
                  <a:pt x="1084650" y="353259"/>
                  <a:pt x="1069808" y="338418"/>
                  <a:pt x="1051500" y="338418"/>
                </a:cubicBezTo>
                <a:cubicBezTo>
                  <a:pt x="1033192" y="338418"/>
                  <a:pt x="1018351" y="353259"/>
                  <a:pt x="1018351" y="371567"/>
                </a:cubicBezTo>
                <a:moveTo>
                  <a:pt x="1145644" y="457761"/>
                </a:moveTo>
                <a:cubicBezTo>
                  <a:pt x="1145644" y="476069"/>
                  <a:pt x="1160486" y="490911"/>
                  <a:pt x="1178794" y="490911"/>
                </a:cubicBezTo>
                <a:cubicBezTo>
                  <a:pt x="1197102" y="490911"/>
                  <a:pt x="1211943" y="476069"/>
                  <a:pt x="1211943" y="457761"/>
                </a:cubicBezTo>
                <a:cubicBezTo>
                  <a:pt x="1211943" y="439453"/>
                  <a:pt x="1197102" y="424612"/>
                  <a:pt x="1178794" y="424612"/>
                </a:cubicBezTo>
                <a:cubicBezTo>
                  <a:pt x="1160486" y="424612"/>
                  <a:pt x="1145644" y="439453"/>
                  <a:pt x="1145644" y="457761"/>
                </a:cubicBezTo>
                <a:moveTo>
                  <a:pt x="1272938" y="457827"/>
                </a:moveTo>
                <a:cubicBezTo>
                  <a:pt x="1272938" y="476135"/>
                  <a:pt x="1287780" y="490976"/>
                  <a:pt x="1306088" y="490976"/>
                </a:cubicBezTo>
                <a:cubicBezTo>
                  <a:pt x="1324395" y="490976"/>
                  <a:pt x="1339237" y="476135"/>
                  <a:pt x="1339237" y="457827"/>
                </a:cubicBezTo>
                <a:cubicBezTo>
                  <a:pt x="1339237" y="439519"/>
                  <a:pt x="1324395" y="424677"/>
                  <a:pt x="1306088" y="424677"/>
                </a:cubicBezTo>
                <a:cubicBezTo>
                  <a:pt x="1287780" y="424677"/>
                  <a:pt x="1272938" y="439519"/>
                  <a:pt x="1272938" y="457827"/>
                </a:cubicBezTo>
                <a:moveTo>
                  <a:pt x="1400232" y="552836"/>
                </a:moveTo>
                <a:cubicBezTo>
                  <a:pt x="1400232" y="571144"/>
                  <a:pt x="1415074" y="585985"/>
                  <a:pt x="1433381" y="585985"/>
                </a:cubicBezTo>
                <a:cubicBezTo>
                  <a:pt x="1451689" y="585985"/>
                  <a:pt x="1466531" y="571144"/>
                  <a:pt x="1466531" y="552836"/>
                </a:cubicBezTo>
                <a:cubicBezTo>
                  <a:pt x="1466531" y="534528"/>
                  <a:pt x="1451689" y="519686"/>
                  <a:pt x="1433381" y="519686"/>
                </a:cubicBezTo>
                <a:cubicBezTo>
                  <a:pt x="1415074" y="519686"/>
                  <a:pt x="1400232" y="534528"/>
                  <a:pt x="1400232" y="552836"/>
                </a:cubicBezTo>
                <a:moveTo>
                  <a:pt x="1527526" y="452244"/>
                </a:moveTo>
                <a:cubicBezTo>
                  <a:pt x="1527526" y="470551"/>
                  <a:pt x="1542367" y="485393"/>
                  <a:pt x="1560675" y="485393"/>
                </a:cubicBezTo>
                <a:cubicBezTo>
                  <a:pt x="1578983" y="485393"/>
                  <a:pt x="1593825" y="470551"/>
                  <a:pt x="1593825" y="452244"/>
                </a:cubicBezTo>
                <a:cubicBezTo>
                  <a:pt x="1593825" y="433936"/>
                  <a:pt x="1578983" y="419094"/>
                  <a:pt x="1560675" y="419094"/>
                </a:cubicBezTo>
                <a:cubicBezTo>
                  <a:pt x="1542367" y="419094"/>
                  <a:pt x="1527526" y="433936"/>
                  <a:pt x="1527526" y="452244"/>
                </a:cubicBezTo>
                <a:moveTo>
                  <a:pt x="1654820" y="416378"/>
                </a:moveTo>
                <a:cubicBezTo>
                  <a:pt x="1654820" y="434686"/>
                  <a:pt x="1669661" y="449527"/>
                  <a:pt x="1687969" y="449527"/>
                </a:cubicBezTo>
                <a:cubicBezTo>
                  <a:pt x="1706277" y="449527"/>
                  <a:pt x="1721119" y="434686"/>
                  <a:pt x="1721119" y="416378"/>
                </a:cubicBezTo>
                <a:cubicBezTo>
                  <a:pt x="1721119" y="398070"/>
                  <a:pt x="1706277" y="383228"/>
                  <a:pt x="1687969" y="383228"/>
                </a:cubicBezTo>
                <a:cubicBezTo>
                  <a:pt x="1669661" y="383228"/>
                  <a:pt x="1654820" y="398070"/>
                  <a:pt x="1654820" y="416378"/>
                </a:cubicBezTo>
                <a:moveTo>
                  <a:pt x="1782114" y="388120"/>
                </a:moveTo>
                <a:cubicBezTo>
                  <a:pt x="1782114" y="406428"/>
                  <a:pt x="1796955" y="421270"/>
                  <a:pt x="1815263" y="421270"/>
                </a:cubicBezTo>
                <a:cubicBezTo>
                  <a:pt x="1833571" y="421270"/>
                  <a:pt x="1848412" y="406428"/>
                  <a:pt x="1848412" y="388120"/>
                </a:cubicBezTo>
                <a:cubicBezTo>
                  <a:pt x="1848412" y="369812"/>
                  <a:pt x="1833571" y="354971"/>
                  <a:pt x="1815263" y="354971"/>
                </a:cubicBezTo>
                <a:cubicBezTo>
                  <a:pt x="1796955" y="354971"/>
                  <a:pt x="1782114" y="369812"/>
                  <a:pt x="1782114" y="388120"/>
                </a:cubicBezTo>
                <a:moveTo>
                  <a:pt x="1909407" y="387846"/>
                </a:moveTo>
                <a:cubicBezTo>
                  <a:pt x="1909407" y="406154"/>
                  <a:pt x="1924249" y="420995"/>
                  <a:pt x="1942557" y="420995"/>
                </a:cubicBezTo>
                <a:cubicBezTo>
                  <a:pt x="1960865" y="420995"/>
                  <a:pt x="1975706" y="406154"/>
                  <a:pt x="1975706" y="387846"/>
                </a:cubicBezTo>
                <a:cubicBezTo>
                  <a:pt x="1975706" y="369538"/>
                  <a:pt x="1960865" y="354696"/>
                  <a:pt x="1942557" y="354696"/>
                </a:cubicBezTo>
                <a:cubicBezTo>
                  <a:pt x="1924249" y="354696"/>
                  <a:pt x="1909407" y="369538"/>
                  <a:pt x="1909407" y="387846"/>
                </a:cubicBezTo>
                <a:moveTo>
                  <a:pt x="2036701" y="385542"/>
                </a:moveTo>
                <a:cubicBezTo>
                  <a:pt x="2036701" y="403850"/>
                  <a:pt x="2051543" y="418691"/>
                  <a:pt x="2069851" y="418691"/>
                </a:cubicBezTo>
                <a:cubicBezTo>
                  <a:pt x="2088159" y="418691"/>
                  <a:pt x="2103000" y="403850"/>
                  <a:pt x="2103000" y="385542"/>
                </a:cubicBezTo>
                <a:cubicBezTo>
                  <a:pt x="2103000" y="367234"/>
                  <a:pt x="2088159" y="352392"/>
                  <a:pt x="2069851" y="352392"/>
                </a:cubicBezTo>
                <a:cubicBezTo>
                  <a:pt x="2051543" y="352392"/>
                  <a:pt x="2036701" y="367234"/>
                  <a:pt x="2036701" y="385542"/>
                </a:cubicBezTo>
                <a:moveTo>
                  <a:pt x="2163995" y="387083"/>
                </a:moveTo>
                <a:cubicBezTo>
                  <a:pt x="2163995" y="405391"/>
                  <a:pt x="2178837" y="420232"/>
                  <a:pt x="2197144" y="420232"/>
                </a:cubicBezTo>
                <a:cubicBezTo>
                  <a:pt x="2215452" y="420232"/>
                  <a:pt x="2230294" y="405391"/>
                  <a:pt x="2230294" y="387083"/>
                </a:cubicBezTo>
                <a:cubicBezTo>
                  <a:pt x="2230294" y="368775"/>
                  <a:pt x="2215452" y="353933"/>
                  <a:pt x="2197144" y="353933"/>
                </a:cubicBezTo>
                <a:cubicBezTo>
                  <a:pt x="2178837" y="353933"/>
                  <a:pt x="2163995" y="368775"/>
                  <a:pt x="2163995" y="387083"/>
                </a:cubicBezTo>
                <a:moveTo>
                  <a:pt x="2291289" y="1160112"/>
                </a:moveTo>
                <a:cubicBezTo>
                  <a:pt x="2291289" y="1178419"/>
                  <a:pt x="2306130" y="1193261"/>
                  <a:pt x="2324438" y="1193261"/>
                </a:cubicBezTo>
                <a:cubicBezTo>
                  <a:pt x="2342746" y="1193261"/>
                  <a:pt x="2357588" y="1178419"/>
                  <a:pt x="2357588" y="1160112"/>
                </a:cubicBezTo>
                <a:cubicBezTo>
                  <a:pt x="2357588" y="1141804"/>
                  <a:pt x="2342746" y="1126962"/>
                  <a:pt x="2324438" y="1126962"/>
                </a:cubicBezTo>
                <a:cubicBezTo>
                  <a:pt x="2306130" y="1126962"/>
                  <a:pt x="2291289" y="1141804"/>
                  <a:pt x="2291289" y="1160112"/>
                </a:cubicBezTo>
                <a:moveTo>
                  <a:pt x="2418583" y="1165674"/>
                </a:moveTo>
                <a:cubicBezTo>
                  <a:pt x="2418583" y="1183982"/>
                  <a:pt x="2433424" y="1198823"/>
                  <a:pt x="2451732" y="1198823"/>
                </a:cubicBezTo>
                <a:cubicBezTo>
                  <a:pt x="2470040" y="1198823"/>
                  <a:pt x="2484881" y="1183982"/>
                  <a:pt x="2484881" y="1165674"/>
                </a:cubicBezTo>
                <a:cubicBezTo>
                  <a:pt x="2484881" y="1147366"/>
                  <a:pt x="2470040" y="1132524"/>
                  <a:pt x="2451732" y="1132524"/>
                </a:cubicBezTo>
                <a:cubicBezTo>
                  <a:pt x="2433424" y="1132524"/>
                  <a:pt x="2418583" y="1147366"/>
                  <a:pt x="2418583" y="1165674"/>
                </a:cubicBezTo>
                <a:moveTo>
                  <a:pt x="2545876" y="1157909"/>
                </a:moveTo>
                <a:cubicBezTo>
                  <a:pt x="2545876" y="1176217"/>
                  <a:pt x="2560718" y="1191058"/>
                  <a:pt x="2579026" y="1191058"/>
                </a:cubicBezTo>
                <a:cubicBezTo>
                  <a:pt x="2597334" y="1191058"/>
                  <a:pt x="2612175" y="1176217"/>
                  <a:pt x="2612175" y="1157909"/>
                </a:cubicBezTo>
                <a:cubicBezTo>
                  <a:pt x="2612175" y="1139601"/>
                  <a:pt x="2597334" y="1124759"/>
                  <a:pt x="2579026" y="1124759"/>
                </a:cubicBezTo>
                <a:cubicBezTo>
                  <a:pt x="2560718" y="1124759"/>
                  <a:pt x="2545876" y="1139601"/>
                  <a:pt x="2545876" y="1157909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20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20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1242839"/>
                </a:moveTo>
                <a:cubicBezTo>
                  <a:pt x="2800464" y="1261147"/>
                  <a:pt x="2815306" y="1275988"/>
                  <a:pt x="2833614" y="1275988"/>
                </a:cubicBezTo>
                <a:cubicBezTo>
                  <a:pt x="2851921" y="1275988"/>
                  <a:pt x="2866763" y="1261147"/>
                  <a:pt x="2866763" y="1242839"/>
                </a:cubicBezTo>
                <a:cubicBezTo>
                  <a:pt x="2866763" y="1224531"/>
                  <a:pt x="2851921" y="1209690"/>
                  <a:pt x="2833614" y="1209690"/>
                </a:cubicBezTo>
                <a:cubicBezTo>
                  <a:pt x="2815306" y="1209690"/>
                  <a:pt x="2800464" y="1224531"/>
                  <a:pt x="2800464" y="1242839"/>
                </a:cubicBezTo>
                <a:close/>
              </a:path>
            </a:pathLst>
          </a:custGeom>
          <a:solidFill xmlns:a="http://schemas.openxmlformats.org/drawingml/2006/main">
            <a:srgbClr val="FFA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E2672-7D3A-4A99-9AD6-80294B92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48" y="3079406"/>
            <a:ext cx="2800464" cy="1028746"/>
          </a:xfrm>
          <a:custGeom xmlns:a="http://schemas.openxmlformats.org/drawingml/2006/main">
            <a:pathLst>
              <a:path w="2800464" h="1028746" fill="none">
                <a:moveTo>
                  <a:pt x="0" y="847243"/>
                </a:moveTo>
                <a:lnTo>
                  <a:pt x="127294" y="193311"/>
                </a:lnTo>
                <a:lnTo>
                  <a:pt x="254588" y="871032"/>
                </a:lnTo>
                <a:lnTo>
                  <a:pt x="381881" y="574079"/>
                </a:lnTo>
                <a:lnTo>
                  <a:pt x="509175" y="673323"/>
                </a:lnTo>
                <a:lnTo>
                  <a:pt x="636469" y="571417"/>
                </a:lnTo>
                <a:lnTo>
                  <a:pt x="763763" y="627907"/>
                </a:lnTo>
                <a:lnTo>
                  <a:pt x="891057" y="562785"/>
                </a:lnTo>
                <a:lnTo>
                  <a:pt x="1018350" y="567088"/>
                </a:lnTo>
                <a:lnTo>
                  <a:pt x="1145644" y="601047"/>
                </a:lnTo>
                <a:lnTo>
                  <a:pt x="1272938" y="602817"/>
                </a:lnTo>
                <a:lnTo>
                  <a:pt x="1400232" y="609187"/>
                </a:lnTo>
                <a:lnTo>
                  <a:pt x="1527526" y="493993"/>
                </a:lnTo>
                <a:lnTo>
                  <a:pt x="1654819" y="589692"/>
                </a:lnTo>
                <a:lnTo>
                  <a:pt x="1782113" y="683259"/>
                </a:lnTo>
                <a:lnTo>
                  <a:pt x="1909407" y="684590"/>
                </a:lnTo>
                <a:lnTo>
                  <a:pt x="2036701" y="681626"/>
                </a:lnTo>
                <a:lnTo>
                  <a:pt x="2163995" y="677304"/>
                </a:lnTo>
                <a:lnTo>
                  <a:pt x="2291289" y="1028746"/>
                </a:lnTo>
                <a:lnTo>
                  <a:pt x="2418582" y="1024959"/>
                </a:lnTo>
                <a:lnTo>
                  <a:pt x="2545876" y="1021482"/>
                </a:lnTo>
                <a:lnTo>
                  <a:pt x="2673170" y="0"/>
                </a:lnTo>
                <a:lnTo>
                  <a:pt x="2800464" y="572045"/>
                </a:lnTo>
              </a:path>
            </a:pathLst>
          </a:custGeom>
          <a:noFill xmlns:a="http://schemas.openxmlformats.org/drawingml/2006/main"/>
          <a:ln xmlns:a="http://schemas.openxmlformats.org/drawingml/2006/main" w="16575" cap="flat">
            <a:solidFill>
              <a:srgbClr val="FFAA00"/>
            </a:solidFill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DAE362-5099-422B-96E3-EB7D14EE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399" y="3046256"/>
            <a:ext cx="2866763" cy="1095045"/>
          </a:xfrm>
          <a:custGeom xmlns:a="http://schemas.openxmlformats.org/drawingml/2006/main">
            <a:pathLst>
              <a:path w="2866763" h="1095045">
                <a:moveTo>
                  <a:pt x="0" y="880392"/>
                </a:moveTo>
                <a:cubicBezTo>
                  <a:pt x="0" y="898700"/>
                  <a:pt x="14841" y="913542"/>
                  <a:pt x="33149" y="913542"/>
                </a:cubicBezTo>
                <a:cubicBezTo>
                  <a:pt x="51457" y="913542"/>
                  <a:pt x="66299" y="898700"/>
                  <a:pt x="66299" y="880392"/>
                </a:cubicBezTo>
                <a:cubicBezTo>
                  <a:pt x="66299" y="862084"/>
                  <a:pt x="51457" y="847243"/>
                  <a:pt x="33149" y="847243"/>
                </a:cubicBezTo>
                <a:cubicBezTo>
                  <a:pt x="14841" y="847243"/>
                  <a:pt x="0" y="862084"/>
                  <a:pt x="0" y="880392"/>
                </a:cubicBezTo>
                <a:moveTo>
                  <a:pt x="127294" y="226460"/>
                </a:moveTo>
                <a:cubicBezTo>
                  <a:pt x="127294" y="244768"/>
                  <a:pt x="142135" y="259610"/>
                  <a:pt x="160443" y="259610"/>
                </a:cubicBezTo>
                <a:cubicBezTo>
                  <a:pt x="178751" y="259610"/>
                  <a:pt x="193592" y="244768"/>
                  <a:pt x="193592" y="226460"/>
                </a:cubicBezTo>
                <a:cubicBezTo>
                  <a:pt x="193592" y="208153"/>
                  <a:pt x="178751" y="193311"/>
                  <a:pt x="160443" y="193311"/>
                </a:cubicBezTo>
                <a:cubicBezTo>
                  <a:pt x="142135" y="193311"/>
                  <a:pt x="127294" y="208153"/>
                  <a:pt x="127294" y="226460"/>
                </a:cubicBezTo>
                <a:moveTo>
                  <a:pt x="254588" y="904182"/>
                </a:moveTo>
                <a:cubicBezTo>
                  <a:pt x="254588" y="922490"/>
                  <a:pt x="269429" y="937331"/>
                  <a:pt x="287737" y="937331"/>
                </a:cubicBezTo>
                <a:cubicBezTo>
                  <a:pt x="306045" y="937331"/>
                  <a:pt x="320886" y="922490"/>
                  <a:pt x="320886" y="904182"/>
                </a:cubicBezTo>
                <a:cubicBezTo>
                  <a:pt x="320886" y="885874"/>
                  <a:pt x="306045" y="871032"/>
                  <a:pt x="287737" y="871032"/>
                </a:cubicBezTo>
                <a:cubicBezTo>
                  <a:pt x="269429" y="871032"/>
                  <a:pt x="254588" y="885874"/>
                  <a:pt x="254588" y="904182"/>
                </a:cubicBezTo>
                <a:moveTo>
                  <a:pt x="381881" y="607229"/>
                </a:moveTo>
                <a:cubicBezTo>
                  <a:pt x="381881" y="625537"/>
                  <a:pt x="396723" y="640378"/>
                  <a:pt x="415031" y="640378"/>
                </a:cubicBezTo>
                <a:cubicBezTo>
                  <a:pt x="433339" y="640378"/>
                  <a:pt x="448180" y="625537"/>
                  <a:pt x="448180" y="607229"/>
                </a:cubicBezTo>
                <a:cubicBezTo>
                  <a:pt x="448180" y="588921"/>
                  <a:pt x="433339" y="574079"/>
                  <a:pt x="415031" y="574079"/>
                </a:cubicBezTo>
                <a:cubicBezTo>
                  <a:pt x="396723" y="574079"/>
                  <a:pt x="381881" y="588921"/>
                  <a:pt x="381881" y="607229"/>
                </a:cubicBezTo>
                <a:moveTo>
                  <a:pt x="509175" y="706473"/>
                </a:moveTo>
                <a:cubicBezTo>
                  <a:pt x="509175" y="724781"/>
                  <a:pt x="524017" y="739622"/>
                  <a:pt x="542324" y="739622"/>
                </a:cubicBezTo>
                <a:cubicBezTo>
                  <a:pt x="560632" y="739622"/>
                  <a:pt x="575474" y="724781"/>
                  <a:pt x="575474" y="706473"/>
                </a:cubicBezTo>
                <a:cubicBezTo>
                  <a:pt x="575474" y="688165"/>
                  <a:pt x="560632" y="673323"/>
                  <a:pt x="542324" y="673323"/>
                </a:cubicBezTo>
                <a:cubicBezTo>
                  <a:pt x="524017" y="673323"/>
                  <a:pt x="509175" y="688165"/>
                  <a:pt x="509175" y="706473"/>
                </a:cubicBezTo>
                <a:moveTo>
                  <a:pt x="636469" y="604567"/>
                </a:moveTo>
                <a:cubicBezTo>
                  <a:pt x="636469" y="622875"/>
                  <a:pt x="651310" y="637716"/>
                  <a:pt x="669618" y="637716"/>
                </a:cubicBezTo>
                <a:cubicBezTo>
                  <a:pt x="687926" y="637716"/>
                  <a:pt x="702768" y="622875"/>
                  <a:pt x="702768" y="604567"/>
                </a:cubicBezTo>
                <a:cubicBezTo>
                  <a:pt x="702768" y="586259"/>
                  <a:pt x="687926" y="571417"/>
                  <a:pt x="669618" y="571417"/>
                </a:cubicBezTo>
                <a:cubicBezTo>
                  <a:pt x="651310" y="571417"/>
                  <a:pt x="636469" y="586259"/>
                  <a:pt x="636469" y="604567"/>
                </a:cubicBezTo>
                <a:moveTo>
                  <a:pt x="763763" y="661056"/>
                </a:moveTo>
                <a:cubicBezTo>
                  <a:pt x="763763" y="679364"/>
                  <a:pt x="778604" y="694206"/>
                  <a:pt x="796912" y="694206"/>
                </a:cubicBezTo>
                <a:cubicBezTo>
                  <a:pt x="815220" y="694206"/>
                  <a:pt x="830061" y="679364"/>
                  <a:pt x="830061" y="661056"/>
                </a:cubicBezTo>
                <a:cubicBezTo>
                  <a:pt x="830061" y="642749"/>
                  <a:pt x="815220" y="627907"/>
                  <a:pt x="796912" y="627907"/>
                </a:cubicBezTo>
                <a:cubicBezTo>
                  <a:pt x="778604" y="627907"/>
                  <a:pt x="763763" y="642749"/>
                  <a:pt x="763763" y="661056"/>
                </a:cubicBezTo>
                <a:moveTo>
                  <a:pt x="891057" y="595934"/>
                </a:moveTo>
                <a:cubicBezTo>
                  <a:pt x="891057" y="614242"/>
                  <a:pt x="905898" y="629084"/>
                  <a:pt x="924206" y="629084"/>
                </a:cubicBezTo>
                <a:cubicBezTo>
                  <a:pt x="942514" y="629084"/>
                  <a:pt x="957356" y="614242"/>
                  <a:pt x="957356" y="595934"/>
                </a:cubicBezTo>
                <a:cubicBezTo>
                  <a:pt x="957356" y="577626"/>
                  <a:pt x="942514" y="562785"/>
                  <a:pt x="924206" y="562785"/>
                </a:cubicBezTo>
                <a:cubicBezTo>
                  <a:pt x="905898" y="562785"/>
                  <a:pt x="891057" y="577626"/>
                  <a:pt x="891057" y="595934"/>
                </a:cubicBezTo>
                <a:moveTo>
                  <a:pt x="1018350" y="600237"/>
                </a:moveTo>
                <a:cubicBezTo>
                  <a:pt x="1018350" y="618545"/>
                  <a:pt x="1033192" y="633386"/>
                  <a:pt x="1051500" y="633386"/>
                </a:cubicBezTo>
                <a:cubicBezTo>
                  <a:pt x="1069808" y="633386"/>
                  <a:pt x="1084649" y="618545"/>
                  <a:pt x="1084649" y="600237"/>
                </a:cubicBezTo>
                <a:cubicBezTo>
                  <a:pt x="1084649" y="581929"/>
                  <a:pt x="1069808" y="567088"/>
                  <a:pt x="1051500" y="567088"/>
                </a:cubicBezTo>
                <a:cubicBezTo>
                  <a:pt x="1033192" y="567088"/>
                  <a:pt x="1018350" y="581929"/>
                  <a:pt x="1018350" y="600237"/>
                </a:cubicBezTo>
                <a:moveTo>
                  <a:pt x="1145644" y="634197"/>
                </a:moveTo>
                <a:cubicBezTo>
                  <a:pt x="1145644" y="652505"/>
                  <a:pt x="1160486" y="667346"/>
                  <a:pt x="1178793" y="667346"/>
                </a:cubicBezTo>
                <a:cubicBezTo>
                  <a:pt x="1197101" y="667346"/>
                  <a:pt x="1211943" y="652505"/>
                  <a:pt x="1211943" y="634197"/>
                </a:cubicBezTo>
                <a:cubicBezTo>
                  <a:pt x="1211943" y="615889"/>
                  <a:pt x="1197101" y="601047"/>
                  <a:pt x="1178793" y="601047"/>
                </a:cubicBezTo>
                <a:cubicBezTo>
                  <a:pt x="1160486" y="601047"/>
                  <a:pt x="1145644" y="615889"/>
                  <a:pt x="1145644" y="634197"/>
                </a:cubicBezTo>
                <a:moveTo>
                  <a:pt x="1272938" y="635966"/>
                </a:moveTo>
                <a:cubicBezTo>
                  <a:pt x="1272938" y="654274"/>
                  <a:pt x="1287780" y="669116"/>
                  <a:pt x="1306087" y="669116"/>
                </a:cubicBezTo>
                <a:cubicBezTo>
                  <a:pt x="1324395" y="669116"/>
                  <a:pt x="1339237" y="654274"/>
                  <a:pt x="1339237" y="635966"/>
                </a:cubicBezTo>
                <a:cubicBezTo>
                  <a:pt x="1339237" y="617659"/>
                  <a:pt x="1324395" y="602817"/>
                  <a:pt x="1306087" y="602817"/>
                </a:cubicBezTo>
                <a:cubicBezTo>
                  <a:pt x="1287780" y="602817"/>
                  <a:pt x="1272938" y="617659"/>
                  <a:pt x="1272938" y="635966"/>
                </a:cubicBezTo>
                <a:moveTo>
                  <a:pt x="1400232" y="642336"/>
                </a:moveTo>
                <a:cubicBezTo>
                  <a:pt x="1400232" y="660644"/>
                  <a:pt x="1415073" y="675486"/>
                  <a:pt x="1433381" y="675486"/>
                </a:cubicBezTo>
                <a:cubicBezTo>
                  <a:pt x="1451689" y="675486"/>
                  <a:pt x="1466531" y="660644"/>
                  <a:pt x="1466531" y="642336"/>
                </a:cubicBezTo>
                <a:cubicBezTo>
                  <a:pt x="1466531" y="624028"/>
                  <a:pt x="1451689" y="609187"/>
                  <a:pt x="1433381" y="609187"/>
                </a:cubicBezTo>
                <a:cubicBezTo>
                  <a:pt x="1415073" y="609187"/>
                  <a:pt x="1400232" y="624028"/>
                  <a:pt x="1400232" y="642336"/>
                </a:cubicBezTo>
                <a:moveTo>
                  <a:pt x="1527526" y="527143"/>
                </a:moveTo>
                <a:cubicBezTo>
                  <a:pt x="1527526" y="545451"/>
                  <a:pt x="1542367" y="560292"/>
                  <a:pt x="1560675" y="560292"/>
                </a:cubicBezTo>
                <a:cubicBezTo>
                  <a:pt x="1578983" y="560292"/>
                  <a:pt x="1593825" y="545451"/>
                  <a:pt x="1593825" y="527143"/>
                </a:cubicBezTo>
                <a:cubicBezTo>
                  <a:pt x="1593825" y="508835"/>
                  <a:pt x="1578983" y="493993"/>
                  <a:pt x="1560675" y="493993"/>
                </a:cubicBezTo>
                <a:cubicBezTo>
                  <a:pt x="1542367" y="493993"/>
                  <a:pt x="1527526" y="508835"/>
                  <a:pt x="1527526" y="527143"/>
                </a:cubicBezTo>
                <a:moveTo>
                  <a:pt x="1654819" y="622841"/>
                </a:moveTo>
                <a:cubicBezTo>
                  <a:pt x="1654819" y="641149"/>
                  <a:pt x="1669661" y="655991"/>
                  <a:pt x="1687969" y="655991"/>
                </a:cubicBezTo>
                <a:cubicBezTo>
                  <a:pt x="1706276" y="655991"/>
                  <a:pt x="1721118" y="641149"/>
                  <a:pt x="1721118" y="622841"/>
                </a:cubicBezTo>
                <a:cubicBezTo>
                  <a:pt x="1721118" y="604533"/>
                  <a:pt x="1706276" y="589692"/>
                  <a:pt x="1687969" y="589692"/>
                </a:cubicBezTo>
                <a:cubicBezTo>
                  <a:pt x="1669661" y="589692"/>
                  <a:pt x="1654819" y="604533"/>
                  <a:pt x="1654819" y="622841"/>
                </a:cubicBezTo>
                <a:moveTo>
                  <a:pt x="1782113" y="716409"/>
                </a:moveTo>
                <a:cubicBezTo>
                  <a:pt x="1782113" y="734717"/>
                  <a:pt x="1796955" y="749558"/>
                  <a:pt x="1815263" y="749558"/>
                </a:cubicBezTo>
                <a:cubicBezTo>
                  <a:pt x="1833571" y="749558"/>
                  <a:pt x="1848412" y="734717"/>
                  <a:pt x="1848412" y="716409"/>
                </a:cubicBezTo>
                <a:cubicBezTo>
                  <a:pt x="1848412" y="698101"/>
                  <a:pt x="1833571" y="683259"/>
                  <a:pt x="1815263" y="683259"/>
                </a:cubicBezTo>
                <a:cubicBezTo>
                  <a:pt x="1796955" y="683259"/>
                  <a:pt x="1782113" y="698101"/>
                  <a:pt x="1782113" y="716409"/>
                </a:cubicBezTo>
                <a:moveTo>
                  <a:pt x="1909407" y="717739"/>
                </a:moveTo>
                <a:cubicBezTo>
                  <a:pt x="1909407" y="736047"/>
                  <a:pt x="1924249" y="750888"/>
                  <a:pt x="1942557" y="750888"/>
                </a:cubicBezTo>
                <a:cubicBezTo>
                  <a:pt x="1960865" y="750888"/>
                  <a:pt x="1975706" y="736047"/>
                  <a:pt x="1975706" y="717739"/>
                </a:cubicBezTo>
                <a:cubicBezTo>
                  <a:pt x="1975706" y="699431"/>
                  <a:pt x="1960865" y="684590"/>
                  <a:pt x="1942557" y="684590"/>
                </a:cubicBezTo>
                <a:cubicBezTo>
                  <a:pt x="1924249" y="684590"/>
                  <a:pt x="1909407" y="699431"/>
                  <a:pt x="1909407" y="717739"/>
                </a:cubicBezTo>
                <a:moveTo>
                  <a:pt x="2036701" y="714775"/>
                </a:moveTo>
                <a:cubicBezTo>
                  <a:pt x="2036701" y="733083"/>
                  <a:pt x="2051543" y="747925"/>
                  <a:pt x="2069850" y="747925"/>
                </a:cubicBezTo>
                <a:cubicBezTo>
                  <a:pt x="2088159" y="747925"/>
                  <a:pt x="2103000" y="733083"/>
                  <a:pt x="2103000" y="714775"/>
                </a:cubicBezTo>
                <a:cubicBezTo>
                  <a:pt x="2103000" y="696467"/>
                  <a:pt x="2088159" y="681626"/>
                  <a:pt x="2069850" y="681626"/>
                </a:cubicBezTo>
                <a:cubicBezTo>
                  <a:pt x="2051543" y="681626"/>
                  <a:pt x="2036701" y="696467"/>
                  <a:pt x="2036701" y="714775"/>
                </a:cubicBezTo>
                <a:moveTo>
                  <a:pt x="2163995" y="710453"/>
                </a:moveTo>
                <a:cubicBezTo>
                  <a:pt x="2163995" y="728761"/>
                  <a:pt x="2178836" y="743602"/>
                  <a:pt x="2197144" y="743602"/>
                </a:cubicBezTo>
                <a:cubicBezTo>
                  <a:pt x="2215452" y="743602"/>
                  <a:pt x="2230294" y="728761"/>
                  <a:pt x="2230294" y="710453"/>
                </a:cubicBezTo>
                <a:cubicBezTo>
                  <a:pt x="2230294" y="692145"/>
                  <a:pt x="2215452" y="677304"/>
                  <a:pt x="2197144" y="677304"/>
                </a:cubicBezTo>
                <a:cubicBezTo>
                  <a:pt x="2178836" y="677304"/>
                  <a:pt x="2163995" y="692145"/>
                  <a:pt x="2163995" y="710453"/>
                </a:cubicBezTo>
                <a:moveTo>
                  <a:pt x="2291289" y="1061896"/>
                </a:moveTo>
                <a:cubicBezTo>
                  <a:pt x="2291289" y="1080204"/>
                  <a:pt x="2306130" y="1095045"/>
                  <a:pt x="2324438" y="1095045"/>
                </a:cubicBezTo>
                <a:cubicBezTo>
                  <a:pt x="2342746" y="1095045"/>
                  <a:pt x="2357587" y="1080204"/>
                  <a:pt x="2357587" y="1061896"/>
                </a:cubicBezTo>
                <a:cubicBezTo>
                  <a:pt x="2357587" y="1043588"/>
                  <a:pt x="2342746" y="1028746"/>
                  <a:pt x="2324438" y="1028746"/>
                </a:cubicBezTo>
                <a:cubicBezTo>
                  <a:pt x="2306130" y="1028746"/>
                  <a:pt x="2291289" y="1043588"/>
                  <a:pt x="2291289" y="1061896"/>
                </a:cubicBezTo>
                <a:moveTo>
                  <a:pt x="2418582" y="1058109"/>
                </a:moveTo>
                <a:cubicBezTo>
                  <a:pt x="2418582" y="1076417"/>
                  <a:pt x="2433424" y="1091258"/>
                  <a:pt x="2451732" y="1091258"/>
                </a:cubicBezTo>
                <a:cubicBezTo>
                  <a:pt x="2470040" y="1091258"/>
                  <a:pt x="2484881" y="1076417"/>
                  <a:pt x="2484881" y="1058109"/>
                </a:cubicBezTo>
                <a:cubicBezTo>
                  <a:pt x="2484881" y="1039801"/>
                  <a:pt x="2470040" y="1024959"/>
                  <a:pt x="2451732" y="1024959"/>
                </a:cubicBezTo>
                <a:cubicBezTo>
                  <a:pt x="2433424" y="1024959"/>
                  <a:pt x="2418582" y="1039801"/>
                  <a:pt x="2418582" y="1058109"/>
                </a:cubicBezTo>
                <a:moveTo>
                  <a:pt x="2545876" y="1054631"/>
                </a:moveTo>
                <a:cubicBezTo>
                  <a:pt x="2545876" y="1072939"/>
                  <a:pt x="2560718" y="1087780"/>
                  <a:pt x="2579026" y="1087780"/>
                </a:cubicBezTo>
                <a:cubicBezTo>
                  <a:pt x="2597334" y="1087780"/>
                  <a:pt x="2612175" y="1072939"/>
                  <a:pt x="2612175" y="1054631"/>
                </a:cubicBezTo>
                <a:cubicBezTo>
                  <a:pt x="2612175" y="1036323"/>
                  <a:pt x="2597334" y="1021482"/>
                  <a:pt x="2579026" y="1021482"/>
                </a:cubicBezTo>
                <a:cubicBezTo>
                  <a:pt x="2560718" y="1021482"/>
                  <a:pt x="2545876" y="1036323"/>
                  <a:pt x="2545876" y="1054631"/>
                </a:cubicBezTo>
                <a:moveTo>
                  <a:pt x="2673170" y="33149"/>
                </a:moveTo>
                <a:cubicBezTo>
                  <a:pt x="2673170" y="51457"/>
                  <a:pt x="2688012" y="66299"/>
                  <a:pt x="2706319" y="66299"/>
                </a:cubicBezTo>
                <a:cubicBezTo>
                  <a:pt x="2724628" y="66299"/>
                  <a:pt x="2739469" y="51457"/>
                  <a:pt x="2739469" y="33149"/>
                </a:cubicBezTo>
                <a:cubicBezTo>
                  <a:pt x="2739469" y="14841"/>
                  <a:pt x="2724628" y="0"/>
                  <a:pt x="2706319" y="0"/>
                </a:cubicBezTo>
                <a:cubicBezTo>
                  <a:pt x="2688012" y="0"/>
                  <a:pt x="2673170" y="14841"/>
                  <a:pt x="2673170" y="33149"/>
                </a:cubicBezTo>
                <a:moveTo>
                  <a:pt x="2800464" y="605194"/>
                </a:moveTo>
                <a:cubicBezTo>
                  <a:pt x="2800464" y="623502"/>
                  <a:pt x="2815306" y="638344"/>
                  <a:pt x="2833613" y="638344"/>
                </a:cubicBezTo>
                <a:cubicBezTo>
                  <a:pt x="2851922" y="638344"/>
                  <a:pt x="2866763" y="623502"/>
                  <a:pt x="2866763" y="605194"/>
                </a:cubicBezTo>
                <a:cubicBezTo>
                  <a:pt x="2866763" y="586886"/>
                  <a:pt x="2851922" y="572045"/>
                  <a:pt x="2833613" y="572045"/>
                </a:cubicBezTo>
                <a:cubicBezTo>
                  <a:pt x="2815306" y="572045"/>
                  <a:pt x="2800464" y="586886"/>
                  <a:pt x="2800464" y="605194"/>
                </a:cubicBezTo>
                <a:close/>
              </a:path>
            </a:pathLst>
          </a:custGeom>
          <a:solidFill xmlns:a="http://schemas.openxmlformats.org/drawingml/2006/main">
            <a:srgbClr val="FFAA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Text (b)Feature-ModelPerspective">
            <a:extLst xmlns:a="http://schemas.openxmlformats.org/drawingml/2006/main">
              <a:ext uri="{FF2B5EF4-FFF2-40B4-BE49-F238E27FC236}">
                <a16:creationId xmlns:a16="http://schemas.microsoft.com/office/drawing/2014/main" id="{39FB234E-D84B-44E8-A519-D1F8A174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3966" y="5628179"/>
            <a:ext cx="3049059" cy="217379"/>
          </a:xfrm>
          <a:custGeom xmlns:a="http://schemas.openxmlformats.org/drawingml/2006/main">
            <a:pathLst>
              <a:path w="3049059" h="217379">
                <a:moveTo>
                  <a:pt x="0" y="106360"/>
                </a:moveTo>
                <a:cubicBezTo>
                  <a:pt x="0" y="116608"/>
                  <a:pt x="1136" y="167848"/>
                  <a:pt x="52836" y="212486"/>
                </a:cubicBezTo>
                <a:lnTo>
                  <a:pt x="59668" y="205199"/>
                </a:lnTo>
                <a:cubicBezTo>
                  <a:pt x="52381" y="197001"/>
                  <a:pt x="26189" y="166483"/>
                  <a:pt x="26189" y="106360"/>
                </a:cubicBezTo>
                <a:cubicBezTo>
                  <a:pt x="26189" y="46233"/>
                  <a:pt x="52836" y="15715"/>
                  <a:pt x="59668" y="7746"/>
                </a:cubicBezTo>
                <a:lnTo>
                  <a:pt x="53291" y="0"/>
                </a:lnTo>
                <a:cubicBezTo>
                  <a:pt x="23457" y="25737"/>
                  <a:pt x="0" y="64908"/>
                  <a:pt x="0" y="106360"/>
                </a:cubicBezTo>
                <a:close/>
                <a:moveTo>
                  <a:pt x="83126" y="135019"/>
                </a:moveTo>
                <a:cubicBezTo>
                  <a:pt x="83126" y="153927"/>
                  <a:pt x="82671" y="156662"/>
                  <a:pt x="81760" y="165315"/>
                </a:cubicBezTo>
                <a:cubicBezTo>
                  <a:pt x="84492" y="166226"/>
                  <a:pt x="86997" y="166910"/>
                  <a:pt x="89503" y="166910"/>
                </a:cubicBezTo>
                <a:cubicBezTo>
                  <a:pt x="92464" y="164405"/>
                  <a:pt x="94743" y="161218"/>
                  <a:pt x="96790" y="157117"/>
                </a:cubicBezTo>
                <a:cubicBezTo>
                  <a:pt x="105673" y="163949"/>
                  <a:pt x="119566" y="166226"/>
                  <a:pt x="130044" y="166226"/>
                </a:cubicBezTo>
                <a:cubicBezTo>
                  <a:pt x="155322" y="166226"/>
                  <a:pt x="181969" y="141170"/>
                  <a:pt x="181969" y="108594"/>
                </a:cubicBezTo>
                <a:cubicBezTo>
                  <a:pt x="181969" y="95608"/>
                  <a:pt x="176958" y="82850"/>
                  <a:pt x="169671" y="74423"/>
                </a:cubicBezTo>
                <a:cubicBezTo>
                  <a:pt x="161473" y="65086"/>
                  <a:pt x="150540" y="62806"/>
                  <a:pt x="138467" y="62806"/>
                </a:cubicBezTo>
                <a:cubicBezTo>
                  <a:pt x="131409" y="62806"/>
                  <a:pt x="119337" y="70778"/>
                  <a:pt x="112734" y="75563"/>
                </a:cubicBezTo>
                <a:lnTo>
                  <a:pt x="112734" y="31106"/>
                </a:lnTo>
                <a:cubicBezTo>
                  <a:pt x="112734" y="16281"/>
                  <a:pt x="113415" y="7899"/>
                  <a:pt x="113415" y="7899"/>
                </a:cubicBezTo>
                <a:cubicBezTo>
                  <a:pt x="113415" y="5880"/>
                  <a:pt x="111824" y="4980"/>
                  <a:pt x="109773" y="4980"/>
                </a:cubicBezTo>
                <a:cubicBezTo>
                  <a:pt x="101346" y="7673"/>
                  <a:pt x="83126" y="10144"/>
                  <a:pt x="66956" y="10815"/>
                </a:cubicBezTo>
                <a:cubicBezTo>
                  <a:pt x="66275" y="13550"/>
                  <a:pt x="66501" y="16055"/>
                  <a:pt x="67641" y="18102"/>
                </a:cubicBezTo>
                <a:cubicBezTo>
                  <a:pt x="81986" y="19245"/>
                  <a:pt x="83126" y="19471"/>
                  <a:pt x="83126" y="35210"/>
                </a:cubicBezTo>
                <a:lnTo>
                  <a:pt x="83126" y="135019"/>
                </a:lnTo>
                <a:moveTo>
                  <a:pt x="112734" y="84671"/>
                </a:moveTo>
                <a:cubicBezTo>
                  <a:pt x="120251" y="79660"/>
                  <a:pt x="125258" y="78979"/>
                  <a:pt x="130499" y="78979"/>
                </a:cubicBezTo>
                <a:cubicBezTo>
                  <a:pt x="141658" y="78979"/>
                  <a:pt x="150085" y="89231"/>
                  <a:pt x="150085" y="111555"/>
                </a:cubicBezTo>
                <a:cubicBezTo>
                  <a:pt x="150085" y="130237"/>
                  <a:pt x="146895" y="156662"/>
                  <a:pt x="128904" y="156662"/>
                </a:cubicBezTo>
                <a:cubicBezTo>
                  <a:pt x="122298" y="156662"/>
                  <a:pt x="117061" y="153927"/>
                  <a:pt x="112734" y="148690"/>
                </a:cubicBezTo>
                <a:lnTo>
                  <a:pt x="112734" y="84671"/>
                </a:lnTo>
                <a:close/>
                <a:moveTo>
                  <a:pt x="253252" y="106797"/>
                </a:moveTo>
                <a:cubicBezTo>
                  <a:pt x="253252" y="96549"/>
                  <a:pt x="252112" y="45305"/>
                  <a:pt x="200416" y="667"/>
                </a:cubicBezTo>
                <a:lnTo>
                  <a:pt x="193584" y="7955"/>
                </a:lnTo>
                <a:cubicBezTo>
                  <a:pt x="200871" y="16156"/>
                  <a:pt x="227060" y="46674"/>
                  <a:pt x="227060" y="106797"/>
                </a:cubicBezTo>
                <a:cubicBezTo>
                  <a:pt x="227060" y="166924"/>
                  <a:pt x="200416" y="197443"/>
                  <a:pt x="193584" y="205411"/>
                </a:cubicBezTo>
                <a:lnTo>
                  <a:pt x="199961" y="213154"/>
                </a:lnTo>
                <a:cubicBezTo>
                  <a:pt x="229795" y="187420"/>
                  <a:pt x="253252" y="148249"/>
                  <a:pt x="253252" y="106797"/>
                </a:cubicBezTo>
                <a:close/>
                <a:moveTo>
                  <a:pt x="373502" y="136225"/>
                </a:moveTo>
                <a:lnTo>
                  <a:pt x="373502" y="95945"/>
                </a:lnTo>
                <a:lnTo>
                  <a:pt x="391951" y="95945"/>
                </a:lnTo>
                <a:cubicBezTo>
                  <a:pt x="407665" y="95945"/>
                  <a:pt x="411992" y="100271"/>
                  <a:pt x="412673" y="110509"/>
                </a:cubicBezTo>
                <a:cubicBezTo>
                  <a:pt x="414042" y="111875"/>
                  <a:pt x="421100" y="111875"/>
                  <a:pt x="422469" y="110509"/>
                </a:cubicBezTo>
                <a:cubicBezTo>
                  <a:pt x="422011" y="102544"/>
                  <a:pt x="422011" y="95719"/>
                  <a:pt x="422011" y="90482"/>
                </a:cubicBezTo>
                <a:cubicBezTo>
                  <a:pt x="422011" y="85241"/>
                  <a:pt x="422240" y="77509"/>
                  <a:pt x="422469" y="70910"/>
                </a:cubicBezTo>
                <a:cubicBezTo>
                  <a:pt x="421100" y="69548"/>
                  <a:pt x="414042" y="69548"/>
                  <a:pt x="412673" y="70910"/>
                </a:cubicBezTo>
                <a:cubicBezTo>
                  <a:pt x="411992" y="83424"/>
                  <a:pt x="407210" y="85471"/>
                  <a:pt x="391951" y="85471"/>
                </a:cubicBezTo>
                <a:lnTo>
                  <a:pt x="373502" y="85471"/>
                </a:lnTo>
                <a:lnTo>
                  <a:pt x="373502" y="37927"/>
                </a:lnTo>
                <a:cubicBezTo>
                  <a:pt x="373502" y="32465"/>
                  <a:pt x="377373" y="26779"/>
                  <a:pt x="382839" y="26779"/>
                </a:cubicBezTo>
                <a:lnTo>
                  <a:pt x="403335" y="26779"/>
                </a:lnTo>
                <a:cubicBezTo>
                  <a:pt x="420419" y="26779"/>
                  <a:pt x="426341" y="36562"/>
                  <a:pt x="431348" y="52259"/>
                </a:cubicBezTo>
                <a:cubicBezTo>
                  <a:pt x="434083" y="52711"/>
                  <a:pt x="437044" y="52259"/>
                  <a:pt x="439320" y="51119"/>
                </a:cubicBezTo>
                <a:cubicBezTo>
                  <a:pt x="438639" y="41111"/>
                  <a:pt x="436815" y="18807"/>
                  <a:pt x="436589" y="16986"/>
                </a:cubicBezTo>
                <a:cubicBezTo>
                  <a:pt x="436589" y="16531"/>
                  <a:pt x="436360" y="16302"/>
                  <a:pt x="435678" y="16302"/>
                </a:cubicBezTo>
                <a:cubicBezTo>
                  <a:pt x="431804" y="16986"/>
                  <a:pt x="429983" y="17212"/>
                  <a:pt x="424516" y="17212"/>
                </a:cubicBezTo>
                <a:lnTo>
                  <a:pt x="356877" y="17212"/>
                </a:lnTo>
                <a:cubicBezTo>
                  <a:pt x="356877" y="17004"/>
                  <a:pt x="333190" y="16774"/>
                  <a:pt x="321806" y="16545"/>
                </a:cubicBezTo>
                <a:cubicBezTo>
                  <a:pt x="320436" y="17914"/>
                  <a:pt x="320436" y="22925"/>
                  <a:pt x="321806" y="24291"/>
                </a:cubicBezTo>
                <a:cubicBezTo>
                  <a:pt x="337746" y="24976"/>
                  <a:pt x="341617" y="26116"/>
                  <a:pt x="341617" y="45065"/>
                </a:cubicBezTo>
                <a:lnTo>
                  <a:pt x="341617" y="136225"/>
                </a:lnTo>
                <a:cubicBezTo>
                  <a:pt x="341617" y="155112"/>
                  <a:pt x="335240" y="156023"/>
                  <a:pt x="322716" y="156704"/>
                </a:cubicBezTo>
                <a:cubicBezTo>
                  <a:pt x="320436" y="158069"/>
                  <a:pt x="320436" y="163081"/>
                  <a:pt x="322716" y="164446"/>
                </a:cubicBezTo>
                <a:cubicBezTo>
                  <a:pt x="331824" y="164220"/>
                  <a:pt x="348679" y="163991"/>
                  <a:pt x="357787" y="163991"/>
                </a:cubicBezTo>
                <a:cubicBezTo>
                  <a:pt x="366899" y="163991"/>
                  <a:pt x="385574" y="164220"/>
                  <a:pt x="394682" y="164446"/>
                </a:cubicBezTo>
                <a:cubicBezTo>
                  <a:pt x="396959" y="163081"/>
                  <a:pt x="396959" y="158069"/>
                  <a:pt x="394682" y="156704"/>
                </a:cubicBezTo>
                <a:cubicBezTo>
                  <a:pt x="382158" y="156023"/>
                  <a:pt x="373502" y="155112"/>
                  <a:pt x="373502" y="136225"/>
                </a:cubicBezTo>
                <a:close/>
                <a:moveTo>
                  <a:pt x="482819" y="101293"/>
                </a:moveTo>
                <a:cubicBezTo>
                  <a:pt x="483049" y="93324"/>
                  <a:pt x="484189" y="84668"/>
                  <a:pt x="487375" y="80115"/>
                </a:cubicBezTo>
                <a:cubicBezTo>
                  <a:pt x="491021" y="74649"/>
                  <a:pt x="497168" y="72373"/>
                  <a:pt x="499674" y="72373"/>
                </a:cubicBezTo>
                <a:cubicBezTo>
                  <a:pt x="505825" y="72373"/>
                  <a:pt x="514248" y="78295"/>
                  <a:pt x="514248" y="96511"/>
                </a:cubicBezTo>
                <a:cubicBezTo>
                  <a:pt x="514248" y="97877"/>
                  <a:pt x="514248" y="100838"/>
                  <a:pt x="513793" y="101293"/>
                </a:cubicBezTo>
                <a:lnTo>
                  <a:pt x="482819" y="101293"/>
                </a:lnTo>
                <a:moveTo>
                  <a:pt x="540670" y="134560"/>
                </a:moveTo>
                <a:cubicBezTo>
                  <a:pt x="531332" y="144134"/>
                  <a:pt x="519034" y="146640"/>
                  <a:pt x="510377" y="146640"/>
                </a:cubicBezTo>
                <a:cubicBezTo>
                  <a:pt x="492612" y="146640"/>
                  <a:pt x="481683" y="136385"/>
                  <a:pt x="481683" y="114050"/>
                </a:cubicBezTo>
                <a:cubicBezTo>
                  <a:pt x="481683" y="112455"/>
                  <a:pt x="481909" y="111541"/>
                  <a:pt x="481909" y="110401"/>
                </a:cubicBezTo>
                <a:lnTo>
                  <a:pt x="536569" y="110401"/>
                </a:lnTo>
                <a:cubicBezTo>
                  <a:pt x="542035" y="110401"/>
                  <a:pt x="543172" y="106530"/>
                  <a:pt x="543172" y="103343"/>
                </a:cubicBezTo>
                <a:cubicBezTo>
                  <a:pt x="543172" y="83987"/>
                  <a:pt x="535659" y="62806"/>
                  <a:pt x="502179" y="62806"/>
                </a:cubicBezTo>
                <a:cubicBezTo>
                  <a:pt x="478267" y="62806"/>
                  <a:pt x="450935" y="83987"/>
                  <a:pt x="450935" y="118835"/>
                </a:cubicBezTo>
                <a:cubicBezTo>
                  <a:pt x="450935" y="132055"/>
                  <a:pt x="455720" y="145959"/>
                  <a:pt x="465513" y="154841"/>
                </a:cubicBezTo>
                <a:cubicBezTo>
                  <a:pt x="474166" y="162584"/>
                  <a:pt x="485325" y="166226"/>
                  <a:pt x="501495" y="166226"/>
                </a:cubicBezTo>
                <a:cubicBezTo>
                  <a:pt x="517209" y="166226"/>
                  <a:pt x="532698" y="158257"/>
                  <a:pt x="544086" y="141629"/>
                </a:cubicBezTo>
                <a:cubicBezTo>
                  <a:pt x="544086" y="138664"/>
                  <a:pt x="542946" y="134560"/>
                  <a:pt x="540670" y="134560"/>
                </a:cubicBezTo>
                <a:close/>
                <a:moveTo>
                  <a:pt x="621063" y="152791"/>
                </a:moveTo>
                <a:cubicBezTo>
                  <a:pt x="622654" y="162128"/>
                  <a:pt x="628805" y="166226"/>
                  <a:pt x="638824" y="166226"/>
                </a:cubicBezTo>
                <a:cubicBezTo>
                  <a:pt x="651352" y="166226"/>
                  <a:pt x="660234" y="161444"/>
                  <a:pt x="668661" y="153472"/>
                </a:cubicBezTo>
                <a:cubicBezTo>
                  <a:pt x="668206" y="150740"/>
                  <a:pt x="667292" y="148919"/>
                  <a:pt x="664561" y="147095"/>
                </a:cubicBezTo>
                <a:cubicBezTo>
                  <a:pt x="661600" y="149375"/>
                  <a:pt x="659324" y="150285"/>
                  <a:pt x="654997" y="150285"/>
                </a:cubicBezTo>
                <a:cubicBezTo>
                  <a:pt x="649986" y="150285"/>
                  <a:pt x="648620" y="146184"/>
                  <a:pt x="648620" y="135022"/>
                </a:cubicBezTo>
                <a:lnTo>
                  <a:pt x="649076" y="102217"/>
                </a:lnTo>
                <a:cubicBezTo>
                  <a:pt x="649076" y="69412"/>
                  <a:pt x="628805" y="62806"/>
                  <a:pt x="610130" y="62806"/>
                </a:cubicBezTo>
                <a:cubicBezTo>
                  <a:pt x="593505" y="62806"/>
                  <a:pt x="567998" y="72373"/>
                  <a:pt x="567998" y="87410"/>
                </a:cubicBezTo>
                <a:cubicBezTo>
                  <a:pt x="567998" y="93787"/>
                  <a:pt x="570729" y="98798"/>
                  <a:pt x="579611" y="98798"/>
                </a:cubicBezTo>
                <a:cubicBezTo>
                  <a:pt x="587809" y="98798"/>
                  <a:pt x="593731" y="93787"/>
                  <a:pt x="593731" y="88320"/>
                </a:cubicBezTo>
                <a:cubicBezTo>
                  <a:pt x="593731" y="85359"/>
                  <a:pt x="592139" y="81485"/>
                  <a:pt x="592820" y="77613"/>
                </a:cubicBezTo>
                <a:cubicBezTo>
                  <a:pt x="593050" y="75108"/>
                  <a:pt x="594871" y="72373"/>
                  <a:pt x="602387" y="72373"/>
                </a:cubicBezTo>
                <a:cubicBezTo>
                  <a:pt x="611951" y="72373"/>
                  <a:pt x="619923" y="76474"/>
                  <a:pt x="619923" y="105407"/>
                </a:cubicBezTo>
                <a:lnTo>
                  <a:pt x="604664" y="110189"/>
                </a:lnTo>
                <a:cubicBezTo>
                  <a:pt x="580751" y="117706"/>
                  <a:pt x="563897" y="124316"/>
                  <a:pt x="563897" y="142310"/>
                </a:cubicBezTo>
                <a:cubicBezTo>
                  <a:pt x="563897" y="158028"/>
                  <a:pt x="572550" y="166226"/>
                  <a:pt x="592365" y="166226"/>
                </a:cubicBezTo>
                <a:cubicBezTo>
                  <a:pt x="598971" y="166226"/>
                  <a:pt x="612180" y="158938"/>
                  <a:pt x="619693" y="153017"/>
                </a:cubicBezTo>
                <a:lnTo>
                  <a:pt x="621063" y="152791"/>
                </a:lnTo>
                <a:moveTo>
                  <a:pt x="619923" y="114290"/>
                </a:moveTo>
                <a:lnTo>
                  <a:pt x="619923" y="144360"/>
                </a:lnTo>
                <a:cubicBezTo>
                  <a:pt x="614231" y="148916"/>
                  <a:pt x="608535" y="152561"/>
                  <a:pt x="604438" y="152561"/>
                </a:cubicBezTo>
                <a:cubicBezTo>
                  <a:pt x="594641" y="152561"/>
                  <a:pt x="591225" y="145955"/>
                  <a:pt x="591225" y="138894"/>
                </a:cubicBezTo>
                <a:cubicBezTo>
                  <a:pt x="591225" y="130467"/>
                  <a:pt x="591910" y="123402"/>
                  <a:pt x="608080" y="118165"/>
                </a:cubicBezTo>
                <a:lnTo>
                  <a:pt x="619923" y="114290"/>
                </a:lnTo>
                <a:close/>
                <a:moveTo>
                  <a:pt x="683463" y="65252"/>
                </a:moveTo>
                <a:cubicBezTo>
                  <a:pt x="680277" y="65252"/>
                  <a:pt x="676861" y="66166"/>
                  <a:pt x="673900" y="68672"/>
                </a:cubicBezTo>
                <a:lnTo>
                  <a:pt x="673900" y="75275"/>
                </a:lnTo>
                <a:cubicBezTo>
                  <a:pt x="673900" y="76414"/>
                  <a:pt x="674126" y="76640"/>
                  <a:pt x="675036" y="76640"/>
                </a:cubicBezTo>
                <a:lnTo>
                  <a:pt x="689840" y="76640"/>
                </a:lnTo>
                <a:cubicBezTo>
                  <a:pt x="689385" y="99597"/>
                  <a:pt x="689159" y="128691"/>
                  <a:pt x="689159" y="140058"/>
                </a:cubicBezTo>
                <a:cubicBezTo>
                  <a:pt x="689159" y="148012"/>
                  <a:pt x="691209" y="155752"/>
                  <a:pt x="695991" y="159849"/>
                </a:cubicBezTo>
                <a:cubicBezTo>
                  <a:pt x="701228" y="164179"/>
                  <a:pt x="709426" y="166226"/>
                  <a:pt x="714892" y="166226"/>
                </a:cubicBezTo>
                <a:cubicBezTo>
                  <a:pt x="727420" y="166226"/>
                  <a:pt x="741310" y="159849"/>
                  <a:pt x="745866" y="153472"/>
                </a:cubicBezTo>
                <a:cubicBezTo>
                  <a:pt x="745866" y="150740"/>
                  <a:pt x="744500" y="149375"/>
                  <a:pt x="741769" y="147102"/>
                </a:cubicBezTo>
                <a:cubicBezTo>
                  <a:pt x="738808" y="149375"/>
                  <a:pt x="733112" y="150285"/>
                  <a:pt x="728786" y="150285"/>
                </a:cubicBezTo>
                <a:cubicBezTo>
                  <a:pt x="723775" y="150285"/>
                  <a:pt x="718764" y="146421"/>
                  <a:pt x="718764" y="135057"/>
                </a:cubicBezTo>
                <a:cubicBezTo>
                  <a:pt x="718764" y="123690"/>
                  <a:pt x="718538" y="99371"/>
                  <a:pt x="718538" y="76640"/>
                </a:cubicBezTo>
                <a:lnTo>
                  <a:pt x="741540" y="76640"/>
                </a:lnTo>
                <a:cubicBezTo>
                  <a:pt x="743816" y="76640"/>
                  <a:pt x="747006" y="75730"/>
                  <a:pt x="747006" y="73680"/>
                </a:cubicBezTo>
                <a:lnTo>
                  <a:pt x="747006" y="66622"/>
                </a:lnTo>
                <a:cubicBezTo>
                  <a:pt x="747006" y="65711"/>
                  <a:pt x="746321" y="65252"/>
                  <a:pt x="745185" y="65252"/>
                </a:cubicBezTo>
                <a:lnTo>
                  <a:pt x="718538" y="65252"/>
                </a:lnTo>
                <a:lnTo>
                  <a:pt x="718764" y="57510"/>
                </a:lnTo>
                <a:cubicBezTo>
                  <a:pt x="719219" y="42251"/>
                  <a:pt x="719903" y="31777"/>
                  <a:pt x="719903" y="31777"/>
                </a:cubicBezTo>
                <a:cubicBezTo>
                  <a:pt x="719903" y="30407"/>
                  <a:pt x="719219" y="29726"/>
                  <a:pt x="718082" y="29726"/>
                </a:cubicBezTo>
                <a:cubicBezTo>
                  <a:pt x="716487" y="29726"/>
                  <a:pt x="708060" y="32232"/>
                  <a:pt x="704418" y="33827"/>
                </a:cubicBezTo>
                <a:cubicBezTo>
                  <a:pt x="700544" y="35418"/>
                  <a:pt x="693941" y="36784"/>
                  <a:pt x="692346" y="38834"/>
                </a:cubicBezTo>
                <a:cubicBezTo>
                  <a:pt x="690751" y="40885"/>
                  <a:pt x="689840" y="47036"/>
                  <a:pt x="689840" y="65252"/>
                </a:cubicBezTo>
                <a:lnTo>
                  <a:pt x="683463" y="65252"/>
                </a:lnTo>
                <a:close/>
                <a:moveTo>
                  <a:pt x="866800" y="133691"/>
                </a:moveTo>
                <a:lnTo>
                  <a:pt x="866800" y="94370"/>
                </a:lnTo>
                <a:cubicBezTo>
                  <a:pt x="866800" y="75282"/>
                  <a:pt x="867255" y="78006"/>
                  <a:pt x="867255" y="72554"/>
                </a:cubicBezTo>
                <a:cubicBezTo>
                  <a:pt x="867255" y="68682"/>
                  <a:pt x="866345" y="66177"/>
                  <a:pt x="864979" y="64808"/>
                </a:cubicBezTo>
                <a:cubicBezTo>
                  <a:pt x="860878" y="65037"/>
                  <a:pt x="856323" y="65266"/>
                  <a:pt x="851996" y="65266"/>
                </a:cubicBezTo>
                <a:cubicBezTo>
                  <a:pt x="845619" y="65266"/>
                  <a:pt x="830815" y="65037"/>
                  <a:pt x="821933" y="64808"/>
                </a:cubicBezTo>
                <a:cubicBezTo>
                  <a:pt x="820567" y="66177"/>
                  <a:pt x="820567" y="71188"/>
                  <a:pt x="821933" y="72554"/>
                </a:cubicBezTo>
                <a:cubicBezTo>
                  <a:pt x="833550" y="73690"/>
                  <a:pt x="837192" y="75282"/>
                  <a:pt x="837192" y="94370"/>
                </a:cubicBezTo>
                <a:lnTo>
                  <a:pt x="837192" y="136419"/>
                </a:lnTo>
                <a:cubicBezTo>
                  <a:pt x="837192" y="138692"/>
                  <a:pt x="837192" y="140965"/>
                  <a:pt x="837421" y="143238"/>
                </a:cubicBezTo>
                <a:cubicBezTo>
                  <a:pt x="828084" y="148919"/>
                  <a:pt x="820567" y="149375"/>
                  <a:pt x="816466" y="149375"/>
                </a:cubicBezTo>
                <a:cubicBezTo>
                  <a:pt x="807358" y="149375"/>
                  <a:pt x="800526" y="148238"/>
                  <a:pt x="800526" y="132329"/>
                </a:cubicBezTo>
                <a:lnTo>
                  <a:pt x="800526" y="94370"/>
                </a:lnTo>
                <a:cubicBezTo>
                  <a:pt x="800526" y="75282"/>
                  <a:pt x="800981" y="78006"/>
                  <a:pt x="800981" y="72554"/>
                </a:cubicBezTo>
                <a:cubicBezTo>
                  <a:pt x="800981" y="68682"/>
                  <a:pt x="800071" y="66177"/>
                  <a:pt x="798705" y="64808"/>
                </a:cubicBezTo>
                <a:cubicBezTo>
                  <a:pt x="794604" y="65037"/>
                  <a:pt x="789823" y="65266"/>
                  <a:pt x="785722" y="65266"/>
                </a:cubicBezTo>
                <a:cubicBezTo>
                  <a:pt x="774108" y="65266"/>
                  <a:pt x="765452" y="65037"/>
                  <a:pt x="755659" y="64808"/>
                </a:cubicBezTo>
                <a:cubicBezTo>
                  <a:pt x="754293" y="66177"/>
                  <a:pt x="754293" y="71188"/>
                  <a:pt x="755659" y="72554"/>
                </a:cubicBezTo>
                <a:cubicBezTo>
                  <a:pt x="766136" y="73009"/>
                  <a:pt x="770918" y="75282"/>
                  <a:pt x="770918" y="94370"/>
                </a:cubicBezTo>
                <a:lnTo>
                  <a:pt x="770918" y="129827"/>
                </a:lnTo>
                <a:cubicBezTo>
                  <a:pt x="770918" y="153931"/>
                  <a:pt x="780485" y="166226"/>
                  <a:pt x="800071" y="166226"/>
                </a:cubicBezTo>
                <a:cubicBezTo>
                  <a:pt x="808269" y="166226"/>
                  <a:pt x="824894" y="159623"/>
                  <a:pt x="838102" y="152335"/>
                </a:cubicBezTo>
                <a:cubicBezTo>
                  <a:pt x="838558" y="158028"/>
                  <a:pt x="839016" y="162354"/>
                  <a:pt x="839016" y="162354"/>
                </a:cubicBezTo>
                <a:cubicBezTo>
                  <a:pt x="839242" y="165089"/>
                  <a:pt x="841063" y="166226"/>
                  <a:pt x="844253" y="166226"/>
                </a:cubicBezTo>
                <a:cubicBezTo>
                  <a:pt x="852681" y="163904"/>
                  <a:pt x="866345" y="160714"/>
                  <a:pt x="882059" y="158664"/>
                </a:cubicBezTo>
                <a:cubicBezTo>
                  <a:pt x="882515" y="157298"/>
                  <a:pt x="882059" y="152746"/>
                  <a:pt x="881604" y="151376"/>
                </a:cubicBezTo>
                <a:cubicBezTo>
                  <a:pt x="869306" y="150285"/>
                  <a:pt x="866800" y="146647"/>
                  <a:pt x="866800" y="133691"/>
                </a:cubicBezTo>
                <a:close/>
                <a:moveTo>
                  <a:pt x="938768" y="102909"/>
                </a:moveTo>
                <a:cubicBezTo>
                  <a:pt x="938768" y="94701"/>
                  <a:pt x="941273" y="91281"/>
                  <a:pt x="944234" y="87862"/>
                </a:cubicBezTo>
                <a:cubicBezTo>
                  <a:pt x="946055" y="85582"/>
                  <a:pt x="948106" y="83987"/>
                  <a:pt x="951522" y="83987"/>
                </a:cubicBezTo>
                <a:cubicBezTo>
                  <a:pt x="953572" y="83987"/>
                  <a:pt x="956074" y="86041"/>
                  <a:pt x="957898" y="88320"/>
                </a:cubicBezTo>
                <a:cubicBezTo>
                  <a:pt x="959494" y="90141"/>
                  <a:pt x="963365" y="91966"/>
                  <a:pt x="968602" y="91966"/>
                </a:cubicBezTo>
                <a:cubicBezTo>
                  <a:pt x="975208" y="91966"/>
                  <a:pt x="981585" y="85127"/>
                  <a:pt x="981585" y="75563"/>
                </a:cubicBezTo>
                <a:cubicBezTo>
                  <a:pt x="981585" y="69641"/>
                  <a:pt x="974749" y="62806"/>
                  <a:pt x="966552" y="62806"/>
                </a:cubicBezTo>
                <a:cubicBezTo>
                  <a:pt x="958580" y="62806"/>
                  <a:pt x="949927" y="69641"/>
                  <a:pt x="939449" y="84671"/>
                </a:cubicBezTo>
                <a:lnTo>
                  <a:pt x="938539" y="84671"/>
                </a:lnTo>
                <a:cubicBezTo>
                  <a:pt x="938083" y="77839"/>
                  <a:pt x="936943" y="66681"/>
                  <a:pt x="936943" y="66681"/>
                </a:cubicBezTo>
                <a:cubicBezTo>
                  <a:pt x="936718" y="64630"/>
                  <a:pt x="934897" y="62806"/>
                  <a:pt x="931706" y="62806"/>
                </a:cubicBezTo>
                <a:cubicBezTo>
                  <a:pt x="921003" y="65586"/>
                  <a:pt x="908934" y="68776"/>
                  <a:pt x="893901" y="70368"/>
                </a:cubicBezTo>
                <a:cubicBezTo>
                  <a:pt x="893445" y="71737"/>
                  <a:pt x="893901" y="76063"/>
                  <a:pt x="894356" y="77429"/>
                </a:cubicBezTo>
                <a:cubicBezTo>
                  <a:pt x="906884" y="78569"/>
                  <a:pt x="909160" y="80619"/>
                  <a:pt x="909160" y="93602"/>
                </a:cubicBezTo>
                <a:lnTo>
                  <a:pt x="909160" y="136204"/>
                </a:lnTo>
                <a:cubicBezTo>
                  <a:pt x="909160" y="155109"/>
                  <a:pt x="906654" y="155567"/>
                  <a:pt x="892761" y="156704"/>
                </a:cubicBezTo>
                <a:cubicBezTo>
                  <a:pt x="891395" y="158069"/>
                  <a:pt x="891395" y="163081"/>
                  <a:pt x="892761" y="164446"/>
                </a:cubicBezTo>
                <a:cubicBezTo>
                  <a:pt x="902328" y="164220"/>
                  <a:pt x="911891" y="163991"/>
                  <a:pt x="923964" y="163991"/>
                </a:cubicBezTo>
                <a:cubicBezTo>
                  <a:pt x="936033" y="163991"/>
                  <a:pt x="945371" y="164220"/>
                  <a:pt x="955164" y="164446"/>
                </a:cubicBezTo>
                <a:cubicBezTo>
                  <a:pt x="956533" y="163081"/>
                  <a:pt x="956533" y="158069"/>
                  <a:pt x="955164" y="156704"/>
                </a:cubicBezTo>
                <a:cubicBezTo>
                  <a:pt x="941273" y="155793"/>
                  <a:pt x="938768" y="155109"/>
                  <a:pt x="938768" y="136204"/>
                </a:cubicBezTo>
                <a:lnTo>
                  <a:pt x="938768" y="102909"/>
                </a:lnTo>
                <a:close/>
                <a:moveTo>
                  <a:pt x="1022804" y="101293"/>
                </a:moveTo>
                <a:cubicBezTo>
                  <a:pt x="1023033" y="93324"/>
                  <a:pt x="1024173" y="84668"/>
                  <a:pt x="1027360" y="80115"/>
                </a:cubicBezTo>
                <a:cubicBezTo>
                  <a:pt x="1031005" y="74649"/>
                  <a:pt x="1037153" y="72373"/>
                  <a:pt x="1039658" y="72373"/>
                </a:cubicBezTo>
                <a:cubicBezTo>
                  <a:pt x="1045809" y="72373"/>
                  <a:pt x="1054233" y="78295"/>
                  <a:pt x="1054233" y="96511"/>
                </a:cubicBezTo>
                <a:cubicBezTo>
                  <a:pt x="1054233" y="97877"/>
                  <a:pt x="1054233" y="100838"/>
                  <a:pt x="1053778" y="101293"/>
                </a:cubicBezTo>
                <a:lnTo>
                  <a:pt x="1022804" y="101293"/>
                </a:lnTo>
                <a:moveTo>
                  <a:pt x="1080654" y="134560"/>
                </a:moveTo>
                <a:cubicBezTo>
                  <a:pt x="1071317" y="144134"/>
                  <a:pt x="1059018" y="146640"/>
                  <a:pt x="1050362" y="146640"/>
                </a:cubicBezTo>
                <a:cubicBezTo>
                  <a:pt x="1032597" y="146640"/>
                  <a:pt x="1021668" y="136385"/>
                  <a:pt x="1021668" y="114050"/>
                </a:cubicBezTo>
                <a:cubicBezTo>
                  <a:pt x="1021668" y="112455"/>
                  <a:pt x="1021893" y="111541"/>
                  <a:pt x="1021893" y="110401"/>
                </a:cubicBezTo>
                <a:lnTo>
                  <a:pt x="1076554" y="110401"/>
                </a:lnTo>
                <a:cubicBezTo>
                  <a:pt x="1082020" y="110401"/>
                  <a:pt x="1083156" y="106530"/>
                  <a:pt x="1083156" y="103343"/>
                </a:cubicBezTo>
                <a:cubicBezTo>
                  <a:pt x="1083156" y="83987"/>
                  <a:pt x="1075643" y="62806"/>
                  <a:pt x="1042164" y="62806"/>
                </a:cubicBezTo>
                <a:cubicBezTo>
                  <a:pt x="1018252" y="62806"/>
                  <a:pt x="990920" y="83987"/>
                  <a:pt x="990920" y="118835"/>
                </a:cubicBezTo>
                <a:cubicBezTo>
                  <a:pt x="990920" y="132055"/>
                  <a:pt x="995705" y="145959"/>
                  <a:pt x="1005498" y="154841"/>
                </a:cubicBezTo>
                <a:cubicBezTo>
                  <a:pt x="1014151" y="162584"/>
                  <a:pt x="1025310" y="166226"/>
                  <a:pt x="1041479" y="166226"/>
                </a:cubicBezTo>
                <a:cubicBezTo>
                  <a:pt x="1057194" y="166226"/>
                  <a:pt x="1072682" y="158257"/>
                  <a:pt x="1084070" y="141629"/>
                </a:cubicBezTo>
                <a:cubicBezTo>
                  <a:pt x="1084070" y="138664"/>
                  <a:pt x="1082931" y="134560"/>
                  <a:pt x="1080654" y="134560"/>
                </a:cubicBezTo>
                <a:close/>
                <a:moveTo>
                  <a:pt x="1156036" y="115051"/>
                </a:moveTo>
                <a:cubicBezTo>
                  <a:pt x="1161273" y="115051"/>
                  <a:pt x="1166740" y="104803"/>
                  <a:pt x="1166740" y="101842"/>
                </a:cubicBezTo>
                <a:cubicBezTo>
                  <a:pt x="1166740" y="99336"/>
                  <a:pt x="1164919" y="97057"/>
                  <a:pt x="1158542" y="97057"/>
                </a:cubicBezTo>
                <a:lnTo>
                  <a:pt x="1112993" y="97057"/>
                </a:lnTo>
                <a:cubicBezTo>
                  <a:pt x="1108208" y="97057"/>
                  <a:pt x="1102516" y="106394"/>
                  <a:pt x="1102516" y="110269"/>
                </a:cubicBezTo>
                <a:cubicBezTo>
                  <a:pt x="1102516" y="112771"/>
                  <a:pt x="1105477" y="115051"/>
                  <a:pt x="1110943" y="115051"/>
                </a:cubicBezTo>
                <a:lnTo>
                  <a:pt x="1156036" y="115051"/>
                </a:lnTo>
                <a:close/>
                <a:moveTo>
                  <a:pt x="1326390" y="137559"/>
                </a:moveTo>
                <a:cubicBezTo>
                  <a:pt x="1327530" y="156023"/>
                  <a:pt x="1326616" y="156023"/>
                  <a:pt x="1311815" y="156704"/>
                </a:cubicBezTo>
                <a:cubicBezTo>
                  <a:pt x="1310446" y="158069"/>
                  <a:pt x="1310446" y="163081"/>
                  <a:pt x="1311815" y="164446"/>
                </a:cubicBezTo>
                <a:cubicBezTo>
                  <a:pt x="1322519" y="164220"/>
                  <a:pt x="1343015" y="163991"/>
                  <a:pt x="1349847" y="163991"/>
                </a:cubicBezTo>
                <a:cubicBezTo>
                  <a:pt x="1356679" y="163991"/>
                  <a:pt x="1367157" y="164220"/>
                  <a:pt x="1374673" y="164446"/>
                </a:cubicBezTo>
                <a:cubicBezTo>
                  <a:pt x="1376039" y="163081"/>
                  <a:pt x="1376039" y="158069"/>
                  <a:pt x="1374673" y="156704"/>
                </a:cubicBezTo>
                <a:cubicBezTo>
                  <a:pt x="1359185" y="156023"/>
                  <a:pt x="1358504" y="155338"/>
                  <a:pt x="1357134" y="136419"/>
                </a:cubicBezTo>
                <a:lnTo>
                  <a:pt x="1350302" y="40471"/>
                </a:lnTo>
                <a:cubicBezTo>
                  <a:pt x="1349392" y="28162"/>
                  <a:pt x="1350532" y="25202"/>
                  <a:pt x="1366017" y="24291"/>
                </a:cubicBezTo>
                <a:cubicBezTo>
                  <a:pt x="1367382" y="22925"/>
                  <a:pt x="1367382" y="17914"/>
                  <a:pt x="1366017" y="16545"/>
                </a:cubicBezTo>
                <a:lnTo>
                  <a:pt x="1320239" y="17004"/>
                </a:lnTo>
                <a:lnTo>
                  <a:pt x="1276970" y="118189"/>
                </a:lnTo>
                <a:lnTo>
                  <a:pt x="1275830" y="118189"/>
                </a:lnTo>
                <a:lnTo>
                  <a:pt x="1235064" y="17004"/>
                </a:lnTo>
                <a:lnTo>
                  <a:pt x="1188375" y="16545"/>
                </a:lnTo>
                <a:cubicBezTo>
                  <a:pt x="1187010" y="17914"/>
                  <a:pt x="1187010" y="22925"/>
                  <a:pt x="1188375" y="24291"/>
                </a:cubicBezTo>
                <a:cubicBezTo>
                  <a:pt x="1204090" y="25202"/>
                  <a:pt x="1205456" y="25427"/>
                  <a:pt x="1203864" y="42522"/>
                </a:cubicBezTo>
                <a:lnTo>
                  <a:pt x="1194752" y="136419"/>
                </a:lnTo>
                <a:cubicBezTo>
                  <a:pt x="1193387" y="150094"/>
                  <a:pt x="1190652" y="155564"/>
                  <a:pt x="1177672" y="156704"/>
                </a:cubicBezTo>
                <a:cubicBezTo>
                  <a:pt x="1176306" y="158069"/>
                  <a:pt x="1176306" y="163081"/>
                  <a:pt x="1177672" y="164446"/>
                </a:cubicBezTo>
                <a:cubicBezTo>
                  <a:pt x="1184504" y="164220"/>
                  <a:pt x="1191791" y="163991"/>
                  <a:pt x="1197258" y="163991"/>
                </a:cubicBezTo>
                <a:cubicBezTo>
                  <a:pt x="1202724" y="163991"/>
                  <a:pt x="1216388" y="164220"/>
                  <a:pt x="1223220" y="164446"/>
                </a:cubicBezTo>
                <a:cubicBezTo>
                  <a:pt x="1224586" y="163081"/>
                  <a:pt x="1224586" y="158069"/>
                  <a:pt x="1223220" y="156704"/>
                </a:cubicBezTo>
                <a:cubicBezTo>
                  <a:pt x="1208191" y="155564"/>
                  <a:pt x="1207051" y="148728"/>
                  <a:pt x="1208191" y="135964"/>
                </a:cubicBezTo>
                <a:lnTo>
                  <a:pt x="1214112" y="50500"/>
                </a:lnTo>
                <a:lnTo>
                  <a:pt x="1215023" y="50500"/>
                </a:lnTo>
                <a:lnTo>
                  <a:pt x="1259886" y="162855"/>
                </a:lnTo>
                <a:cubicBezTo>
                  <a:pt x="1260571" y="164446"/>
                  <a:pt x="1263077" y="165815"/>
                  <a:pt x="1264442" y="165815"/>
                </a:cubicBezTo>
                <a:cubicBezTo>
                  <a:pt x="1265808" y="165815"/>
                  <a:pt x="1267858" y="164905"/>
                  <a:pt x="1268769" y="162855"/>
                </a:cubicBezTo>
                <a:lnTo>
                  <a:pt x="1320013" y="42296"/>
                </a:lnTo>
                <a:lnTo>
                  <a:pt x="1320468" y="42296"/>
                </a:lnTo>
                <a:lnTo>
                  <a:pt x="1326390" y="137559"/>
                </a:lnTo>
                <a:close/>
                <a:moveTo>
                  <a:pt x="1439353" y="72373"/>
                </a:moveTo>
                <a:cubicBezTo>
                  <a:pt x="1454838" y="72373"/>
                  <a:pt x="1465315" y="90826"/>
                  <a:pt x="1465315" y="122036"/>
                </a:cubicBezTo>
                <a:cubicBezTo>
                  <a:pt x="1465315" y="149371"/>
                  <a:pt x="1454612" y="156662"/>
                  <a:pt x="1446414" y="156662"/>
                </a:cubicBezTo>
                <a:cubicBezTo>
                  <a:pt x="1427739" y="156662"/>
                  <a:pt x="1420448" y="128642"/>
                  <a:pt x="1420448" y="111784"/>
                </a:cubicBezTo>
                <a:cubicBezTo>
                  <a:pt x="1420448" y="90826"/>
                  <a:pt x="1424093" y="72373"/>
                  <a:pt x="1439353" y="72373"/>
                </a:cubicBezTo>
                <a:moveTo>
                  <a:pt x="1388564" y="116795"/>
                </a:moveTo>
                <a:cubicBezTo>
                  <a:pt x="1388564" y="146640"/>
                  <a:pt x="1412250" y="166226"/>
                  <a:pt x="1442769" y="166226"/>
                </a:cubicBezTo>
                <a:cubicBezTo>
                  <a:pt x="1458938" y="166226"/>
                  <a:pt x="1472377" y="161673"/>
                  <a:pt x="1481714" y="153246"/>
                </a:cubicBezTo>
                <a:cubicBezTo>
                  <a:pt x="1493328" y="142994"/>
                  <a:pt x="1497199" y="127502"/>
                  <a:pt x="1497199" y="114745"/>
                </a:cubicBezTo>
                <a:cubicBezTo>
                  <a:pt x="1497199" y="84904"/>
                  <a:pt x="1476929" y="62806"/>
                  <a:pt x="1442995" y="62806"/>
                </a:cubicBezTo>
                <a:cubicBezTo>
                  <a:pt x="1424093" y="62806"/>
                  <a:pt x="1409974" y="69412"/>
                  <a:pt x="1401092" y="79664"/>
                </a:cubicBezTo>
                <a:cubicBezTo>
                  <a:pt x="1392435" y="89686"/>
                  <a:pt x="1388564" y="103354"/>
                  <a:pt x="1388564" y="116795"/>
                </a:cubicBezTo>
                <a:close/>
                <a:moveTo>
                  <a:pt x="1587387" y="142310"/>
                </a:moveTo>
                <a:cubicBezTo>
                  <a:pt x="1582605" y="146184"/>
                  <a:pt x="1570536" y="151196"/>
                  <a:pt x="1567801" y="151196"/>
                </a:cubicBezTo>
                <a:cubicBezTo>
                  <a:pt x="1556413" y="151196"/>
                  <a:pt x="1547530" y="138438"/>
                  <a:pt x="1547530" y="111784"/>
                </a:cubicBezTo>
                <a:cubicBezTo>
                  <a:pt x="1547530" y="99712"/>
                  <a:pt x="1548900" y="89231"/>
                  <a:pt x="1553226" y="82169"/>
                </a:cubicBezTo>
                <a:cubicBezTo>
                  <a:pt x="1557097" y="76018"/>
                  <a:pt x="1563245" y="72373"/>
                  <a:pt x="1570077" y="72373"/>
                </a:cubicBezTo>
                <a:cubicBezTo>
                  <a:pt x="1575999" y="72373"/>
                  <a:pt x="1581694" y="73058"/>
                  <a:pt x="1587161" y="80574"/>
                </a:cubicBezTo>
                <a:lnTo>
                  <a:pt x="1587161" y="136617"/>
                </a:lnTo>
                <a:cubicBezTo>
                  <a:pt x="1587161" y="138438"/>
                  <a:pt x="1587161" y="140489"/>
                  <a:pt x="1587387" y="142310"/>
                </a:cubicBezTo>
                <a:moveTo>
                  <a:pt x="1588071" y="153017"/>
                </a:moveTo>
                <a:cubicBezTo>
                  <a:pt x="1588526" y="158483"/>
                  <a:pt x="1588982" y="162354"/>
                  <a:pt x="1588982" y="162354"/>
                </a:cubicBezTo>
                <a:cubicBezTo>
                  <a:pt x="1589211" y="165089"/>
                  <a:pt x="1591032" y="166226"/>
                  <a:pt x="1594219" y="166226"/>
                </a:cubicBezTo>
                <a:cubicBezTo>
                  <a:pt x="1602646" y="163904"/>
                  <a:pt x="1616310" y="160714"/>
                  <a:pt x="1632025" y="158664"/>
                </a:cubicBezTo>
                <a:cubicBezTo>
                  <a:pt x="1632480" y="157298"/>
                  <a:pt x="1632025" y="152746"/>
                  <a:pt x="1631569" y="151376"/>
                </a:cubicBezTo>
                <a:cubicBezTo>
                  <a:pt x="1619271" y="150240"/>
                  <a:pt x="1616765" y="146595"/>
                  <a:pt x="1616765" y="133618"/>
                </a:cubicBezTo>
                <a:lnTo>
                  <a:pt x="1616765" y="31227"/>
                </a:lnTo>
                <a:cubicBezTo>
                  <a:pt x="1616765" y="16451"/>
                  <a:pt x="1617450" y="7982"/>
                  <a:pt x="1617450" y="7982"/>
                </a:cubicBezTo>
                <a:cubicBezTo>
                  <a:pt x="1617450" y="5904"/>
                  <a:pt x="1615855" y="4980"/>
                  <a:pt x="1613804" y="4980"/>
                </a:cubicBezTo>
                <a:cubicBezTo>
                  <a:pt x="1605381" y="7753"/>
                  <a:pt x="1587161" y="10293"/>
                  <a:pt x="1570991" y="10985"/>
                </a:cubicBezTo>
                <a:cubicBezTo>
                  <a:pt x="1570306" y="13720"/>
                  <a:pt x="1570536" y="16681"/>
                  <a:pt x="1571672" y="18731"/>
                </a:cubicBezTo>
                <a:cubicBezTo>
                  <a:pt x="1586021" y="19867"/>
                  <a:pt x="1587161" y="20093"/>
                  <a:pt x="1587161" y="35769"/>
                </a:cubicBezTo>
                <a:lnTo>
                  <a:pt x="1587161" y="65311"/>
                </a:lnTo>
                <a:cubicBezTo>
                  <a:pt x="1582831" y="63946"/>
                  <a:pt x="1577368" y="62806"/>
                  <a:pt x="1570762" y="62806"/>
                </a:cubicBezTo>
                <a:cubicBezTo>
                  <a:pt x="1541383" y="62806"/>
                  <a:pt x="1515646" y="88539"/>
                  <a:pt x="1515646" y="118818"/>
                </a:cubicBezTo>
                <a:cubicBezTo>
                  <a:pt x="1515646" y="132479"/>
                  <a:pt x="1520431" y="147964"/>
                  <a:pt x="1531590" y="156617"/>
                </a:cubicBezTo>
                <a:cubicBezTo>
                  <a:pt x="1539788" y="163039"/>
                  <a:pt x="1545484" y="166226"/>
                  <a:pt x="1558237" y="166226"/>
                </a:cubicBezTo>
                <a:cubicBezTo>
                  <a:pt x="1564385" y="166226"/>
                  <a:pt x="1581239" y="156207"/>
                  <a:pt x="1586021" y="153017"/>
                </a:cubicBezTo>
                <a:lnTo>
                  <a:pt x="1588071" y="153017"/>
                </a:lnTo>
                <a:close/>
                <a:moveTo>
                  <a:pt x="1675296" y="101293"/>
                </a:moveTo>
                <a:cubicBezTo>
                  <a:pt x="1675525" y="93324"/>
                  <a:pt x="1676665" y="84668"/>
                  <a:pt x="1679851" y="80115"/>
                </a:cubicBezTo>
                <a:cubicBezTo>
                  <a:pt x="1683497" y="74649"/>
                  <a:pt x="1689644" y="72373"/>
                  <a:pt x="1692150" y="72373"/>
                </a:cubicBezTo>
                <a:cubicBezTo>
                  <a:pt x="1698301" y="72373"/>
                  <a:pt x="1706725" y="78295"/>
                  <a:pt x="1706725" y="96511"/>
                </a:cubicBezTo>
                <a:cubicBezTo>
                  <a:pt x="1706725" y="97877"/>
                  <a:pt x="1706725" y="100838"/>
                  <a:pt x="1706269" y="101293"/>
                </a:cubicBezTo>
                <a:lnTo>
                  <a:pt x="1675296" y="101293"/>
                </a:lnTo>
                <a:moveTo>
                  <a:pt x="1733146" y="134560"/>
                </a:moveTo>
                <a:cubicBezTo>
                  <a:pt x="1723808" y="144134"/>
                  <a:pt x="1711510" y="146640"/>
                  <a:pt x="1702853" y="146640"/>
                </a:cubicBezTo>
                <a:cubicBezTo>
                  <a:pt x="1685088" y="146640"/>
                  <a:pt x="1674159" y="136385"/>
                  <a:pt x="1674159" y="114050"/>
                </a:cubicBezTo>
                <a:cubicBezTo>
                  <a:pt x="1674159" y="112455"/>
                  <a:pt x="1674385" y="111541"/>
                  <a:pt x="1674385" y="110401"/>
                </a:cubicBezTo>
                <a:lnTo>
                  <a:pt x="1729045" y="110401"/>
                </a:lnTo>
                <a:cubicBezTo>
                  <a:pt x="1734512" y="110401"/>
                  <a:pt x="1735648" y="106530"/>
                  <a:pt x="1735648" y="103343"/>
                </a:cubicBezTo>
                <a:cubicBezTo>
                  <a:pt x="1735648" y="83987"/>
                  <a:pt x="1728135" y="62806"/>
                  <a:pt x="1694655" y="62806"/>
                </a:cubicBezTo>
                <a:cubicBezTo>
                  <a:pt x="1670743" y="62806"/>
                  <a:pt x="1643411" y="83987"/>
                  <a:pt x="1643411" y="118835"/>
                </a:cubicBezTo>
                <a:cubicBezTo>
                  <a:pt x="1643411" y="132055"/>
                  <a:pt x="1648196" y="145959"/>
                  <a:pt x="1657989" y="154841"/>
                </a:cubicBezTo>
                <a:cubicBezTo>
                  <a:pt x="1666642" y="162584"/>
                  <a:pt x="1677801" y="166226"/>
                  <a:pt x="1693971" y="166226"/>
                </a:cubicBezTo>
                <a:cubicBezTo>
                  <a:pt x="1709685" y="166226"/>
                  <a:pt x="1725174" y="158257"/>
                  <a:pt x="1736562" y="141629"/>
                </a:cubicBezTo>
                <a:cubicBezTo>
                  <a:pt x="1736562" y="138664"/>
                  <a:pt x="1735422" y="134560"/>
                  <a:pt x="1733146" y="134560"/>
                </a:cubicBezTo>
                <a:close/>
                <a:moveTo>
                  <a:pt x="1769127" y="135075"/>
                </a:moveTo>
                <a:cubicBezTo>
                  <a:pt x="1769127" y="153972"/>
                  <a:pt x="1765485" y="156023"/>
                  <a:pt x="1751592" y="156704"/>
                </a:cubicBezTo>
                <a:cubicBezTo>
                  <a:pt x="1750226" y="158069"/>
                  <a:pt x="1750226" y="163081"/>
                  <a:pt x="1751592" y="164446"/>
                </a:cubicBezTo>
                <a:cubicBezTo>
                  <a:pt x="1761155" y="164220"/>
                  <a:pt x="1771404" y="163991"/>
                  <a:pt x="1783931" y="163991"/>
                </a:cubicBezTo>
                <a:cubicBezTo>
                  <a:pt x="1796456" y="163991"/>
                  <a:pt x="1806478" y="164220"/>
                  <a:pt x="1816271" y="164446"/>
                </a:cubicBezTo>
                <a:cubicBezTo>
                  <a:pt x="1817637" y="163081"/>
                  <a:pt x="1817637" y="158069"/>
                  <a:pt x="1816271" y="156704"/>
                </a:cubicBezTo>
                <a:cubicBezTo>
                  <a:pt x="1802377" y="156023"/>
                  <a:pt x="1798735" y="153972"/>
                  <a:pt x="1798735" y="135075"/>
                </a:cubicBezTo>
                <a:lnTo>
                  <a:pt x="1798735" y="31252"/>
                </a:lnTo>
                <a:cubicBezTo>
                  <a:pt x="1798735" y="16451"/>
                  <a:pt x="1799417" y="7982"/>
                  <a:pt x="1799417" y="7982"/>
                </a:cubicBezTo>
                <a:cubicBezTo>
                  <a:pt x="1799417" y="5904"/>
                  <a:pt x="1797825" y="4980"/>
                  <a:pt x="1795775" y="4980"/>
                </a:cubicBezTo>
                <a:cubicBezTo>
                  <a:pt x="1787347" y="7753"/>
                  <a:pt x="1769127" y="10293"/>
                  <a:pt x="1752958" y="10985"/>
                </a:cubicBezTo>
                <a:cubicBezTo>
                  <a:pt x="1752273" y="13720"/>
                  <a:pt x="1752502" y="16225"/>
                  <a:pt x="1753642" y="18276"/>
                </a:cubicBezTo>
                <a:cubicBezTo>
                  <a:pt x="1767988" y="19412"/>
                  <a:pt x="1769127" y="19641"/>
                  <a:pt x="1769127" y="35349"/>
                </a:cubicBezTo>
                <a:lnTo>
                  <a:pt x="1769127" y="135075"/>
                </a:lnTo>
                <a:close/>
                <a:moveTo>
                  <a:pt x="1956107" y="14953"/>
                </a:moveTo>
                <a:cubicBezTo>
                  <a:pt x="1946998" y="14953"/>
                  <a:pt x="1893478" y="16545"/>
                  <a:pt x="1884366" y="16545"/>
                </a:cubicBezTo>
                <a:cubicBezTo>
                  <a:pt x="1882090" y="17914"/>
                  <a:pt x="1882090" y="22925"/>
                  <a:pt x="1884366" y="24291"/>
                </a:cubicBezTo>
                <a:cubicBezTo>
                  <a:pt x="1896894" y="24976"/>
                  <a:pt x="1903271" y="25886"/>
                  <a:pt x="1903271" y="44798"/>
                </a:cubicBezTo>
                <a:lnTo>
                  <a:pt x="1903271" y="136183"/>
                </a:lnTo>
                <a:cubicBezTo>
                  <a:pt x="1903271" y="155109"/>
                  <a:pt x="1896894" y="156019"/>
                  <a:pt x="1884366" y="156704"/>
                </a:cubicBezTo>
                <a:cubicBezTo>
                  <a:pt x="1882090" y="158069"/>
                  <a:pt x="1882090" y="163081"/>
                  <a:pt x="1884366" y="164446"/>
                </a:cubicBezTo>
                <a:cubicBezTo>
                  <a:pt x="1893478" y="164220"/>
                  <a:pt x="1910329" y="163991"/>
                  <a:pt x="1919441" y="163991"/>
                </a:cubicBezTo>
                <a:cubicBezTo>
                  <a:pt x="1928549" y="163991"/>
                  <a:pt x="1944948" y="164220"/>
                  <a:pt x="1954056" y="164446"/>
                </a:cubicBezTo>
                <a:cubicBezTo>
                  <a:pt x="1956336" y="163081"/>
                  <a:pt x="1956336" y="158069"/>
                  <a:pt x="1954056" y="156704"/>
                </a:cubicBezTo>
                <a:cubicBezTo>
                  <a:pt x="1941532" y="156019"/>
                  <a:pt x="1935155" y="155109"/>
                  <a:pt x="1935155" y="136183"/>
                </a:cubicBezTo>
                <a:lnTo>
                  <a:pt x="1935155" y="44568"/>
                </a:lnTo>
                <a:cubicBezTo>
                  <a:pt x="1935155" y="29111"/>
                  <a:pt x="1936747" y="24326"/>
                  <a:pt x="1948819" y="24326"/>
                </a:cubicBezTo>
                <a:cubicBezTo>
                  <a:pt x="1962028" y="24326"/>
                  <a:pt x="1977287" y="29792"/>
                  <a:pt x="1977287" y="57572"/>
                </a:cubicBezTo>
                <a:cubicBezTo>
                  <a:pt x="1977287" y="81255"/>
                  <a:pt x="1970681" y="91274"/>
                  <a:pt x="1952006" y="91274"/>
                </a:cubicBezTo>
                <a:cubicBezTo>
                  <a:pt x="1948590" y="91274"/>
                  <a:pt x="1943808" y="91048"/>
                  <a:pt x="1940621" y="90593"/>
                </a:cubicBezTo>
                <a:cubicBezTo>
                  <a:pt x="1940621" y="94919"/>
                  <a:pt x="1941987" y="98110"/>
                  <a:pt x="1945174" y="100157"/>
                </a:cubicBezTo>
                <a:cubicBezTo>
                  <a:pt x="1948364" y="100612"/>
                  <a:pt x="1947679" y="100841"/>
                  <a:pt x="1953146" y="100841"/>
                </a:cubicBezTo>
                <a:cubicBezTo>
                  <a:pt x="1973187" y="100841"/>
                  <a:pt x="1987306" y="97425"/>
                  <a:pt x="1996418" y="89908"/>
                </a:cubicBezTo>
                <a:cubicBezTo>
                  <a:pt x="2007806" y="80574"/>
                  <a:pt x="2011677" y="65770"/>
                  <a:pt x="2011677" y="53701"/>
                </a:cubicBezTo>
                <a:cubicBezTo>
                  <a:pt x="2011677" y="44593"/>
                  <a:pt x="2008261" y="30932"/>
                  <a:pt x="1994142" y="22505"/>
                </a:cubicBezTo>
                <a:cubicBezTo>
                  <a:pt x="1985715" y="17459"/>
                  <a:pt x="1973187" y="14953"/>
                  <a:pt x="1956107" y="14953"/>
                </a:cubicBezTo>
                <a:close/>
                <a:moveTo>
                  <a:pt x="2057452" y="101293"/>
                </a:moveTo>
                <a:cubicBezTo>
                  <a:pt x="2057681" y="93324"/>
                  <a:pt x="2058821" y="84668"/>
                  <a:pt x="2062008" y="80115"/>
                </a:cubicBezTo>
                <a:cubicBezTo>
                  <a:pt x="2065653" y="74649"/>
                  <a:pt x="2071801" y="72373"/>
                  <a:pt x="2074306" y="72373"/>
                </a:cubicBezTo>
                <a:cubicBezTo>
                  <a:pt x="2080457" y="72373"/>
                  <a:pt x="2088881" y="78295"/>
                  <a:pt x="2088881" y="96511"/>
                </a:cubicBezTo>
                <a:cubicBezTo>
                  <a:pt x="2088881" y="97877"/>
                  <a:pt x="2088881" y="100838"/>
                  <a:pt x="2088426" y="101293"/>
                </a:cubicBezTo>
                <a:lnTo>
                  <a:pt x="2057452" y="101293"/>
                </a:lnTo>
                <a:moveTo>
                  <a:pt x="2115302" y="134560"/>
                </a:moveTo>
                <a:cubicBezTo>
                  <a:pt x="2105965" y="144134"/>
                  <a:pt x="2093666" y="146640"/>
                  <a:pt x="2085010" y="146640"/>
                </a:cubicBezTo>
                <a:cubicBezTo>
                  <a:pt x="2067245" y="146640"/>
                  <a:pt x="2056315" y="136385"/>
                  <a:pt x="2056315" y="114050"/>
                </a:cubicBezTo>
                <a:cubicBezTo>
                  <a:pt x="2056315" y="112455"/>
                  <a:pt x="2056541" y="111541"/>
                  <a:pt x="2056541" y="110401"/>
                </a:cubicBezTo>
                <a:lnTo>
                  <a:pt x="2111202" y="110401"/>
                </a:lnTo>
                <a:cubicBezTo>
                  <a:pt x="2116668" y="110401"/>
                  <a:pt x="2117804" y="106530"/>
                  <a:pt x="2117804" y="103343"/>
                </a:cubicBezTo>
                <a:cubicBezTo>
                  <a:pt x="2117804" y="83987"/>
                  <a:pt x="2110291" y="62806"/>
                  <a:pt x="2076812" y="62806"/>
                </a:cubicBezTo>
                <a:cubicBezTo>
                  <a:pt x="2052899" y="62806"/>
                  <a:pt x="2025568" y="83987"/>
                  <a:pt x="2025568" y="118835"/>
                </a:cubicBezTo>
                <a:cubicBezTo>
                  <a:pt x="2025568" y="132055"/>
                  <a:pt x="2030353" y="145959"/>
                  <a:pt x="2040146" y="154841"/>
                </a:cubicBezTo>
                <a:cubicBezTo>
                  <a:pt x="2048799" y="162584"/>
                  <a:pt x="2059957" y="166226"/>
                  <a:pt x="2076127" y="166226"/>
                </a:cubicBezTo>
                <a:cubicBezTo>
                  <a:pt x="2091842" y="166226"/>
                  <a:pt x="2107330" y="158257"/>
                  <a:pt x="2118718" y="141629"/>
                </a:cubicBezTo>
                <a:cubicBezTo>
                  <a:pt x="2118718" y="138664"/>
                  <a:pt x="2117578" y="134560"/>
                  <a:pt x="2115302" y="134560"/>
                </a:cubicBezTo>
                <a:close/>
                <a:moveTo>
                  <a:pt x="2180437" y="102909"/>
                </a:moveTo>
                <a:cubicBezTo>
                  <a:pt x="2180437" y="94701"/>
                  <a:pt x="2182942" y="91281"/>
                  <a:pt x="2185903" y="87862"/>
                </a:cubicBezTo>
                <a:cubicBezTo>
                  <a:pt x="2187724" y="85582"/>
                  <a:pt x="2189774" y="83987"/>
                  <a:pt x="2193191" y="83987"/>
                </a:cubicBezTo>
                <a:cubicBezTo>
                  <a:pt x="2195241" y="83987"/>
                  <a:pt x="2197743" y="86041"/>
                  <a:pt x="2199567" y="88320"/>
                </a:cubicBezTo>
                <a:cubicBezTo>
                  <a:pt x="2201162" y="90141"/>
                  <a:pt x="2205034" y="91966"/>
                  <a:pt x="2210271" y="91966"/>
                </a:cubicBezTo>
                <a:cubicBezTo>
                  <a:pt x="2216877" y="91966"/>
                  <a:pt x="2223254" y="85127"/>
                  <a:pt x="2223254" y="75563"/>
                </a:cubicBezTo>
                <a:cubicBezTo>
                  <a:pt x="2223254" y="69641"/>
                  <a:pt x="2216418" y="62806"/>
                  <a:pt x="2208220" y="62806"/>
                </a:cubicBezTo>
                <a:cubicBezTo>
                  <a:pt x="2200248" y="62806"/>
                  <a:pt x="2191595" y="69641"/>
                  <a:pt x="2181118" y="84671"/>
                </a:cubicBezTo>
                <a:lnTo>
                  <a:pt x="2180207" y="84671"/>
                </a:lnTo>
                <a:cubicBezTo>
                  <a:pt x="2179752" y="77839"/>
                  <a:pt x="2178612" y="66681"/>
                  <a:pt x="2178612" y="66681"/>
                </a:cubicBezTo>
                <a:cubicBezTo>
                  <a:pt x="2178386" y="64630"/>
                  <a:pt x="2176566" y="62806"/>
                  <a:pt x="2173375" y="62806"/>
                </a:cubicBezTo>
                <a:cubicBezTo>
                  <a:pt x="2162672" y="65586"/>
                  <a:pt x="2150603" y="68776"/>
                  <a:pt x="2135570" y="70368"/>
                </a:cubicBezTo>
                <a:cubicBezTo>
                  <a:pt x="2135114" y="71737"/>
                  <a:pt x="2135570" y="76063"/>
                  <a:pt x="2136025" y="77429"/>
                </a:cubicBezTo>
                <a:cubicBezTo>
                  <a:pt x="2148553" y="78569"/>
                  <a:pt x="2150829" y="80619"/>
                  <a:pt x="2150829" y="93602"/>
                </a:cubicBezTo>
                <a:lnTo>
                  <a:pt x="2150829" y="136204"/>
                </a:lnTo>
                <a:cubicBezTo>
                  <a:pt x="2150829" y="155109"/>
                  <a:pt x="2148323" y="155567"/>
                  <a:pt x="2134430" y="156704"/>
                </a:cubicBezTo>
                <a:cubicBezTo>
                  <a:pt x="2133064" y="158069"/>
                  <a:pt x="2133064" y="163081"/>
                  <a:pt x="2134430" y="164446"/>
                </a:cubicBezTo>
                <a:cubicBezTo>
                  <a:pt x="2143997" y="164220"/>
                  <a:pt x="2153560" y="163991"/>
                  <a:pt x="2165633" y="163991"/>
                </a:cubicBezTo>
                <a:cubicBezTo>
                  <a:pt x="2177702" y="163991"/>
                  <a:pt x="2187040" y="164220"/>
                  <a:pt x="2196832" y="164446"/>
                </a:cubicBezTo>
                <a:cubicBezTo>
                  <a:pt x="2198202" y="163081"/>
                  <a:pt x="2198202" y="158069"/>
                  <a:pt x="2196832" y="156704"/>
                </a:cubicBezTo>
                <a:cubicBezTo>
                  <a:pt x="2182942" y="155793"/>
                  <a:pt x="2180437" y="155109"/>
                  <a:pt x="2180437" y="136204"/>
                </a:cubicBezTo>
                <a:lnTo>
                  <a:pt x="2180437" y="102909"/>
                </a:lnTo>
                <a:close/>
                <a:moveTo>
                  <a:pt x="2236916" y="130692"/>
                </a:moveTo>
                <a:cubicBezTo>
                  <a:pt x="2237826" y="141854"/>
                  <a:pt x="2238966" y="152561"/>
                  <a:pt x="2240787" y="161218"/>
                </a:cubicBezTo>
                <a:cubicBezTo>
                  <a:pt x="2245117" y="162584"/>
                  <a:pt x="2259691" y="166226"/>
                  <a:pt x="2272445" y="166226"/>
                </a:cubicBezTo>
                <a:cubicBezTo>
                  <a:pt x="2289981" y="166226"/>
                  <a:pt x="2311846" y="156662"/>
                  <a:pt x="2311846" y="136843"/>
                </a:cubicBezTo>
                <a:cubicBezTo>
                  <a:pt x="2311846" y="129097"/>
                  <a:pt x="2310022" y="122946"/>
                  <a:pt x="2304785" y="117251"/>
                </a:cubicBezTo>
                <a:cubicBezTo>
                  <a:pt x="2298178" y="109960"/>
                  <a:pt x="2288841" y="104268"/>
                  <a:pt x="2278367" y="99712"/>
                </a:cubicBezTo>
                <a:cubicBezTo>
                  <a:pt x="2269255" y="95837"/>
                  <a:pt x="2266068" y="88546"/>
                  <a:pt x="2266068" y="81940"/>
                </a:cubicBezTo>
                <a:cubicBezTo>
                  <a:pt x="2266068" y="76703"/>
                  <a:pt x="2270395" y="72373"/>
                  <a:pt x="2277001" y="72373"/>
                </a:cubicBezTo>
                <a:cubicBezTo>
                  <a:pt x="2284970" y="72373"/>
                  <a:pt x="2292716" y="79664"/>
                  <a:pt x="2298408" y="93561"/>
                </a:cubicBezTo>
                <a:cubicBezTo>
                  <a:pt x="2302508" y="94242"/>
                  <a:pt x="2305014" y="94016"/>
                  <a:pt x="2307290" y="92421"/>
                </a:cubicBezTo>
                <a:cubicBezTo>
                  <a:pt x="2307290" y="84220"/>
                  <a:pt x="2306380" y="75563"/>
                  <a:pt x="2304329" y="68272"/>
                </a:cubicBezTo>
                <a:cubicBezTo>
                  <a:pt x="2297042" y="65086"/>
                  <a:pt x="2291346" y="62806"/>
                  <a:pt x="2278822" y="62806"/>
                </a:cubicBezTo>
                <a:cubicBezTo>
                  <a:pt x="2266749" y="62806"/>
                  <a:pt x="2255365" y="67362"/>
                  <a:pt x="2248078" y="74653"/>
                </a:cubicBezTo>
                <a:cubicBezTo>
                  <a:pt x="2242837" y="79890"/>
                  <a:pt x="2240332" y="86270"/>
                  <a:pt x="2240332" y="92421"/>
                </a:cubicBezTo>
                <a:cubicBezTo>
                  <a:pt x="2240332" y="99253"/>
                  <a:pt x="2242837" y="104723"/>
                  <a:pt x="2247393" y="109505"/>
                </a:cubicBezTo>
                <a:cubicBezTo>
                  <a:pt x="2254454" y="117251"/>
                  <a:pt x="2266749" y="125226"/>
                  <a:pt x="2273811" y="128413"/>
                </a:cubicBezTo>
                <a:cubicBezTo>
                  <a:pt x="2282923" y="132513"/>
                  <a:pt x="2285425" y="140715"/>
                  <a:pt x="2285425" y="146181"/>
                </a:cubicBezTo>
                <a:cubicBezTo>
                  <a:pt x="2285425" y="153472"/>
                  <a:pt x="2278137" y="157347"/>
                  <a:pt x="2271990" y="157347"/>
                </a:cubicBezTo>
                <a:cubicBezTo>
                  <a:pt x="2261742" y="157347"/>
                  <a:pt x="2250809" y="147095"/>
                  <a:pt x="2246027" y="130237"/>
                </a:cubicBezTo>
                <a:cubicBezTo>
                  <a:pt x="2242382" y="129553"/>
                  <a:pt x="2240561" y="129782"/>
                  <a:pt x="2236916" y="130692"/>
                </a:cubicBezTo>
                <a:close/>
                <a:moveTo>
                  <a:pt x="2344866" y="93557"/>
                </a:moveTo>
                <a:lnTo>
                  <a:pt x="2344866" y="189074"/>
                </a:lnTo>
                <a:cubicBezTo>
                  <a:pt x="2344866" y="208038"/>
                  <a:pt x="2342364" y="208497"/>
                  <a:pt x="2328471" y="209637"/>
                </a:cubicBezTo>
                <a:cubicBezTo>
                  <a:pt x="2327105" y="211002"/>
                  <a:pt x="2327105" y="216014"/>
                  <a:pt x="2328471" y="217379"/>
                </a:cubicBezTo>
                <a:cubicBezTo>
                  <a:pt x="2338034" y="217153"/>
                  <a:pt x="2347601" y="216924"/>
                  <a:pt x="2359670" y="216924"/>
                </a:cubicBezTo>
                <a:cubicBezTo>
                  <a:pt x="2371743" y="216924"/>
                  <a:pt x="2381080" y="217153"/>
                  <a:pt x="2390873" y="217379"/>
                </a:cubicBezTo>
                <a:cubicBezTo>
                  <a:pt x="2392239" y="216014"/>
                  <a:pt x="2392239" y="211002"/>
                  <a:pt x="2390873" y="209637"/>
                </a:cubicBezTo>
                <a:cubicBezTo>
                  <a:pt x="2376980" y="208723"/>
                  <a:pt x="2374474" y="208038"/>
                  <a:pt x="2374474" y="189074"/>
                </a:cubicBezTo>
                <a:lnTo>
                  <a:pt x="2374474" y="162354"/>
                </a:lnTo>
                <a:cubicBezTo>
                  <a:pt x="2379485" y="164860"/>
                  <a:pt x="2384267" y="166226"/>
                  <a:pt x="2389734" y="166226"/>
                </a:cubicBezTo>
                <a:cubicBezTo>
                  <a:pt x="2424353" y="166226"/>
                  <a:pt x="2446899" y="143450"/>
                  <a:pt x="2446899" y="109960"/>
                </a:cubicBezTo>
                <a:cubicBezTo>
                  <a:pt x="2446899" y="97203"/>
                  <a:pt x="2442114" y="83080"/>
                  <a:pt x="2433232" y="74194"/>
                </a:cubicBezTo>
                <a:cubicBezTo>
                  <a:pt x="2425263" y="66225"/>
                  <a:pt x="2413875" y="62806"/>
                  <a:pt x="2402032" y="62806"/>
                </a:cubicBezTo>
                <a:cubicBezTo>
                  <a:pt x="2395426" y="62806"/>
                  <a:pt x="2383131" y="70778"/>
                  <a:pt x="2375159" y="78065"/>
                </a:cubicBezTo>
                <a:lnTo>
                  <a:pt x="2373793" y="78065"/>
                </a:lnTo>
                <a:cubicBezTo>
                  <a:pt x="2373334" y="71688"/>
                  <a:pt x="2372653" y="66681"/>
                  <a:pt x="2372653" y="66681"/>
                </a:cubicBezTo>
                <a:cubicBezTo>
                  <a:pt x="2372424" y="63946"/>
                  <a:pt x="2370603" y="62806"/>
                  <a:pt x="2367416" y="62806"/>
                </a:cubicBezTo>
                <a:cubicBezTo>
                  <a:pt x="2358989" y="65131"/>
                  <a:pt x="2345325" y="68321"/>
                  <a:pt x="2329610" y="70368"/>
                </a:cubicBezTo>
                <a:cubicBezTo>
                  <a:pt x="2329152" y="71737"/>
                  <a:pt x="2329610" y="76289"/>
                  <a:pt x="2330066" y="77659"/>
                </a:cubicBezTo>
                <a:cubicBezTo>
                  <a:pt x="2342590" y="78750"/>
                  <a:pt x="2344866" y="80571"/>
                  <a:pt x="2344866" y="93557"/>
                </a:cubicBezTo>
                <a:moveTo>
                  <a:pt x="2374474" y="149145"/>
                </a:moveTo>
                <a:lnTo>
                  <a:pt x="2374474" y="90822"/>
                </a:lnTo>
                <a:cubicBezTo>
                  <a:pt x="2374474" y="89457"/>
                  <a:pt x="2374474" y="88317"/>
                  <a:pt x="2374474" y="86951"/>
                </a:cubicBezTo>
                <a:cubicBezTo>
                  <a:pt x="2381080" y="81029"/>
                  <a:pt x="2389508" y="78065"/>
                  <a:pt x="2394745" y="78065"/>
                </a:cubicBezTo>
                <a:cubicBezTo>
                  <a:pt x="2404082" y="78065"/>
                  <a:pt x="2415015" y="89457"/>
                  <a:pt x="2415015" y="116111"/>
                </a:cubicBezTo>
                <a:cubicBezTo>
                  <a:pt x="2415015" y="135248"/>
                  <a:pt x="2408179" y="156662"/>
                  <a:pt x="2388368" y="156662"/>
                </a:cubicBezTo>
                <a:cubicBezTo>
                  <a:pt x="2385862" y="156662"/>
                  <a:pt x="2380170" y="155296"/>
                  <a:pt x="2374474" y="149145"/>
                </a:cubicBezTo>
                <a:close/>
                <a:moveTo>
                  <a:pt x="2497455" y="101293"/>
                </a:moveTo>
                <a:cubicBezTo>
                  <a:pt x="2497685" y="93324"/>
                  <a:pt x="2498825" y="84668"/>
                  <a:pt x="2502011" y="80115"/>
                </a:cubicBezTo>
                <a:cubicBezTo>
                  <a:pt x="2505657" y="74649"/>
                  <a:pt x="2511804" y="72373"/>
                  <a:pt x="2514310" y="72373"/>
                </a:cubicBezTo>
                <a:cubicBezTo>
                  <a:pt x="2520461" y="72373"/>
                  <a:pt x="2528884" y="78295"/>
                  <a:pt x="2528884" y="96511"/>
                </a:cubicBezTo>
                <a:cubicBezTo>
                  <a:pt x="2528884" y="97877"/>
                  <a:pt x="2528884" y="100838"/>
                  <a:pt x="2528429" y="101293"/>
                </a:cubicBezTo>
                <a:lnTo>
                  <a:pt x="2497455" y="101293"/>
                </a:lnTo>
                <a:moveTo>
                  <a:pt x="2555306" y="134560"/>
                </a:moveTo>
                <a:cubicBezTo>
                  <a:pt x="2545968" y="144134"/>
                  <a:pt x="2533670" y="146640"/>
                  <a:pt x="2525013" y="146640"/>
                </a:cubicBezTo>
                <a:cubicBezTo>
                  <a:pt x="2507248" y="146640"/>
                  <a:pt x="2496319" y="136385"/>
                  <a:pt x="2496319" y="114050"/>
                </a:cubicBezTo>
                <a:cubicBezTo>
                  <a:pt x="2496319" y="112455"/>
                  <a:pt x="2496545" y="111541"/>
                  <a:pt x="2496545" y="110401"/>
                </a:cubicBezTo>
                <a:lnTo>
                  <a:pt x="2551205" y="110401"/>
                </a:lnTo>
                <a:cubicBezTo>
                  <a:pt x="2556671" y="110401"/>
                  <a:pt x="2557808" y="106530"/>
                  <a:pt x="2557808" y="103343"/>
                </a:cubicBezTo>
                <a:cubicBezTo>
                  <a:pt x="2557808" y="83987"/>
                  <a:pt x="2550295" y="62806"/>
                  <a:pt x="2516815" y="62806"/>
                </a:cubicBezTo>
                <a:cubicBezTo>
                  <a:pt x="2492903" y="62806"/>
                  <a:pt x="2465571" y="83987"/>
                  <a:pt x="2465571" y="118835"/>
                </a:cubicBezTo>
                <a:cubicBezTo>
                  <a:pt x="2465571" y="132055"/>
                  <a:pt x="2470356" y="145959"/>
                  <a:pt x="2480149" y="154841"/>
                </a:cubicBezTo>
                <a:cubicBezTo>
                  <a:pt x="2488802" y="162584"/>
                  <a:pt x="2499961" y="166226"/>
                  <a:pt x="2516131" y="166226"/>
                </a:cubicBezTo>
                <a:cubicBezTo>
                  <a:pt x="2531845" y="166226"/>
                  <a:pt x="2547334" y="158257"/>
                  <a:pt x="2558722" y="141629"/>
                </a:cubicBezTo>
                <a:cubicBezTo>
                  <a:pt x="2558722" y="138664"/>
                  <a:pt x="2557582" y="134560"/>
                  <a:pt x="2555306" y="134560"/>
                </a:cubicBezTo>
                <a:close/>
                <a:moveTo>
                  <a:pt x="2666217" y="144134"/>
                </a:moveTo>
                <a:cubicBezTo>
                  <a:pt x="2666217" y="141399"/>
                  <a:pt x="2665762" y="137073"/>
                  <a:pt x="2663256" y="137073"/>
                </a:cubicBezTo>
                <a:cubicBezTo>
                  <a:pt x="2654144" y="145500"/>
                  <a:pt x="2646402" y="149830"/>
                  <a:pt x="2639799" y="149830"/>
                </a:cubicBezTo>
                <a:cubicBezTo>
                  <a:pt x="2622715" y="149830"/>
                  <a:pt x="2609281" y="137528"/>
                  <a:pt x="2609281" y="110189"/>
                </a:cubicBezTo>
                <a:cubicBezTo>
                  <a:pt x="2609281" y="84904"/>
                  <a:pt x="2614973" y="72373"/>
                  <a:pt x="2627045" y="72373"/>
                </a:cubicBezTo>
                <a:cubicBezTo>
                  <a:pt x="2635469" y="72373"/>
                  <a:pt x="2638885" y="81259"/>
                  <a:pt x="2639570" y="88546"/>
                </a:cubicBezTo>
                <a:cubicBezTo>
                  <a:pt x="2640254" y="94697"/>
                  <a:pt x="2646402" y="99256"/>
                  <a:pt x="2653689" y="99256"/>
                </a:cubicBezTo>
                <a:cubicBezTo>
                  <a:pt x="2660977" y="99256"/>
                  <a:pt x="2666217" y="93561"/>
                  <a:pt x="2666217" y="86496"/>
                </a:cubicBezTo>
                <a:cubicBezTo>
                  <a:pt x="2666217" y="76244"/>
                  <a:pt x="2653919" y="62806"/>
                  <a:pt x="2629092" y="62806"/>
                </a:cubicBezTo>
                <a:cubicBezTo>
                  <a:pt x="2602219" y="62806"/>
                  <a:pt x="2578533" y="84445"/>
                  <a:pt x="2578533" y="118165"/>
                </a:cubicBezTo>
                <a:cubicBezTo>
                  <a:pt x="2578533" y="132972"/>
                  <a:pt x="2583773" y="145955"/>
                  <a:pt x="2592656" y="154386"/>
                </a:cubicBezTo>
                <a:cubicBezTo>
                  <a:pt x="2601535" y="162809"/>
                  <a:pt x="2612012" y="166226"/>
                  <a:pt x="2628182" y="166226"/>
                </a:cubicBezTo>
                <a:cubicBezTo>
                  <a:pt x="2641846" y="166226"/>
                  <a:pt x="2657560" y="156662"/>
                  <a:pt x="2666217" y="144134"/>
                </a:cubicBezTo>
                <a:close/>
                <a:moveTo>
                  <a:pt x="2688306" y="65252"/>
                </a:moveTo>
                <a:cubicBezTo>
                  <a:pt x="2685120" y="65252"/>
                  <a:pt x="2681704" y="66166"/>
                  <a:pt x="2678743" y="68672"/>
                </a:cubicBezTo>
                <a:lnTo>
                  <a:pt x="2678743" y="75275"/>
                </a:lnTo>
                <a:cubicBezTo>
                  <a:pt x="2678743" y="76414"/>
                  <a:pt x="2678969" y="76640"/>
                  <a:pt x="2679879" y="76640"/>
                </a:cubicBezTo>
                <a:lnTo>
                  <a:pt x="2694683" y="76640"/>
                </a:lnTo>
                <a:cubicBezTo>
                  <a:pt x="2694228" y="99597"/>
                  <a:pt x="2694002" y="128691"/>
                  <a:pt x="2694002" y="140058"/>
                </a:cubicBezTo>
                <a:cubicBezTo>
                  <a:pt x="2694002" y="148012"/>
                  <a:pt x="2696052" y="155752"/>
                  <a:pt x="2700834" y="159849"/>
                </a:cubicBezTo>
                <a:cubicBezTo>
                  <a:pt x="2706071" y="164179"/>
                  <a:pt x="2714269" y="166226"/>
                  <a:pt x="2719735" y="166226"/>
                </a:cubicBezTo>
                <a:cubicBezTo>
                  <a:pt x="2732263" y="166226"/>
                  <a:pt x="2746153" y="159849"/>
                  <a:pt x="2750709" y="153472"/>
                </a:cubicBezTo>
                <a:cubicBezTo>
                  <a:pt x="2750709" y="150740"/>
                  <a:pt x="2749343" y="149375"/>
                  <a:pt x="2746612" y="147102"/>
                </a:cubicBezTo>
                <a:cubicBezTo>
                  <a:pt x="2743651" y="149375"/>
                  <a:pt x="2737956" y="150285"/>
                  <a:pt x="2733629" y="150285"/>
                </a:cubicBezTo>
                <a:cubicBezTo>
                  <a:pt x="2728618" y="150285"/>
                  <a:pt x="2723607" y="146421"/>
                  <a:pt x="2723607" y="135057"/>
                </a:cubicBezTo>
                <a:cubicBezTo>
                  <a:pt x="2723607" y="123690"/>
                  <a:pt x="2723381" y="99371"/>
                  <a:pt x="2723381" y="76640"/>
                </a:cubicBezTo>
                <a:lnTo>
                  <a:pt x="2746383" y="76640"/>
                </a:lnTo>
                <a:cubicBezTo>
                  <a:pt x="2748659" y="76640"/>
                  <a:pt x="2751849" y="75730"/>
                  <a:pt x="2751849" y="73680"/>
                </a:cubicBezTo>
                <a:lnTo>
                  <a:pt x="2751849" y="66622"/>
                </a:lnTo>
                <a:cubicBezTo>
                  <a:pt x="2751849" y="65711"/>
                  <a:pt x="2751164" y="65252"/>
                  <a:pt x="2750028" y="65252"/>
                </a:cubicBezTo>
                <a:lnTo>
                  <a:pt x="2723381" y="65252"/>
                </a:lnTo>
                <a:lnTo>
                  <a:pt x="2723607" y="57510"/>
                </a:lnTo>
                <a:cubicBezTo>
                  <a:pt x="2724062" y="42251"/>
                  <a:pt x="2724747" y="31777"/>
                  <a:pt x="2724747" y="31777"/>
                </a:cubicBezTo>
                <a:cubicBezTo>
                  <a:pt x="2724747" y="30407"/>
                  <a:pt x="2724062" y="29726"/>
                  <a:pt x="2722926" y="29726"/>
                </a:cubicBezTo>
                <a:cubicBezTo>
                  <a:pt x="2721331" y="29726"/>
                  <a:pt x="2712903" y="32232"/>
                  <a:pt x="2709261" y="33827"/>
                </a:cubicBezTo>
                <a:cubicBezTo>
                  <a:pt x="2705387" y="35418"/>
                  <a:pt x="2698784" y="36784"/>
                  <a:pt x="2697189" y="38834"/>
                </a:cubicBezTo>
                <a:cubicBezTo>
                  <a:pt x="2695594" y="40885"/>
                  <a:pt x="2694683" y="47036"/>
                  <a:pt x="2694683" y="65252"/>
                </a:cubicBezTo>
                <a:lnTo>
                  <a:pt x="2688306" y="65252"/>
                </a:lnTo>
                <a:close/>
                <a:moveTo>
                  <a:pt x="2808330" y="136211"/>
                </a:moveTo>
                <a:lnTo>
                  <a:pt x="2808330" y="90892"/>
                </a:lnTo>
                <a:cubicBezTo>
                  <a:pt x="2808330" y="79507"/>
                  <a:pt x="2809240" y="66722"/>
                  <a:pt x="2809240" y="66722"/>
                </a:cubicBezTo>
                <a:cubicBezTo>
                  <a:pt x="2809240" y="64189"/>
                  <a:pt x="2807190" y="62806"/>
                  <a:pt x="2804003" y="62806"/>
                </a:cubicBezTo>
                <a:cubicBezTo>
                  <a:pt x="2797627" y="65343"/>
                  <a:pt x="2779177" y="67185"/>
                  <a:pt x="2763463" y="69256"/>
                </a:cubicBezTo>
                <a:cubicBezTo>
                  <a:pt x="2763007" y="70625"/>
                  <a:pt x="2763463" y="75177"/>
                  <a:pt x="2763918" y="76547"/>
                </a:cubicBezTo>
                <a:cubicBezTo>
                  <a:pt x="2776446" y="77683"/>
                  <a:pt x="2778722" y="79507"/>
                  <a:pt x="2778722" y="92487"/>
                </a:cubicBezTo>
                <a:lnTo>
                  <a:pt x="2778722" y="136211"/>
                </a:lnTo>
                <a:cubicBezTo>
                  <a:pt x="2778722" y="155112"/>
                  <a:pt x="2776216" y="155567"/>
                  <a:pt x="2762326" y="156704"/>
                </a:cubicBezTo>
                <a:cubicBezTo>
                  <a:pt x="2760957" y="158069"/>
                  <a:pt x="2760957" y="163081"/>
                  <a:pt x="2762326" y="164446"/>
                </a:cubicBezTo>
                <a:cubicBezTo>
                  <a:pt x="2771890" y="164220"/>
                  <a:pt x="2781457" y="163991"/>
                  <a:pt x="2793526" y="163991"/>
                </a:cubicBezTo>
                <a:cubicBezTo>
                  <a:pt x="2805595" y="163991"/>
                  <a:pt x="2814933" y="164220"/>
                  <a:pt x="2824726" y="164446"/>
                </a:cubicBezTo>
                <a:cubicBezTo>
                  <a:pt x="2826095" y="163081"/>
                  <a:pt x="2826095" y="158069"/>
                  <a:pt x="2824726" y="156704"/>
                </a:cubicBezTo>
                <a:cubicBezTo>
                  <a:pt x="2810835" y="155793"/>
                  <a:pt x="2808330" y="155112"/>
                  <a:pt x="2808330" y="136211"/>
                </a:cubicBezTo>
                <a:moveTo>
                  <a:pt x="2777586" y="28221"/>
                </a:moveTo>
                <a:cubicBezTo>
                  <a:pt x="2777586" y="35735"/>
                  <a:pt x="2783048" y="43251"/>
                  <a:pt x="2792160" y="43251"/>
                </a:cubicBezTo>
                <a:cubicBezTo>
                  <a:pt x="2802408" y="43251"/>
                  <a:pt x="2808330" y="35054"/>
                  <a:pt x="2808330" y="29132"/>
                </a:cubicBezTo>
                <a:cubicBezTo>
                  <a:pt x="2808330" y="22300"/>
                  <a:pt x="2803093" y="14099"/>
                  <a:pt x="2793526" y="14099"/>
                </a:cubicBezTo>
                <a:cubicBezTo>
                  <a:pt x="2782823" y="14099"/>
                  <a:pt x="2777586" y="21389"/>
                  <a:pt x="2777586" y="28221"/>
                </a:cubicBezTo>
                <a:close/>
                <a:moveTo>
                  <a:pt x="2906716" y="72554"/>
                </a:moveTo>
                <a:cubicBezTo>
                  <a:pt x="2919015" y="73461"/>
                  <a:pt x="2920610" y="77099"/>
                  <a:pt x="2915599" y="88692"/>
                </a:cubicBezTo>
                <a:lnTo>
                  <a:pt x="2897604" y="130296"/>
                </a:lnTo>
                <a:cubicBezTo>
                  <a:pt x="2896694" y="132343"/>
                  <a:pt x="2895783" y="130751"/>
                  <a:pt x="2895102" y="129160"/>
                </a:cubicBezTo>
                <a:lnTo>
                  <a:pt x="2880753" y="88692"/>
                </a:lnTo>
                <a:cubicBezTo>
                  <a:pt x="2876882" y="77780"/>
                  <a:pt x="2873692" y="73690"/>
                  <a:pt x="2887811" y="72554"/>
                </a:cubicBezTo>
                <a:cubicBezTo>
                  <a:pt x="2889181" y="71188"/>
                  <a:pt x="2889181" y="66177"/>
                  <a:pt x="2887811" y="64808"/>
                </a:cubicBezTo>
                <a:cubicBezTo>
                  <a:pt x="2879388" y="65037"/>
                  <a:pt x="2870276" y="65266"/>
                  <a:pt x="2859117" y="65266"/>
                </a:cubicBezTo>
                <a:cubicBezTo>
                  <a:pt x="2851145" y="65266"/>
                  <a:pt x="2839532" y="65037"/>
                  <a:pt x="2831104" y="64808"/>
                </a:cubicBezTo>
                <a:cubicBezTo>
                  <a:pt x="2829739" y="66177"/>
                  <a:pt x="2829739" y="71188"/>
                  <a:pt x="2831104" y="72554"/>
                </a:cubicBezTo>
                <a:cubicBezTo>
                  <a:pt x="2844313" y="74145"/>
                  <a:pt x="2844769" y="78691"/>
                  <a:pt x="2849324" y="90058"/>
                </a:cubicBezTo>
                <a:lnTo>
                  <a:pt x="2879158" y="161899"/>
                </a:lnTo>
                <a:cubicBezTo>
                  <a:pt x="2880524" y="165308"/>
                  <a:pt x="2884395" y="166670"/>
                  <a:pt x="2887356" y="166670"/>
                </a:cubicBezTo>
                <a:cubicBezTo>
                  <a:pt x="2889636" y="166670"/>
                  <a:pt x="2894188" y="166219"/>
                  <a:pt x="2896239" y="161444"/>
                </a:cubicBezTo>
                <a:lnTo>
                  <a:pt x="2927442" y="90284"/>
                </a:lnTo>
                <a:cubicBezTo>
                  <a:pt x="2931994" y="80056"/>
                  <a:pt x="2934955" y="73690"/>
                  <a:pt x="2947028" y="72554"/>
                </a:cubicBezTo>
                <a:cubicBezTo>
                  <a:pt x="2948393" y="71188"/>
                  <a:pt x="2948393" y="66177"/>
                  <a:pt x="2947028" y="64808"/>
                </a:cubicBezTo>
                <a:cubicBezTo>
                  <a:pt x="2942016" y="65037"/>
                  <a:pt x="2934729" y="65266"/>
                  <a:pt x="2929718" y="65266"/>
                </a:cubicBezTo>
                <a:cubicBezTo>
                  <a:pt x="2921291" y="65266"/>
                  <a:pt x="2912864" y="65037"/>
                  <a:pt x="2906716" y="64808"/>
                </a:cubicBezTo>
                <a:cubicBezTo>
                  <a:pt x="2905350" y="66177"/>
                  <a:pt x="2905350" y="71188"/>
                  <a:pt x="2906716" y="72554"/>
                </a:cubicBezTo>
                <a:close/>
                <a:moveTo>
                  <a:pt x="2987792" y="101293"/>
                </a:moveTo>
                <a:cubicBezTo>
                  <a:pt x="2988021" y="93324"/>
                  <a:pt x="2989161" y="84668"/>
                  <a:pt x="2992348" y="80115"/>
                </a:cubicBezTo>
                <a:cubicBezTo>
                  <a:pt x="2995993" y="74649"/>
                  <a:pt x="3002141" y="72373"/>
                  <a:pt x="3004646" y="72373"/>
                </a:cubicBezTo>
                <a:cubicBezTo>
                  <a:pt x="3010797" y="72373"/>
                  <a:pt x="3019221" y="78295"/>
                  <a:pt x="3019221" y="96511"/>
                </a:cubicBezTo>
                <a:cubicBezTo>
                  <a:pt x="3019221" y="97877"/>
                  <a:pt x="3019221" y="100838"/>
                  <a:pt x="3018766" y="101293"/>
                </a:cubicBezTo>
                <a:lnTo>
                  <a:pt x="2987792" y="101293"/>
                </a:lnTo>
                <a:moveTo>
                  <a:pt x="3045642" y="134560"/>
                </a:moveTo>
                <a:cubicBezTo>
                  <a:pt x="3036305" y="144134"/>
                  <a:pt x="3024006" y="146640"/>
                  <a:pt x="3015350" y="146640"/>
                </a:cubicBezTo>
                <a:cubicBezTo>
                  <a:pt x="2997585" y="146640"/>
                  <a:pt x="2986656" y="136385"/>
                  <a:pt x="2986656" y="114050"/>
                </a:cubicBezTo>
                <a:cubicBezTo>
                  <a:pt x="2986656" y="112455"/>
                  <a:pt x="2986882" y="111541"/>
                  <a:pt x="2986882" y="110401"/>
                </a:cubicBezTo>
                <a:lnTo>
                  <a:pt x="3041542" y="110401"/>
                </a:lnTo>
                <a:cubicBezTo>
                  <a:pt x="3047008" y="110401"/>
                  <a:pt x="3048145" y="106530"/>
                  <a:pt x="3048145" y="103343"/>
                </a:cubicBezTo>
                <a:cubicBezTo>
                  <a:pt x="3048145" y="83987"/>
                  <a:pt x="3040631" y="62806"/>
                  <a:pt x="3007152" y="62806"/>
                </a:cubicBezTo>
                <a:cubicBezTo>
                  <a:pt x="2983240" y="62806"/>
                  <a:pt x="2955908" y="83987"/>
                  <a:pt x="2955908" y="118835"/>
                </a:cubicBezTo>
                <a:cubicBezTo>
                  <a:pt x="2955908" y="132055"/>
                  <a:pt x="2960693" y="145959"/>
                  <a:pt x="2970486" y="154841"/>
                </a:cubicBezTo>
                <a:cubicBezTo>
                  <a:pt x="2979139" y="162584"/>
                  <a:pt x="2990298" y="166226"/>
                  <a:pt x="3006467" y="166226"/>
                </a:cubicBezTo>
                <a:cubicBezTo>
                  <a:pt x="3022182" y="166226"/>
                  <a:pt x="3037671" y="158257"/>
                  <a:pt x="3049059" y="141629"/>
                </a:cubicBezTo>
                <a:cubicBezTo>
                  <a:pt x="3049059" y="138664"/>
                  <a:pt x="3047919" y="134560"/>
                  <a:pt x="3045642" y="1345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Text Bothfiguresshowthesamedatafromtwodiferentperspectives.Ineach,wedistinguishtwoextractors(lef+right)andtwoCNFtransformations(top+botom).">
            <a:extLst xmlns:a="http://schemas.openxmlformats.org/drawingml/2006/main">
              <a:ext uri="{FF2B5EF4-FFF2-40B4-BE49-F238E27FC236}">
                <a16:creationId xmlns:a16="http://schemas.microsoft.com/office/drawing/2014/main" id="{76DC9C05-6D14-4D97-B8CA-4F8F68AE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31" y="6074059"/>
            <a:ext cx="13305083" cy="188464"/>
          </a:xfrm>
          <a:custGeom xmlns:a="http://schemas.openxmlformats.org/drawingml/2006/main">
            <a:pathLst>
              <a:path w="13305083" h="188464">
                <a:moveTo>
                  <a:pt x="19129" y="29705"/>
                </a:moveTo>
                <a:cubicBezTo>
                  <a:pt x="19129" y="23082"/>
                  <a:pt x="21124" y="20528"/>
                  <a:pt x="37264" y="20528"/>
                </a:cubicBezTo>
                <a:cubicBezTo>
                  <a:pt x="48423" y="20528"/>
                  <a:pt x="62572" y="24916"/>
                  <a:pt x="62572" y="45270"/>
                </a:cubicBezTo>
                <a:cubicBezTo>
                  <a:pt x="62572" y="62231"/>
                  <a:pt x="51215" y="67218"/>
                  <a:pt x="34673" y="67218"/>
                </a:cubicBezTo>
                <a:lnTo>
                  <a:pt x="19129" y="67218"/>
                </a:lnTo>
                <a:lnTo>
                  <a:pt x="19129" y="29705"/>
                </a:lnTo>
                <a:moveTo>
                  <a:pt x="19129" y="75787"/>
                </a:moveTo>
                <a:lnTo>
                  <a:pt x="37662" y="75787"/>
                </a:lnTo>
                <a:cubicBezTo>
                  <a:pt x="60979" y="75787"/>
                  <a:pt x="71937" y="90337"/>
                  <a:pt x="71937" y="108277"/>
                </a:cubicBezTo>
                <a:cubicBezTo>
                  <a:pt x="71937" y="122030"/>
                  <a:pt x="67197" y="133189"/>
                  <a:pt x="38459" y="133189"/>
                </a:cubicBezTo>
                <a:cubicBezTo>
                  <a:pt x="24511" y="133189"/>
                  <a:pt x="19129" y="130200"/>
                  <a:pt x="19129" y="123623"/>
                </a:cubicBezTo>
                <a:lnTo>
                  <a:pt x="19129" y="75787"/>
                </a:lnTo>
                <a:moveTo>
                  <a:pt x="10560" y="12555"/>
                </a:moveTo>
                <a:cubicBezTo>
                  <a:pt x="3786" y="12555"/>
                  <a:pt x="398" y="11956"/>
                  <a:pt x="398" y="11956"/>
                </a:cubicBezTo>
                <a:lnTo>
                  <a:pt x="0" y="12555"/>
                </a:lnTo>
                <a:cubicBezTo>
                  <a:pt x="1593" y="23918"/>
                  <a:pt x="1992" y="37489"/>
                  <a:pt x="1992" y="52452"/>
                </a:cubicBezTo>
                <a:lnTo>
                  <a:pt x="1992" y="101301"/>
                </a:lnTo>
                <a:cubicBezTo>
                  <a:pt x="1992" y="116250"/>
                  <a:pt x="1593" y="130401"/>
                  <a:pt x="0" y="141162"/>
                </a:cubicBezTo>
                <a:lnTo>
                  <a:pt x="198" y="141758"/>
                </a:lnTo>
                <a:cubicBezTo>
                  <a:pt x="198" y="141758"/>
                  <a:pt x="3588" y="141162"/>
                  <a:pt x="10560" y="141162"/>
                </a:cubicBezTo>
                <a:cubicBezTo>
                  <a:pt x="22918" y="141162"/>
                  <a:pt x="24511" y="141758"/>
                  <a:pt x="42248" y="141758"/>
                </a:cubicBezTo>
                <a:cubicBezTo>
                  <a:pt x="81902" y="141758"/>
                  <a:pt x="91668" y="121632"/>
                  <a:pt x="91668" y="104488"/>
                </a:cubicBezTo>
                <a:cubicBezTo>
                  <a:pt x="91668" y="85356"/>
                  <a:pt x="78715" y="74394"/>
                  <a:pt x="61377" y="69410"/>
                </a:cubicBezTo>
                <a:cubicBezTo>
                  <a:pt x="71539" y="64427"/>
                  <a:pt x="79910" y="53851"/>
                  <a:pt x="79910" y="42874"/>
                </a:cubicBezTo>
                <a:cubicBezTo>
                  <a:pt x="79910" y="29507"/>
                  <a:pt x="72935" y="11956"/>
                  <a:pt x="35868" y="11956"/>
                </a:cubicBezTo>
                <a:cubicBezTo>
                  <a:pt x="28896" y="11956"/>
                  <a:pt x="20525" y="12555"/>
                  <a:pt x="10560" y="12555"/>
                </a:cubicBezTo>
                <a:close/>
                <a:moveTo>
                  <a:pt x="111595" y="100255"/>
                </a:moveTo>
                <a:cubicBezTo>
                  <a:pt x="111595" y="124183"/>
                  <a:pt x="127337" y="143120"/>
                  <a:pt x="153842" y="143120"/>
                </a:cubicBezTo>
                <a:cubicBezTo>
                  <a:pt x="180145" y="143120"/>
                  <a:pt x="196087" y="124584"/>
                  <a:pt x="196087" y="98461"/>
                </a:cubicBezTo>
                <a:cubicBezTo>
                  <a:pt x="196087" y="71344"/>
                  <a:pt x="181540" y="53602"/>
                  <a:pt x="154639" y="53602"/>
                </a:cubicBezTo>
                <a:cubicBezTo>
                  <a:pt x="128532" y="53602"/>
                  <a:pt x="111595" y="71943"/>
                  <a:pt x="111595" y="100255"/>
                </a:cubicBezTo>
                <a:moveTo>
                  <a:pt x="153243" y="61574"/>
                </a:moveTo>
                <a:cubicBezTo>
                  <a:pt x="174367" y="61574"/>
                  <a:pt x="178551" y="77924"/>
                  <a:pt x="178551" y="102052"/>
                </a:cubicBezTo>
                <a:cubicBezTo>
                  <a:pt x="178551" y="120993"/>
                  <a:pt x="168985" y="135151"/>
                  <a:pt x="155633" y="135151"/>
                </a:cubicBezTo>
                <a:cubicBezTo>
                  <a:pt x="134513" y="135151"/>
                  <a:pt x="129131" y="112221"/>
                  <a:pt x="129131" y="96868"/>
                </a:cubicBezTo>
                <a:cubicBezTo>
                  <a:pt x="129131" y="79521"/>
                  <a:pt x="134513" y="61574"/>
                  <a:pt x="153243" y="61574"/>
                </a:cubicBezTo>
                <a:close/>
                <a:moveTo>
                  <a:pt x="222590" y="55742"/>
                </a:moveTo>
                <a:cubicBezTo>
                  <a:pt x="218525" y="55742"/>
                  <a:pt x="214301" y="55663"/>
                  <a:pt x="211829" y="55344"/>
                </a:cubicBezTo>
                <a:cubicBezTo>
                  <a:pt x="210476" y="58613"/>
                  <a:pt x="209399" y="60525"/>
                  <a:pt x="207447" y="63514"/>
                </a:cubicBezTo>
                <a:lnTo>
                  <a:pt x="208442" y="64910"/>
                </a:lnTo>
                <a:cubicBezTo>
                  <a:pt x="211872" y="64670"/>
                  <a:pt x="218047" y="64551"/>
                  <a:pt x="222590" y="64512"/>
                </a:cubicBezTo>
                <a:lnTo>
                  <a:pt x="222590" y="91775"/>
                </a:lnTo>
                <a:cubicBezTo>
                  <a:pt x="222590" y="103716"/>
                  <a:pt x="221994" y="118047"/>
                  <a:pt x="221994" y="124016"/>
                </a:cubicBezTo>
                <a:cubicBezTo>
                  <a:pt x="221994" y="136957"/>
                  <a:pt x="230362" y="143120"/>
                  <a:pt x="239530" y="143120"/>
                </a:cubicBezTo>
                <a:cubicBezTo>
                  <a:pt x="247901" y="143120"/>
                  <a:pt x="254277" y="141132"/>
                  <a:pt x="262645" y="135765"/>
                </a:cubicBezTo>
                <a:lnTo>
                  <a:pt x="260216" y="130860"/>
                </a:lnTo>
                <a:cubicBezTo>
                  <a:pt x="254077" y="132974"/>
                  <a:pt x="249494" y="133174"/>
                  <a:pt x="244511" y="132378"/>
                </a:cubicBezTo>
                <a:cubicBezTo>
                  <a:pt x="239770" y="131620"/>
                  <a:pt x="237937" y="126840"/>
                  <a:pt x="237937" y="116055"/>
                </a:cubicBezTo>
                <a:cubicBezTo>
                  <a:pt x="237937" y="110086"/>
                  <a:pt x="238533" y="101526"/>
                  <a:pt x="238533" y="89589"/>
                </a:cubicBezTo>
                <a:lnTo>
                  <a:pt x="238533" y="64512"/>
                </a:lnTo>
                <a:lnTo>
                  <a:pt x="246107" y="64512"/>
                </a:lnTo>
                <a:cubicBezTo>
                  <a:pt x="250890" y="64512"/>
                  <a:pt x="257823" y="64670"/>
                  <a:pt x="260453" y="64910"/>
                </a:cubicBezTo>
                <a:cubicBezTo>
                  <a:pt x="261052" y="61723"/>
                  <a:pt x="261651" y="59689"/>
                  <a:pt x="262846" y="56740"/>
                </a:cubicBezTo>
                <a:lnTo>
                  <a:pt x="261849" y="55344"/>
                </a:lnTo>
                <a:cubicBezTo>
                  <a:pt x="258261" y="55505"/>
                  <a:pt x="252483" y="55742"/>
                  <a:pt x="247901" y="55742"/>
                </a:cubicBezTo>
                <a:lnTo>
                  <a:pt x="238533" y="55742"/>
                </a:lnTo>
                <a:cubicBezTo>
                  <a:pt x="238533" y="40837"/>
                  <a:pt x="238654" y="38207"/>
                  <a:pt x="239530" y="26649"/>
                </a:cubicBezTo>
                <a:cubicBezTo>
                  <a:pt x="239530" y="25214"/>
                  <a:pt x="238973" y="24657"/>
                  <a:pt x="237736" y="24657"/>
                </a:cubicBezTo>
                <a:cubicBezTo>
                  <a:pt x="232755" y="26649"/>
                  <a:pt x="230283" y="28762"/>
                  <a:pt x="223788" y="29638"/>
                </a:cubicBezTo>
                <a:lnTo>
                  <a:pt x="223390" y="30237"/>
                </a:lnTo>
                <a:cubicBezTo>
                  <a:pt x="222991" y="37173"/>
                  <a:pt x="222590" y="44185"/>
                  <a:pt x="222590" y="55742"/>
                </a:cubicBezTo>
                <a:close/>
                <a:moveTo>
                  <a:pt x="305292" y="70946"/>
                </a:moveTo>
                <a:lnTo>
                  <a:pt x="305292" y="41259"/>
                </a:lnTo>
                <a:cubicBezTo>
                  <a:pt x="305292" y="26524"/>
                  <a:pt x="306128" y="16250"/>
                  <a:pt x="307083" y="4023"/>
                </a:cubicBezTo>
                <a:cubicBezTo>
                  <a:pt x="307083" y="2630"/>
                  <a:pt x="306527" y="2031"/>
                  <a:pt x="305292" y="2031"/>
                </a:cubicBezTo>
                <a:cubicBezTo>
                  <a:pt x="300308" y="4023"/>
                  <a:pt x="296045" y="5419"/>
                  <a:pt x="287954" y="6015"/>
                </a:cubicBezTo>
                <a:lnTo>
                  <a:pt x="287556" y="6614"/>
                </a:lnTo>
                <a:cubicBezTo>
                  <a:pt x="289110" y="15134"/>
                  <a:pt x="289350" y="30109"/>
                  <a:pt x="289350" y="45240"/>
                </a:cubicBezTo>
                <a:lnTo>
                  <a:pt x="289350" y="105254"/>
                </a:lnTo>
                <a:cubicBezTo>
                  <a:pt x="289350" y="120096"/>
                  <a:pt x="289110" y="129991"/>
                  <a:pt x="287556" y="141162"/>
                </a:cubicBezTo>
                <a:lnTo>
                  <a:pt x="287954" y="141758"/>
                </a:lnTo>
                <a:cubicBezTo>
                  <a:pt x="290344" y="141360"/>
                  <a:pt x="294929" y="141162"/>
                  <a:pt x="297319" y="141162"/>
                </a:cubicBezTo>
                <a:cubicBezTo>
                  <a:pt x="299712" y="141162"/>
                  <a:pt x="304295" y="141360"/>
                  <a:pt x="306685" y="141758"/>
                </a:cubicBezTo>
                <a:lnTo>
                  <a:pt x="307083" y="141162"/>
                </a:lnTo>
                <a:cubicBezTo>
                  <a:pt x="305611" y="129750"/>
                  <a:pt x="305292" y="120415"/>
                  <a:pt x="305292" y="105254"/>
                </a:cubicBezTo>
                <a:lnTo>
                  <a:pt x="305292" y="81917"/>
                </a:lnTo>
                <a:cubicBezTo>
                  <a:pt x="315454" y="69949"/>
                  <a:pt x="327131" y="65561"/>
                  <a:pt x="334185" y="65561"/>
                </a:cubicBezTo>
                <a:cubicBezTo>
                  <a:pt x="344350" y="65561"/>
                  <a:pt x="348534" y="69550"/>
                  <a:pt x="348534" y="85706"/>
                </a:cubicBezTo>
                <a:lnTo>
                  <a:pt x="348534" y="105254"/>
                </a:lnTo>
                <a:cubicBezTo>
                  <a:pt x="348534" y="120218"/>
                  <a:pt x="348334" y="130428"/>
                  <a:pt x="346740" y="141162"/>
                </a:cubicBezTo>
                <a:lnTo>
                  <a:pt x="347139" y="141758"/>
                </a:lnTo>
                <a:cubicBezTo>
                  <a:pt x="349532" y="141360"/>
                  <a:pt x="354114" y="141162"/>
                  <a:pt x="356504" y="141162"/>
                </a:cubicBezTo>
                <a:cubicBezTo>
                  <a:pt x="358897" y="141162"/>
                  <a:pt x="363479" y="141360"/>
                  <a:pt x="365872" y="141758"/>
                </a:cubicBezTo>
                <a:lnTo>
                  <a:pt x="366271" y="141162"/>
                </a:lnTo>
                <a:cubicBezTo>
                  <a:pt x="364674" y="129750"/>
                  <a:pt x="364477" y="120415"/>
                  <a:pt x="364477" y="105254"/>
                </a:cubicBezTo>
                <a:cubicBezTo>
                  <a:pt x="364477" y="98872"/>
                  <a:pt x="364875" y="91492"/>
                  <a:pt x="364875" y="85110"/>
                </a:cubicBezTo>
                <a:cubicBezTo>
                  <a:pt x="364875" y="64363"/>
                  <a:pt x="358100" y="53602"/>
                  <a:pt x="340163" y="53602"/>
                </a:cubicBezTo>
                <a:cubicBezTo>
                  <a:pt x="332592" y="53602"/>
                  <a:pt x="318443" y="56594"/>
                  <a:pt x="305691" y="71545"/>
                </a:cubicBezTo>
                <a:lnTo>
                  <a:pt x="305292" y="70946"/>
                </a:lnTo>
                <a:close/>
                <a:moveTo>
                  <a:pt x="450366" y="55742"/>
                </a:moveTo>
                <a:cubicBezTo>
                  <a:pt x="446020" y="55742"/>
                  <a:pt x="441438" y="55703"/>
                  <a:pt x="438805" y="55344"/>
                </a:cubicBezTo>
                <a:cubicBezTo>
                  <a:pt x="437452" y="58573"/>
                  <a:pt x="436375" y="60525"/>
                  <a:pt x="434423" y="63514"/>
                </a:cubicBezTo>
                <a:lnTo>
                  <a:pt x="435417" y="64910"/>
                </a:lnTo>
                <a:cubicBezTo>
                  <a:pt x="439005" y="64670"/>
                  <a:pt x="445583" y="64512"/>
                  <a:pt x="450165" y="64512"/>
                </a:cubicBezTo>
                <a:lnTo>
                  <a:pt x="450366" y="64512"/>
                </a:lnTo>
                <a:lnTo>
                  <a:pt x="450366" y="101542"/>
                </a:lnTo>
                <a:cubicBezTo>
                  <a:pt x="450366" y="116475"/>
                  <a:pt x="450086" y="130492"/>
                  <a:pt x="448371" y="141162"/>
                </a:cubicBezTo>
                <a:lnTo>
                  <a:pt x="448769" y="141758"/>
                </a:lnTo>
                <a:cubicBezTo>
                  <a:pt x="451162" y="141363"/>
                  <a:pt x="455945" y="141162"/>
                  <a:pt x="458335" y="141162"/>
                </a:cubicBezTo>
                <a:cubicBezTo>
                  <a:pt x="460725" y="141162"/>
                  <a:pt x="465508" y="141363"/>
                  <a:pt x="467901" y="141758"/>
                </a:cubicBezTo>
                <a:lnTo>
                  <a:pt x="468300" y="141162"/>
                </a:lnTo>
                <a:cubicBezTo>
                  <a:pt x="466624" y="129814"/>
                  <a:pt x="466305" y="116475"/>
                  <a:pt x="466305" y="101542"/>
                </a:cubicBezTo>
                <a:lnTo>
                  <a:pt x="466305" y="64512"/>
                </a:lnTo>
                <a:lnTo>
                  <a:pt x="473083" y="64512"/>
                </a:lnTo>
                <a:cubicBezTo>
                  <a:pt x="477866" y="64512"/>
                  <a:pt x="484799" y="64670"/>
                  <a:pt x="487429" y="64910"/>
                </a:cubicBezTo>
                <a:cubicBezTo>
                  <a:pt x="488028" y="61723"/>
                  <a:pt x="488627" y="59689"/>
                  <a:pt x="489822" y="56740"/>
                </a:cubicBezTo>
                <a:lnTo>
                  <a:pt x="488825" y="55344"/>
                </a:lnTo>
                <a:cubicBezTo>
                  <a:pt x="485477" y="55502"/>
                  <a:pt x="479459" y="55742"/>
                  <a:pt x="474877" y="55742"/>
                </a:cubicBezTo>
                <a:lnTo>
                  <a:pt x="466305" y="55742"/>
                </a:lnTo>
                <a:lnTo>
                  <a:pt x="466305" y="53942"/>
                </a:lnTo>
                <a:cubicBezTo>
                  <a:pt x="466305" y="46733"/>
                  <a:pt x="465311" y="36321"/>
                  <a:pt x="465311" y="32718"/>
                </a:cubicBezTo>
                <a:cubicBezTo>
                  <a:pt x="465311" y="21665"/>
                  <a:pt x="472444" y="14188"/>
                  <a:pt x="483844" y="14188"/>
                </a:cubicBezTo>
                <a:cubicBezTo>
                  <a:pt x="488983" y="14188"/>
                  <a:pt x="493209" y="17153"/>
                  <a:pt x="495402" y="21103"/>
                </a:cubicBezTo>
                <a:lnTo>
                  <a:pt x="497594" y="20908"/>
                </a:lnTo>
                <a:cubicBezTo>
                  <a:pt x="498987" y="15572"/>
                  <a:pt x="501139" y="8848"/>
                  <a:pt x="503174" y="4622"/>
                </a:cubicBezTo>
                <a:lnTo>
                  <a:pt x="502973" y="4026"/>
                </a:lnTo>
                <a:cubicBezTo>
                  <a:pt x="501380" y="3029"/>
                  <a:pt x="497792" y="2031"/>
                  <a:pt x="494006" y="2031"/>
                </a:cubicBezTo>
                <a:cubicBezTo>
                  <a:pt x="481451" y="2031"/>
                  <a:pt x="468856" y="7851"/>
                  <a:pt x="461324" y="17350"/>
                </a:cubicBezTo>
                <a:cubicBezTo>
                  <a:pt x="453753" y="26910"/>
                  <a:pt x="450366" y="36321"/>
                  <a:pt x="450366" y="47934"/>
                </a:cubicBezTo>
                <a:lnTo>
                  <a:pt x="450366" y="55742"/>
                </a:lnTo>
                <a:close/>
                <a:moveTo>
                  <a:pt x="509150" y="22121"/>
                </a:moveTo>
                <a:cubicBezTo>
                  <a:pt x="509150" y="27500"/>
                  <a:pt x="513933" y="32283"/>
                  <a:pt x="519315" y="32283"/>
                </a:cubicBezTo>
                <a:cubicBezTo>
                  <a:pt x="524694" y="32283"/>
                  <a:pt x="529477" y="27500"/>
                  <a:pt x="529477" y="22121"/>
                </a:cubicBezTo>
                <a:cubicBezTo>
                  <a:pt x="529477" y="16739"/>
                  <a:pt x="524694" y="11956"/>
                  <a:pt x="519315" y="11956"/>
                </a:cubicBezTo>
                <a:cubicBezTo>
                  <a:pt x="513933" y="11956"/>
                  <a:pt x="509150" y="16739"/>
                  <a:pt x="509150" y="22121"/>
                </a:cubicBezTo>
                <a:moveTo>
                  <a:pt x="511144" y="94381"/>
                </a:moveTo>
                <a:lnTo>
                  <a:pt x="511144" y="105330"/>
                </a:lnTo>
                <a:cubicBezTo>
                  <a:pt x="511144" y="120260"/>
                  <a:pt x="510786" y="130413"/>
                  <a:pt x="509350" y="141162"/>
                </a:cubicBezTo>
                <a:lnTo>
                  <a:pt x="509749" y="141758"/>
                </a:lnTo>
                <a:cubicBezTo>
                  <a:pt x="512139" y="141363"/>
                  <a:pt x="516724" y="141162"/>
                  <a:pt x="519114" y="141162"/>
                </a:cubicBezTo>
                <a:cubicBezTo>
                  <a:pt x="521507" y="141162"/>
                  <a:pt x="526089" y="141363"/>
                  <a:pt x="528479" y="141758"/>
                </a:cubicBezTo>
                <a:lnTo>
                  <a:pt x="528878" y="141162"/>
                </a:lnTo>
                <a:cubicBezTo>
                  <a:pt x="527446" y="129857"/>
                  <a:pt x="527087" y="120458"/>
                  <a:pt x="527087" y="105330"/>
                </a:cubicBezTo>
                <a:lnTo>
                  <a:pt x="527087" y="91197"/>
                </a:lnTo>
                <a:cubicBezTo>
                  <a:pt x="527087" y="76267"/>
                  <a:pt x="527604" y="69100"/>
                  <a:pt x="528878" y="56956"/>
                </a:cubicBezTo>
                <a:cubicBezTo>
                  <a:pt x="528878" y="55165"/>
                  <a:pt x="528641" y="54964"/>
                  <a:pt x="527087" y="54964"/>
                </a:cubicBezTo>
                <a:cubicBezTo>
                  <a:pt x="522541" y="55405"/>
                  <a:pt x="513972" y="55523"/>
                  <a:pt x="509749" y="55165"/>
                </a:cubicBezTo>
                <a:lnTo>
                  <a:pt x="509350" y="55761"/>
                </a:lnTo>
                <a:cubicBezTo>
                  <a:pt x="510585" y="64281"/>
                  <a:pt x="511144" y="79451"/>
                  <a:pt x="511144" y="94381"/>
                </a:cubicBezTo>
                <a:close/>
                <a:moveTo>
                  <a:pt x="565149" y="161897"/>
                </a:moveTo>
                <a:cubicBezTo>
                  <a:pt x="565149" y="155295"/>
                  <a:pt x="571127" y="147894"/>
                  <a:pt x="578099" y="144093"/>
                </a:cubicBezTo>
                <a:cubicBezTo>
                  <a:pt x="583998" y="144112"/>
                  <a:pt x="593087" y="143510"/>
                  <a:pt x="595835" y="143510"/>
                </a:cubicBezTo>
                <a:cubicBezTo>
                  <a:pt x="605402" y="143510"/>
                  <a:pt x="611498" y="143710"/>
                  <a:pt x="616959" y="146909"/>
                </a:cubicBezTo>
                <a:cubicBezTo>
                  <a:pt x="622740" y="150309"/>
                  <a:pt x="624731" y="156107"/>
                  <a:pt x="624731" y="161304"/>
                </a:cubicBezTo>
                <a:cubicBezTo>
                  <a:pt x="624731" y="173500"/>
                  <a:pt x="608391" y="179895"/>
                  <a:pt x="591253" y="179895"/>
                </a:cubicBezTo>
                <a:cubicBezTo>
                  <a:pt x="578300" y="179895"/>
                  <a:pt x="565149" y="175498"/>
                  <a:pt x="565149" y="161903"/>
                </a:cubicBezTo>
                <a:lnTo>
                  <a:pt x="565149" y="161897"/>
                </a:lnTo>
                <a:moveTo>
                  <a:pt x="622740" y="84264"/>
                </a:moveTo>
                <a:cubicBezTo>
                  <a:pt x="622740" y="70529"/>
                  <a:pt x="617358" y="64162"/>
                  <a:pt x="612696" y="61097"/>
                </a:cubicBezTo>
                <a:cubicBezTo>
                  <a:pt x="618674" y="61574"/>
                  <a:pt x="625288" y="62329"/>
                  <a:pt x="633501" y="63165"/>
                </a:cubicBezTo>
                <a:lnTo>
                  <a:pt x="634097" y="62569"/>
                </a:lnTo>
                <a:cubicBezTo>
                  <a:pt x="633698" y="60778"/>
                  <a:pt x="633501" y="59184"/>
                  <a:pt x="633501" y="57390"/>
                </a:cubicBezTo>
                <a:cubicBezTo>
                  <a:pt x="633501" y="55596"/>
                  <a:pt x="633698" y="54003"/>
                  <a:pt x="634097" y="52209"/>
                </a:cubicBezTo>
                <a:lnTo>
                  <a:pt x="633501" y="51610"/>
                </a:lnTo>
                <a:cubicBezTo>
                  <a:pt x="623974" y="52407"/>
                  <a:pt x="616920" y="54520"/>
                  <a:pt x="602054" y="55317"/>
                </a:cubicBezTo>
                <a:cubicBezTo>
                  <a:pt x="598505" y="54201"/>
                  <a:pt x="594123" y="53602"/>
                  <a:pt x="589857" y="53602"/>
                </a:cubicBezTo>
                <a:cubicBezTo>
                  <a:pt x="574116" y="53602"/>
                  <a:pt x="555981" y="64162"/>
                  <a:pt x="555981" y="83866"/>
                </a:cubicBezTo>
                <a:cubicBezTo>
                  <a:pt x="555981" y="98796"/>
                  <a:pt x="564549" y="105561"/>
                  <a:pt x="570129" y="108751"/>
                </a:cubicBezTo>
                <a:cubicBezTo>
                  <a:pt x="564352" y="112735"/>
                  <a:pt x="557376" y="118539"/>
                  <a:pt x="557376" y="125350"/>
                </a:cubicBezTo>
                <a:cubicBezTo>
                  <a:pt x="557376" y="133548"/>
                  <a:pt x="562159" y="140721"/>
                  <a:pt x="572878" y="142555"/>
                </a:cubicBezTo>
                <a:cubicBezTo>
                  <a:pt x="567341" y="144872"/>
                  <a:pt x="561123" y="148709"/>
                  <a:pt x="555981" y="152708"/>
                </a:cubicBezTo>
                <a:cubicBezTo>
                  <a:pt x="553469" y="156506"/>
                  <a:pt x="551398" y="162143"/>
                  <a:pt x="551398" y="165901"/>
                </a:cubicBezTo>
                <a:cubicBezTo>
                  <a:pt x="551398" y="181649"/>
                  <a:pt x="568536" y="188464"/>
                  <a:pt x="589660" y="188464"/>
                </a:cubicBezTo>
                <a:cubicBezTo>
                  <a:pt x="620745" y="188464"/>
                  <a:pt x="639278" y="175458"/>
                  <a:pt x="639278" y="156706"/>
                </a:cubicBezTo>
                <a:cubicBezTo>
                  <a:pt x="639278" y="147910"/>
                  <a:pt x="636490" y="141719"/>
                  <a:pt x="630910" y="136936"/>
                </a:cubicBezTo>
                <a:cubicBezTo>
                  <a:pt x="623415" y="130559"/>
                  <a:pt x="609786" y="130359"/>
                  <a:pt x="602811" y="130359"/>
                </a:cubicBezTo>
                <a:cubicBezTo>
                  <a:pt x="599423" y="130359"/>
                  <a:pt x="591451" y="130757"/>
                  <a:pt x="586868" y="131356"/>
                </a:cubicBezTo>
                <a:cubicBezTo>
                  <a:pt x="584080" y="131538"/>
                  <a:pt x="582085" y="131739"/>
                  <a:pt x="581091" y="131739"/>
                </a:cubicBezTo>
                <a:cubicBezTo>
                  <a:pt x="575511" y="131739"/>
                  <a:pt x="569530" y="130939"/>
                  <a:pt x="569530" y="122334"/>
                </a:cubicBezTo>
                <a:cubicBezTo>
                  <a:pt x="569530" y="118332"/>
                  <a:pt x="570528" y="114933"/>
                  <a:pt x="574912" y="111141"/>
                </a:cubicBezTo>
                <a:cubicBezTo>
                  <a:pt x="577503" y="112537"/>
                  <a:pt x="583639" y="113930"/>
                  <a:pt x="589660" y="113930"/>
                </a:cubicBezTo>
                <a:cubicBezTo>
                  <a:pt x="610382" y="113930"/>
                  <a:pt x="622740" y="99948"/>
                  <a:pt x="622740" y="84264"/>
                </a:cubicBezTo>
                <a:moveTo>
                  <a:pt x="607196" y="84462"/>
                </a:moveTo>
                <a:cubicBezTo>
                  <a:pt x="607196" y="96564"/>
                  <a:pt x="602212" y="105960"/>
                  <a:pt x="590256" y="105960"/>
                </a:cubicBezTo>
                <a:cubicBezTo>
                  <a:pt x="575910" y="105960"/>
                  <a:pt x="571525" y="96604"/>
                  <a:pt x="571525" y="82872"/>
                </a:cubicBezTo>
                <a:cubicBezTo>
                  <a:pt x="571525" y="69736"/>
                  <a:pt x="577503" y="61176"/>
                  <a:pt x="589061" y="61176"/>
                </a:cubicBezTo>
                <a:cubicBezTo>
                  <a:pt x="602014" y="61176"/>
                  <a:pt x="607196" y="70332"/>
                  <a:pt x="607196" y="84462"/>
                </a:cubicBezTo>
                <a:close/>
                <a:moveTo>
                  <a:pt x="717195" y="122848"/>
                </a:moveTo>
                <a:lnTo>
                  <a:pt x="717991" y="123444"/>
                </a:lnTo>
                <a:lnTo>
                  <a:pt x="718989" y="141162"/>
                </a:lnTo>
                <a:cubicBezTo>
                  <a:pt x="718989" y="141561"/>
                  <a:pt x="719229" y="141758"/>
                  <a:pt x="719785" y="141758"/>
                </a:cubicBezTo>
                <a:cubicBezTo>
                  <a:pt x="722416" y="141402"/>
                  <a:pt x="724769" y="141162"/>
                  <a:pt x="727676" y="141162"/>
                </a:cubicBezTo>
                <a:cubicBezTo>
                  <a:pt x="730148" y="141162"/>
                  <a:pt x="733934" y="141363"/>
                  <a:pt x="736525" y="141758"/>
                </a:cubicBezTo>
                <a:lnTo>
                  <a:pt x="736923" y="141162"/>
                </a:lnTo>
                <a:cubicBezTo>
                  <a:pt x="735330" y="132603"/>
                  <a:pt x="733536" y="117870"/>
                  <a:pt x="733536" y="102940"/>
                </a:cubicBezTo>
                <a:lnTo>
                  <a:pt x="733536" y="91592"/>
                </a:lnTo>
                <a:cubicBezTo>
                  <a:pt x="733536" y="76659"/>
                  <a:pt x="733736" y="66309"/>
                  <a:pt x="735330" y="55758"/>
                </a:cubicBezTo>
                <a:lnTo>
                  <a:pt x="734931" y="55159"/>
                </a:lnTo>
                <a:cubicBezTo>
                  <a:pt x="732538" y="55557"/>
                  <a:pt x="727956" y="55758"/>
                  <a:pt x="725566" y="55758"/>
                </a:cubicBezTo>
                <a:cubicBezTo>
                  <a:pt x="723173" y="55758"/>
                  <a:pt x="718590" y="55557"/>
                  <a:pt x="716200" y="55159"/>
                </a:cubicBezTo>
                <a:lnTo>
                  <a:pt x="715799" y="55758"/>
                </a:lnTo>
                <a:cubicBezTo>
                  <a:pt x="717356" y="67145"/>
                  <a:pt x="717593" y="76462"/>
                  <a:pt x="717593" y="91592"/>
                </a:cubicBezTo>
                <a:lnTo>
                  <a:pt x="717593" y="111102"/>
                </a:lnTo>
                <a:cubicBezTo>
                  <a:pt x="711536" y="121297"/>
                  <a:pt x="700057" y="131961"/>
                  <a:pt x="690294" y="131961"/>
                </a:cubicBezTo>
                <a:cubicBezTo>
                  <a:pt x="683437" y="131961"/>
                  <a:pt x="676942" y="129775"/>
                  <a:pt x="676942" y="111269"/>
                </a:cubicBezTo>
                <a:lnTo>
                  <a:pt x="676942" y="91571"/>
                </a:lnTo>
                <a:cubicBezTo>
                  <a:pt x="676942" y="76647"/>
                  <a:pt x="677139" y="66303"/>
                  <a:pt x="678736" y="55758"/>
                </a:cubicBezTo>
                <a:lnTo>
                  <a:pt x="678337" y="55159"/>
                </a:lnTo>
                <a:cubicBezTo>
                  <a:pt x="675944" y="55557"/>
                  <a:pt x="671362" y="55758"/>
                  <a:pt x="668969" y="55758"/>
                </a:cubicBezTo>
                <a:cubicBezTo>
                  <a:pt x="666579" y="55758"/>
                  <a:pt x="661997" y="55557"/>
                  <a:pt x="659604" y="55159"/>
                </a:cubicBezTo>
                <a:lnTo>
                  <a:pt x="659205" y="55758"/>
                </a:lnTo>
                <a:cubicBezTo>
                  <a:pt x="660799" y="67096"/>
                  <a:pt x="660999" y="76450"/>
                  <a:pt x="660999" y="91571"/>
                </a:cubicBezTo>
                <a:lnTo>
                  <a:pt x="660999" y="115447"/>
                </a:lnTo>
                <a:cubicBezTo>
                  <a:pt x="660999" y="129176"/>
                  <a:pt x="667376" y="143120"/>
                  <a:pt x="687104" y="143120"/>
                </a:cubicBezTo>
                <a:cubicBezTo>
                  <a:pt x="699458" y="143120"/>
                  <a:pt x="710618" y="132958"/>
                  <a:pt x="717195" y="122808"/>
                </a:cubicBezTo>
                <a:lnTo>
                  <a:pt x="717195" y="122848"/>
                </a:lnTo>
                <a:close/>
                <a:moveTo>
                  <a:pt x="784750" y="74534"/>
                </a:moveTo>
                <a:lnTo>
                  <a:pt x="784750" y="56393"/>
                </a:lnTo>
                <a:cubicBezTo>
                  <a:pt x="784750" y="54839"/>
                  <a:pt x="784510" y="54401"/>
                  <a:pt x="783555" y="54401"/>
                </a:cubicBezTo>
                <a:cubicBezTo>
                  <a:pt x="779091" y="55277"/>
                  <a:pt x="771958" y="55435"/>
                  <a:pt x="767412" y="54997"/>
                </a:cubicBezTo>
                <a:lnTo>
                  <a:pt x="767014" y="55596"/>
                </a:lnTo>
                <a:cubicBezTo>
                  <a:pt x="768409" y="64205"/>
                  <a:pt x="768808" y="79323"/>
                  <a:pt x="768808" y="94283"/>
                </a:cubicBezTo>
                <a:lnTo>
                  <a:pt x="768808" y="105254"/>
                </a:lnTo>
                <a:cubicBezTo>
                  <a:pt x="768808" y="120215"/>
                  <a:pt x="768570" y="130428"/>
                  <a:pt x="767014" y="141162"/>
                </a:cubicBezTo>
                <a:lnTo>
                  <a:pt x="767412" y="141758"/>
                </a:lnTo>
                <a:cubicBezTo>
                  <a:pt x="769805" y="141360"/>
                  <a:pt x="774387" y="141162"/>
                  <a:pt x="776780" y="141162"/>
                </a:cubicBezTo>
                <a:cubicBezTo>
                  <a:pt x="779170" y="141162"/>
                  <a:pt x="783753" y="141360"/>
                  <a:pt x="786146" y="141758"/>
                </a:cubicBezTo>
                <a:lnTo>
                  <a:pt x="786544" y="141162"/>
                </a:lnTo>
                <a:cubicBezTo>
                  <a:pt x="785069" y="129790"/>
                  <a:pt x="784750" y="120415"/>
                  <a:pt x="784750" y="105254"/>
                </a:cubicBezTo>
                <a:lnTo>
                  <a:pt x="784750" y="94882"/>
                </a:lnTo>
                <a:cubicBezTo>
                  <a:pt x="784750" y="86502"/>
                  <a:pt x="787262" y="81716"/>
                  <a:pt x="791525" y="75133"/>
                </a:cubicBezTo>
                <a:cubicBezTo>
                  <a:pt x="794435" y="70706"/>
                  <a:pt x="798898" y="68152"/>
                  <a:pt x="802684" y="68152"/>
                </a:cubicBezTo>
                <a:cubicBezTo>
                  <a:pt x="806671" y="68152"/>
                  <a:pt x="810456" y="68550"/>
                  <a:pt x="813047" y="70943"/>
                </a:cubicBezTo>
                <a:lnTo>
                  <a:pt x="814640" y="70545"/>
                </a:lnTo>
                <a:lnTo>
                  <a:pt x="818627" y="55794"/>
                </a:lnTo>
                <a:lnTo>
                  <a:pt x="817830" y="54997"/>
                </a:lnTo>
                <a:cubicBezTo>
                  <a:pt x="814443" y="54003"/>
                  <a:pt x="814242" y="53602"/>
                  <a:pt x="810657" y="53602"/>
                </a:cubicBezTo>
                <a:cubicBezTo>
                  <a:pt x="799896" y="53602"/>
                  <a:pt x="794115" y="59780"/>
                  <a:pt x="785349" y="74932"/>
                </a:cubicBezTo>
                <a:lnTo>
                  <a:pt x="784750" y="74534"/>
                </a:lnTo>
                <a:close/>
                <a:moveTo>
                  <a:pt x="845531" y="86694"/>
                </a:moveTo>
                <a:cubicBezTo>
                  <a:pt x="848918" y="65959"/>
                  <a:pt x="861990" y="61574"/>
                  <a:pt x="868248" y="61574"/>
                </a:cubicBezTo>
                <a:cubicBezTo>
                  <a:pt x="876139" y="61574"/>
                  <a:pt x="884987" y="68951"/>
                  <a:pt x="884987" y="83902"/>
                </a:cubicBezTo>
                <a:cubicBezTo>
                  <a:pt x="884987" y="85696"/>
                  <a:pt x="884190" y="86694"/>
                  <a:pt x="882196" y="86694"/>
                </a:cubicBezTo>
                <a:lnTo>
                  <a:pt x="845531" y="86694"/>
                </a:lnTo>
                <a:moveTo>
                  <a:pt x="898737" y="120394"/>
                </a:moveTo>
                <a:cubicBezTo>
                  <a:pt x="891762" y="127975"/>
                  <a:pt x="882396" y="131365"/>
                  <a:pt x="871435" y="131365"/>
                </a:cubicBezTo>
                <a:cubicBezTo>
                  <a:pt x="864620" y="131365"/>
                  <a:pt x="855215" y="128771"/>
                  <a:pt x="849715" y="119996"/>
                </a:cubicBezTo>
                <a:cubicBezTo>
                  <a:pt x="846206" y="114410"/>
                  <a:pt x="844932" y="106273"/>
                  <a:pt x="844932" y="94664"/>
                </a:cubicBezTo>
                <a:lnTo>
                  <a:pt x="899136" y="94664"/>
                </a:lnTo>
                <a:cubicBezTo>
                  <a:pt x="901328" y="94664"/>
                  <a:pt x="902721" y="93469"/>
                  <a:pt x="902721" y="91276"/>
                </a:cubicBezTo>
                <a:cubicBezTo>
                  <a:pt x="902721" y="74534"/>
                  <a:pt x="894550" y="53602"/>
                  <a:pt x="868248" y="53602"/>
                </a:cubicBezTo>
                <a:cubicBezTo>
                  <a:pt x="847720" y="53602"/>
                  <a:pt x="827396" y="70146"/>
                  <a:pt x="827396" y="99453"/>
                </a:cubicBezTo>
                <a:cubicBezTo>
                  <a:pt x="827396" y="110779"/>
                  <a:pt x="829707" y="121951"/>
                  <a:pt x="836363" y="129969"/>
                </a:cubicBezTo>
                <a:cubicBezTo>
                  <a:pt x="843217" y="138219"/>
                  <a:pt x="854616" y="143120"/>
                  <a:pt x="868047" y="143120"/>
                </a:cubicBezTo>
                <a:cubicBezTo>
                  <a:pt x="882396" y="143120"/>
                  <a:pt x="895149" y="135750"/>
                  <a:pt x="902721" y="125381"/>
                </a:cubicBezTo>
                <a:lnTo>
                  <a:pt x="898737" y="120394"/>
                </a:lnTo>
                <a:close/>
                <a:moveTo>
                  <a:pt x="920855" y="120993"/>
                </a:moveTo>
                <a:lnTo>
                  <a:pt x="917468" y="137741"/>
                </a:lnTo>
                <a:cubicBezTo>
                  <a:pt x="928828" y="141728"/>
                  <a:pt x="939987" y="143120"/>
                  <a:pt x="947558" y="143120"/>
                </a:cubicBezTo>
                <a:cubicBezTo>
                  <a:pt x="975059" y="143120"/>
                  <a:pt x="981435" y="126777"/>
                  <a:pt x="981435" y="115809"/>
                </a:cubicBezTo>
                <a:cubicBezTo>
                  <a:pt x="981435" y="99459"/>
                  <a:pt x="968482" y="93079"/>
                  <a:pt x="954333" y="89689"/>
                </a:cubicBezTo>
                <a:cubicBezTo>
                  <a:pt x="946801" y="87895"/>
                  <a:pt x="935803" y="84106"/>
                  <a:pt x="935803" y="74136"/>
                </a:cubicBezTo>
                <a:cubicBezTo>
                  <a:pt x="935803" y="65959"/>
                  <a:pt x="942377" y="61574"/>
                  <a:pt x="950946" y="61574"/>
                </a:cubicBezTo>
                <a:cubicBezTo>
                  <a:pt x="961309" y="61574"/>
                  <a:pt x="967685" y="69748"/>
                  <a:pt x="972270" y="75133"/>
                </a:cubicBezTo>
                <a:lnTo>
                  <a:pt x="975059" y="74932"/>
                </a:lnTo>
                <a:lnTo>
                  <a:pt x="979045" y="60179"/>
                </a:lnTo>
                <a:lnTo>
                  <a:pt x="978647" y="59583"/>
                </a:lnTo>
                <a:cubicBezTo>
                  <a:pt x="972866" y="56594"/>
                  <a:pt x="961908" y="53602"/>
                  <a:pt x="951742" y="53602"/>
                </a:cubicBezTo>
                <a:cubicBezTo>
                  <a:pt x="936998" y="53602"/>
                  <a:pt x="921652" y="61374"/>
                  <a:pt x="921652" y="77924"/>
                </a:cubicBezTo>
                <a:cubicBezTo>
                  <a:pt x="921652" y="93876"/>
                  <a:pt x="933571" y="99139"/>
                  <a:pt x="945567" y="102451"/>
                </a:cubicBezTo>
                <a:cubicBezTo>
                  <a:pt x="957125" y="105641"/>
                  <a:pt x="965693" y="108830"/>
                  <a:pt x="965693" y="118600"/>
                </a:cubicBezTo>
                <a:cubicBezTo>
                  <a:pt x="965693" y="129170"/>
                  <a:pt x="957921" y="135151"/>
                  <a:pt x="947361" y="135151"/>
                </a:cubicBezTo>
                <a:cubicBezTo>
                  <a:pt x="937795" y="135151"/>
                  <a:pt x="929424" y="128571"/>
                  <a:pt x="923844" y="120795"/>
                </a:cubicBezTo>
                <a:lnTo>
                  <a:pt x="920855" y="120993"/>
                </a:lnTo>
                <a:close/>
                <a:moveTo>
                  <a:pt x="1049587" y="120993"/>
                </a:moveTo>
                <a:lnTo>
                  <a:pt x="1046200" y="137741"/>
                </a:lnTo>
                <a:cubicBezTo>
                  <a:pt x="1057560" y="141728"/>
                  <a:pt x="1068720" y="143120"/>
                  <a:pt x="1076291" y="143120"/>
                </a:cubicBezTo>
                <a:cubicBezTo>
                  <a:pt x="1103791" y="143120"/>
                  <a:pt x="1110168" y="126777"/>
                  <a:pt x="1110168" y="115809"/>
                </a:cubicBezTo>
                <a:cubicBezTo>
                  <a:pt x="1110168" y="99459"/>
                  <a:pt x="1097214" y="93079"/>
                  <a:pt x="1083066" y="89689"/>
                </a:cubicBezTo>
                <a:cubicBezTo>
                  <a:pt x="1075534" y="87895"/>
                  <a:pt x="1064536" y="84106"/>
                  <a:pt x="1064536" y="74136"/>
                </a:cubicBezTo>
                <a:cubicBezTo>
                  <a:pt x="1064536" y="65959"/>
                  <a:pt x="1071110" y="61574"/>
                  <a:pt x="1079678" y="61574"/>
                </a:cubicBezTo>
                <a:cubicBezTo>
                  <a:pt x="1090041" y="61574"/>
                  <a:pt x="1096417" y="69748"/>
                  <a:pt x="1101003" y="75133"/>
                </a:cubicBezTo>
                <a:lnTo>
                  <a:pt x="1103791" y="74932"/>
                </a:lnTo>
                <a:lnTo>
                  <a:pt x="1107778" y="60179"/>
                </a:lnTo>
                <a:lnTo>
                  <a:pt x="1107379" y="59583"/>
                </a:lnTo>
                <a:cubicBezTo>
                  <a:pt x="1101599" y="56594"/>
                  <a:pt x="1090640" y="53602"/>
                  <a:pt x="1080475" y="53602"/>
                </a:cubicBezTo>
                <a:cubicBezTo>
                  <a:pt x="1065731" y="53602"/>
                  <a:pt x="1050384" y="61374"/>
                  <a:pt x="1050384" y="77924"/>
                </a:cubicBezTo>
                <a:cubicBezTo>
                  <a:pt x="1050384" y="93876"/>
                  <a:pt x="1062304" y="99139"/>
                  <a:pt x="1074299" y="102451"/>
                </a:cubicBezTo>
                <a:cubicBezTo>
                  <a:pt x="1085857" y="105641"/>
                  <a:pt x="1094426" y="108830"/>
                  <a:pt x="1094426" y="118600"/>
                </a:cubicBezTo>
                <a:cubicBezTo>
                  <a:pt x="1094426" y="129170"/>
                  <a:pt x="1086654" y="135151"/>
                  <a:pt x="1076093" y="135151"/>
                </a:cubicBezTo>
                <a:cubicBezTo>
                  <a:pt x="1066527" y="135151"/>
                  <a:pt x="1058156" y="128571"/>
                  <a:pt x="1052576" y="120795"/>
                </a:cubicBezTo>
                <a:lnTo>
                  <a:pt x="1049587" y="120993"/>
                </a:lnTo>
                <a:close/>
                <a:moveTo>
                  <a:pt x="1152416" y="70946"/>
                </a:moveTo>
                <a:lnTo>
                  <a:pt x="1152416" y="41259"/>
                </a:lnTo>
                <a:cubicBezTo>
                  <a:pt x="1152416" y="26524"/>
                  <a:pt x="1153252" y="16250"/>
                  <a:pt x="1154207" y="4023"/>
                </a:cubicBezTo>
                <a:cubicBezTo>
                  <a:pt x="1154207" y="2630"/>
                  <a:pt x="1153651" y="2031"/>
                  <a:pt x="1152416" y="2031"/>
                </a:cubicBezTo>
                <a:cubicBezTo>
                  <a:pt x="1147432" y="4023"/>
                  <a:pt x="1143169" y="5419"/>
                  <a:pt x="1135078" y="6015"/>
                </a:cubicBezTo>
                <a:lnTo>
                  <a:pt x="1134680" y="6614"/>
                </a:lnTo>
                <a:cubicBezTo>
                  <a:pt x="1136233" y="15134"/>
                  <a:pt x="1136474" y="30109"/>
                  <a:pt x="1136474" y="45240"/>
                </a:cubicBezTo>
                <a:lnTo>
                  <a:pt x="1136474" y="105254"/>
                </a:lnTo>
                <a:cubicBezTo>
                  <a:pt x="1136474" y="120096"/>
                  <a:pt x="1136233" y="129991"/>
                  <a:pt x="1134680" y="141162"/>
                </a:cubicBezTo>
                <a:lnTo>
                  <a:pt x="1135078" y="141758"/>
                </a:lnTo>
                <a:cubicBezTo>
                  <a:pt x="1137468" y="141360"/>
                  <a:pt x="1142053" y="141162"/>
                  <a:pt x="1144443" y="141162"/>
                </a:cubicBezTo>
                <a:cubicBezTo>
                  <a:pt x="1146836" y="141162"/>
                  <a:pt x="1151419" y="141360"/>
                  <a:pt x="1153809" y="141758"/>
                </a:cubicBezTo>
                <a:lnTo>
                  <a:pt x="1154207" y="141162"/>
                </a:lnTo>
                <a:cubicBezTo>
                  <a:pt x="1152735" y="129750"/>
                  <a:pt x="1152416" y="120415"/>
                  <a:pt x="1152416" y="105254"/>
                </a:cubicBezTo>
                <a:lnTo>
                  <a:pt x="1152416" y="81917"/>
                </a:lnTo>
                <a:cubicBezTo>
                  <a:pt x="1162578" y="69949"/>
                  <a:pt x="1174255" y="65561"/>
                  <a:pt x="1181309" y="65561"/>
                </a:cubicBezTo>
                <a:cubicBezTo>
                  <a:pt x="1191474" y="65561"/>
                  <a:pt x="1195658" y="69550"/>
                  <a:pt x="1195658" y="85706"/>
                </a:cubicBezTo>
                <a:lnTo>
                  <a:pt x="1195658" y="105254"/>
                </a:lnTo>
                <a:cubicBezTo>
                  <a:pt x="1195658" y="120218"/>
                  <a:pt x="1195457" y="130428"/>
                  <a:pt x="1193864" y="141162"/>
                </a:cubicBezTo>
                <a:lnTo>
                  <a:pt x="1194262" y="141758"/>
                </a:lnTo>
                <a:cubicBezTo>
                  <a:pt x="1196656" y="141360"/>
                  <a:pt x="1201238" y="141162"/>
                  <a:pt x="1203628" y="141162"/>
                </a:cubicBezTo>
                <a:cubicBezTo>
                  <a:pt x="1206021" y="141162"/>
                  <a:pt x="1210603" y="141360"/>
                  <a:pt x="1212996" y="141758"/>
                </a:cubicBezTo>
                <a:lnTo>
                  <a:pt x="1213395" y="141162"/>
                </a:lnTo>
                <a:cubicBezTo>
                  <a:pt x="1211798" y="129750"/>
                  <a:pt x="1211601" y="120415"/>
                  <a:pt x="1211601" y="105254"/>
                </a:cubicBezTo>
                <a:cubicBezTo>
                  <a:pt x="1211601" y="98872"/>
                  <a:pt x="1211999" y="91492"/>
                  <a:pt x="1211999" y="85110"/>
                </a:cubicBezTo>
                <a:cubicBezTo>
                  <a:pt x="1211999" y="64363"/>
                  <a:pt x="1205224" y="53602"/>
                  <a:pt x="1187287" y="53602"/>
                </a:cubicBezTo>
                <a:cubicBezTo>
                  <a:pt x="1179716" y="53602"/>
                  <a:pt x="1165567" y="56594"/>
                  <a:pt x="1152814" y="71545"/>
                </a:cubicBezTo>
                <a:lnTo>
                  <a:pt x="1152416" y="70946"/>
                </a:lnTo>
                <a:close/>
                <a:moveTo>
                  <a:pt x="1235513" y="100255"/>
                </a:moveTo>
                <a:cubicBezTo>
                  <a:pt x="1235513" y="124183"/>
                  <a:pt x="1251255" y="143120"/>
                  <a:pt x="1277761" y="143120"/>
                </a:cubicBezTo>
                <a:cubicBezTo>
                  <a:pt x="1304063" y="143120"/>
                  <a:pt x="1320006" y="124584"/>
                  <a:pt x="1320006" y="98461"/>
                </a:cubicBezTo>
                <a:cubicBezTo>
                  <a:pt x="1320006" y="71344"/>
                  <a:pt x="1305459" y="53602"/>
                  <a:pt x="1278558" y="53602"/>
                </a:cubicBezTo>
                <a:cubicBezTo>
                  <a:pt x="1252450" y="53602"/>
                  <a:pt x="1235513" y="71943"/>
                  <a:pt x="1235513" y="100255"/>
                </a:cubicBezTo>
                <a:moveTo>
                  <a:pt x="1277162" y="61574"/>
                </a:moveTo>
                <a:cubicBezTo>
                  <a:pt x="1298286" y="61574"/>
                  <a:pt x="1302470" y="77924"/>
                  <a:pt x="1302470" y="102052"/>
                </a:cubicBezTo>
                <a:cubicBezTo>
                  <a:pt x="1302470" y="120993"/>
                  <a:pt x="1292904" y="135151"/>
                  <a:pt x="1279552" y="135151"/>
                </a:cubicBezTo>
                <a:cubicBezTo>
                  <a:pt x="1258431" y="135151"/>
                  <a:pt x="1253049" y="112221"/>
                  <a:pt x="1253049" y="96868"/>
                </a:cubicBezTo>
                <a:cubicBezTo>
                  <a:pt x="1253049" y="79521"/>
                  <a:pt x="1258431" y="61574"/>
                  <a:pt x="1277162" y="61574"/>
                </a:cubicBezTo>
                <a:close/>
                <a:moveTo>
                  <a:pt x="1367034" y="141974"/>
                </a:moveTo>
                <a:cubicBezTo>
                  <a:pt x="1369029" y="141375"/>
                  <a:pt x="1371620" y="141375"/>
                  <a:pt x="1373612" y="141375"/>
                </a:cubicBezTo>
                <a:cubicBezTo>
                  <a:pt x="1375603" y="141375"/>
                  <a:pt x="1378994" y="141375"/>
                  <a:pt x="1380785" y="141974"/>
                </a:cubicBezTo>
                <a:cubicBezTo>
                  <a:pt x="1386246" y="126628"/>
                  <a:pt x="1392026" y="110262"/>
                  <a:pt x="1398442" y="94615"/>
                </a:cubicBezTo>
                <a:cubicBezTo>
                  <a:pt x="1404420" y="110183"/>
                  <a:pt x="1410796" y="126311"/>
                  <a:pt x="1416455" y="141773"/>
                </a:cubicBezTo>
                <a:cubicBezTo>
                  <a:pt x="1418450" y="141174"/>
                  <a:pt x="1419645" y="141174"/>
                  <a:pt x="1421637" y="141174"/>
                </a:cubicBezTo>
                <a:cubicBezTo>
                  <a:pt x="1423631" y="141174"/>
                  <a:pt x="1427216" y="141174"/>
                  <a:pt x="1429010" y="141773"/>
                </a:cubicBezTo>
                <a:cubicBezTo>
                  <a:pt x="1438774" y="118266"/>
                  <a:pt x="1454717" y="80044"/>
                  <a:pt x="1466077" y="55159"/>
                </a:cubicBezTo>
                <a:cubicBezTo>
                  <a:pt x="1464283" y="55758"/>
                  <a:pt x="1459500" y="55758"/>
                  <a:pt x="1457508" y="55758"/>
                </a:cubicBezTo>
                <a:cubicBezTo>
                  <a:pt x="1455513" y="55758"/>
                  <a:pt x="1452524" y="55758"/>
                  <a:pt x="1450733" y="55159"/>
                </a:cubicBezTo>
                <a:cubicBezTo>
                  <a:pt x="1443359" y="78651"/>
                  <a:pt x="1434392" y="104129"/>
                  <a:pt x="1426182" y="123201"/>
                </a:cubicBezTo>
                <a:lnTo>
                  <a:pt x="1424586" y="123201"/>
                </a:lnTo>
                <a:cubicBezTo>
                  <a:pt x="1416258" y="101344"/>
                  <a:pt x="1410079" y="76261"/>
                  <a:pt x="1405496" y="55159"/>
                </a:cubicBezTo>
                <a:cubicBezTo>
                  <a:pt x="1402906" y="55758"/>
                  <a:pt x="1398323" y="55758"/>
                  <a:pt x="1395532" y="55758"/>
                </a:cubicBezTo>
                <a:cubicBezTo>
                  <a:pt x="1392342" y="55758"/>
                  <a:pt x="1387164" y="55758"/>
                  <a:pt x="1383974" y="55159"/>
                </a:cubicBezTo>
                <a:cubicBezTo>
                  <a:pt x="1386723" y="63323"/>
                  <a:pt x="1389873" y="72080"/>
                  <a:pt x="1393300" y="81160"/>
                </a:cubicBezTo>
                <a:cubicBezTo>
                  <a:pt x="1387961" y="96169"/>
                  <a:pt x="1382539" y="111099"/>
                  <a:pt x="1376762" y="123401"/>
                </a:cubicBezTo>
                <a:lnTo>
                  <a:pt x="1375564" y="123401"/>
                </a:lnTo>
                <a:cubicBezTo>
                  <a:pt x="1365602" y="100626"/>
                  <a:pt x="1358946" y="78174"/>
                  <a:pt x="1351691" y="55359"/>
                </a:cubicBezTo>
                <a:cubicBezTo>
                  <a:pt x="1349100" y="55955"/>
                  <a:pt x="1344518" y="55955"/>
                  <a:pt x="1341727" y="55955"/>
                </a:cubicBezTo>
                <a:cubicBezTo>
                  <a:pt x="1338540" y="55955"/>
                  <a:pt x="1333359" y="55955"/>
                  <a:pt x="1330169" y="55359"/>
                </a:cubicBezTo>
                <a:cubicBezTo>
                  <a:pt x="1343521" y="84623"/>
                  <a:pt x="1355875" y="112890"/>
                  <a:pt x="1367034" y="141974"/>
                </a:cubicBezTo>
                <a:close/>
                <a:moveTo>
                  <a:pt x="1538811" y="55742"/>
                </a:moveTo>
                <a:cubicBezTo>
                  <a:pt x="1534745" y="55742"/>
                  <a:pt x="1530522" y="55663"/>
                  <a:pt x="1528050" y="55344"/>
                </a:cubicBezTo>
                <a:cubicBezTo>
                  <a:pt x="1526697" y="58613"/>
                  <a:pt x="1525620" y="60525"/>
                  <a:pt x="1523668" y="63514"/>
                </a:cubicBezTo>
                <a:lnTo>
                  <a:pt x="1524662" y="64910"/>
                </a:lnTo>
                <a:cubicBezTo>
                  <a:pt x="1528092" y="64670"/>
                  <a:pt x="1534268" y="64551"/>
                  <a:pt x="1538811" y="64512"/>
                </a:cubicBezTo>
                <a:lnTo>
                  <a:pt x="1538811" y="91775"/>
                </a:lnTo>
                <a:cubicBezTo>
                  <a:pt x="1538811" y="103716"/>
                  <a:pt x="1538215" y="118047"/>
                  <a:pt x="1538215" y="124016"/>
                </a:cubicBezTo>
                <a:cubicBezTo>
                  <a:pt x="1538215" y="136957"/>
                  <a:pt x="1546583" y="143120"/>
                  <a:pt x="1555751" y="143120"/>
                </a:cubicBezTo>
                <a:cubicBezTo>
                  <a:pt x="1564122" y="143120"/>
                  <a:pt x="1570498" y="141132"/>
                  <a:pt x="1578866" y="135765"/>
                </a:cubicBezTo>
                <a:lnTo>
                  <a:pt x="1576437" y="130860"/>
                </a:lnTo>
                <a:cubicBezTo>
                  <a:pt x="1570297" y="132974"/>
                  <a:pt x="1565715" y="133174"/>
                  <a:pt x="1560731" y="132378"/>
                </a:cubicBezTo>
                <a:cubicBezTo>
                  <a:pt x="1555991" y="131620"/>
                  <a:pt x="1554157" y="126840"/>
                  <a:pt x="1554157" y="116055"/>
                </a:cubicBezTo>
                <a:cubicBezTo>
                  <a:pt x="1554157" y="110086"/>
                  <a:pt x="1554753" y="101526"/>
                  <a:pt x="1554753" y="89589"/>
                </a:cubicBezTo>
                <a:lnTo>
                  <a:pt x="1554753" y="64512"/>
                </a:lnTo>
                <a:lnTo>
                  <a:pt x="1562328" y="64512"/>
                </a:lnTo>
                <a:cubicBezTo>
                  <a:pt x="1567111" y="64512"/>
                  <a:pt x="1574044" y="64670"/>
                  <a:pt x="1576674" y="64910"/>
                </a:cubicBezTo>
                <a:cubicBezTo>
                  <a:pt x="1577273" y="61723"/>
                  <a:pt x="1577872" y="59689"/>
                  <a:pt x="1579067" y="56740"/>
                </a:cubicBezTo>
                <a:lnTo>
                  <a:pt x="1578069" y="55344"/>
                </a:lnTo>
                <a:cubicBezTo>
                  <a:pt x="1574481" y="55505"/>
                  <a:pt x="1568704" y="55742"/>
                  <a:pt x="1564122" y="55742"/>
                </a:cubicBezTo>
                <a:lnTo>
                  <a:pt x="1554753" y="55742"/>
                </a:lnTo>
                <a:cubicBezTo>
                  <a:pt x="1554753" y="40837"/>
                  <a:pt x="1554875" y="38207"/>
                  <a:pt x="1555751" y="26649"/>
                </a:cubicBezTo>
                <a:cubicBezTo>
                  <a:pt x="1555751" y="25214"/>
                  <a:pt x="1555194" y="24657"/>
                  <a:pt x="1553957" y="24657"/>
                </a:cubicBezTo>
                <a:cubicBezTo>
                  <a:pt x="1548976" y="26649"/>
                  <a:pt x="1546504" y="28762"/>
                  <a:pt x="1540009" y="29638"/>
                </a:cubicBezTo>
                <a:lnTo>
                  <a:pt x="1539610" y="30237"/>
                </a:lnTo>
                <a:cubicBezTo>
                  <a:pt x="1539212" y="37173"/>
                  <a:pt x="1538811" y="44185"/>
                  <a:pt x="1538811" y="55742"/>
                </a:cubicBezTo>
                <a:close/>
                <a:moveTo>
                  <a:pt x="1621513" y="70946"/>
                </a:moveTo>
                <a:lnTo>
                  <a:pt x="1621513" y="41259"/>
                </a:lnTo>
                <a:cubicBezTo>
                  <a:pt x="1621513" y="26524"/>
                  <a:pt x="1622349" y="16250"/>
                  <a:pt x="1623304" y="4023"/>
                </a:cubicBezTo>
                <a:cubicBezTo>
                  <a:pt x="1623304" y="2630"/>
                  <a:pt x="1622747" y="2031"/>
                  <a:pt x="1621513" y="2031"/>
                </a:cubicBezTo>
                <a:cubicBezTo>
                  <a:pt x="1616529" y="4023"/>
                  <a:pt x="1612266" y="5419"/>
                  <a:pt x="1604175" y="6015"/>
                </a:cubicBezTo>
                <a:lnTo>
                  <a:pt x="1603776" y="6614"/>
                </a:lnTo>
                <a:cubicBezTo>
                  <a:pt x="1605330" y="15134"/>
                  <a:pt x="1605570" y="30109"/>
                  <a:pt x="1605570" y="45240"/>
                </a:cubicBezTo>
                <a:lnTo>
                  <a:pt x="1605570" y="105254"/>
                </a:lnTo>
                <a:cubicBezTo>
                  <a:pt x="1605570" y="120096"/>
                  <a:pt x="1605330" y="129991"/>
                  <a:pt x="1603776" y="141162"/>
                </a:cubicBezTo>
                <a:lnTo>
                  <a:pt x="1604175" y="141758"/>
                </a:lnTo>
                <a:cubicBezTo>
                  <a:pt x="1606565" y="141360"/>
                  <a:pt x="1611150" y="141162"/>
                  <a:pt x="1613540" y="141162"/>
                </a:cubicBezTo>
                <a:cubicBezTo>
                  <a:pt x="1615933" y="141162"/>
                  <a:pt x="1620515" y="141360"/>
                  <a:pt x="1622905" y="141758"/>
                </a:cubicBezTo>
                <a:lnTo>
                  <a:pt x="1623304" y="141162"/>
                </a:lnTo>
                <a:cubicBezTo>
                  <a:pt x="1621832" y="129750"/>
                  <a:pt x="1621513" y="120415"/>
                  <a:pt x="1621513" y="105254"/>
                </a:cubicBezTo>
                <a:lnTo>
                  <a:pt x="1621513" y="81917"/>
                </a:lnTo>
                <a:cubicBezTo>
                  <a:pt x="1631675" y="69949"/>
                  <a:pt x="1643351" y="65561"/>
                  <a:pt x="1650406" y="65561"/>
                </a:cubicBezTo>
                <a:cubicBezTo>
                  <a:pt x="1660571" y="65561"/>
                  <a:pt x="1664755" y="69550"/>
                  <a:pt x="1664755" y="85706"/>
                </a:cubicBezTo>
                <a:lnTo>
                  <a:pt x="1664755" y="105254"/>
                </a:lnTo>
                <a:cubicBezTo>
                  <a:pt x="1664755" y="120218"/>
                  <a:pt x="1664554" y="130428"/>
                  <a:pt x="1662961" y="141162"/>
                </a:cubicBezTo>
                <a:lnTo>
                  <a:pt x="1663359" y="141758"/>
                </a:lnTo>
                <a:cubicBezTo>
                  <a:pt x="1665752" y="141360"/>
                  <a:pt x="1670335" y="141162"/>
                  <a:pt x="1672725" y="141162"/>
                </a:cubicBezTo>
                <a:cubicBezTo>
                  <a:pt x="1675118" y="141162"/>
                  <a:pt x="1679700" y="141360"/>
                  <a:pt x="1682093" y="141758"/>
                </a:cubicBezTo>
                <a:lnTo>
                  <a:pt x="1682491" y="141162"/>
                </a:lnTo>
                <a:cubicBezTo>
                  <a:pt x="1680895" y="129750"/>
                  <a:pt x="1680697" y="120415"/>
                  <a:pt x="1680697" y="105254"/>
                </a:cubicBezTo>
                <a:cubicBezTo>
                  <a:pt x="1680697" y="98872"/>
                  <a:pt x="1681096" y="91492"/>
                  <a:pt x="1681096" y="85110"/>
                </a:cubicBezTo>
                <a:cubicBezTo>
                  <a:pt x="1681096" y="64363"/>
                  <a:pt x="1674321" y="53602"/>
                  <a:pt x="1656384" y="53602"/>
                </a:cubicBezTo>
                <a:cubicBezTo>
                  <a:pt x="1648812" y="53602"/>
                  <a:pt x="1634664" y="56594"/>
                  <a:pt x="1621911" y="71545"/>
                </a:cubicBezTo>
                <a:lnTo>
                  <a:pt x="1621513" y="70946"/>
                </a:lnTo>
                <a:close/>
                <a:moveTo>
                  <a:pt x="1721948" y="86694"/>
                </a:moveTo>
                <a:cubicBezTo>
                  <a:pt x="1725336" y="65959"/>
                  <a:pt x="1738408" y="61574"/>
                  <a:pt x="1744666" y="61574"/>
                </a:cubicBezTo>
                <a:cubicBezTo>
                  <a:pt x="1752556" y="61574"/>
                  <a:pt x="1761405" y="68951"/>
                  <a:pt x="1761405" y="83902"/>
                </a:cubicBezTo>
                <a:cubicBezTo>
                  <a:pt x="1761405" y="85696"/>
                  <a:pt x="1760608" y="86694"/>
                  <a:pt x="1758613" y="86694"/>
                </a:cubicBezTo>
                <a:lnTo>
                  <a:pt x="1721948" y="86694"/>
                </a:lnTo>
                <a:moveTo>
                  <a:pt x="1775155" y="120394"/>
                </a:moveTo>
                <a:cubicBezTo>
                  <a:pt x="1768180" y="127975"/>
                  <a:pt x="1758814" y="131365"/>
                  <a:pt x="1747852" y="131365"/>
                </a:cubicBezTo>
                <a:cubicBezTo>
                  <a:pt x="1741038" y="131365"/>
                  <a:pt x="1731633" y="128771"/>
                  <a:pt x="1726133" y="119996"/>
                </a:cubicBezTo>
                <a:cubicBezTo>
                  <a:pt x="1722624" y="114410"/>
                  <a:pt x="1721349" y="106273"/>
                  <a:pt x="1721349" y="94664"/>
                </a:cubicBezTo>
                <a:lnTo>
                  <a:pt x="1775553" y="94664"/>
                </a:lnTo>
                <a:cubicBezTo>
                  <a:pt x="1777746" y="94664"/>
                  <a:pt x="1779138" y="93469"/>
                  <a:pt x="1779138" y="91276"/>
                </a:cubicBezTo>
                <a:cubicBezTo>
                  <a:pt x="1779138" y="74534"/>
                  <a:pt x="1770968" y="53602"/>
                  <a:pt x="1744666" y="53602"/>
                </a:cubicBezTo>
                <a:cubicBezTo>
                  <a:pt x="1724138" y="53602"/>
                  <a:pt x="1703814" y="70146"/>
                  <a:pt x="1703814" y="99453"/>
                </a:cubicBezTo>
                <a:cubicBezTo>
                  <a:pt x="1703814" y="110779"/>
                  <a:pt x="1706125" y="121951"/>
                  <a:pt x="1712781" y="129969"/>
                </a:cubicBezTo>
                <a:cubicBezTo>
                  <a:pt x="1719635" y="138219"/>
                  <a:pt x="1731034" y="143120"/>
                  <a:pt x="1744465" y="143120"/>
                </a:cubicBezTo>
                <a:cubicBezTo>
                  <a:pt x="1758814" y="143120"/>
                  <a:pt x="1771567" y="135750"/>
                  <a:pt x="1779138" y="125381"/>
                </a:cubicBezTo>
                <a:lnTo>
                  <a:pt x="1775155" y="120394"/>
                </a:lnTo>
                <a:close/>
                <a:moveTo>
                  <a:pt x="1847092" y="120993"/>
                </a:moveTo>
                <a:lnTo>
                  <a:pt x="1843704" y="137741"/>
                </a:lnTo>
                <a:cubicBezTo>
                  <a:pt x="1855064" y="141728"/>
                  <a:pt x="1866224" y="143120"/>
                  <a:pt x="1873795" y="143120"/>
                </a:cubicBezTo>
                <a:cubicBezTo>
                  <a:pt x="1901295" y="143120"/>
                  <a:pt x="1907672" y="126777"/>
                  <a:pt x="1907672" y="115809"/>
                </a:cubicBezTo>
                <a:cubicBezTo>
                  <a:pt x="1907672" y="99459"/>
                  <a:pt x="1894718" y="93079"/>
                  <a:pt x="1880570" y="89689"/>
                </a:cubicBezTo>
                <a:cubicBezTo>
                  <a:pt x="1873038" y="87895"/>
                  <a:pt x="1862040" y="84106"/>
                  <a:pt x="1862040" y="74136"/>
                </a:cubicBezTo>
                <a:cubicBezTo>
                  <a:pt x="1862040" y="65959"/>
                  <a:pt x="1868614" y="61574"/>
                  <a:pt x="1877183" y="61574"/>
                </a:cubicBezTo>
                <a:cubicBezTo>
                  <a:pt x="1887545" y="61574"/>
                  <a:pt x="1893922" y="69748"/>
                  <a:pt x="1898507" y="75133"/>
                </a:cubicBezTo>
                <a:lnTo>
                  <a:pt x="1901295" y="74932"/>
                </a:lnTo>
                <a:lnTo>
                  <a:pt x="1905282" y="60179"/>
                </a:lnTo>
                <a:lnTo>
                  <a:pt x="1904883" y="59583"/>
                </a:lnTo>
                <a:cubicBezTo>
                  <a:pt x="1899103" y="56594"/>
                  <a:pt x="1888144" y="53602"/>
                  <a:pt x="1877979" y="53602"/>
                </a:cubicBezTo>
                <a:cubicBezTo>
                  <a:pt x="1863235" y="53602"/>
                  <a:pt x="1847888" y="61374"/>
                  <a:pt x="1847888" y="77924"/>
                </a:cubicBezTo>
                <a:cubicBezTo>
                  <a:pt x="1847888" y="93876"/>
                  <a:pt x="1859808" y="99139"/>
                  <a:pt x="1871804" y="102451"/>
                </a:cubicBezTo>
                <a:cubicBezTo>
                  <a:pt x="1883361" y="105641"/>
                  <a:pt x="1891930" y="108830"/>
                  <a:pt x="1891930" y="118600"/>
                </a:cubicBezTo>
                <a:cubicBezTo>
                  <a:pt x="1891930" y="129170"/>
                  <a:pt x="1884158" y="135151"/>
                  <a:pt x="1873598" y="135151"/>
                </a:cubicBezTo>
                <a:cubicBezTo>
                  <a:pt x="1864031" y="135151"/>
                  <a:pt x="1855660" y="128571"/>
                  <a:pt x="1850081" y="120795"/>
                </a:cubicBezTo>
                <a:lnTo>
                  <a:pt x="1847092" y="120993"/>
                </a:lnTo>
                <a:close/>
                <a:moveTo>
                  <a:pt x="1977819" y="96269"/>
                </a:moveTo>
                <a:lnTo>
                  <a:pt x="1977022" y="119999"/>
                </a:lnTo>
                <a:cubicBezTo>
                  <a:pt x="1977022" y="122589"/>
                  <a:pt x="1975824" y="123985"/>
                  <a:pt x="1974231" y="125183"/>
                </a:cubicBezTo>
                <a:cubicBezTo>
                  <a:pt x="1968651" y="129370"/>
                  <a:pt x="1961877" y="132958"/>
                  <a:pt x="1955898" y="132958"/>
                </a:cubicBezTo>
                <a:cubicBezTo>
                  <a:pt x="1946931" y="132958"/>
                  <a:pt x="1941151" y="126977"/>
                  <a:pt x="1941151" y="120795"/>
                </a:cubicBezTo>
                <a:cubicBezTo>
                  <a:pt x="1941151" y="111822"/>
                  <a:pt x="1945335" y="105042"/>
                  <a:pt x="1960879" y="100854"/>
                </a:cubicBezTo>
                <a:lnTo>
                  <a:pt x="1977819" y="96269"/>
                </a:lnTo>
                <a:moveTo>
                  <a:pt x="1977819" y="131563"/>
                </a:moveTo>
                <a:cubicBezTo>
                  <a:pt x="1980130" y="139335"/>
                  <a:pt x="1986068" y="143120"/>
                  <a:pt x="1993363" y="143120"/>
                </a:cubicBezTo>
                <a:cubicBezTo>
                  <a:pt x="1998383" y="143120"/>
                  <a:pt x="2004523" y="141925"/>
                  <a:pt x="2009223" y="136945"/>
                </a:cubicBezTo>
                <a:lnTo>
                  <a:pt x="2007749" y="132001"/>
                </a:lnTo>
                <a:cubicBezTo>
                  <a:pt x="2005556" y="132761"/>
                  <a:pt x="2003884" y="133037"/>
                  <a:pt x="2002370" y="133037"/>
                </a:cubicBezTo>
                <a:cubicBezTo>
                  <a:pt x="2000375" y="133037"/>
                  <a:pt x="1997745" y="132679"/>
                  <a:pt x="1996510" y="131563"/>
                </a:cubicBezTo>
                <a:cubicBezTo>
                  <a:pt x="1994479" y="129729"/>
                  <a:pt x="1993202" y="124864"/>
                  <a:pt x="1993202" y="116009"/>
                </a:cubicBezTo>
                <a:cubicBezTo>
                  <a:pt x="1993202" y="110226"/>
                  <a:pt x="1993761" y="88096"/>
                  <a:pt x="1993761" y="85900"/>
                </a:cubicBezTo>
                <a:cubicBezTo>
                  <a:pt x="1993761" y="58984"/>
                  <a:pt x="1976025" y="53602"/>
                  <a:pt x="1960879" y="53602"/>
                </a:cubicBezTo>
                <a:cubicBezTo>
                  <a:pt x="1945733" y="53602"/>
                  <a:pt x="1936569" y="60975"/>
                  <a:pt x="1931585" y="65163"/>
                </a:cubicBezTo>
                <a:lnTo>
                  <a:pt x="1930989" y="65962"/>
                </a:lnTo>
                <a:lnTo>
                  <a:pt x="1934376" y="79320"/>
                </a:lnTo>
                <a:lnTo>
                  <a:pt x="1936967" y="79521"/>
                </a:lnTo>
                <a:cubicBezTo>
                  <a:pt x="1942547" y="70548"/>
                  <a:pt x="1949321" y="62572"/>
                  <a:pt x="1958887" y="62572"/>
                </a:cubicBezTo>
                <a:cubicBezTo>
                  <a:pt x="1966061" y="62572"/>
                  <a:pt x="1978017" y="63569"/>
                  <a:pt x="1978017" y="86101"/>
                </a:cubicBezTo>
                <a:cubicBezTo>
                  <a:pt x="1978017" y="87497"/>
                  <a:pt x="1977220" y="88293"/>
                  <a:pt x="1976621" y="88494"/>
                </a:cubicBezTo>
                <a:lnTo>
                  <a:pt x="1958091" y="92681"/>
                </a:lnTo>
                <a:cubicBezTo>
                  <a:pt x="1937764" y="97266"/>
                  <a:pt x="1925011" y="108034"/>
                  <a:pt x="1925011" y="121592"/>
                </a:cubicBezTo>
                <a:cubicBezTo>
                  <a:pt x="1925011" y="136346"/>
                  <a:pt x="1935173" y="143120"/>
                  <a:pt x="1949920" y="143120"/>
                </a:cubicBezTo>
                <a:cubicBezTo>
                  <a:pt x="1960879" y="143120"/>
                  <a:pt x="1966459" y="140533"/>
                  <a:pt x="1977022" y="131563"/>
                </a:cubicBezTo>
                <a:lnTo>
                  <a:pt x="1977819" y="131563"/>
                </a:lnTo>
                <a:close/>
                <a:moveTo>
                  <a:pt x="2044176" y="70946"/>
                </a:moveTo>
                <a:lnTo>
                  <a:pt x="2044176" y="56393"/>
                </a:lnTo>
                <a:cubicBezTo>
                  <a:pt x="2044176" y="54839"/>
                  <a:pt x="2043939" y="54401"/>
                  <a:pt x="2042981" y="54401"/>
                </a:cubicBezTo>
                <a:cubicBezTo>
                  <a:pt x="2038517" y="55277"/>
                  <a:pt x="2031384" y="55435"/>
                  <a:pt x="2026841" y="54997"/>
                </a:cubicBezTo>
                <a:lnTo>
                  <a:pt x="2026443" y="55596"/>
                </a:lnTo>
                <a:cubicBezTo>
                  <a:pt x="2027835" y="64205"/>
                  <a:pt x="2028234" y="79323"/>
                  <a:pt x="2028234" y="94283"/>
                </a:cubicBezTo>
                <a:lnTo>
                  <a:pt x="2028234" y="105254"/>
                </a:lnTo>
                <a:cubicBezTo>
                  <a:pt x="2028234" y="120218"/>
                  <a:pt x="2028036" y="130389"/>
                  <a:pt x="2026443" y="141162"/>
                </a:cubicBezTo>
                <a:lnTo>
                  <a:pt x="2026841" y="141758"/>
                </a:lnTo>
                <a:cubicBezTo>
                  <a:pt x="2029231" y="141360"/>
                  <a:pt x="2033813" y="141162"/>
                  <a:pt x="2036206" y="141162"/>
                </a:cubicBezTo>
                <a:cubicBezTo>
                  <a:pt x="2038596" y="141162"/>
                  <a:pt x="2043182" y="141360"/>
                  <a:pt x="2045572" y="141758"/>
                </a:cubicBezTo>
                <a:lnTo>
                  <a:pt x="2045970" y="141162"/>
                </a:lnTo>
                <a:cubicBezTo>
                  <a:pt x="2044377" y="129790"/>
                  <a:pt x="2044176" y="120415"/>
                  <a:pt x="2044176" y="105254"/>
                </a:cubicBezTo>
                <a:lnTo>
                  <a:pt x="2044176" y="81120"/>
                </a:lnTo>
                <a:cubicBezTo>
                  <a:pt x="2053544" y="71545"/>
                  <a:pt x="2064704" y="65561"/>
                  <a:pt x="2071676" y="65561"/>
                </a:cubicBezTo>
                <a:cubicBezTo>
                  <a:pt x="2079251" y="65561"/>
                  <a:pt x="2084830" y="69949"/>
                  <a:pt x="2084830" y="83313"/>
                </a:cubicBezTo>
                <a:lnTo>
                  <a:pt x="2084830" y="105254"/>
                </a:lnTo>
                <a:cubicBezTo>
                  <a:pt x="2084830" y="120218"/>
                  <a:pt x="2084630" y="130389"/>
                  <a:pt x="2083036" y="141162"/>
                </a:cubicBezTo>
                <a:lnTo>
                  <a:pt x="2083435" y="141758"/>
                </a:lnTo>
                <a:cubicBezTo>
                  <a:pt x="2085825" y="141360"/>
                  <a:pt x="2090410" y="141162"/>
                  <a:pt x="2092800" y="141162"/>
                </a:cubicBezTo>
                <a:cubicBezTo>
                  <a:pt x="2095193" y="141162"/>
                  <a:pt x="2099776" y="141360"/>
                  <a:pt x="2102166" y="141758"/>
                </a:cubicBezTo>
                <a:lnTo>
                  <a:pt x="2102564" y="141162"/>
                </a:lnTo>
                <a:cubicBezTo>
                  <a:pt x="2100971" y="129790"/>
                  <a:pt x="2100773" y="120415"/>
                  <a:pt x="2100773" y="105254"/>
                </a:cubicBezTo>
                <a:lnTo>
                  <a:pt x="2100773" y="85110"/>
                </a:lnTo>
                <a:cubicBezTo>
                  <a:pt x="2100773" y="82315"/>
                  <a:pt x="2100773" y="79922"/>
                  <a:pt x="2100572" y="77529"/>
                </a:cubicBezTo>
                <a:cubicBezTo>
                  <a:pt x="2110138" y="66957"/>
                  <a:pt x="2118108" y="65561"/>
                  <a:pt x="2125880" y="65561"/>
                </a:cubicBezTo>
                <a:cubicBezTo>
                  <a:pt x="2136641" y="65561"/>
                  <a:pt x="2141823" y="69949"/>
                  <a:pt x="2141823" y="83313"/>
                </a:cubicBezTo>
                <a:lnTo>
                  <a:pt x="2141823" y="105254"/>
                </a:lnTo>
                <a:cubicBezTo>
                  <a:pt x="2141823" y="120218"/>
                  <a:pt x="2141625" y="130389"/>
                  <a:pt x="2140028" y="141162"/>
                </a:cubicBezTo>
                <a:lnTo>
                  <a:pt x="2140427" y="141758"/>
                </a:lnTo>
                <a:cubicBezTo>
                  <a:pt x="2142820" y="141360"/>
                  <a:pt x="2147402" y="141162"/>
                  <a:pt x="2149795" y="141162"/>
                </a:cubicBezTo>
                <a:cubicBezTo>
                  <a:pt x="2152185" y="141162"/>
                  <a:pt x="2156768" y="141360"/>
                  <a:pt x="2159161" y="141758"/>
                </a:cubicBezTo>
                <a:lnTo>
                  <a:pt x="2159559" y="141162"/>
                </a:lnTo>
                <a:cubicBezTo>
                  <a:pt x="2157963" y="129790"/>
                  <a:pt x="2157765" y="120415"/>
                  <a:pt x="2157765" y="105254"/>
                </a:cubicBezTo>
                <a:lnTo>
                  <a:pt x="2157765" y="85307"/>
                </a:lnTo>
                <a:cubicBezTo>
                  <a:pt x="2157765" y="67556"/>
                  <a:pt x="2154575" y="53602"/>
                  <a:pt x="2133053" y="53602"/>
                </a:cubicBezTo>
                <a:cubicBezTo>
                  <a:pt x="2122295" y="53602"/>
                  <a:pt x="2110734" y="57390"/>
                  <a:pt x="2099377" y="69350"/>
                </a:cubicBezTo>
                <a:cubicBezTo>
                  <a:pt x="2097583" y="59780"/>
                  <a:pt x="2089413" y="53602"/>
                  <a:pt x="2078253" y="53602"/>
                </a:cubicBezTo>
                <a:cubicBezTo>
                  <a:pt x="2065899" y="53602"/>
                  <a:pt x="2054140" y="61574"/>
                  <a:pt x="2044775" y="71545"/>
                </a:cubicBezTo>
                <a:lnTo>
                  <a:pt x="2044176" y="70946"/>
                </a:lnTo>
                <a:close/>
                <a:moveTo>
                  <a:pt x="2197621" y="86694"/>
                </a:moveTo>
                <a:cubicBezTo>
                  <a:pt x="2201009" y="65959"/>
                  <a:pt x="2214081" y="61574"/>
                  <a:pt x="2220339" y="61574"/>
                </a:cubicBezTo>
                <a:cubicBezTo>
                  <a:pt x="2228229" y="61574"/>
                  <a:pt x="2237078" y="68951"/>
                  <a:pt x="2237078" y="83902"/>
                </a:cubicBezTo>
                <a:cubicBezTo>
                  <a:pt x="2237078" y="85696"/>
                  <a:pt x="2236281" y="86694"/>
                  <a:pt x="2234286" y="86694"/>
                </a:cubicBezTo>
                <a:lnTo>
                  <a:pt x="2197621" y="86694"/>
                </a:lnTo>
                <a:moveTo>
                  <a:pt x="2250828" y="120394"/>
                </a:moveTo>
                <a:cubicBezTo>
                  <a:pt x="2243852" y="127975"/>
                  <a:pt x="2234487" y="131365"/>
                  <a:pt x="2223525" y="131365"/>
                </a:cubicBezTo>
                <a:cubicBezTo>
                  <a:pt x="2216711" y="131365"/>
                  <a:pt x="2207306" y="128771"/>
                  <a:pt x="2201805" y="119996"/>
                </a:cubicBezTo>
                <a:cubicBezTo>
                  <a:pt x="2198296" y="114410"/>
                  <a:pt x="2197022" y="106273"/>
                  <a:pt x="2197022" y="94664"/>
                </a:cubicBezTo>
                <a:lnTo>
                  <a:pt x="2251226" y="94664"/>
                </a:lnTo>
                <a:cubicBezTo>
                  <a:pt x="2253418" y="94664"/>
                  <a:pt x="2254811" y="93469"/>
                  <a:pt x="2254811" y="91276"/>
                </a:cubicBezTo>
                <a:cubicBezTo>
                  <a:pt x="2254811" y="74534"/>
                  <a:pt x="2246641" y="53602"/>
                  <a:pt x="2220339" y="53602"/>
                </a:cubicBezTo>
                <a:cubicBezTo>
                  <a:pt x="2199811" y="53602"/>
                  <a:pt x="2179487" y="70146"/>
                  <a:pt x="2179487" y="99453"/>
                </a:cubicBezTo>
                <a:cubicBezTo>
                  <a:pt x="2179487" y="110779"/>
                  <a:pt x="2181797" y="121951"/>
                  <a:pt x="2188454" y="129969"/>
                </a:cubicBezTo>
                <a:cubicBezTo>
                  <a:pt x="2195307" y="138219"/>
                  <a:pt x="2206707" y="143120"/>
                  <a:pt x="2220138" y="143120"/>
                </a:cubicBezTo>
                <a:cubicBezTo>
                  <a:pt x="2234487" y="143120"/>
                  <a:pt x="2247240" y="135750"/>
                  <a:pt x="2254811" y="125381"/>
                </a:cubicBezTo>
                <a:lnTo>
                  <a:pt x="2250828" y="120394"/>
                </a:lnTo>
                <a:close/>
                <a:moveTo>
                  <a:pt x="2384740" y="118603"/>
                </a:moveTo>
                <a:cubicBezTo>
                  <a:pt x="2377488" y="127853"/>
                  <a:pt x="2368320" y="132761"/>
                  <a:pt x="2360229" y="132761"/>
                </a:cubicBezTo>
                <a:cubicBezTo>
                  <a:pt x="2349468" y="132761"/>
                  <a:pt x="2340300" y="121994"/>
                  <a:pt x="2340300" y="97066"/>
                </a:cubicBezTo>
                <a:cubicBezTo>
                  <a:pt x="2340300" y="67157"/>
                  <a:pt x="2356164" y="61574"/>
                  <a:pt x="2365809" y="61574"/>
                </a:cubicBezTo>
                <a:cubicBezTo>
                  <a:pt x="2375174" y="61574"/>
                  <a:pt x="2379957" y="65561"/>
                  <a:pt x="2384740" y="73138"/>
                </a:cubicBezTo>
                <a:lnTo>
                  <a:pt x="2384740" y="118603"/>
                </a:lnTo>
                <a:moveTo>
                  <a:pt x="2384740" y="129568"/>
                </a:moveTo>
                <a:lnTo>
                  <a:pt x="2385139" y="129568"/>
                </a:lnTo>
                <a:lnTo>
                  <a:pt x="2386136" y="141129"/>
                </a:lnTo>
                <a:cubicBezTo>
                  <a:pt x="2386136" y="141561"/>
                  <a:pt x="2386732" y="141758"/>
                  <a:pt x="2387930" y="141758"/>
                </a:cubicBezTo>
                <a:cubicBezTo>
                  <a:pt x="2390560" y="141399"/>
                  <a:pt x="2391913" y="141162"/>
                  <a:pt x="2394823" y="141162"/>
                </a:cubicBezTo>
                <a:cubicBezTo>
                  <a:pt x="2397295" y="141162"/>
                  <a:pt x="2401081" y="141360"/>
                  <a:pt x="2403672" y="141758"/>
                </a:cubicBezTo>
                <a:lnTo>
                  <a:pt x="2404070" y="141162"/>
                </a:lnTo>
                <a:cubicBezTo>
                  <a:pt x="2402477" y="132584"/>
                  <a:pt x="2400683" y="117825"/>
                  <a:pt x="2400683" y="102864"/>
                </a:cubicBezTo>
                <a:lnTo>
                  <a:pt x="2400683" y="41457"/>
                </a:lnTo>
                <a:cubicBezTo>
                  <a:pt x="2400683" y="26722"/>
                  <a:pt x="2401480" y="16329"/>
                  <a:pt x="2402477" y="4023"/>
                </a:cubicBezTo>
                <a:cubicBezTo>
                  <a:pt x="2402477" y="2630"/>
                  <a:pt x="2401917" y="2031"/>
                  <a:pt x="2400683" y="2031"/>
                </a:cubicBezTo>
                <a:cubicBezTo>
                  <a:pt x="2395702" y="4023"/>
                  <a:pt x="2391436" y="5419"/>
                  <a:pt x="2383345" y="6015"/>
                </a:cubicBezTo>
                <a:lnTo>
                  <a:pt x="2382946" y="6614"/>
                </a:lnTo>
                <a:cubicBezTo>
                  <a:pt x="2384500" y="15134"/>
                  <a:pt x="2384740" y="29908"/>
                  <a:pt x="2384740" y="45042"/>
                </a:cubicBezTo>
                <a:lnTo>
                  <a:pt x="2384740" y="57986"/>
                </a:lnTo>
                <a:cubicBezTo>
                  <a:pt x="2380158" y="55396"/>
                  <a:pt x="2371988" y="53602"/>
                  <a:pt x="2368001" y="53602"/>
                </a:cubicBezTo>
                <a:cubicBezTo>
                  <a:pt x="2342055" y="53602"/>
                  <a:pt x="2322965" y="71548"/>
                  <a:pt x="2322965" y="98674"/>
                </a:cubicBezTo>
                <a:cubicBezTo>
                  <a:pt x="2322965" y="123189"/>
                  <a:pt x="2337512" y="143120"/>
                  <a:pt x="2359034" y="143120"/>
                </a:cubicBezTo>
                <a:cubicBezTo>
                  <a:pt x="2368600" y="143120"/>
                  <a:pt x="2377567" y="138818"/>
                  <a:pt x="2384740" y="129568"/>
                </a:cubicBezTo>
                <a:close/>
                <a:moveTo>
                  <a:pt x="2480195" y="96269"/>
                </a:moveTo>
                <a:lnTo>
                  <a:pt x="2479398" y="119999"/>
                </a:lnTo>
                <a:cubicBezTo>
                  <a:pt x="2479398" y="122589"/>
                  <a:pt x="2478200" y="123985"/>
                  <a:pt x="2476607" y="125183"/>
                </a:cubicBezTo>
                <a:cubicBezTo>
                  <a:pt x="2471027" y="129370"/>
                  <a:pt x="2464252" y="132958"/>
                  <a:pt x="2458274" y="132958"/>
                </a:cubicBezTo>
                <a:cubicBezTo>
                  <a:pt x="2449307" y="132958"/>
                  <a:pt x="2443527" y="126977"/>
                  <a:pt x="2443527" y="120795"/>
                </a:cubicBezTo>
                <a:cubicBezTo>
                  <a:pt x="2443527" y="111822"/>
                  <a:pt x="2447711" y="105042"/>
                  <a:pt x="2463255" y="100854"/>
                </a:cubicBezTo>
                <a:lnTo>
                  <a:pt x="2480195" y="96269"/>
                </a:lnTo>
                <a:moveTo>
                  <a:pt x="2480195" y="131563"/>
                </a:moveTo>
                <a:cubicBezTo>
                  <a:pt x="2482506" y="139335"/>
                  <a:pt x="2488444" y="143120"/>
                  <a:pt x="2495739" y="143120"/>
                </a:cubicBezTo>
                <a:cubicBezTo>
                  <a:pt x="2500759" y="143120"/>
                  <a:pt x="2506898" y="141925"/>
                  <a:pt x="2511599" y="136945"/>
                </a:cubicBezTo>
                <a:lnTo>
                  <a:pt x="2510125" y="132001"/>
                </a:lnTo>
                <a:cubicBezTo>
                  <a:pt x="2507932" y="132761"/>
                  <a:pt x="2506260" y="133037"/>
                  <a:pt x="2504746" y="133037"/>
                </a:cubicBezTo>
                <a:cubicBezTo>
                  <a:pt x="2502751" y="133037"/>
                  <a:pt x="2500121" y="132679"/>
                  <a:pt x="2498886" y="131563"/>
                </a:cubicBezTo>
                <a:cubicBezTo>
                  <a:pt x="2496855" y="129729"/>
                  <a:pt x="2495578" y="124864"/>
                  <a:pt x="2495578" y="116009"/>
                </a:cubicBezTo>
                <a:cubicBezTo>
                  <a:pt x="2495578" y="110226"/>
                  <a:pt x="2496137" y="88096"/>
                  <a:pt x="2496137" y="85900"/>
                </a:cubicBezTo>
                <a:cubicBezTo>
                  <a:pt x="2496137" y="58984"/>
                  <a:pt x="2478401" y="53602"/>
                  <a:pt x="2463255" y="53602"/>
                </a:cubicBezTo>
                <a:cubicBezTo>
                  <a:pt x="2448109" y="53602"/>
                  <a:pt x="2438945" y="60975"/>
                  <a:pt x="2433961" y="65163"/>
                </a:cubicBezTo>
                <a:lnTo>
                  <a:pt x="2433365" y="65962"/>
                </a:lnTo>
                <a:lnTo>
                  <a:pt x="2436752" y="79320"/>
                </a:lnTo>
                <a:lnTo>
                  <a:pt x="2439343" y="79521"/>
                </a:lnTo>
                <a:cubicBezTo>
                  <a:pt x="2444923" y="70548"/>
                  <a:pt x="2451697" y="62572"/>
                  <a:pt x="2461263" y="62572"/>
                </a:cubicBezTo>
                <a:cubicBezTo>
                  <a:pt x="2468436" y="62572"/>
                  <a:pt x="2480393" y="63569"/>
                  <a:pt x="2480393" y="86101"/>
                </a:cubicBezTo>
                <a:cubicBezTo>
                  <a:pt x="2480393" y="87497"/>
                  <a:pt x="2479596" y="88293"/>
                  <a:pt x="2478997" y="88494"/>
                </a:cubicBezTo>
                <a:lnTo>
                  <a:pt x="2460467" y="92681"/>
                </a:lnTo>
                <a:cubicBezTo>
                  <a:pt x="2440140" y="97266"/>
                  <a:pt x="2427387" y="108034"/>
                  <a:pt x="2427387" y="121592"/>
                </a:cubicBezTo>
                <a:cubicBezTo>
                  <a:pt x="2427387" y="136346"/>
                  <a:pt x="2437549" y="143120"/>
                  <a:pt x="2452296" y="143120"/>
                </a:cubicBezTo>
                <a:cubicBezTo>
                  <a:pt x="2463255" y="143120"/>
                  <a:pt x="2468835" y="140533"/>
                  <a:pt x="2479398" y="131563"/>
                </a:cubicBezTo>
                <a:lnTo>
                  <a:pt x="2480195" y="131563"/>
                </a:lnTo>
                <a:close/>
                <a:moveTo>
                  <a:pt x="2533200" y="55742"/>
                </a:moveTo>
                <a:cubicBezTo>
                  <a:pt x="2529135" y="55742"/>
                  <a:pt x="2524911" y="55663"/>
                  <a:pt x="2522439" y="55344"/>
                </a:cubicBezTo>
                <a:cubicBezTo>
                  <a:pt x="2521086" y="58613"/>
                  <a:pt x="2520010" y="60525"/>
                  <a:pt x="2518058" y="63514"/>
                </a:cubicBezTo>
                <a:lnTo>
                  <a:pt x="2519052" y="64910"/>
                </a:lnTo>
                <a:cubicBezTo>
                  <a:pt x="2522482" y="64670"/>
                  <a:pt x="2528658" y="64551"/>
                  <a:pt x="2533200" y="64512"/>
                </a:cubicBezTo>
                <a:lnTo>
                  <a:pt x="2533200" y="91775"/>
                </a:lnTo>
                <a:cubicBezTo>
                  <a:pt x="2533200" y="103716"/>
                  <a:pt x="2532604" y="118047"/>
                  <a:pt x="2532604" y="124016"/>
                </a:cubicBezTo>
                <a:cubicBezTo>
                  <a:pt x="2532604" y="136957"/>
                  <a:pt x="2540972" y="143120"/>
                  <a:pt x="2550140" y="143120"/>
                </a:cubicBezTo>
                <a:cubicBezTo>
                  <a:pt x="2558511" y="143120"/>
                  <a:pt x="2564888" y="141132"/>
                  <a:pt x="2573256" y="135765"/>
                </a:cubicBezTo>
                <a:lnTo>
                  <a:pt x="2570826" y="130860"/>
                </a:lnTo>
                <a:cubicBezTo>
                  <a:pt x="2564687" y="132974"/>
                  <a:pt x="2560105" y="133174"/>
                  <a:pt x="2555121" y="132378"/>
                </a:cubicBezTo>
                <a:cubicBezTo>
                  <a:pt x="2550380" y="131620"/>
                  <a:pt x="2548547" y="126840"/>
                  <a:pt x="2548547" y="116055"/>
                </a:cubicBezTo>
                <a:cubicBezTo>
                  <a:pt x="2548547" y="110086"/>
                  <a:pt x="2549143" y="101526"/>
                  <a:pt x="2549143" y="89589"/>
                </a:cubicBezTo>
                <a:lnTo>
                  <a:pt x="2549143" y="64512"/>
                </a:lnTo>
                <a:lnTo>
                  <a:pt x="2556717" y="64512"/>
                </a:lnTo>
                <a:cubicBezTo>
                  <a:pt x="2561500" y="64512"/>
                  <a:pt x="2568433" y="64670"/>
                  <a:pt x="2571063" y="64910"/>
                </a:cubicBezTo>
                <a:cubicBezTo>
                  <a:pt x="2571662" y="61723"/>
                  <a:pt x="2572261" y="59689"/>
                  <a:pt x="2573456" y="56740"/>
                </a:cubicBezTo>
                <a:lnTo>
                  <a:pt x="2572459" y="55344"/>
                </a:lnTo>
                <a:cubicBezTo>
                  <a:pt x="2568871" y="55505"/>
                  <a:pt x="2563094" y="55742"/>
                  <a:pt x="2558511" y="55742"/>
                </a:cubicBezTo>
                <a:lnTo>
                  <a:pt x="2549143" y="55742"/>
                </a:lnTo>
                <a:cubicBezTo>
                  <a:pt x="2549143" y="40837"/>
                  <a:pt x="2549264" y="38207"/>
                  <a:pt x="2550140" y="26649"/>
                </a:cubicBezTo>
                <a:cubicBezTo>
                  <a:pt x="2550140" y="25214"/>
                  <a:pt x="2549584" y="24657"/>
                  <a:pt x="2548346" y="24657"/>
                </a:cubicBezTo>
                <a:cubicBezTo>
                  <a:pt x="2543365" y="26649"/>
                  <a:pt x="2540893" y="28762"/>
                  <a:pt x="2534398" y="29638"/>
                </a:cubicBezTo>
                <a:lnTo>
                  <a:pt x="2534000" y="30237"/>
                </a:lnTo>
                <a:cubicBezTo>
                  <a:pt x="2533602" y="37173"/>
                  <a:pt x="2533200" y="44185"/>
                  <a:pt x="2533200" y="55742"/>
                </a:cubicBezTo>
                <a:close/>
                <a:moveTo>
                  <a:pt x="2643801" y="96269"/>
                </a:moveTo>
                <a:lnTo>
                  <a:pt x="2643004" y="119999"/>
                </a:lnTo>
                <a:cubicBezTo>
                  <a:pt x="2643004" y="122589"/>
                  <a:pt x="2641806" y="123985"/>
                  <a:pt x="2640213" y="125183"/>
                </a:cubicBezTo>
                <a:cubicBezTo>
                  <a:pt x="2634633" y="129370"/>
                  <a:pt x="2627859" y="132958"/>
                  <a:pt x="2621881" y="132958"/>
                </a:cubicBezTo>
                <a:cubicBezTo>
                  <a:pt x="2612913" y="132958"/>
                  <a:pt x="2607133" y="126977"/>
                  <a:pt x="2607133" y="120795"/>
                </a:cubicBezTo>
                <a:cubicBezTo>
                  <a:pt x="2607133" y="111822"/>
                  <a:pt x="2611317" y="105042"/>
                  <a:pt x="2626861" y="100854"/>
                </a:cubicBezTo>
                <a:lnTo>
                  <a:pt x="2643801" y="96269"/>
                </a:lnTo>
                <a:moveTo>
                  <a:pt x="2643801" y="131563"/>
                </a:moveTo>
                <a:cubicBezTo>
                  <a:pt x="2646112" y="139335"/>
                  <a:pt x="2652051" y="143120"/>
                  <a:pt x="2659345" y="143120"/>
                </a:cubicBezTo>
                <a:cubicBezTo>
                  <a:pt x="2664365" y="143120"/>
                  <a:pt x="2670505" y="141925"/>
                  <a:pt x="2675206" y="136945"/>
                </a:cubicBezTo>
                <a:lnTo>
                  <a:pt x="2673731" y="132001"/>
                </a:lnTo>
                <a:cubicBezTo>
                  <a:pt x="2671538" y="132761"/>
                  <a:pt x="2669866" y="133037"/>
                  <a:pt x="2668352" y="133037"/>
                </a:cubicBezTo>
                <a:cubicBezTo>
                  <a:pt x="2666357" y="133037"/>
                  <a:pt x="2663727" y="132679"/>
                  <a:pt x="2662492" y="131563"/>
                </a:cubicBezTo>
                <a:cubicBezTo>
                  <a:pt x="2660461" y="129729"/>
                  <a:pt x="2659184" y="124864"/>
                  <a:pt x="2659184" y="116009"/>
                </a:cubicBezTo>
                <a:cubicBezTo>
                  <a:pt x="2659184" y="110226"/>
                  <a:pt x="2659744" y="88096"/>
                  <a:pt x="2659744" y="85900"/>
                </a:cubicBezTo>
                <a:cubicBezTo>
                  <a:pt x="2659744" y="58984"/>
                  <a:pt x="2642007" y="53602"/>
                  <a:pt x="2626861" y="53602"/>
                </a:cubicBezTo>
                <a:cubicBezTo>
                  <a:pt x="2611715" y="53602"/>
                  <a:pt x="2602551" y="60975"/>
                  <a:pt x="2597567" y="65163"/>
                </a:cubicBezTo>
                <a:lnTo>
                  <a:pt x="2596971" y="65962"/>
                </a:lnTo>
                <a:lnTo>
                  <a:pt x="2600358" y="79320"/>
                </a:lnTo>
                <a:lnTo>
                  <a:pt x="2602949" y="79521"/>
                </a:lnTo>
                <a:cubicBezTo>
                  <a:pt x="2608529" y="70548"/>
                  <a:pt x="2615303" y="62572"/>
                  <a:pt x="2624870" y="62572"/>
                </a:cubicBezTo>
                <a:cubicBezTo>
                  <a:pt x="2632043" y="62572"/>
                  <a:pt x="2643999" y="63569"/>
                  <a:pt x="2643999" y="86101"/>
                </a:cubicBezTo>
                <a:cubicBezTo>
                  <a:pt x="2643999" y="87497"/>
                  <a:pt x="2643202" y="88293"/>
                  <a:pt x="2642603" y="88494"/>
                </a:cubicBezTo>
                <a:lnTo>
                  <a:pt x="2624073" y="92681"/>
                </a:lnTo>
                <a:cubicBezTo>
                  <a:pt x="2603746" y="97266"/>
                  <a:pt x="2590993" y="108034"/>
                  <a:pt x="2590993" y="121592"/>
                </a:cubicBezTo>
                <a:cubicBezTo>
                  <a:pt x="2590993" y="136346"/>
                  <a:pt x="2601155" y="143120"/>
                  <a:pt x="2615903" y="143120"/>
                </a:cubicBezTo>
                <a:cubicBezTo>
                  <a:pt x="2626861" y="143120"/>
                  <a:pt x="2632441" y="140533"/>
                  <a:pt x="2643004" y="131563"/>
                </a:cubicBezTo>
                <a:lnTo>
                  <a:pt x="2643801" y="131563"/>
                </a:lnTo>
                <a:close/>
                <a:moveTo>
                  <a:pt x="2747425" y="55742"/>
                </a:moveTo>
                <a:cubicBezTo>
                  <a:pt x="2743080" y="55742"/>
                  <a:pt x="2738498" y="55703"/>
                  <a:pt x="2735864" y="55344"/>
                </a:cubicBezTo>
                <a:cubicBezTo>
                  <a:pt x="2734511" y="58573"/>
                  <a:pt x="2733435" y="60525"/>
                  <a:pt x="2731483" y="63514"/>
                </a:cubicBezTo>
                <a:lnTo>
                  <a:pt x="2732477" y="64910"/>
                </a:lnTo>
                <a:cubicBezTo>
                  <a:pt x="2736065" y="64670"/>
                  <a:pt x="2742642" y="64512"/>
                  <a:pt x="2747224" y="64512"/>
                </a:cubicBezTo>
                <a:lnTo>
                  <a:pt x="2747425" y="64512"/>
                </a:lnTo>
                <a:lnTo>
                  <a:pt x="2747425" y="101542"/>
                </a:lnTo>
                <a:cubicBezTo>
                  <a:pt x="2747425" y="116475"/>
                  <a:pt x="2747145" y="130492"/>
                  <a:pt x="2745430" y="141162"/>
                </a:cubicBezTo>
                <a:lnTo>
                  <a:pt x="2745829" y="141758"/>
                </a:lnTo>
                <a:cubicBezTo>
                  <a:pt x="2748222" y="141363"/>
                  <a:pt x="2753005" y="141162"/>
                  <a:pt x="2755395" y="141162"/>
                </a:cubicBezTo>
                <a:cubicBezTo>
                  <a:pt x="2757785" y="141162"/>
                  <a:pt x="2762568" y="141363"/>
                  <a:pt x="2764961" y="141758"/>
                </a:cubicBezTo>
                <a:lnTo>
                  <a:pt x="2765359" y="141162"/>
                </a:lnTo>
                <a:cubicBezTo>
                  <a:pt x="2763684" y="129814"/>
                  <a:pt x="2763365" y="116475"/>
                  <a:pt x="2763365" y="101542"/>
                </a:cubicBezTo>
                <a:lnTo>
                  <a:pt x="2763365" y="64512"/>
                </a:lnTo>
                <a:lnTo>
                  <a:pt x="2770142" y="64512"/>
                </a:lnTo>
                <a:cubicBezTo>
                  <a:pt x="2774925" y="64512"/>
                  <a:pt x="2781858" y="64670"/>
                  <a:pt x="2784488" y="64910"/>
                </a:cubicBezTo>
                <a:cubicBezTo>
                  <a:pt x="2785087" y="61723"/>
                  <a:pt x="2785686" y="59689"/>
                  <a:pt x="2786881" y="56740"/>
                </a:cubicBezTo>
                <a:lnTo>
                  <a:pt x="2785884" y="55344"/>
                </a:lnTo>
                <a:cubicBezTo>
                  <a:pt x="2782536" y="55502"/>
                  <a:pt x="2776519" y="55742"/>
                  <a:pt x="2771936" y="55742"/>
                </a:cubicBezTo>
                <a:lnTo>
                  <a:pt x="2763365" y="55742"/>
                </a:lnTo>
                <a:lnTo>
                  <a:pt x="2763365" y="53942"/>
                </a:lnTo>
                <a:cubicBezTo>
                  <a:pt x="2763365" y="46733"/>
                  <a:pt x="2762370" y="36321"/>
                  <a:pt x="2762370" y="32718"/>
                </a:cubicBezTo>
                <a:cubicBezTo>
                  <a:pt x="2762370" y="21665"/>
                  <a:pt x="2769504" y="14188"/>
                  <a:pt x="2780903" y="14188"/>
                </a:cubicBezTo>
                <a:cubicBezTo>
                  <a:pt x="2786042" y="14188"/>
                  <a:pt x="2790269" y="17153"/>
                  <a:pt x="2792461" y="21103"/>
                </a:cubicBezTo>
                <a:lnTo>
                  <a:pt x="2794654" y="20908"/>
                </a:lnTo>
                <a:cubicBezTo>
                  <a:pt x="2796046" y="15572"/>
                  <a:pt x="2798199" y="8848"/>
                  <a:pt x="2800233" y="4622"/>
                </a:cubicBezTo>
                <a:lnTo>
                  <a:pt x="2800033" y="4026"/>
                </a:lnTo>
                <a:cubicBezTo>
                  <a:pt x="2798439" y="3029"/>
                  <a:pt x="2794851" y="2031"/>
                  <a:pt x="2791065" y="2031"/>
                </a:cubicBezTo>
                <a:cubicBezTo>
                  <a:pt x="2778510" y="2031"/>
                  <a:pt x="2765916" y="7851"/>
                  <a:pt x="2758384" y="17350"/>
                </a:cubicBezTo>
                <a:cubicBezTo>
                  <a:pt x="2750812" y="26910"/>
                  <a:pt x="2747425" y="36321"/>
                  <a:pt x="2747425" y="47934"/>
                </a:cubicBezTo>
                <a:lnTo>
                  <a:pt x="2747425" y="55742"/>
                </a:lnTo>
                <a:close/>
                <a:moveTo>
                  <a:pt x="2823547" y="74534"/>
                </a:moveTo>
                <a:lnTo>
                  <a:pt x="2823547" y="56393"/>
                </a:lnTo>
                <a:cubicBezTo>
                  <a:pt x="2823547" y="54839"/>
                  <a:pt x="2823307" y="54401"/>
                  <a:pt x="2822352" y="54401"/>
                </a:cubicBezTo>
                <a:cubicBezTo>
                  <a:pt x="2817889" y="55277"/>
                  <a:pt x="2810755" y="55435"/>
                  <a:pt x="2806209" y="54997"/>
                </a:cubicBezTo>
                <a:lnTo>
                  <a:pt x="2805811" y="55596"/>
                </a:lnTo>
                <a:cubicBezTo>
                  <a:pt x="2807207" y="64205"/>
                  <a:pt x="2807605" y="79323"/>
                  <a:pt x="2807605" y="94283"/>
                </a:cubicBezTo>
                <a:lnTo>
                  <a:pt x="2807605" y="105254"/>
                </a:lnTo>
                <a:cubicBezTo>
                  <a:pt x="2807605" y="120215"/>
                  <a:pt x="2807368" y="130428"/>
                  <a:pt x="2805811" y="141162"/>
                </a:cubicBezTo>
                <a:lnTo>
                  <a:pt x="2806209" y="141758"/>
                </a:lnTo>
                <a:cubicBezTo>
                  <a:pt x="2808602" y="141360"/>
                  <a:pt x="2813185" y="141162"/>
                  <a:pt x="2815578" y="141162"/>
                </a:cubicBezTo>
                <a:cubicBezTo>
                  <a:pt x="2817968" y="141162"/>
                  <a:pt x="2822550" y="141360"/>
                  <a:pt x="2824943" y="141758"/>
                </a:cubicBezTo>
                <a:lnTo>
                  <a:pt x="2825342" y="141162"/>
                </a:lnTo>
                <a:cubicBezTo>
                  <a:pt x="2823867" y="129790"/>
                  <a:pt x="2823547" y="120415"/>
                  <a:pt x="2823547" y="105254"/>
                </a:cubicBezTo>
                <a:lnTo>
                  <a:pt x="2823547" y="94882"/>
                </a:lnTo>
                <a:cubicBezTo>
                  <a:pt x="2823547" y="86502"/>
                  <a:pt x="2826059" y="81716"/>
                  <a:pt x="2830322" y="75133"/>
                </a:cubicBezTo>
                <a:cubicBezTo>
                  <a:pt x="2833232" y="70706"/>
                  <a:pt x="2837696" y="68152"/>
                  <a:pt x="2841482" y="68152"/>
                </a:cubicBezTo>
                <a:cubicBezTo>
                  <a:pt x="2845468" y="68152"/>
                  <a:pt x="2849254" y="68550"/>
                  <a:pt x="2851844" y="70943"/>
                </a:cubicBezTo>
                <a:lnTo>
                  <a:pt x="2853438" y="70545"/>
                </a:lnTo>
                <a:lnTo>
                  <a:pt x="2857424" y="55794"/>
                </a:lnTo>
                <a:lnTo>
                  <a:pt x="2856627" y="54997"/>
                </a:lnTo>
                <a:cubicBezTo>
                  <a:pt x="2853240" y="54003"/>
                  <a:pt x="2853039" y="53602"/>
                  <a:pt x="2849454" y="53602"/>
                </a:cubicBezTo>
                <a:cubicBezTo>
                  <a:pt x="2838693" y="53602"/>
                  <a:pt x="2832913" y="59780"/>
                  <a:pt x="2824147" y="74932"/>
                </a:cubicBezTo>
                <a:lnTo>
                  <a:pt x="2823547" y="74534"/>
                </a:lnTo>
                <a:close/>
                <a:moveTo>
                  <a:pt x="2866990" y="100255"/>
                </a:moveTo>
                <a:cubicBezTo>
                  <a:pt x="2866990" y="124183"/>
                  <a:pt x="2882732" y="143120"/>
                  <a:pt x="2909238" y="143120"/>
                </a:cubicBezTo>
                <a:cubicBezTo>
                  <a:pt x="2935540" y="143120"/>
                  <a:pt x="2951482" y="124584"/>
                  <a:pt x="2951482" y="98461"/>
                </a:cubicBezTo>
                <a:cubicBezTo>
                  <a:pt x="2951482" y="71344"/>
                  <a:pt x="2936936" y="53602"/>
                  <a:pt x="2910034" y="53602"/>
                </a:cubicBezTo>
                <a:cubicBezTo>
                  <a:pt x="2883927" y="53602"/>
                  <a:pt x="2866990" y="71943"/>
                  <a:pt x="2866990" y="100255"/>
                </a:cubicBezTo>
                <a:moveTo>
                  <a:pt x="2908639" y="61574"/>
                </a:moveTo>
                <a:cubicBezTo>
                  <a:pt x="2929762" y="61574"/>
                  <a:pt x="2933947" y="77924"/>
                  <a:pt x="2933947" y="102052"/>
                </a:cubicBezTo>
                <a:cubicBezTo>
                  <a:pt x="2933947" y="120993"/>
                  <a:pt x="2924380" y="135151"/>
                  <a:pt x="2911029" y="135151"/>
                </a:cubicBezTo>
                <a:cubicBezTo>
                  <a:pt x="2889908" y="135151"/>
                  <a:pt x="2884526" y="112221"/>
                  <a:pt x="2884526" y="96868"/>
                </a:cubicBezTo>
                <a:cubicBezTo>
                  <a:pt x="2884526" y="79521"/>
                  <a:pt x="2889908" y="61574"/>
                  <a:pt x="2908639" y="61574"/>
                </a:cubicBezTo>
                <a:close/>
                <a:moveTo>
                  <a:pt x="2991337" y="70946"/>
                </a:moveTo>
                <a:lnTo>
                  <a:pt x="2991337" y="56393"/>
                </a:lnTo>
                <a:cubicBezTo>
                  <a:pt x="2991337" y="54839"/>
                  <a:pt x="2991100" y="54401"/>
                  <a:pt x="2990142" y="54401"/>
                </a:cubicBezTo>
                <a:cubicBezTo>
                  <a:pt x="2985678" y="55277"/>
                  <a:pt x="2978545" y="55435"/>
                  <a:pt x="2974002" y="54997"/>
                </a:cubicBezTo>
                <a:lnTo>
                  <a:pt x="2973604" y="55596"/>
                </a:lnTo>
                <a:cubicBezTo>
                  <a:pt x="2974996" y="64205"/>
                  <a:pt x="2975395" y="79323"/>
                  <a:pt x="2975395" y="94283"/>
                </a:cubicBezTo>
                <a:lnTo>
                  <a:pt x="2975395" y="105254"/>
                </a:lnTo>
                <a:cubicBezTo>
                  <a:pt x="2975395" y="120218"/>
                  <a:pt x="2975197" y="130389"/>
                  <a:pt x="2973604" y="141162"/>
                </a:cubicBezTo>
                <a:lnTo>
                  <a:pt x="2974002" y="141758"/>
                </a:lnTo>
                <a:cubicBezTo>
                  <a:pt x="2976392" y="141360"/>
                  <a:pt x="2980974" y="141162"/>
                  <a:pt x="2983367" y="141162"/>
                </a:cubicBezTo>
                <a:cubicBezTo>
                  <a:pt x="2985757" y="141162"/>
                  <a:pt x="2990343" y="141360"/>
                  <a:pt x="2992733" y="141758"/>
                </a:cubicBezTo>
                <a:lnTo>
                  <a:pt x="2993131" y="141162"/>
                </a:lnTo>
                <a:cubicBezTo>
                  <a:pt x="2991538" y="129790"/>
                  <a:pt x="2991337" y="120415"/>
                  <a:pt x="2991337" y="105254"/>
                </a:cubicBezTo>
                <a:lnTo>
                  <a:pt x="2991337" y="81120"/>
                </a:lnTo>
                <a:cubicBezTo>
                  <a:pt x="3000705" y="71545"/>
                  <a:pt x="3011865" y="65561"/>
                  <a:pt x="3018837" y="65561"/>
                </a:cubicBezTo>
                <a:cubicBezTo>
                  <a:pt x="3026412" y="65561"/>
                  <a:pt x="3031991" y="69949"/>
                  <a:pt x="3031991" y="83313"/>
                </a:cubicBezTo>
                <a:lnTo>
                  <a:pt x="3031991" y="105254"/>
                </a:lnTo>
                <a:cubicBezTo>
                  <a:pt x="3031991" y="120218"/>
                  <a:pt x="3031791" y="130389"/>
                  <a:pt x="3030197" y="141162"/>
                </a:cubicBezTo>
                <a:lnTo>
                  <a:pt x="3030596" y="141758"/>
                </a:lnTo>
                <a:cubicBezTo>
                  <a:pt x="3032986" y="141360"/>
                  <a:pt x="3037571" y="141162"/>
                  <a:pt x="3039961" y="141162"/>
                </a:cubicBezTo>
                <a:cubicBezTo>
                  <a:pt x="3042354" y="141162"/>
                  <a:pt x="3046936" y="141360"/>
                  <a:pt x="3049326" y="141758"/>
                </a:cubicBezTo>
                <a:lnTo>
                  <a:pt x="3049725" y="141162"/>
                </a:lnTo>
                <a:cubicBezTo>
                  <a:pt x="3048131" y="129790"/>
                  <a:pt x="3047934" y="120415"/>
                  <a:pt x="3047934" y="105254"/>
                </a:cubicBezTo>
                <a:lnTo>
                  <a:pt x="3047934" y="85110"/>
                </a:lnTo>
                <a:cubicBezTo>
                  <a:pt x="3047934" y="82315"/>
                  <a:pt x="3047934" y="79922"/>
                  <a:pt x="3047733" y="77529"/>
                </a:cubicBezTo>
                <a:cubicBezTo>
                  <a:pt x="3057299" y="66957"/>
                  <a:pt x="3065269" y="65561"/>
                  <a:pt x="3073041" y="65561"/>
                </a:cubicBezTo>
                <a:cubicBezTo>
                  <a:pt x="3083802" y="65561"/>
                  <a:pt x="3088983" y="69949"/>
                  <a:pt x="3088983" y="83313"/>
                </a:cubicBezTo>
                <a:lnTo>
                  <a:pt x="3088983" y="105254"/>
                </a:lnTo>
                <a:cubicBezTo>
                  <a:pt x="3088983" y="120218"/>
                  <a:pt x="3088786" y="130389"/>
                  <a:pt x="3087189" y="141162"/>
                </a:cubicBezTo>
                <a:lnTo>
                  <a:pt x="3087588" y="141758"/>
                </a:lnTo>
                <a:cubicBezTo>
                  <a:pt x="3089981" y="141360"/>
                  <a:pt x="3094563" y="141162"/>
                  <a:pt x="3096956" y="141162"/>
                </a:cubicBezTo>
                <a:cubicBezTo>
                  <a:pt x="3099346" y="141162"/>
                  <a:pt x="3103929" y="141360"/>
                  <a:pt x="3106322" y="141758"/>
                </a:cubicBezTo>
                <a:lnTo>
                  <a:pt x="3106720" y="141162"/>
                </a:lnTo>
                <a:cubicBezTo>
                  <a:pt x="3105124" y="129790"/>
                  <a:pt x="3104926" y="120415"/>
                  <a:pt x="3104926" y="105254"/>
                </a:cubicBezTo>
                <a:lnTo>
                  <a:pt x="3104926" y="85307"/>
                </a:lnTo>
                <a:cubicBezTo>
                  <a:pt x="3104926" y="67556"/>
                  <a:pt x="3101736" y="53602"/>
                  <a:pt x="3080214" y="53602"/>
                </a:cubicBezTo>
                <a:cubicBezTo>
                  <a:pt x="3069456" y="53602"/>
                  <a:pt x="3057895" y="57390"/>
                  <a:pt x="3046538" y="69350"/>
                </a:cubicBezTo>
                <a:cubicBezTo>
                  <a:pt x="3044744" y="59780"/>
                  <a:pt x="3036574" y="53602"/>
                  <a:pt x="3025414" y="53602"/>
                </a:cubicBezTo>
                <a:cubicBezTo>
                  <a:pt x="3013060" y="53602"/>
                  <a:pt x="3001301" y="61574"/>
                  <a:pt x="2991936" y="71545"/>
                </a:cubicBezTo>
                <a:lnTo>
                  <a:pt x="2991337" y="70946"/>
                </a:lnTo>
                <a:close/>
                <a:moveTo>
                  <a:pt x="3188620" y="55742"/>
                </a:moveTo>
                <a:cubicBezTo>
                  <a:pt x="3184555" y="55742"/>
                  <a:pt x="3180331" y="55663"/>
                  <a:pt x="3177859" y="55344"/>
                </a:cubicBezTo>
                <a:cubicBezTo>
                  <a:pt x="3176506" y="58613"/>
                  <a:pt x="3175430" y="60525"/>
                  <a:pt x="3173478" y="63514"/>
                </a:cubicBezTo>
                <a:lnTo>
                  <a:pt x="3174472" y="64910"/>
                </a:lnTo>
                <a:cubicBezTo>
                  <a:pt x="3177902" y="64670"/>
                  <a:pt x="3184078" y="64551"/>
                  <a:pt x="3188620" y="64512"/>
                </a:cubicBezTo>
                <a:lnTo>
                  <a:pt x="3188620" y="91775"/>
                </a:lnTo>
                <a:cubicBezTo>
                  <a:pt x="3188620" y="103716"/>
                  <a:pt x="3188024" y="118047"/>
                  <a:pt x="3188024" y="124016"/>
                </a:cubicBezTo>
                <a:cubicBezTo>
                  <a:pt x="3188024" y="136957"/>
                  <a:pt x="3196392" y="143120"/>
                  <a:pt x="3205560" y="143120"/>
                </a:cubicBezTo>
                <a:cubicBezTo>
                  <a:pt x="3213931" y="143120"/>
                  <a:pt x="3220308" y="141132"/>
                  <a:pt x="3228676" y="135765"/>
                </a:cubicBezTo>
                <a:lnTo>
                  <a:pt x="3226246" y="130860"/>
                </a:lnTo>
                <a:cubicBezTo>
                  <a:pt x="3220107" y="132974"/>
                  <a:pt x="3215525" y="133174"/>
                  <a:pt x="3210541" y="132378"/>
                </a:cubicBezTo>
                <a:cubicBezTo>
                  <a:pt x="3205800" y="131620"/>
                  <a:pt x="3203967" y="126840"/>
                  <a:pt x="3203967" y="116055"/>
                </a:cubicBezTo>
                <a:cubicBezTo>
                  <a:pt x="3203967" y="110086"/>
                  <a:pt x="3204563" y="101526"/>
                  <a:pt x="3204563" y="89589"/>
                </a:cubicBezTo>
                <a:lnTo>
                  <a:pt x="3204563" y="64512"/>
                </a:lnTo>
                <a:lnTo>
                  <a:pt x="3212137" y="64512"/>
                </a:lnTo>
                <a:cubicBezTo>
                  <a:pt x="3216920" y="64512"/>
                  <a:pt x="3223853" y="64670"/>
                  <a:pt x="3226483" y="64910"/>
                </a:cubicBezTo>
                <a:cubicBezTo>
                  <a:pt x="3227082" y="61723"/>
                  <a:pt x="3227681" y="59689"/>
                  <a:pt x="3228876" y="56740"/>
                </a:cubicBezTo>
                <a:lnTo>
                  <a:pt x="3227879" y="55344"/>
                </a:lnTo>
                <a:cubicBezTo>
                  <a:pt x="3224291" y="55505"/>
                  <a:pt x="3218514" y="55742"/>
                  <a:pt x="3213931" y="55742"/>
                </a:cubicBezTo>
                <a:lnTo>
                  <a:pt x="3204563" y="55742"/>
                </a:lnTo>
                <a:cubicBezTo>
                  <a:pt x="3204563" y="40837"/>
                  <a:pt x="3204684" y="38207"/>
                  <a:pt x="3205560" y="26649"/>
                </a:cubicBezTo>
                <a:cubicBezTo>
                  <a:pt x="3205560" y="25214"/>
                  <a:pt x="3205004" y="24657"/>
                  <a:pt x="3203766" y="24657"/>
                </a:cubicBezTo>
                <a:cubicBezTo>
                  <a:pt x="3198785" y="26649"/>
                  <a:pt x="3196313" y="28762"/>
                  <a:pt x="3189818" y="29638"/>
                </a:cubicBezTo>
                <a:lnTo>
                  <a:pt x="3189420" y="30237"/>
                </a:lnTo>
                <a:cubicBezTo>
                  <a:pt x="3189022" y="37173"/>
                  <a:pt x="3188620" y="44185"/>
                  <a:pt x="3188620" y="55742"/>
                </a:cubicBezTo>
                <a:close/>
                <a:moveTo>
                  <a:pt x="3278295" y="141974"/>
                </a:moveTo>
                <a:cubicBezTo>
                  <a:pt x="3280290" y="141375"/>
                  <a:pt x="3282880" y="141375"/>
                  <a:pt x="3284872" y="141375"/>
                </a:cubicBezTo>
                <a:cubicBezTo>
                  <a:pt x="3286864" y="141375"/>
                  <a:pt x="3290254" y="141375"/>
                  <a:pt x="3292045" y="141974"/>
                </a:cubicBezTo>
                <a:cubicBezTo>
                  <a:pt x="3297506" y="126628"/>
                  <a:pt x="3303286" y="110262"/>
                  <a:pt x="3309702" y="94615"/>
                </a:cubicBezTo>
                <a:cubicBezTo>
                  <a:pt x="3315680" y="110183"/>
                  <a:pt x="3322057" y="126311"/>
                  <a:pt x="3327716" y="141773"/>
                </a:cubicBezTo>
                <a:cubicBezTo>
                  <a:pt x="3329710" y="141174"/>
                  <a:pt x="3330905" y="141174"/>
                  <a:pt x="3332897" y="141174"/>
                </a:cubicBezTo>
                <a:cubicBezTo>
                  <a:pt x="3334892" y="141174"/>
                  <a:pt x="3338477" y="141174"/>
                  <a:pt x="3340271" y="141773"/>
                </a:cubicBezTo>
                <a:cubicBezTo>
                  <a:pt x="3350034" y="118266"/>
                  <a:pt x="3365977" y="80044"/>
                  <a:pt x="3377337" y="55159"/>
                </a:cubicBezTo>
                <a:cubicBezTo>
                  <a:pt x="3375543" y="55758"/>
                  <a:pt x="3370760" y="55758"/>
                  <a:pt x="3368768" y="55758"/>
                </a:cubicBezTo>
                <a:cubicBezTo>
                  <a:pt x="3366774" y="55758"/>
                  <a:pt x="3363785" y="55758"/>
                  <a:pt x="3361994" y="55159"/>
                </a:cubicBezTo>
                <a:cubicBezTo>
                  <a:pt x="3354620" y="78651"/>
                  <a:pt x="3345653" y="104129"/>
                  <a:pt x="3337443" y="123201"/>
                </a:cubicBezTo>
                <a:lnTo>
                  <a:pt x="3335846" y="123201"/>
                </a:lnTo>
                <a:cubicBezTo>
                  <a:pt x="3327518" y="101344"/>
                  <a:pt x="3321339" y="76261"/>
                  <a:pt x="3316757" y="55159"/>
                </a:cubicBezTo>
                <a:cubicBezTo>
                  <a:pt x="3314166" y="55758"/>
                  <a:pt x="3309584" y="55758"/>
                  <a:pt x="3306792" y="55758"/>
                </a:cubicBezTo>
                <a:cubicBezTo>
                  <a:pt x="3303603" y="55758"/>
                  <a:pt x="3298424" y="55758"/>
                  <a:pt x="3295235" y="55159"/>
                </a:cubicBezTo>
                <a:cubicBezTo>
                  <a:pt x="3297983" y="63323"/>
                  <a:pt x="3301134" y="72080"/>
                  <a:pt x="3304560" y="81160"/>
                </a:cubicBezTo>
                <a:cubicBezTo>
                  <a:pt x="3299221" y="96169"/>
                  <a:pt x="3293799" y="111099"/>
                  <a:pt x="3288022" y="123401"/>
                </a:cubicBezTo>
                <a:lnTo>
                  <a:pt x="3286824" y="123401"/>
                </a:lnTo>
                <a:cubicBezTo>
                  <a:pt x="3276863" y="100626"/>
                  <a:pt x="3270206" y="78174"/>
                  <a:pt x="3262951" y="55359"/>
                </a:cubicBezTo>
                <a:cubicBezTo>
                  <a:pt x="3260361" y="55955"/>
                  <a:pt x="3255778" y="55955"/>
                  <a:pt x="3252987" y="55955"/>
                </a:cubicBezTo>
                <a:cubicBezTo>
                  <a:pt x="3249800" y="55955"/>
                  <a:pt x="3244619" y="55955"/>
                  <a:pt x="3241429" y="55359"/>
                </a:cubicBezTo>
                <a:cubicBezTo>
                  <a:pt x="3254781" y="84623"/>
                  <a:pt x="3267135" y="112890"/>
                  <a:pt x="3278295" y="141974"/>
                </a:cubicBezTo>
                <a:close/>
                <a:moveTo>
                  <a:pt x="3387300" y="100255"/>
                </a:moveTo>
                <a:cubicBezTo>
                  <a:pt x="3387300" y="124183"/>
                  <a:pt x="3403042" y="143120"/>
                  <a:pt x="3429548" y="143120"/>
                </a:cubicBezTo>
                <a:cubicBezTo>
                  <a:pt x="3455850" y="143120"/>
                  <a:pt x="3471793" y="124584"/>
                  <a:pt x="3471793" y="98461"/>
                </a:cubicBezTo>
                <a:cubicBezTo>
                  <a:pt x="3471793" y="71344"/>
                  <a:pt x="3457246" y="53602"/>
                  <a:pt x="3430345" y="53602"/>
                </a:cubicBezTo>
                <a:cubicBezTo>
                  <a:pt x="3404237" y="53602"/>
                  <a:pt x="3387300" y="71943"/>
                  <a:pt x="3387300" y="100255"/>
                </a:cubicBezTo>
                <a:moveTo>
                  <a:pt x="3428949" y="61574"/>
                </a:moveTo>
                <a:cubicBezTo>
                  <a:pt x="3450073" y="61574"/>
                  <a:pt x="3454257" y="77924"/>
                  <a:pt x="3454257" y="102052"/>
                </a:cubicBezTo>
                <a:cubicBezTo>
                  <a:pt x="3454257" y="120993"/>
                  <a:pt x="3444691" y="135151"/>
                  <a:pt x="3431339" y="135151"/>
                </a:cubicBezTo>
                <a:cubicBezTo>
                  <a:pt x="3410218" y="135151"/>
                  <a:pt x="3404836" y="112221"/>
                  <a:pt x="3404836" y="96868"/>
                </a:cubicBezTo>
                <a:cubicBezTo>
                  <a:pt x="3404836" y="79521"/>
                  <a:pt x="3410218" y="61574"/>
                  <a:pt x="3428949" y="61574"/>
                </a:cubicBezTo>
                <a:close/>
                <a:moveTo>
                  <a:pt x="3601124" y="118603"/>
                </a:moveTo>
                <a:cubicBezTo>
                  <a:pt x="3593871" y="127853"/>
                  <a:pt x="3584704" y="132761"/>
                  <a:pt x="3576612" y="132761"/>
                </a:cubicBezTo>
                <a:cubicBezTo>
                  <a:pt x="3565851" y="132761"/>
                  <a:pt x="3556683" y="121994"/>
                  <a:pt x="3556683" y="97066"/>
                </a:cubicBezTo>
                <a:cubicBezTo>
                  <a:pt x="3556683" y="67157"/>
                  <a:pt x="3572547" y="61574"/>
                  <a:pt x="3582192" y="61574"/>
                </a:cubicBezTo>
                <a:cubicBezTo>
                  <a:pt x="3591557" y="61574"/>
                  <a:pt x="3596340" y="65561"/>
                  <a:pt x="3601124" y="73138"/>
                </a:cubicBezTo>
                <a:lnTo>
                  <a:pt x="3601124" y="118603"/>
                </a:lnTo>
                <a:moveTo>
                  <a:pt x="3601124" y="129568"/>
                </a:moveTo>
                <a:lnTo>
                  <a:pt x="3601522" y="129568"/>
                </a:lnTo>
                <a:lnTo>
                  <a:pt x="3602519" y="141129"/>
                </a:lnTo>
                <a:cubicBezTo>
                  <a:pt x="3602519" y="141561"/>
                  <a:pt x="3603115" y="141758"/>
                  <a:pt x="3604313" y="141758"/>
                </a:cubicBezTo>
                <a:cubicBezTo>
                  <a:pt x="3606943" y="141399"/>
                  <a:pt x="3608297" y="141162"/>
                  <a:pt x="3611207" y="141162"/>
                </a:cubicBezTo>
                <a:cubicBezTo>
                  <a:pt x="3613679" y="141162"/>
                  <a:pt x="3617464" y="141360"/>
                  <a:pt x="3620055" y="141758"/>
                </a:cubicBezTo>
                <a:lnTo>
                  <a:pt x="3620453" y="141162"/>
                </a:lnTo>
                <a:cubicBezTo>
                  <a:pt x="3618860" y="132584"/>
                  <a:pt x="3617066" y="117825"/>
                  <a:pt x="3617066" y="102864"/>
                </a:cubicBezTo>
                <a:lnTo>
                  <a:pt x="3617066" y="41457"/>
                </a:lnTo>
                <a:cubicBezTo>
                  <a:pt x="3617066" y="26722"/>
                  <a:pt x="3617863" y="16329"/>
                  <a:pt x="3618860" y="4023"/>
                </a:cubicBezTo>
                <a:cubicBezTo>
                  <a:pt x="3618860" y="2630"/>
                  <a:pt x="3618301" y="2031"/>
                  <a:pt x="3617066" y="2031"/>
                </a:cubicBezTo>
                <a:cubicBezTo>
                  <a:pt x="3612085" y="4023"/>
                  <a:pt x="3607819" y="5419"/>
                  <a:pt x="3599728" y="6015"/>
                </a:cubicBezTo>
                <a:lnTo>
                  <a:pt x="3599330" y="6614"/>
                </a:lnTo>
                <a:cubicBezTo>
                  <a:pt x="3600883" y="15134"/>
                  <a:pt x="3601124" y="29908"/>
                  <a:pt x="3601124" y="45042"/>
                </a:cubicBezTo>
                <a:lnTo>
                  <a:pt x="3601124" y="57986"/>
                </a:lnTo>
                <a:cubicBezTo>
                  <a:pt x="3596541" y="55396"/>
                  <a:pt x="3588371" y="53602"/>
                  <a:pt x="3584384" y="53602"/>
                </a:cubicBezTo>
                <a:cubicBezTo>
                  <a:pt x="3558438" y="53602"/>
                  <a:pt x="3539348" y="71548"/>
                  <a:pt x="3539348" y="98674"/>
                </a:cubicBezTo>
                <a:cubicBezTo>
                  <a:pt x="3539348" y="123189"/>
                  <a:pt x="3553895" y="143120"/>
                  <a:pt x="3575417" y="143120"/>
                </a:cubicBezTo>
                <a:cubicBezTo>
                  <a:pt x="3584983" y="143120"/>
                  <a:pt x="3593950" y="138818"/>
                  <a:pt x="3601124" y="129568"/>
                </a:cubicBezTo>
                <a:close/>
                <a:moveTo>
                  <a:pt x="3650742" y="22121"/>
                </a:moveTo>
                <a:cubicBezTo>
                  <a:pt x="3650742" y="27500"/>
                  <a:pt x="3655525" y="32283"/>
                  <a:pt x="3660907" y="32283"/>
                </a:cubicBezTo>
                <a:cubicBezTo>
                  <a:pt x="3666286" y="32283"/>
                  <a:pt x="3671070" y="27500"/>
                  <a:pt x="3671070" y="22121"/>
                </a:cubicBezTo>
                <a:cubicBezTo>
                  <a:pt x="3671070" y="16739"/>
                  <a:pt x="3666286" y="11956"/>
                  <a:pt x="3660907" y="11956"/>
                </a:cubicBezTo>
                <a:cubicBezTo>
                  <a:pt x="3655525" y="11956"/>
                  <a:pt x="3650742" y="16739"/>
                  <a:pt x="3650742" y="22121"/>
                </a:cubicBezTo>
                <a:moveTo>
                  <a:pt x="3652737" y="94381"/>
                </a:moveTo>
                <a:lnTo>
                  <a:pt x="3652737" y="105330"/>
                </a:lnTo>
                <a:cubicBezTo>
                  <a:pt x="3652737" y="120260"/>
                  <a:pt x="3652378" y="130413"/>
                  <a:pt x="3650943" y="141162"/>
                </a:cubicBezTo>
                <a:lnTo>
                  <a:pt x="3651341" y="141758"/>
                </a:lnTo>
                <a:cubicBezTo>
                  <a:pt x="3653731" y="141363"/>
                  <a:pt x="3658317" y="141162"/>
                  <a:pt x="3660707" y="141162"/>
                </a:cubicBezTo>
                <a:cubicBezTo>
                  <a:pt x="3663100" y="141162"/>
                  <a:pt x="3667682" y="141363"/>
                  <a:pt x="3670072" y="141758"/>
                </a:cubicBezTo>
                <a:lnTo>
                  <a:pt x="3670471" y="141162"/>
                </a:lnTo>
                <a:cubicBezTo>
                  <a:pt x="3669038" y="129857"/>
                  <a:pt x="3668680" y="120458"/>
                  <a:pt x="3668680" y="105330"/>
                </a:cubicBezTo>
                <a:lnTo>
                  <a:pt x="3668680" y="91197"/>
                </a:lnTo>
                <a:cubicBezTo>
                  <a:pt x="3668680" y="76267"/>
                  <a:pt x="3669196" y="69100"/>
                  <a:pt x="3670471" y="56956"/>
                </a:cubicBezTo>
                <a:cubicBezTo>
                  <a:pt x="3670471" y="55165"/>
                  <a:pt x="3670233" y="54964"/>
                  <a:pt x="3668680" y="54964"/>
                </a:cubicBezTo>
                <a:cubicBezTo>
                  <a:pt x="3664134" y="55405"/>
                  <a:pt x="3655565" y="55523"/>
                  <a:pt x="3651341" y="55165"/>
                </a:cubicBezTo>
                <a:lnTo>
                  <a:pt x="3650943" y="55761"/>
                </a:lnTo>
                <a:cubicBezTo>
                  <a:pt x="3652178" y="64281"/>
                  <a:pt x="3652737" y="79451"/>
                  <a:pt x="3652737" y="94381"/>
                </a:cubicBezTo>
                <a:close/>
                <a:moveTo>
                  <a:pt x="3706343" y="64512"/>
                </a:moveTo>
                <a:lnTo>
                  <a:pt x="3706343" y="101344"/>
                </a:lnTo>
                <a:cubicBezTo>
                  <a:pt x="3706343" y="116155"/>
                  <a:pt x="3706063" y="130492"/>
                  <a:pt x="3704348" y="141162"/>
                </a:cubicBezTo>
                <a:lnTo>
                  <a:pt x="3704549" y="141758"/>
                </a:lnTo>
                <a:cubicBezTo>
                  <a:pt x="3704549" y="141758"/>
                  <a:pt x="3707337" y="141162"/>
                  <a:pt x="3714313" y="141162"/>
                </a:cubicBezTo>
                <a:cubicBezTo>
                  <a:pt x="3721127" y="141162"/>
                  <a:pt x="3723879" y="141758"/>
                  <a:pt x="3723879" y="141758"/>
                </a:cubicBezTo>
                <a:lnTo>
                  <a:pt x="3724277" y="141162"/>
                </a:lnTo>
                <a:cubicBezTo>
                  <a:pt x="3722602" y="129814"/>
                  <a:pt x="3722282" y="116316"/>
                  <a:pt x="3722282" y="101344"/>
                </a:cubicBezTo>
                <a:lnTo>
                  <a:pt x="3722282" y="64512"/>
                </a:lnTo>
                <a:lnTo>
                  <a:pt x="3761742" y="64512"/>
                </a:lnTo>
                <a:lnTo>
                  <a:pt x="3761742" y="101344"/>
                </a:lnTo>
                <a:cubicBezTo>
                  <a:pt x="3761742" y="116155"/>
                  <a:pt x="3761462" y="130492"/>
                  <a:pt x="3759747" y="141162"/>
                </a:cubicBezTo>
                <a:lnTo>
                  <a:pt x="3759948" y="141758"/>
                </a:lnTo>
                <a:cubicBezTo>
                  <a:pt x="3759948" y="141758"/>
                  <a:pt x="3762736" y="141162"/>
                  <a:pt x="3769711" y="141162"/>
                </a:cubicBezTo>
                <a:cubicBezTo>
                  <a:pt x="3776526" y="141162"/>
                  <a:pt x="3779278" y="141758"/>
                  <a:pt x="3779278" y="141758"/>
                </a:cubicBezTo>
                <a:lnTo>
                  <a:pt x="3779676" y="141162"/>
                </a:lnTo>
                <a:cubicBezTo>
                  <a:pt x="3778000" y="129814"/>
                  <a:pt x="3777684" y="116316"/>
                  <a:pt x="3777684" y="101344"/>
                </a:cubicBezTo>
                <a:lnTo>
                  <a:pt x="3777684" y="64512"/>
                </a:lnTo>
                <a:lnTo>
                  <a:pt x="3784459" y="64512"/>
                </a:lnTo>
                <a:cubicBezTo>
                  <a:pt x="3789242" y="64512"/>
                  <a:pt x="3796175" y="64670"/>
                  <a:pt x="3798805" y="64910"/>
                </a:cubicBezTo>
                <a:cubicBezTo>
                  <a:pt x="3799404" y="61723"/>
                  <a:pt x="3800003" y="59689"/>
                  <a:pt x="3801198" y="56740"/>
                </a:cubicBezTo>
                <a:lnTo>
                  <a:pt x="3800201" y="55344"/>
                </a:lnTo>
                <a:cubicBezTo>
                  <a:pt x="3796853" y="55505"/>
                  <a:pt x="3790835" y="55742"/>
                  <a:pt x="3786253" y="55742"/>
                </a:cubicBezTo>
                <a:lnTo>
                  <a:pt x="3777684" y="55742"/>
                </a:lnTo>
                <a:lnTo>
                  <a:pt x="3777684" y="53745"/>
                </a:lnTo>
                <a:cubicBezTo>
                  <a:pt x="3777684" y="48627"/>
                  <a:pt x="3776687" y="36151"/>
                  <a:pt x="3776687" y="32551"/>
                </a:cubicBezTo>
                <a:cubicBezTo>
                  <a:pt x="3776687" y="21513"/>
                  <a:pt x="3781829" y="11956"/>
                  <a:pt x="3793225" y="11956"/>
                </a:cubicBezTo>
                <a:cubicBezTo>
                  <a:pt x="3799006" y="11956"/>
                  <a:pt x="3802594" y="14957"/>
                  <a:pt x="3804783" y="18956"/>
                </a:cubicBezTo>
                <a:lnTo>
                  <a:pt x="3806975" y="18755"/>
                </a:lnTo>
                <a:cubicBezTo>
                  <a:pt x="3808371" y="13358"/>
                  <a:pt x="3810363" y="6179"/>
                  <a:pt x="3812555" y="2393"/>
                </a:cubicBezTo>
                <a:lnTo>
                  <a:pt x="3812358" y="1794"/>
                </a:lnTo>
                <a:cubicBezTo>
                  <a:pt x="3810764" y="797"/>
                  <a:pt x="3807176" y="0"/>
                  <a:pt x="3803390" y="0"/>
                </a:cubicBezTo>
                <a:cubicBezTo>
                  <a:pt x="3790835" y="0"/>
                  <a:pt x="3779874" y="5382"/>
                  <a:pt x="3772701" y="15155"/>
                </a:cubicBezTo>
                <a:cubicBezTo>
                  <a:pt x="3765527" y="24952"/>
                  <a:pt x="3761742" y="30152"/>
                  <a:pt x="3761742" y="45748"/>
                </a:cubicBezTo>
                <a:lnTo>
                  <a:pt x="3761742" y="55742"/>
                </a:lnTo>
                <a:lnTo>
                  <a:pt x="3722282" y="55742"/>
                </a:lnTo>
                <a:lnTo>
                  <a:pt x="3722282" y="53745"/>
                </a:lnTo>
                <a:cubicBezTo>
                  <a:pt x="3722282" y="48627"/>
                  <a:pt x="3721288" y="40150"/>
                  <a:pt x="3721288" y="36549"/>
                </a:cubicBezTo>
                <a:cubicBezTo>
                  <a:pt x="3721288" y="25496"/>
                  <a:pt x="3726430" y="15936"/>
                  <a:pt x="3737827" y="15936"/>
                </a:cubicBezTo>
                <a:cubicBezTo>
                  <a:pt x="3743607" y="15936"/>
                  <a:pt x="3747192" y="18935"/>
                  <a:pt x="3749384" y="22936"/>
                </a:cubicBezTo>
                <a:lnTo>
                  <a:pt x="3751577" y="22735"/>
                </a:lnTo>
                <a:cubicBezTo>
                  <a:pt x="3752972" y="17335"/>
                  <a:pt x="3754964" y="10156"/>
                  <a:pt x="3757156" y="6370"/>
                </a:cubicBezTo>
                <a:lnTo>
                  <a:pt x="3756959" y="5771"/>
                </a:lnTo>
                <a:cubicBezTo>
                  <a:pt x="3755362" y="4777"/>
                  <a:pt x="3751777" y="3977"/>
                  <a:pt x="3747992" y="3977"/>
                </a:cubicBezTo>
                <a:cubicBezTo>
                  <a:pt x="3735437" y="3977"/>
                  <a:pt x="3724475" y="9359"/>
                  <a:pt x="3717302" y="19135"/>
                </a:cubicBezTo>
                <a:cubicBezTo>
                  <a:pt x="3710129" y="28938"/>
                  <a:pt x="3706343" y="34138"/>
                  <a:pt x="3706343" y="49743"/>
                </a:cubicBezTo>
                <a:lnTo>
                  <a:pt x="3706343" y="55742"/>
                </a:lnTo>
                <a:cubicBezTo>
                  <a:pt x="3701998" y="55742"/>
                  <a:pt x="3697415" y="55703"/>
                  <a:pt x="3694782" y="55344"/>
                </a:cubicBezTo>
                <a:cubicBezTo>
                  <a:pt x="3693429" y="58573"/>
                  <a:pt x="3692353" y="60525"/>
                  <a:pt x="3690401" y="63514"/>
                </a:cubicBezTo>
                <a:lnTo>
                  <a:pt x="3691395" y="64910"/>
                </a:lnTo>
                <a:cubicBezTo>
                  <a:pt x="3694983" y="64670"/>
                  <a:pt x="3701560" y="64512"/>
                  <a:pt x="3706142" y="64512"/>
                </a:cubicBezTo>
                <a:lnTo>
                  <a:pt x="3706343" y="64512"/>
                </a:lnTo>
                <a:close/>
                <a:moveTo>
                  <a:pt x="3829496" y="86694"/>
                </a:moveTo>
                <a:cubicBezTo>
                  <a:pt x="3832883" y="65959"/>
                  <a:pt x="3845955" y="61574"/>
                  <a:pt x="3852213" y="61574"/>
                </a:cubicBezTo>
                <a:cubicBezTo>
                  <a:pt x="3860104" y="61574"/>
                  <a:pt x="3868952" y="68951"/>
                  <a:pt x="3868952" y="83902"/>
                </a:cubicBezTo>
                <a:cubicBezTo>
                  <a:pt x="3868952" y="85696"/>
                  <a:pt x="3868156" y="86694"/>
                  <a:pt x="3866161" y="86694"/>
                </a:cubicBezTo>
                <a:lnTo>
                  <a:pt x="3829496" y="86694"/>
                </a:lnTo>
                <a:moveTo>
                  <a:pt x="3882702" y="120394"/>
                </a:moveTo>
                <a:cubicBezTo>
                  <a:pt x="3875727" y="127975"/>
                  <a:pt x="3866362" y="131365"/>
                  <a:pt x="3855400" y="131365"/>
                </a:cubicBezTo>
                <a:cubicBezTo>
                  <a:pt x="3848586" y="131365"/>
                  <a:pt x="3839181" y="128771"/>
                  <a:pt x="3833680" y="119996"/>
                </a:cubicBezTo>
                <a:cubicBezTo>
                  <a:pt x="3830171" y="114410"/>
                  <a:pt x="3828897" y="106273"/>
                  <a:pt x="3828897" y="94664"/>
                </a:cubicBezTo>
                <a:lnTo>
                  <a:pt x="3883101" y="94664"/>
                </a:lnTo>
                <a:cubicBezTo>
                  <a:pt x="3885293" y="94664"/>
                  <a:pt x="3886686" y="93469"/>
                  <a:pt x="3886686" y="91276"/>
                </a:cubicBezTo>
                <a:cubicBezTo>
                  <a:pt x="3886686" y="74534"/>
                  <a:pt x="3878515" y="53602"/>
                  <a:pt x="3852213" y="53602"/>
                </a:cubicBezTo>
                <a:cubicBezTo>
                  <a:pt x="3831685" y="53602"/>
                  <a:pt x="3811361" y="70146"/>
                  <a:pt x="3811361" y="99453"/>
                </a:cubicBezTo>
                <a:cubicBezTo>
                  <a:pt x="3811361" y="110779"/>
                  <a:pt x="3813672" y="121951"/>
                  <a:pt x="3820328" y="129969"/>
                </a:cubicBezTo>
                <a:cubicBezTo>
                  <a:pt x="3827182" y="138219"/>
                  <a:pt x="3838582" y="143120"/>
                  <a:pt x="3852012" y="143120"/>
                </a:cubicBezTo>
                <a:cubicBezTo>
                  <a:pt x="3866362" y="143120"/>
                  <a:pt x="3879114" y="135750"/>
                  <a:pt x="3886686" y="125381"/>
                </a:cubicBezTo>
                <a:lnTo>
                  <a:pt x="3882702" y="120394"/>
                </a:lnTo>
                <a:close/>
                <a:moveTo>
                  <a:pt x="3928136" y="74534"/>
                </a:moveTo>
                <a:lnTo>
                  <a:pt x="3928136" y="56393"/>
                </a:lnTo>
                <a:cubicBezTo>
                  <a:pt x="3928136" y="54839"/>
                  <a:pt x="3927896" y="54401"/>
                  <a:pt x="3926941" y="54401"/>
                </a:cubicBezTo>
                <a:cubicBezTo>
                  <a:pt x="3922477" y="55277"/>
                  <a:pt x="3915344" y="55435"/>
                  <a:pt x="3910798" y="54997"/>
                </a:cubicBezTo>
                <a:lnTo>
                  <a:pt x="3910400" y="55596"/>
                </a:lnTo>
                <a:cubicBezTo>
                  <a:pt x="3911795" y="64205"/>
                  <a:pt x="3912194" y="79323"/>
                  <a:pt x="3912194" y="94283"/>
                </a:cubicBezTo>
                <a:lnTo>
                  <a:pt x="3912194" y="105254"/>
                </a:lnTo>
                <a:cubicBezTo>
                  <a:pt x="3912194" y="120215"/>
                  <a:pt x="3911957" y="130428"/>
                  <a:pt x="3910400" y="141162"/>
                </a:cubicBezTo>
                <a:lnTo>
                  <a:pt x="3910798" y="141758"/>
                </a:lnTo>
                <a:cubicBezTo>
                  <a:pt x="3913191" y="141360"/>
                  <a:pt x="3917773" y="141162"/>
                  <a:pt x="3920166" y="141162"/>
                </a:cubicBezTo>
                <a:cubicBezTo>
                  <a:pt x="3922556" y="141162"/>
                  <a:pt x="3927139" y="141360"/>
                  <a:pt x="3929532" y="141758"/>
                </a:cubicBezTo>
                <a:lnTo>
                  <a:pt x="3929930" y="141162"/>
                </a:lnTo>
                <a:cubicBezTo>
                  <a:pt x="3928455" y="129790"/>
                  <a:pt x="3928136" y="120415"/>
                  <a:pt x="3928136" y="105254"/>
                </a:cubicBezTo>
                <a:lnTo>
                  <a:pt x="3928136" y="94882"/>
                </a:lnTo>
                <a:cubicBezTo>
                  <a:pt x="3928136" y="86502"/>
                  <a:pt x="3930648" y="81716"/>
                  <a:pt x="3934911" y="75133"/>
                </a:cubicBezTo>
                <a:cubicBezTo>
                  <a:pt x="3937821" y="70706"/>
                  <a:pt x="3942285" y="68152"/>
                  <a:pt x="3946070" y="68152"/>
                </a:cubicBezTo>
                <a:cubicBezTo>
                  <a:pt x="3950057" y="68152"/>
                  <a:pt x="3953842" y="68550"/>
                  <a:pt x="3956433" y="70943"/>
                </a:cubicBezTo>
                <a:lnTo>
                  <a:pt x="3958026" y="70545"/>
                </a:lnTo>
                <a:lnTo>
                  <a:pt x="3962013" y="55794"/>
                </a:lnTo>
                <a:lnTo>
                  <a:pt x="3961216" y="54997"/>
                </a:lnTo>
                <a:cubicBezTo>
                  <a:pt x="3957829" y="54003"/>
                  <a:pt x="3957628" y="53602"/>
                  <a:pt x="3954043" y="53602"/>
                </a:cubicBezTo>
                <a:cubicBezTo>
                  <a:pt x="3943282" y="53602"/>
                  <a:pt x="3937502" y="59780"/>
                  <a:pt x="3928735" y="74932"/>
                </a:cubicBezTo>
                <a:lnTo>
                  <a:pt x="3928136" y="74534"/>
                </a:lnTo>
                <a:close/>
                <a:moveTo>
                  <a:pt x="3988917" y="86694"/>
                </a:moveTo>
                <a:cubicBezTo>
                  <a:pt x="3992304" y="65959"/>
                  <a:pt x="4005376" y="61574"/>
                  <a:pt x="4011634" y="61574"/>
                </a:cubicBezTo>
                <a:cubicBezTo>
                  <a:pt x="4019525" y="61574"/>
                  <a:pt x="4028373" y="68951"/>
                  <a:pt x="4028373" y="83902"/>
                </a:cubicBezTo>
                <a:cubicBezTo>
                  <a:pt x="4028373" y="85696"/>
                  <a:pt x="4027577" y="86694"/>
                  <a:pt x="4025582" y="86694"/>
                </a:cubicBezTo>
                <a:lnTo>
                  <a:pt x="3988917" y="86694"/>
                </a:lnTo>
                <a:moveTo>
                  <a:pt x="4042123" y="120394"/>
                </a:moveTo>
                <a:cubicBezTo>
                  <a:pt x="4035148" y="127975"/>
                  <a:pt x="4025783" y="131365"/>
                  <a:pt x="4014821" y="131365"/>
                </a:cubicBezTo>
                <a:cubicBezTo>
                  <a:pt x="4008007" y="131365"/>
                  <a:pt x="3998602" y="128771"/>
                  <a:pt x="3993101" y="119996"/>
                </a:cubicBezTo>
                <a:cubicBezTo>
                  <a:pt x="3989592" y="114410"/>
                  <a:pt x="3988318" y="106273"/>
                  <a:pt x="3988318" y="94664"/>
                </a:cubicBezTo>
                <a:lnTo>
                  <a:pt x="4042522" y="94664"/>
                </a:lnTo>
                <a:cubicBezTo>
                  <a:pt x="4044714" y="94664"/>
                  <a:pt x="4046107" y="93469"/>
                  <a:pt x="4046107" y="91276"/>
                </a:cubicBezTo>
                <a:cubicBezTo>
                  <a:pt x="4046107" y="74534"/>
                  <a:pt x="4037936" y="53602"/>
                  <a:pt x="4011634" y="53602"/>
                </a:cubicBezTo>
                <a:cubicBezTo>
                  <a:pt x="3991106" y="53602"/>
                  <a:pt x="3970782" y="70146"/>
                  <a:pt x="3970782" y="99453"/>
                </a:cubicBezTo>
                <a:cubicBezTo>
                  <a:pt x="3970782" y="110779"/>
                  <a:pt x="3973093" y="121951"/>
                  <a:pt x="3979749" y="129969"/>
                </a:cubicBezTo>
                <a:cubicBezTo>
                  <a:pt x="3986603" y="138219"/>
                  <a:pt x="3998003" y="143120"/>
                  <a:pt x="4011434" y="143120"/>
                </a:cubicBezTo>
                <a:cubicBezTo>
                  <a:pt x="4025783" y="143120"/>
                  <a:pt x="4038535" y="135750"/>
                  <a:pt x="4046107" y="125381"/>
                </a:cubicBezTo>
                <a:lnTo>
                  <a:pt x="4042123" y="120394"/>
                </a:lnTo>
                <a:close/>
                <a:moveTo>
                  <a:pt x="4145945" y="105254"/>
                </a:moveTo>
                <a:cubicBezTo>
                  <a:pt x="4145945" y="98872"/>
                  <a:pt x="4146344" y="91492"/>
                  <a:pt x="4146344" y="85110"/>
                </a:cubicBezTo>
                <a:cubicBezTo>
                  <a:pt x="4146344" y="64363"/>
                  <a:pt x="4139569" y="53602"/>
                  <a:pt x="4121635" y="53602"/>
                </a:cubicBezTo>
                <a:cubicBezTo>
                  <a:pt x="4114060" y="53602"/>
                  <a:pt x="4099912" y="56594"/>
                  <a:pt x="4087159" y="71545"/>
                </a:cubicBezTo>
                <a:lnTo>
                  <a:pt x="4086761" y="70946"/>
                </a:lnTo>
                <a:lnTo>
                  <a:pt x="4086761" y="56393"/>
                </a:lnTo>
                <a:cubicBezTo>
                  <a:pt x="4086721" y="54839"/>
                  <a:pt x="4086521" y="54401"/>
                  <a:pt x="4085566" y="54401"/>
                </a:cubicBezTo>
                <a:cubicBezTo>
                  <a:pt x="4081102" y="55277"/>
                  <a:pt x="4073966" y="55435"/>
                  <a:pt x="4069423" y="54997"/>
                </a:cubicBezTo>
                <a:lnTo>
                  <a:pt x="4069024" y="55596"/>
                </a:lnTo>
                <a:cubicBezTo>
                  <a:pt x="4070420" y="64205"/>
                  <a:pt x="4070818" y="79323"/>
                  <a:pt x="4070818" y="94283"/>
                </a:cubicBezTo>
                <a:lnTo>
                  <a:pt x="4070818" y="105254"/>
                </a:lnTo>
                <a:cubicBezTo>
                  <a:pt x="4070818" y="120218"/>
                  <a:pt x="4070618" y="130389"/>
                  <a:pt x="4069024" y="141162"/>
                </a:cubicBezTo>
                <a:lnTo>
                  <a:pt x="4069423" y="141758"/>
                </a:lnTo>
                <a:cubicBezTo>
                  <a:pt x="4071816" y="141360"/>
                  <a:pt x="4076398" y="141162"/>
                  <a:pt x="4078788" y="141162"/>
                </a:cubicBezTo>
                <a:cubicBezTo>
                  <a:pt x="4081181" y="141162"/>
                  <a:pt x="4085763" y="141360"/>
                  <a:pt x="4088157" y="141758"/>
                </a:cubicBezTo>
                <a:lnTo>
                  <a:pt x="4088555" y="141162"/>
                </a:lnTo>
                <a:cubicBezTo>
                  <a:pt x="4086958" y="129790"/>
                  <a:pt x="4086761" y="120415"/>
                  <a:pt x="4086761" y="105254"/>
                </a:cubicBezTo>
                <a:lnTo>
                  <a:pt x="4086761" y="81917"/>
                </a:lnTo>
                <a:cubicBezTo>
                  <a:pt x="4096923" y="69949"/>
                  <a:pt x="4108481" y="65561"/>
                  <a:pt x="4115657" y="65561"/>
                </a:cubicBezTo>
                <a:cubicBezTo>
                  <a:pt x="4125819" y="65561"/>
                  <a:pt x="4130003" y="69550"/>
                  <a:pt x="4130003" y="85706"/>
                </a:cubicBezTo>
                <a:lnTo>
                  <a:pt x="4130003" y="105254"/>
                </a:lnTo>
                <a:cubicBezTo>
                  <a:pt x="4130003" y="120218"/>
                  <a:pt x="4129644" y="130428"/>
                  <a:pt x="4128209" y="141162"/>
                </a:cubicBezTo>
                <a:lnTo>
                  <a:pt x="4128607" y="141758"/>
                </a:lnTo>
                <a:cubicBezTo>
                  <a:pt x="4131000" y="141360"/>
                  <a:pt x="4135583" y="141162"/>
                  <a:pt x="4137976" y="141162"/>
                </a:cubicBezTo>
                <a:cubicBezTo>
                  <a:pt x="4140366" y="141162"/>
                  <a:pt x="4144948" y="141360"/>
                  <a:pt x="4147341" y="141758"/>
                </a:cubicBezTo>
                <a:lnTo>
                  <a:pt x="4147739" y="141162"/>
                </a:lnTo>
                <a:cubicBezTo>
                  <a:pt x="4146186" y="129790"/>
                  <a:pt x="4145945" y="120415"/>
                  <a:pt x="4145945" y="105254"/>
                </a:cubicBezTo>
                <a:close/>
                <a:moveTo>
                  <a:pt x="4180618" y="55742"/>
                </a:moveTo>
                <a:cubicBezTo>
                  <a:pt x="4176553" y="55742"/>
                  <a:pt x="4172329" y="55663"/>
                  <a:pt x="4169857" y="55344"/>
                </a:cubicBezTo>
                <a:cubicBezTo>
                  <a:pt x="4168504" y="58613"/>
                  <a:pt x="4167428" y="60525"/>
                  <a:pt x="4165476" y="63514"/>
                </a:cubicBezTo>
                <a:lnTo>
                  <a:pt x="4166470" y="64910"/>
                </a:lnTo>
                <a:cubicBezTo>
                  <a:pt x="4169900" y="64670"/>
                  <a:pt x="4176076" y="64551"/>
                  <a:pt x="4180618" y="64512"/>
                </a:cubicBezTo>
                <a:lnTo>
                  <a:pt x="4180618" y="91775"/>
                </a:lnTo>
                <a:cubicBezTo>
                  <a:pt x="4180618" y="103716"/>
                  <a:pt x="4180022" y="118047"/>
                  <a:pt x="4180022" y="124016"/>
                </a:cubicBezTo>
                <a:cubicBezTo>
                  <a:pt x="4180022" y="136957"/>
                  <a:pt x="4188390" y="143120"/>
                  <a:pt x="4197558" y="143120"/>
                </a:cubicBezTo>
                <a:cubicBezTo>
                  <a:pt x="4205929" y="143120"/>
                  <a:pt x="4212306" y="141132"/>
                  <a:pt x="4220674" y="135765"/>
                </a:cubicBezTo>
                <a:lnTo>
                  <a:pt x="4218244" y="130860"/>
                </a:lnTo>
                <a:cubicBezTo>
                  <a:pt x="4212105" y="132974"/>
                  <a:pt x="4207523" y="133174"/>
                  <a:pt x="4202539" y="132378"/>
                </a:cubicBezTo>
                <a:cubicBezTo>
                  <a:pt x="4197798" y="131620"/>
                  <a:pt x="4195965" y="126840"/>
                  <a:pt x="4195965" y="116055"/>
                </a:cubicBezTo>
                <a:cubicBezTo>
                  <a:pt x="4195965" y="110086"/>
                  <a:pt x="4196561" y="101526"/>
                  <a:pt x="4196561" y="89589"/>
                </a:cubicBezTo>
                <a:lnTo>
                  <a:pt x="4196561" y="64512"/>
                </a:lnTo>
                <a:lnTo>
                  <a:pt x="4204135" y="64512"/>
                </a:lnTo>
                <a:cubicBezTo>
                  <a:pt x="4208918" y="64512"/>
                  <a:pt x="4215851" y="64670"/>
                  <a:pt x="4218481" y="64910"/>
                </a:cubicBezTo>
                <a:cubicBezTo>
                  <a:pt x="4219080" y="61723"/>
                  <a:pt x="4219679" y="59689"/>
                  <a:pt x="4220874" y="56740"/>
                </a:cubicBezTo>
                <a:lnTo>
                  <a:pt x="4219877" y="55344"/>
                </a:lnTo>
                <a:cubicBezTo>
                  <a:pt x="4216289" y="55505"/>
                  <a:pt x="4210512" y="55742"/>
                  <a:pt x="4205929" y="55742"/>
                </a:cubicBezTo>
                <a:lnTo>
                  <a:pt x="4196561" y="55742"/>
                </a:lnTo>
                <a:cubicBezTo>
                  <a:pt x="4196561" y="40837"/>
                  <a:pt x="4196682" y="38207"/>
                  <a:pt x="4197558" y="26649"/>
                </a:cubicBezTo>
                <a:cubicBezTo>
                  <a:pt x="4197558" y="25214"/>
                  <a:pt x="4197002" y="24657"/>
                  <a:pt x="4195764" y="24657"/>
                </a:cubicBezTo>
                <a:cubicBezTo>
                  <a:pt x="4190783" y="26649"/>
                  <a:pt x="4188311" y="28762"/>
                  <a:pt x="4181816" y="29638"/>
                </a:cubicBezTo>
                <a:lnTo>
                  <a:pt x="4181418" y="30237"/>
                </a:lnTo>
                <a:cubicBezTo>
                  <a:pt x="4181020" y="37173"/>
                  <a:pt x="4180618" y="44185"/>
                  <a:pt x="4180618" y="55742"/>
                </a:cubicBezTo>
                <a:close/>
                <a:moveTo>
                  <a:pt x="4311543" y="82510"/>
                </a:moveTo>
                <a:cubicBezTo>
                  <a:pt x="4315928" y="71943"/>
                  <a:pt x="4327686" y="62769"/>
                  <a:pt x="4335458" y="62769"/>
                </a:cubicBezTo>
                <a:cubicBezTo>
                  <a:pt x="4349008" y="62769"/>
                  <a:pt x="4355983" y="75133"/>
                  <a:pt x="4355983" y="97665"/>
                </a:cubicBezTo>
                <a:cubicBezTo>
                  <a:pt x="4355983" y="114015"/>
                  <a:pt x="4351401" y="135151"/>
                  <a:pt x="4330076" y="135151"/>
                </a:cubicBezTo>
                <a:cubicBezTo>
                  <a:pt x="4326890" y="135151"/>
                  <a:pt x="4318519" y="134354"/>
                  <a:pt x="4311543" y="126178"/>
                </a:cubicBezTo>
                <a:lnTo>
                  <a:pt x="4311543" y="82510"/>
                </a:lnTo>
                <a:moveTo>
                  <a:pt x="4311543" y="70946"/>
                </a:moveTo>
                <a:lnTo>
                  <a:pt x="4311543" y="56393"/>
                </a:lnTo>
                <a:cubicBezTo>
                  <a:pt x="4311543" y="54839"/>
                  <a:pt x="4311306" y="54401"/>
                  <a:pt x="4310348" y="54401"/>
                </a:cubicBezTo>
                <a:cubicBezTo>
                  <a:pt x="4305884" y="55277"/>
                  <a:pt x="4298751" y="55435"/>
                  <a:pt x="4294208" y="54997"/>
                </a:cubicBezTo>
                <a:lnTo>
                  <a:pt x="4293810" y="55596"/>
                </a:lnTo>
                <a:cubicBezTo>
                  <a:pt x="4295202" y="64205"/>
                  <a:pt x="4295601" y="79320"/>
                  <a:pt x="4295601" y="94274"/>
                </a:cubicBezTo>
                <a:lnTo>
                  <a:pt x="4295601" y="147517"/>
                </a:lnTo>
                <a:cubicBezTo>
                  <a:pt x="4295601" y="162383"/>
                  <a:pt x="4295242" y="176726"/>
                  <a:pt x="4293810" y="187475"/>
                </a:cubicBezTo>
                <a:lnTo>
                  <a:pt x="4294208" y="188074"/>
                </a:lnTo>
                <a:cubicBezTo>
                  <a:pt x="4296598" y="187676"/>
                  <a:pt x="4301180" y="187475"/>
                  <a:pt x="4303573" y="187475"/>
                </a:cubicBezTo>
                <a:cubicBezTo>
                  <a:pt x="4305963" y="187475"/>
                  <a:pt x="4310549" y="187676"/>
                  <a:pt x="4312939" y="188074"/>
                </a:cubicBezTo>
                <a:lnTo>
                  <a:pt x="4313337" y="187475"/>
                </a:lnTo>
                <a:cubicBezTo>
                  <a:pt x="4311902" y="176088"/>
                  <a:pt x="4311543" y="162541"/>
                  <a:pt x="4311543" y="147517"/>
                </a:cubicBezTo>
                <a:lnTo>
                  <a:pt x="4311543" y="138739"/>
                </a:lnTo>
                <a:cubicBezTo>
                  <a:pt x="4316725" y="141527"/>
                  <a:pt x="4324098" y="143120"/>
                  <a:pt x="4331271" y="143120"/>
                </a:cubicBezTo>
                <a:cubicBezTo>
                  <a:pt x="4357577" y="143120"/>
                  <a:pt x="4373519" y="123189"/>
                  <a:pt x="4373519" y="95071"/>
                </a:cubicBezTo>
                <a:cubicBezTo>
                  <a:pt x="4373519" y="73935"/>
                  <a:pt x="4361165" y="53602"/>
                  <a:pt x="4338846" y="53602"/>
                </a:cubicBezTo>
                <a:cubicBezTo>
                  <a:pt x="4331074" y="53602"/>
                  <a:pt x="4321109" y="57588"/>
                  <a:pt x="4311941" y="71545"/>
                </a:cubicBezTo>
                <a:lnTo>
                  <a:pt x="4311543" y="70946"/>
                </a:lnTo>
                <a:close/>
                <a:moveTo>
                  <a:pt x="4409789" y="86694"/>
                </a:moveTo>
                <a:cubicBezTo>
                  <a:pt x="4413176" y="65959"/>
                  <a:pt x="4426248" y="61574"/>
                  <a:pt x="4432506" y="61574"/>
                </a:cubicBezTo>
                <a:cubicBezTo>
                  <a:pt x="4440397" y="61574"/>
                  <a:pt x="4449245" y="68951"/>
                  <a:pt x="4449245" y="83902"/>
                </a:cubicBezTo>
                <a:cubicBezTo>
                  <a:pt x="4449245" y="85696"/>
                  <a:pt x="4448448" y="86694"/>
                  <a:pt x="4446454" y="86694"/>
                </a:cubicBezTo>
                <a:lnTo>
                  <a:pt x="4409789" y="86694"/>
                </a:lnTo>
                <a:moveTo>
                  <a:pt x="4462995" y="120394"/>
                </a:moveTo>
                <a:cubicBezTo>
                  <a:pt x="4456020" y="127975"/>
                  <a:pt x="4446654" y="131365"/>
                  <a:pt x="4435693" y="131365"/>
                </a:cubicBezTo>
                <a:cubicBezTo>
                  <a:pt x="4428878" y="131365"/>
                  <a:pt x="4419473" y="128771"/>
                  <a:pt x="4413973" y="119996"/>
                </a:cubicBezTo>
                <a:cubicBezTo>
                  <a:pt x="4410464" y="114410"/>
                  <a:pt x="4409190" y="106273"/>
                  <a:pt x="4409190" y="94664"/>
                </a:cubicBezTo>
                <a:lnTo>
                  <a:pt x="4463394" y="94664"/>
                </a:lnTo>
                <a:cubicBezTo>
                  <a:pt x="4465586" y="94664"/>
                  <a:pt x="4466979" y="93469"/>
                  <a:pt x="4466979" y="91276"/>
                </a:cubicBezTo>
                <a:cubicBezTo>
                  <a:pt x="4466979" y="74534"/>
                  <a:pt x="4458808" y="53602"/>
                  <a:pt x="4432506" y="53602"/>
                </a:cubicBezTo>
                <a:cubicBezTo>
                  <a:pt x="4411978" y="53602"/>
                  <a:pt x="4391654" y="70146"/>
                  <a:pt x="4391654" y="99453"/>
                </a:cubicBezTo>
                <a:cubicBezTo>
                  <a:pt x="4391654" y="110779"/>
                  <a:pt x="4393965" y="121951"/>
                  <a:pt x="4400621" y="129969"/>
                </a:cubicBezTo>
                <a:cubicBezTo>
                  <a:pt x="4407475" y="138219"/>
                  <a:pt x="4418874" y="143120"/>
                  <a:pt x="4432305" y="143120"/>
                </a:cubicBezTo>
                <a:cubicBezTo>
                  <a:pt x="4446654" y="143120"/>
                  <a:pt x="4459407" y="135750"/>
                  <a:pt x="4466979" y="125381"/>
                </a:cubicBezTo>
                <a:lnTo>
                  <a:pt x="4462995" y="120394"/>
                </a:lnTo>
                <a:close/>
                <a:moveTo>
                  <a:pt x="4508429" y="74534"/>
                </a:moveTo>
                <a:lnTo>
                  <a:pt x="4508429" y="56393"/>
                </a:lnTo>
                <a:cubicBezTo>
                  <a:pt x="4508429" y="54839"/>
                  <a:pt x="4508189" y="54401"/>
                  <a:pt x="4507234" y="54401"/>
                </a:cubicBezTo>
                <a:cubicBezTo>
                  <a:pt x="4502770" y="55277"/>
                  <a:pt x="4495637" y="55435"/>
                  <a:pt x="4491091" y="54997"/>
                </a:cubicBezTo>
                <a:lnTo>
                  <a:pt x="4490692" y="55596"/>
                </a:lnTo>
                <a:cubicBezTo>
                  <a:pt x="4492088" y="64205"/>
                  <a:pt x="4492486" y="79323"/>
                  <a:pt x="4492486" y="94283"/>
                </a:cubicBezTo>
                <a:lnTo>
                  <a:pt x="4492486" y="105254"/>
                </a:lnTo>
                <a:cubicBezTo>
                  <a:pt x="4492486" y="120215"/>
                  <a:pt x="4492249" y="130428"/>
                  <a:pt x="4490692" y="141162"/>
                </a:cubicBezTo>
                <a:lnTo>
                  <a:pt x="4491091" y="141758"/>
                </a:lnTo>
                <a:cubicBezTo>
                  <a:pt x="4493484" y="141360"/>
                  <a:pt x="4498066" y="141162"/>
                  <a:pt x="4500459" y="141162"/>
                </a:cubicBezTo>
                <a:cubicBezTo>
                  <a:pt x="4502849" y="141162"/>
                  <a:pt x="4507432" y="141360"/>
                  <a:pt x="4509825" y="141758"/>
                </a:cubicBezTo>
                <a:lnTo>
                  <a:pt x="4510223" y="141162"/>
                </a:lnTo>
                <a:cubicBezTo>
                  <a:pt x="4508748" y="129790"/>
                  <a:pt x="4508429" y="120415"/>
                  <a:pt x="4508429" y="105254"/>
                </a:cubicBezTo>
                <a:lnTo>
                  <a:pt x="4508429" y="94882"/>
                </a:lnTo>
                <a:cubicBezTo>
                  <a:pt x="4508429" y="86502"/>
                  <a:pt x="4510941" y="81716"/>
                  <a:pt x="4515204" y="75133"/>
                </a:cubicBezTo>
                <a:cubicBezTo>
                  <a:pt x="4518114" y="70706"/>
                  <a:pt x="4522577" y="68152"/>
                  <a:pt x="4526363" y="68152"/>
                </a:cubicBezTo>
                <a:cubicBezTo>
                  <a:pt x="4530349" y="68152"/>
                  <a:pt x="4534135" y="68550"/>
                  <a:pt x="4536726" y="70943"/>
                </a:cubicBezTo>
                <a:lnTo>
                  <a:pt x="4538319" y="70545"/>
                </a:lnTo>
                <a:lnTo>
                  <a:pt x="4542306" y="55794"/>
                </a:lnTo>
                <a:lnTo>
                  <a:pt x="4541509" y="54997"/>
                </a:lnTo>
                <a:cubicBezTo>
                  <a:pt x="4538122" y="54003"/>
                  <a:pt x="4537921" y="53602"/>
                  <a:pt x="4534336" y="53602"/>
                </a:cubicBezTo>
                <a:cubicBezTo>
                  <a:pt x="4523575" y="53602"/>
                  <a:pt x="4517794" y="59780"/>
                  <a:pt x="4509028" y="74932"/>
                </a:cubicBezTo>
                <a:lnTo>
                  <a:pt x="4508429" y="74534"/>
                </a:lnTo>
                <a:close/>
                <a:moveTo>
                  <a:pt x="4555856" y="120993"/>
                </a:moveTo>
                <a:lnTo>
                  <a:pt x="4552468" y="137741"/>
                </a:lnTo>
                <a:cubicBezTo>
                  <a:pt x="4563828" y="141728"/>
                  <a:pt x="4574988" y="143120"/>
                  <a:pt x="4582559" y="143120"/>
                </a:cubicBezTo>
                <a:cubicBezTo>
                  <a:pt x="4610059" y="143120"/>
                  <a:pt x="4616436" y="126777"/>
                  <a:pt x="4616436" y="115809"/>
                </a:cubicBezTo>
                <a:cubicBezTo>
                  <a:pt x="4616436" y="99459"/>
                  <a:pt x="4603482" y="93079"/>
                  <a:pt x="4589334" y="89689"/>
                </a:cubicBezTo>
                <a:cubicBezTo>
                  <a:pt x="4581802" y="87895"/>
                  <a:pt x="4570804" y="84106"/>
                  <a:pt x="4570804" y="74136"/>
                </a:cubicBezTo>
                <a:cubicBezTo>
                  <a:pt x="4570804" y="65959"/>
                  <a:pt x="4577378" y="61574"/>
                  <a:pt x="4585947" y="61574"/>
                </a:cubicBezTo>
                <a:cubicBezTo>
                  <a:pt x="4596309" y="61574"/>
                  <a:pt x="4602686" y="69748"/>
                  <a:pt x="4607271" y="75133"/>
                </a:cubicBezTo>
                <a:lnTo>
                  <a:pt x="4610059" y="74932"/>
                </a:lnTo>
                <a:lnTo>
                  <a:pt x="4614046" y="60179"/>
                </a:lnTo>
                <a:lnTo>
                  <a:pt x="4613647" y="59583"/>
                </a:lnTo>
                <a:cubicBezTo>
                  <a:pt x="4607867" y="56594"/>
                  <a:pt x="4596908" y="53602"/>
                  <a:pt x="4586743" y="53602"/>
                </a:cubicBezTo>
                <a:cubicBezTo>
                  <a:pt x="4571999" y="53602"/>
                  <a:pt x="4556652" y="61374"/>
                  <a:pt x="4556652" y="77924"/>
                </a:cubicBezTo>
                <a:cubicBezTo>
                  <a:pt x="4556652" y="93876"/>
                  <a:pt x="4568572" y="99139"/>
                  <a:pt x="4580567" y="102451"/>
                </a:cubicBezTo>
                <a:cubicBezTo>
                  <a:pt x="4592125" y="105641"/>
                  <a:pt x="4600694" y="108830"/>
                  <a:pt x="4600694" y="118600"/>
                </a:cubicBezTo>
                <a:cubicBezTo>
                  <a:pt x="4600694" y="129170"/>
                  <a:pt x="4592922" y="135151"/>
                  <a:pt x="4582362" y="135151"/>
                </a:cubicBezTo>
                <a:cubicBezTo>
                  <a:pt x="4572795" y="135151"/>
                  <a:pt x="4564424" y="128571"/>
                  <a:pt x="4558845" y="120795"/>
                </a:cubicBezTo>
                <a:lnTo>
                  <a:pt x="4555856" y="120993"/>
                </a:lnTo>
                <a:close/>
                <a:moveTo>
                  <a:pt x="4657088" y="82510"/>
                </a:moveTo>
                <a:cubicBezTo>
                  <a:pt x="4661473" y="71943"/>
                  <a:pt x="4673231" y="62769"/>
                  <a:pt x="4681003" y="62769"/>
                </a:cubicBezTo>
                <a:cubicBezTo>
                  <a:pt x="4694553" y="62769"/>
                  <a:pt x="4701528" y="75133"/>
                  <a:pt x="4701528" y="97665"/>
                </a:cubicBezTo>
                <a:cubicBezTo>
                  <a:pt x="4701528" y="114015"/>
                  <a:pt x="4696946" y="135151"/>
                  <a:pt x="4675621" y="135151"/>
                </a:cubicBezTo>
                <a:cubicBezTo>
                  <a:pt x="4672435" y="135151"/>
                  <a:pt x="4664063" y="134354"/>
                  <a:pt x="4657088" y="126178"/>
                </a:cubicBezTo>
                <a:lnTo>
                  <a:pt x="4657088" y="82510"/>
                </a:lnTo>
                <a:moveTo>
                  <a:pt x="4657088" y="70946"/>
                </a:moveTo>
                <a:lnTo>
                  <a:pt x="4657088" y="56393"/>
                </a:lnTo>
                <a:cubicBezTo>
                  <a:pt x="4657088" y="54839"/>
                  <a:pt x="4656851" y="54401"/>
                  <a:pt x="4655893" y="54401"/>
                </a:cubicBezTo>
                <a:cubicBezTo>
                  <a:pt x="4651429" y="55277"/>
                  <a:pt x="4644296" y="55435"/>
                  <a:pt x="4639753" y="54997"/>
                </a:cubicBezTo>
                <a:lnTo>
                  <a:pt x="4639355" y="55596"/>
                </a:lnTo>
                <a:cubicBezTo>
                  <a:pt x="4640747" y="64205"/>
                  <a:pt x="4641146" y="79320"/>
                  <a:pt x="4641146" y="94274"/>
                </a:cubicBezTo>
                <a:lnTo>
                  <a:pt x="4641146" y="147517"/>
                </a:lnTo>
                <a:cubicBezTo>
                  <a:pt x="4641146" y="162383"/>
                  <a:pt x="4640787" y="176726"/>
                  <a:pt x="4639355" y="187475"/>
                </a:cubicBezTo>
                <a:lnTo>
                  <a:pt x="4639753" y="188074"/>
                </a:lnTo>
                <a:cubicBezTo>
                  <a:pt x="4642143" y="187676"/>
                  <a:pt x="4646725" y="187475"/>
                  <a:pt x="4649118" y="187475"/>
                </a:cubicBezTo>
                <a:cubicBezTo>
                  <a:pt x="4651508" y="187475"/>
                  <a:pt x="4656094" y="187676"/>
                  <a:pt x="4658484" y="188074"/>
                </a:cubicBezTo>
                <a:lnTo>
                  <a:pt x="4658882" y="187475"/>
                </a:lnTo>
                <a:cubicBezTo>
                  <a:pt x="4657447" y="176088"/>
                  <a:pt x="4657088" y="162541"/>
                  <a:pt x="4657088" y="147517"/>
                </a:cubicBezTo>
                <a:lnTo>
                  <a:pt x="4657088" y="138739"/>
                </a:lnTo>
                <a:cubicBezTo>
                  <a:pt x="4662269" y="141527"/>
                  <a:pt x="4669643" y="143120"/>
                  <a:pt x="4676816" y="143120"/>
                </a:cubicBezTo>
                <a:cubicBezTo>
                  <a:pt x="4703121" y="143120"/>
                  <a:pt x="4719064" y="123189"/>
                  <a:pt x="4719064" y="95071"/>
                </a:cubicBezTo>
                <a:cubicBezTo>
                  <a:pt x="4719064" y="73935"/>
                  <a:pt x="4706709" y="53602"/>
                  <a:pt x="4684391" y="53602"/>
                </a:cubicBezTo>
                <a:cubicBezTo>
                  <a:pt x="4676619" y="53602"/>
                  <a:pt x="4666654" y="57588"/>
                  <a:pt x="4657486" y="71545"/>
                </a:cubicBezTo>
                <a:lnTo>
                  <a:pt x="4657088" y="70946"/>
                </a:lnTo>
                <a:close/>
                <a:moveTo>
                  <a:pt x="4755334" y="86694"/>
                </a:moveTo>
                <a:cubicBezTo>
                  <a:pt x="4758721" y="65959"/>
                  <a:pt x="4771793" y="61574"/>
                  <a:pt x="4778051" y="61574"/>
                </a:cubicBezTo>
                <a:cubicBezTo>
                  <a:pt x="4785942" y="61574"/>
                  <a:pt x="4794790" y="68951"/>
                  <a:pt x="4794790" y="83902"/>
                </a:cubicBezTo>
                <a:cubicBezTo>
                  <a:pt x="4794790" y="85696"/>
                  <a:pt x="4793993" y="86694"/>
                  <a:pt x="4791999" y="86694"/>
                </a:cubicBezTo>
                <a:lnTo>
                  <a:pt x="4755334" y="86694"/>
                </a:lnTo>
                <a:moveTo>
                  <a:pt x="4808540" y="120394"/>
                </a:moveTo>
                <a:cubicBezTo>
                  <a:pt x="4801565" y="127975"/>
                  <a:pt x="4792199" y="131365"/>
                  <a:pt x="4781238" y="131365"/>
                </a:cubicBezTo>
                <a:cubicBezTo>
                  <a:pt x="4774423" y="131365"/>
                  <a:pt x="4765018" y="128771"/>
                  <a:pt x="4759518" y="119996"/>
                </a:cubicBezTo>
                <a:cubicBezTo>
                  <a:pt x="4756009" y="114410"/>
                  <a:pt x="4754735" y="106273"/>
                  <a:pt x="4754735" y="94664"/>
                </a:cubicBezTo>
                <a:lnTo>
                  <a:pt x="4808938" y="94664"/>
                </a:lnTo>
                <a:cubicBezTo>
                  <a:pt x="4811131" y="94664"/>
                  <a:pt x="4812523" y="93469"/>
                  <a:pt x="4812523" y="91276"/>
                </a:cubicBezTo>
                <a:cubicBezTo>
                  <a:pt x="4812523" y="74534"/>
                  <a:pt x="4804353" y="53602"/>
                  <a:pt x="4778051" y="53602"/>
                </a:cubicBezTo>
                <a:cubicBezTo>
                  <a:pt x="4757523" y="53602"/>
                  <a:pt x="4737199" y="70146"/>
                  <a:pt x="4737199" y="99453"/>
                </a:cubicBezTo>
                <a:cubicBezTo>
                  <a:pt x="4737199" y="110779"/>
                  <a:pt x="4739510" y="121951"/>
                  <a:pt x="4746166" y="129969"/>
                </a:cubicBezTo>
                <a:cubicBezTo>
                  <a:pt x="4753020" y="138219"/>
                  <a:pt x="4764419" y="143120"/>
                  <a:pt x="4777850" y="143120"/>
                </a:cubicBezTo>
                <a:cubicBezTo>
                  <a:pt x="4792199" y="143120"/>
                  <a:pt x="4804952" y="135750"/>
                  <a:pt x="4812523" y="125381"/>
                </a:cubicBezTo>
                <a:lnTo>
                  <a:pt x="4808540" y="120394"/>
                </a:lnTo>
                <a:close/>
                <a:moveTo>
                  <a:pt x="4871910" y="61574"/>
                </a:moveTo>
                <a:cubicBezTo>
                  <a:pt x="4879600" y="61574"/>
                  <a:pt x="4886576" y="67236"/>
                  <a:pt x="4891836" y="76328"/>
                </a:cubicBezTo>
                <a:lnTo>
                  <a:pt x="4894427" y="76130"/>
                </a:lnTo>
                <a:lnTo>
                  <a:pt x="4899009" y="59780"/>
                </a:lnTo>
                <a:lnTo>
                  <a:pt x="4898611" y="59184"/>
                </a:lnTo>
                <a:cubicBezTo>
                  <a:pt x="4892435" y="55995"/>
                  <a:pt x="4882072" y="53602"/>
                  <a:pt x="4872108" y="53602"/>
                </a:cubicBezTo>
                <a:cubicBezTo>
                  <a:pt x="4851383" y="53602"/>
                  <a:pt x="4829663" y="70548"/>
                  <a:pt x="4829663" y="97665"/>
                </a:cubicBezTo>
                <a:cubicBezTo>
                  <a:pt x="4829663" y="125381"/>
                  <a:pt x="4845404" y="143120"/>
                  <a:pt x="4869718" y="143120"/>
                </a:cubicBezTo>
                <a:cubicBezTo>
                  <a:pt x="4881674" y="143120"/>
                  <a:pt x="4891040" y="139137"/>
                  <a:pt x="4899009" y="128972"/>
                </a:cubicBezTo>
                <a:lnTo>
                  <a:pt x="4895224" y="124782"/>
                </a:lnTo>
                <a:lnTo>
                  <a:pt x="4894427" y="124782"/>
                </a:lnTo>
                <a:cubicBezTo>
                  <a:pt x="4886856" y="131563"/>
                  <a:pt x="4880519" y="133159"/>
                  <a:pt x="4873105" y="133159"/>
                </a:cubicBezTo>
                <a:cubicBezTo>
                  <a:pt x="4858559" y="133159"/>
                  <a:pt x="4847198" y="119999"/>
                  <a:pt x="4847198" y="96667"/>
                </a:cubicBezTo>
                <a:cubicBezTo>
                  <a:pt x="4847198" y="74735"/>
                  <a:pt x="4858756" y="61574"/>
                  <a:pt x="4871910" y="61574"/>
                </a:cubicBezTo>
                <a:close/>
                <a:moveTo>
                  <a:pt x="4926509" y="55742"/>
                </a:moveTo>
                <a:cubicBezTo>
                  <a:pt x="4922444" y="55742"/>
                  <a:pt x="4918220" y="55663"/>
                  <a:pt x="4915748" y="55344"/>
                </a:cubicBezTo>
                <a:cubicBezTo>
                  <a:pt x="4914395" y="58613"/>
                  <a:pt x="4913319" y="60525"/>
                  <a:pt x="4911367" y="63514"/>
                </a:cubicBezTo>
                <a:lnTo>
                  <a:pt x="4912361" y="64910"/>
                </a:lnTo>
                <a:cubicBezTo>
                  <a:pt x="4915791" y="64670"/>
                  <a:pt x="4921966" y="64551"/>
                  <a:pt x="4926509" y="64512"/>
                </a:cubicBezTo>
                <a:lnTo>
                  <a:pt x="4926509" y="91775"/>
                </a:lnTo>
                <a:cubicBezTo>
                  <a:pt x="4926509" y="103716"/>
                  <a:pt x="4925913" y="118047"/>
                  <a:pt x="4925913" y="124016"/>
                </a:cubicBezTo>
                <a:cubicBezTo>
                  <a:pt x="4925913" y="136957"/>
                  <a:pt x="4934281" y="143120"/>
                  <a:pt x="4943449" y="143120"/>
                </a:cubicBezTo>
                <a:cubicBezTo>
                  <a:pt x="4951820" y="143120"/>
                  <a:pt x="4958197" y="141132"/>
                  <a:pt x="4966565" y="135765"/>
                </a:cubicBezTo>
                <a:lnTo>
                  <a:pt x="4964135" y="130860"/>
                </a:lnTo>
                <a:cubicBezTo>
                  <a:pt x="4957996" y="132974"/>
                  <a:pt x="4953414" y="133174"/>
                  <a:pt x="4948430" y="132378"/>
                </a:cubicBezTo>
                <a:cubicBezTo>
                  <a:pt x="4943689" y="131620"/>
                  <a:pt x="4941856" y="126840"/>
                  <a:pt x="4941856" y="116055"/>
                </a:cubicBezTo>
                <a:cubicBezTo>
                  <a:pt x="4941856" y="110086"/>
                  <a:pt x="4942452" y="101526"/>
                  <a:pt x="4942452" y="89589"/>
                </a:cubicBezTo>
                <a:lnTo>
                  <a:pt x="4942452" y="64512"/>
                </a:lnTo>
                <a:lnTo>
                  <a:pt x="4950026" y="64512"/>
                </a:lnTo>
                <a:cubicBezTo>
                  <a:pt x="4954809" y="64512"/>
                  <a:pt x="4961742" y="64670"/>
                  <a:pt x="4964372" y="64910"/>
                </a:cubicBezTo>
                <a:cubicBezTo>
                  <a:pt x="4964971" y="61723"/>
                  <a:pt x="4965570" y="59689"/>
                  <a:pt x="4966765" y="56740"/>
                </a:cubicBezTo>
                <a:lnTo>
                  <a:pt x="4965768" y="55344"/>
                </a:lnTo>
                <a:cubicBezTo>
                  <a:pt x="4962180" y="55505"/>
                  <a:pt x="4956403" y="55742"/>
                  <a:pt x="4951820" y="55742"/>
                </a:cubicBezTo>
                <a:lnTo>
                  <a:pt x="4942452" y="55742"/>
                </a:lnTo>
                <a:cubicBezTo>
                  <a:pt x="4942452" y="40837"/>
                  <a:pt x="4942573" y="38207"/>
                  <a:pt x="4943449" y="26649"/>
                </a:cubicBezTo>
                <a:cubicBezTo>
                  <a:pt x="4943449" y="25214"/>
                  <a:pt x="4942893" y="24657"/>
                  <a:pt x="4941655" y="24657"/>
                </a:cubicBezTo>
                <a:cubicBezTo>
                  <a:pt x="4936674" y="26649"/>
                  <a:pt x="4934202" y="28762"/>
                  <a:pt x="4927707" y="29638"/>
                </a:cubicBezTo>
                <a:lnTo>
                  <a:pt x="4927309" y="30237"/>
                </a:lnTo>
                <a:cubicBezTo>
                  <a:pt x="4926911" y="37173"/>
                  <a:pt x="4926509" y="44185"/>
                  <a:pt x="4926509" y="55742"/>
                </a:cubicBezTo>
                <a:close/>
                <a:moveTo>
                  <a:pt x="4991274" y="22121"/>
                </a:moveTo>
                <a:cubicBezTo>
                  <a:pt x="4991274" y="27500"/>
                  <a:pt x="4996057" y="32283"/>
                  <a:pt x="5001439" y="32283"/>
                </a:cubicBezTo>
                <a:cubicBezTo>
                  <a:pt x="5006818" y="32283"/>
                  <a:pt x="5011601" y="27500"/>
                  <a:pt x="5011601" y="22121"/>
                </a:cubicBezTo>
                <a:cubicBezTo>
                  <a:pt x="5011601" y="16739"/>
                  <a:pt x="5006818" y="11956"/>
                  <a:pt x="5001439" y="11956"/>
                </a:cubicBezTo>
                <a:cubicBezTo>
                  <a:pt x="4996057" y="11956"/>
                  <a:pt x="4991274" y="16739"/>
                  <a:pt x="4991274" y="22121"/>
                </a:cubicBezTo>
                <a:moveTo>
                  <a:pt x="4993269" y="94381"/>
                </a:moveTo>
                <a:lnTo>
                  <a:pt x="4993269" y="105330"/>
                </a:lnTo>
                <a:cubicBezTo>
                  <a:pt x="4993269" y="120260"/>
                  <a:pt x="4992910" y="130413"/>
                  <a:pt x="4991475" y="141162"/>
                </a:cubicBezTo>
                <a:lnTo>
                  <a:pt x="4991873" y="141758"/>
                </a:lnTo>
                <a:cubicBezTo>
                  <a:pt x="4994263" y="141363"/>
                  <a:pt x="4998849" y="141162"/>
                  <a:pt x="5001239" y="141162"/>
                </a:cubicBezTo>
                <a:cubicBezTo>
                  <a:pt x="5003632" y="141162"/>
                  <a:pt x="5008214" y="141363"/>
                  <a:pt x="5010604" y="141758"/>
                </a:cubicBezTo>
                <a:lnTo>
                  <a:pt x="5011002" y="141162"/>
                </a:lnTo>
                <a:cubicBezTo>
                  <a:pt x="5009570" y="129857"/>
                  <a:pt x="5009211" y="120458"/>
                  <a:pt x="5009211" y="105330"/>
                </a:cubicBezTo>
                <a:lnTo>
                  <a:pt x="5009211" y="91197"/>
                </a:lnTo>
                <a:cubicBezTo>
                  <a:pt x="5009211" y="76267"/>
                  <a:pt x="5009728" y="69100"/>
                  <a:pt x="5011002" y="56956"/>
                </a:cubicBezTo>
                <a:cubicBezTo>
                  <a:pt x="5011002" y="55165"/>
                  <a:pt x="5010765" y="54964"/>
                  <a:pt x="5009211" y="54964"/>
                </a:cubicBezTo>
                <a:cubicBezTo>
                  <a:pt x="5004665" y="55405"/>
                  <a:pt x="4996097" y="55523"/>
                  <a:pt x="4991873" y="55165"/>
                </a:cubicBezTo>
                <a:lnTo>
                  <a:pt x="4991475" y="55761"/>
                </a:lnTo>
                <a:cubicBezTo>
                  <a:pt x="4992709" y="64281"/>
                  <a:pt x="4993269" y="79451"/>
                  <a:pt x="4993269" y="94381"/>
                </a:cubicBezTo>
                <a:close/>
                <a:moveTo>
                  <a:pt x="5067400" y="141758"/>
                </a:moveTo>
                <a:cubicBezTo>
                  <a:pt x="5069391" y="141162"/>
                  <a:pt x="5071584" y="141162"/>
                  <a:pt x="5073575" y="141162"/>
                </a:cubicBezTo>
                <a:cubicBezTo>
                  <a:pt x="5075570" y="141162"/>
                  <a:pt x="5077762" y="141162"/>
                  <a:pt x="5079556" y="141758"/>
                </a:cubicBezTo>
                <a:cubicBezTo>
                  <a:pt x="5089916" y="112695"/>
                  <a:pt x="5102274" y="84425"/>
                  <a:pt x="5115224" y="55159"/>
                </a:cubicBezTo>
                <a:cubicBezTo>
                  <a:pt x="5113433" y="55758"/>
                  <a:pt x="5109644" y="55758"/>
                  <a:pt x="5107653" y="55758"/>
                </a:cubicBezTo>
                <a:cubicBezTo>
                  <a:pt x="5105661" y="55758"/>
                  <a:pt x="5102672" y="55758"/>
                  <a:pt x="5100878" y="55159"/>
                </a:cubicBezTo>
                <a:cubicBezTo>
                  <a:pt x="5092826" y="77657"/>
                  <a:pt x="5085893" y="103694"/>
                  <a:pt x="5076726" y="123207"/>
                </a:cubicBezTo>
                <a:lnTo>
                  <a:pt x="5076327" y="123207"/>
                </a:lnTo>
                <a:cubicBezTo>
                  <a:pt x="5066363" y="100432"/>
                  <a:pt x="5059868" y="77973"/>
                  <a:pt x="5052652" y="55159"/>
                </a:cubicBezTo>
                <a:cubicBezTo>
                  <a:pt x="5050061" y="55758"/>
                  <a:pt x="5045479" y="55758"/>
                  <a:pt x="5042688" y="55758"/>
                </a:cubicBezTo>
                <a:cubicBezTo>
                  <a:pt x="5039501" y="55758"/>
                  <a:pt x="5034320" y="55758"/>
                  <a:pt x="5031130" y="55159"/>
                </a:cubicBezTo>
                <a:cubicBezTo>
                  <a:pt x="5044482" y="84425"/>
                  <a:pt x="5056240" y="112695"/>
                  <a:pt x="5067400" y="141758"/>
                </a:cubicBezTo>
                <a:close/>
                <a:moveTo>
                  <a:pt x="5142527" y="86694"/>
                </a:moveTo>
                <a:cubicBezTo>
                  <a:pt x="5145915" y="65959"/>
                  <a:pt x="5158987" y="61574"/>
                  <a:pt x="5165245" y="61574"/>
                </a:cubicBezTo>
                <a:cubicBezTo>
                  <a:pt x="5173135" y="61574"/>
                  <a:pt x="5181984" y="68951"/>
                  <a:pt x="5181984" y="83902"/>
                </a:cubicBezTo>
                <a:cubicBezTo>
                  <a:pt x="5181984" y="85696"/>
                  <a:pt x="5181187" y="86694"/>
                  <a:pt x="5179192" y="86694"/>
                </a:cubicBezTo>
                <a:lnTo>
                  <a:pt x="5142527" y="86694"/>
                </a:lnTo>
                <a:moveTo>
                  <a:pt x="5195734" y="120394"/>
                </a:moveTo>
                <a:cubicBezTo>
                  <a:pt x="5188759" y="127975"/>
                  <a:pt x="5179393" y="131365"/>
                  <a:pt x="5168431" y="131365"/>
                </a:cubicBezTo>
                <a:cubicBezTo>
                  <a:pt x="5161617" y="131365"/>
                  <a:pt x="5152212" y="128771"/>
                  <a:pt x="5146712" y="119996"/>
                </a:cubicBezTo>
                <a:cubicBezTo>
                  <a:pt x="5143203" y="114410"/>
                  <a:pt x="5141928" y="106273"/>
                  <a:pt x="5141928" y="94664"/>
                </a:cubicBezTo>
                <a:lnTo>
                  <a:pt x="5196132" y="94664"/>
                </a:lnTo>
                <a:cubicBezTo>
                  <a:pt x="5198325" y="94664"/>
                  <a:pt x="5199717" y="93469"/>
                  <a:pt x="5199717" y="91276"/>
                </a:cubicBezTo>
                <a:cubicBezTo>
                  <a:pt x="5199717" y="74534"/>
                  <a:pt x="5191547" y="53602"/>
                  <a:pt x="5165245" y="53602"/>
                </a:cubicBezTo>
                <a:cubicBezTo>
                  <a:pt x="5144717" y="53602"/>
                  <a:pt x="5124393" y="70146"/>
                  <a:pt x="5124393" y="99453"/>
                </a:cubicBezTo>
                <a:cubicBezTo>
                  <a:pt x="5124393" y="110779"/>
                  <a:pt x="5126704" y="121951"/>
                  <a:pt x="5133360" y="129969"/>
                </a:cubicBezTo>
                <a:cubicBezTo>
                  <a:pt x="5140214" y="138219"/>
                  <a:pt x="5151613" y="143120"/>
                  <a:pt x="5165044" y="143120"/>
                </a:cubicBezTo>
                <a:cubicBezTo>
                  <a:pt x="5179393" y="143120"/>
                  <a:pt x="5192146" y="135750"/>
                  <a:pt x="5199717" y="125381"/>
                </a:cubicBezTo>
                <a:lnTo>
                  <a:pt x="5195734" y="120394"/>
                </a:lnTo>
                <a:close/>
                <a:moveTo>
                  <a:pt x="5217852" y="120993"/>
                </a:moveTo>
                <a:lnTo>
                  <a:pt x="5214464" y="137741"/>
                </a:lnTo>
                <a:cubicBezTo>
                  <a:pt x="5225825" y="141728"/>
                  <a:pt x="5236984" y="143120"/>
                  <a:pt x="5244555" y="143120"/>
                </a:cubicBezTo>
                <a:cubicBezTo>
                  <a:pt x="5272056" y="143120"/>
                  <a:pt x="5278432" y="126777"/>
                  <a:pt x="5278432" y="115809"/>
                </a:cubicBezTo>
                <a:cubicBezTo>
                  <a:pt x="5278432" y="99459"/>
                  <a:pt x="5265478" y="93079"/>
                  <a:pt x="5251330" y="89689"/>
                </a:cubicBezTo>
                <a:cubicBezTo>
                  <a:pt x="5243798" y="87895"/>
                  <a:pt x="5232800" y="84106"/>
                  <a:pt x="5232800" y="74136"/>
                </a:cubicBezTo>
                <a:cubicBezTo>
                  <a:pt x="5232800" y="65959"/>
                  <a:pt x="5239374" y="61574"/>
                  <a:pt x="5247943" y="61574"/>
                </a:cubicBezTo>
                <a:cubicBezTo>
                  <a:pt x="5258305" y="61574"/>
                  <a:pt x="5264682" y="69748"/>
                  <a:pt x="5269267" y="75133"/>
                </a:cubicBezTo>
                <a:lnTo>
                  <a:pt x="5272056" y="74932"/>
                </a:lnTo>
                <a:lnTo>
                  <a:pt x="5276042" y="60179"/>
                </a:lnTo>
                <a:lnTo>
                  <a:pt x="5275644" y="59583"/>
                </a:lnTo>
                <a:cubicBezTo>
                  <a:pt x="5269863" y="56594"/>
                  <a:pt x="5258904" y="53602"/>
                  <a:pt x="5248739" y="53602"/>
                </a:cubicBezTo>
                <a:cubicBezTo>
                  <a:pt x="5233995" y="53602"/>
                  <a:pt x="5218648" y="61374"/>
                  <a:pt x="5218648" y="77924"/>
                </a:cubicBezTo>
                <a:cubicBezTo>
                  <a:pt x="5218648" y="93876"/>
                  <a:pt x="5230568" y="99139"/>
                  <a:pt x="5242564" y="102451"/>
                </a:cubicBezTo>
                <a:cubicBezTo>
                  <a:pt x="5254121" y="105641"/>
                  <a:pt x="5262690" y="108830"/>
                  <a:pt x="5262690" y="118600"/>
                </a:cubicBezTo>
                <a:cubicBezTo>
                  <a:pt x="5262690" y="129170"/>
                  <a:pt x="5254918" y="135151"/>
                  <a:pt x="5244358" y="135151"/>
                </a:cubicBezTo>
                <a:cubicBezTo>
                  <a:pt x="5234792" y="135151"/>
                  <a:pt x="5226421" y="128571"/>
                  <a:pt x="5220841" y="120795"/>
                </a:cubicBezTo>
                <a:lnTo>
                  <a:pt x="5217852" y="120993"/>
                </a:lnTo>
                <a:close/>
                <a:moveTo>
                  <a:pt x="5297562" y="132362"/>
                </a:moveTo>
                <a:cubicBezTo>
                  <a:pt x="5299317" y="139015"/>
                  <a:pt x="5302108" y="141728"/>
                  <a:pt x="5308323" y="143120"/>
                </a:cubicBezTo>
                <a:lnTo>
                  <a:pt x="5309123" y="143120"/>
                </a:lnTo>
                <a:cubicBezTo>
                  <a:pt x="5314742" y="141728"/>
                  <a:pt x="5317850" y="138778"/>
                  <a:pt x="5319881" y="132362"/>
                </a:cubicBezTo>
                <a:lnTo>
                  <a:pt x="5319881" y="131563"/>
                </a:lnTo>
                <a:cubicBezTo>
                  <a:pt x="5318050" y="125943"/>
                  <a:pt x="5314900" y="122875"/>
                  <a:pt x="5309123" y="120802"/>
                </a:cubicBezTo>
                <a:lnTo>
                  <a:pt x="5308323" y="120802"/>
                </a:lnTo>
                <a:cubicBezTo>
                  <a:pt x="5302306" y="123234"/>
                  <a:pt x="5299396" y="126263"/>
                  <a:pt x="5297562" y="131563"/>
                </a:cubicBezTo>
                <a:lnTo>
                  <a:pt x="5297562" y="132362"/>
                </a:lnTo>
                <a:close/>
                <a:moveTo>
                  <a:pt x="5401186" y="52434"/>
                </a:moveTo>
                <a:lnTo>
                  <a:pt x="5401186" y="101283"/>
                </a:lnTo>
                <a:cubicBezTo>
                  <a:pt x="5401186" y="116237"/>
                  <a:pt x="5400788" y="130395"/>
                  <a:pt x="5399194" y="141162"/>
                </a:cubicBezTo>
                <a:lnTo>
                  <a:pt x="5399593" y="141758"/>
                </a:lnTo>
                <a:cubicBezTo>
                  <a:pt x="5401983" y="141360"/>
                  <a:pt x="5407365" y="141162"/>
                  <a:pt x="5409755" y="141162"/>
                </a:cubicBezTo>
                <a:cubicBezTo>
                  <a:pt x="5412148" y="141162"/>
                  <a:pt x="5417527" y="141360"/>
                  <a:pt x="5419920" y="141758"/>
                </a:cubicBezTo>
                <a:lnTo>
                  <a:pt x="5420318" y="141162"/>
                </a:lnTo>
                <a:cubicBezTo>
                  <a:pt x="5418722" y="129796"/>
                  <a:pt x="5418324" y="116237"/>
                  <a:pt x="5418324" y="101283"/>
                </a:cubicBezTo>
                <a:lnTo>
                  <a:pt x="5418324" y="52434"/>
                </a:lnTo>
                <a:cubicBezTo>
                  <a:pt x="5418324" y="37480"/>
                  <a:pt x="5418722" y="23122"/>
                  <a:pt x="5420318" y="12555"/>
                </a:cubicBezTo>
                <a:lnTo>
                  <a:pt x="5419920" y="11956"/>
                </a:lnTo>
                <a:cubicBezTo>
                  <a:pt x="5417527" y="12354"/>
                  <a:pt x="5412148" y="12555"/>
                  <a:pt x="5409755" y="12555"/>
                </a:cubicBezTo>
                <a:cubicBezTo>
                  <a:pt x="5407365" y="12555"/>
                  <a:pt x="5401983" y="12354"/>
                  <a:pt x="5399593" y="11956"/>
                </a:cubicBezTo>
                <a:lnTo>
                  <a:pt x="5399194" y="12555"/>
                </a:lnTo>
                <a:cubicBezTo>
                  <a:pt x="5400788" y="23921"/>
                  <a:pt x="5401186" y="37480"/>
                  <a:pt x="5401186" y="52434"/>
                </a:cubicBezTo>
                <a:close/>
                <a:moveTo>
                  <a:pt x="5530716" y="105254"/>
                </a:moveTo>
                <a:cubicBezTo>
                  <a:pt x="5530716" y="98872"/>
                  <a:pt x="5531114" y="91492"/>
                  <a:pt x="5531114" y="85110"/>
                </a:cubicBezTo>
                <a:cubicBezTo>
                  <a:pt x="5531114" y="64363"/>
                  <a:pt x="5524340" y="53602"/>
                  <a:pt x="5506406" y="53602"/>
                </a:cubicBezTo>
                <a:cubicBezTo>
                  <a:pt x="5498831" y="53602"/>
                  <a:pt x="5484683" y="56594"/>
                  <a:pt x="5471930" y="71545"/>
                </a:cubicBezTo>
                <a:lnTo>
                  <a:pt x="5471532" y="70946"/>
                </a:lnTo>
                <a:lnTo>
                  <a:pt x="5471532" y="56393"/>
                </a:lnTo>
                <a:cubicBezTo>
                  <a:pt x="5471492" y="54839"/>
                  <a:pt x="5471291" y="54401"/>
                  <a:pt x="5470337" y="54401"/>
                </a:cubicBezTo>
                <a:cubicBezTo>
                  <a:pt x="5465873" y="55277"/>
                  <a:pt x="5458736" y="55435"/>
                  <a:pt x="5454193" y="54997"/>
                </a:cubicBezTo>
                <a:lnTo>
                  <a:pt x="5453795" y="55596"/>
                </a:lnTo>
                <a:cubicBezTo>
                  <a:pt x="5455191" y="64205"/>
                  <a:pt x="5455589" y="79323"/>
                  <a:pt x="5455589" y="94283"/>
                </a:cubicBezTo>
                <a:lnTo>
                  <a:pt x="5455589" y="105254"/>
                </a:lnTo>
                <a:cubicBezTo>
                  <a:pt x="5455589" y="120218"/>
                  <a:pt x="5455388" y="130389"/>
                  <a:pt x="5453795" y="141162"/>
                </a:cubicBezTo>
                <a:lnTo>
                  <a:pt x="5454193" y="141758"/>
                </a:lnTo>
                <a:cubicBezTo>
                  <a:pt x="5456587" y="141360"/>
                  <a:pt x="5461169" y="141162"/>
                  <a:pt x="5463559" y="141162"/>
                </a:cubicBezTo>
                <a:cubicBezTo>
                  <a:pt x="5465952" y="141162"/>
                  <a:pt x="5470534" y="141360"/>
                  <a:pt x="5472927" y="141758"/>
                </a:cubicBezTo>
                <a:lnTo>
                  <a:pt x="5473326" y="141162"/>
                </a:lnTo>
                <a:cubicBezTo>
                  <a:pt x="5471729" y="129790"/>
                  <a:pt x="5471532" y="120415"/>
                  <a:pt x="5471532" y="105254"/>
                </a:cubicBezTo>
                <a:lnTo>
                  <a:pt x="5471532" y="81917"/>
                </a:lnTo>
                <a:cubicBezTo>
                  <a:pt x="5481694" y="69949"/>
                  <a:pt x="5493251" y="65561"/>
                  <a:pt x="5500428" y="65561"/>
                </a:cubicBezTo>
                <a:cubicBezTo>
                  <a:pt x="5510590" y="65561"/>
                  <a:pt x="5514774" y="69550"/>
                  <a:pt x="5514774" y="85706"/>
                </a:cubicBezTo>
                <a:lnTo>
                  <a:pt x="5514774" y="105254"/>
                </a:lnTo>
                <a:cubicBezTo>
                  <a:pt x="5514774" y="120218"/>
                  <a:pt x="5514415" y="130428"/>
                  <a:pt x="5512980" y="141162"/>
                </a:cubicBezTo>
                <a:lnTo>
                  <a:pt x="5513378" y="141758"/>
                </a:lnTo>
                <a:cubicBezTo>
                  <a:pt x="5515771" y="141360"/>
                  <a:pt x="5520353" y="141162"/>
                  <a:pt x="5522746" y="141162"/>
                </a:cubicBezTo>
                <a:cubicBezTo>
                  <a:pt x="5525136" y="141162"/>
                  <a:pt x="5529719" y="141360"/>
                  <a:pt x="5532112" y="141758"/>
                </a:cubicBezTo>
                <a:lnTo>
                  <a:pt x="5532510" y="141162"/>
                </a:lnTo>
                <a:cubicBezTo>
                  <a:pt x="5530956" y="129790"/>
                  <a:pt x="5530716" y="120415"/>
                  <a:pt x="5530716" y="105254"/>
                </a:cubicBezTo>
                <a:close/>
                <a:moveTo>
                  <a:pt x="5621189" y="86694"/>
                </a:moveTo>
                <a:cubicBezTo>
                  <a:pt x="5624576" y="65959"/>
                  <a:pt x="5637648" y="61574"/>
                  <a:pt x="5643906" y="61574"/>
                </a:cubicBezTo>
                <a:cubicBezTo>
                  <a:pt x="5651797" y="61574"/>
                  <a:pt x="5660645" y="68951"/>
                  <a:pt x="5660645" y="83902"/>
                </a:cubicBezTo>
                <a:cubicBezTo>
                  <a:pt x="5660645" y="85696"/>
                  <a:pt x="5659849" y="86694"/>
                  <a:pt x="5657854" y="86694"/>
                </a:cubicBezTo>
                <a:lnTo>
                  <a:pt x="5621189" y="86694"/>
                </a:lnTo>
                <a:moveTo>
                  <a:pt x="5674395" y="120394"/>
                </a:moveTo>
                <a:cubicBezTo>
                  <a:pt x="5667420" y="127975"/>
                  <a:pt x="5658055" y="131365"/>
                  <a:pt x="5647093" y="131365"/>
                </a:cubicBezTo>
                <a:cubicBezTo>
                  <a:pt x="5640279" y="131365"/>
                  <a:pt x="5630874" y="128771"/>
                  <a:pt x="5625373" y="119996"/>
                </a:cubicBezTo>
                <a:cubicBezTo>
                  <a:pt x="5621864" y="114410"/>
                  <a:pt x="5620590" y="106273"/>
                  <a:pt x="5620590" y="94664"/>
                </a:cubicBezTo>
                <a:lnTo>
                  <a:pt x="5674794" y="94664"/>
                </a:lnTo>
                <a:cubicBezTo>
                  <a:pt x="5676986" y="94664"/>
                  <a:pt x="5678379" y="93469"/>
                  <a:pt x="5678379" y="91276"/>
                </a:cubicBezTo>
                <a:cubicBezTo>
                  <a:pt x="5678379" y="74534"/>
                  <a:pt x="5670208" y="53602"/>
                  <a:pt x="5643906" y="53602"/>
                </a:cubicBezTo>
                <a:cubicBezTo>
                  <a:pt x="5623378" y="53602"/>
                  <a:pt x="5603054" y="70146"/>
                  <a:pt x="5603054" y="99453"/>
                </a:cubicBezTo>
                <a:cubicBezTo>
                  <a:pt x="5603054" y="110779"/>
                  <a:pt x="5605365" y="121951"/>
                  <a:pt x="5612021" y="129969"/>
                </a:cubicBezTo>
                <a:cubicBezTo>
                  <a:pt x="5618875" y="138219"/>
                  <a:pt x="5630275" y="143120"/>
                  <a:pt x="5643706" y="143120"/>
                </a:cubicBezTo>
                <a:cubicBezTo>
                  <a:pt x="5658055" y="143120"/>
                  <a:pt x="5670807" y="135750"/>
                  <a:pt x="5678379" y="125381"/>
                </a:cubicBezTo>
                <a:lnTo>
                  <a:pt x="5674395" y="120394"/>
                </a:lnTo>
                <a:close/>
                <a:moveTo>
                  <a:pt x="5748326" y="96269"/>
                </a:moveTo>
                <a:lnTo>
                  <a:pt x="5747530" y="119999"/>
                </a:lnTo>
                <a:cubicBezTo>
                  <a:pt x="5747530" y="122589"/>
                  <a:pt x="5746332" y="123985"/>
                  <a:pt x="5744738" y="125183"/>
                </a:cubicBezTo>
                <a:cubicBezTo>
                  <a:pt x="5739158" y="129370"/>
                  <a:pt x="5732384" y="132958"/>
                  <a:pt x="5726406" y="132958"/>
                </a:cubicBezTo>
                <a:cubicBezTo>
                  <a:pt x="5717439" y="132958"/>
                  <a:pt x="5711658" y="126977"/>
                  <a:pt x="5711658" y="120795"/>
                </a:cubicBezTo>
                <a:cubicBezTo>
                  <a:pt x="5711658" y="111822"/>
                  <a:pt x="5715842" y="105042"/>
                  <a:pt x="5731386" y="100854"/>
                </a:cubicBezTo>
                <a:lnTo>
                  <a:pt x="5748326" y="96269"/>
                </a:lnTo>
                <a:moveTo>
                  <a:pt x="5748326" y="131563"/>
                </a:moveTo>
                <a:cubicBezTo>
                  <a:pt x="5750637" y="139335"/>
                  <a:pt x="5756576" y="143120"/>
                  <a:pt x="5763870" y="143120"/>
                </a:cubicBezTo>
                <a:cubicBezTo>
                  <a:pt x="5768891" y="143120"/>
                  <a:pt x="5775030" y="141925"/>
                  <a:pt x="5779731" y="136945"/>
                </a:cubicBezTo>
                <a:lnTo>
                  <a:pt x="5778256" y="132001"/>
                </a:lnTo>
                <a:cubicBezTo>
                  <a:pt x="5776064" y="132761"/>
                  <a:pt x="5774391" y="133037"/>
                  <a:pt x="5772877" y="133037"/>
                </a:cubicBezTo>
                <a:cubicBezTo>
                  <a:pt x="5770882" y="133037"/>
                  <a:pt x="5768252" y="132679"/>
                  <a:pt x="5767018" y="131563"/>
                </a:cubicBezTo>
                <a:cubicBezTo>
                  <a:pt x="5764986" y="129729"/>
                  <a:pt x="5763709" y="124864"/>
                  <a:pt x="5763709" y="116009"/>
                </a:cubicBezTo>
                <a:cubicBezTo>
                  <a:pt x="5763709" y="110226"/>
                  <a:pt x="5764269" y="88096"/>
                  <a:pt x="5764269" y="85900"/>
                </a:cubicBezTo>
                <a:cubicBezTo>
                  <a:pt x="5764269" y="58984"/>
                  <a:pt x="5746532" y="53602"/>
                  <a:pt x="5731386" y="53602"/>
                </a:cubicBezTo>
                <a:cubicBezTo>
                  <a:pt x="5716241" y="53602"/>
                  <a:pt x="5707076" y="60975"/>
                  <a:pt x="5702092" y="65163"/>
                </a:cubicBezTo>
                <a:lnTo>
                  <a:pt x="5701496" y="65962"/>
                </a:lnTo>
                <a:lnTo>
                  <a:pt x="5704884" y="79320"/>
                </a:lnTo>
                <a:lnTo>
                  <a:pt x="5707474" y="79521"/>
                </a:lnTo>
                <a:cubicBezTo>
                  <a:pt x="5713054" y="70548"/>
                  <a:pt x="5719829" y="62572"/>
                  <a:pt x="5729395" y="62572"/>
                </a:cubicBezTo>
                <a:cubicBezTo>
                  <a:pt x="5736568" y="62572"/>
                  <a:pt x="5748524" y="63569"/>
                  <a:pt x="5748524" y="86101"/>
                </a:cubicBezTo>
                <a:cubicBezTo>
                  <a:pt x="5748524" y="87497"/>
                  <a:pt x="5747727" y="88293"/>
                  <a:pt x="5747128" y="88494"/>
                </a:cubicBezTo>
                <a:lnTo>
                  <a:pt x="5728598" y="92681"/>
                </a:lnTo>
                <a:cubicBezTo>
                  <a:pt x="5708271" y="97266"/>
                  <a:pt x="5695518" y="108034"/>
                  <a:pt x="5695518" y="121592"/>
                </a:cubicBezTo>
                <a:cubicBezTo>
                  <a:pt x="5695518" y="136346"/>
                  <a:pt x="5705680" y="143120"/>
                  <a:pt x="5720428" y="143120"/>
                </a:cubicBezTo>
                <a:cubicBezTo>
                  <a:pt x="5731386" y="143120"/>
                  <a:pt x="5736966" y="140533"/>
                  <a:pt x="5747530" y="131563"/>
                </a:cubicBezTo>
                <a:lnTo>
                  <a:pt x="5748326" y="131563"/>
                </a:lnTo>
                <a:close/>
                <a:moveTo>
                  <a:pt x="5832222" y="61574"/>
                </a:moveTo>
                <a:cubicBezTo>
                  <a:pt x="5839912" y="61574"/>
                  <a:pt x="5846888" y="67236"/>
                  <a:pt x="5852148" y="76328"/>
                </a:cubicBezTo>
                <a:lnTo>
                  <a:pt x="5854739" y="76130"/>
                </a:lnTo>
                <a:lnTo>
                  <a:pt x="5859321" y="59780"/>
                </a:lnTo>
                <a:lnTo>
                  <a:pt x="5858923" y="59184"/>
                </a:lnTo>
                <a:cubicBezTo>
                  <a:pt x="5852747" y="55995"/>
                  <a:pt x="5842384" y="53602"/>
                  <a:pt x="5832420" y="53602"/>
                </a:cubicBezTo>
                <a:cubicBezTo>
                  <a:pt x="5811694" y="53602"/>
                  <a:pt x="5789974" y="70548"/>
                  <a:pt x="5789974" y="97665"/>
                </a:cubicBezTo>
                <a:cubicBezTo>
                  <a:pt x="5789974" y="125381"/>
                  <a:pt x="5805716" y="143120"/>
                  <a:pt x="5830030" y="143120"/>
                </a:cubicBezTo>
                <a:cubicBezTo>
                  <a:pt x="5841986" y="143120"/>
                  <a:pt x="5851351" y="139137"/>
                  <a:pt x="5859321" y="128972"/>
                </a:cubicBezTo>
                <a:lnTo>
                  <a:pt x="5855535" y="124782"/>
                </a:lnTo>
                <a:lnTo>
                  <a:pt x="5854739" y="124782"/>
                </a:lnTo>
                <a:cubicBezTo>
                  <a:pt x="5847167" y="131563"/>
                  <a:pt x="5840830" y="133159"/>
                  <a:pt x="5833417" y="133159"/>
                </a:cubicBezTo>
                <a:cubicBezTo>
                  <a:pt x="5818870" y="133159"/>
                  <a:pt x="5807510" y="119999"/>
                  <a:pt x="5807510" y="96667"/>
                </a:cubicBezTo>
                <a:cubicBezTo>
                  <a:pt x="5807510" y="74735"/>
                  <a:pt x="5819068" y="61574"/>
                  <a:pt x="5832222" y="61574"/>
                </a:cubicBezTo>
                <a:close/>
                <a:moveTo>
                  <a:pt x="5901769" y="70946"/>
                </a:moveTo>
                <a:lnTo>
                  <a:pt x="5901769" y="41259"/>
                </a:lnTo>
                <a:cubicBezTo>
                  <a:pt x="5901769" y="26524"/>
                  <a:pt x="5902606" y="16250"/>
                  <a:pt x="5903560" y="4023"/>
                </a:cubicBezTo>
                <a:cubicBezTo>
                  <a:pt x="5903560" y="2630"/>
                  <a:pt x="5903004" y="2031"/>
                  <a:pt x="5901769" y="2031"/>
                </a:cubicBezTo>
                <a:cubicBezTo>
                  <a:pt x="5896786" y="4023"/>
                  <a:pt x="5892523" y="5419"/>
                  <a:pt x="5884431" y="6015"/>
                </a:cubicBezTo>
                <a:lnTo>
                  <a:pt x="5884033" y="6614"/>
                </a:lnTo>
                <a:cubicBezTo>
                  <a:pt x="5885587" y="15134"/>
                  <a:pt x="5885827" y="30109"/>
                  <a:pt x="5885827" y="45240"/>
                </a:cubicBezTo>
                <a:lnTo>
                  <a:pt x="5885827" y="105254"/>
                </a:lnTo>
                <a:cubicBezTo>
                  <a:pt x="5885827" y="120096"/>
                  <a:pt x="5885587" y="129991"/>
                  <a:pt x="5884033" y="141162"/>
                </a:cubicBezTo>
                <a:lnTo>
                  <a:pt x="5884431" y="141758"/>
                </a:lnTo>
                <a:cubicBezTo>
                  <a:pt x="5886821" y="141360"/>
                  <a:pt x="5891407" y="141162"/>
                  <a:pt x="5893797" y="141162"/>
                </a:cubicBezTo>
                <a:cubicBezTo>
                  <a:pt x="5896190" y="141162"/>
                  <a:pt x="5900772" y="141360"/>
                  <a:pt x="5903162" y="141758"/>
                </a:cubicBezTo>
                <a:lnTo>
                  <a:pt x="5903560" y="141162"/>
                </a:lnTo>
                <a:cubicBezTo>
                  <a:pt x="5902089" y="129750"/>
                  <a:pt x="5901769" y="120415"/>
                  <a:pt x="5901769" y="105254"/>
                </a:cubicBezTo>
                <a:lnTo>
                  <a:pt x="5901769" y="81917"/>
                </a:lnTo>
                <a:cubicBezTo>
                  <a:pt x="5911932" y="69949"/>
                  <a:pt x="5923608" y="65561"/>
                  <a:pt x="5930662" y="65561"/>
                </a:cubicBezTo>
                <a:cubicBezTo>
                  <a:pt x="5940827" y="65561"/>
                  <a:pt x="5945011" y="69550"/>
                  <a:pt x="5945011" y="85706"/>
                </a:cubicBezTo>
                <a:lnTo>
                  <a:pt x="5945011" y="105254"/>
                </a:lnTo>
                <a:cubicBezTo>
                  <a:pt x="5945011" y="120218"/>
                  <a:pt x="5944811" y="130428"/>
                  <a:pt x="5943217" y="141162"/>
                </a:cubicBezTo>
                <a:lnTo>
                  <a:pt x="5943616" y="141758"/>
                </a:lnTo>
                <a:cubicBezTo>
                  <a:pt x="5946009" y="141360"/>
                  <a:pt x="5950591" y="141162"/>
                  <a:pt x="5952981" y="141162"/>
                </a:cubicBezTo>
                <a:cubicBezTo>
                  <a:pt x="5955374" y="141162"/>
                  <a:pt x="5959957" y="141360"/>
                  <a:pt x="5962350" y="141758"/>
                </a:cubicBezTo>
                <a:lnTo>
                  <a:pt x="5962748" y="141162"/>
                </a:lnTo>
                <a:cubicBezTo>
                  <a:pt x="5961152" y="129750"/>
                  <a:pt x="5960954" y="120415"/>
                  <a:pt x="5960954" y="105254"/>
                </a:cubicBezTo>
                <a:cubicBezTo>
                  <a:pt x="5960954" y="98872"/>
                  <a:pt x="5961352" y="91492"/>
                  <a:pt x="5961352" y="85110"/>
                </a:cubicBezTo>
                <a:cubicBezTo>
                  <a:pt x="5961352" y="64363"/>
                  <a:pt x="5954578" y="53602"/>
                  <a:pt x="5936640" y="53602"/>
                </a:cubicBezTo>
                <a:cubicBezTo>
                  <a:pt x="5929069" y="53602"/>
                  <a:pt x="5914921" y="56594"/>
                  <a:pt x="5902168" y="71545"/>
                </a:cubicBezTo>
                <a:lnTo>
                  <a:pt x="5901769" y="70946"/>
                </a:lnTo>
                <a:close/>
                <a:moveTo>
                  <a:pt x="5986858" y="132393"/>
                </a:moveTo>
                <a:cubicBezTo>
                  <a:pt x="5988613" y="139049"/>
                  <a:pt x="5991401" y="140366"/>
                  <a:pt x="5997620" y="141758"/>
                </a:cubicBezTo>
                <a:cubicBezTo>
                  <a:pt x="6000131" y="141758"/>
                  <a:pt x="6003400" y="142038"/>
                  <a:pt x="6003400" y="146940"/>
                </a:cubicBezTo>
                <a:cubicBezTo>
                  <a:pt x="6003400" y="153517"/>
                  <a:pt x="5997620" y="159096"/>
                  <a:pt x="5987856" y="165673"/>
                </a:cubicBezTo>
                <a:cubicBezTo>
                  <a:pt x="5987856" y="167665"/>
                  <a:pt x="5989090" y="168662"/>
                  <a:pt x="5990446" y="169857"/>
                </a:cubicBezTo>
                <a:cubicBezTo>
                  <a:pt x="6001208" y="163521"/>
                  <a:pt x="6011172" y="158099"/>
                  <a:pt x="6011172" y="141758"/>
                </a:cubicBezTo>
                <a:cubicBezTo>
                  <a:pt x="6011172" y="128847"/>
                  <a:pt x="6005632" y="123465"/>
                  <a:pt x="5998416" y="120835"/>
                </a:cubicBezTo>
                <a:lnTo>
                  <a:pt x="5997620" y="120835"/>
                </a:lnTo>
                <a:cubicBezTo>
                  <a:pt x="5991602" y="123268"/>
                  <a:pt x="5988692" y="126336"/>
                  <a:pt x="5986858" y="131596"/>
                </a:cubicBezTo>
                <a:lnTo>
                  <a:pt x="5986858" y="132393"/>
                </a:lnTo>
                <a:close/>
                <a:moveTo>
                  <a:pt x="6111804" y="141974"/>
                </a:moveTo>
                <a:cubicBezTo>
                  <a:pt x="6113799" y="141375"/>
                  <a:pt x="6116389" y="141375"/>
                  <a:pt x="6118381" y="141375"/>
                </a:cubicBezTo>
                <a:cubicBezTo>
                  <a:pt x="6120373" y="141375"/>
                  <a:pt x="6123763" y="141375"/>
                  <a:pt x="6125554" y="141974"/>
                </a:cubicBezTo>
                <a:cubicBezTo>
                  <a:pt x="6131015" y="126628"/>
                  <a:pt x="6136796" y="110262"/>
                  <a:pt x="6143212" y="94615"/>
                </a:cubicBezTo>
                <a:cubicBezTo>
                  <a:pt x="6149190" y="110183"/>
                  <a:pt x="6155566" y="126311"/>
                  <a:pt x="6161225" y="141773"/>
                </a:cubicBezTo>
                <a:cubicBezTo>
                  <a:pt x="6163220" y="141174"/>
                  <a:pt x="6164415" y="141174"/>
                  <a:pt x="6166406" y="141174"/>
                </a:cubicBezTo>
                <a:cubicBezTo>
                  <a:pt x="6168401" y="141174"/>
                  <a:pt x="6171986" y="141174"/>
                  <a:pt x="6173780" y="141773"/>
                </a:cubicBezTo>
                <a:cubicBezTo>
                  <a:pt x="6183544" y="118266"/>
                  <a:pt x="6199486" y="80044"/>
                  <a:pt x="6210846" y="55159"/>
                </a:cubicBezTo>
                <a:cubicBezTo>
                  <a:pt x="6209052" y="55758"/>
                  <a:pt x="6204269" y="55758"/>
                  <a:pt x="6202278" y="55758"/>
                </a:cubicBezTo>
                <a:cubicBezTo>
                  <a:pt x="6200283" y="55758"/>
                  <a:pt x="6197294" y="55758"/>
                  <a:pt x="6195503" y="55159"/>
                </a:cubicBezTo>
                <a:cubicBezTo>
                  <a:pt x="6188129" y="78651"/>
                  <a:pt x="6179162" y="104129"/>
                  <a:pt x="6170952" y="123201"/>
                </a:cubicBezTo>
                <a:lnTo>
                  <a:pt x="6169356" y="123201"/>
                </a:lnTo>
                <a:cubicBezTo>
                  <a:pt x="6161027" y="101344"/>
                  <a:pt x="6154848" y="76261"/>
                  <a:pt x="6150266" y="55159"/>
                </a:cubicBezTo>
                <a:cubicBezTo>
                  <a:pt x="6147675" y="55758"/>
                  <a:pt x="6143093" y="55758"/>
                  <a:pt x="6140302" y="55758"/>
                </a:cubicBezTo>
                <a:cubicBezTo>
                  <a:pt x="6137112" y="55758"/>
                  <a:pt x="6131934" y="55758"/>
                  <a:pt x="6128744" y="55159"/>
                </a:cubicBezTo>
                <a:cubicBezTo>
                  <a:pt x="6131493" y="63323"/>
                  <a:pt x="6134643" y="72080"/>
                  <a:pt x="6138070" y="81160"/>
                </a:cubicBezTo>
                <a:cubicBezTo>
                  <a:pt x="6132730" y="96169"/>
                  <a:pt x="6127309" y="111099"/>
                  <a:pt x="6121531" y="123401"/>
                </a:cubicBezTo>
                <a:lnTo>
                  <a:pt x="6120333" y="123401"/>
                </a:lnTo>
                <a:cubicBezTo>
                  <a:pt x="6110372" y="100626"/>
                  <a:pt x="6103716" y="78174"/>
                  <a:pt x="6096461" y="55359"/>
                </a:cubicBezTo>
                <a:cubicBezTo>
                  <a:pt x="6093870" y="55955"/>
                  <a:pt x="6089288" y="55955"/>
                  <a:pt x="6086496" y="55955"/>
                </a:cubicBezTo>
                <a:cubicBezTo>
                  <a:pt x="6083310" y="55955"/>
                  <a:pt x="6078128" y="55955"/>
                  <a:pt x="6074938" y="55359"/>
                </a:cubicBezTo>
                <a:cubicBezTo>
                  <a:pt x="6088290" y="84623"/>
                  <a:pt x="6100645" y="112890"/>
                  <a:pt x="6111804" y="141974"/>
                </a:cubicBezTo>
                <a:close/>
                <a:moveTo>
                  <a:pt x="6238148" y="86694"/>
                </a:moveTo>
                <a:cubicBezTo>
                  <a:pt x="6241536" y="65959"/>
                  <a:pt x="6254608" y="61574"/>
                  <a:pt x="6260866" y="61574"/>
                </a:cubicBezTo>
                <a:cubicBezTo>
                  <a:pt x="6268756" y="61574"/>
                  <a:pt x="6277605" y="68951"/>
                  <a:pt x="6277605" y="83902"/>
                </a:cubicBezTo>
                <a:cubicBezTo>
                  <a:pt x="6277605" y="85696"/>
                  <a:pt x="6276808" y="86694"/>
                  <a:pt x="6274813" y="86694"/>
                </a:cubicBezTo>
                <a:lnTo>
                  <a:pt x="6238148" y="86694"/>
                </a:lnTo>
                <a:moveTo>
                  <a:pt x="6291355" y="120394"/>
                </a:moveTo>
                <a:cubicBezTo>
                  <a:pt x="6284379" y="127975"/>
                  <a:pt x="6275014" y="131365"/>
                  <a:pt x="6264052" y="131365"/>
                </a:cubicBezTo>
                <a:cubicBezTo>
                  <a:pt x="6257238" y="131365"/>
                  <a:pt x="6247833" y="128771"/>
                  <a:pt x="6242332" y="119996"/>
                </a:cubicBezTo>
                <a:cubicBezTo>
                  <a:pt x="6238823" y="114410"/>
                  <a:pt x="6237549" y="106273"/>
                  <a:pt x="6237549" y="94664"/>
                </a:cubicBezTo>
                <a:lnTo>
                  <a:pt x="6291753" y="94664"/>
                </a:lnTo>
                <a:cubicBezTo>
                  <a:pt x="6293946" y="94664"/>
                  <a:pt x="6295338" y="93469"/>
                  <a:pt x="6295338" y="91276"/>
                </a:cubicBezTo>
                <a:cubicBezTo>
                  <a:pt x="6295338" y="74534"/>
                  <a:pt x="6287168" y="53602"/>
                  <a:pt x="6260866" y="53602"/>
                </a:cubicBezTo>
                <a:cubicBezTo>
                  <a:pt x="6240338" y="53602"/>
                  <a:pt x="6220014" y="70146"/>
                  <a:pt x="6220014" y="99453"/>
                </a:cubicBezTo>
                <a:cubicBezTo>
                  <a:pt x="6220014" y="110779"/>
                  <a:pt x="6222325" y="121951"/>
                  <a:pt x="6228981" y="129969"/>
                </a:cubicBezTo>
                <a:cubicBezTo>
                  <a:pt x="6235834" y="138219"/>
                  <a:pt x="6247234" y="143120"/>
                  <a:pt x="6260665" y="143120"/>
                </a:cubicBezTo>
                <a:cubicBezTo>
                  <a:pt x="6275014" y="143120"/>
                  <a:pt x="6287767" y="135750"/>
                  <a:pt x="6295338" y="125381"/>
                </a:cubicBezTo>
                <a:lnTo>
                  <a:pt x="6291355" y="120394"/>
                </a:lnTo>
                <a:close/>
                <a:moveTo>
                  <a:pt x="6425267" y="118603"/>
                </a:moveTo>
                <a:cubicBezTo>
                  <a:pt x="6418015" y="127853"/>
                  <a:pt x="6408847" y="132761"/>
                  <a:pt x="6400756" y="132761"/>
                </a:cubicBezTo>
                <a:cubicBezTo>
                  <a:pt x="6389994" y="132761"/>
                  <a:pt x="6380827" y="121994"/>
                  <a:pt x="6380827" y="97066"/>
                </a:cubicBezTo>
                <a:cubicBezTo>
                  <a:pt x="6380827" y="67157"/>
                  <a:pt x="6396690" y="61574"/>
                  <a:pt x="6406335" y="61574"/>
                </a:cubicBezTo>
                <a:cubicBezTo>
                  <a:pt x="6415701" y="61574"/>
                  <a:pt x="6420484" y="65561"/>
                  <a:pt x="6425267" y="73138"/>
                </a:cubicBezTo>
                <a:lnTo>
                  <a:pt x="6425267" y="118603"/>
                </a:lnTo>
                <a:moveTo>
                  <a:pt x="6425267" y="129568"/>
                </a:moveTo>
                <a:lnTo>
                  <a:pt x="6425665" y="129568"/>
                </a:lnTo>
                <a:lnTo>
                  <a:pt x="6426662" y="141129"/>
                </a:lnTo>
                <a:cubicBezTo>
                  <a:pt x="6426662" y="141561"/>
                  <a:pt x="6427258" y="141758"/>
                  <a:pt x="6428457" y="141758"/>
                </a:cubicBezTo>
                <a:cubicBezTo>
                  <a:pt x="6431087" y="141399"/>
                  <a:pt x="6432440" y="141162"/>
                  <a:pt x="6435350" y="141162"/>
                </a:cubicBezTo>
                <a:cubicBezTo>
                  <a:pt x="6437822" y="141162"/>
                  <a:pt x="6441608" y="141360"/>
                  <a:pt x="6444198" y="141758"/>
                </a:cubicBezTo>
                <a:lnTo>
                  <a:pt x="6444597" y="141162"/>
                </a:lnTo>
                <a:cubicBezTo>
                  <a:pt x="6443003" y="132584"/>
                  <a:pt x="6441209" y="117825"/>
                  <a:pt x="6441209" y="102864"/>
                </a:cubicBezTo>
                <a:lnTo>
                  <a:pt x="6441209" y="41457"/>
                </a:lnTo>
                <a:cubicBezTo>
                  <a:pt x="6441209" y="26722"/>
                  <a:pt x="6442006" y="16329"/>
                  <a:pt x="6443003" y="4023"/>
                </a:cubicBezTo>
                <a:cubicBezTo>
                  <a:pt x="6443003" y="2630"/>
                  <a:pt x="6442444" y="2031"/>
                  <a:pt x="6441209" y="2031"/>
                </a:cubicBezTo>
                <a:cubicBezTo>
                  <a:pt x="6436229" y="4023"/>
                  <a:pt x="6431962" y="5419"/>
                  <a:pt x="6423871" y="6015"/>
                </a:cubicBezTo>
                <a:lnTo>
                  <a:pt x="6423473" y="6614"/>
                </a:lnTo>
                <a:cubicBezTo>
                  <a:pt x="6425027" y="15134"/>
                  <a:pt x="6425267" y="29908"/>
                  <a:pt x="6425267" y="45042"/>
                </a:cubicBezTo>
                <a:lnTo>
                  <a:pt x="6425267" y="57986"/>
                </a:lnTo>
                <a:cubicBezTo>
                  <a:pt x="6420684" y="55396"/>
                  <a:pt x="6412514" y="53602"/>
                  <a:pt x="6408528" y="53602"/>
                </a:cubicBezTo>
                <a:cubicBezTo>
                  <a:pt x="6382581" y="53602"/>
                  <a:pt x="6363492" y="71548"/>
                  <a:pt x="6363492" y="98674"/>
                </a:cubicBezTo>
                <a:cubicBezTo>
                  <a:pt x="6363492" y="123189"/>
                  <a:pt x="6378038" y="143120"/>
                  <a:pt x="6399561" y="143120"/>
                </a:cubicBezTo>
                <a:cubicBezTo>
                  <a:pt x="6409127" y="143120"/>
                  <a:pt x="6418094" y="138818"/>
                  <a:pt x="6425267" y="129568"/>
                </a:cubicBezTo>
                <a:close/>
                <a:moveTo>
                  <a:pt x="6474885" y="22121"/>
                </a:moveTo>
                <a:cubicBezTo>
                  <a:pt x="6474885" y="27500"/>
                  <a:pt x="6479668" y="32283"/>
                  <a:pt x="6485050" y="32283"/>
                </a:cubicBezTo>
                <a:cubicBezTo>
                  <a:pt x="6490429" y="32283"/>
                  <a:pt x="6495212" y="27500"/>
                  <a:pt x="6495212" y="22121"/>
                </a:cubicBezTo>
                <a:cubicBezTo>
                  <a:pt x="6495212" y="16739"/>
                  <a:pt x="6490429" y="11956"/>
                  <a:pt x="6485050" y="11956"/>
                </a:cubicBezTo>
                <a:cubicBezTo>
                  <a:pt x="6479668" y="11956"/>
                  <a:pt x="6474885" y="16739"/>
                  <a:pt x="6474885" y="22121"/>
                </a:cubicBezTo>
                <a:moveTo>
                  <a:pt x="6476880" y="94381"/>
                </a:moveTo>
                <a:lnTo>
                  <a:pt x="6476880" y="105330"/>
                </a:lnTo>
                <a:cubicBezTo>
                  <a:pt x="6476880" y="120260"/>
                  <a:pt x="6476521" y="130413"/>
                  <a:pt x="6475086" y="141162"/>
                </a:cubicBezTo>
                <a:lnTo>
                  <a:pt x="6475484" y="141758"/>
                </a:lnTo>
                <a:cubicBezTo>
                  <a:pt x="6477874" y="141363"/>
                  <a:pt x="6482459" y="141162"/>
                  <a:pt x="6484849" y="141162"/>
                </a:cubicBezTo>
                <a:cubicBezTo>
                  <a:pt x="6487242" y="141162"/>
                  <a:pt x="6491825" y="141363"/>
                  <a:pt x="6494215" y="141758"/>
                </a:cubicBezTo>
                <a:lnTo>
                  <a:pt x="6494613" y="141162"/>
                </a:lnTo>
                <a:cubicBezTo>
                  <a:pt x="6493181" y="129857"/>
                  <a:pt x="6492822" y="120458"/>
                  <a:pt x="6492822" y="105330"/>
                </a:cubicBezTo>
                <a:lnTo>
                  <a:pt x="6492822" y="91197"/>
                </a:lnTo>
                <a:cubicBezTo>
                  <a:pt x="6492822" y="76267"/>
                  <a:pt x="6493339" y="69100"/>
                  <a:pt x="6494613" y="56956"/>
                </a:cubicBezTo>
                <a:cubicBezTo>
                  <a:pt x="6494613" y="55165"/>
                  <a:pt x="6494376" y="54964"/>
                  <a:pt x="6492822" y="54964"/>
                </a:cubicBezTo>
                <a:cubicBezTo>
                  <a:pt x="6488276" y="55405"/>
                  <a:pt x="6479708" y="55523"/>
                  <a:pt x="6475484" y="55165"/>
                </a:cubicBezTo>
                <a:lnTo>
                  <a:pt x="6475086" y="55761"/>
                </a:lnTo>
                <a:cubicBezTo>
                  <a:pt x="6476320" y="64281"/>
                  <a:pt x="6476880" y="79451"/>
                  <a:pt x="6476880" y="94381"/>
                </a:cubicBezTo>
                <a:close/>
                <a:moveTo>
                  <a:pt x="6520719" y="120993"/>
                </a:moveTo>
                <a:lnTo>
                  <a:pt x="6517332" y="137741"/>
                </a:lnTo>
                <a:cubicBezTo>
                  <a:pt x="6528692" y="141728"/>
                  <a:pt x="6539851" y="143120"/>
                  <a:pt x="6547423" y="143120"/>
                </a:cubicBezTo>
                <a:cubicBezTo>
                  <a:pt x="6574923" y="143120"/>
                  <a:pt x="6581299" y="126777"/>
                  <a:pt x="6581299" y="115809"/>
                </a:cubicBezTo>
                <a:cubicBezTo>
                  <a:pt x="6581299" y="99459"/>
                  <a:pt x="6568346" y="93079"/>
                  <a:pt x="6554197" y="89689"/>
                </a:cubicBezTo>
                <a:cubicBezTo>
                  <a:pt x="6546666" y="87895"/>
                  <a:pt x="6535667" y="84106"/>
                  <a:pt x="6535667" y="74136"/>
                </a:cubicBezTo>
                <a:cubicBezTo>
                  <a:pt x="6535667" y="65959"/>
                  <a:pt x="6542241" y="61574"/>
                  <a:pt x="6550810" y="61574"/>
                </a:cubicBezTo>
                <a:cubicBezTo>
                  <a:pt x="6561173" y="61574"/>
                  <a:pt x="6567549" y="69748"/>
                  <a:pt x="6572135" y="75133"/>
                </a:cubicBezTo>
                <a:lnTo>
                  <a:pt x="6574923" y="74932"/>
                </a:lnTo>
                <a:lnTo>
                  <a:pt x="6578909" y="60179"/>
                </a:lnTo>
                <a:lnTo>
                  <a:pt x="6578511" y="59583"/>
                </a:lnTo>
                <a:cubicBezTo>
                  <a:pt x="6572731" y="56594"/>
                  <a:pt x="6561772" y="53602"/>
                  <a:pt x="6551607" y="53602"/>
                </a:cubicBezTo>
                <a:cubicBezTo>
                  <a:pt x="6536862" y="53602"/>
                  <a:pt x="6521516" y="61374"/>
                  <a:pt x="6521516" y="77924"/>
                </a:cubicBezTo>
                <a:cubicBezTo>
                  <a:pt x="6521516" y="93876"/>
                  <a:pt x="6533435" y="99139"/>
                  <a:pt x="6545431" y="102451"/>
                </a:cubicBezTo>
                <a:cubicBezTo>
                  <a:pt x="6556989" y="105641"/>
                  <a:pt x="6565558" y="108830"/>
                  <a:pt x="6565558" y="118600"/>
                </a:cubicBezTo>
                <a:cubicBezTo>
                  <a:pt x="6565558" y="129170"/>
                  <a:pt x="6557785" y="135151"/>
                  <a:pt x="6547225" y="135151"/>
                </a:cubicBezTo>
                <a:cubicBezTo>
                  <a:pt x="6537659" y="135151"/>
                  <a:pt x="6529288" y="128571"/>
                  <a:pt x="6523708" y="120795"/>
                </a:cubicBezTo>
                <a:lnTo>
                  <a:pt x="6520719" y="120993"/>
                </a:lnTo>
                <a:close/>
                <a:moveTo>
                  <a:pt x="6608600" y="55742"/>
                </a:moveTo>
                <a:cubicBezTo>
                  <a:pt x="6604534" y="55742"/>
                  <a:pt x="6600311" y="55663"/>
                  <a:pt x="6597839" y="55344"/>
                </a:cubicBezTo>
                <a:cubicBezTo>
                  <a:pt x="6596486" y="58613"/>
                  <a:pt x="6595409" y="60525"/>
                  <a:pt x="6593457" y="63514"/>
                </a:cubicBezTo>
                <a:lnTo>
                  <a:pt x="6594451" y="64910"/>
                </a:lnTo>
                <a:cubicBezTo>
                  <a:pt x="6597881" y="64670"/>
                  <a:pt x="6604057" y="64551"/>
                  <a:pt x="6608600" y="64512"/>
                </a:cubicBezTo>
                <a:lnTo>
                  <a:pt x="6608600" y="91775"/>
                </a:lnTo>
                <a:cubicBezTo>
                  <a:pt x="6608600" y="103716"/>
                  <a:pt x="6608004" y="118047"/>
                  <a:pt x="6608004" y="124016"/>
                </a:cubicBezTo>
                <a:cubicBezTo>
                  <a:pt x="6608004" y="136957"/>
                  <a:pt x="6616372" y="143120"/>
                  <a:pt x="6625540" y="143120"/>
                </a:cubicBezTo>
                <a:cubicBezTo>
                  <a:pt x="6633911" y="143120"/>
                  <a:pt x="6640287" y="141132"/>
                  <a:pt x="6648655" y="135765"/>
                </a:cubicBezTo>
                <a:lnTo>
                  <a:pt x="6646226" y="130860"/>
                </a:lnTo>
                <a:cubicBezTo>
                  <a:pt x="6640086" y="132974"/>
                  <a:pt x="6635504" y="133174"/>
                  <a:pt x="6630520" y="132378"/>
                </a:cubicBezTo>
                <a:cubicBezTo>
                  <a:pt x="6625780" y="131620"/>
                  <a:pt x="6623946" y="126840"/>
                  <a:pt x="6623946" y="116055"/>
                </a:cubicBezTo>
                <a:cubicBezTo>
                  <a:pt x="6623946" y="110086"/>
                  <a:pt x="6624542" y="101526"/>
                  <a:pt x="6624542" y="89589"/>
                </a:cubicBezTo>
                <a:lnTo>
                  <a:pt x="6624542" y="64512"/>
                </a:lnTo>
                <a:lnTo>
                  <a:pt x="6632117" y="64512"/>
                </a:lnTo>
                <a:cubicBezTo>
                  <a:pt x="6636900" y="64512"/>
                  <a:pt x="6643833" y="64670"/>
                  <a:pt x="6646463" y="64910"/>
                </a:cubicBezTo>
                <a:cubicBezTo>
                  <a:pt x="6647062" y="61723"/>
                  <a:pt x="6647661" y="59689"/>
                  <a:pt x="6648856" y="56740"/>
                </a:cubicBezTo>
                <a:lnTo>
                  <a:pt x="6647859" y="55344"/>
                </a:lnTo>
                <a:cubicBezTo>
                  <a:pt x="6644270" y="55505"/>
                  <a:pt x="6638493" y="55742"/>
                  <a:pt x="6633911" y="55742"/>
                </a:cubicBezTo>
                <a:lnTo>
                  <a:pt x="6624542" y="55742"/>
                </a:lnTo>
                <a:cubicBezTo>
                  <a:pt x="6624542" y="40837"/>
                  <a:pt x="6624664" y="38207"/>
                  <a:pt x="6625540" y="26649"/>
                </a:cubicBezTo>
                <a:cubicBezTo>
                  <a:pt x="6625540" y="25214"/>
                  <a:pt x="6624983" y="24657"/>
                  <a:pt x="6623746" y="24657"/>
                </a:cubicBezTo>
                <a:cubicBezTo>
                  <a:pt x="6618765" y="26649"/>
                  <a:pt x="6616293" y="28762"/>
                  <a:pt x="6609798" y="29638"/>
                </a:cubicBezTo>
                <a:lnTo>
                  <a:pt x="6609400" y="30237"/>
                </a:lnTo>
                <a:cubicBezTo>
                  <a:pt x="6609001" y="37173"/>
                  <a:pt x="6608600" y="44185"/>
                  <a:pt x="6608600" y="55742"/>
                </a:cubicBezTo>
                <a:close/>
                <a:moveTo>
                  <a:pt x="6673365" y="22121"/>
                </a:moveTo>
                <a:cubicBezTo>
                  <a:pt x="6673365" y="27500"/>
                  <a:pt x="6678148" y="32283"/>
                  <a:pt x="6683530" y="32283"/>
                </a:cubicBezTo>
                <a:cubicBezTo>
                  <a:pt x="6688909" y="32283"/>
                  <a:pt x="6693692" y="27500"/>
                  <a:pt x="6693692" y="22121"/>
                </a:cubicBezTo>
                <a:cubicBezTo>
                  <a:pt x="6693692" y="16739"/>
                  <a:pt x="6688909" y="11956"/>
                  <a:pt x="6683530" y="11956"/>
                </a:cubicBezTo>
                <a:cubicBezTo>
                  <a:pt x="6678148" y="11956"/>
                  <a:pt x="6673365" y="16739"/>
                  <a:pt x="6673365" y="22121"/>
                </a:cubicBezTo>
                <a:moveTo>
                  <a:pt x="6675360" y="94381"/>
                </a:moveTo>
                <a:lnTo>
                  <a:pt x="6675360" y="105330"/>
                </a:lnTo>
                <a:cubicBezTo>
                  <a:pt x="6675360" y="120260"/>
                  <a:pt x="6675001" y="130413"/>
                  <a:pt x="6673566" y="141162"/>
                </a:cubicBezTo>
                <a:lnTo>
                  <a:pt x="6673964" y="141758"/>
                </a:lnTo>
                <a:cubicBezTo>
                  <a:pt x="6676354" y="141363"/>
                  <a:pt x="6680939" y="141162"/>
                  <a:pt x="6683329" y="141162"/>
                </a:cubicBezTo>
                <a:cubicBezTo>
                  <a:pt x="6685722" y="141162"/>
                  <a:pt x="6690305" y="141363"/>
                  <a:pt x="6692695" y="141758"/>
                </a:cubicBezTo>
                <a:lnTo>
                  <a:pt x="6693093" y="141162"/>
                </a:lnTo>
                <a:cubicBezTo>
                  <a:pt x="6691661" y="129857"/>
                  <a:pt x="6691302" y="120458"/>
                  <a:pt x="6691302" y="105330"/>
                </a:cubicBezTo>
                <a:lnTo>
                  <a:pt x="6691302" y="91197"/>
                </a:lnTo>
                <a:cubicBezTo>
                  <a:pt x="6691302" y="76267"/>
                  <a:pt x="6691819" y="69100"/>
                  <a:pt x="6693093" y="56956"/>
                </a:cubicBezTo>
                <a:cubicBezTo>
                  <a:pt x="6693093" y="55165"/>
                  <a:pt x="6692856" y="54964"/>
                  <a:pt x="6691302" y="54964"/>
                </a:cubicBezTo>
                <a:cubicBezTo>
                  <a:pt x="6686756" y="55405"/>
                  <a:pt x="6678188" y="55523"/>
                  <a:pt x="6673964" y="55165"/>
                </a:cubicBezTo>
                <a:lnTo>
                  <a:pt x="6673566" y="55761"/>
                </a:lnTo>
                <a:cubicBezTo>
                  <a:pt x="6674800" y="64281"/>
                  <a:pt x="6675360" y="79451"/>
                  <a:pt x="6675360" y="94381"/>
                </a:cubicBezTo>
                <a:close/>
                <a:moveTo>
                  <a:pt x="6800903" y="105254"/>
                </a:moveTo>
                <a:cubicBezTo>
                  <a:pt x="6800903" y="98872"/>
                  <a:pt x="6801301" y="91492"/>
                  <a:pt x="6801301" y="85110"/>
                </a:cubicBezTo>
                <a:cubicBezTo>
                  <a:pt x="6801301" y="64363"/>
                  <a:pt x="6794527" y="53602"/>
                  <a:pt x="6776593" y="53602"/>
                </a:cubicBezTo>
                <a:cubicBezTo>
                  <a:pt x="6769018" y="53602"/>
                  <a:pt x="6754870" y="56594"/>
                  <a:pt x="6742117" y="71545"/>
                </a:cubicBezTo>
                <a:lnTo>
                  <a:pt x="6741719" y="70946"/>
                </a:lnTo>
                <a:lnTo>
                  <a:pt x="6741719" y="56393"/>
                </a:lnTo>
                <a:cubicBezTo>
                  <a:pt x="6741679" y="54839"/>
                  <a:pt x="6741478" y="54401"/>
                  <a:pt x="6740524" y="54401"/>
                </a:cubicBezTo>
                <a:cubicBezTo>
                  <a:pt x="6736060" y="55277"/>
                  <a:pt x="6728923" y="55435"/>
                  <a:pt x="6724381" y="54997"/>
                </a:cubicBezTo>
                <a:lnTo>
                  <a:pt x="6723982" y="55596"/>
                </a:lnTo>
                <a:cubicBezTo>
                  <a:pt x="6725378" y="64205"/>
                  <a:pt x="6725776" y="79323"/>
                  <a:pt x="6725776" y="94283"/>
                </a:cubicBezTo>
                <a:lnTo>
                  <a:pt x="6725776" y="105254"/>
                </a:lnTo>
                <a:cubicBezTo>
                  <a:pt x="6725776" y="120218"/>
                  <a:pt x="6725576" y="130389"/>
                  <a:pt x="6723982" y="141162"/>
                </a:cubicBezTo>
                <a:lnTo>
                  <a:pt x="6724381" y="141758"/>
                </a:lnTo>
                <a:cubicBezTo>
                  <a:pt x="6726774" y="141360"/>
                  <a:pt x="6731356" y="141162"/>
                  <a:pt x="6733746" y="141162"/>
                </a:cubicBezTo>
                <a:cubicBezTo>
                  <a:pt x="6736139" y="141162"/>
                  <a:pt x="6740721" y="141360"/>
                  <a:pt x="6743114" y="141758"/>
                </a:cubicBezTo>
                <a:lnTo>
                  <a:pt x="6743513" y="141162"/>
                </a:lnTo>
                <a:cubicBezTo>
                  <a:pt x="6741916" y="129790"/>
                  <a:pt x="6741719" y="120415"/>
                  <a:pt x="6741719" y="105254"/>
                </a:cubicBezTo>
                <a:lnTo>
                  <a:pt x="6741719" y="81917"/>
                </a:lnTo>
                <a:cubicBezTo>
                  <a:pt x="6751881" y="69949"/>
                  <a:pt x="6763438" y="65561"/>
                  <a:pt x="6770615" y="65561"/>
                </a:cubicBezTo>
                <a:cubicBezTo>
                  <a:pt x="6780777" y="65561"/>
                  <a:pt x="6784961" y="69550"/>
                  <a:pt x="6784961" y="85706"/>
                </a:cubicBezTo>
                <a:lnTo>
                  <a:pt x="6784961" y="105254"/>
                </a:lnTo>
                <a:cubicBezTo>
                  <a:pt x="6784961" y="120218"/>
                  <a:pt x="6784602" y="130428"/>
                  <a:pt x="6783167" y="141162"/>
                </a:cubicBezTo>
                <a:lnTo>
                  <a:pt x="6783565" y="141758"/>
                </a:lnTo>
                <a:cubicBezTo>
                  <a:pt x="6785958" y="141360"/>
                  <a:pt x="6790540" y="141162"/>
                  <a:pt x="6792933" y="141162"/>
                </a:cubicBezTo>
                <a:cubicBezTo>
                  <a:pt x="6795323" y="141162"/>
                  <a:pt x="6799906" y="141360"/>
                  <a:pt x="6802299" y="141758"/>
                </a:cubicBezTo>
                <a:lnTo>
                  <a:pt x="6802697" y="141162"/>
                </a:lnTo>
                <a:cubicBezTo>
                  <a:pt x="6801143" y="129790"/>
                  <a:pt x="6800903" y="120415"/>
                  <a:pt x="6800903" y="105254"/>
                </a:cubicBezTo>
                <a:close/>
                <a:moveTo>
                  <a:pt x="6836775" y="161897"/>
                </a:moveTo>
                <a:cubicBezTo>
                  <a:pt x="6836775" y="155295"/>
                  <a:pt x="6842753" y="147894"/>
                  <a:pt x="6849725" y="144093"/>
                </a:cubicBezTo>
                <a:cubicBezTo>
                  <a:pt x="6855624" y="144112"/>
                  <a:pt x="6864713" y="143510"/>
                  <a:pt x="6867461" y="143510"/>
                </a:cubicBezTo>
                <a:cubicBezTo>
                  <a:pt x="6877028" y="143510"/>
                  <a:pt x="6883124" y="143710"/>
                  <a:pt x="6888585" y="146909"/>
                </a:cubicBezTo>
                <a:cubicBezTo>
                  <a:pt x="6894366" y="150309"/>
                  <a:pt x="6896357" y="156107"/>
                  <a:pt x="6896357" y="161304"/>
                </a:cubicBezTo>
                <a:cubicBezTo>
                  <a:pt x="6896357" y="173500"/>
                  <a:pt x="6880017" y="179895"/>
                  <a:pt x="6862879" y="179895"/>
                </a:cubicBezTo>
                <a:cubicBezTo>
                  <a:pt x="6849926" y="179895"/>
                  <a:pt x="6836775" y="175498"/>
                  <a:pt x="6836775" y="161903"/>
                </a:cubicBezTo>
                <a:lnTo>
                  <a:pt x="6836775" y="161897"/>
                </a:lnTo>
                <a:moveTo>
                  <a:pt x="6894366" y="84264"/>
                </a:moveTo>
                <a:cubicBezTo>
                  <a:pt x="6894366" y="70529"/>
                  <a:pt x="6888984" y="64162"/>
                  <a:pt x="6884322" y="61097"/>
                </a:cubicBezTo>
                <a:cubicBezTo>
                  <a:pt x="6890300" y="61574"/>
                  <a:pt x="6896914" y="62329"/>
                  <a:pt x="6905127" y="63165"/>
                </a:cubicBezTo>
                <a:lnTo>
                  <a:pt x="6905723" y="62569"/>
                </a:lnTo>
                <a:cubicBezTo>
                  <a:pt x="6905324" y="60778"/>
                  <a:pt x="6905127" y="59184"/>
                  <a:pt x="6905127" y="57390"/>
                </a:cubicBezTo>
                <a:cubicBezTo>
                  <a:pt x="6905127" y="55596"/>
                  <a:pt x="6905324" y="54003"/>
                  <a:pt x="6905723" y="52209"/>
                </a:cubicBezTo>
                <a:lnTo>
                  <a:pt x="6905127" y="51610"/>
                </a:lnTo>
                <a:cubicBezTo>
                  <a:pt x="6895600" y="52407"/>
                  <a:pt x="6888546" y="54520"/>
                  <a:pt x="6873680" y="55317"/>
                </a:cubicBezTo>
                <a:cubicBezTo>
                  <a:pt x="6870131" y="54201"/>
                  <a:pt x="6865749" y="53602"/>
                  <a:pt x="6861483" y="53602"/>
                </a:cubicBezTo>
                <a:cubicBezTo>
                  <a:pt x="6845742" y="53602"/>
                  <a:pt x="6827607" y="64162"/>
                  <a:pt x="6827607" y="83866"/>
                </a:cubicBezTo>
                <a:cubicBezTo>
                  <a:pt x="6827607" y="98796"/>
                  <a:pt x="6836175" y="105561"/>
                  <a:pt x="6841755" y="108751"/>
                </a:cubicBezTo>
                <a:cubicBezTo>
                  <a:pt x="6835978" y="112735"/>
                  <a:pt x="6829002" y="118539"/>
                  <a:pt x="6829002" y="125350"/>
                </a:cubicBezTo>
                <a:cubicBezTo>
                  <a:pt x="6829002" y="133548"/>
                  <a:pt x="6833785" y="140721"/>
                  <a:pt x="6844504" y="142555"/>
                </a:cubicBezTo>
                <a:cubicBezTo>
                  <a:pt x="6838967" y="144872"/>
                  <a:pt x="6832749" y="148709"/>
                  <a:pt x="6827607" y="152708"/>
                </a:cubicBezTo>
                <a:cubicBezTo>
                  <a:pt x="6825095" y="156506"/>
                  <a:pt x="6823024" y="162143"/>
                  <a:pt x="6823024" y="165901"/>
                </a:cubicBezTo>
                <a:cubicBezTo>
                  <a:pt x="6823024" y="181649"/>
                  <a:pt x="6840162" y="188464"/>
                  <a:pt x="6861286" y="188464"/>
                </a:cubicBezTo>
                <a:cubicBezTo>
                  <a:pt x="6892371" y="188464"/>
                  <a:pt x="6910904" y="175458"/>
                  <a:pt x="6910904" y="156706"/>
                </a:cubicBezTo>
                <a:cubicBezTo>
                  <a:pt x="6910904" y="147910"/>
                  <a:pt x="6908116" y="141719"/>
                  <a:pt x="6902536" y="136936"/>
                </a:cubicBezTo>
                <a:cubicBezTo>
                  <a:pt x="6895041" y="130559"/>
                  <a:pt x="6881412" y="130359"/>
                  <a:pt x="6874437" y="130359"/>
                </a:cubicBezTo>
                <a:cubicBezTo>
                  <a:pt x="6871049" y="130359"/>
                  <a:pt x="6863077" y="130757"/>
                  <a:pt x="6858494" y="131356"/>
                </a:cubicBezTo>
                <a:cubicBezTo>
                  <a:pt x="6855706" y="131538"/>
                  <a:pt x="6853711" y="131739"/>
                  <a:pt x="6852717" y="131739"/>
                </a:cubicBezTo>
                <a:cubicBezTo>
                  <a:pt x="6847137" y="131739"/>
                  <a:pt x="6841156" y="130939"/>
                  <a:pt x="6841156" y="122334"/>
                </a:cubicBezTo>
                <a:cubicBezTo>
                  <a:pt x="6841156" y="118332"/>
                  <a:pt x="6842154" y="114933"/>
                  <a:pt x="6846538" y="111141"/>
                </a:cubicBezTo>
                <a:cubicBezTo>
                  <a:pt x="6849129" y="112537"/>
                  <a:pt x="6855265" y="113930"/>
                  <a:pt x="6861286" y="113930"/>
                </a:cubicBezTo>
                <a:cubicBezTo>
                  <a:pt x="6882008" y="113930"/>
                  <a:pt x="6894366" y="99948"/>
                  <a:pt x="6894366" y="84264"/>
                </a:cubicBezTo>
                <a:moveTo>
                  <a:pt x="6878822" y="84462"/>
                </a:moveTo>
                <a:cubicBezTo>
                  <a:pt x="6878822" y="96564"/>
                  <a:pt x="6873838" y="105960"/>
                  <a:pt x="6861882" y="105960"/>
                </a:cubicBezTo>
                <a:cubicBezTo>
                  <a:pt x="6847536" y="105960"/>
                  <a:pt x="6843151" y="96604"/>
                  <a:pt x="6843151" y="82872"/>
                </a:cubicBezTo>
                <a:cubicBezTo>
                  <a:pt x="6843151" y="69736"/>
                  <a:pt x="6849129" y="61176"/>
                  <a:pt x="6860687" y="61176"/>
                </a:cubicBezTo>
                <a:cubicBezTo>
                  <a:pt x="6873640" y="61176"/>
                  <a:pt x="6878822" y="70332"/>
                  <a:pt x="6878822" y="84462"/>
                </a:cubicBezTo>
                <a:close/>
                <a:moveTo>
                  <a:pt x="6988820" y="122848"/>
                </a:moveTo>
                <a:lnTo>
                  <a:pt x="6989617" y="123444"/>
                </a:lnTo>
                <a:lnTo>
                  <a:pt x="6990614" y="141162"/>
                </a:lnTo>
                <a:cubicBezTo>
                  <a:pt x="6990614" y="141561"/>
                  <a:pt x="6990855" y="141758"/>
                  <a:pt x="6991411" y="141758"/>
                </a:cubicBezTo>
                <a:cubicBezTo>
                  <a:pt x="6994041" y="141402"/>
                  <a:pt x="6996395" y="141162"/>
                  <a:pt x="6999302" y="141162"/>
                </a:cubicBezTo>
                <a:cubicBezTo>
                  <a:pt x="7001774" y="141162"/>
                  <a:pt x="7005560" y="141363"/>
                  <a:pt x="7008150" y="141758"/>
                </a:cubicBezTo>
                <a:lnTo>
                  <a:pt x="7008549" y="141162"/>
                </a:lnTo>
                <a:cubicBezTo>
                  <a:pt x="7006955" y="132603"/>
                  <a:pt x="7005161" y="117870"/>
                  <a:pt x="7005161" y="102940"/>
                </a:cubicBezTo>
                <a:lnTo>
                  <a:pt x="7005161" y="91592"/>
                </a:lnTo>
                <a:cubicBezTo>
                  <a:pt x="7005161" y="76659"/>
                  <a:pt x="7005362" y="66309"/>
                  <a:pt x="7006955" y="55758"/>
                </a:cubicBezTo>
                <a:lnTo>
                  <a:pt x="7006557" y="55159"/>
                </a:lnTo>
                <a:cubicBezTo>
                  <a:pt x="7004164" y="55557"/>
                  <a:pt x="6999581" y="55758"/>
                  <a:pt x="6997191" y="55758"/>
                </a:cubicBezTo>
                <a:cubicBezTo>
                  <a:pt x="6994798" y="55758"/>
                  <a:pt x="6990216" y="55557"/>
                  <a:pt x="6987826" y="55159"/>
                </a:cubicBezTo>
                <a:lnTo>
                  <a:pt x="6987425" y="55758"/>
                </a:lnTo>
                <a:cubicBezTo>
                  <a:pt x="6988982" y="67145"/>
                  <a:pt x="6989219" y="76462"/>
                  <a:pt x="6989219" y="91592"/>
                </a:cubicBezTo>
                <a:lnTo>
                  <a:pt x="6989219" y="111102"/>
                </a:lnTo>
                <a:cubicBezTo>
                  <a:pt x="6983162" y="121297"/>
                  <a:pt x="6971683" y="131961"/>
                  <a:pt x="6961919" y="131961"/>
                </a:cubicBezTo>
                <a:cubicBezTo>
                  <a:pt x="6955062" y="131961"/>
                  <a:pt x="6948567" y="129775"/>
                  <a:pt x="6948567" y="111269"/>
                </a:cubicBezTo>
                <a:lnTo>
                  <a:pt x="6948567" y="91571"/>
                </a:lnTo>
                <a:cubicBezTo>
                  <a:pt x="6948567" y="76647"/>
                  <a:pt x="6948765" y="66303"/>
                  <a:pt x="6950361" y="55758"/>
                </a:cubicBezTo>
                <a:lnTo>
                  <a:pt x="6949963" y="55159"/>
                </a:lnTo>
                <a:cubicBezTo>
                  <a:pt x="6947570" y="55557"/>
                  <a:pt x="6942988" y="55758"/>
                  <a:pt x="6940595" y="55758"/>
                </a:cubicBezTo>
                <a:cubicBezTo>
                  <a:pt x="6938205" y="55758"/>
                  <a:pt x="6933622" y="55557"/>
                  <a:pt x="6931229" y="55159"/>
                </a:cubicBezTo>
                <a:lnTo>
                  <a:pt x="6930831" y="55758"/>
                </a:lnTo>
                <a:cubicBezTo>
                  <a:pt x="6932424" y="67096"/>
                  <a:pt x="6932625" y="76450"/>
                  <a:pt x="6932625" y="91571"/>
                </a:cubicBezTo>
                <a:lnTo>
                  <a:pt x="6932625" y="115447"/>
                </a:lnTo>
                <a:cubicBezTo>
                  <a:pt x="6932625" y="129176"/>
                  <a:pt x="6939001" y="143120"/>
                  <a:pt x="6958729" y="143120"/>
                </a:cubicBezTo>
                <a:cubicBezTo>
                  <a:pt x="6971084" y="143120"/>
                  <a:pt x="6982243" y="132958"/>
                  <a:pt x="6988820" y="122808"/>
                </a:cubicBezTo>
                <a:lnTo>
                  <a:pt x="6988820" y="122848"/>
                </a:lnTo>
                <a:close/>
                <a:moveTo>
                  <a:pt x="7039038" y="22121"/>
                </a:moveTo>
                <a:cubicBezTo>
                  <a:pt x="7039038" y="27500"/>
                  <a:pt x="7043821" y="32283"/>
                  <a:pt x="7049203" y="32283"/>
                </a:cubicBezTo>
                <a:cubicBezTo>
                  <a:pt x="7054582" y="32283"/>
                  <a:pt x="7059365" y="27500"/>
                  <a:pt x="7059365" y="22121"/>
                </a:cubicBezTo>
                <a:cubicBezTo>
                  <a:pt x="7059365" y="16739"/>
                  <a:pt x="7054582" y="11956"/>
                  <a:pt x="7049203" y="11956"/>
                </a:cubicBezTo>
                <a:cubicBezTo>
                  <a:pt x="7043821" y="11956"/>
                  <a:pt x="7039038" y="16739"/>
                  <a:pt x="7039038" y="22121"/>
                </a:cubicBezTo>
                <a:moveTo>
                  <a:pt x="7041032" y="94381"/>
                </a:moveTo>
                <a:lnTo>
                  <a:pt x="7041032" y="105330"/>
                </a:lnTo>
                <a:cubicBezTo>
                  <a:pt x="7041032" y="120260"/>
                  <a:pt x="7040673" y="130413"/>
                  <a:pt x="7039238" y="141162"/>
                </a:cubicBezTo>
                <a:lnTo>
                  <a:pt x="7039637" y="141758"/>
                </a:lnTo>
                <a:cubicBezTo>
                  <a:pt x="7042027" y="141363"/>
                  <a:pt x="7046612" y="141162"/>
                  <a:pt x="7049002" y="141162"/>
                </a:cubicBezTo>
                <a:cubicBezTo>
                  <a:pt x="7051395" y="141162"/>
                  <a:pt x="7055977" y="141363"/>
                  <a:pt x="7058367" y="141758"/>
                </a:cubicBezTo>
                <a:lnTo>
                  <a:pt x="7058766" y="141162"/>
                </a:lnTo>
                <a:cubicBezTo>
                  <a:pt x="7057334" y="129857"/>
                  <a:pt x="7056975" y="120458"/>
                  <a:pt x="7056975" y="105330"/>
                </a:cubicBezTo>
                <a:lnTo>
                  <a:pt x="7056975" y="91197"/>
                </a:lnTo>
                <a:cubicBezTo>
                  <a:pt x="7056975" y="76267"/>
                  <a:pt x="7057492" y="69100"/>
                  <a:pt x="7058766" y="56956"/>
                </a:cubicBezTo>
                <a:cubicBezTo>
                  <a:pt x="7058766" y="55165"/>
                  <a:pt x="7058529" y="54964"/>
                  <a:pt x="7056975" y="54964"/>
                </a:cubicBezTo>
                <a:cubicBezTo>
                  <a:pt x="7052429" y="55405"/>
                  <a:pt x="7043860" y="55523"/>
                  <a:pt x="7039637" y="55165"/>
                </a:cubicBezTo>
                <a:lnTo>
                  <a:pt x="7039238" y="55761"/>
                </a:lnTo>
                <a:cubicBezTo>
                  <a:pt x="7040473" y="64281"/>
                  <a:pt x="7041032" y="79451"/>
                  <a:pt x="7041032" y="94381"/>
                </a:cubicBezTo>
                <a:close/>
                <a:moveTo>
                  <a:pt x="7084872" y="120993"/>
                </a:moveTo>
                <a:lnTo>
                  <a:pt x="7081484" y="137741"/>
                </a:lnTo>
                <a:cubicBezTo>
                  <a:pt x="7092844" y="141728"/>
                  <a:pt x="7104004" y="143120"/>
                  <a:pt x="7111575" y="143120"/>
                </a:cubicBezTo>
                <a:cubicBezTo>
                  <a:pt x="7139075" y="143120"/>
                  <a:pt x="7145452" y="126777"/>
                  <a:pt x="7145452" y="115809"/>
                </a:cubicBezTo>
                <a:cubicBezTo>
                  <a:pt x="7145452" y="99459"/>
                  <a:pt x="7132498" y="93079"/>
                  <a:pt x="7118350" y="89689"/>
                </a:cubicBezTo>
                <a:cubicBezTo>
                  <a:pt x="7110818" y="87895"/>
                  <a:pt x="7099820" y="84106"/>
                  <a:pt x="7099820" y="74136"/>
                </a:cubicBezTo>
                <a:cubicBezTo>
                  <a:pt x="7099820" y="65959"/>
                  <a:pt x="7106394" y="61574"/>
                  <a:pt x="7114963" y="61574"/>
                </a:cubicBezTo>
                <a:cubicBezTo>
                  <a:pt x="7125325" y="61574"/>
                  <a:pt x="7131702" y="69748"/>
                  <a:pt x="7136287" y="75133"/>
                </a:cubicBezTo>
                <a:lnTo>
                  <a:pt x="7139075" y="74932"/>
                </a:lnTo>
                <a:lnTo>
                  <a:pt x="7143062" y="60179"/>
                </a:lnTo>
                <a:lnTo>
                  <a:pt x="7142664" y="59583"/>
                </a:lnTo>
                <a:cubicBezTo>
                  <a:pt x="7136883" y="56594"/>
                  <a:pt x="7125924" y="53602"/>
                  <a:pt x="7115759" y="53602"/>
                </a:cubicBezTo>
                <a:cubicBezTo>
                  <a:pt x="7101015" y="53602"/>
                  <a:pt x="7085668" y="61374"/>
                  <a:pt x="7085668" y="77924"/>
                </a:cubicBezTo>
                <a:cubicBezTo>
                  <a:pt x="7085668" y="93876"/>
                  <a:pt x="7097588" y="99139"/>
                  <a:pt x="7109584" y="102451"/>
                </a:cubicBezTo>
                <a:cubicBezTo>
                  <a:pt x="7121141" y="105641"/>
                  <a:pt x="7129710" y="108830"/>
                  <a:pt x="7129710" y="118600"/>
                </a:cubicBezTo>
                <a:cubicBezTo>
                  <a:pt x="7129710" y="129170"/>
                  <a:pt x="7121938" y="135151"/>
                  <a:pt x="7111378" y="135151"/>
                </a:cubicBezTo>
                <a:cubicBezTo>
                  <a:pt x="7101812" y="135151"/>
                  <a:pt x="7093440" y="128571"/>
                  <a:pt x="7087861" y="120795"/>
                </a:cubicBezTo>
                <a:lnTo>
                  <a:pt x="7084872" y="120993"/>
                </a:lnTo>
                <a:close/>
                <a:moveTo>
                  <a:pt x="7187700" y="70946"/>
                </a:moveTo>
                <a:lnTo>
                  <a:pt x="7187700" y="41259"/>
                </a:lnTo>
                <a:cubicBezTo>
                  <a:pt x="7187700" y="26524"/>
                  <a:pt x="7188537" y="16250"/>
                  <a:pt x="7189491" y="4023"/>
                </a:cubicBezTo>
                <a:cubicBezTo>
                  <a:pt x="7189491" y="2630"/>
                  <a:pt x="7188935" y="2031"/>
                  <a:pt x="7187700" y="2031"/>
                </a:cubicBezTo>
                <a:cubicBezTo>
                  <a:pt x="7182717" y="4023"/>
                  <a:pt x="7178454" y="5419"/>
                  <a:pt x="7170362" y="6015"/>
                </a:cubicBezTo>
                <a:lnTo>
                  <a:pt x="7169964" y="6614"/>
                </a:lnTo>
                <a:cubicBezTo>
                  <a:pt x="7171518" y="15134"/>
                  <a:pt x="7171758" y="30109"/>
                  <a:pt x="7171758" y="45240"/>
                </a:cubicBezTo>
                <a:lnTo>
                  <a:pt x="7171758" y="105254"/>
                </a:lnTo>
                <a:cubicBezTo>
                  <a:pt x="7171758" y="120096"/>
                  <a:pt x="7171518" y="129991"/>
                  <a:pt x="7169964" y="141162"/>
                </a:cubicBezTo>
                <a:lnTo>
                  <a:pt x="7170362" y="141758"/>
                </a:lnTo>
                <a:cubicBezTo>
                  <a:pt x="7172752" y="141360"/>
                  <a:pt x="7177338" y="141162"/>
                  <a:pt x="7179728" y="141162"/>
                </a:cubicBezTo>
                <a:cubicBezTo>
                  <a:pt x="7182121" y="141162"/>
                  <a:pt x="7186703" y="141360"/>
                  <a:pt x="7189093" y="141758"/>
                </a:cubicBezTo>
                <a:lnTo>
                  <a:pt x="7189491" y="141162"/>
                </a:lnTo>
                <a:cubicBezTo>
                  <a:pt x="7188020" y="129750"/>
                  <a:pt x="7187700" y="120415"/>
                  <a:pt x="7187700" y="105254"/>
                </a:cubicBezTo>
                <a:lnTo>
                  <a:pt x="7187700" y="81917"/>
                </a:lnTo>
                <a:cubicBezTo>
                  <a:pt x="7197863" y="69949"/>
                  <a:pt x="7209539" y="65561"/>
                  <a:pt x="7216593" y="65561"/>
                </a:cubicBezTo>
                <a:cubicBezTo>
                  <a:pt x="7226758" y="65561"/>
                  <a:pt x="7230943" y="69550"/>
                  <a:pt x="7230943" y="85706"/>
                </a:cubicBezTo>
                <a:lnTo>
                  <a:pt x="7230943" y="105254"/>
                </a:lnTo>
                <a:cubicBezTo>
                  <a:pt x="7230943" y="120218"/>
                  <a:pt x="7230742" y="130428"/>
                  <a:pt x="7229148" y="141162"/>
                </a:cubicBezTo>
                <a:lnTo>
                  <a:pt x="7229547" y="141758"/>
                </a:lnTo>
                <a:cubicBezTo>
                  <a:pt x="7231940" y="141360"/>
                  <a:pt x="7236522" y="141162"/>
                  <a:pt x="7238912" y="141162"/>
                </a:cubicBezTo>
                <a:cubicBezTo>
                  <a:pt x="7241305" y="141162"/>
                  <a:pt x="7245888" y="141360"/>
                  <a:pt x="7248281" y="141758"/>
                </a:cubicBezTo>
                <a:lnTo>
                  <a:pt x="7248679" y="141162"/>
                </a:lnTo>
                <a:cubicBezTo>
                  <a:pt x="7247083" y="129750"/>
                  <a:pt x="7246885" y="120415"/>
                  <a:pt x="7246885" y="105254"/>
                </a:cubicBezTo>
                <a:cubicBezTo>
                  <a:pt x="7246885" y="98872"/>
                  <a:pt x="7247283" y="91492"/>
                  <a:pt x="7247283" y="85110"/>
                </a:cubicBezTo>
                <a:cubicBezTo>
                  <a:pt x="7247283" y="64363"/>
                  <a:pt x="7240509" y="53602"/>
                  <a:pt x="7222571" y="53602"/>
                </a:cubicBezTo>
                <a:cubicBezTo>
                  <a:pt x="7215000" y="53602"/>
                  <a:pt x="7200852" y="56594"/>
                  <a:pt x="7188099" y="71545"/>
                </a:cubicBezTo>
                <a:lnTo>
                  <a:pt x="7187700" y="70946"/>
                </a:lnTo>
                <a:close/>
                <a:moveTo>
                  <a:pt x="7331974" y="55742"/>
                </a:moveTo>
                <a:cubicBezTo>
                  <a:pt x="7327908" y="55742"/>
                  <a:pt x="7323685" y="55663"/>
                  <a:pt x="7321213" y="55344"/>
                </a:cubicBezTo>
                <a:cubicBezTo>
                  <a:pt x="7319859" y="58613"/>
                  <a:pt x="7318783" y="60525"/>
                  <a:pt x="7316831" y="63514"/>
                </a:cubicBezTo>
                <a:lnTo>
                  <a:pt x="7317825" y="64910"/>
                </a:lnTo>
                <a:cubicBezTo>
                  <a:pt x="7321255" y="64670"/>
                  <a:pt x="7327431" y="64551"/>
                  <a:pt x="7331974" y="64512"/>
                </a:cubicBezTo>
                <a:lnTo>
                  <a:pt x="7331974" y="91775"/>
                </a:lnTo>
                <a:cubicBezTo>
                  <a:pt x="7331974" y="103716"/>
                  <a:pt x="7331378" y="118047"/>
                  <a:pt x="7331378" y="124016"/>
                </a:cubicBezTo>
                <a:cubicBezTo>
                  <a:pt x="7331378" y="136957"/>
                  <a:pt x="7339746" y="143120"/>
                  <a:pt x="7348913" y="143120"/>
                </a:cubicBezTo>
                <a:cubicBezTo>
                  <a:pt x="7357285" y="143120"/>
                  <a:pt x="7363661" y="141132"/>
                  <a:pt x="7372029" y="135765"/>
                </a:cubicBezTo>
                <a:lnTo>
                  <a:pt x="7369599" y="130860"/>
                </a:lnTo>
                <a:cubicBezTo>
                  <a:pt x="7363460" y="132974"/>
                  <a:pt x="7358878" y="133174"/>
                  <a:pt x="7353894" y="132378"/>
                </a:cubicBezTo>
                <a:cubicBezTo>
                  <a:pt x="7349154" y="131620"/>
                  <a:pt x="7347320" y="126840"/>
                  <a:pt x="7347320" y="116055"/>
                </a:cubicBezTo>
                <a:cubicBezTo>
                  <a:pt x="7347320" y="110086"/>
                  <a:pt x="7347916" y="101526"/>
                  <a:pt x="7347916" y="89589"/>
                </a:cubicBezTo>
                <a:lnTo>
                  <a:pt x="7347916" y="64512"/>
                </a:lnTo>
                <a:lnTo>
                  <a:pt x="7355491" y="64512"/>
                </a:lnTo>
                <a:cubicBezTo>
                  <a:pt x="7360274" y="64512"/>
                  <a:pt x="7367206" y="64670"/>
                  <a:pt x="7369837" y="64910"/>
                </a:cubicBezTo>
                <a:cubicBezTo>
                  <a:pt x="7370436" y="61723"/>
                  <a:pt x="7371035" y="59689"/>
                  <a:pt x="7372230" y="56740"/>
                </a:cubicBezTo>
                <a:lnTo>
                  <a:pt x="7371232" y="55344"/>
                </a:lnTo>
                <a:cubicBezTo>
                  <a:pt x="7367644" y="55505"/>
                  <a:pt x="7361867" y="55742"/>
                  <a:pt x="7357285" y="55742"/>
                </a:cubicBezTo>
                <a:lnTo>
                  <a:pt x="7347916" y="55742"/>
                </a:lnTo>
                <a:cubicBezTo>
                  <a:pt x="7347916" y="40837"/>
                  <a:pt x="7348038" y="38207"/>
                  <a:pt x="7348913" y="26649"/>
                </a:cubicBezTo>
                <a:cubicBezTo>
                  <a:pt x="7348913" y="25214"/>
                  <a:pt x="7348357" y="24657"/>
                  <a:pt x="7347119" y="24657"/>
                </a:cubicBezTo>
                <a:cubicBezTo>
                  <a:pt x="7342139" y="26649"/>
                  <a:pt x="7339667" y="28762"/>
                  <a:pt x="7333172" y="29638"/>
                </a:cubicBezTo>
                <a:lnTo>
                  <a:pt x="7332773" y="30237"/>
                </a:lnTo>
                <a:cubicBezTo>
                  <a:pt x="7332375" y="37173"/>
                  <a:pt x="7331974" y="44185"/>
                  <a:pt x="7331974" y="55742"/>
                </a:cubicBezTo>
                <a:close/>
                <a:moveTo>
                  <a:pt x="7421648" y="141974"/>
                </a:moveTo>
                <a:cubicBezTo>
                  <a:pt x="7423643" y="141375"/>
                  <a:pt x="7426233" y="141375"/>
                  <a:pt x="7428225" y="141375"/>
                </a:cubicBezTo>
                <a:cubicBezTo>
                  <a:pt x="7430217" y="141375"/>
                  <a:pt x="7433607" y="141375"/>
                  <a:pt x="7435398" y="141974"/>
                </a:cubicBezTo>
                <a:cubicBezTo>
                  <a:pt x="7440859" y="126628"/>
                  <a:pt x="7446640" y="110262"/>
                  <a:pt x="7453056" y="94615"/>
                </a:cubicBezTo>
                <a:cubicBezTo>
                  <a:pt x="7459034" y="110183"/>
                  <a:pt x="7465410" y="126311"/>
                  <a:pt x="7471069" y="141773"/>
                </a:cubicBezTo>
                <a:cubicBezTo>
                  <a:pt x="7473064" y="141174"/>
                  <a:pt x="7474259" y="141174"/>
                  <a:pt x="7476250" y="141174"/>
                </a:cubicBezTo>
                <a:cubicBezTo>
                  <a:pt x="7478245" y="141174"/>
                  <a:pt x="7481830" y="141174"/>
                  <a:pt x="7483624" y="141773"/>
                </a:cubicBezTo>
                <a:cubicBezTo>
                  <a:pt x="7493388" y="118266"/>
                  <a:pt x="7509330" y="80044"/>
                  <a:pt x="7520690" y="55159"/>
                </a:cubicBezTo>
                <a:cubicBezTo>
                  <a:pt x="7518896" y="55758"/>
                  <a:pt x="7514113" y="55758"/>
                  <a:pt x="7512122" y="55758"/>
                </a:cubicBezTo>
                <a:cubicBezTo>
                  <a:pt x="7510127" y="55758"/>
                  <a:pt x="7507138" y="55758"/>
                  <a:pt x="7505347" y="55159"/>
                </a:cubicBezTo>
                <a:cubicBezTo>
                  <a:pt x="7497973" y="78651"/>
                  <a:pt x="7489006" y="104129"/>
                  <a:pt x="7480796" y="123201"/>
                </a:cubicBezTo>
                <a:lnTo>
                  <a:pt x="7479200" y="123201"/>
                </a:lnTo>
                <a:cubicBezTo>
                  <a:pt x="7470871" y="101344"/>
                  <a:pt x="7464692" y="76261"/>
                  <a:pt x="7460110" y="55159"/>
                </a:cubicBezTo>
                <a:cubicBezTo>
                  <a:pt x="7457519" y="55758"/>
                  <a:pt x="7452937" y="55758"/>
                  <a:pt x="7450146" y="55758"/>
                </a:cubicBezTo>
                <a:cubicBezTo>
                  <a:pt x="7446956" y="55758"/>
                  <a:pt x="7441778" y="55758"/>
                  <a:pt x="7438588" y="55159"/>
                </a:cubicBezTo>
                <a:cubicBezTo>
                  <a:pt x="7441337" y="63323"/>
                  <a:pt x="7444487" y="72080"/>
                  <a:pt x="7447914" y="81160"/>
                </a:cubicBezTo>
                <a:cubicBezTo>
                  <a:pt x="7442574" y="96169"/>
                  <a:pt x="7437153" y="111099"/>
                  <a:pt x="7431375" y="123401"/>
                </a:cubicBezTo>
                <a:lnTo>
                  <a:pt x="7430177" y="123401"/>
                </a:lnTo>
                <a:cubicBezTo>
                  <a:pt x="7420216" y="100626"/>
                  <a:pt x="7413560" y="78174"/>
                  <a:pt x="7406305" y="55359"/>
                </a:cubicBezTo>
                <a:cubicBezTo>
                  <a:pt x="7403714" y="55955"/>
                  <a:pt x="7399132" y="55955"/>
                  <a:pt x="7396340" y="55955"/>
                </a:cubicBezTo>
                <a:cubicBezTo>
                  <a:pt x="7393154" y="55955"/>
                  <a:pt x="7387972" y="55955"/>
                  <a:pt x="7384782" y="55359"/>
                </a:cubicBezTo>
                <a:cubicBezTo>
                  <a:pt x="7398134" y="84623"/>
                  <a:pt x="7410489" y="112890"/>
                  <a:pt x="7421648" y="141974"/>
                </a:cubicBezTo>
                <a:close/>
                <a:moveTo>
                  <a:pt x="7530654" y="100255"/>
                </a:moveTo>
                <a:cubicBezTo>
                  <a:pt x="7530654" y="124183"/>
                  <a:pt x="7546396" y="143120"/>
                  <a:pt x="7572902" y="143120"/>
                </a:cubicBezTo>
                <a:cubicBezTo>
                  <a:pt x="7599204" y="143120"/>
                  <a:pt x="7615147" y="124584"/>
                  <a:pt x="7615147" y="98461"/>
                </a:cubicBezTo>
                <a:cubicBezTo>
                  <a:pt x="7615147" y="71344"/>
                  <a:pt x="7600600" y="53602"/>
                  <a:pt x="7573699" y="53602"/>
                </a:cubicBezTo>
                <a:cubicBezTo>
                  <a:pt x="7547591" y="53602"/>
                  <a:pt x="7530654" y="71943"/>
                  <a:pt x="7530654" y="100255"/>
                </a:cubicBezTo>
                <a:moveTo>
                  <a:pt x="7572303" y="61574"/>
                </a:moveTo>
                <a:cubicBezTo>
                  <a:pt x="7593427" y="61574"/>
                  <a:pt x="7597611" y="77924"/>
                  <a:pt x="7597611" y="102052"/>
                </a:cubicBezTo>
                <a:cubicBezTo>
                  <a:pt x="7597611" y="120993"/>
                  <a:pt x="7588045" y="135151"/>
                  <a:pt x="7574693" y="135151"/>
                </a:cubicBezTo>
                <a:cubicBezTo>
                  <a:pt x="7553572" y="135151"/>
                  <a:pt x="7548190" y="112221"/>
                  <a:pt x="7548190" y="96868"/>
                </a:cubicBezTo>
                <a:cubicBezTo>
                  <a:pt x="7548190" y="79521"/>
                  <a:pt x="7553572" y="61574"/>
                  <a:pt x="7572303" y="61574"/>
                </a:cubicBezTo>
                <a:close/>
                <a:moveTo>
                  <a:pt x="7697450" y="86694"/>
                </a:moveTo>
                <a:cubicBezTo>
                  <a:pt x="7700837" y="65959"/>
                  <a:pt x="7713909" y="61574"/>
                  <a:pt x="7720167" y="61574"/>
                </a:cubicBezTo>
                <a:cubicBezTo>
                  <a:pt x="7728058" y="61574"/>
                  <a:pt x="7736906" y="68951"/>
                  <a:pt x="7736906" y="83902"/>
                </a:cubicBezTo>
                <a:cubicBezTo>
                  <a:pt x="7736906" y="85696"/>
                  <a:pt x="7736109" y="86694"/>
                  <a:pt x="7734115" y="86694"/>
                </a:cubicBezTo>
                <a:lnTo>
                  <a:pt x="7697450" y="86694"/>
                </a:lnTo>
                <a:moveTo>
                  <a:pt x="7750656" y="120394"/>
                </a:moveTo>
                <a:cubicBezTo>
                  <a:pt x="7743681" y="127975"/>
                  <a:pt x="7734315" y="131365"/>
                  <a:pt x="7723354" y="131365"/>
                </a:cubicBezTo>
                <a:cubicBezTo>
                  <a:pt x="7716539" y="131365"/>
                  <a:pt x="7707134" y="128771"/>
                  <a:pt x="7701634" y="119996"/>
                </a:cubicBezTo>
                <a:cubicBezTo>
                  <a:pt x="7698125" y="114410"/>
                  <a:pt x="7696851" y="106273"/>
                  <a:pt x="7696851" y="94664"/>
                </a:cubicBezTo>
                <a:lnTo>
                  <a:pt x="7751054" y="94664"/>
                </a:lnTo>
                <a:cubicBezTo>
                  <a:pt x="7753247" y="94664"/>
                  <a:pt x="7754639" y="93469"/>
                  <a:pt x="7754639" y="91276"/>
                </a:cubicBezTo>
                <a:cubicBezTo>
                  <a:pt x="7754639" y="74534"/>
                  <a:pt x="7746469" y="53602"/>
                  <a:pt x="7720167" y="53602"/>
                </a:cubicBezTo>
                <a:cubicBezTo>
                  <a:pt x="7699639" y="53602"/>
                  <a:pt x="7679315" y="70146"/>
                  <a:pt x="7679315" y="99453"/>
                </a:cubicBezTo>
                <a:cubicBezTo>
                  <a:pt x="7679315" y="110779"/>
                  <a:pt x="7681626" y="121951"/>
                  <a:pt x="7688282" y="129969"/>
                </a:cubicBezTo>
                <a:cubicBezTo>
                  <a:pt x="7695136" y="138219"/>
                  <a:pt x="7706535" y="143120"/>
                  <a:pt x="7719966" y="143120"/>
                </a:cubicBezTo>
                <a:cubicBezTo>
                  <a:pt x="7734315" y="143120"/>
                  <a:pt x="7747068" y="135750"/>
                  <a:pt x="7754639" y="125381"/>
                </a:cubicBezTo>
                <a:lnTo>
                  <a:pt x="7750656" y="120394"/>
                </a:lnTo>
                <a:close/>
                <a:moveTo>
                  <a:pt x="7798200" y="99994"/>
                </a:moveTo>
                <a:lnTo>
                  <a:pt x="7766996" y="141758"/>
                </a:lnTo>
                <a:cubicBezTo>
                  <a:pt x="7768948" y="141402"/>
                  <a:pt x="7772174" y="141162"/>
                  <a:pt x="7774169" y="141162"/>
                </a:cubicBezTo>
                <a:cubicBezTo>
                  <a:pt x="7776161" y="141162"/>
                  <a:pt x="7780904" y="141402"/>
                  <a:pt x="7782935" y="141758"/>
                </a:cubicBezTo>
                <a:cubicBezTo>
                  <a:pt x="7790549" y="130374"/>
                  <a:pt x="7796488" y="119464"/>
                  <a:pt x="7804457" y="108313"/>
                </a:cubicBezTo>
                <a:cubicBezTo>
                  <a:pt x="7812430" y="119464"/>
                  <a:pt x="7818329" y="130374"/>
                  <a:pt x="7825581" y="141758"/>
                </a:cubicBezTo>
                <a:cubicBezTo>
                  <a:pt x="7828491" y="141320"/>
                  <a:pt x="7832557" y="141162"/>
                  <a:pt x="7835743" y="141162"/>
                </a:cubicBezTo>
                <a:cubicBezTo>
                  <a:pt x="7838735" y="141162"/>
                  <a:pt x="7844035" y="141402"/>
                  <a:pt x="7847103" y="141758"/>
                </a:cubicBezTo>
                <a:cubicBezTo>
                  <a:pt x="7835068" y="126232"/>
                  <a:pt x="7825341" y="110861"/>
                  <a:pt x="7814583" y="95336"/>
                </a:cubicBezTo>
                <a:lnTo>
                  <a:pt x="7847304" y="55159"/>
                </a:lnTo>
                <a:cubicBezTo>
                  <a:pt x="7844753" y="55596"/>
                  <a:pt x="7840329" y="55758"/>
                  <a:pt x="7838334" y="55758"/>
                </a:cubicBezTo>
                <a:cubicBezTo>
                  <a:pt x="7836145" y="55758"/>
                  <a:pt x="7833034" y="55596"/>
                  <a:pt x="7830963" y="55159"/>
                </a:cubicBezTo>
                <a:cubicBezTo>
                  <a:pt x="7823310" y="66269"/>
                  <a:pt x="7817052" y="76821"/>
                  <a:pt x="7808644" y="87688"/>
                </a:cubicBezTo>
                <a:cubicBezTo>
                  <a:pt x="7800672" y="76821"/>
                  <a:pt x="7795211" y="66269"/>
                  <a:pt x="7788515" y="55159"/>
                </a:cubicBezTo>
                <a:cubicBezTo>
                  <a:pt x="7785049" y="55596"/>
                  <a:pt x="7781144" y="55758"/>
                  <a:pt x="7777754" y="55758"/>
                </a:cubicBezTo>
                <a:cubicBezTo>
                  <a:pt x="7774567" y="55758"/>
                  <a:pt x="7769386" y="55596"/>
                  <a:pt x="7766196" y="55159"/>
                </a:cubicBezTo>
                <a:lnTo>
                  <a:pt x="7798200" y="99994"/>
                </a:lnTo>
                <a:close/>
                <a:moveTo>
                  <a:pt x="7871016" y="55742"/>
                </a:moveTo>
                <a:cubicBezTo>
                  <a:pt x="7866950" y="55742"/>
                  <a:pt x="7862727" y="55663"/>
                  <a:pt x="7860255" y="55344"/>
                </a:cubicBezTo>
                <a:cubicBezTo>
                  <a:pt x="7858901" y="58613"/>
                  <a:pt x="7857825" y="60525"/>
                  <a:pt x="7855873" y="63514"/>
                </a:cubicBezTo>
                <a:lnTo>
                  <a:pt x="7856867" y="64910"/>
                </a:lnTo>
                <a:cubicBezTo>
                  <a:pt x="7860297" y="64670"/>
                  <a:pt x="7866473" y="64551"/>
                  <a:pt x="7871016" y="64512"/>
                </a:cubicBezTo>
                <a:lnTo>
                  <a:pt x="7871016" y="91775"/>
                </a:lnTo>
                <a:cubicBezTo>
                  <a:pt x="7871016" y="103716"/>
                  <a:pt x="7870420" y="118047"/>
                  <a:pt x="7870420" y="124016"/>
                </a:cubicBezTo>
                <a:cubicBezTo>
                  <a:pt x="7870420" y="136957"/>
                  <a:pt x="7878788" y="143120"/>
                  <a:pt x="7887955" y="143120"/>
                </a:cubicBezTo>
                <a:cubicBezTo>
                  <a:pt x="7896327" y="143120"/>
                  <a:pt x="7902703" y="141132"/>
                  <a:pt x="7911071" y="135765"/>
                </a:cubicBezTo>
                <a:lnTo>
                  <a:pt x="7908641" y="130860"/>
                </a:lnTo>
                <a:cubicBezTo>
                  <a:pt x="7902502" y="132974"/>
                  <a:pt x="7897920" y="133174"/>
                  <a:pt x="7892936" y="132378"/>
                </a:cubicBezTo>
                <a:cubicBezTo>
                  <a:pt x="7888196" y="131620"/>
                  <a:pt x="7886362" y="126840"/>
                  <a:pt x="7886362" y="116055"/>
                </a:cubicBezTo>
                <a:cubicBezTo>
                  <a:pt x="7886362" y="110086"/>
                  <a:pt x="7886958" y="101526"/>
                  <a:pt x="7886958" y="89589"/>
                </a:cubicBezTo>
                <a:lnTo>
                  <a:pt x="7886958" y="64512"/>
                </a:lnTo>
                <a:lnTo>
                  <a:pt x="7894532" y="64512"/>
                </a:lnTo>
                <a:cubicBezTo>
                  <a:pt x="7899316" y="64512"/>
                  <a:pt x="7906248" y="64670"/>
                  <a:pt x="7908879" y="64910"/>
                </a:cubicBezTo>
                <a:cubicBezTo>
                  <a:pt x="7909478" y="61723"/>
                  <a:pt x="7910077" y="59689"/>
                  <a:pt x="7911272" y="56740"/>
                </a:cubicBezTo>
                <a:lnTo>
                  <a:pt x="7910274" y="55344"/>
                </a:lnTo>
                <a:cubicBezTo>
                  <a:pt x="7906686" y="55505"/>
                  <a:pt x="7900909" y="55742"/>
                  <a:pt x="7896327" y="55742"/>
                </a:cubicBezTo>
                <a:lnTo>
                  <a:pt x="7886958" y="55742"/>
                </a:lnTo>
                <a:cubicBezTo>
                  <a:pt x="7886958" y="40837"/>
                  <a:pt x="7887080" y="38207"/>
                  <a:pt x="7887955" y="26649"/>
                </a:cubicBezTo>
                <a:cubicBezTo>
                  <a:pt x="7887955" y="25214"/>
                  <a:pt x="7887399" y="24657"/>
                  <a:pt x="7886161" y="24657"/>
                </a:cubicBezTo>
                <a:cubicBezTo>
                  <a:pt x="7881181" y="26649"/>
                  <a:pt x="7878709" y="28762"/>
                  <a:pt x="7872214" y="29638"/>
                </a:cubicBezTo>
                <a:lnTo>
                  <a:pt x="7871815" y="30237"/>
                </a:lnTo>
                <a:cubicBezTo>
                  <a:pt x="7871417" y="37173"/>
                  <a:pt x="7871016" y="44185"/>
                  <a:pt x="7871016" y="55742"/>
                </a:cubicBezTo>
                <a:close/>
                <a:moveTo>
                  <a:pt x="7953119" y="74534"/>
                </a:moveTo>
                <a:lnTo>
                  <a:pt x="7953119" y="56393"/>
                </a:lnTo>
                <a:cubicBezTo>
                  <a:pt x="7953119" y="54839"/>
                  <a:pt x="7952878" y="54401"/>
                  <a:pt x="7951924" y="54401"/>
                </a:cubicBezTo>
                <a:cubicBezTo>
                  <a:pt x="7947460" y="55277"/>
                  <a:pt x="7940326" y="55435"/>
                  <a:pt x="7935780" y="54997"/>
                </a:cubicBezTo>
                <a:lnTo>
                  <a:pt x="7935382" y="55596"/>
                </a:lnTo>
                <a:cubicBezTo>
                  <a:pt x="7936778" y="64205"/>
                  <a:pt x="7937176" y="79323"/>
                  <a:pt x="7937176" y="94283"/>
                </a:cubicBezTo>
                <a:lnTo>
                  <a:pt x="7937176" y="105254"/>
                </a:lnTo>
                <a:cubicBezTo>
                  <a:pt x="7937176" y="120215"/>
                  <a:pt x="7936939" y="130428"/>
                  <a:pt x="7935382" y="141162"/>
                </a:cubicBezTo>
                <a:lnTo>
                  <a:pt x="7935780" y="141758"/>
                </a:lnTo>
                <a:cubicBezTo>
                  <a:pt x="7938174" y="141360"/>
                  <a:pt x="7942756" y="141162"/>
                  <a:pt x="7945149" y="141162"/>
                </a:cubicBezTo>
                <a:cubicBezTo>
                  <a:pt x="7947539" y="141162"/>
                  <a:pt x="7952121" y="141360"/>
                  <a:pt x="7954514" y="141758"/>
                </a:cubicBezTo>
                <a:lnTo>
                  <a:pt x="7954913" y="141162"/>
                </a:lnTo>
                <a:cubicBezTo>
                  <a:pt x="7953438" y="129790"/>
                  <a:pt x="7953119" y="120415"/>
                  <a:pt x="7953119" y="105254"/>
                </a:cubicBezTo>
                <a:lnTo>
                  <a:pt x="7953119" y="94882"/>
                </a:lnTo>
                <a:cubicBezTo>
                  <a:pt x="7953119" y="86502"/>
                  <a:pt x="7955630" y="81716"/>
                  <a:pt x="7959893" y="75133"/>
                </a:cubicBezTo>
                <a:cubicBezTo>
                  <a:pt x="7962803" y="70706"/>
                  <a:pt x="7967267" y="68152"/>
                  <a:pt x="7971053" y="68152"/>
                </a:cubicBezTo>
                <a:cubicBezTo>
                  <a:pt x="7975039" y="68152"/>
                  <a:pt x="7978825" y="68550"/>
                  <a:pt x="7981416" y="70943"/>
                </a:cubicBezTo>
                <a:lnTo>
                  <a:pt x="7983009" y="70545"/>
                </a:lnTo>
                <a:lnTo>
                  <a:pt x="7986995" y="55794"/>
                </a:lnTo>
                <a:lnTo>
                  <a:pt x="7986199" y="54997"/>
                </a:lnTo>
                <a:cubicBezTo>
                  <a:pt x="7982811" y="54003"/>
                  <a:pt x="7982611" y="53602"/>
                  <a:pt x="7979026" y="53602"/>
                </a:cubicBezTo>
                <a:cubicBezTo>
                  <a:pt x="7968264" y="53602"/>
                  <a:pt x="7962484" y="59780"/>
                  <a:pt x="7953718" y="74932"/>
                </a:cubicBezTo>
                <a:lnTo>
                  <a:pt x="7953119" y="74534"/>
                </a:lnTo>
                <a:close/>
                <a:moveTo>
                  <a:pt x="8052360" y="96269"/>
                </a:moveTo>
                <a:lnTo>
                  <a:pt x="8051563" y="119999"/>
                </a:lnTo>
                <a:cubicBezTo>
                  <a:pt x="8051563" y="122589"/>
                  <a:pt x="8050365" y="123985"/>
                  <a:pt x="8048772" y="125183"/>
                </a:cubicBezTo>
                <a:cubicBezTo>
                  <a:pt x="8043192" y="129370"/>
                  <a:pt x="8036417" y="132958"/>
                  <a:pt x="8030439" y="132958"/>
                </a:cubicBezTo>
                <a:cubicBezTo>
                  <a:pt x="8021472" y="132958"/>
                  <a:pt x="8015692" y="126977"/>
                  <a:pt x="8015692" y="120795"/>
                </a:cubicBezTo>
                <a:cubicBezTo>
                  <a:pt x="8015692" y="111822"/>
                  <a:pt x="8019876" y="105042"/>
                  <a:pt x="8035420" y="100854"/>
                </a:cubicBezTo>
                <a:lnTo>
                  <a:pt x="8052360" y="96269"/>
                </a:lnTo>
                <a:moveTo>
                  <a:pt x="8052360" y="131563"/>
                </a:moveTo>
                <a:cubicBezTo>
                  <a:pt x="8054671" y="139335"/>
                  <a:pt x="8060609" y="143120"/>
                  <a:pt x="8067904" y="143120"/>
                </a:cubicBezTo>
                <a:cubicBezTo>
                  <a:pt x="8072924" y="143120"/>
                  <a:pt x="8079063" y="141925"/>
                  <a:pt x="8083764" y="136945"/>
                </a:cubicBezTo>
                <a:lnTo>
                  <a:pt x="8082289" y="132001"/>
                </a:lnTo>
                <a:cubicBezTo>
                  <a:pt x="8080097" y="132761"/>
                  <a:pt x="8078425" y="133037"/>
                  <a:pt x="8076910" y="133037"/>
                </a:cubicBezTo>
                <a:cubicBezTo>
                  <a:pt x="8074916" y="133037"/>
                  <a:pt x="8072285" y="132679"/>
                  <a:pt x="8071051" y="131563"/>
                </a:cubicBezTo>
                <a:cubicBezTo>
                  <a:pt x="8069020" y="129729"/>
                  <a:pt x="8067743" y="124864"/>
                  <a:pt x="8067743" y="116009"/>
                </a:cubicBezTo>
                <a:cubicBezTo>
                  <a:pt x="8067743" y="110226"/>
                  <a:pt x="8068302" y="88096"/>
                  <a:pt x="8068302" y="85900"/>
                </a:cubicBezTo>
                <a:cubicBezTo>
                  <a:pt x="8068302" y="58984"/>
                  <a:pt x="8050566" y="53602"/>
                  <a:pt x="8035420" y="53602"/>
                </a:cubicBezTo>
                <a:cubicBezTo>
                  <a:pt x="8020274" y="53602"/>
                  <a:pt x="8011109" y="60975"/>
                  <a:pt x="8006126" y="65163"/>
                </a:cubicBezTo>
                <a:lnTo>
                  <a:pt x="8005530" y="65962"/>
                </a:lnTo>
                <a:lnTo>
                  <a:pt x="8008917" y="79320"/>
                </a:lnTo>
                <a:lnTo>
                  <a:pt x="8011508" y="79521"/>
                </a:lnTo>
                <a:cubicBezTo>
                  <a:pt x="8017087" y="70548"/>
                  <a:pt x="8023862" y="62572"/>
                  <a:pt x="8033428" y="62572"/>
                </a:cubicBezTo>
                <a:cubicBezTo>
                  <a:pt x="8040601" y="62572"/>
                  <a:pt x="8052557" y="63569"/>
                  <a:pt x="8052557" y="86101"/>
                </a:cubicBezTo>
                <a:cubicBezTo>
                  <a:pt x="8052557" y="87497"/>
                  <a:pt x="8051761" y="88293"/>
                  <a:pt x="8051162" y="88494"/>
                </a:cubicBezTo>
                <a:lnTo>
                  <a:pt x="8032631" y="92681"/>
                </a:lnTo>
                <a:cubicBezTo>
                  <a:pt x="8012304" y="97266"/>
                  <a:pt x="7999552" y="108034"/>
                  <a:pt x="7999552" y="121592"/>
                </a:cubicBezTo>
                <a:cubicBezTo>
                  <a:pt x="7999552" y="136346"/>
                  <a:pt x="8009714" y="143120"/>
                  <a:pt x="8024461" y="143120"/>
                </a:cubicBezTo>
                <a:cubicBezTo>
                  <a:pt x="8035420" y="143120"/>
                  <a:pt x="8041000" y="140533"/>
                  <a:pt x="8051563" y="131563"/>
                </a:cubicBezTo>
                <a:lnTo>
                  <a:pt x="8052360" y="131563"/>
                </a:lnTo>
                <a:close/>
                <a:moveTo>
                  <a:pt x="8136256" y="61574"/>
                </a:moveTo>
                <a:cubicBezTo>
                  <a:pt x="8143945" y="61574"/>
                  <a:pt x="8150921" y="67236"/>
                  <a:pt x="8156181" y="76328"/>
                </a:cubicBezTo>
                <a:lnTo>
                  <a:pt x="8158772" y="76130"/>
                </a:lnTo>
                <a:lnTo>
                  <a:pt x="8163354" y="59780"/>
                </a:lnTo>
                <a:lnTo>
                  <a:pt x="8162956" y="59184"/>
                </a:lnTo>
                <a:cubicBezTo>
                  <a:pt x="8156780" y="55995"/>
                  <a:pt x="8146418" y="53602"/>
                  <a:pt x="8136453" y="53602"/>
                </a:cubicBezTo>
                <a:cubicBezTo>
                  <a:pt x="8115728" y="53602"/>
                  <a:pt x="8094008" y="70548"/>
                  <a:pt x="8094008" y="97665"/>
                </a:cubicBezTo>
                <a:cubicBezTo>
                  <a:pt x="8094008" y="125381"/>
                  <a:pt x="8109750" y="143120"/>
                  <a:pt x="8134063" y="143120"/>
                </a:cubicBezTo>
                <a:cubicBezTo>
                  <a:pt x="8146019" y="143120"/>
                  <a:pt x="8155385" y="139137"/>
                  <a:pt x="8163354" y="128972"/>
                </a:cubicBezTo>
                <a:lnTo>
                  <a:pt x="8159569" y="124782"/>
                </a:lnTo>
                <a:lnTo>
                  <a:pt x="8158772" y="124782"/>
                </a:lnTo>
                <a:cubicBezTo>
                  <a:pt x="8151201" y="131563"/>
                  <a:pt x="8144864" y="133159"/>
                  <a:pt x="8137451" y="133159"/>
                </a:cubicBezTo>
                <a:cubicBezTo>
                  <a:pt x="8122904" y="133159"/>
                  <a:pt x="8111544" y="119999"/>
                  <a:pt x="8111544" y="96667"/>
                </a:cubicBezTo>
                <a:cubicBezTo>
                  <a:pt x="8111544" y="74735"/>
                  <a:pt x="8123101" y="61574"/>
                  <a:pt x="8136256" y="61574"/>
                </a:cubicBezTo>
                <a:close/>
                <a:moveTo>
                  <a:pt x="8190854" y="55742"/>
                </a:moveTo>
                <a:cubicBezTo>
                  <a:pt x="8186789" y="55742"/>
                  <a:pt x="8182565" y="55663"/>
                  <a:pt x="8180093" y="55344"/>
                </a:cubicBezTo>
                <a:cubicBezTo>
                  <a:pt x="8178740" y="58613"/>
                  <a:pt x="8177664" y="60525"/>
                  <a:pt x="8175712" y="63514"/>
                </a:cubicBezTo>
                <a:lnTo>
                  <a:pt x="8176706" y="64910"/>
                </a:lnTo>
                <a:cubicBezTo>
                  <a:pt x="8180136" y="64670"/>
                  <a:pt x="8186312" y="64551"/>
                  <a:pt x="8190854" y="64512"/>
                </a:cubicBezTo>
                <a:lnTo>
                  <a:pt x="8190854" y="91775"/>
                </a:lnTo>
                <a:cubicBezTo>
                  <a:pt x="8190854" y="103716"/>
                  <a:pt x="8190258" y="118047"/>
                  <a:pt x="8190258" y="124016"/>
                </a:cubicBezTo>
                <a:cubicBezTo>
                  <a:pt x="8190258" y="136957"/>
                  <a:pt x="8198627" y="143120"/>
                  <a:pt x="8207794" y="143120"/>
                </a:cubicBezTo>
                <a:cubicBezTo>
                  <a:pt x="8216165" y="143120"/>
                  <a:pt x="8222542" y="141132"/>
                  <a:pt x="8230910" y="135765"/>
                </a:cubicBezTo>
                <a:lnTo>
                  <a:pt x="8228480" y="130860"/>
                </a:lnTo>
                <a:cubicBezTo>
                  <a:pt x="8222341" y="132974"/>
                  <a:pt x="8217759" y="133174"/>
                  <a:pt x="8212775" y="132378"/>
                </a:cubicBezTo>
                <a:cubicBezTo>
                  <a:pt x="8208034" y="131620"/>
                  <a:pt x="8206201" y="126840"/>
                  <a:pt x="8206201" y="116055"/>
                </a:cubicBezTo>
                <a:cubicBezTo>
                  <a:pt x="8206201" y="110086"/>
                  <a:pt x="8206797" y="101526"/>
                  <a:pt x="8206797" y="89589"/>
                </a:cubicBezTo>
                <a:lnTo>
                  <a:pt x="8206797" y="64512"/>
                </a:lnTo>
                <a:lnTo>
                  <a:pt x="8214371" y="64512"/>
                </a:lnTo>
                <a:cubicBezTo>
                  <a:pt x="8219154" y="64512"/>
                  <a:pt x="8226087" y="64670"/>
                  <a:pt x="8228717" y="64910"/>
                </a:cubicBezTo>
                <a:cubicBezTo>
                  <a:pt x="8229316" y="61723"/>
                  <a:pt x="8229915" y="59689"/>
                  <a:pt x="8231110" y="56740"/>
                </a:cubicBezTo>
                <a:lnTo>
                  <a:pt x="8230113" y="55344"/>
                </a:lnTo>
                <a:cubicBezTo>
                  <a:pt x="8226525" y="55505"/>
                  <a:pt x="8220748" y="55742"/>
                  <a:pt x="8216165" y="55742"/>
                </a:cubicBezTo>
                <a:lnTo>
                  <a:pt x="8206797" y="55742"/>
                </a:lnTo>
                <a:cubicBezTo>
                  <a:pt x="8206797" y="40837"/>
                  <a:pt x="8206919" y="38207"/>
                  <a:pt x="8207794" y="26649"/>
                </a:cubicBezTo>
                <a:cubicBezTo>
                  <a:pt x="8207794" y="25214"/>
                  <a:pt x="8207238" y="24657"/>
                  <a:pt x="8206000" y="24657"/>
                </a:cubicBezTo>
                <a:cubicBezTo>
                  <a:pt x="8201020" y="26649"/>
                  <a:pt x="8198547" y="28762"/>
                  <a:pt x="8192052" y="29638"/>
                </a:cubicBezTo>
                <a:lnTo>
                  <a:pt x="8191654" y="30237"/>
                </a:lnTo>
                <a:cubicBezTo>
                  <a:pt x="8191256" y="37173"/>
                  <a:pt x="8190854" y="44185"/>
                  <a:pt x="8190854" y="55742"/>
                </a:cubicBezTo>
                <a:close/>
                <a:moveTo>
                  <a:pt x="8247251" y="100255"/>
                </a:moveTo>
                <a:cubicBezTo>
                  <a:pt x="8247251" y="124183"/>
                  <a:pt x="8262993" y="143120"/>
                  <a:pt x="8289499" y="143120"/>
                </a:cubicBezTo>
                <a:cubicBezTo>
                  <a:pt x="8315801" y="143120"/>
                  <a:pt x="8331744" y="124584"/>
                  <a:pt x="8331744" y="98461"/>
                </a:cubicBezTo>
                <a:cubicBezTo>
                  <a:pt x="8331744" y="71344"/>
                  <a:pt x="8317197" y="53602"/>
                  <a:pt x="8290296" y="53602"/>
                </a:cubicBezTo>
                <a:cubicBezTo>
                  <a:pt x="8264188" y="53602"/>
                  <a:pt x="8247251" y="71943"/>
                  <a:pt x="8247251" y="100255"/>
                </a:cubicBezTo>
                <a:moveTo>
                  <a:pt x="8288900" y="61574"/>
                </a:moveTo>
                <a:cubicBezTo>
                  <a:pt x="8310024" y="61574"/>
                  <a:pt x="8314208" y="77924"/>
                  <a:pt x="8314208" y="102052"/>
                </a:cubicBezTo>
                <a:cubicBezTo>
                  <a:pt x="8314208" y="120993"/>
                  <a:pt x="8304642" y="135151"/>
                  <a:pt x="8291290" y="135151"/>
                </a:cubicBezTo>
                <a:cubicBezTo>
                  <a:pt x="8270169" y="135151"/>
                  <a:pt x="8264787" y="112221"/>
                  <a:pt x="8264787" y="96868"/>
                </a:cubicBezTo>
                <a:cubicBezTo>
                  <a:pt x="8264787" y="79521"/>
                  <a:pt x="8270169" y="61574"/>
                  <a:pt x="8288900" y="61574"/>
                </a:cubicBezTo>
                <a:close/>
                <a:moveTo>
                  <a:pt x="8372596" y="74534"/>
                </a:moveTo>
                <a:lnTo>
                  <a:pt x="8372596" y="56393"/>
                </a:lnTo>
                <a:cubicBezTo>
                  <a:pt x="8372596" y="54839"/>
                  <a:pt x="8372356" y="54401"/>
                  <a:pt x="8371401" y="54401"/>
                </a:cubicBezTo>
                <a:cubicBezTo>
                  <a:pt x="8366937" y="55277"/>
                  <a:pt x="8359804" y="55435"/>
                  <a:pt x="8355258" y="54997"/>
                </a:cubicBezTo>
                <a:lnTo>
                  <a:pt x="8354859" y="55596"/>
                </a:lnTo>
                <a:cubicBezTo>
                  <a:pt x="8356255" y="64205"/>
                  <a:pt x="8356653" y="79323"/>
                  <a:pt x="8356653" y="94283"/>
                </a:cubicBezTo>
                <a:lnTo>
                  <a:pt x="8356653" y="105254"/>
                </a:lnTo>
                <a:cubicBezTo>
                  <a:pt x="8356653" y="120215"/>
                  <a:pt x="8356416" y="130428"/>
                  <a:pt x="8354859" y="141162"/>
                </a:cubicBezTo>
                <a:lnTo>
                  <a:pt x="8355258" y="141758"/>
                </a:lnTo>
                <a:cubicBezTo>
                  <a:pt x="8357651" y="141360"/>
                  <a:pt x="8362233" y="141162"/>
                  <a:pt x="8364626" y="141162"/>
                </a:cubicBezTo>
                <a:cubicBezTo>
                  <a:pt x="8367016" y="141162"/>
                  <a:pt x="8371599" y="141360"/>
                  <a:pt x="8373992" y="141758"/>
                </a:cubicBezTo>
                <a:lnTo>
                  <a:pt x="8374390" y="141162"/>
                </a:lnTo>
                <a:cubicBezTo>
                  <a:pt x="8372915" y="129790"/>
                  <a:pt x="8372596" y="120415"/>
                  <a:pt x="8372596" y="105254"/>
                </a:cubicBezTo>
                <a:lnTo>
                  <a:pt x="8372596" y="94882"/>
                </a:lnTo>
                <a:cubicBezTo>
                  <a:pt x="8372596" y="86502"/>
                  <a:pt x="8375108" y="81716"/>
                  <a:pt x="8379371" y="75133"/>
                </a:cubicBezTo>
                <a:cubicBezTo>
                  <a:pt x="8382281" y="70706"/>
                  <a:pt x="8386744" y="68152"/>
                  <a:pt x="8390530" y="68152"/>
                </a:cubicBezTo>
                <a:cubicBezTo>
                  <a:pt x="8394516" y="68152"/>
                  <a:pt x="8398302" y="68550"/>
                  <a:pt x="8400893" y="70943"/>
                </a:cubicBezTo>
                <a:lnTo>
                  <a:pt x="8402486" y="70545"/>
                </a:lnTo>
                <a:lnTo>
                  <a:pt x="8406473" y="55794"/>
                </a:lnTo>
                <a:lnTo>
                  <a:pt x="8405676" y="54997"/>
                </a:lnTo>
                <a:cubicBezTo>
                  <a:pt x="8402289" y="54003"/>
                  <a:pt x="8402088" y="53602"/>
                  <a:pt x="8398503" y="53602"/>
                </a:cubicBezTo>
                <a:cubicBezTo>
                  <a:pt x="8387742" y="53602"/>
                  <a:pt x="8381961" y="59780"/>
                  <a:pt x="8373195" y="74932"/>
                </a:cubicBezTo>
                <a:lnTo>
                  <a:pt x="8372596" y="74534"/>
                </a:lnTo>
                <a:close/>
                <a:moveTo>
                  <a:pt x="8420023" y="120993"/>
                </a:moveTo>
                <a:lnTo>
                  <a:pt x="8416636" y="137741"/>
                </a:lnTo>
                <a:cubicBezTo>
                  <a:pt x="8427996" y="141728"/>
                  <a:pt x="8439155" y="143120"/>
                  <a:pt x="8446727" y="143120"/>
                </a:cubicBezTo>
                <a:cubicBezTo>
                  <a:pt x="8474227" y="143120"/>
                  <a:pt x="8480603" y="126777"/>
                  <a:pt x="8480603" y="115809"/>
                </a:cubicBezTo>
                <a:cubicBezTo>
                  <a:pt x="8480603" y="99459"/>
                  <a:pt x="8467650" y="93079"/>
                  <a:pt x="8453501" y="89689"/>
                </a:cubicBezTo>
                <a:cubicBezTo>
                  <a:pt x="8445970" y="87895"/>
                  <a:pt x="8434971" y="84106"/>
                  <a:pt x="8434971" y="74136"/>
                </a:cubicBezTo>
                <a:cubicBezTo>
                  <a:pt x="8434971" y="65959"/>
                  <a:pt x="8441545" y="61574"/>
                  <a:pt x="8450114" y="61574"/>
                </a:cubicBezTo>
                <a:cubicBezTo>
                  <a:pt x="8460477" y="61574"/>
                  <a:pt x="8466853" y="69748"/>
                  <a:pt x="8471439" y="75133"/>
                </a:cubicBezTo>
                <a:lnTo>
                  <a:pt x="8474227" y="74932"/>
                </a:lnTo>
                <a:lnTo>
                  <a:pt x="8478213" y="60179"/>
                </a:lnTo>
                <a:lnTo>
                  <a:pt x="8477815" y="59583"/>
                </a:lnTo>
                <a:cubicBezTo>
                  <a:pt x="8472035" y="56594"/>
                  <a:pt x="8461076" y="53602"/>
                  <a:pt x="8450911" y="53602"/>
                </a:cubicBezTo>
                <a:cubicBezTo>
                  <a:pt x="8436166" y="53602"/>
                  <a:pt x="8420820" y="61374"/>
                  <a:pt x="8420820" y="77924"/>
                </a:cubicBezTo>
                <a:cubicBezTo>
                  <a:pt x="8420820" y="93876"/>
                  <a:pt x="8432739" y="99139"/>
                  <a:pt x="8444735" y="102451"/>
                </a:cubicBezTo>
                <a:cubicBezTo>
                  <a:pt x="8456293" y="105641"/>
                  <a:pt x="8464862" y="108830"/>
                  <a:pt x="8464862" y="118600"/>
                </a:cubicBezTo>
                <a:cubicBezTo>
                  <a:pt x="8464862" y="129170"/>
                  <a:pt x="8457089" y="135151"/>
                  <a:pt x="8446529" y="135151"/>
                </a:cubicBezTo>
                <a:cubicBezTo>
                  <a:pt x="8436963" y="135151"/>
                  <a:pt x="8428592" y="128571"/>
                  <a:pt x="8423012" y="120795"/>
                </a:cubicBezTo>
                <a:lnTo>
                  <a:pt x="8420023" y="120993"/>
                </a:lnTo>
                <a:close/>
                <a:moveTo>
                  <a:pt x="8547560" y="90957"/>
                </a:moveTo>
                <a:cubicBezTo>
                  <a:pt x="8547560" y="99927"/>
                  <a:pt x="8548356" y="145957"/>
                  <a:pt x="8589807" y="181829"/>
                </a:cubicBezTo>
                <a:lnTo>
                  <a:pt x="8594390" y="178441"/>
                </a:lnTo>
                <a:cubicBezTo>
                  <a:pt x="8587813" y="170867"/>
                  <a:pt x="8564101" y="143367"/>
                  <a:pt x="8564101" y="90957"/>
                </a:cubicBezTo>
                <a:cubicBezTo>
                  <a:pt x="8564101" y="38547"/>
                  <a:pt x="8588013" y="11047"/>
                  <a:pt x="8594390" y="3874"/>
                </a:cubicBezTo>
                <a:lnTo>
                  <a:pt x="8589807" y="286"/>
                </a:lnTo>
                <a:cubicBezTo>
                  <a:pt x="8566093" y="20613"/>
                  <a:pt x="8547560" y="53894"/>
                  <a:pt x="8547560" y="90957"/>
                </a:cubicBezTo>
                <a:close/>
                <a:moveTo>
                  <a:pt x="8618902" y="101295"/>
                </a:moveTo>
                <a:cubicBezTo>
                  <a:pt x="8618902" y="116128"/>
                  <a:pt x="8618622" y="130477"/>
                  <a:pt x="8617108" y="141162"/>
                </a:cubicBezTo>
                <a:lnTo>
                  <a:pt x="8617506" y="141758"/>
                </a:lnTo>
                <a:cubicBezTo>
                  <a:pt x="8619896" y="141360"/>
                  <a:pt x="8624482" y="141162"/>
                  <a:pt x="8626872" y="141162"/>
                </a:cubicBezTo>
                <a:cubicBezTo>
                  <a:pt x="8629265" y="141162"/>
                  <a:pt x="8633847" y="141360"/>
                  <a:pt x="8636237" y="141758"/>
                </a:cubicBezTo>
                <a:lnTo>
                  <a:pt x="8636635" y="141162"/>
                </a:lnTo>
                <a:cubicBezTo>
                  <a:pt x="8635082" y="129799"/>
                  <a:pt x="8634845" y="116286"/>
                  <a:pt x="8634845" y="101295"/>
                </a:cubicBezTo>
                <a:lnTo>
                  <a:pt x="8634845" y="41500"/>
                </a:lnTo>
                <a:cubicBezTo>
                  <a:pt x="8634845" y="26552"/>
                  <a:pt x="8635681" y="16624"/>
                  <a:pt x="8636635" y="4026"/>
                </a:cubicBezTo>
                <a:cubicBezTo>
                  <a:pt x="8636635" y="2630"/>
                  <a:pt x="8636079" y="2031"/>
                  <a:pt x="8634845" y="2031"/>
                </a:cubicBezTo>
                <a:cubicBezTo>
                  <a:pt x="8629861" y="4026"/>
                  <a:pt x="8625598" y="5422"/>
                  <a:pt x="8617506" y="6021"/>
                </a:cubicBezTo>
                <a:lnTo>
                  <a:pt x="8617108" y="6617"/>
                </a:lnTo>
                <a:cubicBezTo>
                  <a:pt x="8618662" y="15149"/>
                  <a:pt x="8618902" y="29939"/>
                  <a:pt x="8618902" y="45088"/>
                </a:cubicBezTo>
                <a:lnTo>
                  <a:pt x="8618902" y="101295"/>
                </a:lnTo>
                <a:close/>
                <a:moveTo>
                  <a:pt x="8676094" y="86694"/>
                </a:moveTo>
                <a:cubicBezTo>
                  <a:pt x="8679481" y="65959"/>
                  <a:pt x="8692553" y="61574"/>
                  <a:pt x="8698811" y="61574"/>
                </a:cubicBezTo>
                <a:cubicBezTo>
                  <a:pt x="8706702" y="61574"/>
                  <a:pt x="8715550" y="68951"/>
                  <a:pt x="8715550" y="83902"/>
                </a:cubicBezTo>
                <a:cubicBezTo>
                  <a:pt x="8715550" y="85696"/>
                  <a:pt x="8714754" y="86694"/>
                  <a:pt x="8712759" y="86694"/>
                </a:cubicBezTo>
                <a:lnTo>
                  <a:pt x="8676094" y="86694"/>
                </a:lnTo>
                <a:moveTo>
                  <a:pt x="8729300" y="120394"/>
                </a:moveTo>
                <a:cubicBezTo>
                  <a:pt x="8722325" y="127975"/>
                  <a:pt x="8712960" y="131365"/>
                  <a:pt x="8701998" y="131365"/>
                </a:cubicBezTo>
                <a:cubicBezTo>
                  <a:pt x="8695184" y="131365"/>
                  <a:pt x="8685779" y="128771"/>
                  <a:pt x="8680278" y="119996"/>
                </a:cubicBezTo>
                <a:cubicBezTo>
                  <a:pt x="8676769" y="114410"/>
                  <a:pt x="8675495" y="106273"/>
                  <a:pt x="8675495" y="94664"/>
                </a:cubicBezTo>
                <a:lnTo>
                  <a:pt x="8729699" y="94664"/>
                </a:lnTo>
                <a:cubicBezTo>
                  <a:pt x="8731891" y="94664"/>
                  <a:pt x="8733284" y="93469"/>
                  <a:pt x="8733284" y="91276"/>
                </a:cubicBezTo>
                <a:cubicBezTo>
                  <a:pt x="8733284" y="74534"/>
                  <a:pt x="8725113" y="53602"/>
                  <a:pt x="8698811" y="53602"/>
                </a:cubicBezTo>
                <a:cubicBezTo>
                  <a:pt x="8678283" y="53602"/>
                  <a:pt x="8657959" y="70146"/>
                  <a:pt x="8657959" y="99453"/>
                </a:cubicBezTo>
                <a:cubicBezTo>
                  <a:pt x="8657959" y="110779"/>
                  <a:pt x="8660270" y="121951"/>
                  <a:pt x="8666926" y="129969"/>
                </a:cubicBezTo>
                <a:cubicBezTo>
                  <a:pt x="8673780" y="138219"/>
                  <a:pt x="8685180" y="143120"/>
                  <a:pt x="8698610" y="143120"/>
                </a:cubicBezTo>
                <a:cubicBezTo>
                  <a:pt x="8712960" y="143120"/>
                  <a:pt x="8725712" y="135750"/>
                  <a:pt x="8733284" y="125381"/>
                </a:cubicBezTo>
                <a:lnTo>
                  <a:pt x="8729300" y="120394"/>
                </a:lnTo>
                <a:close/>
                <a:moveTo>
                  <a:pt x="8761185" y="64512"/>
                </a:moveTo>
                <a:lnTo>
                  <a:pt x="8761185" y="101344"/>
                </a:lnTo>
                <a:cubicBezTo>
                  <a:pt x="8761185" y="116155"/>
                  <a:pt x="8760905" y="130492"/>
                  <a:pt x="8759190" y="141162"/>
                </a:cubicBezTo>
                <a:lnTo>
                  <a:pt x="8759391" y="141758"/>
                </a:lnTo>
                <a:cubicBezTo>
                  <a:pt x="8759391" y="141758"/>
                  <a:pt x="8762179" y="141162"/>
                  <a:pt x="8769155" y="141162"/>
                </a:cubicBezTo>
                <a:cubicBezTo>
                  <a:pt x="8775969" y="141162"/>
                  <a:pt x="8778721" y="141758"/>
                  <a:pt x="8778721" y="141758"/>
                </a:cubicBezTo>
                <a:lnTo>
                  <a:pt x="8779119" y="141162"/>
                </a:lnTo>
                <a:cubicBezTo>
                  <a:pt x="8777444" y="129814"/>
                  <a:pt x="8777124" y="116316"/>
                  <a:pt x="8777124" y="101344"/>
                </a:cubicBezTo>
                <a:lnTo>
                  <a:pt x="8777124" y="64512"/>
                </a:lnTo>
                <a:lnTo>
                  <a:pt x="8819372" y="64512"/>
                </a:lnTo>
                <a:lnTo>
                  <a:pt x="8819372" y="95171"/>
                </a:lnTo>
                <a:cubicBezTo>
                  <a:pt x="8819372" y="107118"/>
                  <a:pt x="8818776" y="121452"/>
                  <a:pt x="8818776" y="127424"/>
                </a:cubicBezTo>
                <a:cubicBezTo>
                  <a:pt x="8818776" y="136744"/>
                  <a:pt x="8825153" y="143120"/>
                  <a:pt x="8834317" y="143120"/>
                </a:cubicBezTo>
                <a:cubicBezTo>
                  <a:pt x="8842688" y="143120"/>
                  <a:pt x="8851695" y="140931"/>
                  <a:pt x="8859428" y="133755"/>
                </a:cubicBezTo>
                <a:lnTo>
                  <a:pt x="8856995" y="128820"/>
                </a:lnTo>
                <a:cubicBezTo>
                  <a:pt x="8851655" y="131885"/>
                  <a:pt x="8846474" y="132362"/>
                  <a:pt x="8841293" y="132362"/>
                </a:cubicBezTo>
                <a:cubicBezTo>
                  <a:pt x="8835914" y="132362"/>
                  <a:pt x="8834716" y="127585"/>
                  <a:pt x="8834716" y="119427"/>
                </a:cubicBezTo>
                <a:cubicBezTo>
                  <a:pt x="8834716" y="113458"/>
                  <a:pt x="8835315" y="104902"/>
                  <a:pt x="8835315" y="92964"/>
                </a:cubicBezTo>
                <a:lnTo>
                  <a:pt x="8835315" y="64512"/>
                </a:lnTo>
                <a:lnTo>
                  <a:pt x="8842886" y="64512"/>
                </a:lnTo>
                <a:cubicBezTo>
                  <a:pt x="8847669" y="64512"/>
                  <a:pt x="8854605" y="64670"/>
                  <a:pt x="8857235" y="64910"/>
                </a:cubicBezTo>
                <a:cubicBezTo>
                  <a:pt x="8857834" y="61723"/>
                  <a:pt x="8858430" y="59689"/>
                  <a:pt x="8859625" y="56740"/>
                </a:cubicBezTo>
                <a:lnTo>
                  <a:pt x="8858631" y="55344"/>
                </a:lnTo>
                <a:cubicBezTo>
                  <a:pt x="8855839" y="55545"/>
                  <a:pt x="8849265" y="55742"/>
                  <a:pt x="8844680" y="55742"/>
                </a:cubicBezTo>
                <a:lnTo>
                  <a:pt x="8835315" y="55742"/>
                </a:lnTo>
                <a:cubicBezTo>
                  <a:pt x="8835315" y="40770"/>
                  <a:pt x="8835433" y="39529"/>
                  <a:pt x="8836312" y="27917"/>
                </a:cubicBezTo>
                <a:cubicBezTo>
                  <a:pt x="8836312" y="26476"/>
                  <a:pt x="8835753" y="25916"/>
                  <a:pt x="8834518" y="25916"/>
                </a:cubicBezTo>
                <a:cubicBezTo>
                  <a:pt x="8829534" y="27917"/>
                  <a:pt x="8826466" y="30319"/>
                  <a:pt x="8818375" y="30918"/>
                </a:cubicBezTo>
                <a:lnTo>
                  <a:pt x="8817976" y="31520"/>
                </a:lnTo>
                <a:cubicBezTo>
                  <a:pt x="8819372" y="39928"/>
                  <a:pt x="8819372" y="44133"/>
                  <a:pt x="8819372" y="55742"/>
                </a:cubicBezTo>
                <a:lnTo>
                  <a:pt x="8777124" y="55742"/>
                </a:lnTo>
                <a:lnTo>
                  <a:pt x="8777124" y="53742"/>
                </a:lnTo>
                <a:cubicBezTo>
                  <a:pt x="8777124" y="48618"/>
                  <a:pt x="8776130" y="38128"/>
                  <a:pt x="8776130" y="34524"/>
                </a:cubicBezTo>
                <a:cubicBezTo>
                  <a:pt x="8776130" y="23471"/>
                  <a:pt x="8781272" y="13990"/>
                  <a:pt x="8792669" y="13990"/>
                </a:cubicBezTo>
                <a:cubicBezTo>
                  <a:pt x="8798449" y="13990"/>
                  <a:pt x="8802034" y="16955"/>
                  <a:pt x="8804226" y="20908"/>
                </a:cubicBezTo>
                <a:lnTo>
                  <a:pt x="8806419" y="20710"/>
                </a:lnTo>
                <a:cubicBezTo>
                  <a:pt x="8807814" y="15374"/>
                  <a:pt x="8809806" y="8210"/>
                  <a:pt x="8811998" y="4424"/>
                </a:cubicBezTo>
                <a:lnTo>
                  <a:pt x="8811801" y="3825"/>
                </a:lnTo>
                <a:cubicBezTo>
                  <a:pt x="8810204" y="2831"/>
                  <a:pt x="8806619" y="2031"/>
                  <a:pt x="8802834" y="2031"/>
                </a:cubicBezTo>
                <a:cubicBezTo>
                  <a:pt x="8790279" y="2031"/>
                  <a:pt x="8779317" y="7413"/>
                  <a:pt x="8772144" y="17153"/>
                </a:cubicBezTo>
                <a:cubicBezTo>
                  <a:pt x="8764971" y="26916"/>
                  <a:pt x="8761185" y="32122"/>
                  <a:pt x="8761185" y="47736"/>
                </a:cubicBezTo>
                <a:lnTo>
                  <a:pt x="8761185" y="55742"/>
                </a:lnTo>
                <a:cubicBezTo>
                  <a:pt x="8756840" y="55742"/>
                  <a:pt x="8752258" y="55703"/>
                  <a:pt x="8749624" y="55344"/>
                </a:cubicBezTo>
                <a:cubicBezTo>
                  <a:pt x="8748271" y="58573"/>
                  <a:pt x="8747195" y="60525"/>
                  <a:pt x="8745243" y="63514"/>
                </a:cubicBezTo>
                <a:lnTo>
                  <a:pt x="8746237" y="64910"/>
                </a:lnTo>
                <a:cubicBezTo>
                  <a:pt x="8749825" y="64670"/>
                  <a:pt x="8756402" y="64512"/>
                  <a:pt x="8760984" y="64512"/>
                </a:cubicBezTo>
                <a:lnTo>
                  <a:pt x="8761185" y="64512"/>
                </a:lnTo>
                <a:close/>
                <a:moveTo>
                  <a:pt x="8975603" y="89960"/>
                </a:moveTo>
                <a:lnTo>
                  <a:pt x="8975603" y="55286"/>
                </a:lnTo>
                <a:lnTo>
                  <a:pt x="8965441" y="55286"/>
                </a:lnTo>
                <a:lnTo>
                  <a:pt x="8965441" y="89960"/>
                </a:lnTo>
                <a:lnTo>
                  <a:pt x="8931166" y="89960"/>
                </a:lnTo>
                <a:lnTo>
                  <a:pt x="8931166" y="99723"/>
                </a:lnTo>
                <a:lnTo>
                  <a:pt x="8965441" y="99723"/>
                </a:lnTo>
                <a:lnTo>
                  <a:pt x="8965441" y="134400"/>
                </a:lnTo>
                <a:lnTo>
                  <a:pt x="8975603" y="134400"/>
                </a:lnTo>
                <a:lnTo>
                  <a:pt x="8975603" y="99723"/>
                </a:lnTo>
                <a:lnTo>
                  <a:pt x="9009881" y="99723"/>
                </a:lnTo>
                <a:lnTo>
                  <a:pt x="9009881" y="89960"/>
                </a:lnTo>
                <a:lnTo>
                  <a:pt x="8975603" y="89960"/>
                </a:lnTo>
                <a:close/>
                <a:moveTo>
                  <a:pt x="9106130" y="74534"/>
                </a:moveTo>
                <a:lnTo>
                  <a:pt x="9106130" y="56393"/>
                </a:lnTo>
                <a:cubicBezTo>
                  <a:pt x="9106130" y="54839"/>
                  <a:pt x="9105890" y="54401"/>
                  <a:pt x="9104935" y="54401"/>
                </a:cubicBezTo>
                <a:cubicBezTo>
                  <a:pt x="9100472" y="55277"/>
                  <a:pt x="9093338" y="55435"/>
                  <a:pt x="9088792" y="54997"/>
                </a:cubicBezTo>
                <a:lnTo>
                  <a:pt x="9088394" y="55596"/>
                </a:lnTo>
                <a:cubicBezTo>
                  <a:pt x="9089790" y="64205"/>
                  <a:pt x="9090188" y="79323"/>
                  <a:pt x="9090188" y="94283"/>
                </a:cubicBezTo>
                <a:lnTo>
                  <a:pt x="9090188" y="105254"/>
                </a:lnTo>
                <a:cubicBezTo>
                  <a:pt x="9090188" y="120215"/>
                  <a:pt x="9089951" y="130428"/>
                  <a:pt x="9088394" y="141162"/>
                </a:cubicBezTo>
                <a:lnTo>
                  <a:pt x="9088792" y="141758"/>
                </a:lnTo>
                <a:cubicBezTo>
                  <a:pt x="9091185" y="141360"/>
                  <a:pt x="9095768" y="141162"/>
                  <a:pt x="9098161" y="141162"/>
                </a:cubicBezTo>
                <a:cubicBezTo>
                  <a:pt x="9100551" y="141162"/>
                  <a:pt x="9105133" y="141360"/>
                  <a:pt x="9107526" y="141758"/>
                </a:cubicBezTo>
                <a:lnTo>
                  <a:pt x="9107924" y="141162"/>
                </a:lnTo>
                <a:cubicBezTo>
                  <a:pt x="9106450" y="129790"/>
                  <a:pt x="9106130" y="120415"/>
                  <a:pt x="9106130" y="105254"/>
                </a:cubicBezTo>
                <a:lnTo>
                  <a:pt x="9106130" y="94882"/>
                </a:lnTo>
                <a:cubicBezTo>
                  <a:pt x="9106130" y="86502"/>
                  <a:pt x="9108642" y="81716"/>
                  <a:pt x="9112905" y="75133"/>
                </a:cubicBezTo>
                <a:cubicBezTo>
                  <a:pt x="9115815" y="70706"/>
                  <a:pt x="9120279" y="68152"/>
                  <a:pt x="9124065" y="68152"/>
                </a:cubicBezTo>
                <a:cubicBezTo>
                  <a:pt x="9128051" y="68152"/>
                  <a:pt x="9131837" y="68550"/>
                  <a:pt x="9134427" y="70943"/>
                </a:cubicBezTo>
                <a:lnTo>
                  <a:pt x="9136021" y="70545"/>
                </a:lnTo>
                <a:lnTo>
                  <a:pt x="9140007" y="55794"/>
                </a:lnTo>
                <a:lnTo>
                  <a:pt x="9139210" y="54997"/>
                </a:lnTo>
                <a:cubicBezTo>
                  <a:pt x="9135823" y="54003"/>
                  <a:pt x="9135622" y="53602"/>
                  <a:pt x="9132037" y="53602"/>
                </a:cubicBezTo>
                <a:cubicBezTo>
                  <a:pt x="9121276" y="53602"/>
                  <a:pt x="9115496" y="59780"/>
                  <a:pt x="9106729" y="74932"/>
                </a:cubicBezTo>
                <a:lnTo>
                  <a:pt x="9106130" y="74534"/>
                </a:lnTo>
                <a:close/>
                <a:moveTo>
                  <a:pt x="9159536" y="22121"/>
                </a:moveTo>
                <a:cubicBezTo>
                  <a:pt x="9159536" y="27500"/>
                  <a:pt x="9164319" y="32283"/>
                  <a:pt x="9169701" y="32283"/>
                </a:cubicBezTo>
                <a:cubicBezTo>
                  <a:pt x="9175080" y="32283"/>
                  <a:pt x="9179863" y="27500"/>
                  <a:pt x="9179863" y="22121"/>
                </a:cubicBezTo>
                <a:cubicBezTo>
                  <a:pt x="9179863" y="16739"/>
                  <a:pt x="9175080" y="11956"/>
                  <a:pt x="9169701" y="11956"/>
                </a:cubicBezTo>
                <a:cubicBezTo>
                  <a:pt x="9164319" y="11956"/>
                  <a:pt x="9159536" y="16739"/>
                  <a:pt x="9159536" y="22121"/>
                </a:cubicBezTo>
                <a:moveTo>
                  <a:pt x="9161530" y="94381"/>
                </a:moveTo>
                <a:lnTo>
                  <a:pt x="9161530" y="105330"/>
                </a:lnTo>
                <a:cubicBezTo>
                  <a:pt x="9161530" y="120260"/>
                  <a:pt x="9161172" y="130413"/>
                  <a:pt x="9159736" y="141162"/>
                </a:cubicBezTo>
                <a:lnTo>
                  <a:pt x="9160135" y="141758"/>
                </a:lnTo>
                <a:cubicBezTo>
                  <a:pt x="9162525" y="141363"/>
                  <a:pt x="9167110" y="141162"/>
                  <a:pt x="9169500" y="141162"/>
                </a:cubicBezTo>
                <a:cubicBezTo>
                  <a:pt x="9171893" y="141162"/>
                  <a:pt x="9176476" y="141363"/>
                  <a:pt x="9178866" y="141758"/>
                </a:cubicBezTo>
                <a:lnTo>
                  <a:pt x="9179264" y="141162"/>
                </a:lnTo>
                <a:cubicBezTo>
                  <a:pt x="9177832" y="129857"/>
                  <a:pt x="9177473" y="120458"/>
                  <a:pt x="9177473" y="105330"/>
                </a:cubicBezTo>
                <a:lnTo>
                  <a:pt x="9177473" y="91197"/>
                </a:lnTo>
                <a:cubicBezTo>
                  <a:pt x="9177473" y="76267"/>
                  <a:pt x="9177990" y="69100"/>
                  <a:pt x="9179264" y="56956"/>
                </a:cubicBezTo>
                <a:cubicBezTo>
                  <a:pt x="9179264" y="55165"/>
                  <a:pt x="9179027" y="54964"/>
                  <a:pt x="9177473" y="54964"/>
                </a:cubicBezTo>
                <a:cubicBezTo>
                  <a:pt x="9172927" y="55405"/>
                  <a:pt x="9164358" y="55523"/>
                  <a:pt x="9160135" y="55165"/>
                </a:cubicBezTo>
                <a:lnTo>
                  <a:pt x="9159736" y="55761"/>
                </a:lnTo>
                <a:cubicBezTo>
                  <a:pt x="9160971" y="64281"/>
                  <a:pt x="9161530" y="79451"/>
                  <a:pt x="9161530" y="94381"/>
                </a:cubicBezTo>
                <a:close/>
                <a:moveTo>
                  <a:pt x="9215535" y="161897"/>
                </a:moveTo>
                <a:cubicBezTo>
                  <a:pt x="9215535" y="155295"/>
                  <a:pt x="9221513" y="147894"/>
                  <a:pt x="9228485" y="144093"/>
                </a:cubicBezTo>
                <a:cubicBezTo>
                  <a:pt x="9234384" y="144112"/>
                  <a:pt x="9243473" y="143510"/>
                  <a:pt x="9246222" y="143510"/>
                </a:cubicBezTo>
                <a:cubicBezTo>
                  <a:pt x="9255788" y="143510"/>
                  <a:pt x="9261885" y="143710"/>
                  <a:pt x="9267346" y="146909"/>
                </a:cubicBezTo>
                <a:cubicBezTo>
                  <a:pt x="9273126" y="150309"/>
                  <a:pt x="9275118" y="156107"/>
                  <a:pt x="9275118" y="161304"/>
                </a:cubicBezTo>
                <a:cubicBezTo>
                  <a:pt x="9275118" y="173500"/>
                  <a:pt x="9258777" y="179895"/>
                  <a:pt x="9241640" y="179895"/>
                </a:cubicBezTo>
                <a:cubicBezTo>
                  <a:pt x="9228686" y="179895"/>
                  <a:pt x="9215535" y="175498"/>
                  <a:pt x="9215535" y="161903"/>
                </a:cubicBezTo>
                <a:lnTo>
                  <a:pt x="9215535" y="161897"/>
                </a:lnTo>
                <a:moveTo>
                  <a:pt x="9273126" y="84264"/>
                </a:moveTo>
                <a:cubicBezTo>
                  <a:pt x="9273126" y="70529"/>
                  <a:pt x="9267744" y="64162"/>
                  <a:pt x="9263083" y="61097"/>
                </a:cubicBezTo>
                <a:cubicBezTo>
                  <a:pt x="9269061" y="61574"/>
                  <a:pt x="9275674" y="62329"/>
                  <a:pt x="9283887" y="63165"/>
                </a:cubicBezTo>
                <a:lnTo>
                  <a:pt x="9284483" y="62569"/>
                </a:lnTo>
                <a:cubicBezTo>
                  <a:pt x="9284085" y="60778"/>
                  <a:pt x="9283887" y="59184"/>
                  <a:pt x="9283887" y="57390"/>
                </a:cubicBezTo>
                <a:cubicBezTo>
                  <a:pt x="9283887" y="55596"/>
                  <a:pt x="9284085" y="54003"/>
                  <a:pt x="9284483" y="52209"/>
                </a:cubicBezTo>
                <a:lnTo>
                  <a:pt x="9283887" y="51610"/>
                </a:lnTo>
                <a:cubicBezTo>
                  <a:pt x="9274361" y="52407"/>
                  <a:pt x="9267306" y="54520"/>
                  <a:pt x="9252440" y="55317"/>
                </a:cubicBezTo>
                <a:cubicBezTo>
                  <a:pt x="9248892" y="54201"/>
                  <a:pt x="9244510" y="53602"/>
                  <a:pt x="9240244" y="53602"/>
                </a:cubicBezTo>
                <a:cubicBezTo>
                  <a:pt x="9224502" y="53602"/>
                  <a:pt x="9206367" y="64162"/>
                  <a:pt x="9206367" y="83866"/>
                </a:cubicBezTo>
                <a:cubicBezTo>
                  <a:pt x="9206367" y="98796"/>
                  <a:pt x="9214936" y="105561"/>
                  <a:pt x="9220516" y="108751"/>
                </a:cubicBezTo>
                <a:cubicBezTo>
                  <a:pt x="9214738" y="112735"/>
                  <a:pt x="9207763" y="118539"/>
                  <a:pt x="9207763" y="125350"/>
                </a:cubicBezTo>
                <a:cubicBezTo>
                  <a:pt x="9207763" y="133548"/>
                  <a:pt x="9212546" y="140721"/>
                  <a:pt x="9223264" y="142555"/>
                </a:cubicBezTo>
                <a:cubicBezTo>
                  <a:pt x="9217727" y="144872"/>
                  <a:pt x="9211509" y="148709"/>
                  <a:pt x="9206367" y="152708"/>
                </a:cubicBezTo>
                <a:cubicBezTo>
                  <a:pt x="9203856" y="156506"/>
                  <a:pt x="9201785" y="162143"/>
                  <a:pt x="9201785" y="165901"/>
                </a:cubicBezTo>
                <a:cubicBezTo>
                  <a:pt x="9201785" y="181649"/>
                  <a:pt x="9218922" y="188464"/>
                  <a:pt x="9240046" y="188464"/>
                </a:cubicBezTo>
                <a:cubicBezTo>
                  <a:pt x="9271131" y="188464"/>
                  <a:pt x="9289665" y="175458"/>
                  <a:pt x="9289665" y="156706"/>
                </a:cubicBezTo>
                <a:cubicBezTo>
                  <a:pt x="9289665" y="147910"/>
                  <a:pt x="9286876" y="141719"/>
                  <a:pt x="9281297" y="136936"/>
                </a:cubicBezTo>
                <a:cubicBezTo>
                  <a:pt x="9273801" y="130559"/>
                  <a:pt x="9260173" y="130359"/>
                  <a:pt x="9253197" y="130359"/>
                </a:cubicBezTo>
                <a:cubicBezTo>
                  <a:pt x="9249810" y="130359"/>
                  <a:pt x="9241837" y="130757"/>
                  <a:pt x="9237255" y="131356"/>
                </a:cubicBezTo>
                <a:cubicBezTo>
                  <a:pt x="9234466" y="131538"/>
                  <a:pt x="9232472" y="131739"/>
                  <a:pt x="9231477" y="131739"/>
                </a:cubicBezTo>
                <a:cubicBezTo>
                  <a:pt x="9225898" y="131739"/>
                  <a:pt x="9219917" y="130939"/>
                  <a:pt x="9219917" y="122334"/>
                </a:cubicBezTo>
                <a:cubicBezTo>
                  <a:pt x="9219917" y="118332"/>
                  <a:pt x="9220914" y="114933"/>
                  <a:pt x="9225299" y="111141"/>
                </a:cubicBezTo>
                <a:cubicBezTo>
                  <a:pt x="9227889" y="112537"/>
                  <a:pt x="9234026" y="113930"/>
                  <a:pt x="9240046" y="113930"/>
                </a:cubicBezTo>
                <a:cubicBezTo>
                  <a:pt x="9260769" y="113930"/>
                  <a:pt x="9273126" y="99948"/>
                  <a:pt x="9273126" y="84264"/>
                </a:cubicBezTo>
                <a:moveTo>
                  <a:pt x="9257582" y="84462"/>
                </a:moveTo>
                <a:cubicBezTo>
                  <a:pt x="9257582" y="96564"/>
                  <a:pt x="9252598" y="105960"/>
                  <a:pt x="9240642" y="105960"/>
                </a:cubicBezTo>
                <a:cubicBezTo>
                  <a:pt x="9226296" y="105960"/>
                  <a:pt x="9221911" y="96604"/>
                  <a:pt x="9221911" y="82872"/>
                </a:cubicBezTo>
                <a:cubicBezTo>
                  <a:pt x="9221911" y="69736"/>
                  <a:pt x="9227889" y="61176"/>
                  <a:pt x="9239447" y="61176"/>
                </a:cubicBezTo>
                <a:cubicBezTo>
                  <a:pt x="9252401" y="61176"/>
                  <a:pt x="9257582" y="70332"/>
                  <a:pt x="9257582" y="84462"/>
                </a:cubicBezTo>
                <a:close/>
                <a:moveTo>
                  <a:pt x="9328724" y="70946"/>
                </a:moveTo>
                <a:lnTo>
                  <a:pt x="9328724" y="41259"/>
                </a:lnTo>
                <a:cubicBezTo>
                  <a:pt x="9328724" y="26524"/>
                  <a:pt x="9329560" y="16250"/>
                  <a:pt x="9330515" y="4023"/>
                </a:cubicBezTo>
                <a:cubicBezTo>
                  <a:pt x="9330515" y="2630"/>
                  <a:pt x="9329958" y="2031"/>
                  <a:pt x="9328724" y="2031"/>
                </a:cubicBezTo>
                <a:cubicBezTo>
                  <a:pt x="9323740" y="4023"/>
                  <a:pt x="9319477" y="5419"/>
                  <a:pt x="9311386" y="6015"/>
                </a:cubicBezTo>
                <a:lnTo>
                  <a:pt x="9310987" y="6614"/>
                </a:lnTo>
                <a:cubicBezTo>
                  <a:pt x="9312541" y="15134"/>
                  <a:pt x="9312781" y="30109"/>
                  <a:pt x="9312781" y="45240"/>
                </a:cubicBezTo>
                <a:lnTo>
                  <a:pt x="9312781" y="105254"/>
                </a:lnTo>
                <a:cubicBezTo>
                  <a:pt x="9312781" y="120096"/>
                  <a:pt x="9312541" y="129991"/>
                  <a:pt x="9310987" y="141162"/>
                </a:cubicBezTo>
                <a:lnTo>
                  <a:pt x="9311386" y="141758"/>
                </a:lnTo>
                <a:cubicBezTo>
                  <a:pt x="9313776" y="141360"/>
                  <a:pt x="9318361" y="141162"/>
                  <a:pt x="9320751" y="141162"/>
                </a:cubicBezTo>
                <a:cubicBezTo>
                  <a:pt x="9323144" y="141162"/>
                  <a:pt x="9327726" y="141360"/>
                  <a:pt x="9330116" y="141758"/>
                </a:cubicBezTo>
                <a:lnTo>
                  <a:pt x="9330515" y="141162"/>
                </a:lnTo>
                <a:cubicBezTo>
                  <a:pt x="9329043" y="129750"/>
                  <a:pt x="9328724" y="120415"/>
                  <a:pt x="9328724" y="105254"/>
                </a:cubicBezTo>
                <a:lnTo>
                  <a:pt x="9328724" y="81917"/>
                </a:lnTo>
                <a:cubicBezTo>
                  <a:pt x="9338886" y="69949"/>
                  <a:pt x="9350562" y="65561"/>
                  <a:pt x="9357617" y="65561"/>
                </a:cubicBezTo>
                <a:cubicBezTo>
                  <a:pt x="9367782" y="65561"/>
                  <a:pt x="9371966" y="69550"/>
                  <a:pt x="9371966" y="85706"/>
                </a:cubicBezTo>
                <a:lnTo>
                  <a:pt x="9371966" y="105254"/>
                </a:lnTo>
                <a:cubicBezTo>
                  <a:pt x="9371966" y="120218"/>
                  <a:pt x="9371765" y="130428"/>
                  <a:pt x="9370172" y="141162"/>
                </a:cubicBezTo>
                <a:lnTo>
                  <a:pt x="9370570" y="141758"/>
                </a:lnTo>
                <a:cubicBezTo>
                  <a:pt x="9372963" y="141360"/>
                  <a:pt x="9377546" y="141162"/>
                  <a:pt x="9379936" y="141162"/>
                </a:cubicBezTo>
                <a:cubicBezTo>
                  <a:pt x="9382329" y="141162"/>
                  <a:pt x="9386911" y="141360"/>
                  <a:pt x="9389304" y="141758"/>
                </a:cubicBezTo>
                <a:lnTo>
                  <a:pt x="9389702" y="141162"/>
                </a:lnTo>
                <a:cubicBezTo>
                  <a:pt x="9388106" y="129750"/>
                  <a:pt x="9387908" y="120415"/>
                  <a:pt x="9387908" y="105254"/>
                </a:cubicBezTo>
                <a:cubicBezTo>
                  <a:pt x="9387908" y="98872"/>
                  <a:pt x="9388307" y="91492"/>
                  <a:pt x="9388307" y="85110"/>
                </a:cubicBezTo>
                <a:cubicBezTo>
                  <a:pt x="9388307" y="64363"/>
                  <a:pt x="9381532" y="53602"/>
                  <a:pt x="9363595" y="53602"/>
                </a:cubicBezTo>
                <a:cubicBezTo>
                  <a:pt x="9356023" y="53602"/>
                  <a:pt x="9341875" y="56594"/>
                  <a:pt x="9329122" y="71545"/>
                </a:cubicBezTo>
                <a:lnTo>
                  <a:pt x="9328724" y="70946"/>
                </a:lnTo>
                <a:close/>
                <a:moveTo>
                  <a:pt x="9423178" y="55742"/>
                </a:moveTo>
                <a:cubicBezTo>
                  <a:pt x="9419113" y="55742"/>
                  <a:pt x="9414889" y="55663"/>
                  <a:pt x="9412417" y="55344"/>
                </a:cubicBezTo>
                <a:cubicBezTo>
                  <a:pt x="9411064" y="58613"/>
                  <a:pt x="9409988" y="60525"/>
                  <a:pt x="9408035" y="63514"/>
                </a:cubicBezTo>
                <a:lnTo>
                  <a:pt x="9409030" y="64910"/>
                </a:lnTo>
                <a:cubicBezTo>
                  <a:pt x="9412460" y="64670"/>
                  <a:pt x="9418635" y="64551"/>
                  <a:pt x="9423178" y="64512"/>
                </a:cubicBezTo>
                <a:lnTo>
                  <a:pt x="9423178" y="91775"/>
                </a:lnTo>
                <a:cubicBezTo>
                  <a:pt x="9423178" y="103716"/>
                  <a:pt x="9422582" y="118047"/>
                  <a:pt x="9422582" y="124016"/>
                </a:cubicBezTo>
                <a:cubicBezTo>
                  <a:pt x="9422582" y="136957"/>
                  <a:pt x="9430950" y="143120"/>
                  <a:pt x="9440118" y="143120"/>
                </a:cubicBezTo>
                <a:cubicBezTo>
                  <a:pt x="9448489" y="143120"/>
                  <a:pt x="9454865" y="141132"/>
                  <a:pt x="9463234" y="135765"/>
                </a:cubicBezTo>
                <a:lnTo>
                  <a:pt x="9460804" y="130860"/>
                </a:lnTo>
                <a:cubicBezTo>
                  <a:pt x="9454665" y="132974"/>
                  <a:pt x="9450082" y="133174"/>
                  <a:pt x="9445099" y="132378"/>
                </a:cubicBezTo>
                <a:cubicBezTo>
                  <a:pt x="9440358" y="131620"/>
                  <a:pt x="9438525" y="126840"/>
                  <a:pt x="9438525" y="116055"/>
                </a:cubicBezTo>
                <a:cubicBezTo>
                  <a:pt x="9438525" y="110086"/>
                  <a:pt x="9439121" y="101526"/>
                  <a:pt x="9439121" y="89589"/>
                </a:cubicBezTo>
                <a:lnTo>
                  <a:pt x="9439121" y="64512"/>
                </a:lnTo>
                <a:lnTo>
                  <a:pt x="9446695" y="64512"/>
                </a:lnTo>
                <a:cubicBezTo>
                  <a:pt x="9451478" y="64512"/>
                  <a:pt x="9458411" y="64670"/>
                  <a:pt x="9461041" y="64910"/>
                </a:cubicBezTo>
                <a:cubicBezTo>
                  <a:pt x="9461640" y="61723"/>
                  <a:pt x="9462239" y="59689"/>
                  <a:pt x="9463434" y="56740"/>
                </a:cubicBezTo>
                <a:lnTo>
                  <a:pt x="9462437" y="55344"/>
                </a:lnTo>
                <a:cubicBezTo>
                  <a:pt x="9458849" y="55505"/>
                  <a:pt x="9453071" y="55742"/>
                  <a:pt x="9448489" y="55742"/>
                </a:cubicBezTo>
                <a:lnTo>
                  <a:pt x="9439121" y="55742"/>
                </a:lnTo>
                <a:cubicBezTo>
                  <a:pt x="9439121" y="40837"/>
                  <a:pt x="9439242" y="38207"/>
                  <a:pt x="9440118" y="26649"/>
                </a:cubicBezTo>
                <a:cubicBezTo>
                  <a:pt x="9440118" y="25214"/>
                  <a:pt x="9439562" y="24657"/>
                  <a:pt x="9438324" y="24657"/>
                </a:cubicBezTo>
                <a:cubicBezTo>
                  <a:pt x="9433343" y="26649"/>
                  <a:pt x="9430871" y="28762"/>
                  <a:pt x="9424376" y="29638"/>
                </a:cubicBezTo>
                <a:lnTo>
                  <a:pt x="9423978" y="30237"/>
                </a:lnTo>
                <a:cubicBezTo>
                  <a:pt x="9423580" y="37173"/>
                  <a:pt x="9423178" y="44185"/>
                  <a:pt x="9423178" y="55742"/>
                </a:cubicBezTo>
                <a:close/>
                <a:moveTo>
                  <a:pt x="9523018" y="90957"/>
                </a:moveTo>
                <a:cubicBezTo>
                  <a:pt x="9523018" y="81990"/>
                  <a:pt x="9522221" y="35956"/>
                  <a:pt x="9480770" y="88"/>
                </a:cubicBezTo>
                <a:lnTo>
                  <a:pt x="9476188" y="3476"/>
                </a:lnTo>
                <a:cubicBezTo>
                  <a:pt x="9482762" y="11047"/>
                  <a:pt x="9506476" y="38547"/>
                  <a:pt x="9506476" y="90957"/>
                </a:cubicBezTo>
                <a:cubicBezTo>
                  <a:pt x="9506476" y="143367"/>
                  <a:pt x="9482564" y="170867"/>
                  <a:pt x="9476188" y="178043"/>
                </a:cubicBezTo>
                <a:lnTo>
                  <a:pt x="9480770" y="181628"/>
                </a:lnTo>
                <a:cubicBezTo>
                  <a:pt x="9504485" y="161304"/>
                  <a:pt x="9523018" y="128023"/>
                  <a:pt x="9523018" y="90957"/>
                </a:cubicBezTo>
                <a:close/>
                <a:moveTo>
                  <a:pt x="9643380" y="96269"/>
                </a:moveTo>
                <a:lnTo>
                  <a:pt x="9642584" y="119999"/>
                </a:lnTo>
                <a:cubicBezTo>
                  <a:pt x="9642584" y="122589"/>
                  <a:pt x="9641386" y="123985"/>
                  <a:pt x="9639792" y="125183"/>
                </a:cubicBezTo>
                <a:cubicBezTo>
                  <a:pt x="9634213" y="129370"/>
                  <a:pt x="9627438" y="132958"/>
                  <a:pt x="9621460" y="132958"/>
                </a:cubicBezTo>
                <a:cubicBezTo>
                  <a:pt x="9612493" y="132958"/>
                  <a:pt x="9606713" y="126977"/>
                  <a:pt x="9606713" y="120795"/>
                </a:cubicBezTo>
                <a:cubicBezTo>
                  <a:pt x="9606713" y="111822"/>
                  <a:pt x="9610897" y="105042"/>
                  <a:pt x="9626441" y="100854"/>
                </a:cubicBezTo>
                <a:lnTo>
                  <a:pt x="9643380" y="96269"/>
                </a:lnTo>
                <a:moveTo>
                  <a:pt x="9643380" y="131563"/>
                </a:moveTo>
                <a:cubicBezTo>
                  <a:pt x="9645691" y="139335"/>
                  <a:pt x="9651630" y="143120"/>
                  <a:pt x="9658925" y="143120"/>
                </a:cubicBezTo>
                <a:cubicBezTo>
                  <a:pt x="9663945" y="143120"/>
                  <a:pt x="9670084" y="141925"/>
                  <a:pt x="9674785" y="136945"/>
                </a:cubicBezTo>
                <a:lnTo>
                  <a:pt x="9673310" y="132001"/>
                </a:lnTo>
                <a:cubicBezTo>
                  <a:pt x="9671118" y="132761"/>
                  <a:pt x="9669446" y="133037"/>
                  <a:pt x="9667931" y="133037"/>
                </a:cubicBezTo>
                <a:cubicBezTo>
                  <a:pt x="9665937" y="133037"/>
                  <a:pt x="9663306" y="132679"/>
                  <a:pt x="9662072" y="131563"/>
                </a:cubicBezTo>
                <a:cubicBezTo>
                  <a:pt x="9660041" y="129729"/>
                  <a:pt x="9658763" y="124864"/>
                  <a:pt x="9658763" y="116009"/>
                </a:cubicBezTo>
                <a:cubicBezTo>
                  <a:pt x="9658763" y="110226"/>
                  <a:pt x="9659323" y="88096"/>
                  <a:pt x="9659323" y="85900"/>
                </a:cubicBezTo>
                <a:cubicBezTo>
                  <a:pt x="9659323" y="58984"/>
                  <a:pt x="9641586" y="53602"/>
                  <a:pt x="9626441" y="53602"/>
                </a:cubicBezTo>
                <a:cubicBezTo>
                  <a:pt x="9611295" y="53602"/>
                  <a:pt x="9602130" y="60975"/>
                  <a:pt x="9597146" y="65163"/>
                </a:cubicBezTo>
                <a:lnTo>
                  <a:pt x="9596550" y="65962"/>
                </a:lnTo>
                <a:lnTo>
                  <a:pt x="9599938" y="79320"/>
                </a:lnTo>
                <a:lnTo>
                  <a:pt x="9602528" y="79521"/>
                </a:lnTo>
                <a:cubicBezTo>
                  <a:pt x="9608108" y="70548"/>
                  <a:pt x="9614883" y="62572"/>
                  <a:pt x="9624449" y="62572"/>
                </a:cubicBezTo>
                <a:cubicBezTo>
                  <a:pt x="9631622" y="62572"/>
                  <a:pt x="9643578" y="63569"/>
                  <a:pt x="9643578" y="86101"/>
                </a:cubicBezTo>
                <a:cubicBezTo>
                  <a:pt x="9643578" y="87497"/>
                  <a:pt x="9642781" y="88293"/>
                  <a:pt x="9642182" y="88494"/>
                </a:cubicBezTo>
                <a:lnTo>
                  <a:pt x="9623652" y="92681"/>
                </a:lnTo>
                <a:cubicBezTo>
                  <a:pt x="9603325" y="97266"/>
                  <a:pt x="9590572" y="108034"/>
                  <a:pt x="9590572" y="121592"/>
                </a:cubicBezTo>
                <a:cubicBezTo>
                  <a:pt x="9590572" y="136346"/>
                  <a:pt x="9600734" y="143120"/>
                  <a:pt x="9615482" y="143120"/>
                </a:cubicBezTo>
                <a:cubicBezTo>
                  <a:pt x="9626441" y="143120"/>
                  <a:pt x="9632020" y="140533"/>
                  <a:pt x="9642584" y="131563"/>
                </a:cubicBezTo>
                <a:lnTo>
                  <a:pt x="9643380" y="131563"/>
                </a:lnTo>
                <a:close/>
                <a:moveTo>
                  <a:pt x="9769123" y="105254"/>
                </a:moveTo>
                <a:cubicBezTo>
                  <a:pt x="9769123" y="98872"/>
                  <a:pt x="9769521" y="91492"/>
                  <a:pt x="9769521" y="85110"/>
                </a:cubicBezTo>
                <a:cubicBezTo>
                  <a:pt x="9769521" y="64363"/>
                  <a:pt x="9762746" y="53602"/>
                  <a:pt x="9744812" y="53602"/>
                </a:cubicBezTo>
                <a:cubicBezTo>
                  <a:pt x="9737238" y="53602"/>
                  <a:pt x="9723089" y="56594"/>
                  <a:pt x="9710337" y="71545"/>
                </a:cubicBezTo>
                <a:lnTo>
                  <a:pt x="9709938" y="70946"/>
                </a:lnTo>
                <a:lnTo>
                  <a:pt x="9709938" y="56393"/>
                </a:lnTo>
                <a:cubicBezTo>
                  <a:pt x="9709899" y="54839"/>
                  <a:pt x="9709698" y="54401"/>
                  <a:pt x="9708743" y="54401"/>
                </a:cubicBezTo>
                <a:cubicBezTo>
                  <a:pt x="9704279" y="55277"/>
                  <a:pt x="9697143" y="55435"/>
                  <a:pt x="9692600" y="54997"/>
                </a:cubicBezTo>
                <a:lnTo>
                  <a:pt x="9692202" y="55596"/>
                </a:lnTo>
                <a:cubicBezTo>
                  <a:pt x="9693597" y="64205"/>
                  <a:pt x="9693996" y="79323"/>
                  <a:pt x="9693996" y="94283"/>
                </a:cubicBezTo>
                <a:lnTo>
                  <a:pt x="9693996" y="105254"/>
                </a:lnTo>
                <a:cubicBezTo>
                  <a:pt x="9693996" y="120218"/>
                  <a:pt x="9693795" y="130389"/>
                  <a:pt x="9692202" y="141162"/>
                </a:cubicBezTo>
                <a:lnTo>
                  <a:pt x="9692600" y="141758"/>
                </a:lnTo>
                <a:cubicBezTo>
                  <a:pt x="9694993" y="141360"/>
                  <a:pt x="9699575" y="141162"/>
                  <a:pt x="9701965" y="141162"/>
                </a:cubicBezTo>
                <a:cubicBezTo>
                  <a:pt x="9704359" y="141162"/>
                  <a:pt x="9708941" y="141360"/>
                  <a:pt x="9711334" y="141758"/>
                </a:cubicBezTo>
                <a:lnTo>
                  <a:pt x="9711732" y="141162"/>
                </a:lnTo>
                <a:cubicBezTo>
                  <a:pt x="9710136" y="129790"/>
                  <a:pt x="9709938" y="120415"/>
                  <a:pt x="9709938" y="105254"/>
                </a:cubicBezTo>
                <a:lnTo>
                  <a:pt x="9709938" y="81917"/>
                </a:lnTo>
                <a:cubicBezTo>
                  <a:pt x="9720100" y="69949"/>
                  <a:pt x="9731658" y="65561"/>
                  <a:pt x="9738834" y="65561"/>
                </a:cubicBezTo>
                <a:cubicBezTo>
                  <a:pt x="9748996" y="65561"/>
                  <a:pt x="9753180" y="69550"/>
                  <a:pt x="9753180" y="85706"/>
                </a:cubicBezTo>
                <a:lnTo>
                  <a:pt x="9753180" y="105254"/>
                </a:lnTo>
                <a:cubicBezTo>
                  <a:pt x="9753180" y="120218"/>
                  <a:pt x="9752821" y="130428"/>
                  <a:pt x="9751386" y="141162"/>
                </a:cubicBezTo>
                <a:lnTo>
                  <a:pt x="9751785" y="141758"/>
                </a:lnTo>
                <a:cubicBezTo>
                  <a:pt x="9754178" y="141360"/>
                  <a:pt x="9758760" y="141162"/>
                  <a:pt x="9761153" y="141162"/>
                </a:cubicBezTo>
                <a:cubicBezTo>
                  <a:pt x="9763543" y="141162"/>
                  <a:pt x="9768125" y="141360"/>
                  <a:pt x="9770518" y="141758"/>
                </a:cubicBezTo>
                <a:lnTo>
                  <a:pt x="9770917" y="141162"/>
                </a:lnTo>
                <a:cubicBezTo>
                  <a:pt x="9769363" y="129790"/>
                  <a:pt x="9769123" y="120415"/>
                  <a:pt x="9769123" y="105254"/>
                </a:cubicBezTo>
                <a:close/>
                <a:moveTo>
                  <a:pt x="9856805" y="118603"/>
                </a:moveTo>
                <a:cubicBezTo>
                  <a:pt x="9849552" y="127853"/>
                  <a:pt x="9840385" y="132761"/>
                  <a:pt x="9832293" y="132761"/>
                </a:cubicBezTo>
                <a:cubicBezTo>
                  <a:pt x="9821532" y="132761"/>
                  <a:pt x="9812364" y="121994"/>
                  <a:pt x="9812364" y="97066"/>
                </a:cubicBezTo>
                <a:cubicBezTo>
                  <a:pt x="9812364" y="67157"/>
                  <a:pt x="9828228" y="61574"/>
                  <a:pt x="9837873" y="61574"/>
                </a:cubicBezTo>
                <a:cubicBezTo>
                  <a:pt x="9847238" y="61574"/>
                  <a:pt x="9852021" y="65561"/>
                  <a:pt x="9856805" y="73138"/>
                </a:cubicBezTo>
                <a:lnTo>
                  <a:pt x="9856805" y="118603"/>
                </a:lnTo>
                <a:moveTo>
                  <a:pt x="9856805" y="129568"/>
                </a:moveTo>
                <a:lnTo>
                  <a:pt x="9857203" y="129568"/>
                </a:lnTo>
                <a:lnTo>
                  <a:pt x="9858200" y="141129"/>
                </a:lnTo>
                <a:cubicBezTo>
                  <a:pt x="9858200" y="141561"/>
                  <a:pt x="9858796" y="141758"/>
                  <a:pt x="9859994" y="141758"/>
                </a:cubicBezTo>
                <a:cubicBezTo>
                  <a:pt x="9862624" y="141399"/>
                  <a:pt x="9863978" y="141162"/>
                  <a:pt x="9866888" y="141162"/>
                </a:cubicBezTo>
                <a:cubicBezTo>
                  <a:pt x="9869360" y="141162"/>
                  <a:pt x="9873145" y="141360"/>
                  <a:pt x="9875736" y="141758"/>
                </a:cubicBezTo>
                <a:lnTo>
                  <a:pt x="9876134" y="141162"/>
                </a:lnTo>
                <a:cubicBezTo>
                  <a:pt x="9874541" y="132584"/>
                  <a:pt x="9872747" y="117825"/>
                  <a:pt x="9872747" y="102864"/>
                </a:cubicBezTo>
                <a:lnTo>
                  <a:pt x="9872747" y="41457"/>
                </a:lnTo>
                <a:cubicBezTo>
                  <a:pt x="9872747" y="26722"/>
                  <a:pt x="9873544" y="16329"/>
                  <a:pt x="9874541" y="4023"/>
                </a:cubicBezTo>
                <a:cubicBezTo>
                  <a:pt x="9874541" y="2630"/>
                  <a:pt x="9873982" y="2031"/>
                  <a:pt x="9872747" y="2031"/>
                </a:cubicBezTo>
                <a:cubicBezTo>
                  <a:pt x="9867766" y="4023"/>
                  <a:pt x="9863500" y="5419"/>
                  <a:pt x="9855409" y="6015"/>
                </a:cubicBezTo>
                <a:lnTo>
                  <a:pt x="9855011" y="6614"/>
                </a:lnTo>
                <a:cubicBezTo>
                  <a:pt x="9856564" y="15134"/>
                  <a:pt x="9856805" y="29908"/>
                  <a:pt x="9856805" y="45042"/>
                </a:cubicBezTo>
                <a:lnTo>
                  <a:pt x="9856805" y="57986"/>
                </a:lnTo>
                <a:cubicBezTo>
                  <a:pt x="9852222" y="55396"/>
                  <a:pt x="9844052" y="53602"/>
                  <a:pt x="9840065" y="53602"/>
                </a:cubicBezTo>
                <a:cubicBezTo>
                  <a:pt x="9814119" y="53602"/>
                  <a:pt x="9795029" y="71548"/>
                  <a:pt x="9795029" y="98674"/>
                </a:cubicBezTo>
                <a:cubicBezTo>
                  <a:pt x="9795029" y="123189"/>
                  <a:pt x="9809576" y="143120"/>
                  <a:pt x="9831098" y="143120"/>
                </a:cubicBezTo>
                <a:cubicBezTo>
                  <a:pt x="9840664" y="143120"/>
                  <a:pt x="9849631" y="138818"/>
                  <a:pt x="9856805" y="129568"/>
                </a:cubicBezTo>
                <a:close/>
                <a:moveTo>
                  <a:pt x="9959231" y="55742"/>
                </a:moveTo>
                <a:cubicBezTo>
                  <a:pt x="9955165" y="55742"/>
                  <a:pt x="9950942" y="55663"/>
                  <a:pt x="9948470" y="55344"/>
                </a:cubicBezTo>
                <a:cubicBezTo>
                  <a:pt x="9947116" y="58613"/>
                  <a:pt x="9946040" y="60525"/>
                  <a:pt x="9944088" y="63514"/>
                </a:cubicBezTo>
                <a:lnTo>
                  <a:pt x="9945082" y="64910"/>
                </a:lnTo>
                <a:cubicBezTo>
                  <a:pt x="9948512" y="64670"/>
                  <a:pt x="9954688" y="64551"/>
                  <a:pt x="9959231" y="64512"/>
                </a:cubicBezTo>
                <a:lnTo>
                  <a:pt x="9959231" y="91775"/>
                </a:lnTo>
                <a:cubicBezTo>
                  <a:pt x="9959231" y="103716"/>
                  <a:pt x="9958635" y="118047"/>
                  <a:pt x="9958635" y="124016"/>
                </a:cubicBezTo>
                <a:cubicBezTo>
                  <a:pt x="9958635" y="136957"/>
                  <a:pt x="9967003" y="143120"/>
                  <a:pt x="9976170" y="143120"/>
                </a:cubicBezTo>
                <a:cubicBezTo>
                  <a:pt x="9984542" y="143120"/>
                  <a:pt x="9990918" y="141132"/>
                  <a:pt x="9999286" y="135765"/>
                </a:cubicBezTo>
                <a:lnTo>
                  <a:pt x="9996856" y="130860"/>
                </a:lnTo>
                <a:cubicBezTo>
                  <a:pt x="9990717" y="132974"/>
                  <a:pt x="9986135" y="133174"/>
                  <a:pt x="9981151" y="132378"/>
                </a:cubicBezTo>
                <a:cubicBezTo>
                  <a:pt x="9976411" y="131620"/>
                  <a:pt x="9974577" y="126840"/>
                  <a:pt x="9974577" y="116055"/>
                </a:cubicBezTo>
                <a:cubicBezTo>
                  <a:pt x="9974577" y="110086"/>
                  <a:pt x="9975173" y="101526"/>
                  <a:pt x="9975173" y="89589"/>
                </a:cubicBezTo>
                <a:lnTo>
                  <a:pt x="9975173" y="64512"/>
                </a:lnTo>
                <a:lnTo>
                  <a:pt x="9982747" y="64512"/>
                </a:lnTo>
                <a:cubicBezTo>
                  <a:pt x="9987531" y="64512"/>
                  <a:pt x="9994463" y="64670"/>
                  <a:pt x="9997094" y="64910"/>
                </a:cubicBezTo>
                <a:cubicBezTo>
                  <a:pt x="9997693" y="61723"/>
                  <a:pt x="9998292" y="59689"/>
                  <a:pt x="9999487" y="56740"/>
                </a:cubicBezTo>
                <a:lnTo>
                  <a:pt x="9998489" y="55344"/>
                </a:lnTo>
                <a:cubicBezTo>
                  <a:pt x="9994901" y="55505"/>
                  <a:pt x="9989124" y="55742"/>
                  <a:pt x="9984542" y="55742"/>
                </a:cubicBezTo>
                <a:lnTo>
                  <a:pt x="9975173" y="55742"/>
                </a:lnTo>
                <a:cubicBezTo>
                  <a:pt x="9975173" y="40837"/>
                  <a:pt x="9975295" y="38207"/>
                  <a:pt x="9976170" y="26649"/>
                </a:cubicBezTo>
                <a:cubicBezTo>
                  <a:pt x="9976170" y="25214"/>
                  <a:pt x="9975614" y="24657"/>
                  <a:pt x="9974376" y="24657"/>
                </a:cubicBezTo>
                <a:cubicBezTo>
                  <a:pt x="9969396" y="26649"/>
                  <a:pt x="9966924" y="28762"/>
                  <a:pt x="9960429" y="29638"/>
                </a:cubicBezTo>
                <a:lnTo>
                  <a:pt x="9960030" y="30237"/>
                </a:lnTo>
                <a:cubicBezTo>
                  <a:pt x="9959632" y="37173"/>
                  <a:pt x="9959231" y="44185"/>
                  <a:pt x="9959231" y="55742"/>
                </a:cubicBezTo>
                <a:close/>
                <a:moveTo>
                  <a:pt x="10048905" y="141974"/>
                </a:moveTo>
                <a:cubicBezTo>
                  <a:pt x="10050900" y="141375"/>
                  <a:pt x="10053491" y="141375"/>
                  <a:pt x="10055482" y="141375"/>
                </a:cubicBezTo>
                <a:cubicBezTo>
                  <a:pt x="10057474" y="141375"/>
                  <a:pt x="10060864" y="141375"/>
                  <a:pt x="10062655" y="141974"/>
                </a:cubicBezTo>
                <a:cubicBezTo>
                  <a:pt x="10068117" y="126628"/>
                  <a:pt x="10073897" y="110262"/>
                  <a:pt x="10080313" y="94615"/>
                </a:cubicBezTo>
                <a:cubicBezTo>
                  <a:pt x="10086291" y="110183"/>
                  <a:pt x="10092667" y="126311"/>
                  <a:pt x="10098326" y="141773"/>
                </a:cubicBezTo>
                <a:cubicBezTo>
                  <a:pt x="10100321" y="141174"/>
                  <a:pt x="10101516" y="141174"/>
                  <a:pt x="10103507" y="141174"/>
                </a:cubicBezTo>
                <a:cubicBezTo>
                  <a:pt x="10105502" y="141174"/>
                  <a:pt x="10109087" y="141174"/>
                  <a:pt x="10110881" y="141773"/>
                </a:cubicBezTo>
                <a:cubicBezTo>
                  <a:pt x="10120645" y="118266"/>
                  <a:pt x="10136587" y="80044"/>
                  <a:pt x="10147947" y="55159"/>
                </a:cubicBezTo>
                <a:cubicBezTo>
                  <a:pt x="10146153" y="55758"/>
                  <a:pt x="10141370" y="55758"/>
                  <a:pt x="10139379" y="55758"/>
                </a:cubicBezTo>
                <a:cubicBezTo>
                  <a:pt x="10137384" y="55758"/>
                  <a:pt x="10134395" y="55758"/>
                  <a:pt x="10132604" y="55159"/>
                </a:cubicBezTo>
                <a:cubicBezTo>
                  <a:pt x="10125230" y="78651"/>
                  <a:pt x="10116263" y="104129"/>
                  <a:pt x="10108053" y="123201"/>
                </a:cubicBezTo>
                <a:lnTo>
                  <a:pt x="10106457" y="123201"/>
                </a:lnTo>
                <a:cubicBezTo>
                  <a:pt x="10098128" y="101344"/>
                  <a:pt x="10091950" y="76261"/>
                  <a:pt x="10087367" y="55159"/>
                </a:cubicBezTo>
                <a:cubicBezTo>
                  <a:pt x="10084777" y="55758"/>
                  <a:pt x="10080194" y="55758"/>
                  <a:pt x="10077403" y="55758"/>
                </a:cubicBezTo>
                <a:cubicBezTo>
                  <a:pt x="10074213" y="55758"/>
                  <a:pt x="10069035" y="55758"/>
                  <a:pt x="10065845" y="55159"/>
                </a:cubicBezTo>
                <a:cubicBezTo>
                  <a:pt x="10068594" y="63323"/>
                  <a:pt x="10071744" y="72080"/>
                  <a:pt x="10075171" y="81160"/>
                </a:cubicBezTo>
                <a:cubicBezTo>
                  <a:pt x="10069832" y="96169"/>
                  <a:pt x="10064410" y="111099"/>
                  <a:pt x="10058633" y="123401"/>
                </a:cubicBezTo>
                <a:lnTo>
                  <a:pt x="10057435" y="123401"/>
                </a:lnTo>
                <a:cubicBezTo>
                  <a:pt x="10047473" y="100626"/>
                  <a:pt x="10040817" y="78174"/>
                  <a:pt x="10033562" y="55359"/>
                </a:cubicBezTo>
                <a:cubicBezTo>
                  <a:pt x="10030971" y="55955"/>
                  <a:pt x="10026389" y="55955"/>
                  <a:pt x="10023597" y="55955"/>
                </a:cubicBezTo>
                <a:cubicBezTo>
                  <a:pt x="10020411" y="55955"/>
                  <a:pt x="10015229" y="55955"/>
                  <a:pt x="10012040" y="55359"/>
                </a:cubicBezTo>
                <a:cubicBezTo>
                  <a:pt x="10025391" y="84623"/>
                  <a:pt x="10037746" y="112890"/>
                  <a:pt x="10048905" y="141974"/>
                </a:cubicBezTo>
                <a:close/>
                <a:moveTo>
                  <a:pt x="10157911" y="100255"/>
                </a:moveTo>
                <a:cubicBezTo>
                  <a:pt x="10157911" y="124183"/>
                  <a:pt x="10173653" y="143120"/>
                  <a:pt x="10200159" y="143120"/>
                </a:cubicBezTo>
                <a:cubicBezTo>
                  <a:pt x="10226461" y="143120"/>
                  <a:pt x="10242404" y="124584"/>
                  <a:pt x="10242404" y="98461"/>
                </a:cubicBezTo>
                <a:cubicBezTo>
                  <a:pt x="10242404" y="71344"/>
                  <a:pt x="10227857" y="53602"/>
                  <a:pt x="10200956" y="53602"/>
                </a:cubicBezTo>
                <a:cubicBezTo>
                  <a:pt x="10174848" y="53602"/>
                  <a:pt x="10157911" y="71943"/>
                  <a:pt x="10157911" y="100255"/>
                </a:cubicBezTo>
                <a:moveTo>
                  <a:pt x="10199560" y="61574"/>
                </a:moveTo>
                <a:cubicBezTo>
                  <a:pt x="10220684" y="61574"/>
                  <a:pt x="10224868" y="77924"/>
                  <a:pt x="10224868" y="102052"/>
                </a:cubicBezTo>
                <a:cubicBezTo>
                  <a:pt x="10224868" y="120993"/>
                  <a:pt x="10215302" y="135151"/>
                  <a:pt x="10201950" y="135151"/>
                </a:cubicBezTo>
                <a:cubicBezTo>
                  <a:pt x="10180829" y="135151"/>
                  <a:pt x="10175447" y="112221"/>
                  <a:pt x="10175447" y="96868"/>
                </a:cubicBezTo>
                <a:cubicBezTo>
                  <a:pt x="10175447" y="79521"/>
                  <a:pt x="10180829" y="61574"/>
                  <a:pt x="10199560" y="61574"/>
                </a:cubicBezTo>
                <a:close/>
                <a:moveTo>
                  <a:pt x="10375520" y="10010"/>
                </a:moveTo>
                <a:cubicBezTo>
                  <a:pt x="10341844" y="10010"/>
                  <a:pt x="10310157" y="39104"/>
                  <a:pt x="10310157" y="78359"/>
                </a:cubicBezTo>
                <a:cubicBezTo>
                  <a:pt x="10310157" y="112832"/>
                  <a:pt x="10329885" y="143120"/>
                  <a:pt x="10372732" y="143120"/>
                </a:cubicBezTo>
                <a:cubicBezTo>
                  <a:pt x="10391143" y="143120"/>
                  <a:pt x="10408481" y="137383"/>
                  <a:pt x="10421794" y="121282"/>
                </a:cubicBezTo>
                <a:cubicBezTo>
                  <a:pt x="10421672" y="119011"/>
                  <a:pt x="10421274" y="114626"/>
                  <a:pt x="10420556" y="112832"/>
                </a:cubicBezTo>
                <a:lnTo>
                  <a:pt x="10419163" y="112236"/>
                </a:lnTo>
                <a:cubicBezTo>
                  <a:pt x="10405015" y="127777"/>
                  <a:pt x="10393056" y="132958"/>
                  <a:pt x="10374526" y="132958"/>
                </a:cubicBezTo>
                <a:cubicBezTo>
                  <a:pt x="10349257" y="132958"/>
                  <a:pt x="10330685" y="105659"/>
                  <a:pt x="10330685" y="74574"/>
                </a:cubicBezTo>
                <a:cubicBezTo>
                  <a:pt x="10330685" y="34123"/>
                  <a:pt x="10356391" y="19378"/>
                  <a:pt x="10372732" y="19378"/>
                </a:cubicBezTo>
                <a:cubicBezTo>
                  <a:pt x="10390666" y="19378"/>
                  <a:pt x="10405213" y="26552"/>
                  <a:pt x="10413383" y="42892"/>
                </a:cubicBezTo>
                <a:lnTo>
                  <a:pt x="10415776" y="42692"/>
                </a:lnTo>
                <a:cubicBezTo>
                  <a:pt x="10416491" y="32530"/>
                  <a:pt x="10417169" y="29024"/>
                  <a:pt x="10419361" y="20573"/>
                </a:cubicBezTo>
                <a:lnTo>
                  <a:pt x="10418963" y="19974"/>
                </a:lnTo>
                <a:cubicBezTo>
                  <a:pt x="10418963" y="19974"/>
                  <a:pt x="10399834" y="10010"/>
                  <a:pt x="10375520" y="10010"/>
                </a:cubicBezTo>
                <a:close/>
                <a:moveTo>
                  <a:pt x="10456226" y="12555"/>
                </a:moveTo>
                <a:cubicBezTo>
                  <a:pt x="10458020" y="50439"/>
                  <a:pt x="10457424" y="109460"/>
                  <a:pt x="10454235" y="141162"/>
                </a:cubicBezTo>
                <a:lnTo>
                  <a:pt x="10454633" y="141758"/>
                </a:lnTo>
                <a:cubicBezTo>
                  <a:pt x="10457026" y="141360"/>
                  <a:pt x="10459215" y="141162"/>
                  <a:pt x="10461608" y="141162"/>
                </a:cubicBezTo>
                <a:cubicBezTo>
                  <a:pt x="10463998" y="141162"/>
                  <a:pt x="10466191" y="141360"/>
                  <a:pt x="10468584" y="141758"/>
                </a:cubicBezTo>
                <a:lnTo>
                  <a:pt x="10468982" y="141162"/>
                </a:lnTo>
                <a:cubicBezTo>
                  <a:pt x="10467386" y="129796"/>
                  <a:pt x="10466987" y="116237"/>
                  <a:pt x="10466987" y="101283"/>
                </a:cubicBezTo>
                <a:lnTo>
                  <a:pt x="10466987" y="53629"/>
                </a:lnTo>
                <a:cubicBezTo>
                  <a:pt x="10466987" y="41466"/>
                  <a:pt x="10467386" y="40867"/>
                  <a:pt x="10474759" y="50439"/>
                </a:cubicBezTo>
                <a:lnTo>
                  <a:pt x="10544307" y="138371"/>
                </a:lnTo>
                <a:cubicBezTo>
                  <a:pt x="10546499" y="141360"/>
                  <a:pt x="10549689" y="143154"/>
                  <a:pt x="10552875" y="143154"/>
                </a:cubicBezTo>
                <a:cubicBezTo>
                  <a:pt x="10555667" y="143154"/>
                  <a:pt x="10556463" y="140764"/>
                  <a:pt x="10556664" y="136975"/>
                </a:cubicBezTo>
                <a:cubicBezTo>
                  <a:pt x="10557658" y="91513"/>
                  <a:pt x="10557461" y="56819"/>
                  <a:pt x="10560647" y="12555"/>
                </a:cubicBezTo>
                <a:lnTo>
                  <a:pt x="10560249" y="11956"/>
                </a:lnTo>
                <a:cubicBezTo>
                  <a:pt x="10557859" y="12354"/>
                  <a:pt x="10555667" y="12555"/>
                  <a:pt x="10553274" y="12555"/>
                </a:cubicBezTo>
                <a:cubicBezTo>
                  <a:pt x="10550884" y="12555"/>
                  <a:pt x="10548691" y="12354"/>
                  <a:pt x="10546301" y="11956"/>
                </a:cubicBezTo>
                <a:lnTo>
                  <a:pt x="10545903" y="12555"/>
                </a:lnTo>
                <a:cubicBezTo>
                  <a:pt x="10547496" y="23921"/>
                  <a:pt x="10547895" y="37440"/>
                  <a:pt x="10547895" y="52434"/>
                </a:cubicBezTo>
                <a:lnTo>
                  <a:pt x="10547895" y="105671"/>
                </a:lnTo>
                <a:cubicBezTo>
                  <a:pt x="10547615" y="116517"/>
                  <a:pt x="10544748" y="111892"/>
                  <a:pt x="10536136" y="100684"/>
                </a:cubicBezTo>
                <a:lnTo>
                  <a:pt x="10467784" y="12157"/>
                </a:lnTo>
                <a:cubicBezTo>
                  <a:pt x="10467784" y="12157"/>
                  <a:pt x="10465911" y="12555"/>
                  <a:pt x="10464996" y="12555"/>
                </a:cubicBezTo>
                <a:cubicBezTo>
                  <a:pt x="10458221" y="12555"/>
                  <a:pt x="10456625" y="11956"/>
                  <a:pt x="10456625" y="11956"/>
                </a:cubicBezTo>
                <a:lnTo>
                  <a:pt x="10456226" y="12555"/>
                </a:lnTo>
                <a:close/>
                <a:moveTo>
                  <a:pt x="10658893" y="12735"/>
                </a:moveTo>
                <a:lnTo>
                  <a:pt x="10607079" y="12735"/>
                </a:lnTo>
                <a:cubicBezTo>
                  <a:pt x="10600304" y="12735"/>
                  <a:pt x="10596917" y="12139"/>
                  <a:pt x="10596917" y="12139"/>
                </a:cubicBezTo>
                <a:lnTo>
                  <a:pt x="10596519" y="12735"/>
                </a:lnTo>
                <a:cubicBezTo>
                  <a:pt x="10598112" y="24095"/>
                  <a:pt x="10598510" y="37653"/>
                  <a:pt x="10598510" y="52607"/>
                </a:cubicBezTo>
                <a:lnTo>
                  <a:pt x="10598510" y="101390"/>
                </a:lnTo>
                <a:cubicBezTo>
                  <a:pt x="10598510" y="116304"/>
                  <a:pt x="10598112" y="130425"/>
                  <a:pt x="10596519" y="141162"/>
                </a:cubicBezTo>
                <a:lnTo>
                  <a:pt x="10596716" y="141758"/>
                </a:lnTo>
                <a:cubicBezTo>
                  <a:pt x="10596716" y="141758"/>
                  <a:pt x="10600107" y="141162"/>
                  <a:pt x="10607079" y="141162"/>
                </a:cubicBezTo>
                <a:cubicBezTo>
                  <a:pt x="10613857" y="141162"/>
                  <a:pt x="10617244" y="141758"/>
                  <a:pt x="10617244" y="141758"/>
                </a:cubicBezTo>
                <a:lnTo>
                  <a:pt x="10617642" y="141162"/>
                </a:lnTo>
                <a:cubicBezTo>
                  <a:pt x="10616046" y="129826"/>
                  <a:pt x="10615648" y="116304"/>
                  <a:pt x="10615648" y="101390"/>
                </a:cubicBezTo>
                <a:lnTo>
                  <a:pt x="10615648" y="78122"/>
                </a:lnTo>
                <a:cubicBezTo>
                  <a:pt x="10625214" y="78122"/>
                  <a:pt x="10646338" y="78721"/>
                  <a:pt x="10660088" y="80111"/>
                </a:cubicBezTo>
                <a:lnTo>
                  <a:pt x="10660687" y="79515"/>
                </a:lnTo>
                <a:cubicBezTo>
                  <a:pt x="10660285" y="77724"/>
                  <a:pt x="10660088" y="74935"/>
                  <a:pt x="10660088" y="73141"/>
                </a:cubicBezTo>
                <a:cubicBezTo>
                  <a:pt x="10660088" y="71347"/>
                  <a:pt x="10660285" y="68559"/>
                  <a:pt x="10660687" y="66765"/>
                </a:cubicBezTo>
                <a:lnTo>
                  <a:pt x="10660088" y="66166"/>
                </a:lnTo>
                <a:cubicBezTo>
                  <a:pt x="10648329" y="67163"/>
                  <a:pt x="10639165" y="68161"/>
                  <a:pt x="10615648" y="68161"/>
                </a:cubicBezTo>
                <a:lnTo>
                  <a:pt x="10615648" y="52607"/>
                </a:lnTo>
                <a:cubicBezTo>
                  <a:pt x="10615648" y="49217"/>
                  <a:pt x="10615848" y="28680"/>
                  <a:pt x="10617244" y="23897"/>
                </a:cubicBezTo>
                <a:cubicBezTo>
                  <a:pt x="10643945" y="23897"/>
                  <a:pt x="10671445" y="26287"/>
                  <a:pt x="10671445" y="26287"/>
                </a:cubicBezTo>
                <a:lnTo>
                  <a:pt x="10671846" y="25490"/>
                </a:lnTo>
                <a:cubicBezTo>
                  <a:pt x="10671646" y="23897"/>
                  <a:pt x="10671445" y="21306"/>
                  <a:pt x="10671445" y="19512"/>
                </a:cubicBezTo>
                <a:cubicBezTo>
                  <a:pt x="10671445" y="17916"/>
                  <a:pt x="10671646" y="15526"/>
                  <a:pt x="10671846" y="12735"/>
                </a:cubicBezTo>
                <a:lnTo>
                  <a:pt x="10671445" y="12139"/>
                </a:lnTo>
                <a:cubicBezTo>
                  <a:pt x="10668258" y="12537"/>
                  <a:pt x="10663676" y="12735"/>
                  <a:pt x="10658893" y="12735"/>
                </a:cubicBezTo>
                <a:close/>
                <a:moveTo>
                  <a:pt x="10746970" y="55742"/>
                </a:moveTo>
                <a:cubicBezTo>
                  <a:pt x="10742905" y="55742"/>
                  <a:pt x="10738681" y="55663"/>
                  <a:pt x="10736209" y="55344"/>
                </a:cubicBezTo>
                <a:cubicBezTo>
                  <a:pt x="10734856" y="58613"/>
                  <a:pt x="10733780" y="60525"/>
                  <a:pt x="10731828" y="63514"/>
                </a:cubicBezTo>
                <a:lnTo>
                  <a:pt x="10732822" y="64910"/>
                </a:lnTo>
                <a:cubicBezTo>
                  <a:pt x="10736252" y="64670"/>
                  <a:pt x="10742428" y="64551"/>
                  <a:pt x="10746970" y="64512"/>
                </a:cubicBezTo>
                <a:lnTo>
                  <a:pt x="10746970" y="91775"/>
                </a:lnTo>
                <a:cubicBezTo>
                  <a:pt x="10746970" y="103716"/>
                  <a:pt x="10746375" y="118047"/>
                  <a:pt x="10746375" y="124016"/>
                </a:cubicBezTo>
                <a:cubicBezTo>
                  <a:pt x="10746375" y="136957"/>
                  <a:pt x="10754743" y="143120"/>
                  <a:pt x="10763910" y="143120"/>
                </a:cubicBezTo>
                <a:cubicBezTo>
                  <a:pt x="10772281" y="143120"/>
                  <a:pt x="10778658" y="141132"/>
                  <a:pt x="10787026" y="135765"/>
                </a:cubicBezTo>
                <a:lnTo>
                  <a:pt x="10784596" y="130860"/>
                </a:lnTo>
                <a:cubicBezTo>
                  <a:pt x="10778457" y="132974"/>
                  <a:pt x="10773875" y="133174"/>
                  <a:pt x="10768891" y="132378"/>
                </a:cubicBezTo>
                <a:cubicBezTo>
                  <a:pt x="10764151" y="131620"/>
                  <a:pt x="10762317" y="126840"/>
                  <a:pt x="10762317" y="116055"/>
                </a:cubicBezTo>
                <a:cubicBezTo>
                  <a:pt x="10762317" y="110086"/>
                  <a:pt x="10762913" y="101526"/>
                  <a:pt x="10762913" y="89589"/>
                </a:cubicBezTo>
                <a:lnTo>
                  <a:pt x="10762913" y="64512"/>
                </a:lnTo>
                <a:lnTo>
                  <a:pt x="10770487" y="64512"/>
                </a:lnTo>
                <a:cubicBezTo>
                  <a:pt x="10775270" y="64512"/>
                  <a:pt x="10782203" y="64670"/>
                  <a:pt x="10784833" y="64910"/>
                </a:cubicBezTo>
                <a:cubicBezTo>
                  <a:pt x="10785432" y="61723"/>
                  <a:pt x="10786032" y="59689"/>
                  <a:pt x="10787227" y="56740"/>
                </a:cubicBezTo>
                <a:lnTo>
                  <a:pt x="10786229" y="55344"/>
                </a:lnTo>
                <a:cubicBezTo>
                  <a:pt x="10782641" y="55505"/>
                  <a:pt x="10776864" y="55742"/>
                  <a:pt x="10772281" y="55742"/>
                </a:cubicBezTo>
                <a:lnTo>
                  <a:pt x="10762913" y="55742"/>
                </a:lnTo>
                <a:cubicBezTo>
                  <a:pt x="10762913" y="40837"/>
                  <a:pt x="10763035" y="38207"/>
                  <a:pt x="10763910" y="26649"/>
                </a:cubicBezTo>
                <a:cubicBezTo>
                  <a:pt x="10763910" y="25214"/>
                  <a:pt x="10763354" y="24657"/>
                  <a:pt x="10762116" y="24657"/>
                </a:cubicBezTo>
                <a:cubicBezTo>
                  <a:pt x="10757136" y="26649"/>
                  <a:pt x="10754663" y="28762"/>
                  <a:pt x="10748169" y="29638"/>
                </a:cubicBezTo>
                <a:lnTo>
                  <a:pt x="10747770" y="30237"/>
                </a:lnTo>
                <a:cubicBezTo>
                  <a:pt x="10747372" y="37173"/>
                  <a:pt x="10746970" y="44185"/>
                  <a:pt x="10746970" y="55742"/>
                </a:cubicBezTo>
                <a:close/>
                <a:moveTo>
                  <a:pt x="10829073" y="74534"/>
                </a:moveTo>
                <a:lnTo>
                  <a:pt x="10829073" y="56393"/>
                </a:lnTo>
                <a:cubicBezTo>
                  <a:pt x="10829073" y="54839"/>
                  <a:pt x="10828833" y="54401"/>
                  <a:pt x="10827878" y="54401"/>
                </a:cubicBezTo>
                <a:cubicBezTo>
                  <a:pt x="10823414" y="55277"/>
                  <a:pt x="10816281" y="55435"/>
                  <a:pt x="10811735" y="54997"/>
                </a:cubicBezTo>
                <a:lnTo>
                  <a:pt x="10811336" y="55596"/>
                </a:lnTo>
                <a:cubicBezTo>
                  <a:pt x="10812732" y="64205"/>
                  <a:pt x="10813130" y="79323"/>
                  <a:pt x="10813130" y="94283"/>
                </a:cubicBezTo>
                <a:lnTo>
                  <a:pt x="10813130" y="105254"/>
                </a:lnTo>
                <a:cubicBezTo>
                  <a:pt x="10813130" y="120215"/>
                  <a:pt x="10812893" y="130428"/>
                  <a:pt x="10811336" y="141162"/>
                </a:cubicBezTo>
                <a:lnTo>
                  <a:pt x="10811735" y="141758"/>
                </a:lnTo>
                <a:cubicBezTo>
                  <a:pt x="10814128" y="141360"/>
                  <a:pt x="10818710" y="141162"/>
                  <a:pt x="10821103" y="141162"/>
                </a:cubicBezTo>
                <a:cubicBezTo>
                  <a:pt x="10823493" y="141162"/>
                  <a:pt x="10828076" y="141360"/>
                  <a:pt x="10830469" y="141758"/>
                </a:cubicBezTo>
                <a:lnTo>
                  <a:pt x="10830867" y="141162"/>
                </a:lnTo>
                <a:cubicBezTo>
                  <a:pt x="10829392" y="129790"/>
                  <a:pt x="10829073" y="120415"/>
                  <a:pt x="10829073" y="105254"/>
                </a:cubicBezTo>
                <a:lnTo>
                  <a:pt x="10829073" y="94882"/>
                </a:lnTo>
                <a:cubicBezTo>
                  <a:pt x="10829073" y="86502"/>
                  <a:pt x="10831585" y="81716"/>
                  <a:pt x="10835848" y="75133"/>
                </a:cubicBezTo>
                <a:cubicBezTo>
                  <a:pt x="10838758" y="70706"/>
                  <a:pt x="10843221" y="68152"/>
                  <a:pt x="10847007" y="68152"/>
                </a:cubicBezTo>
                <a:cubicBezTo>
                  <a:pt x="10850993" y="68152"/>
                  <a:pt x="10854779" y="68550"/>
                  <a:pt x="10857370" y="70943"/>
                </a:cubicBezTo>
                <a:lnTo>
                  <a:pt x="10858963" y="70545"/>
                </a:lnTo>
                <a:lnTo>
                  <a:pt x="10862950" y="55794"/>
                </a:lnTo>
                <a:lnTo>
                  <a:pt x="10862153" y="54997"/>
                </a:lnTo>
                <a:cubicBezTo>
                  <a:pt x="10858766" y="54003"/>
                  <a:pt x="10858565" y="53602"/>
                  <a:pt x="10854980" y="53602"/>
                </a:cubicBezTo>
                <a:cubicBezTo>
                  <a:pt x="10844219" y="53602"/>
                  <a:pt x="10838438" y="59780"/>
                  <a:pt x="10829672" y="74932"/>
                </a:cubicBezTo>
                <a:lnTo>
                  <a:pt x="10829073" y="74534"/>
                </a:lnTo>
                <a:close/>
                <a:moveTo>
                  <a:pt x="10928315" y="96269"/>
                </a:moveTo>
                <a:lnTo>
                  <a:pt x="10927518" y="119999"/>
                </a:lnTo>
                <a:cubicBezTo>
                  <a:pt x="10927518" y="122589"/>
                  <a:pt x="10926320" y="123985"/>
                  <a:pt x="10924726" y="125183"/>
                </a:cubicBezTo>
                <a:cubicBezTo>
                  <a:pt x="10919147" y="129370"/>
                  <a:pt x="10912372" y="132958"/>
                  <a:pt x="10906394" y="132958"/>
                </a:cubicBezTo>
                <a:cubicBezTo>
                  <a:pt x="10897427" y="132958"/>
                  <a:pt x="10891647" y="126977"/>
                  <a:pt x="10891647" y="120795"/>
                </a:cubicBezTo>
                <a:cubicBezTo>
                  <a:pt x="10891647" y="111822"/>
                  <a:pt x="10895831" y="105042"/>
                  <a:pt x="10911375" y="100854"/>
                </a:cubicBezTo>
                <a:lnTo>
                  <a:pt x="10928315" y="96269"/>
                </a:lnTo>
                <a:moveTo>
                  <a:pt x="10928315" y="131563"/>
                </a:moveTo>
                <a:cubicBezTo>
                  <a:pt x="10930625" y="139335"/>
                  <a:pt x="10936564" y="143120"/>
                  <a:pt x="10943859" y="143120"/>
                </a:cubicBezTo>
                <a:cubicBezTo>
                  <a:pt x="10948879" y="143120"/>
                  <a:pt x="10955018" y="141925"/>
                  <a:pt x="10959719" y="136945"/>
                </a:cubicBezTo>
                <a:lnTo>
                  <a:pt x="10958244" y="132001"/>
                </a:lnTo>
                <a:cubicBezTo>
                  <a:pt x="10956052" y="132761"/>
                  <a:pt x="10954380" y="133037"/>
                  <a:pt x="10952865" y="133037"/>
                </a:cubicBezTo>
                <a:cubicBezTo>
                  <a:pt x="10950871" y="133037"/>
                  <a:pt x="10948240" y="132679"/>
                  <a:pt x="10947006" y="131563"/>
                </a:cubicBezTo>
                <a:cubicBezTo>
                  <a:pt x="10944975" y="129729"/>
                  <a:pt x="10943697" y="124864"/>
                  <a:pt x="10943697" y="116009"/>
                </a:cubicBezTo>
                <a:cubicBezTo>
                  <a:pt x="10943697" y="110226"/>
                  <a:pt x="10944257" y="88096"/>
                  <a:pt x="10944257" y="85900"/>
                </a:cubicBezTo>
                <a:cubicBezTo>
                  <a:pt x="10944257" y="58984"/>
                  <a:pt x="10926520" y="53602"/>
                  <a:pt x="10911375" y="53602"/>
                </a:cubicBezTo>
                <a:cubicBezTo>
                  <a:pt x="10896229" y="53602"/>
                  <a:pt x="10887064" y="60975"/>
                  <a:pt x="10882080" y="65163"/>
                </a:cubicBezTo>
                <a:lnTo>
                  <a:pt x="10881484" y="65962"/>
                </a:lnTo>
                <a:lnTo>
                  <a:pt x="10884872" y="79320"/>
                </a:lnTo>
                <a:lnTo>
                  <a:pt x="10887463" y="79521"/>
                </a:lnTo>
                <a:cubicBezTo>
                  <a:pt x="10893042" y="70548"/>
                  <a:pt x="10899817" y="62572"/>
                  <a:pt x="10909383" y="62572"/>
                </a:cubicBezTo>
                <a:cubicBezTo>
                  <a:pt x="10916556" y="62572"/>
                  <a:pt x="10928512" y="63569"/>
                  <a:pt x="10928512" y="86101"/>
                </a:cubicBezTo>
                <a:cubicBezTo>
                  <a:pt x="10928512" y="87497"/>
                  <a:pt x="10927715" y="88293"/>
                  <a:pt x="10927116" y="88494"/>
                </a:cubicBezTo>
                <a:lnTo>
                  <a:pt x="10908586" y="92681"/>
                </a:lnTo>
                <a:cubicBezTo>
                  <a:pt x="10888259" y="97266"/>
                  <a:pt x="10875506" y="108034"/>
                  <a:pt x="10875506" y="121592"/>
                </a:cubicBezTo>
                <a:cubicBezTo>
                  <a:pt x="10875506" y="136346"/>
                  <a:pt x="10885668" y="143120"/>
                  <a:pt x="10900416" y="143120"/>
                </a:cubicBezTo>
                <a:cubicBezTo>
                  <a:pt x="10911375" y="143120"/>
                  <a:pt x="10916954" y="140533"/>
                  <a:pt x="10927518" y="131563"/>
                </a:cubicBezTo>
                <a:lnTo>
                  <a:pt x="10928315" y="131563"/>
                </a:lnTo>
                <a:close/>
                <a:moveTo>
                  <a:pt x="11054057" y="105254"/>
                </a:moveTo>
                <a:cubicBezTo>
                  <a:pt x="11054057" y="98872"/>
                  <a:pt x="11054455" y="91492"/>
                  <a:pt x="11054455" y="85110"/>
                </a:cubicBezTo>
                <a:cubicBezTo>
                  <a:pt x="11054455" y="64363"/>
                  <a:pt x="11047680" y="53602"/>
                  <a:pt x="11029746" y="53602"/>
                </a:cubicBezTo>
                <a:cubicBezTo>
                  <a:pt x="11022172" y="53602"/>
                  <a:pt x="11008023" y="56594"/>
                  <a:pt x="10995271" y="71545"/>
                </a:cubicBezTo>
                <a:lnTo>
                  <a:pt x="10994872" y="70946"/>
                </a:lnTo>
                <a:lnTo>
                  <a:pt x="10994872" y="56393"/>
                </a:lnTo>
                <a:cubicBezTo>
                  <a:pt x="10994833" y="54839"/>
                  <a:pt x="10994632" y="54401"/>
                  <a:pt x="10993677" y="54401"/>
                </a:cubicBezTo>
                <a:cubicBezTo>
                  <a:pt x="10989213" y="55277"/>
                  <a:pt x="10982077" y="55435"/>
                  <a:pt x="10977534" y="54997"/>
                </a:cubicBezTo>
                <a:lnTo>
                  <a:pt x="10977136" y="55596"/>
                </a:lnTo>
                <a:cubicBezTo>
                  <a:pt x="10978531" y="64205"/>
                  <a:pt x="10978930" y="79323"/>
                  <a:pt x="10978930" y="94283"/>
                </a:cubicBezTo>
                <a:lnTo>
                  <a:pt x="10978930" y="105254"/>
                </a:lnTo>
                <a:cubicBezTo>
                  <a:pt x="10978930" y="120218"/>
                  <a:pt x="10978729" y="130389"/>
                  <a:pt x="10977136" y="141162"/>
                </a:cubicBezTo>
                <a:lnTo>
                  <a:pt x="10977534" y="141758"/>
                </a:lnTo>
                <a:cubicBezTo>
                  <a:pt x="10979927" y="141360"/>
                  <a:pt x="10984509" y="141162"/>
                  <a:pt x="10986899" y="141162"/>
                </a:cubicBezTo>
                <a:cubicBezTo>
                  <a:pt x="10989293" y="141162"/>
                  <a:pt x="10993875" y="141360"/>
                  <a:pt x="10996268" y="141758"/>
                </a:cubicBezTo>
                <a:lnTo>
                  <a:pt x="10996666" y="141162"/>
                </a:lnTo>
                <a:cubicBezTo>
                  <a:pt x="10995070" y="129790"/>
                  <a:pt x="10994872" y="120415"/>
                  <a:pt x="10994872" y="105254"/>
                </a:cubicBezTo>
                <a:lnTo>
                  <a:pt x="10994872" y="81917"/>
                </a:lnTo>
                <a:cubicBezTo>
                  <a:pt x="11005034" y="69949"/>
                  <a:pt x="11016592" y="65561"/>
                  <a:pt x="11023768" y="65561"/>
                </a:cubicBezTo>
                <a:cubicBezTo>
                  <a:pt x="11033930" y="65561"/>
                  <a:pt x="11038114" y="69550"/>
                  <a:pt x="11038114" y="85706"/>
                </a:cubicBezTo>
                <a:lnTo>
                  <a:pt x="11038114" y="105254"/>
                </a:lnTo>
                <a:cubicBezTo>
                  <a:pt x="11038114" y="120218"/>
                  <a:pt x="11037755" y="130428"/>
                  <a:pt x="11036320" y="141162"/>
                </a:cubicBezTo>
                <a:lnTo>
                  <a:pt x="11036719" y="141758"/>
                </a:lnTo>
                <a:cubicBezTo>
                  <a:pt x="11039112" y="141360"/>
                  <a:pt x="11043694" y="141162"/>
                  <a:pt x="11046087" y="141162"/>
                </a:cubicBezTo>
                <a:cubicBezTo>
                  <a:pt x="11048477" y="141162"/>
                  <a:pt x="11053059" y="141360"/>
                  <a:pt x="11055452" y="141758"/>
                </a:cubicBezTo>
                <a:lnTo>
                  <a:pt x="11055851" y="141162"/>
                </a:lnTo>
                <a:cubicBezTo>
                  <a:pt x="11054297" y="129790"/>
                  <a:pt x="11054057" y="120415"/>
                  <a:pt x="11054057" y="105254"/>
                </a:cubicBezTo>
                <a:close/>
                <a:moveTo>
                  <a:pt x="11079762" y="120993"/>
                </a:moveTo>
                <a:lnTo>
                  <a:pt x="11076375" y="137741"/>
                </a:lnTo>
                <a:cubicBezTo>
                  <a:pt x="11087735" y="141728"/>
                  <a:pt x="11098895" y="143120"/>
                  <a:pt x="11106466" y="143120"/>
                </a:cubicBezTo>
                <a:cubicBezTo>
                  <a:pt x="11133966" y="143120"/>
                  <a:pt x="11140343" y="126777"/>
                  <a:pt x="11140343" y="115809"/>
                </a:cubicBezTo>
                <a:cubicBezTo>
                  <a:pt x="11140343" y="99459"/>
                  <a:pt x="11127389" y="93079"/>
                  <a:pt x="11113241" y="89689"/>
                </a:cubicBezTo>
                <a:cubicBezTo>
                  <a:pt x="11105709" y="87895"/>
                  <a:pt x="11094711" y="84106"/>
                  <a:pt x="11094711" y="74136"/>
                </a:cubicBezTo>
                <a:cubicBezTo>
                  <a:pt x="11094711" y="65959"/>
                  <a:pt x="11101285" y="61574"/>
                  <a:pt x="11109853" y="61574"/>
                </a:cubicBezTo>
                <a:cubicBezTo>
                  <a:pt x="11120216" y="61574"/>
                  <a:pt x="11126592" y="69748"/>
                  <a:pt x="11131178" y="75133"/>
                </a:cubicBezTo>
                <a:lnTo>
                  <a:pt x="11133966" y="74932"/>
                </a:lnTo>
                <a:lnTo>
                  <a:pt x="11137953" y="60179"/>
                </a:lnTo>
                <a:lnTo>
                  <a:pt x="11137554" y="59583"/>
                </a:lnTo>
                <a:cubicBezTo>
                  <a:pt x="11131774" y="56594"/>
                  <a:pt x="11120815" y="53602"/>
                  <a:pt x="11110650" y="53602"/>
                </a:cubicBezTo>
                <a:cubicBezTo>
                  <a:pt x="11095906" y="53602"/>
                  <a:pt x="11080559" y="61374"/>
                  <a:pt x="11080559" y="77924"/>
                </a:cubicBezTo>
                <a:cubicBezTo>
                  <a:pt x="11080559" y="93876"/>
                  <a:pt x="11092479" y="99139"/>
                  <a:pt x="11104474" y="102451"/>
                </a:cubicBezTo>
                <a:cubicBezTo>
                  <a:pt x="11116032" y="105641"/>
                  <a:pt x="11124601" y="108830"/>
                  <a:pt x="11124601" y="118600"/>
                </a:cubicBezTo>
                <a:cubicBezTo>
                  <a:pt x="11124601" y="129170"/>
                  <a:pt x="11116829" y="135151"/>
                  <a:pt x="11106268" y="135151"/>
                </a:cubicBezTo>
                <a:cubicBezTo>
                  <a:pt x="11096702" y="135151"/>
                  <a:pt x="11088331" y="128571"/>
                  <a:pt x="11082751" y="120795"/>
                </a:cubicBezTo>
                <a:lnTo>
                  <a:pt x="11079762" y="120993"/>
                </a:lnTo>
                <a:close/>
                <a:moveTo>
                  <a:pt x="11168443" y="55742"/>
                </a:moveTo>
                <a:cubicBezTo>
                  <a:pt x="11164098" y="55742"/>
                  <a:pt x="11159516" y="55703"/>
                  <a:pt x="11156882" y="55344"/>
                </a:cubicBezTo>
                <a:cubicBezTo>
                  <a:pt x="11155529" y="58573"/>
                  <a:pt x="11154453" y="60525"/>
                  <a:pt x="11152501" y="63514"/>
                </a:cubicBezTo>
                <a:lnTo>
                  <a:pt x="11153495" y="64910"/>
                </a:lnTo>
                <a:cubicBezTo>
                  <a:pt x="11157083" y="64670"/>
                  <a:pt x="11163660" y="64512"/>
                  <a:pt x="11168242" y="64512"/>
                </a:cubicBezTo>
                <a:lnTo>
                  <a:pt x="11168443" y="64512"/>
                </a:lnTo>
                <a:lnTo>
                  <a:pt x="11168443" y="101542"/>
                </a:lnTo>
                <a:cubicBezTo>
                  <a:pt x="11168443" y="116475"/>
                  <a:pt x="11168163" y="130492"/>
                  <a:pt x="11166448" y="141162"/>
                </a:cubicBezTo>
                <a:lnTo>
                  <a:pt x="11166847" y="141758"/>
                </a:lnTo>
                <a:cubicBezTo>
                  <a:pt x="11169240" y="141363"/>
                  <a:pt x="11174023" y="141162"/>
                  <a:pt x="11176413" y="141162"/>
                </a:cubicBezTo>
                <a:cubicBezTo>
                  <a:pt x="11178803" y="141162"/>
                  <a:pt x="11183586" y="141363"/>
                  <a:pt x="11185979" y="141758"/>
                </a:cubicBezTo>
                <a:lnTo>
                  <a:pt x="11186377" y="141162"/>
                </a:lnTo>
                <a:cubicBezTo>
                  <a:pt x="11184702" y="129814"/>
                  <a:pt x="11184382" y="116475"/>
                  <a:pt x="11184382" y="101542"/>
                </a:cubicBezTo>
                <a:lnTo>
                  <a:pt x="11184382" y="64512"/>
                </a:lnTo>
                <a:lnTo>
                  <a:pt x="11191160" y="64512"/>
                </a:lnTo>
                <a:cubicBezTo>
                  <a:pt x="11195943" y="64512"/>
                  <a:pt x="11202876" y="64670"/>
                  <a:pt x="11205506" y="64910"/>
                </a:cubicBezTo>
                <a:cubicBezTo>
                  <a:pt x="11206105" y="61723"/>
                  <a:pt x="11206704" y="59689"/>
                  <a:pt x="11207899" y="56740"/>
                </a:cubicBezTo>
                <a:lnTo>
                  <a:pt x="11206902" y="55344"/>
                </a:lnTo>
                <a:cubicBezTo>
                  <a:pt x="11203554" y="55502"/>
                  <a:pt x="11197537" y="55742"/>
                  <a:pt x="11192954" y="55742"/>
                </a:cubicBezTo>
                <a:lnTo>
                  <a:pt x="11184382" y="55742"/>
                </a:lnTo>
                <a:lnTo>
                  <a:pt x="11184382" y="53942"/>
                </a:lnTo>
                <a:cubicBezTo>
                  <a:pt x="11184382" y="46733"/>
                  <a:pt x="11183388" y="36321"/>
                  <a:pt x="11183388" y="32718"/>
                </a:cubicBezTo>
                <a:cubicBezTo>
                  <a:pt x="11183388" y="21665"/>
                  <a:pt x="11190522" y="14188"/>
                  <a:pt x="11201921" y="14188"/>
                </a:cubicBezTo>
                <a:cubicBezTo>
                  <a:pt x="11207060" y="14188"/>
                  <a:pt x="11211287" y="17153"/>
                  <a:pt x="11213479" y="21103"/>
                </a:cubicBezTo>
                <a:lnTo>
                  <a:pt x="11215671" y="20908"/>
                </a:lnTo>
                <a:cubicBezTo>
                  <a:pt x="11217064" y="15572"/>
                  <a:pt x="11219217" y="8848"/>
                  <a:pt x="11221251" y="4622"/>
                </a:cubicBezTo>
                <a:lnTo>
                  <a:pt x="11221050" y="4026"/>
                </a:lnTo>
                <a:cubicBezTo>
                  <a:pt x="11219457" y="3029"/>
                  <a:pt x="11215869" y="2031"/>
                  <a:pt x="11212083" y="2031"/>
                </a:cubicBezTo>
                <a:cubicBezTo>
                  <a:pt x="11199528" y="2031"/>
                  <a:pt x="11186934" y="7851"/>
                  <a:pt x="11179402" y="17350"/>
                </a:cubicBezTo>
                <a:cubicBezTo>
                  <a:pt x="11171830" y="26910"/>
                  <a:pt x="11168443" y="36321"/>
                  <a:pt x="11168443" y="47934"/>
                </a:cubicBezTo>
                <a:lnTo>
                  <a:pt x="11168443" y="55742"/>
                </a:lnTo>
                <a:close/>
                <a:moveTo>
                  <a:pt x="11218859" y="100255"/>
                </a:moveTo>
                <a:cubicBezTo>
                  <a:pt x="11218859" y="124183"/>
                  <a:pt x="11234600" y="143120"/>
                  <a:pt x="11261106" y="143120"/>
                </a:cubicBezTo>
                <a:cubicBezTo>
                  <a:pt x="11287409" y="143120"/>
                  <a:pt x="11303351" y="124584"/>
                  <a:pt x="11303351" y="98461"/>
                </a:cubicBezTo>
                <a:cubicBezTo>
                  <a:pt x="11303351" y="71344"/>
                  <a:pt x="11288804" y="53602"/>
                  <a:pt x="11261903" y="53602"/>
                </a:cubicBezTo>
                <a:cubicBezTo>
                  <a:pt x="11235795" y="53602"/>
                  <a:pt x="11218859" y="71943"/>
                  <a:pt x="11218859" y="100255"/>
                </a:cubicBezTo>
                <a:moveTo>
                  <a:pt x="11260507" y="61574"/>
                </a:moveTo>
                <a:cubicBezTo>
                  <a:pt x="11281631" y="61574"/>
                  <a:pt x="11285815" y="77924"/>
                  <a:pt x="11285815" y="102052"/>
                </a:cubicBezTo>
                <a:cubicBezTo>
                  <a:pt x="11285815" y="120993"/>
                  <a:pt x="11276249" y="135151"/>
                  <a:pt x="11262897" y="135151"/>
                </a:cubicBezTo>
                <a:cubicBezTo>
                  <a:pt x="11241777" y="135151"/>
                  <a:pt x="11236394" y="112221"/>
                  <a:pt x="11236394" y="96868"/>
                </a:cubicBezTo>
                <a:cubicBezTo>
                  <a:pt x="11236394" y="79521"/>
                  <a:pt x="11241777" y="61574"/>
                  <a:pt x="11260507" y="61574"/>
                </a:cubicBezTo>
                <a:close/>
                <a:moveTo>
                  <a:pt x="11344203" y="74534"/>
                </a:moveTo>
                <a:lnTo>
                  <a:pt x="11344203" y="56393"/>
                </a:lnTo>
                <a:cubicBezTo>
                  <a:pt x="11344203" y="54839"/>
                  <a:pt x="11343963" y="54401"/>
                  <a:pt x="11343008" y="54401"/>
                </a:cubicBezTo>
                <a:cubicBezTo>
                  <a:pt x="11338544" y="55277"/>
                  <a:pt x="11331411" y="55435"/>
                  <a:pt x="11326865" y="54997"/>
                </a:cubicBezTo>
                <a:lnTo>
                  <a:pt x="11326467" y="55596"/>
                </a:lnTo>
                <a:cubicBezTo>
                  <a:pt x="11327862" y="64205"/>
                  <a:pt x="11328261" y="79323"/>
                  <a:pt x="11328261" y="94283"/>
                </a:cubicBezTo>
                <a:lnTo>
                  <a:pt x="11328261" y="105254"/>
                </a:lnTo>
                <a:cubicBezTo>
                  <a:pt x="11328261" y="120215"/>
                  <a:pt x="11328023" y="130428"/>
                  <a:pt x="11326467" y="141162"/>
                </a:cubicBezTo>
                <a:lnTo>
                  <a:pt x="11326865" y="141758"/>
                </a:lnTo>
                <a:cubicBezTo>
                  <a:pt x="11329258" y="141360"/>
                  <a:pt x="11333840" y="141162"/>
                  <a:pt x="11336233" y="141162"/>
                </a:cubicBezTo>
                <a:cubicBezTo>
                  <a:pt x="11338623" y="141162"/>
                  <a:pt x="11343206" y="141360"/>
                  <a:pt x="11345599" y="141758"/>
                </a:cubicBezTo>
                <a:lnTo>
                  <a:pt x="11345997" y="141162"/>
                </a:lnTo>
                <a:cubicBezTo>
                  <a:pt x="11344522" y="129790"/>
                  <a:pt x="11344203" y="120415"/>
                  <a:pt x="11344203" y="105254"/>
                </a:cubicBezTo>
                <a:lnTo>
                  <a:pt x="11344203" y="94882"/>
                </a:lnTo>
                <a:cubicBezTo>
                  <a:pt x="11344203" y="86502"/>
                  <a:pt x="11346715" y="81716"/>
                  <a:pt x="11350978" y="75133"/>
                </a:cubicBezTo>
                <a:cubicBezTo>
                  <a:pt x="11353888" y="70706"/>
                  <a:pt x="11358351" y="68152"/>
                  <a:pt x="11362137" y="68152"/>
                </a:cubicBezTo>
                <a:cubicBezTo>
                  <a:pt x="11366124" y="68152"/>
                  <a:pt x="11369909" y="68550"/>
                  <a:pt x="11372500" y="70943"/>
                </a:cubicBezTo>
                <a:lnTo>
                  <a:pt x="11374093" y="70545"/>
                </a:lnTo>
                <a:lnTo>
                  <a:pt x="11378080" y="55794"/>
                </a:lnTo>
                <a:lnTo>
                  <a:pt x="11377283" y="54997"/>
                </a:lnTo>
                <a:cubicBezTo>
                  <a:pt x="11373896" y="54003"/>
                  <a:pt x="11373695" y="53602"/>
                  <a:pt x="11370110" y="53602"/>
                </a:cubicBezTo>
                <a:cubicBezTo>
                  <a:pt x="11359349" y="53602"/>
                  <a:pt x="11353568" y="59780"/>
                  <a:pt x="11344802" y="74932"/>
                </a:cubicBezTo>
                <a:lnTo>
                  <a:pt x="11344203" y="74534"/>
                </a:lnTo>
                <a:close/>
                <a:moveTo>
                  <a:pt x="11413949" y="70946"/>
                </a:moveTo>
                <a:lnTo>
                  <a:pt x="11413949" y="56393"/>
                </a:lnTo>
                <a:cubicBezTo>
                  <a:pt x="11413949" y="54839"/>
                  <a:pt x="11413712" y="54401"/>
                  <a:pt x="11412754" y="54401"/>
                </a:cubicBezTo>
                <a:cubicBezTo>
                  <a:pt x="11408290" y="55277"/>
                  <a:pt x="11401157" y="55435"/>
                  <a:pt x="11396614" y="54997"/>
                </a:cubicBezTo>
                <a:lnTo>
                  <a:pt x="11396215" y="55596"/>
                </a:lnTo>
                <a:cubicBezTo>
                  <a:pt x="11397608" y="64205"/>
                  <a:pt x="11398006" y="79323"/>
                  <a:pt x="11398006" y="94283"/>
                </a:cubicBezTo>
                <a:lnTo>
                  <a:pt x="11398006" y="105254"/>
                </a:lnTo>
                <a:cubicBezTo>
                  <a:pt x="11398006" y="120218"/>
                  <a:pt x="11397809" y="130389"/>
                  <a:pt x="11396215" y="141162"/>
                </a:cubicBezTo>
                <a:lnTo>
                  <a:pt x="11396614" y="141758"/>
                </a:lnTo>
                <a:cubicBezTo>
                  <a:pt x="11399004" y="141360"/>
                  <a:pt x="11403586" y="141162"/>
                  <a:pt x="11405979" y="141162"/>
                </a:cubicBezTo>
                <a:cubicBezTo>
                  <a:pt x="11408369" y="141162"/>
                  <a:pt x="11412955" y="141360"/>
                  <a:pt x="11415345" y="141758"/>
                </a:cubicBezTo>
                <a:lnTo>
                  <a:pt x="11415743" y="141162"/>
                </a:lnTo>
                <a:cubicBezTo>
                  <a:pt x="11414150" y="129790"/>
                  <a:pt x="11413949" y="120415"/>
                  <a:pt x="11413949" y="105254"/>
                </a:cubicBezTo>
                <a:lnTo>
                  <a:pt x="11413949" y="81120"/>
                </a:lnTo>
                <a:cubicBezTo>
                  <a:pt x="11423317" y="71545"/>
                  <a:pt x="11434477" y="65561"/>
                  <a:pt x="11441449" y="65561"/>
                </a:cubicBezTo>
                <a:cubicBezTo>
                  <a:pt x="11449023" y="65561"/>
                  <a:pt x="11454603" y="69949"/>
                  <a:pt x="11454603" y="83313"/>
                </a:cubicBezTo>
                <a:lnTo>
                  <a:pt x="11454603" y="105254"/>
                </a:lnTo>
                <a:cubicBezTo>
                  <a:pt x="11454603" y="120218"/>
                  <a:pt x="11454402" y="130389"/>
                  <a:pt x="11452809" y="141162"/>
                </a:cubicBezTo>
                <a:lnTo>
                  <a:pt x="11453207" y="141758"/>
                </a:lnTo>
                <a:cubicBezTo>
                  <a:pt x="11455597" y="141360"/>
                  <a:pt x="11460183" y="141162"/>
                  <a:pt x="11462573" y="141162"/>
                </a:cubicBezTo>
                <a:cubicBezTo>
                  <a:pt x="11464966" y="141162"/>
                  <a:pt x="11469548" y="141360"/>
                  <a:pt x="11471938" y="141758"/>
                </a:cubicBezTo>
                <a:lnTo>
                  <a:pt x="11472337" y="141162"/>
                </a:lnTo>
                <a:cubicBezTo>
                  <a:pt x="11470743" y="129790"/>
                  <a:pt x="11470546" y="120415"/>
                  <a:pt x="11470546" y="105254"/>
                </a:cubicBezTo>
                <a:lnTo>
                  <a:pt x="11470546" y="85110"/>
                </a:lnTo>
                <a:cubicBezTo>
                  <a:pt x="11470546" y="82315"/>
                  <a:pt x="11470546" y="79922"/>
                  <a:pt x="11470345" y="77529"/>
                </a:cubicBezTo>
                <a:cubicBezTo>
                  <a:pt x="11479911" y="66957"/>
                  <a:pt x="11487881" y="65561"/>
                  <a:pt x="11495653" y="65561"/>
                </a:cubicBezTo>
                <a:cubicBezTo>
                  <a:pt x="11506414" y="65561"/>
                  <a:pt x="11511595" y="69949"/>
                  <a:pt x="11511595" y="83313"/>
                </a:cubicBezTo>
                <a:lnTo>
                  <a:pt x="11511595" y="105254"/>
                </a:lnTo>
                <a:cubicBezTo>
                  <a:pt x="11511595" y="120218"/>
                  <a:pt x="11511398" y="130389"/>
                  <a:pt x="11509801" y="141162"/>
                </a:cubicBezTo>
                <a:lnTo>
                  <a:pt x="11510200" y="141758"/>
                </a:lnTo>
                <a:cubicBezTo>
                  <a:pt x="11512593" y="141360"/>
                  <a:pt x="11517175" y="141162"/>
                  <a:pt x="11519568" y="141162"/>
                </a:cubicBezTo>
                <a:cubicBezTo>
                  <a:pt x="11521958" y="141162"/>
                  <a:pt x="11526540" y="141360"/>
                  <a:pt x="11528933" y="141758"/>
                </a:cubicBezTo>
                <a:lnTo>
                  <a:pt x="11529332" y="141162"/>
                </a:lnTo>
                <a:cubicBezTo>
                  <a:pt x="11527735" y="129790"/>
                  <a:pt x="11527538" y="120415"/>
                  <a:pt x="11527538" y="105254"/>
                </a:cubicBezTo>
                <a:lnTo>
                  <a:pt x="11527538" y="85307"/>
                </a:lnTo>
                <a:cubicBezTo>
                  <a:pt x="11527538" y="67556"/>
                  <a:pt x="11524348" y="53602"/>
                  <a:pt x="11502826" y="53602"/>
                </a:cubicBezTo>
                <a:cubicBezTo>
                  <a:pt x="11492068" y="53602"/>
                  <a:pt x="11480507" y="57390"/>
                  <a:pt x="11469150" y="69350"/>
                </a:cubicBezTo>
                <a:cubicBezTo>
                  <a:pt x="11467356" y="59780"/>
                  <a:pt x="11459186" y="53602"/>
                  <a:pt x="11448026" y="53602"/>
                </a:cubicBezTo>
                <a:cubicBezTo>
                  <a:pt x="11435672" y="53602"/>
                  <a:pt x="11423913" y="61574"/>
                  <a:pt x="11414548" y="71545"/>
                </a:cubicBezTo>
                <a:lnTo>
                  <a:pt x="11413949" y="70946"/>
                </a:lnTo>
                <a:close/>
                <a:moveTo>
                  <a:pt x="11604260" y="96269"/>
                </a:moveTo>
                <a:lnTo>
                  <a:pt x="11603464" y="119999"/>
                </a:lnTo>
                <a:cubicBezTo>
                  <a:pt x="11603464" y="122589"/>
                  <a:pt x="11602266" y="123985"/>
                  <a:pt x="11600672" y="125183"/>
                </a:cubicBezTo>
                <a:cubicBezTo>
                  <a:pt x="11595093" y="129370"/>
                  <a:pt x="11588318" y="132958"/>
                  <a:pt x="11582340" y="132958"/>
                </a:cubicBezTo>
                <a:cubicBezTo>
                  <a:pt x="11573373" y="132958"/>
                  <a:pt x="11567592" y="126977"/>
                  <a:pt x="11567592" y="120795"/>
                </a:cubicBezTo>
                <a:cubicBezTo>
                  <a:pt x="11567592" y="111822"/>
                  <a:pt x="11571776" y="105042"/>
                  <a:pt x="11587321" y="100854"/>
                </a:cubicBezTo>
                <a:lnTo>
                  <a:pt x="11604260" y="96269"/>
                </a:lnTo>
                <a:moveTo>
                  <a:pt x="11604260" y="131563"/>
                </a:moveTo>
                <a:cubicBezTo>
                  <a:pt x="11606571" y="139335"/>
                  <a:pt x="11612510" y="143120"/>
                  <a:pt x="11619805" y="143120"/>
                </a:cubicBezTo>
                <a:cubicBezTo>
                  <a:pt x="11624825" y="143120"/>
                  <a:pt x="11630964" y="141925"/>
                  <a:pt x="11635665" y="136945"/>
                </a:cubicBezTo>
                <a:lnTo>
                  <a:pt x="11634190" y="132001"/>
                </a:lnTo>
                <a:cubicBezTo>
                  <a:pt x="11631998" y="132761"/>
                  <a:pt x="11630325" y="133037"/>
                  <a:pt x="11628811" y="133037"/>
                </a:cubicBezTo>
                <a:cubicBezTo>
                  <a:pt x="11626816" y="133037"/>
                  <a:pt x="11624186" y="132679"/>
                  <a:pt x="11622952" y="131563"/>
                </a:cubicBezTo>
                <a:cubicBezTo>
                  <a:pt x="11620921" y="129729"/>
                  <a:pt x="11619643" y="124864"/>
                  <a:pt x="11619643" y="116009"/>
                </a:cubicBezTo>
                <a:cubicBezTo>
                  <a:pt x="11619643" y="110226"/>
                  <a:pt x="11620203" y="88096"/>
                  <a:pt x="11620203" y="85900"/>
                </a:cubicBezTo>
                <a:cubicBezTo>
                  <a:pt x="11620203" y="58984"/>
                  <a:pt x="11602466" y="53602"/>
                  <a:pt x="11587321" y="53602"/>
                </a:cubicBezTo>
                <a:cubicBezTo>
                  <a:pt x="11572175" y="53602"/>
                  <a:pt x="11563010" y="60975"/>
                  <a:pt x="11558026" y="65163"/>
                </a:cubicBezTo>
                <a:lnTo>
                  <a:pt x="11557430" y="65962"/>
                </a:lnTo>
                <a:lnTo>
                  <a:pt x="11560818" y="79320"/>
                </a:lnTo>
                <a:lnTo>
                  <a:pt x="11563408" y="79521"/>
                </a:lnTo>
                <a:cubicBezTo>
                  <a:pt x="11568988" y="70548"/>
                  <a:pt x="11575763" y="62572"/>
                  <a:pt x="11585329" y="62572"/>
                </a:cubicBezTo>
                <a:cubicBezTo>
                  <a:pt x="11592502" y="62572"/>
                  <a:pt x="11604458" y="63569"/>
                  <a:pt x="11604458" y="86101"/>
                </a:cubicBezTo>
                <a:cubicBezTo>
                  <a:pt x="11604458" y="87497"/>
                  <a:pt x="11603661" y="88293"/>
                  <a:pt x="11603062" y="88494"/>
                </a:cubicBezTo>
                <a:lnTo>
                  <a:pt x="11584532" y="92681"/>
                </a:lnTo>
                <a:cubicBezTo>
                  <a:pt x="11564205" y="97266"/>
                  <a:pt x="11551452" y="108034"/>
                  <a:pt x="11551452" y="121592"/>
                </a:cubicBezTo>
                <a:cubicBezTo>
                  <a:pt x="11551452" y="136346"/>
                  <a:pt x="11561614" y="143120"/>
                  <a:pt x="11576362" y="143120"/>
                </a:cubicBezTo>
                <a:cubicBezTo>
                  <a:pt x="11587321" y="143120"/>
                  <a:pt x="11592900" y="140533"/>
                  <a:pt x="11603464" y="131563"/>
                </a:cubicBezTo>
                <a:lnTo>
                  <a:pt x="11604260" y="131563"/>
                </a:lnTo>
                <a:close/>
                <a:moveTo>
                  <a:pt x="11657266" y="55742"/>
                </a:moveTo>
                <a:cubicBezTo>
                  <a:pt x="11653200" y="55742"/>
                  <a:pt x="11648977" y="55663"/>
                  <a:pt x="11646505" y="55344"/>
                </a:cubicBezTo>
                <a:cubicBezTo>
                  <a:pt x="11645151" y="58613"/>
                  <a:pt x="11644075" y="60525"/>
                  <a:pt x="11642123" y="63514"/>
                </a:cubicBezTo>
                <a:lnTo>
                  <a:pt x="11643117" y="64910"/>
                </a:lnTo>
                <a:cubicBezTo>
                  <a:pt x="11646547" y="64670"/>
                  <a:pt x="11652723" y="64551"/>
                  <a:pt x="11657266" y="64512"/>
                </a:cubicBezTo>
                <a:lnTo>
                  <a:pt x="11657266" y="91775"/>
                </a:lnTo>
                <a:cubicBezTo>
                  <a:pt x="11657266" y="103716"/>
                  <a:pt x="11656670" y="118047"/>
                  <a:pt x="11656670" y="124016"/>
                </a:cubicBezTo>
                <a:cubicBezTo>
                  <a:pt x="11656670" y="136957"/>
                  <a:pt x="11665038" y="143120"/>
                  <a:pt x="11674206" y="143120"/>
                </a:cubicBezTo>
                <a:cubicBezTo>
                  <a:pt x="11682577" y="143120"/>
                  <a:pt x="11688953" y="141132"/>
                  <a:pt x="11697321" y="135765"/>
                </a:cubicBezTo>
                <a:lnTo>
                  <a:pt x="11694892" y="130860"/>
                </a:lnTo>
                <a:cubicBezTo>
                  <a:pt x="11688752" y="132974"/>
                  <a:pt x="11684170" y="133174"/>
                  <a:pt x="11679186" y="132378"/>
                </a:cubicBezTo>
                <a:cubicBezTo>
                  <a:pt x="11674446" y="131620"/>
                  <a:pt x="11672612" y="126840"/>
                  <a:pt x="11672612" y="116055"/>
                </a:cubicBezTo>
                <a:cubicBezTo>
                  <a:pt x="11672612" y="110086"/>
                  <a:pt x="11673208" y="101526"/>
                  <a:pt x="11673208" y="89589"/>
                </a:cubicBezTo>
                <a:lnTo>
                  <a:pt x="11673208" y="64512"/>
                </a:lnTo>
                <a:lnTo>
                  <a:pt x="11680783" y="64512"/>
                </a:lnTo>
                <a:cubicBezTo>
                  <a:pt x="11685566" y="64512"/>
                  <a:pt x="11692498" y="64670"/>
                  <a:pt x="11695129" y="64910"/>
                </a:cubicBezTo>
                <a:cubicBezTo>
                  <a:pt x="11695728" y="61723"/>
                  <a:pt x="11696327" y="59689"/>
                  <a:pt x="11697522" y="56740"/>
                </a:cubicBezTo>
                <a:lnTo>
                  <a:pt x="11696524" y="55344"/>
                </a:lnTo>
                <a:cubicBezTo>
                  <a:pt x="11692936" y="55505"/>
                  <a:pt x="11687159" y="55742"/>
                  <a:pt x="11682577" y="55742"/>
                </a:cubicBezTo>
                <a:lnTo>
                  <a:pt x="11673208" y="55742"/>
                </a:lnTo>
                <a:cubicBezTo>
                  <a:pt x="11673208" y="40837"/>
                  <a:pt x="11673330" y="38207"/>
                  <a:pt x="11674206" y="26649"/>
                </a:cubicBezTo>
                <a:cubicBezTo>
                  <a:pt x="11674206" y="25214"/>
                  <a:pt x="11673649" y="24657"/>
                  <a:pt x="11672411" y="24657"/>
                </a:cubicBezTo>
                <a:cubicBezTo>
                  <a:pt x="11667431" y="26649"/>
                  <a:pt x="11664959" y="28762"/>
                  <a:pt x="11658464" y="29638"/>
                </a:cubicBezTo>
                <a:lnTo>
                  <a:pt x="11658065" y="30237"/>
                </a:lnTo>
                <a:cubicBezTo>
                  <a:pt x="11657667" y="37173"/>
                  <a:pt x="11657266" y="44185"/>
                  <a:pt x="11657266" y="55742"/>
                </a:cubicBezTo>
                <a:close/>
                <a:moveTo>
                  <a:pt x="11722031" y="22121"/>
                </a:moveTo>
                <a:cubicBezTo>
                  <a:pt x="11722031" y="27500"/>
                  <a:pt x="11726814" y="32283"/>
                  <a:pt x="11732196" y="32283"/>
                </a:cubicBezTo>
                <a:cubicBezTo>
                  <a:pt x="11737575" y="32283"/>
                  <a:pt x="11742358" y="27500"/>
                  <a:pt x="11742358" y="22121"/>
                </a:cubicBezTo>
                <a:cubicBezTo>
                  <a:pt x="11742358" y="16739"/>
                  <a:pt x="11737575" y="11956"/>
                  <a:pt x="11732196" y="11956"/>
                </a:cubicBezTo>
                <a:cubicBezTo>
                  <a:pt x="11726814" y="11956"/>
                  <a:pt x="11722031" y="16739"/>
                  <a:pt x="11722031" y="22121"/>
                </a:cubicBezTo>
                <a:moveTo>
                  <a:pt x="11724026" y="94381"/>
                </a:moveTo>
                <a:lnTo>
                  <a:pt x="11724026" y="105330"/>
                </a:lnTo>
                <a:cubicBezTo>
                  <a:pt x="11724026" y="120260"/>
                  <a:pt x="11723667" y="130413"/>
                  <a:pt x="11722232" y="141162"/>
                </a:cubicBezTo>
                <a:lnTo>
                  <a:pt x="11722630" y="141758"/>
                </a:lnTo>
                <a:cubicBezTo>
                  <a:pt x="11725020" y="141363"/>
                  <a:pt x="11729605" y="141162"/>
                  <a:pt x="11731995" y="141162"/>
                </a:cubicBezTo>
                <a:cubicBezTo>
                  <a:pt x="11734388" y="141162"/>
                  <a:pt x="11738971" y="141363"/>
                  <a:pt x="11741361" y="141758"/>
                </a:cubicBezTo>
                <a:lnTo>
                  <a:pt x="11741759" y="141162"/>
                </a:lnTo>
                <a:cubicBezTo>
                  <a:pt x="11740327" y="129857"/>
                  <a:pt x="11739968" y="120458"/>
                  <a:pt x="11739968" y="105330"/>
                </a:cubicBezTo>
                <a:lnTo>
                  <a:pt x="11739968" y="91197"/>
                </a:lnTo>
                <a:cubicBezTo>
                  <a:pt x="11739968" y="76267"/>
                  <a:pt x="11740485" y="69100"/>
                  <a:pt x="11741759" y="56956"/>
                </a:cubicBezTo>
                <a:cubicBezTo>
                  <a:pt x="11741759" y="55165"/>
                  <a:pt x="11741522" y="54964"/>
                  <a:pt x="11739968" y="54964"/>
                </a:cubicBezTo>
                <a:cubicBezTo>
                  <a:pt x="11735422" y="55405"/>
                  <a:pt x="11726853" y="55523"/>
                  <a:pt x="11722630" y="55165"/>
                </a:cubicBezTo>
                <a:lnTo>
                  <a:pt x="11722232" y="55761"/>
                </a:lnTo>
                <a:cubicBezTo>
                  <a:pt x="11723466" y="64281"/>
                  <a:pt x="11724026" y="79451"/>
                  <a:pt x="11724026" y="94381"/>
                </a:cubicBezTo>
                <a:close/>
                <a:moveTo>
                  <a:pt x="11765475" y="100255"/>
                </a:moveTo>
                <a:cubicBezTo>
                  <a:pt x="11765475" y="124183"/>
                  <a:pt x="11781217" y="143120"/>
                  <a:pt x="11807723" y="143120"/>
                </a:cubicBezTo>
                <a:cubicBezTo>
                  <a:pt x="11834025" y="143120"/>
                  <a:pt x="11849967" y="124584"/>
                  <a:pt x="11849967" y="98461"/>
                </a:cubicBezTo>
                <a:cubicBezTo>
                  <a:pt x="11849967" y="71344"/>
                  <a:pt x="11835421" y="53602"/>
                  <a:pt x="11808519" y="53602"/>
                </a:cubicBezTo>
                <a:cubicBezTo>
                  <a:pt x="11782412" y="53602"/>
                  <a:pt x="11765475" y="71943"/>
                  <a:pt x="11765475" y="100255"/>
                </a:cubicBezTo>
                <a:moveTo>
                  <a:pt x="11807124" y="61574"/>
                </a:moveTo>
                <a:cubicBezTo>
                  <a:pt x="11828248" y="61574"/>
                  <a:pt x="11832432" y="77924"/>
                  <a:pt x="11832432" y="102052"/>
                </a:cubicBezTo>
                <a:cubicBezTo>
                  <a:pt x="11832432" y="120993"/>
                  <a:pt x="11822865" y="135151"/>
                  <a:pt x="11809514" y="135151"/>
                </a:cubicBezTo>
                <a:cubicBezTo>
                  <a:pt x="11788393" y="135151"/>
                  <a:pt x="11783011" y="112221"/>
                  <a:pt x="11783011" y="96868"/>
                </a:cubicBezTo>
                <a:cubicBezTo>
                  <a:pt x="11783011" y="79521"/>
                  <a:pt x="11788393" y="61574"/>
                  <a:pt x="11807124" y="61574"/>
                </a:cubicBezTo>
                <a:close/>
                <a:moveTo>
                  <a:pt x="11949207" y="105254"/>
                </a:moveTo>
                <a:cubicBezTo>
                  <a:pt x="11949207" y="98872"/>
                  <a:pt x="11949606" y="91492"/>
                  <a:pt x="11949606" y="85110"/>
                </a:cubicBezTo>
                <a:cubicBezTo>
                  <a:pt x="11949606" y="64363"/>
                  <a:pt x="11942831" y="53602"/>
                  <a:pt x="11924897" y="53602"/>
                </a:cubicBezTo>
                <a:cubicBezTo>
                  <a:pt x="11917323" y="53602"/>
                  <a:pt x="11903174" y="56594"/>
                  <a:pt x="11890421" y="71545"/>
                </a:cubicBezTo>
                <a:lnTo>
                  <a:pt x="11890023" y="70946"/>
                </a:lnTo>
                <a:lnTo>
                  <a:pt x="11890023" y="56393"/>
                </a:lnTo>
                <a:cubicBezTo>
                  <a:pt x="11889983" y="54839"/>
                  <a:pt x="11889783" y="54401"/>
                  <a:pt x="11888828" y="54401"/>
                </a:cubicBezTo>
                <a:cubicBezTo>
                  <a:pt x="11884364" y="55277"/>
                  <a:pt x="11877228" y="55435"/>
                  <a:pt x="11872685" y="54997"/>
                </a:cubicBezTo>
                <a:lnTo>
                  <a:pt x="11872286" y="55596"/>
                </a:lnTo>
                <a:cubicBezTo>
                  <a:pt x="11873682" y="64205"/>
                  <a:pt x="11874081" y="79323"/>
                  <a:pt x="11874081" y="94283"/>
                </a:cubicBezTo>
                <a:lnTo>
                  <a:pt x="11874081" y="105254"/>
                </a:lnTo>
                <a:cubicBezTo>
                  <a:pt x="11874081" y="120218"/>
                  <a:pt x="11873880" y="130389"/>
                  <a:pt x="11872286" y="141162"/>
                </a:cubicBezTo>
                <a:lnTo>
                  <a:pt x="11872685" y="141758"/>
                </a:lnTo>
                <a:cubicBezTo>
                  <a:pt x="11875078" y="141360"/>
                  <a:pt x="11879660" y="141162"/>
                  <a:pt x="11882050" y="141162"/>
                </a:cubicBezTo>
                <a:cubicBezTo>
                  <a:pt x="11884443" y="141162"/>
                  <a:pt x="11889026" y="141360"/>
                  <a:pt x="11891419" y="141758"/>
                </a:cubicBezTo>
                <a:lnTo>
                  <a:pt x="11891817" y="141162"/>
                </a:lnTo>
                <a:cubicBezTo>
                  <a:pt x="11890221" y="129790"/>
                  <a:pt x="11890023" y="120415"/>
                  <a:pt x="11890023" y="105254"/>
                </a:cubicBezTo>
                <a:lnTo>
                  <a:pt x="11890023" y="81917"/>
                </a:lnTo>
                <a:cubicBezTo>
                  <a:pt x="11900185" y="69949"/>
                  <a:pt x="11911743" y="65561"/>
                  <a:pt x="11918919" y="65561"/>
                </a:cubicBezTo>
                <a:cubicBezTo>
                  <a:pt x="11929081" y="65561"/>
                  <a:pt x="11933265" y="69550"/>
                  <a:pt x="11933265" y="85706"/>
                </a:cubicBezTo>
                <a:lnTo>
                  <a:pt x="11933265" y="105254"/>
                </a:lnTo>
                <a:cubicBezTo>
                  <a:pt x="11933265" y="120218"/>
                  <a:pt x="11932906" y="130428"/>
                  <a:pt x="11931471" y="141162"/>
                </a:cubicBezTo>
                <a:lnTo>
                  <a:pt x="11931869" y="141758"/>
                </a:lnTo>
                <a:cubicBezTo>
                  <a:pt x="11934262" y="141360"/>
                  <a:pt x="11938845" y="141162"/>
                  <a:pt x="11941238" y="141162"/>
                </a:cubicBezTo>
                <a:cubicBezTo>
                  <a:pt x="11943628" y="141162"/>
                  <a:pt x="11948210" y="141360"/>
                  <a:pt x="11950603" y="141758"/>
                </a:cubicBezTo>
                <a:lnTo>
                  <a:pt x="11951001" y="141162"/>
                </a:lnTo>
                <a:cubicBezTo>
                  <a:pt x="11949448" y="129790"/>
                  <a:pt x="11949207" y="120415"/>
                  <a:pt x="11949207" y="105254"/>
                </a:cubicBezTo>
                <a:close/>
                <a:moveTo>
                  <a:pt x="11974913" y="120993"/>
                </a:moveTo>
                <a:lnTo>
                  <a:pt x="11971526" y="137741"/>
                </a:lnTo>
                <a:cubicBezTo>
                  <a:pt x="11982886" y="141728"/>
                  <a:pt x="11994046" y="143120"/>
                  <a:pt x="12001617" y="143120"/>
                </a:cubicBezTo>
                <a:cubicBezTo>
                  <a:pt x="12029117" y="143120"/>
                  <a:pt x="12035494" y="126777"/>
                  <a:pt x="12035494" y="115809"/>
                </a:cubicBezTo>
                <a:cubicBezTo>
                  <a:pt x="12035494" y="99459"/>
                  <a:pt x="12022540" y="93079"/>
                  <a:pt x="12008392" y="89689"/>
                </a:cubicBezTo>
                <a:cubicBezTo>
                  <a:pt x="12000860" y="87895"/>
                  <a:pt x="11989862" y="84106"/>
                  <a:pt x="11989862" y="74136"/>
                </a:cubicBezTo>
                <a:cubicBezTo>
                  <a:pt x="11989862" y="65959"/>
                  <a:pt x="11996436" y="61574"/>
                  <a:pt x="12005004" y="61574"/>
                </a:cubicBezTo>
                <a:cubicBezTo>
                  <a:pt x="12015367" y="61574"/>
                  <a:pt x="12021743" y="69748"/>
                  <a:pt x="12026329" y="75133"/>
                </a:cubicBezTo>
                <a:lnTo>
                  <a:pt x="12029117" y="74932"/>
                </a:lnTo>
                <a:lnTo>
                  <a:pt x="12033104" y="60179"/>
                </a:lnTo>
                <a:lnTo>
                  <a:pt x="12032705" y="59583"/>
                </a:lnTo>
                <a:cubicBezTo>
                  <a:pt x="12026925" y="56594"/>
                  <a:pt x="12015966" y="53602"/>
                  <a:pt x="12005801" y="53602"/>
                </a:cubicBezTo>
                <a:cubicBezTo>
                  <a:pt x="11991057" y="53602"/>
                  <a:pt x="11975710" y="61374"/>
                  <a:pt x="11975710" y="77924"/>
                </a:cubicBezTo>
                <a:cubicBezTo>
                  <a:pt x="11975710" y="93876"/>
                  <a:pt x="11987630" y="99139"/>
                  <a:pt x="11999625" y="102451"/>
                </a:cubicBezTo>
                <a:cubicBezTo>
                  <a:pt x="12011183" y="105641"/>
                  <a:pt x="12019752" y="108830"/>
                  <a:pt x="12019752" y="118600"/>
                </a:cubicBezTo>
                <a:cubicBezTo>
                  <a:pt x="12019752" y="129170"/>
                  <a:pt x="12011980" y="135151"/>
                  <a:pt x="12001419" y="135151"/>
                </a:cubicBezTo>
                <a:cubicBezTo>
                  <a:pt x="11991853" y="135151"/>
                  <a:pt x="11983482" y="128571"/>
                  <a:pt x="11977902" y="120795"/>
                </a:cubicBezTo>
                <a:lnTo>
                  <a:pt x="11974913" y="120993"/>
                </a:lnTo>
                <a:close/>
                <a:moveTo>
                  <a:pt x="12102451" y="90957"/>
                </a:moveTo>
                <a:cubicBezTo>
                  <a:pt x="12102451" y="99927"/>
                  <a:pt x="12103247" y="145957"/>
                  <a:pt x="12144698" y="181829"/>
                </a:cubicBezTo>
                <a:lnTo>
                  <a:pt x="12149281" y="178441"/>
                </a:lnTo>
                <a:cubicBezTo>
                  <a:pt x="12142704" y="170867"/>
                  <a:pt x="12118992" y="143367"/>
                  <a:pt x="12118992" y="90957"/>
                </a:cubicBezTo>
                <a:cubicBezTo>
                  <a:pt x="12118992" y="38547"/>
                  <a:pt x="12142904" y="11047"/>
                  <a:pt x="12149281" y="3874"/>
                </a:cubicBezTo>
                <a:lnTo>
                  <a:pt x="12144698" y="286"/>
                </a:lnTo>
                <a:cubicBezTo>
                  <a:pt x="12120984" y="20613"/>
                  <a:pt x="12102451" y="53894"/>
                  <a:pt x="12102451" y="90957"/>
                </a:cubicBezTo>
                <a:close/>
                <a:moveTo>
                  <a:pt x="12172395" y="55742"/>
                </a:moveTo>
                <a:cubicBezTo>
                  <a:pt x="12168330" y="55742"/>
                  <a:pt x="12164107" y="55663"/>
                  <a:pt x="12161634" y="55344"/>
                </a:cubicBezTo>
                <a:cubicBezTo>
                  <a:pt x="12160281" y="58613"/>
                  <a:pt x="12159205" y="60525"/>
                  <a:pt x="12157253" y="63514"/>
                </a:cubicBezTo>
                <a:lnTo>
                  <a:pt x="12158247" y="64910"/>
                </a:lnTo>
                <a:cubicBezTo>
                  <a:pt x="12161677" y="64670"/>
                  <a:pt x="12167853" y="64551"/>
                  <a:pt x="12172395" y="64512"/>
                </a:cubicBezTo>
                <a:lnTo>
                  <a:pt x="12172395" y="91775"/>
                </a:lnTo>
                <a:cubicBezTo>
                  <a:pt x="12172395" y="103716"/>
                  <a:pt x="12171800" y="118047"/>
                  <a:pt x="12171800" y="124016"/>
                </a:cubicBezTo>
                <a:cubicBezTo>
                  <a:pt x="12171800" y="136957"/>
                  <a:pt x="12180168" y="143120"/>
                  <a:pt x="12189335" y="143120"/>
                </a:cubicBezTo>
                <a:cubicBezTo>
                  <a:pt x="12197706" y="143120"/>
                  <a:pt x="12204083" y="141132"/>
                  <a:pt x="12212451" y="135765"/>
                </a:cubicBezTo>
                <a:lnTo>
                  <a:pt x="12210021" y="130860"/>
                </a:lnTo>
                <a:cubicBezTo>
                  <a:pt x="12203882" y="132974"/>
                  <a:pt x="12199300" y="133174"/>
                  <a:pt x="12194316" y="132378"/>
                </a:cubicBezTo>
                <a:cubicBezTo>
                  <a:pt x="12189576" y="131620"/>
                  <a:pt x="12187742" y="126840"/>
                  <a:pt x="12187742" y="116055"/>
                </a:cubicBezTo>
                <a:cubicBezTo>
                  <a:pt x="12187742" y="110086"/>
                  <a:pt x="12188338" y="101526"/>
                  <a:pt x="12188338" y="89589"/>
                </a:cubicBezTo>
                <a:lnTo>
                  <a:pt x="12188338" y="64512"/>
                </a:lnTo>
                <a:lnTo>
                  <a:pt x="12195912" y="64512"/>
                </a:lnTo>
                <a:cubicBezTo>
                  <a:pt x="12200695" y="64512"/>
                  <a:pt x="12207628" y="64670"/>
                  <a:pt x="12210258" y="64910"/>
                </a:cubicBezTo>
                <a:cubicBezTo>
                  <a:pt x="12210858" y="61723"/>
                  <a:pt x="12211457" y="59689"/>
                  <a:pt x="12212652" y="56740"/>
                </a:cubicBezTo>
                <a:lnTo>
                  <a:pt x="12211654" y="55344"/>
                </a:lnTo>
                <a:cubicBezTo>
                  <a:pt x="12208066" y="55505"/>
                  <a:pt x="12202289" y="55742"/>
                  <a:pt x="12197706" y="55742"/>
                </a:cubicBezTo>
                <a:lnTo>
                  <a:pt x="12188338" y="55742"/>
                </a:lnTo>
                <a:cubicBezTo>
                  <a:pt x="12188338" y="40837"/>
                  <a:pt x="12188460" y="38207"/>
                  <a:pt x="12189335" y="26649"/>
                </a:cubicBezTo>
                <a:cubicBezTo>
                  <a:pt x="12189335" y="25214"/>
                  <a:pt x="12188779" y="24657"/>
                  <a:pt x="12187541" y="24657"/>
                </a:cubicBezTo>
                <a:cubicBezTo>
                  <a:pt x="12182561" y="26649"/>
                  <a:pt x="12180089" y="28762"/>
                  <a:pt x="12173594" y="29638"/>
                </a:cubicBezTo>
                <a:lnTo>
                  <a:pt x="12173195" y="30237"/>
                </a:lnTo>
                <a:cubicBezTo>
                  <a:pt x="12172797" y="37173"/>
                  <a:pt x="12172395" y="44185"/>
                  <a:pt x="12172395" y="55742"/>
                </a:cubicBezTo>
                <a:close/>
                <a:moveTo>
                  <a:pt x="12228792" y="100255"/>
                </a:moveTo>
                <a:cubicBezTo>
                  <a:pt x="12228792" y="124183"/>
                  <a:pt x="12244534" y="143120"/>
                  <a:pt x="12271040" y="143120"/>
                </a:cubicBezTo>
                <a:cubicBezTo>
                  <a:pt x="12297342" y="143120"/>
                  <a:pt x="12313285" y="124584"/>
                  <a:pt x="12313285" y="98461"/>
                </a:cubicBezTo>
                <a:cubicBezTo>
                  <a:pt x="12313285" y="71344"/>
                  <a:pt x="12298738" y="53602"/>
                  <a:pt x="12271837" y="53602"/>
                </a:cubicBezTo>
                <a:cubicBezTo>
                  <a:pt x="12245729" y="53602"/>
                  <a:pt x="12228792" y="71943"/>
                  <a:pt x="12228792" y="100255"/>
                </a:cubicBezTo>
                <a:moveTo>
                  <a:pt x="12270441" y="61574"/>
                </a:moveTo>
                <a:cubicBezTo>
                  <a:pt x="12291565" y="61574"/>
                  <a:pt x="12295749" y="77924"/>
                  <a:pt x="12295749" y="102052"/>
                </a:cubicBezTo>
                <a:cubicBezTo>
                  <a:pt x="12295749" y="120993"/>
                  <a:pt x="12286183" y="135151"/>
                  <a:pt x="12272831" y="135151"/>
                </a:cubicBezTo>
                <a:cubicBezTo>
                  <a:pt x="12251710" y="135151"/>
                  <a:pt x="12246328" y="112221"/>
                  <a:pt x="12246328" y="96868"/>
                </a:cubicBezTo>
                <a:cubicBezTo>
                  <a:pt x="12246328" y="79521"/>
                  <a:pt x="12251710" y="61574"/>
                  <a:pt x="12270441" y="61574"/>
                </a:cubicBezTo>
                <a:close/>
                <a:moveTo>
                  <a:pt x="12353140" y="82510"/>
                </a:moveTo>
                <a:cubicBezTo>
                  <a:pt x="12357524" y="71943"/>
                  <a:pt x="12369283" y="62769"/>
                  <a:pt x="12377055" y="62769"/>
                </a:cubicBezTo>
                <a:cubicBezTo>
                  <a:pt x="12390604" y="62769"/>
                  <a:pt x="12397580" y="75133"/>
                  <a:pt x="12397580" y="97665"/>
                </a:cubicBezTo>
                <a:cubicBezTo>
                  <a:pt x="12397580" y="114015"/>
                  <a:pt x="12392997" y="135151"/>
                  <a:pt x="12371673" y="135151"/>
                </a:cubicBezTo>
                <a:cubicBezTo>
                  <a:pt x="12368486" y="135151"/>
                  <a:pt x="12360115" y="134354"/>
                  <a:pt x="12353140" y="126178"/>
                </a:cubicBezTo>
                <a:lnTo>
                  <a:pt x="12353140" y="82510"/>
                </a:lnTo>
                <a:moveTo>
                  <a:pt x="12353140" y="70946"/>
                </a:moveTo>
                <a:lnTo>
                  <a:pt x="12353140" y="56393"/>
                </a:lnTo>
                <a:cubicBezTo>
                  <a:pt x="12353140" y="54839"/>
                  <a:pt x="12352902" y="54401"/>
                  <a:pt x="12351945" y="54401"/>
                </a:cubicBezTo>
                <a:cubicBezTo>
                  <a:pt x="12347481" y="55277"/>
                  <a:pt x="12340347" y="55435"/>
                  <a:pt x="12335805" y="54997"/>
                </a:cubicBezTo>
                <a:lnTo>
                  <a:pt x="12335406" y="55596"/>
                </a:lnTo>
                <a:cubicBezTo>
                  <a:pt x="12336799" y="64205"/>
                  <a:pt x="12337197" y="79320"/>
                  <a:pt x="12337197" y="94274"/>
                </a:cubicBezTo>
                <a:lnTo>
                  <a:pt x="12337197" y="147517"/>
                </a:lnTo>
                <a:cubicBezTo>
                  <a:pt x="12337197" y="162383"/>
                  <a:pt x="12336838" y="176726"/>
                  <a:pt x="12335406" y="187475"/>
                </a:cubicBezTo>
                <a:lnTo>
                  <a:pt x="12335805" y="188074"/>
                </a:lnTo>
                <a:cubicBezTo>
                  <a:pt x="12338195" y="187676"/>
                  <a:pt x="12342777" y="187475"/>
                  <a:pt x="12345170" y="187475"/>
                </a:cubicBezTo>
                <a:cubicBezTo>
                  <a:pt x="12347560" y="187475"/>
                  <a:pt x="12352145" y="187676"/>
                  <a:pt x="12354535" y="188074"/>
                </a:cubicBezTo>
                <a:lnTo>
                  <a:pt x="12354934" y="187475"/>
                </a:lnTo>
                <a:cubicBezTo>
                  <a:pt x="12353498" y="176088"/>
                  <a:pt x="12353140" y="162541"/>
                  <a:pt x="12353140" y="147517"/>
                </a:cubicBezTo>
                <a:lnTo>
                  <a:pt x="12353140" y="138739"/>
                </a:lnTo>
                <a:cubicBezTo>
                  <a:pt x="12358321" y="141527"/>
                  <a:pt x="12365695" y="143120"/>
                  <a:pt x="12372868" y="143120"/>
                </a:cubicBezTo>
                <a:cubicBezTo>
                  <a:pt x="12399173" y="143120"/>
                  <a:pt x="12415115" y="123189"/>
                  <a:pt x="12415115" y="95071"/>
                </a:cubicBezTo>
                <a:cubicBezTo>
                  <a:pt x="12415115" y="73935"/>
                  <a:pt x="12402761" y="53602"/>
                  <a:pt x="12380442" y="53602"/>
                </a:cubicBezTo>
                <a:cubicBezTo>
                  <a:pt x="12372670" y="53602"/>
                  <a:pt x="12362706" y="57588"/>
                  <a:pt x="12353538" y="71545"/>
                </a:cubicBezTo>
                <a:lnTo>
                  <a:pt x="12353140" y="70946"/>
                </a:lnTo>
                <a:close/>
                <a:moveTo>
                  <a:pt x="12532488" y="89960"/>
                </a:moveTo>
                <a:lnTo>
                  <a:pt x="12532488" y="55286"/>
                </a:lnTo>
                <a:lnTo>
                  <a:pt x="12522326" y="55286"/>
                </a:lnTo>
                <a:lnTo>
                  <a:pt x="12522326" y="89960"/>
                </a:lnTo>
                <a:lnTo>
                  <a:pt x="12488051" y="89960"/>
                </a:lnTo>
                <a:lnTo>
                  <a:pt x="12488051" y="99723"/>
                </a:lnTo>
                <a:lnTo>
                  <a:pt x="12522326" y="99723"/>
                </a:lnTo>
                <a:lnTo>
                  <a:pt x="12522326" y="134400"/>
                </a:lnTo>
                <a:lnTo>
                  <a:pt x="12532488" y="134400"/>
                </a:lnTo>
                <a:lnTo>
                  <a:pt x="12532488" y="99723"/>
                </a:lnTo>
                <a:lnTo>
                  <a:pt x="12566766" y="99723"/>
                </a:lnTo>
                <a:lnTo>
                  <a:pt x="12566766" y="89960"/>
                </a:lnTo>
                <a:lnTo>
                  <a:pt x="12532488" y="89960"/>
                </a:lnTo>
                <a:close/>
                <a:moveTo>
                  <a:pt x="12662019" y="124983"/>
                </a:moveTo>
                <a:lnTo>
                  <a:pt x="12662019" y="73339"/>
                </a:lnTo>
                <a:cubicBezTo>
                  <a:pt x="12669791" y="65363"/>
                  <a:pt x="12674774" y="61574"/>
                  <a:pt x="12682945" y="61574"/>
                </a:cubicBezTo>
                <a:cubicBezTo>
                  <a:pt x="12695098" y="61574"/>
                  <a:pt x="12705860" y="71585"/>
                  <a:pt x="12705860" y="96467"/>
                </a:cubicBezTo>
                <a:cubicBezTo>
                  <a:pt x="12705860" y="121194"/>
                  <a:pt x="12698486" y="135151"/>
                  <a:pt x="12679557" y="135151"/>
                </a:cubicBezTo>
                <a:cubicBezTo>
                  <a:pt x="12673379" y="135151"/>
                  <a:pt x="12666005" y="129966"/>
                  <a:pt x="12662019" y="124983"/>
                </a:cubicBezTo>
                <a:moveTo>
                  <a:pt x="12662019" y="41457"/>
                </a:moveTo>
                <a:cubicBezTo>
                  <a:pt x="12662019" y="26722"/>
                  <a:pt x="12662259" y="16210"/>
                  <a:pt x="12663217" y="4023"/>
                </a:cubicBezTo>
                <a:cubicBezTo>
                  <a:pt x="12663217" y="2630"/>
                  <a:pt x="12662657" y="2031"/>
                  <a:pt x="12661423" y="2031"/>
                </a:cubicBezTo>
                <a:cubicBezTo>
                  <a:pt x="12656439" y="4023"/>
                  <a:pt x="12652176" y="5419"/>
                  <a:pt x="12644084" y="6015"/>
                </a:cubicBezTo>
                <a:lnTo>
                  <a:pt x="12643686" y="6614"/>
                </a:lnTo>
                <a:cubicBezTo>
                  <a:pt x="12645240" y="15134"/>
                  <a:pt x="12646076" y="29908"/>
                  <a:pt x="12646076" y="45042"/>
                </a:cubicBezTo>
                <a:lnTo>
                  <a:pt x="12646076" y="126576"/>
                </a:lnTo>
                <a:cubicBezTo>
                  <a:pt x="12646076" y="134354"/>
                  <a:pt x="12645918" y="137185"/>
                  <a:pt x="12645082" y="141527"/>
                </a:cubicBezTo>
                <a:cubicBezTo>
                  <a:pt x="12646277" y="142722"/>
                  <a:pt x="12648588" y="143120"/>
                  <a:pt x="12650661" y="143120"/>
                </a:cubicBezTo>
                <a:cubicBezTo>
                  <a:pt x="12652854" y="140730"/>
                  <a:pt x="12655165" y="137343"/>
                  <a:pt x="12657235" y="133357"/>
                </a:cubicBezTo>
                <a:cubicBezTo>
                  <a:pt x="12663016" y="138340"/>
                  <a:pt x="12672184" y="143120"/>
                  <a:pt x="12680752" y="143120"/>
                </a:cubicBezTo>
                <a:cubicBezTo>
                  <a:pt x="12701077" y="143120"/>
                  <a:pt x="12723596" y="128771"/>
                  <a:pt x="12723596" y="94873"/>
                </a:cubicBezTo>
                <a:cubicBezTo>
                  <a:pt x="12723596" y="70548"/>
                  <a:pt x="12706258" y="53602"/>
                  <a:pt x="12686928" y="53602"/>
                </a:cubicBezTo>
                <a:cubicBezTo>
                  <a:pt x="12677365" y="53602"/>
                  <a:pt x="12668796" y="56192"/>
                  <a:pt x="12662019" y="63569"/>
                </a:cubicBezTo>
                <a:lnTo>
                  <a:pt x="12662019" y="41457"/>
                </a:lnTo>
                <a:close/>
                <a:moveTo>
                  <a:pt x="12739737" y="100255"/>
                </a:moveTo>
                <a:cubicBezTo>
                  <a:pt x="12739737" y="124183"/>
                  <a:pt x="12755479" y="143120"/>
                  <a:pt x="12781985" y="143120"/>
                </a:cubicBezTo>
                <a:cubicBezTo>
                  <a:pt x="12808287" y="143120"/>
                  <a:pt x="12824230" y="124584"/>
                  <a:pt x="12824230" y="98461"/>
                </a:cubicBezTo>
                <a:cubicBezTo>
                  <a:pt x="12824230" y="71344"/>
                  <a:pt x="12809683" y="53602"/>
                  <a:pt x="12782782" y="53602"/>
                </a:cubicBezTo>
                <a:cubicBezTo>
                  <a:pt x="12756674" y="53602"/>
                  <a:pt x="12739737" y="71943"/>
                  <a:pt x="12739737" y="100255"/>
                </a:cubicBezTo>
                <a:moveTo>
                  <a:pt x="12781386" y="61574"/>
                </a:moveTo>
                <a:cubicBezTo>
                  <a:pt x="12802510" y="61574"/>
                  <a:pt x="12806694" y="77924"/>
                  <a:pt x="12806694" y="102052"/>
                </a:cubicBezTo>
                <a:cubicBezTo>
                  <a:pt x="12806694" y="120993"/>
                  <a:pt x="12797128" y="135151"/>
                  <a:pt x="12783776" y="135151"/>
                </a:cubicBezTo>
                <a:cubicBezTo>
                  <a:pt x="12762655" y="135151"/>
                  <a:pt x="12757273" y="112221"/>
                  <a:pt x="12757273" y="96868"/>
                </a:cubicBezTo>
                <a:cubicBezTo>
                  <a:pt x="12757273" y="79521"/>
                  <a:pt x="12762655" y="61574"/>
                  <a:pt x="12781386" y="61574"/>
                </a:cubicBezTo>
                <a:close/>
                <a:moveTo>
                  <a:pt x="12908923" y="64512"/>
                </a:moveTo>
                <a:lnTo>
                  <a:pt x="12908923" y="91769"/>
                </a:lnTo>
                <a:cubicBezTo>
                  <a:pt x="12908923" y="103707"/>
                  <a:pt x="12908324" y="118035"/>
                  <a:pt x="12908324" y="124003"/>
                </a:cubicBezTo>
                <a:cubicBezTo>
                  <a:pt x="12908324" y="136945"/>
                  <a:pt x="12916695" y="143120"/>
                  <a:pt x="12925863" y="143120"/>
                </a:cubicBezTo>
                <a:cubicBezTo>
                  <a:pt x="12934231" y="143139"/>
                  <a:pt x="12940607" y="141144"/>
                  <a:pt x="12948978" y="135765"/>
                </a:cubicBezTo>
                <a:lnTo>
                  <a:pt x="12946546" y="130821"/>
                </a:lnTo>
                <a:cubicBezTo>
                  <a:pt x="12940409" y="132974"/>
                  <a:pt x="12935824" y="133174"/>
                  <a:pt x="12930843" y="132378"/>
                </a:cubicBezTo>
                <a:cubicBezTo>
                  <a:pt x="12926100" y="131620"/>
                  <a:pt x="12924266" y="126840"/>
                  <a:pt x="12924266" y="116055"/>
                </a:cubicBezTo>
                <a:cubicBezTo>
                  <a:pt x="12924266" y="110074"/>
                  <a:pt x="12924865" y="101520"/>
                  <a:pt x="12924865" y="89583"/>
                </a:cubicBezTo>
                <a:lnTo>
                  <a:pt x="12924865" y="64512"/>
                </a:lnTo>
                <a:lnTo>
                  <a:pt x="12932437" y="64512"/>
                </a:lnTo>
                <a:cubicBezTo>
                  <a:pt x="12937220" y="64512"/>
                  <a:pt x="12944156" y="64670"/>
                  <a:pt x="12946786" y="64910"/>
                </a:cubicBezTo>
                <a:cubicBezTo>
                  <a:pt x="12947382" y="61723"/>
                  <a:pt x="12947981" y="59689"/>
                  <a:pt x="12949176" y="56740"/>
                </a:cubicBezTo>
                <a:lnTo>
                  <a:pt x="12948181" y="55344"/>
                </a:lnTo>
                <a:cubicBezTo>
                  <a:pt x="12945390" y="55545"/>
                  <a:pt x="12938813" y="55742"/>
                  <a:pt x="12934231" y="55742"/>
                </a:cubicBezTo>
                <a:lnTo>
                  <a:pt x="12924865" y="55742"/>
                </a:lnTo>
                <a:cubicBezTo>
                  <a:pt x="12924865" y="40837"/>
                  <a:pt x="12924984" y="38207"/>
                  <a:pt x="12925863" y="26649"/>
                </a:cubicBezTo>
                <a:cubicBezTo>
                  <a:pt x="12925863" y="25214"/>
                  <a:pt x="12925303" y="24657"/>
                  <a:pt x="12924069" y="24657"/>
                </a:cubicBezTo>
                <a:cubicBezTo>
                  <a:pt x="12919085" y="26649"/>
                  <a:pt x="12916616" y="28762"/>
                  <a:pt x="12910118" y="29638"/>
                </a:cubicBezTo>
                <a:lnTo>
                  <a:pt x="12909719" y="30237"/>
                </a:lnTo>
                <a:cubicBezTo>
                  <a:pt x="12909719" y="37930"/>
                  <a:pt x="12908923" y="44185"/>
                  <a:pt x="12908923" y="55742"/>
                </a:cubicBezTo>
                <a:lnTo>
                  <a:pt x="12866675" y="55742"/>
                </a:lnTo>
                <a:cubicBezTo>
                  <a:pt x="12866675" y="40837"/>
                  <a:pt x="12866797" y="38207"/>
                  <a:pt x="12867672" y="26649"/>
                </a:cubicBezTo>
                <a:cubicBezTo>
                  <a:pt x="12867672" y="25214"/>
                  <a:pt x="12867116" y="24657"/>
                  <a:pt x="12865878" y="24657"/>
                </a:cubicBezTo>
                <a:cubicBezTo>
                  <a:pt x="12860898" y="26649"/>
                  <a:pt x="12858426" y="28762"/>
                  <a:pt x="12851931" y="29638"/>
                </a:cubicBezTo>
                <a:lnTo>
                  <a:pt x="12851532" y="30237"/>
                </a:lnTo>
                <a:cubicBezTo>
                  <a:pt x="12851532" y="37930"/>
                  <a:pt x="12850733" y="44185"/>
                  <a:pt x="12850733" y="55742"/>
                </a:cubicBezTo>
                <a:cubicBezTo>
                  <a:pt x="12846667" y="55742"/>
                  <a:pt x="12842444" y="55663"/>
                  <a:pt x="12839971" y="55344"/>
                </a:cubicBezTo>
                <a:cubicBezTo>
                  <a:pt x="12838618" y="58613"/>
                  <a:pt x="12837542" y="60525"/>
                  <a:pt x="12835590" y="63514"/>
                </a:cubicBezTo>
                <a:lnTo>
                  <a:pt x="12836584" y="64910"/>
                </a:lnTo>
                <a:cubicBezTo>
                  <a:pt x="12840014" y="64670"/>
                  <a:pt x="12846190" y="64551"/>
                  <a:pt x="12850733" y="64512"/>
                </a:cubicBezTo>
                <a:lnTo>
                  <a:pt x="12850733" y="95153"/>
                </a:lnTo>
                <a:cubicBezTo>
                  <a:pt x="12850733" y="107091"/>
                  <a:pt x="12850137" y="121416"/>
                  <a:pt x="12850137" y="127385"/>
                </a:cubicBezTo>
                <a:cubicBezTo>
                  <a:pt x="12850137" y="136744"/>
                  <a:pt x="12856513" y="143120"/>
                  <a:pt x="12865681" y="143120"/>
                </a:cubicBezTo>
                <a:cubicBezTo>
                  <a:pt x="12874049" y="143120"/>
                  <a:pt x="12881064" y="140332"/>
                  <a:pt x="12888796" y="133159"/>
                </a:cubicBezTo>
                <a:lnTo>
                  <a:pt x="12886364" y="127664"/>
                </a:lnTo>
                <a:cubicBezTo>
                  <a:pt x="12881024" y="130687"/>
                  <a:pt x="12877834" y="131164"/>
                  <a:pt x="12872653" y="131164"/>
                </a:cubicBezTo>
                <a:cubicBezTo>
                  <a:pt x="12867274" y="131164"/>
                  <a:pt x="12866079" y="126986"/>
                  <a:pt x="12866079" y="118828"/>
                </a:cubicBezTo>
                <a:cubicBezTo>
                  <a:pt x="12866079" y="112859"/>
                  <a:pt x="12866675" y="104902"/>
                  <a:pt x="12866675" y="92964"/>
                </a:cubicBezTo>
                <a:lnTo>
                  <a:pt x="12866675" y="64512"/>
                </a:lnTo>
                <a:lnTo>
                  <a:pt x="12908923" y="64512"/>
                </a:lnTo>
                <a:close/>
                <a:moveTo>
                  <a:pt x="12959340" y="100255"/>
                </a:moveTo>
                <a:cubicBezTo>
                  <a:pt x="12959340" y="124183"/>
                  <a:pt x="12975082" y="143120"/>
                  <a:pt x="13001588" y="143120"/>
                </a:cubicBezTo>
                <a:cubicBezTo>
                  <a:pt x="13027890" y="143120"/>
                  <a:pt x="13043833" y="124584"/>
                  <a:pt x="13043833" y="98461"/>
                </a:cubicBezTo>
                <a:cubicBezTo>
                  <a:pt x="13043833" y="71344"/>
                  <a:pt x="13029286" y="53602"/>
                  <a:pt x="13002385" y="53602"/>
                </a:cubicBezTo>
                <a:cubicBezTo>
                  <a:pt x="12976277" y="53602"/>
                  <a:pt x="12959340" y="71943"/>
                  <a:pt x="12959340" y="100255"/>
                </a:cubicBezTo>
                <a:moveTo>
                  <a:pt x="13000989" y="61574"/>
                </a:moveTo>
                <a:cubicBezTo>
                  <a:pt x="13022113" y="61574"/>
                  <a:pt x="13026297" y="77924"/>
                  <a:pt x="13026297" y="102052"/>
                </a:cubicBezTo>
                <a:cubicBezTo>
                  <a:pt x="13026297" y="120993"/>
                  <a:pt x="13016731" y="135151"/>
                  <a:pt x="13003379" y="135151"/>
                </a:cubicBezTo>
                <a:cubicBezTo>
                  <a:pt x="12982258" y="135151"/>
                  <a:pt x="12976876" y="112221"/>
                  <a:pt x="12976876" y="96868"/>
                </a:cubicBezTo>
                <a:cubicBezTo>
                  <a:pt x="12976876" y="79521"/>
                  <a:pt x="12982258" y="61574"/>
                  <a:pt x="13000989" y="61574"/>
                </a:cubicBezTo>
                <a:close/>
                <a:moveTo>
                  <a:pt x="13083686" y="70946"/>
                </a:moveTo>
                <a:lnTo>
                  <a:pt x="13083686" y="56393"/>
                </a:lnTo>
                <a:cubicBezTo>
                  <a:pt x="13083686" y="54839"/>
                  <a:pt x="13083449" y="54401"/>
                  <a:pt x="13082491" y="54401"/>
                </a:cubicBezTo>
                <a:cubicBezTo>
                  <a:pt x="13078027" y="55277"/>
                  <a:pt x="13070894" y="55435"/>
                  <a:pt x="13066351" y="54997"/>
                </a:cubicBezTo>
                <a:lnTo>
                  <a:pt x="13065953" y="55596"/>
                </a:lnTo>
                <a:cubicBezTo>
                  <a:pt x="13067345" y="64205"/>
                  <a:pt x="13067744" y="79323"/>
                  <a:pt x="13067744" y="94283"/>
                </a:cubicBezTo>
                <a:lnTo>
                  <a:pt x="13067744" y="105254"/>
                </a:lnTo>
                <a:cubicBezTo>
                  <a:pt x="13067744" y="120218"/>
                  <a:pt x="13067546" y="130389"/>
                  <a:pt x="13065953" y="141162"/>
                </a:cubicBezTo>
                <a:lnTo>
                  <a:pt x="13066351" y="141758"/>
                </a:lnTo>
                <a:cubicBezTo>
                  <a:pt x="13068741" y="141360"/>
                  <a:pt x="13073323" y="141162"/>
                  <a:pt x="13075716" y="141162"/>
                </a:cubicBezTo>
                <a:cubicBezTo>
                  <a:pt x="13078106" y="141162"/>
                  <a:pt x="13082692" y="141360"/>
                  <a:pt x="13085082" y="141758"/>
                </a:cubicBezTo>
                <a:lnTo>
                  <a:pt x="13085480" y="141162"/>
                </a:lnTo>
                <a:cubicBezTo>
                  <a:pt x="13083887" y="129790"/>
                  <a:pt x="13083686" y="120415"/>
                  <a:pt x="13083686" y="105254"/>
                </a:cubicBezTo>
                <a:lnTo>
                  <a:pt x="13083686" y="81120"/>
                </a:lnTo>
                <a:cubicBezTo>
                  <a:pt x="13093055" y="71545"/>
                  <a:pt x="13104214" y="65561"/>
                  <a:pt x="13111186" y="65561"/>
                </a:cubicBezTo>
                <a:cubicBezTo>
                  <a:pt x="13118761" y="65561"/>
                  <a:pt x="13124340" y="69949"/>
                  <a:pt x="13124340" y="83313"/>
                </a:cubicBezTo>
                <a:lnTo>
                  <a:pt x="13124340" y="105254"/>
                </a:lnTo>
                <a:cubicBezTo>
                  <a:pt x="13124340" y="120218"/>
                  <a:pt x="13124140" y="130389"/>
                  <a:pt x="13122546" y="141162"/>
                </a:cubicBezTo>
                <a:lnTo>
                  <a:pt x="13122945" y="141758"/>
                </a:lnTo>
                <a:cubicBezTo>
                  <a:pt x="13125335" y="141360"/>
                  <a:pt x="13129920" y="141162"/>
                  <a:pt x="13132310" y="141162"/>
                </a:cubicBezTo>
                <a:cubicBezTo>
                  <a:pt x="13134703" y="141162"/>
                  <a:pt x="13139286" y="141360"/>
                  <a:pt x="13141676" y="141758"/>
                </a:cubicBezTo>
                <a:lnTo>
                  <a:pt x="13142074" y="141162"/>
                </a:lnTo>
                <a:cubicBezTo>
                  <a:pt x="13140481" y="129790"/>
                  <a:pt x="13140283" y="120415"/>
                  <a:pt x="13140283" y="105254"/>
                </a:cubicBezTo>
                <a:lnTo>
                  <a:pt x="13140283" y="85110"/>
                </a:lnTo>
                <a:cubicBezTo>
                  <a:pt x="13140283" y="82315"/>
                  <a:pt x="13140283" y="79922"/>
                  <a:pt x="13140082" y="77529"/>
                </a:cubicBezTo>
                <a:cubicBezTo>
                  <a:pt x="13149648" y="66957"/>
                  <a:pt x="13157618" y="65561"/>
                  <a:pt x="13165390" y="65561"/>
                </a:cubicBezTo>
                <a:cubicBezTo>
                  <a:pt x="13176151" y="65561"/>
                  <a:pt x="13181333" y="69949"/>
                  <a:pt x="13181333" y="83313"/>
                </a:cubicBezTo>
                <a:lnTo>
                  <a:pt x="13181333" y="105254"/>
                </a:lnTo>
                <a:cubicBezTo>
                  <a:pt x="13181333" y="120218"/>
                  <a:pt x="13181135" y="130389"/>
                  <a:pt x="13179539" y="141162"/>
                </a:cubicBezTo>
                <a:lnTo>
                  <a:pt x="13179937" y="141758"/>
                </a:lnTo>
                <a:cubicBezTo>
                  <a:pt x="13182330" y="141360"/>
                  <a:pt x="13186912" y="141162"/>
                  <a:pt x="13189305" y="141162"/>
                </a:cubicBezTo>
                <a:cubicBezTo>
                  <a:pt x="13191695" y="141162"/>
                  <a:pt x="13196278" y="141360"/>
                  <a:pt x="13198671" y="141758"/>
                </a:cubicBezTo>
                <a:lnTo>
                  <a:pt x="13199069" y="141162"/>
                </a:lnTo>
                <a:cubicBezTo>
                  <a:pt x="13197473" y="129790"/>
                  <a:pt x="13197275" y="120415"/>
                  <a:pt x="13197275" y="105254"/>
                </a:cubicBezTo>
                <a:lnTo>
                  <a:pt x="13197275" y="85307"/>
                </a:lnTo>
                <a:cubicBezTo>
                  <a:pt x="13197275" y="67556"/>
                  <a:pt x="13194085" y="53602"/>
                  <a:pt x="13172563" y="53602"/>
                </a:cubicBezTo>
                <a:cubicBezTo>
                  <a:pt x="13161805" y="53602"/>
                  <a:pt x="13150244" y="57390"/>
                  <a:pt x="13138887" y="69350"/>
                </a:cubicBezTo>
                <a:cubicBezTo>
                  <a:pt x="13137093" y="59780"/>
                  <a:pt x="13128923" y="53602"/>
                  <a:pt x="13117763" y="53602"/>
                </a:cubicBezTo>
                <a:cubicBezTo>
                  <a:pt x="13105409" y="53602"/>
                  <a:pt x="13093651" y="61574"/>
                  <a:pt x="13084285" y="71545"/>
                </a:cubicBezTo>
                <a:lnTo>
                  <a:pt x="13083686" y="70946"/>
                </a:lnTo>
                <a:close/>
                <a:moveTo>
                  <a:pt x="13263237" y="90957"/>
                </a:moveTo>
                <a:cubicBezTo>
                  <a:pt x="13263237" y="81990"/>
                  <a:pt x="13262440" y="35956"/>
                  <a:pt x="13220989" y="88"/>
                </a:cubicBezTo>
                <a:lnTo>
                  <a:pt x="13216407" y="3476"/>
                </a:lnTo>
                <a:cubicBezTo>
                  <a:pt x="13222981" y="11047"/>
                  <a:pt x="13246695" y="38547"/>
                  <a:pt x="13246695" y="90957"/>
                </a:cubicBezTo>
                <a:cubicBezTo>
                  <a:pt x="13246695" y="143367"/>
                  <a:pt x="13222783" y="170867"/>
                  <a:pt x="13216407" y="178043"/>
                </a:cubicBezTo>
                <a:lnTo>
                  <a:pt x="13220989" y="181628"/>
                </a:lnTo>
                <a:cubicBezTo>
                  <a:pt x="13244703" y="161304"/>
                  <a:pt x="13263237" y="128023"/>
                  <a:pt x="13263237" y="90957"/>
                </a:cubicBezTo>
                <a:close/>
                <a:moveTo>
                  <a:pt x="13282764" y="132362"/>
                </a:moveTo>
                <a:cubicBezTo>
                  <a:pt x="13284519" y="139015"/>
                  <a:pt x="13287310" y="141728"/>
                  <a:pt x="13293525" y="143120"/>
                </a:cubicBezTo>
                <a:lnTo>
                  <a:pt x="13294325" y="143120"/>
                </a:lnTo>
                <a:cubicBezTo>
                  <a:pt x="13299944" y="141728"/>
                  <a:pt x="13303052" y="138778"/>
                  <a:pt x="13305083" y="132362"/>
                </a:cubicBezTo>
                <a:lnTo>
                  <a:pt x="13305083" y="131563"/>
                </a:lnTo>
                <a:cubicBezTo>
                  <a:pt x="13303253" y="125943"/>
                  <a:pt x="13300102" y="122875"/>
                  <a:pt x="13294325" y="120802"/>
                </a:cubicBezTo>
                <a:lnTo>
                  <a:pt x="13293525" y="120802"/>
                </a:lnTo>
                <a:cubicBezTo>
                  <a:pt x="13287508" y="123234"/>
                  <a:pt x="13284598" y="126263"/>
                  <a:pt x="13282764" y="131563"/>
                </a:cubicBezTo>
                <a:lnTo>
                  <a:pt x="13282764" y="1323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Text EachcoloredlinerepresentsoneSA">
            <a:extLst xmlns:a="http://schemas.openxmlformats.org/drawingml/2006/main">
              <a:ext uri="{FF2B5EF4-FFF2-40B4-BE49-F238E27FC236}">
                <a16:creationId xmlns:a16="http://schemas.microsoft.com/office/drawing/2014/main" id="{F127111A-CCFE-4332-BABF-F0344123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52" y="6303833"/>
            <a:ext cx="2896083" cy="186043"/>
          </a:xfrm>
          <a:custGeom xmlns:a="http://schemas.openxmlformats.org/drawingml/2006/main">
            <a:pathLst>
              <a:path w="2896083" h="186043">
                <a:moveTo>
                  <a:pt x="19129" y="99355"/>
                </a:moveTo>
                <a:lnTo>
                  <a:pt x="19129" y="76091"/>
                </a:lnTo>
                <a:cubicBezTo>
                  <a:pt x="28695" y="76091"/>
                  <a:pt x="49819" y="76690"/>
                  <a:pt x="63569" y="78079"/>
                </a:cubicBezTo>
                <a:lnTo>
                  <a:pt x="64168" y="77484"/>
                </a:lnTo>
                <a:cubicBezTo>
                  <a:pt x="63767" y="75693"/>
                  <a:pt x="63569" y="72904"/>
                  <a:pt x="63569" y="71110"/>
                </a:cubicBezTo>
                <a:cubicBezTo>
                  <a:pt x="63569" y="69316"/>
                  <a:pt x="63767" y="66528"/>
                  <a:pt x="64168" y="64734"/>
                </a:cubicBezTo>
                <a:lnTo>
                  <a:pt x="63569" y="64135"/>
                </a:lnTo>
                <a:cubicBezTo>
                  <a:pt x="51811" y="65132"/>
                  <a:pt x="42646" y="66129"/>
                  <a:pt x="19129" y="66129"/>
                </a:cubicBezTo>
                <a:lnTo>
                  <a:pt x="19129" y="50576"/>
                </a:lnTo>
                <a:cubicBezTo>
                  <a:pt x="19129" y="47186"/>
                  <a:pt x="19330" y="26649"/>
                  <a:pt x="20726" y="21866"/>
                </a:cubicBezTo>
                <a:cubicBezTo>
                  <a:pt x="47426" y="21866"/>
                  <a:pt x="74926" y="24256"/>
                  <a:pt x="74926" y="24256"/>
                </a:cubicBezTo>
                <a:lnTo>
                  <a:pt x="75328" y="23459"/>
                </a:lnTo>
                <a:cubicBezTo>
                  <a:pt x="75127" y="21866"/>
                  <a:pt x="74926" y="20072"/>
                  <a:pt x="74926" y="18278"/>
                </a:cubicBezTo>
                <a:cubicBezTo>
                  <a:pt x="74926" y="16684"/>
                  <a:pt x="75127" y="13495"/>
                  <a:pt x="75328" y="10703"/>
                </a:cubicBezTo>
                <a:lnTo>
                  <a:pt x="74926" y="10107"/>
                </a:lnTo>
                <a:cubicBezTo>
                  <a:pt x="71740" y="10506"/>
                  <a:pt x="67157" y="10703"/>
                  <a:pt x="62970" y="10703"/>
                </a:cubicBezTo>
                <a:lnTo>
                  <a:pt x="10560" y="10703"/>
                </a:lnTo>
                <a:cubicBezTo>
                  <a:pt x="3786" y="10703"/>
                  <a:pt x="398" y="10107"/>
                  <a:pt x="398" y="10107"/>
                </a:cubicBezTo>
                <a:lnTo>
                  <a:pt x="0" y="10703"/>
                </a:lnTo>
                <a:cubicBezTo>
                  <a:pt x="1593" y="22063"/>
                  <a:pt x="1992" y="35622"/>
                  <a:pt x="1992" y="50576"/>
                </a:cubicBezTo>
                <a:lnTo>
                  <a:pt x="1992" y="99355"/>
                </a:lnTo>
                <a:cubicBezTo>
                  <a:pt x="1992" y="114267"/>
                  <a:pt x="1593" y="128385"/>
                  <a:pt x="0" y="139143"/>
                </a:cubicBezTo>
                <a:lnTo>
                  <a:pt x="198" y="139742"/>
                </a:lnTo>
                <a:cubicBezTo>
                  <a:pt x="198" y="139742"/>
                  <a:pt x="3588" y="139143"/>
                  <a:pt x="10560" y="139143"/>
                </a:cubicBezTo>
                <a:lnTo>
                  <a:pt x="64965" y="139143"/>
                </a:lnTo>
                <a:cubicBezTo>
                  <a:pt x="69149" y="139143"/>
                  <a:pt x="73731" y="139344"/>
                  <a:pt x="76921" y="139742"/>
                </a:cubicBezTo>
                <a:lnTo>
                  <a:pt x="77319" y="139143"/>
                </a:lnTo>
                <a:cubicBezTo>
                  <a:pt x="77119" y="136355"/>
                  <a:pt x="76921" y="134959"/>
                  <a:pt x="76921" y="132967"/>
                </a:cubicBezTo>
                <a:cubicBezTo>
                  <a:pt x="76921" y="130976"/>
                  <a:pt x="77119" y="127984"/>
                  <a:pt x="77319" y="126393"/>
                </a:cubicBezTo>
                <a:lnTo>
                  <a:pt x="76921" y="125600"/>
                </a:lnTo>
                <a:cubicBezTo>
                  <a:pt x="76921" y="125600"/>
                  <a:pt x="47426" y="127984"/>
                  <a:pt x="20726" y="127984"/>
                </a:cubicBezTo>
                <a:cubicBezTo>
                  <a:pt x="19330" y="123213"/>
                  <a:pt x="19129" y="102734"/>
                  <a:pt x="19129" y="99355"/>
                </a:cubicBezTo>
                <a:close/>
                <a:moveTo>
                  <a:pt x="150255" y="94238"/>
                </a:moveTo>
                <a:lnTo>
                  <a:pt x="149458" y="117968"/>
                </a:lnTo>
                <a:cubicBezTo>
                  <a:pt x="149458" y="120558"/>
                  <a:pt x="148260" y="121954"/>
                  <a:pt x="146667" y="123152"/>
                </a:cubicBezTo>
                <a:cubicBezTo>
                  <a:pt x="141087" y="127339"/>
                  <a:pt x="134313" y="130927"/>
                  <a:pt x="128335" y="130927"/>
                </a:cubicBezTo>
                <a:cubicBezTo>
                  <a:pt x="119368" y="130927"/>
                  <a:pt x="113587" y="124946"/>
                  <a:pt x="113587" y="118764"/>
                </a:cubicBezTo>
                <a:cubicBezTo>
                  <a:pt x="113587" y="109791"/>
                  <a:pt x="117771" y="103010"/>
                  <a:pt x="133315" y="98823"/>
                </a:cubicBezTo>
                <a:lnTo>
                  <a:pt x="150255" y="94238"/>
                </a:lnTo>
                <a:moveTo>
                  <a:pt x="150255" y="129531"/>
                </a:moveTo>
                <a:cubicBezTo>
                  <a:pt x="152566" y="137304"/>
                  <a:pt x="158505" y="141089"/>
                  <a:pt x="165799" y="141089"/>
                </a:cubicBezTo>
                <a:cubicBezTo>
                  <a:pt x="170819" y="141089"/>
                  <a:pt x="176959" y="139894"/>
                  <a:pt x="181660" y="134914"/>
                </a:cubicBezTo>
                <a:lnTo>
                  <a:pt x="180185" y="129969"/>
                </a:lnTo>
                <a:cubicBezTo>
                  <a:pt x="177993" y="130729"/>
                  <a:pt x="176320" y="131006"/>
                  <a:pt x="174806" y="131006"/>
                </a:cubicBezTo>
                <a:cubicBezTo>
                  <a:pt x="172811" y="131006"/>
                  <a:pt x="170181" y="130647"/>
                  <a:pt x="168946" y="129531"/>
                </a:cubicBezTo>
                <a:cubicBezTo>
                  <a:pt x="166915" y="127698"/>
                  <a:pt x="165638" y="122833"/>
                  <a:pt x="165638" y="113978"/>
                </a:cubicBezTo>
                <a:cubicBezTo>
                  <a:pt x="165638" y="108195"/>
                  <a:pt x="166198" y="86064"/>
                  <a:pt x="166198" y="83869"/>
                </a:cubicBezTo>
                <a:cubicBezTo>
                  <a:pt x="166198" y="56953"/>
                  <a:pt x="148461" y="51571"/>
                  <a:pt x="133315" y="51571"/>
                </a:cubicBezTo>
                <a:cubicBezTo>
                  <a:pt x="118169" y="51571"/>
                  <a:pt x="109005" y="58944"/>
                  <a:pt x="104021" y="63131"/>
                </a:cubicBezTo>
                <a:lnTo>
                  <a:pt x="103425" y="63931"/>
                </a:lnTo>
                <a:lnTo>
                  <a:pt x="106812" y="77289"/>
                </a:lnTo>
                <a:lnTo>
                  <a:pt x="109403" y="77490"/>
                </a:lnTo>
                <a:cubicBezTo>
                  <a:pt x="114983" y="68516"/>
                  <a:pt x="121758" y="60541"/>
                  <a:pt x="131324" y="60541"/>
                </a:cubicBezTo>
                <a:cubicBezTo>
                  <a:pt x="138497" y="60541"/>
                  <a:pt x="150453" y="61538"/>
                  <a:pt x="150453" y="84070"/>
                </a:cubicBezTo>
                <a:cubicBezTo>
                  <a:pt x="150453" y="85465"/>
                  <a:pt x="149656" y="86262"/>
                  <a:pt x="149057" y="86463"/>
                </a:cubicBezTo>
                <a:lnTo>
                  <a:pt x="130527" y="90650"/>
                </a:lnTo>
                <a:cubicBezTo>
                  <a:pt x="110200" y="95235"/>
                  <a:pt x="97447" y="106002"/>
                  <a:pt x="97447" y="119561"/>
                </a:cubicBezTo>
                <a:cubicBezTo>
                  <a:pt x="97447" y="134314"/>
                  <a:pt x="107609" y="141089"/>
                  <a:pt x="122357" y="141089"/>
                </a:cubicBezTo>
                <a:cubicBezTo>
                  <a:pt x="133315" y="141089"/>
                  <a:pt x="138895" y="138502"/>
                  <a:pt x="149458" y="129531"/>
                </a:cubicBezTo>
                <a:lnTo>
                  <a:pt x="150255" y="129531"/>
                </a:lnTo>
                <a:close/>
                <a:moveTo>
                  <a:pt x="234151" y="59543"/>
                </a:moveTo>
                <a:cubicBezTo>
                  <a:pt x="241841" y="59543"/>
                  <a:pt x="248816" y="65205"/>
                  <a:pt x="254077" y="74297"/>
                </a:cubicBezTo>
                <a:lnTo>
                  <a:pt x="256667" y="74099"/>
                </a:lnTo>
                <a:lnTo>
                  <a:pt x="261250" y="57749"/>
                </a:lnTo>
                <a:lnTo>
                  <a:pt x="260852" y="57153"/>
                </a:lnTo>
                <a:cubicBezTo>
                  <a:pt x="254676" y="53964"/>
                  <a:pt x="244313" y="51571"/>
                  <a:pt x="234349" y="51571"/>
                </a:cubicBezTo>
                <a:cubicBezTo>
                  <a:pt x="213623" y="51571"/>
                  <a:pt x="191903" y="68516"/>
                  <a:pt x="191903" y="95634"/>
                </a:cubicBezTo>
                <a:cubicBezTo>
                  <a:pt x="191903" y="123350"/>
                  <a:pt x="207645" y="141089"/>
                  <a:pt x="231959" y="141089"/>
                </a:cubicBezTo>
                <a:cubicBezTo>
                  <a:pt x="243915" y="141089"/>
                  <a:pt x="253280" y="137106"/>
                  <a:pt x="261250" y="126941"/>
                </a:cubicBezTo>
                <a:lnTo>
                  <a:pt x="257464" y="122751"/>
                </a:lnTo>
                <a:lnTo>
                  <a:pt x="256667" y="122751"/>
                </a:lnTo>
                <a:cubicBezTo>
                  <a:pt x="249096" y="129531"/>
                  <a:pt x="242759" y="131128"/>
                  <a:pt x="235346" y="131128"/>
                </a:cubicBezTo>
                <a:cubicBezTo>
                  <a:pt x="220799" y="131128"/>
                  <a:pt x="209439" y="117968"/>
                  <a:pt x="209439" y="94636"/>
                </a:cubicBezTo>
                <a:cubicBezTo>
                  <a:pt x="209439" y="72704"/>
                  <a:pt x="220997" y="59543"/>
                  <a:pt x="234151" y="59543"/>
                </a:cubicBezTo>
                <a:close/>
                <a:moveTo>
                  <a:pt x="303698" y="68915"/>
                </a:moveTo>
                <a:lnTo>
                  <a:pt x="303698" y="39228"/>
                </a:lnTo>
                <a:cubicBezTo>
                  <a:pt x="303698" y="24493"/>
                  <a:pt x="304534" y="14218"/>
                  <a:pt x="305489" y="1992"/>
                </a:cubicBezTo>
                <a:cubicBezTo>
                  <a:pt x="305489" y="599"/>
                  <a:pt x="304933" y="0"/>
                  <a:pt x="303698" y="0"/>
                </a:cubicBezTo>
                <a:cubicBezTo>
                  <a:pt x="298714" y="1992"/>
                  <a:pt x="294451" y="3387"/>
                  <a:pt x="286360" y="3983"/>
                </a:cubicBezTo>
                <a:lnTo>
                  <a:pt x="285962" y="4582"/>
                </a:lnTo>
                <a:cubicBezTo>
                  <a:pt x="287515" y="13102"/>
                  <a:pt x="287756" y="28078"/>
                  <a:pt x="287756" y="43209"/>
                </a:cubicBezTo>
                <a:lnTo>
                  <a:pt x="287756" y="103223"/>
                </a:lnTo>
                <a:cubicBezTo>
                  <a:pt x="287756" y="118065"/>
                  <a:pt x="287515" y="127959"/>
                  <a:pt x="285962" y="139131"/>
                </a:cubicBezTo>
                <a:lnTo>
                  <a:pt x="286360" y="139727"/>
                </a:lnTo>
                <a:cubicBezTo>
                  <a:pt x="288750" y="139329"/>
                  <a:pt x="293335" y="139131"/>
                  <a:pt x="295725" y="139131"/>
                </a:cubicBezTo>
                <a:cubicBezTo>
                  <a:pt x="298118" y="139131"/>
                  <a:pt x="302701" y="139329"/>
                  <a:pt x="305091" y="139727"/>
                </a:cubicBezTo>
                <a:lnTo>
                  <a:pt x="305489" y="139131"/>
                </a:lnTo>
                <a:cubicBezTo>
                  <a:pt x="304017" y="127719"/>
                  <a:pt x="303698" y="118384"/>
                  <a:pt x="303698" y="103223"/>
                </a:cubicBezTo>
                <a:lnTo>
                  <a:pt x="303698" y="79886"/>
                </a:lnTo>
                <a:cubicBezTo>
                  <a:pt x="313860" y="67917"/>
                  <a:pt x="325536" y="63530"/>
                  <a:pt x="332591" y="63530"/>
                </a:cubicBezTo>
                <a:cubicBezTo>
                  <a:pt x="342756" y="63530"/>
                  <a:pt x="346940" y="67519"/>
                  <a:pt x="346940" y="83674"/>
                </a:cubicBezTo>
                <a:lnTo>
                  <a:pt x="346940" y="103223"/>
                </a:lnTo>
                <a:cubicBezTo>
                  <a:pt x="346940" y="118187"/>
                  <a:pt x="346739" y="128397"/>
                  <a:pt x="345146" y="139131"/>
                </a:cubicBezTo>
                <a:lnTo>
                  <a:pt x="345544" y="139727"/>
                </a:lnTo>
                <a:cubicBezTo>
                  <a:pt x="347937" y="139329"/>
                  <a:pt x="352520" y="139131"/>
                  <a:pt x="354910" y="139131"/>
                </a:cubicBezTo>
                <a:cubicBezTo>
                  <a:pt x="357303" y="139131"/>
                  <a:pt x="361885" y="139329"/>
                  <a:pt x="364278" y="139727"/>
                </a:cubicBezTo>
                <a:lnTo>
                  <a:pt x="364677" y="139131"/>
                </a:lnTo>
                <a:cubicBezTo>
                  <a:pt x="363080" y="127719"/>
                  <a:pt x="362883" y="118384"/>
                  <a:pt x="362883" y="103223"/>
                </a:cubicBezTo>
                <a:cubicBezTo>
                  <a:pt x="362883" y="96841"/>
                  <a:pt x="363281" y="89461"/>
                  <a:pt x="363281" y="83078"/>
                </a:cubicBezTo>
                <a:cubicBezTo>
                  <a:pt x="363281" y="62332"/>
                  <a:pt x="356506" y="51571"/>
                  <a:pt x="338569" y="51571"/>
                </a:cubicBezTo>
                <a:cubicBezTo>
                  <a:pt x="330998" y="51571"/>
                  <a:pt x="316849" y="54563"/>
                  <a:pt x="304096" y="69514"/>
                </a:cubicBezTo>
                <a:lnTo>
                  <a:pt x="303698" y="68915"/>
                </a:lnTo>
                <a:close/>
                <a:moveTo>
                  <a:pt x="478862" y="59543"/>
                </a:moveTo>
                <a:cubicBezTo>
                  <a:pt x="486552" y="59543"/>
                  <a:pt x="493528" y="65205"/>
                  <a:pt x="498788" y="74297"/>
                </a:cubicBezTo>
                <a:lnTo>
                  <a:pt x="501379" y="74099"/>
                </a:lnTo>
                <a:lnTo>
                  <a:pt x="505961" y="57749"/>
                </a:lnTo>
                <a:lnTo>
                  <a:pt x="505563" y="57153"/>
                </a:lnTo>
                <a:cubicBezTo>
                  <a:pt x="499387" y="53964"/>
                  <a:pt x="489024" y="51571"/>
                  <a:pt x="479060" y="51571"/>
                </a:cubicBezTo>
                <a:cubicBezTo>
                  <a:pt x="458334" y="51571"/>
                  <a:pt x="436614" y="68516"/>
                  <a:pt x="436614" y="95634"/>
                </a:cubicBezTo>
                <a:cubicBezTo>
                  <a:pt x="436614" y="123350"/>
                  <a:pt x="452356" y="141089"/>
                  <a:pt x="476670" y="141089"/>
                </a:cubicBezTo>
                <a:cubicBezTo>
                  <a:pt x="488626" y="141089"/>
                  <a:pt x="497991" y="137106"/>
                  <a:pt x="505961" y="126941"/>
                </a:cubicBezTo>
                <a:lnTo>
                  <a:pt x="502175" y="122751"/>
                </a:lnTo>
                <a:lnTo>
                  <a:pt x="501379" y="122751"/>
                </a:lnTo>
                <a:cubicBezTo>
                  <a:pt x="493807" y="129531"/>
                  <a:pt x="487470" y="131128"/>
                  <a:pt x="480057" y="131128"/>
                </a:cubicBezTo>
                <a:cubicBezTo>
                  <a:pt x="465510" y="131128"/>
                  <a:pt x="454150" y="117968"/>
                  <a:pt x="454150" y="94636"/>
                </a:cubicBezTo>
                <a:cubicBezTo>
                  <a:pt x="454150" y="72704"/>
                  <a:pt x="465708" y="59543"/>
                  <a:pt x="478862" y="59543"/>
                </a:cubicBezTo>
                <a:close/>
                <a:moveTo>
                  <a:pt x="522104" y="98224"/>
                </a:moveTo>
                <a:cubicBezTo>
                  <a:pt x="522104" y="122152"/>
                  <a:pt x="537846" y="141089"/>
                  <a:pt x="564352" y="141089"/>
                </a:cubicBezTo>
                <a:cubicBezTo>
                  <a:pt x="590654" y="141089"/>
                  <a:pt x="606596" y="122553"/>
                  <a:pt x="606596" y="96430"/>
                </a:cubicBezTo>
                <a:cubicBezTo>
                  <a:pt x="606596" y="69313"/>
                  <a:pt x="592050" y="51571"/>
                  <a:pt x="565148" y="51571"/>
                </a:cubicBezTo>
                <a:cubicBezTo>
                  <a:pt x="539041" y="51571"/>
                  <a:pt x="522104" y="69912"/>
                  <a:pt x="522104" y="98224"/>
                </a:cubicBezTo>
                <a:moveTo>
                  <a:pt x="563753" y="59543"/>
                </a:moveTo>
                <a:cubicBezTo>
                  <a:pt x="584877" y="59543"/>
                  <a:pt x="589061" y="75893"/>
                  <a:pt x="589061" y="100021"/>
                </a:cubicBezTo>
                <a:cubicBezTo>
                  <a:pt x="589061" y="118962"/>
                  <a:pt x="579494" y="133119"/>
                  <a:pt x="566143" y="133119"/>
                </a:cubicBezTo>
                <a:cubicBezTo>
                  <a:pt x="545022" y="133119"/>
                  <a:pt x="539640" y="110189"/>
                  <a:pt x="539640" y="94837"/>
                </a:cubicBezTo>
                <a:cubicBezTo>
                  <a:pt x="539640" y="77490"/>
                  <a:pt x="545022" y="59543"/>
                  <a:pt x="563753" y="59543"/>
                </a:cubicBezTo>
                <a:close/>
                <a:moveTo>
                  <a:pt x="632105" y="99264"/>
                </a:moveTo>
                <a:cubicBezTo>
                  <a:pt x="632105" y="114097"/>
                  <a:pt x="631825" y="128446"/>
                  <a:pt x="630311" y="139131"/>
                </a:cubicBezTo>
                <a:lnTo>
                  <a:pt x="630709" y="139727"/>
                </a:lnTo>
                <a:cubicBezTo>
                  <a:pt x="633099" y="139329"/>
                  <a:pt x="637685" y="139131"/>
                  <a:pt x="640075" y="139131"/>
                </a:cubicBezTo>
                <a:cubicBezTo>
                  <a:pt x="642468" y="139131"/>
                  <a:pt x="647050" y="139329"/>
                  <a:pt x="649440" y="139727"/>
                </a:cubicBezTo>
                <a:lnTo>
                  <a:pt x="649838" y="139131"/>
                </a:lnTo>
                <a:cubicBezTo>
                  <a:pt x="648285" y="127768"/>
                  <a:pt x="648047" y="114255"/>
                  <a:pt x="648047" y="99264"/>
                </a:cubicBezTo>
                <a:lnTo>
                  <a:pt x="648047" y="39468"/>
                </a:lnTo>
                <a:cubicBezTo>
                  <a:pt x="648047" y="24520"/>
                  <a:pt x="648884" y="14592"/>
                  <a:pt x="649838" y="1995"/>
                </a:cubicBezTo>
                <a:cubicBezTo>
                  <a:pt x="649838" y="599"/>
                  <a:pt x="649282" y="0"/>
                  <a:pt x="648047" y="0"/>
                </a:cubicBezTo>
                <a:cubicBezTo>
                  <a:pt x="643064" y="1995"/>
                  <a:pt x="638801" y="3390"/>
                  <a:pt x="630709" y="3989"/>
                </a:cubicBezTo>
                <a:lnTo>
                  <a:pt x="630311" y="4585"/>
                </a:lnTo>
                <a:cubicBezTo>
                  <a:pt x="631865" y="13118"/>
                  <a:pt x="632105" y="27908"/>
                  <a:pt x="632105" y="43057"/>
                </a:cubicBezTo>
                <a:lnTo>
                  <a:pt x="632105" y="99264"/>
                </a:lnTo>
                <a:close/>
                <a:moveTo>
                  <a:pt x="671960" y="98224"/>
                </a:moveTo>
                <a:cubicBezTo>
                  <a:pt x="671960" y="122152"/>
                  <a:pt x="687702" y="141089"/>
                  <a:pt x="714208" y="141089"/>
                </a:cubicBezTo>
                <a:cubicBezTo>
                  <a:pt x="740510" y="141089"/>
                  <a:pt x="756452" y="122553"/>
                  <a:pt x="756452" y="96430"/>
                </a:cubicBezTo>
                <a:cubicBezTo>
                  <a:pt x="756452" y="69313"/>
                  <a:pt x="741905" y="51571"/>
                  <a:pt x="715004" y="51571"/>
                </a:cubicBezTo>
                <a:cubicBezTo>
                  <a:pt x="688897" y="51571"/>
                  <a:pt x="671960" y="69912"/>
                  <a:pt x="671960" y="98224"/>
                </a:cubicBezTo>
                <a:moveTo>
                  <a:pt x="713609" y="59543"/>
                </a:moveTo>
                <a:cubicBezTo>
                  <a:pt x="734732" y="59543"/>
                  <a:pt x="738916" y="75893"/>
                  <a:pt x="738916" y="100021"/>
                </a:cubicBezTo>
                <a:cubicBezTo>
                  <a:pt x="738916" y="118962"/>
                  <a:pt x="729350" y="133119"/>
                  <a:pt x="715999" y="133119"/>
                </a:cubicBezTo>
                <a:cubicBezTo>
                  <a:pt x="694878" y="133119"/>
                  <a:pt x="689496" y="110189"/>
                  <a:pt x="689496" y="94837"/>
                </a:cubicBezTo>
                <a:cubicBezTo>
                  <a:pt x="689496" y="77490"/>
                  <a:pt x="694878" y="59543"/>
                  <a:pt x="713609" y="59543"/>
                </a:cubicBezTo>
                <a:close/>
                <a:moveTo>
                  <a:pt x="797304" y="72503"/>
                </a:moveTo>
                <a:lnTo>
                  <a:pt x="797304" y="54362"/>
                </a:lnTo>
                <a:cubicBezTo>
                  <a:pt x="797304" y="52808"/>
                  <a:pt x="797064" y="52370"/>
                  <a:pt x="796109" y="52370"/>
                </a:cubicBezTo>
                <a:cubicBezTo>
                  <a:pt x="791645" y="53246"/>
                  <a:pt x="784512" y="53404"/>
                  <a:pt x="779966" y="52966"/>
                </a:cubicBezTo>
                <a:lnTo>
                  <a:pt x="779568" y="53565"/>
                </a:lnTo>
                <a:cubicBezTo>
                  <a:pt x="780963" y="62174"/>
                  <a:pt x="781362" y="77292"/>
                  <a:pt x="781362" y="92252"/>
                </a:cubicBezTo>
                <a:lnTo>
                  <a:pt x="781362" y="103223"/>
                </a:lnTo>
                <a:cubicBezTo>
                  <a:pt x="781362" y="118183"/>
                  <a:pt x="781125" y="128397"/>
                  <a:pt x="779568" y="139131"/>
                </a:cubicBezTo>
                <a:lnTo>
                  <a:pt x="779966" y="139727"/>
                </a:lnTo>
                <a:cubicBezTo>
                  <a:pt x="782359" y="139329"/>
                  <a:pt x="786941" y="139131"/>
                  <a:pt x="789335" y="139131"/>
                </a:cubicBezTo>
                <a:cubicBezTo>
                  <a:pt x="791725" y="139131"/>
                  <a:pt x="796307" y="139329"/>
                  <a:pt x="798700" y="139727"/>
                </a:cubicBezTo>
                <a:lnTo>
                  <a:pt x="799098" y="139131"/>
                </a:lnTo>
                <a:cubicBezTo>
                  <a:pt x="797624" y="127759"/>
                  <a:pt x="797304" y="118384"/>
                  <a:pt x="797304" y="103223"/>
                </a:cubicBezTo>
                <a:lnTo>
                  <a:pt x="797304" y="92851"/>
                </a:lnTo>
                <a:cubicBezTo>
                  <a:pt x="797304" y="84471"/>
                  <a:pt x="799816" y="79685"/>
                  <a:pt x="804079" y="73102"/>
                </a:cubicBezTo>
                <a:cubicBezTo>
                  <a:pt x="806989" y="68675"/>
                  <a:pt x="811453" y="66120"/>
                  <a:pt x="815238" y="66120"/>
                </a:cubicBezTo>
                <a:cubicBezTo>
                  <a:pt x="819225" y="66120"/>
                  <a:pt x="823010" y="66519"/>
                  <a:pt x="825601" y="68912"/>
                </a:cubicBezTo>
                <a:lnTo>
                  <a:pt x="827194" y="68513"/>
                </a:lnTo>
                <a:lnTo>
                  <a:pt x="831181" y="53763"/>
                </a:lnTo>
                <a:lnTo>
                  <a:pt x="830384" y="52966"/>
                </a:lnTo>
                <a:cubicBezTo>
                  <a:pt x="826997" y="51972"/>
                  <a:pt x="826796" y="51571"/>
                  <a:pt x="823211" y="51571"/>
                </a:cubicBezTo>
                <a:cubicBezTo>
                  <a:pt x="812450" y="51571"/>
                  <a:pt x="806670" y="57749"/>
                  <a:pt x="797903" y="72901"/>
                </a:cubicBezTo>
                <a:lnTo>
                  <a:pt x="797304" y="72503"/>
                </a:lnTo>
                <a:close/>
                <a:moveTo>
                  <a:pt x="858085" y="84663"/>
                </a:moveTo>
                <a:cubicBezTo>
                  <a:pt x="861472" y="63928"/>
                  <a:pt x="874545" y="59543"/>
                  <a:pt x="880802" y="59543"/>
                </a:cubicBezTo>
                <a:cubicBezTo>
                  <a:pt x="888693" y="59543"/>
                  <a:pt x="897541" y="66920"/>
                  <a:pt x="897541" y="81871"/>
                </a:cubicBezTo>
                <a:cubicBezTo>
                  <a:pt x="897541" y="83665"/>
                  <a:pt x="896745" y="84663"/>
                  <a:pt x="894750" y="84663"/>
                </a:cubicBezTo>
                <a:lnTo>
                  <a:pt x="858085" y="84663"/>
                </a:lnTo>
                <a:moveTo>
                  <a:pt x="911292" y="118363"/>
                </a:moveTo>
                <a:cubicBezTo>
                  <a:pt x="904316" y="125943"/>
                  <a:pt x="894951" y="129334"/>
                  <a:pt x="883989" y="129334"/>
                </a:cubicBezTo>
                <a:cubicBezTo>
                  <a:pt x="877175" y="129334"/>
                  <a:pt x="867770" y="126740"/>
                  <a:pt x="862269" y="117965"/>
                </a:cubicBezTo>
                <a:cubicBezTo>
                  <a:pt x="858760" y="112379"/>
                  <a:pt x="857486" y="104242"/>
                  <a:pt x="857486" y="92632"/>
                </a:cubicBezTo>
                <a:lnTo>
                  <a:pt x="911690" y="92632"/>
                </a:lnTo>
                <a:cubicBezTo>
                  <a:pt x="913882" y="92632"/>
                  <a:pt x="915275" y="91437"/>
                  <a:pt x="915275" y="89245"/>
                </a:cubicBezTo>
                <a:cubicBezTo>
                  <a:pt x="915275" y="72503"/>
                  <a:pt x="907105" y="51571"/>
                  <a:pt x="880802" y="51571"/>
                </a:cubicBezTo>
                <a:cubicBezTo>
                  <a:pt x="860274" y="51571"/>
                  <a:pt x="839950" y="68115"/>
                  <a:pt x="839950" y="97421"/>
                </a:cubicBezTo>
                <a:cubicBezTo>
                  <a:pt x="839950" y="108748"/>
                  <a:pt x="842261" y="119920"/>
                  <a:pt x="848917" y="127938"/>
                </a:cubicBezTo>
                <a:cubicBezTo>
                  <a:pt x="855771" y="136188"/>
                  <a:pt x="867171" y="141089"/>
                  <a:pt x="880602" y="141089"/>
                </a:cubicBezTo>
                <a:cubicBezTo>
                  <a:pt x="894951" y="141089"/>
                  <a:pt x="907704" y="133719"/>
                  <a:pt x="915275" y="123350"/>
                </a:cubicBezTo>
                <a:lnTo>
                  <a:pt x="911292" y="118363"/>
                </a:lnTo>
                <a:close/>
                <a:moveTo>
                  <a:pt x="996780" y="116572"/>
                </a:moveTo>
                <a:cubicBezTo>
                  <a:pt x="989528" y="125822"/>
                  <a:pt x="980360" y="130729"/>
                  <a:pt x="972269" y="130729"/>
                </a:cubicBezTo>
                <a:cubicBezTo>
                  <a:pt x="961508" y="130729"/>
                  <a:pt x="952340" y="119962"/>
                  <a:pt x="952340" y="95035"/>
                </a:cubicBezTo>
                <a:cubicBezTo>
                  <a:pt x="952340" y="65126"/>
                  <a:pt x="968203" y="59543"/>
                  <a:pt x="977848" y="59543"/>
                </a:cubicBezTo>
                <a:cubicBezTo>
                  <a:pt x="987214" y="59543"/>
                  <a:pt x="991997" y="63530"/>
                  <a:pt x="996780" y="71107"/>
                </a:cubicBezTo>
                <a:lnTo>
                  <a:pt x="996780" y="116572"/>
                </a:lnTo>
                <a:moveTo>
                  <a:pt x="996780" y="127537"/>
                </a:moveTo>
                <a:lnTo>
                  <a:pt x="997178" y="127537"/>
                </a:lnTo>
                <a:lnTo>
                  <a:pt x="998176" y="139098"/>
                </a:lnTo>
                <a:cubicBezTo>
                  <a:pt x="998176" y="139529"/>
                  <a:pt x="998772" y="139727"/>
                  <a:pt x="999970" y="139727"/>
                </a:cubicBezTo>
                <a:cubicBezTo>
                  <a:pt x="1002600" y="139368"/>
                  <a:pt x="1003953" y="139131"/>
                  <a:pt x="1006863" y="139131"/>
                </a:cubicBezTo>
                <a:cubicBezTo>
                  <a:pt x="1009335" y="139131"/>
                  <a:pt x="1013121" y="139329"/>
                  <a:pt x="1015711" y="139727"/>
                </a:cubicBezTo>
                <a:lnTo>
                  <a:pt x="1016110" y="139131"/>
                </a:lnTo>
                <a:cubicBezTo>
                  <a:pt x="1014516" y="130553"/>
                  <a:pt x="1012722" y="115793"/>
                  <a:pt x="1012722" y="100833"/>
                </a:cubicBezTo>
                <a:lnTo>
                  <a:pt x="1012722" y="39426"/>
                </a:lnTo>
                <a:cubicBezTo>
                  <a:pt x="1012722" y="24691"/>
                  <a:pt x="1013519" y="14297"/>
                  <a:pt x="1014516" y="1992"/>
                </a:cubicBezTo>
                <a:cubicBezTo>
                  <a:pt x="1014516" y="599"/>
                  <a:pt x="1013957" y="0"/>
                  <a:pt x="1012722" y="0"/>
                </a:cubicBezTo>
                <a:cubicBezTo>
                  <a:pt x="1007742" y="1992"/>
                  <a:pt x="1003476" y="3387"/>
                  <a:pt x="995384" y="3983"/>
                </a:cubicBezTo>
                <a:lnTo>
                  <a:pt x="994986" y="4582"/>
                </a:lnTo>
                <a:cubicBezTo>
                  <a:pt x="996540" y="13102"/>
                  <a:pt x="996780" y="27877"/>
                  <a:pt x="996780" y="43011"/>
                </a:cubicBezTo>
                <a:lnTo>
                  <a:pt x="996780" y="55955"/>
                </a:lnTo>
                <a:cubicBezTo>
                  <a:pt x="992198" y="53365"/>
                  <a:pt x="984027" y="51571"/>
                  <a:pt x="980041" y="51571"/>
                </a:cubicBezTo>
                <a:cubicBezTo>
                  <a:pt x="954094" y="51571"/>
                  <a:pt x="935005" y="69517"/>
                  <a:pt x="935005" y="96643"/>
                </a:cubicBezTo>
                <a:cubicBezTo>
                  <a:pt x="935005" y="121157"/>
                  <a:pt x="949552" y="141089"/>
                  <a:pt x="971074" y="141089"/>
                </a:cubicBezTo>
                <a:cubicBezTo>
                  <a:pt x="980640" y="141089"/>
                  <a:pt x="989607" y="136787"/>
                  <a:pt x="996780" y="127537"/>
                </a:cubicBezTo>
                <a:close/>
                <a:moveTo>
                  <a:pt x="1098212" y="99264"/>
                </a:moveTo>
                <a:cubicBezTo>
                  <a:pt x="1098212" y="114097"/>
                  <a:pt x="1097933" y="128446"/>
                  <a:pt x="1096418" y="139131"/>
                </a:cubicBezTo>
                <a:lnTo>
                  <a:pt x="1096817" y="139727"/>
                </a:lnTo>
                <a:cubicBezTo>
                  <a:pt x="1099207" y="139329"/>
                  <a:pt x="1103792" y="139131"/>
                  <a:pt x="1106182" y="139131"/>
                </a:cubicBezTo>
                <a:cubicBezTo>
                  <a:pt x="1108575" y="139131"/>
                  <a:pt x="1113157" y="139329"/>
                  <a:pt x="1115547" y="139727"/>
                </a:cubicBezTo>
                <a:lnTo>
                  <a:pt x="1115946" y="139131"/>
                </a:lnTo>
                <a:cubicBezTo>
                  <a:pt x="1114392" y="127768"/>
                  <a:pt x="1114155" y="114255"/>
                  <a:pt x="1114155" y="99264"/>
                </a:cubicBezTo>
                <a:lnTo>
                  <a:pt x="1114155" y="39468"/>
                </a:lnTo>
                <a:cubicBezTo>
                  <a:pt x="1114155" y="24520"/>
                  <a:pt x="1114991" y="14592"/>
                  <a:pt x="1115946" y="1995"/>
                </a:cubicBezTo>
                <a:cubicBezTo>
                  <a:pt x="1115946" y="599"/>
                  <a:pt x="1115389" y="0"/>
                  <a:pt x="1114155" y="0"/>
                </a:cubicBezTo>
                <a:cubicBezTo>
                  <a:pt x="1109171" y="1995"/>
                  <a:pt x="1104908" y="3390"/>
                  <a:pt x="1096817" y="3989"/>
                </a:cubicBezTo>
                <a:lnTo>
                  <a:pt x="1096418" y="4585"/>
                </a:lnTo>
                <a:cubicBezTo>
                  <a:pt x="1097972" y="13118"/>
                  <a:pt x="1098212" y="27908"/>
                  <a:pt x="1098212" y="43057"/>
                </a:cubicBezTo>
                <a:lnTo>
                  <a:pt x="1098212" y="99264"/>
                </a:lnTo>
                <a:close/>
                <a:moveTo>
                  <a:pt x="1146435" y="20090"/>
                </a:moveTo>
                <a:cubicBezTo>
                  <a:pt x="1146435" y="25469"/>
                  <a:pt x="1151218" y="30252"/>
                  <a:pt x="1156600" y="30252"/>
                </a:cubicBezTo>
                <a:cubicBezTo>
                  <a:pt x="1161979" y="30252"/>
                  <a:pt x="1166762" y="25469"/>
                  <a:pt x="1166762" y="20090"/>
                </a:cubicBezTo>
                <a:cubicBezTo>
                  <a:pt x="1166762" y="14708"/>
                  <a:pt x="1161979" y="9925"/>
                  <a:pt x="1156600" y="9925"/>
                </a:cubicBezTo>
                <a:cubicBezTo>
                  <a:pt x="1151218" y="9925"/>
                  <a:pt x="1146435" y="14708"/>
                  <a:pt x="1146435" y="20090"/>
                </a:cubicBezTo>
                <a:moveTo>
                  <a:pt x="1148430" y="92350"/>
                </a:moveTo>
                <a:lnTo>
                  <a:pt x="1148430" y="103299"/>
                </a:lnTo>
                <a:cubicBezTo>
                  <a:pt x="1148430" y="118229"/>
                  <a:pt x="1148071" y="128382"/>
                  <a:pt x="1146636" y="139131"/>
                </a:cubicBezTo>
                <a:lnTo>
                  <a:pt x="1147034" y="139727"/>
                </a:lnTo>
                <a:cubicBezTo>
                  <a:pt x="1149424" y="139332"/>
                  <a:pt x="1154010" y="139131"/>
                  <a:pt x="1156400" y="139131"/>
                </a:cubicBezTo>
                <a:cubicBezTo>
                  <a:pt x="1158793" y="139131"/>
                  <a:pt x="1163375" y="139332"/>
                  <a:pt x="1165765" y="139727"/>
                </a:cubicBezTo>
                <a:lnTo>
                  <a:pt x="1166163" y="139131"/>
                </a:lnTo>
                <a:cubicBezTo>
                  <a:pt x="1164731" y="127826"/>
                  <a:pt x="1164372" y="118427"/>
                  <a:pt x="1164372" y="103299"/>
                </a:cubicBezTo>
                <a:lnTo>
                  <a:pt x="1164372" y="89166"/>
                </a:lnTo>
                <a:cubicBezTo>
                  <a:pt x="1164372" y="74236"/>
                  <a:pt x="1164889" y="67069"/>
                  <a:pt x="1166163" y="54924"/>
                </a:cubicBezTo>
                <a:cubicBezTo>
                  <a:pt x="1166163" y="53133"/>
                  <a:pt x="1165926" y="52933"/>
                  <a:pt x="1164372" y="52933"/>
                </a:cubicBezTo>
                <a:cubicBezTo>
                  <a:pt x="1159827" y="53374"/>
                  <a:pt x="1151258" y="53492"/>
                  <a:pt x="1147034" y="53133"/>
                </a:cubicBezTo>
                <a:lnTo>
                  <a:pt x="1146636" y="53729"/>
                </a:lnTo>
                <a:cubicBezTo>
                  <a:pt x="1147871" y="62250"/>
                  <a:pt x="1148430" y="77420"/>
                  <a:pt x="1148430" y="92350"/>
                </a:cubicBezTo>
                <a:close/>
                <a:moveTo>
                  <a:pt x="1273973" y="103223"/>
                </a:moveTo>
                <a:cubicBezTo>
                  <a:pt x="1273973" y="96841"/>
                  <a:pt x="1274371" y="89461"/>
                  <a:pt x="1274371" y="83078"/>
                </a:cubicBezTo>
                <a:cubicBezTo>
                  <a:pt x="1274371" y="62332"/>
                  <a:pt x="1267597" y="51571"/>
                  <a:pt x="1249662" y="51571"/>
                </a:cubicBezTo>
                <a:cubicBezTo>
                  <a:pt x="1242088" y="51571"/>
                  <a:pt x="1227940" y="54563"/>
                  <a:pt x="1215187" y="69514"/>
                </a:cubicBezTo>
                <a:lnTo>
                  <a:pt x="1214788" y="68915"/>
                </a:lnTo>
                <a:lnTo>
                  <a:pt x="1214788" y="54362"/>
                </a:lnTo>
                <a:cubicBezTo>
                  <a:pt x="1214749" y="52808"/>
                  <a:pt x="1214548" y="52370"/>
                  <a:pt x="1213593" y="52370"/>
                </a:cubicBezTo>
                <a:cubicBezTo>
                  <a:pt x="1209130" y="53246"/>
                  <a:pt x="1201993" y="53404"/>
                  <a:pt x="1197450" y="52966"/>
                </a:cubicBezTo>
                <a:lnTo>
                  <a:pt x="1197052" y="53565"/>
                </a:lnTo>
                <a:cubicBezTo>
                  <a:pt x="1198448" y="62174"/>
                  <a:pt x="1198846" y="77292"/>
                  <a:pt x="1198846" y="92252"/>
                </a:cubicBezTo>
                <a:lnTo>
                  <a:pt x="1198846" y="103223"/>
                </a:lnTo>
                <a:cubicBezTo>
                  <a:pt x="1198846" y="118187"/>
                  <a:pt x="1198645" y="128358"/>
                  <a:pt x="1197052" y="139131"/>
                </a:cubicBezTo>
                <a:lnTo>
                  <a:pt x="1197450" y="139727"/>
                </a:lnTo>
                <a:cubicBezTo>
                  <a:pt x="1199843" y="139329"/>
                  <a:pt x="1204426" y="139131"/>
                  <a:pt x="1206816" y="139131"/>
                </a:cubicBezTo>
                <a:cubicBezTo>
                  <a:pt x="1209209" y="139131"/>
                  <a:pt x="1213791" y="139329"/>
                  <a:pt x="1216184" y="139727"/>
                </a:cubicBezTo>
                <a:lnTo>
                  <a:pt x="1216582" y="139131"/>
                </a:lnTo>
                <a:cubicBezTo>
                  <a:pt x="1214986" y="127759"/>
                  <a:pt x="1214788" y="118384"/>
                  <a:pt x="1214788" y="103223"/>
                </a:cubicBezTo>
                <a:lnTo>
                  <a:pt x="1214788" y="79886"/>
                </a:lnTo>
                <a:cubicBezTo>
                  <a:pt x="1224950" y="67917"/>
                  <a:pt x="1236508" y="63530"/>
                  <a:pt x="1243684" y="63530"/>
                </a:cubicBezTo>
                <a:cubicBezTo>
                  <a:pt x="1253846" y="63530"/>
                  <a:pt x="1258030" y="67519"/>
                  <a:pt x="1258030" y="83674"/>
                </a:cubicBezTo>
                <a:lnTo>
                  <a:pt x="1258030" y="103223"/>
                </a:lnTo>
                <a:cubicBezTo>
                  <a:pt x="1258030" y="118187"/>
                  <a:pt x="1257672" y="128397"/>
                  <a:pt x="1256236" y="139131"/>
                </a:cubicBezTo>
                <a:lnTo>
                  <a:pt x="1256635" y="139727"/>
                </a:lnTo>
                <a:cubicBezTo>
                  <a:pt x="1259028" y="139329"/>
                  <a:pt x="1263610" y="139131"/>
                  <a:pt x="1266003" y="139131"/>
                </a:cubicBezTo>
                <a:cubicBezTo>
                  <a:pt x="1268393" y="139131"/>
                  <a:pt x="1272976" y="139329"/>
                  <a:pt x="1275369" y="139727"/>
                </a:cubicBezTo>
                <a:lnTo>
                  <a:pt x="1275767" y="139131"/>
                </a:lnTo>
                <a:cubicBezTo>
                  <a:pt x="1274213" y="127759"/>
                  <a:pt x="1273973" y="118384"/>
                  <a:pt x="1273973" y="103223"/>
                </a:cubicBezTo>
                <a:close/>
                <a:moveTo>
                  <a:pt x="1314627" y="84663"/>
                </a:moveTo>
                <a:cubicBezTo>
                  <a:pt x="1318014" y="63928"/>
                  <a:pt x="1331086" y="59543"/>
                  <a:pt x="1337344" y="59543"/>
                </a:cubicBezTo>
                <a:cubicBezTo>
                  <a:pt x="1345235" y="59543"/>
                  <a:pt x="1354083" y="66920"/>
                  <a:pt x="1354083" y="81871"/>
                </a:cubicBezTo>
                <a:cubicBezTo>
                  <a:pt x="1354083" y="83665"/>
                  <a:pt x="1353287" y="84663"/>
                  <a:pt x="1351292" y="84663"/>
                </a:cubicBezTo>
                <a:lnTo>
                  <a:pt x="1314627" y="84663"/>
                </a:lnTo>
                <a:moveTo>
                  <a:pt x="1367833" y="118363"/>
                </a:moveTo>
                <a:cubicBezTo>
                  <a:pt x="1360858" y="125943"/>
                  <a:pt x="1351493" y="129334"/>
                  <a:pt x="1340531" y="129334"/>
                </a:cubicBezTo>
                <a:cubicBezTo>
                  <a:pt x="1333717" y="129334"/>
                  <a:pt x="1324312" y="126740"/>
                  <a:pt x="1318811" y="117965"/>
                </a:cubicBezTo>
                <a:cubicBezTo>
                  <a:pt x="1315302" y="112379"/>
                  <a:pt x="1314028" y="104242"/>
                  <a:pt x="1314028" y="92632"/>
                </a:cubicBezTo>
                <a:lnTo>
                  <a:pt x="1368232" y="92632"/>
                </a:lnTo>
                <a:cubicBezTo>
                  <a:pt x="1370424" y="92632"/>
                  <a:pt x="1371817" y="91437"/>
                  <a:pt x="1371817" y="89245"/>
                </a:cubicBezTo>
                <a:cubicBezTo>
                  <a:pt x="1371817" y="72503"/>
                  <a:pt x="1363646" y="51571"/>
                  <a:pt x="1337344" y="51571"/>
                </a:cubicBezTo>
                <a:cubicBezTo>
                  <a:pt x="1316816" y="51571"/>
                  <a:pt x="1296492" y="68115"/>
                  <a:pt x="1296492" y="97421"/>
                </a:cubicBezTo>
                <a:cubicBezTo>
                  <a:pt x="1296492" y="108748"/>
                  <a:pt x="1298803" y="119920"/>
                  <a:pt x="1305459" y="127938"/>
                </a:cubicBezTo>
                <a:cubicBezTo>
                  <a:pt x="1312313" y="136188"/>
                  <a:pt x="1323713" y="141089"/>
                  <a:pt x="1337144" y="141089"/>
                </a:cubicBezTo>
                <a:cubicBezTo>
                  <a:pt x="1351493" y="141089"/>
                  <a:pt x="1364245" y="133719"/>
                  <a:pt x="1371817" y="123350"/>
                </a:cubicBezTo>
                <a:lnTo>
                  <a:pt x="1367833" y="118363"/>
                </a:lnTo>
                <a:close/>
                <a:moveTo>
                  <a:pt x="1463087" y="72503"/>
                </a:moveTo>
                <a:lnTo>
                  <a:pt x="1463087" y="54362"/>
                </a:lnTo>
                <a:cubicBezTo>
                  <a:pt x="1463087" y="52808"/>
                  <a:pt x="1462846" y="52370"/>
                  <a:pt x="1461892" y="52370"/>
                </a:cubicBezTo>
                <a:cubicBezTo>
                  <a:pt x="1457428" y="53246"/>
                  <a:pt x="1450294" y="53404"/>
                  <a:pt x="1445748" y="52966"/>
                </a:cubicBezTo>
                <a:lnTo>
                  <a:pt x="1445350" y="53565"/>
                </a:lnTo>
                <a:cubicBezTo>
                  <a:pt x="1446746" y="62174"/>
                  <a:pt x="1447144" y="77292"/>
                  <a:pt x="1447144" y="92252"/>
                </a:cubicBezTo>
                <a:lnTo>
                  <a:pt x="1447144" y="103223"/>
                </a:lnTo>
                <a:cubicBezTo>
                  <a:pt x="1447144" y="118183"/>
                  <a:pt x="1446907" y="128397"/>
                  <a:pt x="1445350" y="139131"/>
                </a:cubicBezTo>
                <a:lnTo>
                  <a:pt x="1445748" y="139727"/>
                </a:lnTo>
                <a:cubicBezTo>
                  <a:pt x="1448141" y="139329"/>
                  <a:pt x="1452724" y="139131"/>
                  <a:pt x="1455117" y="139131"/>
                </a:cubicBezTo>
                <a:cubicBezTo>
                  <a:pt x="1457507" y="139131"/>
                  <a:pt x="1462089" y="139329"/>
                  <a:pt x="1464482" y="139727"/>
                </a:cubicBezTo>
                <a:lnTo>
                  <a:pt x="1464881" y="139131"/>
                </a:lnTo>
                <a:cubicBezTo>
                  <a:pt x="1463406" y="127759"/>
                  <a:pt x="1463087" y="118384"/>
                  <a:pt x="1463087" y="103223"/>
                </a:cubicBezTo>
                <a:lnTo>
                  <a:pt x="1463087" y="92851"/>
                </a:lnTo>
                <a:cubicBezTo>
                  <a:pt x="1463087" y="84471"/>
                  <a:pt x="1465598" y="79685"/>
                  <a:pt x="1469861" y="73102"/>
                </a:cubicBezTo>
                <a:cubicBezTo>
                  <a:pt x="1472771" y="68675"/>
                  <a:pt x="1477235" y="66120"/>
                  <a:pt x="1481021" y="66120"/>
                </a:cubicBezTo>
                <a:cubicBezTo>
                  <a:pt x="1485007" y="66120"/>
                  <a:pt x="1488793" y="66519"/>
                  <a:pt x="1491384" y="68912"/>
                </a:cubicBezTo>
                <a:lnTo>
                  <a:pt x="1492977" y="68513"/>
                </a:lnTo>
                <a:lnTo>
                  <a:pt x="1496963" y="53763"/>
                </a:lnTo>
                <a:lnTo>
                  <a:pt x="1496167" y="52966"/>
                </a:lnTo>
                <a:cubicBezTo>
                  <a:pt x="1492779" y="51972"/>
                  <a:pt x="1492579" y="51571"/>
                  <a:pt x="1488993" y="51571"/>
                </a:cubicBezTo>
                <a:cubicBezTo>
                  <a:pt x="1478232" y="51571"/>
                  <a:pt x="1472452" y="57749"/>
                  <a:pt x="1463686" y="72901"/>
                </a:cubicBezTo>
                <a:lnTo>
                  <a:pt x="1463087" y="72503"/>
                </a:lnTo>
                <a:close/>
                <a:moveTo>
                  <a:pt x="1523867" y="84663"/>
                </a:moveTo>
                <a:cubicBezTo>
                  <a:pt x="1527255" y="63928"/>
                  <a:pt x="1540327" y="59543"/>
                  <a:pt x="1546585" y="59543"/>
                </a:cubicBezTo>
                <a:cubicBezTo>
                  <a:pt x="1554475" y="59543"/>
                  <a:pt x="1563324" y="66920"/>
                  <a:pt x="1563324" y="81871"/>
                </a:cubicBezTo>
                <a:cubicBezTo>
                  <a:pt x="1563324" y="83665"/>
                  <a:pt x="1562527" y="84663"/>
                  <a:pt x="1560532" y="84663"/>
                </a:cubicBezTo>
                <a:lnTo>
                  <a:pt x="1523867" y="84663"/>
                </a:lnTo>
                <a:moveTo>
                  <a:pt x="1577074" y="118363"/>
                </a:moveTo>
                <a:cubicBezTo>
                  <a:pt x="1570099" y="125943"/>
                  <a:pt x="1560733" y="129334"/>
                  <a:pt x="1549771" y="129334"/>
                </a:cubicBezTo>
                <a:cubicBezTo>
                  <a:pt x="1542957" y="129334"/>
                  <a:pt x="1533552" y="126740"/>
                  <a:pt x="1528052" y="117965"/>
                </a:cubicBezTo>
                <a:cubicBezTo>
                  <a:pt x="1524543" y="112379"/>
                  <a:pt x="1523268" y="104242"/>
                  <a:pt x="1523268" y="92632"/>
                </a:cubicBezTo>
                <a:lnTo>
                  <a:pt x="1577472" y="92632"/>
                </a:lnTo>
                <a:cubicBezTo>
                  <a:pt x="1579665" y="92632"/>
                  <a:pt x="1581057" y="91437"/>
                  <a:pt x="1581057" y="89245"/>
                </a:cubicBezTo>
                <a:cubicBezTo>
                  <a:pt x="1581057" y="72503"/>
                  <a:pt x="1572887" y="51571"/>
                  <a:pt x="1546585" y="51571"/>
                </a:cubicBezTo>
                <a:cubicBezTo>
                  <a:pt x="1526057" y="51571"/>
                  <a:pt x="1505733" y="68115"/>
                  <a:pt x="1505733" y="97421"/>
                </a:cubicBezTo>
                <a:cubicBezTo>
                  <a:pt x="1505733" y="108748"/>
                  <a:pt x="1508044" y="119920"/>
                  <a:pt x="1514700" y="127938"/>
                </a:cubicBezTo>
                <a:cubicBezTo>
                  <a:pt x="1521553" y="136188"/>
                  <a:pt x="1532953" y="141089"/>
                  <a:pt x="1546384" y="141089"/>
                </a:cubicBezTo>
                <a:cubicBezTo>
                  <a:pt x="1560733" y="141089"/>
                  <a:pt x="1573486" y="133719"/>
                  <a:pt x="1581057" y="123350"/>
                </a:cubicBezTo>
                <a:lnTo>
                  <a:pt x="1577074" y="118363"/>
                </a:lnTo>
                <a:close/>
                <a:moveTo>
                  <a:pt x="1621510" y="80479"/>
                </a:moveTo>
                <a:cubicBezTo>
                  <a:pt x="1625895" y="69912"/>
                  <a:pt x="1637653" y="60738"/>
                  <a:pt x="1645426" y="60738"/>
                </a:cubicBezTo>
                <a:cubicBezTo>
                  <a:pt x="1658975" y="60738"/>
                  <a:pt x="1665950" y="73102"/>
                  <a:pt x="1665950" y="95634"/>
                </a:cubicBezTo>
                <a:cubicBezTo>
                  <a:pt x="1665950" y="111983"/>
                  <a:pt x="1661368" y="133119"/>
                  <a:pt x="1640043" y="133119"/>
                </a:cubicBezTo>
                <a:cubicBezTo>
                  <a:pt x="1636857" y="133119"/>
                  <a:pt x="1628486" y="132323"/>
                  <a:pt x="1621510" y="124146"/>
                </a:cubicBezTo>
                <a:lnTo>
                  <a:pt x="1621510" y="80479"/>
                </a:lnTo>
                <a:moveTo>
                  <a:pt x="1621510" y="68915"/>
                </a:moveTo>
                <a:lnTo>
                  <a:pt x="1621510" y="54362"/>
                </a:lnTo>
                <a:cubicBezTo>
                  <a:pt x="1621510" y="52808"/>
                  <a:pt x="1621273" y="52370"/>
                  <a:pt x="1620315" y="52370"/>
                </a:cubicBezTo>
                <a:cubicBezTo>
                  <a:pt x="1615852" y="53246"/>
                  <a:pt x="1608718" y="53404"/>
                  <a:pt x="1604175" y="52966"/>
                </a:cubicBezTo>
                <a:lnTo>
                  <a:pt x="1603777" y="53565"/>
                </a:lnTo>
                <a:cubicBezTo>
                  <a:pt x="1605170" y="62174"/>
                  <a:pt x="1605568" y="77289"/>
                  <a:pt x="1605568" y="92243"/>
                </a:cubicBezTo>
                <a:lnTo>
                  <a:pt x="1605568" y="145486"/>
                </a:lnTo>
                <a:cubicBezTo>
                  <a:pt x="1605568" y="160352"/>
                  <a:pt x="1605209" y="174695"/>
                  <a:pt x="1603777" y="185444"/>
                </a:cubicBezTo>
                <a:lnTo>
                  <a:pt x="1604175" y="186043"/>
                </a:lnTo>
                <a:cubicBezTo>
                  <a:pt x="1606565" y="185645"/>
                  <a:pt x="1611148" y="185444"/>
                  <a:pt x="1613541" y="185444"/>
                </a:cubicBezTo>
                <a:cubicBezTo>
                  <a:pt x="1615931" y="185444"/>
                  <a:pt x="1620516" y="185645"/>
                  <a:pt x="1622906" y="186043"/>
                </a:cubicBezTo>
                <a:lnTo>
                  <a:pt x="1623304" y="185444"/>
                </a:lnTo>
                <a:cubicBezTo>
                  <a:pt x="1621869" y="174057"/>
                  <a:pt x="1621510" y="160510"/>
                  <a:pt x="1621510" y="145486"/>
                </a:cubicBezTo>
                <a:lnTo>
                  <a:pt x="1621510" y="136708"/>
                </a:lnTo>
                <a:cubicBezTo>
                  <a:pt x="1626692" y="139496"/>
                  <a:pt x="1634065" y="141089"/>
                  <a:pt x="1641238" y="141089"/>
                </a:cubicBezTo>
                <a:cubicBezTo>
                  <a:pt x="1667544" y="141089"/>
                  <a:pt x="1683486" y="121157"/>
                  <a:pt x="1683486" y="93040"/>
                </a:cubicBezTo>
                <a:cubicBezTo>
                  <a:pt x="1683486" y="71904"/>
                  <a:pt x="1671132" y="51571"/>
                  <a:pt x="1648813" y="51571"/>
                </a:cubicBezTo>
                <a:cubicBezTo>
                  <a:pt x="1641041" y="51571"/>
                  <a:pt x="1631076" y="55557"/>
                  <a:pt x="1621909" y="69514"/>
                </a:cubicBezTo>
                <a:lnTo>
                  <a:pt x="1621510" y="68915"/>
                </a:lnTo>
                <a:close/>
                <a:moveTo>
                  <a:pt x="1726729" y="72503"/>
                </a:moveTo>
                <a:lnTo>
                  <a:pt x="1726729" y="54362"/>
                </a:lnTo>
                <a:cubicBezTo>
                  <a:pt x="1726729" y="52808"/>
                  <a:pt x="1726489" y="52370"/>
                  <a:pt x="1725534" y="52370"/>
                </a:cubicBezTo>
                <a:cubicBezTo>
                  <a:pt x="1721070" y="53246"/>
                  <a:pt x="1713937" y="53404"/>
                  <a:pt x="1709391" y="52966"/>
                </a:cubicBezTo>
                <a:lnTo>
                  <a:pt x="1708993" y="53565"/>
                </a:lnTo>
                <a:cubicBezTo>
                  <a:pt x="1710388" y="62174"/>
                  <a:pt x="1710787" y="77292"/>
                  <a:pt x="1710787" y="92252"/>
                </a:cubicBezTo>
                <a:lnTo>
                  <a:pt x="1710787" y="103223"/>
                </a:lnTo>
                <a:cubicBezTo>
                  <a:pt x="1710787" y="118183"/>
                  <a:pt x="1710550" y="128397"/>
                  <a:pt x="1708993" y="139131"/>
                </a:cubicBezTo>
                <a:lnTo>
                  <a:pt x="1709391" y="139727"/>
                </a:lnTo>
                <a:cubicBezTo>
                  <a:pt x="1711784" y="139329"/>
                  <a:pt x="1716366" y="139131"/>
                  <a:pt x="1718759" y="139131"/>
                </a:cubicBezTo>
                <a:cubicBezTo>
                  <a:pt x="1721149" y="139131"/>
                  <a:pt x="1725732" y="139329"/>
                  <a:pt x="1728125" y="139727"/>
                </a:cubicBezTo>
                <a:lnTo>
                  <a:pt x="1728523" y="139131"/>
                </a:lnTo>
                <a:cubicBezTo>
                  <a:pt x="1727048" y="127759"/>
                  <a:pt x="1726729" y="118384"/>
                  <a:pt x="1726729" y="103223"/>
                </a:cubicBezTo>
                <a:lnTo>
                  <a:pt x="1726729" y="92851"/>
                </a:lnTo>
                <a:cubicBezTo>
                  <a:pt x="1726729" y="84471"/>
                  <a:pt x="1729241" y="79685"/>
                  <a:pt x="1733504" y="73102"/>
                </a:cubicBezTo>
                <a:cubicBezTo>
                  <a:pt x="1736414" y="68675"/>
                  <a:pt x="1740878" y="66120"/>
                  <a:pt x="1744663" y="66120"/>
                </a:cubicBezTo>
                <a:cubicBezTo>
                  <a:pt x="1748650" y="66120"/>
                  <a:pt x="1752435" y="66519"/>
                  <a:pt x="1755026" y="68912"/>
                </a:cubicBezTo>
                <a:lnTo>
                  <a:pt x="1756619" y="68513"/>
                </a:lnTo>
                <a:lnTo>
                  <a:pt x="1760606" y="53763"/>
                </a:lnTo>
                <a:lnTo>
                  <a:pt x="1759809" y="52966"/>
                </a:lnTo>
                <a:cubicBezTo>
                  <a:pt x="1756422" y="51972"/>
                  <a:pt x="1756221" y="51571"/>
                  <a:pt x="1752636" y="51571"/>
                </a:cubicBezTo>
                <a:cubicBezTo>
                  <a:pt x="1741875" y="51571"/>
                  <a:pt x="1736095" y="57749"/>
                  <a:pt x="1727328" y="72901"/>
                </a:cubicBezTo>
                <a:lnTo>
                  <a:pt x="1726729" y="72503"/>
                </a:lnTo>
                <a:close/>
                <a:moveTo>
                  <a:pt x="1787510" y="84663"/>
                </a:moveTo>
                <a:cubicBezTo>
                  <a:pt x="1790897" y="63928"/>
                  <a:pt x="1803969" y="59543"/>
                  <a:pt x="1810227" y="59543"/>
                </a:cubicBezTo>
                <a:cubicBezTo>
                  <a:pt x="1818118" y="59543"/>
                  <a:pt x="1826966" y="66920"/>
                  <a:pt x="1826966" y="81871"/>
                </a:cubicBezTo>
                <a:cubicBezTo>
                  <a:pt x="1826966" y="83665"/>
                  <a:pt x="1826170" y="84663"/>
                  <a:pt x="1824175" y="84663"/>
                </a:cubicBezTo>
                <a:lnTo>
                  <a:pt x="1787510" y="84663"/>
                </a:lnTo>
                <a:moveTo>
                  <a:pt x="1840716" y="118363"/>
                </a:moveTo>
                <a:cubicBezTo>
                  <a:pt x="1833741" y="125943"/>
                  <a:pt x="1824375" y="129334"/>
                  <a:pt x="1813414" y="129334"/>
                </a:cubicBezTo>
                <a:cubicBezTo>
                  <a:pt x="1806599" y="129334"/>
                  <a:pt x="1797195" y="126740"/>
                  <a:pt x="1791694" y="117965"/>
                </a:cubicBezTo>
                <a:cubicBezTo>
                  <a:pt x="1788185" y="112379"/>
                  <a:pt x="1786911" y="104242"/>
                  <a:pt x="1786911" y="92632"/>
                </a:cubicBezTo>
                <a:lnTo>
                  <a:pt x="1841115" y="92632"/>
                </a:lnTo>
                <a:cubicBezTo>
                  <a:pt x="1843307" y="92632"/>
                  <a:pt x="1844700" y="91437"/>
                  <a:pt x="1844700" y="89245"/>
                </a:cubicBezTo>
                <a:cubicBezTo>
                  <a:pt x="1844700" y="72503"/>
                  <a:pt x="1836529" y="51571"/>
                  <a:pt x="1810227" y="51571"/>
                </a:cubicBezTo>
                <a:cubicBezTo>
                  <a:pt x="1789699" y="51571"/>
                  <a:pt x="1769375" y="68115"/>
                  <a:pt x="1769375" y="97421"/>
                </a:cubicBezTo>
                <a:cubicBezTo>
                  <a:pt x="1769375" y="108748"/>
                  <a:pt x="1771686" y="119920"/>
                  <a:pt x="1778342" y="127938"/>
                </a:cubicBezTo>
                <a:cubicBezTo>
                  <a:pt x="1785196" y="136188"/>
                  <a:pt x="1796596" y="141089"/>
                  <a:pt x="1810026" y="141089"/>
                </a:cubicBezTo>
                <a:cubicBezTo>
                  <a:pt x="1824375" y="141089"/>
                  <a:pt x="1837128" y="133719"/>
                  <a:pt x="1844700" y="123350"/>
                </a:cubicBezTo>
                <a:lnTo>
                  <a:pt x="1840716" y="118363"/>
                </a:lnTo>
                <a:close/>
                <a:moveTo>
                  <a:pt x="1862834" y="118962"/>
                </a:moveTo>
                <a:lnTo>
                  <a:pt x="1859447" y="135710"/>
                </a:lnTo>
                <a:cubicBezTo>
                  <a:pt x="1870807" y="139697"/>
                  <a:pt x="1881966" y="141089"/>
                  <a:pt x="1889538" y="141089"/>
                </a:cubicBezTo>
                <a:cubicBezTo>
                  <a:pt x="1917038" y="141089"/>
                  <a:pt x="1923414" y="124745"/>
                  <a:pt x="1923414" y="113777"/>
                </a:cubicBezTo>
                <a:cubicBezTo>
                  <a:pt x="1923414" y="97428"/>
                  <a:pt x="1910461" y="91048"/>
                  <a:pt x="1896312" y="87658"/>
                </a:cubicBezTo>
                <a:cubicBezTo>
                  <a:pt x="1888780" y="85864"/>
                  <a:pt x="1877782" y="82075"/>
                  <a:pt x="1877782" y="72104"/>
                </a:cubicBezTo>
                <a:cubicBezTo>
                  <a:pt x="1877782" y="63928"/>
                  <a:pt x="1884356" y="59543"/>
                  <a:pt x="1892925" y="59543"/>
                </a:cubicBezTo>
                <a:cubicBezTo>
                  <a:pt x="1903288" y="59543"/>
                  <a:pt x="1909664" y="67717"/>
                  <a:pt x="1914250" y="73102"/>
                </a:cubicBezTo>
                <a:lnTo>
                  <a:pt x="1917038" y="72901"/>
                </a:lnTo>
                <a:lnTo>
                  <a:pt x="1921024" y="58148"/>
                </a:lnTo>
                <a:lnTo>
                  <a:pt x="1920626" y="57552"/>
                </a:lnTo>
                <a:cubicBezTo>
                  <a:pt x="1914846" y="54563"/>
                  <a:pt x="1903887" y="51571"/>
                  <a:pt x="1893722" y="51571"/>
                </a:cubicBezTo>
                <a:cubicBezTo>
                  <a:pt x="1878977" y="51571"/>
                  <a:pt x="1863631" y="59343"/>
                  <a:pt x="1863631" y="75893"/>
                </a:cubicBezTo>
                <a:cubicBezTo>
                  <a:pt x="1863631" y="91845"/>
                  <a:pt x="1875550" y="97108"/>
                  <a:pt x="1887546" y="100420"/>
                </a:cubicBezTo>
                <a:cubicBezTo>
                  <a:pt x="1899104" y="103609"/>
                  <a:pt x="1907672" y="106799"/>
                  <a:pt x="1907672" y="116569"/>
                </a:cubicBezTo>
                <a:cubicBezTo>
                  <a:pt x="1907672" y="127138"/>
                  <a:pt x="1899900" y="133119"/>
                  <a:pt x="1889340" y="133119"/>
                </a:cubicBezTo>
                <a:cubicBezTo>
                  <a:pt x="1879774" y="133119"/>
                  <a:pt x="1871403" y="126539"/>
                  <a:pt x="1865823" y="118764"/>
                </a:cubicBezTo>
                <a:lnTo>
                  <a:pt x="1862834" y="118962"/>
                </a:lnTo>
                <a:close/>
                <a:moveTo>
                  <a:pt x="1956696" y="84663"/>
                </a:moveTo>
                <a:cubicBezTo>
                  <a:pt x="1960083" y="63928"/>
                  <a:pt x="1973155" y="59543"/>
                  <a:pt x="1979413" y="59543"/>
                </a:cubicBezTo>
                <a:cubicBezTo>
                  <a:pt x="1987303" y="59543"/>
                  <a:pt x="1996152" y="66920"/>
                  <a:pt x="1996152" y="81871"/>
                </a:cubicBezTo>
                <a:cubicBezTo>
                  <a:pt x="1996152" y="83665"/>
                  <a:pt x="1995355" y="84663"/>
                  <a:pt x="1993361" y="84663"/>
                </a:cubicBezTo>
                <a:lnTo>
                  <a:pt x="1956696" y="84663"/>
                </a:lnTo>
                <a:moveTo>
                  <a:pt x="2009902" y="118363"/>
                </a:moveTo>
                <a:cubicBezTo>
                  <a:pt x="2002927" y="125943"/>
                  <a:pt x="1993561" y="129334"/>
                  <a:pt x="1982599" y="129334"/>
                </a:cubicBezTo>
                <a:cubicBezTo>
                  <a:pt x="1975785" y="129334"/>
                  <a:pt x="1966380" y="126740"/>
                  <a:pt x="1960880" y="117965"/>
                </a:cubicBezTo>
                <a:cubicBezTo>
                  <a:pt x="1957371" y="112379"/>
                  <a:pt x="1956097" y="104242"/>
                  <a:pt x="1956097" y="92632"/>
                </a:cubicBezTo>
                <a:lnTo>
                  <a:pt x="2010300" y="92632"/>
                </a:lnTo>
                <a:cubicBezTo>
                  <a:pt x="2012493" y="92632"/>
                  <a:pt x="2013885" y="91437"/>
                  <a:pt x="2013885" y="89245"/>
                </a:cubicBezTo>
                <a:cubicBezTo>
                  <a:pt x="2013885" y="72503"/>
                  <a:pt x="2005715" y="51571"/>
                  <a:pt x="1979413" y="51571"/>
                </a:cubicBezTo>
                <a:cubicBezTo>
                  <a:pt x="1958885" y="51571"/>
                  <a:pt x="1938561" y="68115"/>
                  <a:pt x="1938561" y="97421"/>
                </a:cubicBezTo>
                <a:cubicBezTo>
                  <a:pt x="1938561" y="108748"/>
                  <a:pt x="1940872" y="119920"/>
                  <a:pt x="1947528" y="127938"/>
                </a:cubicBezTo>
                <a:cubicBezTo>
                  <a:pt x="1954382" y="136188"/>
                  <a:pt x="1965781" y="141089"/>
                  <a:pt x="1979212" y="141089"/>
                </a:cubicBezTo>
                <a:cubicBezTo>
                  <a:pt x="1993561" y="141089"/>
                  <a:pt x="2006314" y="133719"/>
                  <a:pt x="2013885" y="123350"/>
                </a:cubicBezTo>
                <a:lnTo>
                  <a:pt x="2009902" y="118363"/>
                </a:lnTo>
                <a:close/>
                <a:moveTo>
                  <a:pt x="2113724" y="103223"/>
                </a:moveTo>
                <a:cubicBezTo>
                  <a:pt x="2113724" y="96841"/>
                  <a:pt x="2114122" y="89461"/>
                  <a:pt x="2114122" y="83078"/>
                </a:cubicBezTo>
                <a:cubicBezTo>
                  <a:pt x="2114122" y="62332"/>
                  <a:pt x="2107347" y="51571"/>
                  <a:pt x="2089413" y="51571"/>
                </a:cubicBezTo>
                <a:cubicBezTo>
                  <a:pt x="2081839" y="51571"/>
                  <a:pt x="2067690" y="54563"/>
                  <a:pt x="2054938" y="69514"/>
                </a:cubicBezTo>
                <a:lnTo>
                  <a:pt x="2054539" y="68915"/>
                </a:lnTo>
                <a:lnTo>
                  <a:pt x="2054539" y="54362"/>
                </a:lnTo>
                <a:cubicBezTo>
                  <a:pt x="2054500" y="52808"/>
                  <a:pt x="2054299" y="52370"/>
                  <a:pt x="2053344" y="52370"/>
                </a:cubicBezTo>
                <a:cubicBezTo>
                  <a:pt x="2048881" y="53246"/>
                  <a:pt x="2041744" y="53404"/>
                  <a:pt x="2037201" y="52966"/>
                </a:cubicBezTo>
                <a:lnTo>
                  <a:pt x="2036803" y="53565"/>
                </a:lnTo>
                <a:cubicBezTo>
                  <a:pt x="2038199" y="62174"/>
                  <a:pt x="2038597" y="77292"/>
                  <a:pt x="2038597" y="92252"/>
                </a:cubicBezTo>
                <a:lnTo>
                  <a:pt x="2038597" y="103223"/>
                </a:lnTo>
                <a:cubicBezTo>
                  <a:pt x="2038597" y="118187"/>
                  <a:pt x="2038396" y="128358"/>
                  <a:pt x="2036803" y="139131"/>
                </a:cubicBezTo>
                <a:lnTo>
                  <a:pt x="2037201" y="139727"/>
                </a:lnTo>
                <a:cubicBezTo>
                  <a:pt x="2039594" y="139329"/>
                  <a:pt x="2044177" y="139131"/>
                  <a:pt x="2046567" y="139131"/>
                </a:cubicBezTo>
                <a:cubicBezTo>
                  <a:pt x="2048960" y="139131"/>
                  <a:pt x="2053542" y="139329"/>
                  <a:pt x="2055935" y="139727"/>
                </a:cubicBezTo>
                <a:lnTo>
                  <a:pt x="2056333" y="139131"/>
                </a:lnTo>
                <a:cubicBezTo>
                  <a:pt x="2054737" y="127759"/>
                  <a:pt x="2054539" y="118384"/>
                  <a:pt x="2054539" y="103223"/>
                </a:cubicBezTo>
                <a:lnTo>
                  <a:pt x="2054539" y="79886"/>
                </a:lnTo>
                <a:cubicBezTo>
                  <a:pt x="2064701" y="67917"/>
                  <a:pt x="2076259" y="63530"/>
                  <a:pt x="2083435" y="63530"/>
                </a:cubicBezTo>
                <a:cubicBezTo>
                  <a:pt x="2093597" y="63530"/>
                  <a:pt x="2097781" y="67519"/>
                  <a:pt x="2097781" y="83674"/>
                </a:cubicBezTo>
                <a:lnTo>
                  <a:pt x="2097781" y="103223"/>
                </a:lnTo>
                <a:cubicBezTo>
                  <a:pt x="2097781" y="118187"/>
                  <a:pt x="2097423" y="128397"/>
                  <a:pt x="2095987" y="139131"/>
                </a:cubicBezTo>
                <a:lnTo>
                  <a:pt x="2096386" y="139727"/>
                </a:lnTo>
                <a:cubicBezTo>
                  <a:pt x="2098779" y="139329"/>
                  <a:pt x="2103361" y="139131"/>
                  <a:pt x="2105754" y="139131"/>
                </a:cubicBezTo>
                <a:cubicBezTo>
                  <a:pt x="2108144" y="139131"/>
                  <a:pt x="2112726" y="139329"/>
                  <a:pt x="2115120" y="139727"/>
                </a:cubicBezTo>
                <a:lnTo>
                  <a:pt x="2115518" y="139131"/>
                </a:lnTo>
                <a:cubicBezTo>
                  <a:pt x="2113964" y="127759"/>
                  <a:pt x="2113724" y="118384"/>
                  <a:pt x="2113724" y="103223"/>
                </a:cubicBezTo>
                <a:close/>
                <a:moveTo>
                  <a:pt x="2148397" y="53711"/>
                </a:moveTo>
                <a:cubicBezTo>
                  <a:pt x="2144331" y="53711"/>
                  <a:pt x="2140108" y="53632"/>
                  <a:pt x="2137636" y="53313"/>
                </a:cubicBezTo>
                <a:cubicBezTo>
                  <a:pt x="2136283" y="56582"/>
                  <a:pt x="2135206" y="58494"/>
                  <a:pt x="2133254" y="61483"/>
                </a:cubicBezTo>
                <a:lnTo>
                  <a:pt x="2134248" y="62879"/>
                </a:lnTo>
                <a:cubicBezTo>
                  <a:pt x="2137678" y="62639"/>
                  <a:pt x="2143854" y="62520"/>
                  <a:pt x="2148397" y="62481"/>
                </a:cubicBezTo>
                <a:lnTo>
                  <a:pt x="2148397" y="89744"/>
                </a:lnTo>
                <a:cubicBezTo>
                  <a:pt x="2148397" y="101685"/>
                  <a:pt x="2147801" y="116015"/>
                  <a:pt x="2147801" y="121984"/>
                </a:cubicBezTo>
                <a:cubicBezTo>
                  <a:pt x="2147801" y="134926"/>
                  <a:pt x="2156169" y="141089"/>
                  <a:pt x="2165337" y="141089"/>
                </a:cubicBezTo>
                <a:cubicBezTo>
                  <a:pt x="2173708" y="141089"/>
                  <a:pt x="2180084" y="139101"/>
                  <a:pt x="2188452" y="133734"/>
                </a:cubicBezTo>
                <a:lnTo>
                  <a:pt x="2186023" y="128829"/>
                </a:lnTo>
                <a:cubicBezTo>
                  <a:pt x="2179884" y="130942"/>
                  <a:pt x="2175301" y="131143"/>
                  <a:pt x="2170317" y="130346"/>
                </a:cubicBezTo>
                <a:cubicBezTo>
                  <a:pt x="2165577" y="129589"/>
                  <a:pt x="2163743" y="124809"/>
                  <a:pt x="2163743" y="114024"/>
                </a:cubicBezTo>
                <a:cubicBezTo>
                  <a:pt x="2163743" y="108055"/>
                  <a:pt x="2164339" y="99495"/>
                  <a:pt x="2164339" y="87557"/>
                </a:cubicBezTo>
                <a:lnTo>
                  <a:pt x="2164339" y="62481"/>
                </a:lnTo>
                <a:lnTo>
                  <a:pt x="2171914" y="62481"/>
                </a:lnTo>
                <a:cubicBezTo>
                  <a:pt x="2176697" y="62481"/>
                  <a:pt x="2183630" y="62639"/>
                  <a:pt x="2186260" y="62879"/>
                </a:cubicBezTo>
                <a:cubicBezTo>
                  <a:pt x="2186859" y="59692"/>
                  <a:pt x="2187458" y="57658"/>
                  <a:pt x="2188653" y="54709"/>
                </a:cubicBezTo>
                <a:lnTo>
                  <a:pt x="2187656" y="53313"/>
                </a:lnTo>
                <a:cubicBezTo>
                  <a:pt x="2184068" y="53474"/>
                  <a:pt x="2178290" y="53711"/>
                  <a:pt x="2173708" y="53711"/>
                </a:cubicBezTo>
                <a:lnTo>
                  <a:pt x="2164339" y="53711"/>
                </a:lnTo>
                <a:cubicBezTo>
                  <a:pt x="2164339" y="38806"/>
                  <a:pt x="2164461" y="36175"/>
                  <a:pt x="2165337" y="24618"/>
                </a:cubicBezTo>
                <a:cubicBezTo>
                  <a:pt x="2165337" y="23182"/>
                  <a:pt x="2164780" y="22626"/>
                  <a:pt x="2163543" y="22626"/>
                </a:cubicBezTo>
                <a:cubicBezTo>
                  <a:pt x="2158562" y="24618"/>
                  <a:pt x="2156090" y="26731"/>
                  <a:pt x="2149595" y="27607"/>
                </a:cubicBezTo>
                <a:lnTo>
                  <a:pt x="2149197" y="28206"/>
                </a:lnTo>
                <a:cubicBezTo>
                  <a:pt x="2148798" y="35142"/>
                  <a:pt x="2148397" y="42153"/>
                  <a:pt x="2148397" y="53711"/>
                </a:cubicBezTo>
                <a:close/>
                <a:moveTo>
                  <a:pt x="2207184" y="118962"/>
                </a:moveTo>
                <a:lnTo>
                  <a:pt x="2203796" y="135710"/>
                </a:lnTo>
                <a:cubicBezTo>
                  <a:pt x="2215156" y="139697"/>
                  <a:pt x="2226316" y="141089"/>
                  <a:pt x="2233887" y="141089"/>
                </a:cubicBezTo>
                <a:cubicBezTo>
                  <a:pt x="2261388" y="141089"/>
                  <a:pt x="2267764" y="124745"/>
                  <a:pt x="2267764" y="113777"/>
                </a:cubicBezTo>
                <a:cubicBezTo>
                  <a:pt x="2267764" y="97428"/>
                  <a:pt x="2254810" y="91048"/>
                  <a:pt x="2240662" y="87658"/>
                </a:cubicBezTo>
                <a:cubicBezTo>
                  <a:pt x="2233130" y="85864"/>
                  <a:pt x="2222132" y="82075"/>
                  <a:pt x="2222132" y="72104"/>
                </a:cubicBezTo>
                <a:cubicBezTo>
                  <a:pt x="2222132" y="63928"/>
                  <a:pt x="2228706" y="59543"/>
                  <a:pt x="2237275" y="59543"/>
                </a:cubicBezTo>
                <a:cubicBezTo>
                  <a:pt x="2247637" y="59543"/>
                  <a:pt x="2254014" y="67717"/>
                  <a:pt x="2258599" y="73102"/>
                </a:cubicBezTo>
                <a:lnTo>
                  <a:pt x="2261388" y="72901"/>
                </a:lnTo>
                <a:lnTo>
                  <a:pt x="2265374" y="58148"/>
                </a:lnTo>
                <a:lnTo>
                  <a:pt x="2264976" y="57552"/>
                </a:lnTo>
                <a:cubicBezTo>
                  <a:pt x="2259195" y="54563"/>
                  <a:pt x="2248236" y="51571"/>
                  <a:pt x="2238071" y="51571"/>
                </a:cubicBezTo>
                <a:cubicBezTo>
                  <a:pt x="2223327" y="51571"/>
                  <a:pt x="2207980" y="59343"/>
                  <a:pt x="2207980" y="75893"/>
                </a:cubicBezTo>
                <a:cubicBezTo>
                  <a:pt x="2207980" y="91845"/>
                  <a:pt x="2219900" y="97108"/>
                  <a:pt x="2231896" y="100420"/>
                </a:cubicBezTo>
                <a:cubicBezTo>
                  <a:pt x="2243453" y="103609"/>
                  <a:pt x="2252022" y="106799"/>
                  <a:pt x="2252022" y="116569"/>
                </a:cubicBezTo>
                <a:cubicBezTo>
                  <a:pt x="2252022" y="127138"/>
                  <a:pt x="2244250" y="133119"/>
                  <a:pt x="2233690" y="133119"/>
                </a:cubicBezTo>
                <a:cubicBezTo>
                  <a:pt x="2224124" y="133119"/>
                  <a:pt x="2215752" y="126539"/>
                  <a:pt x="2210173" y="118764"/>
                </a:cubicBezTo>
                <a:lnTo>
                  <a:pt x="2207184" y="118962"/>
                </a:lnTo>
                <a:close/>
                <a:moveTo>
                  <a:pt x="2333526" y="98224"/>
                </a:moveTo>
                <a:cubicBezTo>
                  <a:pt x="2333526" y="122152"/>
                  <a:pt x="2349268" y="141089"/>
                  <a:pt x="2375774" y="141089"/>
                </a:cubicBezTo>
                <a:cubicBezTo>
                  <a:pt x="2402076" y="141089"/>
                  <a:pt x="2418019" y="122553"/>
                  <a:pt x="2418019" y="96430"/>
                </a:cubicBezTo>
                <a:cubicBezTo>
                  <a:pt x="2418019" y="69313"/>
                  <a:pt x="2403472" y="51571"/>
                  <a:pt x="2376571" y="51571"/>
                </a:cubicBezTo>
                <a:cubicBezTo>
                  <a:pt x="2350463" y="51571"/>
                  <a:pt x="2333526" y="69912"/>
                  <a:pt x="2333526" y="98224"/>
                </a:cubicBezTo>
                <a:moveTo>
                  <a:pt x="2375175" y="59543"/>
                </a:moveTo>
                <a:cubicBezTo>
                  <a:pt x="2396299" y="59543"/>
                  <a:pt x="2400483" y="75893"/>
                  <a:pt x="2400483" y="100021"/>
                </a:cubicBezTo>
                <a:cubicBezTo>
                  <a:pt x="2400483" y="118962"/>
                  <a:pt x="2390917" y="133119"/>
                  <a:pt x="2377565" y="133119"/>
                </a:cubicBezTo>
                <a:cubicBezTo>
                  <a:pt x="2356444" y="133119"/>
                  <a:pt x="2351062" y="110189"/>
                  <a:pt x="2351062" y="94837"/>
                </a:cubicBezTo>
                <a:cubicBezTo>
                  <a:pt x="2351062" y="77490"/>
                  <a:pt x="2356444" y="59543"/>
                  <a:pt x="2375175" y="59543"/>
                </a:cubicBezTo>
                <a:close/>
                <a:moveTo>
                  <a:pt x="2517259" y="103223"/>
                </a:moveTo>
                <a:cubicBezTo>
                  <a:pt x="2517259" y="96841"/>
                  <a:pt x="2517657" y="89461"/>
                  <a:pt x="2517657" y="83078"/>
                </a:cubicBezTo>
                <a:cubicBezTo>
                  <a:pt x="2517657" y="62332"/>
                  <a:pt x="2510882" y="51571"/>
                  <a:pt x="2492948" y="51571"/>
                </a:cubicBezTo>
                <a:cubicBezTo>
                  <a:pt x="2485374" y="51571"/>
                  <a:pt x="2471225" y="54563"/>
                  <a:pt x="2458472" y="69514"/>
                </a:cubicBezTo>
                <a:lnTo>
                  <a:pt x="2458074" y="68915"/>
                </a:lnTo>
                <a:lnTo>
                  <a:pt x="2458074" y="54362"/>
                </a:lnTo>
                <a:cubicBezTo>
                  <a:pt x="2458035" y="52808"/>
                  <a:pt x="2457834" y="52370"/>
                  <a:pt x="2456879" y="52370"/>
                </a:cubicBezTo>
                <a:cubicBezTo>
                  <a:pt x="2452415" y="53246"/>
                  <a:pt x="2445279" y="53404"/>
                  <a:pt x="2440736" y="52966"/>
                </a:cubicBezTo>
                <a:lnTo>
                  <a:pt x="2440338" y="53565"/>
                </a:lnTo>
                <a:cubicBezTo>
                  <a:pt x="2441733" y="62174"/>
                  <a:pt x="2442132" y="77292"/>
                  <a:pt x="2442132" y="92252"/>
                </a:cubicBezTo>
                <a:lnTo>
                  <a:pt x="2442132" y="103223"/>
                </a:lnTo>
                <a:cubicBezTo>
                  <a:pt x="2442132" y="118187"/>
                  <a:pt x="2441931" y="128358"/>
                  <a:pt x="2440338" y="139131"/>
                </a:cubicBezTo>
                <a:lnTo>
                  <a:pt x="2440736" y="139727"/>
                </a:lnTo>
                <a:cubicBezTo>
                  <a:pt x="2443129" y="139329"/>
                  <a:pt x="2447711" y="139131"/>
                  <a:pt x="2450101" y="139131"/>
                </a:cubicBezTo>
                <a:cubicBezTo>
                  <a:pt x="2452494" y="139131"/>
                  <a:pt x="2457077" y="139329"/>
                  <a:pt x="2459470" y="139727"/>
                </a:cubicBezTo>
                <a:lnTo>
                  <a:pt x="2459868" y="139131"/>
                </a:lnTo>
                <a:cubicBezTo>
                  <a:pt x="2458272" y="127759"/>
                  <a:pt x="2458074" y="118384"/>
                  <a:pt x="2458074" y="103223"/>
                </a:cubicBezTo>
                <a:lnTo>
                  <a:pt x="2458074" y="79886"/>
                </a:lnTo>
                <a:cubicBezTo>
                  <a:pt x="2468236" y="67917"/>
                  <a:pt x="2479794" y="63530"/>
                  <a:pt x="2486970" y="63530"/>
                </a:cubicBezTo>
                <a:cubicBezTo>
                  <a:pt x="2497132" y="63530"/>
                  <a:pt x="2501316" y="67519"/>
                  <a:pt x="2501316" y="83674"/>
                </a:cubicBezTo>
                <a:lnTo>
                  <a:pt x="2501316" y="103223"/>
                </a:lnTo>
                <a:cubicBezTo>
                  <a:pt x="2501316" y="118187"/>
                  <a:pt x="2500957" y="128397"/>
                  <a:pt x="2499522" y="139131"/>
                </a:cubicBezTo>
                <a:lnTo>
                  <a:pt x="2499920" y="139727"/>
                </a:lnTo>
                <a:cubicBezTo>
                  <a:pt x="2502313" y="139329"/>
                  <a:pt x="2506896" y="139131"/>
                  <a:pt x="2509289" y="139131"/>
                </a:cubicBezTo>
                <a:cubicBezTo>
                  <a:pt x="2511679" y="139131"/>
                  <a:pt x="2516261" y="139329"/>
                  <a:pt x="2518654" y="139727"/>
                </a:cubicBezTo>
                <a:lnTo>
                  <a:pt x="2519053" y="139131"/>
                </a:lnTo>
                <a:cubicBezTo>
                  <a:pt x="2517499" y="127759"/>
                  <a:pt x="2517259" y="118384"/>
                  <a:pt x="2517259" y="103223"/>
                </a:cubicBezTo>
                <a:close/>
                <a:moveTo>
                  <a:pt x="2557913" y="84663"/>
                </a:moveTo>
                <a:cubicBezTo>
                  <a:pt x="2561300" y="63928"/>
                  <a:pt x="2574372" y="59543"/>
                  <a:pt x="2580630" y="59543"/>
                </a:cubicBezTo>
                <a:cubicBezTo>
                  <a:pt x="2588521" y="59543"/>
                  <a:pt x="2597369" y="66920"/>
                  <a:pt x="2597369" y="81871"/>
                </a:cubicBezTo>
                <a:cubicBezTo>
                  <a:pt x="2597369" y="83665"/>
                  <a:pt x="2596572" y="84663"/>
                  <a:pt x="2594578" y="84663"/>
                </a:cubicBezTo>
                <a:lnTo>
                  <a:pt x="2557913" y="84663"/>
                </a:lnTo>
                <a:moveTo>
                  <a:pt x="2611119" y="118363"/>
                </a:moveTo>
                <a:cubicBezTo>
                  <a:pt x="2604144" y="125943"/>
                  <a:pt x="2594778" y="129334"/>
                  <a:pt x="2583817" y="129334"/>
                </a:cubicBezTo>
                <a:cubicBezTo>
                  <a:pt x="2577002" y="129334"/>
                  <a:pt x="2567597" y="126740"/>
                  <a:pt x="2562097" y="117965"/>
                </a:cubicBezTo>
                <a:cubicBezTo>
                  <a:pt x="2558588" y="112379"/>
                  <a:pt x="2557314" y="104242"/>
                  <a:pt x="2557314" y="92632"/>
                </a:cubicBezTo>
                <a:lnTo>
                  <a:pt x="2611517" y="92632"/>
                </a:lnTo>
                <a:cubicBezTo>
                  <a:pt x="2613710" y="92632"/>
                  <a:pt x="2615102" y="91437"/>
                  <a:pt x="2615102" y="89245"/>
                </a:cubicBezTo>
                <a:cubicBezTo>
                  <a:pt x="2615102" y="72503"/>
                  <a:pt x="2606932" y="51571"/>
                  <a:pt x="2580630" y="51571"/>
                </a:cubicBezTo>
                <a:cubicBezTo>
                  <a:pt x="2560102" y="51571"/>
                  <a:pt x="2539778" y="68115"/>
                  <a:pt x="2539778" y="97421"/>
                </a:cubicBezTo>
                <a:cubicBezTo>
                  <a:pt x="2539778" y="108748"/>
                  <a:pt x="2542089" y="119920"/>
                  <a:pt x="2548745" y="127938"/>
                </a:cubicBezTo>
                <a:cubicBezTo>
                  <a:pt x="2555599" y="136188"/>
                  <a:pt x="2566998" y="141089"/>
                  <a:pt x="2580429" y="141089"/>
                </a:cubicBezTo>
                <a:cubicBezTo>
                  <a:pt x="2594778" y="141089"/>
                  <a:pt x="2607531" y="133719"/>
                  <a:pt x="2615102" y="123350"/>
                </a:cubicBezTo>
                <a:lnTo>
                  <a:pt x="2611119" y="118363"/>
                </a:lnTo>
                <a:close/>
                <a:moveTo>
                  <a:pt x="2721317" y="132323"/>
                </a:moveTo>
                <a:cubicBezTo>
                  <a:pt x="2710158" y="132323"/>
                  <a:pt x="2695812" y="122559"/>
                  <a:pt x="2689633" y="110801"/>
                </a:cubicBezTo>
                <a:lnTo>
                  <a:pt x="2687641" y="111001"/>
                </a:lnTo>
                <a:cubicBezTo>
                  <a:pt x="2686841" y="118174"/>
                  <a:pt x="2684652" y="125548"/>
                  <a:pt x="2683056" y="131526"/>
                </a:cubicBezTo>
                <a:lnTo>
                  <a:pt x="2683454" y="132122"/>
                </a:lnTo>
                <a:cubicBezTo>
                  <a:pt x="2683454" y="132122"/>
                  <a:pt x="2696408" y="141089"/>
                  <a:pt x="2719724" y="141089"/>
                </a:cubicBezTo>
                <a:cubicBezTo>
                  <a:pt x="2744235" y="141089"/>
                  <a:pt x="2763166" y="126144"/>
                  <a:pt x="2763166" y="103032"/>
                </a:cubicBezTo>
                <a:cubicBezTo>
                  <a:pt x="2763166" y="79916"/>
                  <a:pt x="2743636" y="69195"/>
                  <a:pt x="2727496" y="63177"/>
                </a:cubicBezTo>
                <a:cubicBezTo>
                  <a:pt x="2717334" y="59391"/>
                  <a:pt x="2703182" y="53614"/>
                  <a:pt x="2703182" y="37075"/>
                </a:cubicBezTo>
                <a:cubicBezTo>
                  <a:pt x="2703182" y="29899"/>
                  <a:pt x="2707169" y="21930"/>
                  <a:pt x="2712350" y="19141"/>
                </a:cubicBezTo>
                <a:cubicBezTo>
                  <a:pt x="2715737" y="17347"/>
                  <a:pt x="2719921" y="16748"/>
                  <a:pt x="2724507" y="16748"/>
                </a:cubicBezTo>
                <a:cubicBezTo>
                  <a:pt x="2735466" y="16748"/>
                  <a:pt x="2746227" y="25317"/>
                  <a:pt x="2751609" y="37671"/>
                </a:cubicBezTo>
                <a:lnTo>
                  <a:pt x="2753600" y="37474"/>
                </a:lnTo>
                <a:cubicBezTo>
                  <a:pt x="2754397" y="30298"/>
                  <a:pt x="2756392" y="23523"/>
                  <a:pt x="2758183" y="17545"/>
                </a:cubicBezTo>
                <a:lnTo>
                  <a:pt x="2757784" y="16949"/>
                </a:lnTo>
                <a:cubicBezTo>
                  <a:pt x="2757784" y="16949"/>
                  <a:pt x="2749416" y="7979"/>
                  <a:pt x="2726100" y="7979"/>
                </a:cubicBezTo>
                <a:cubicBezTo>
                  <a:pt x="2720721" y="7979"/>
                  <a:pt x="2714743" y="8976"/>
                  <a:pt x="2708963" y="11369"/>
                </a:cubicBezTo>
                <a:cubicBezTo>
                  <a:pt x="2697204" y="16350"/>
                  <a:pt x="2687042" y="27908"/>
                  <a:pt x="2687042" y="42454"/>
                </a:cubicBezTo>
                <a:cubicBezTo>
                  <a:pt x="2687042" y="63378"/>
                  <a:pt x="2704779" y="73141"/>
                  <a:pt x="2721317" y="80114"/>
                </a:cubicBezTo>
                <a:cubicBezTo>
                  <a:pt x="2734271" y="85496"/>
                  <a:pt x="2744633" y="92070"/>
                  <a:pt x="2744633" y="109010"/>
                </a:cubicBezTo>
                <a:cubicBezTo>
                  <a:pt x="2744633" y="123955"/>
                  <a:pt x="2733076" y="132323"/>
                  <a:pt x="2721317" y="132323"/>
                </a:cubicBezTo>
                <a:close/>
                <a:moveTo>
                  <a:pt x="2855073" y="84137"/>
                </a:moveTo>
                <a:cubicBezTo>
                  <a:pt x="2848496" y="84456"/>
                  <a:pt x="2840246" y="84654"/>
                  <a:pt x="2834308" y="84654"/>
                </a:cubicBezTo>
                <a:cubicBezTo>
                  <a:pt x="2828528" y="84654"/>
                  <a:pt x="2817888" y="84298"/>
                  <a:pt x="2813503" y="84058"/>
                </a:cubicBezTo>
                <a:lnTo>
                  <a:pt x="2834506" y="35105"/>
                </a:lnTo>
                <a:lnTo>
                  <a:pt x="2834907" y="35105"/>
                </a:lnTo>
                <a:cubicBezTo>
                  <a:pt x="2843077" y="53906"/>
                  <a:pt x="2849730" y="70277"/>
                  <a:pt x="2855073" y="84137"/>
                </a:cubicBezTo>
                <a:moveTo>
                  <a:pt x="2809596" y="93584"/>
                </a:moveTo>
                <a:cubicBezTo>
                  <a:pt x="2814580" y="93225"/>
                  <a:pt x="2828448" y="93025"/>
                  <a:pt x="2835305" y="93025"/>
                </a:cubicBezTo>
                <a:cubicBezTo>
                  <a:pt x="2842877" y="93025"/>
                  <a:pt x="2853835" y="93225"/>
                  <a:pt x="2858658" y="93584"/>
                </a:cubicBezTo>
                <a:cubicBezTo>
                  <a:pt x="2868425" y="119731"/>
                  <a:pt x="2872928" y="135297"/>
                  <a:pt x="2874163" y="139727"/>
                </a:cubicBezTo>
                <a:cubicBezTo>
                  <a:pt x="2877550" y="139131"/>
                  <a:pt x="2880740" y="139131"/>
                  <a:pt x="2884127" y="139131"/>
                </a:cubicBezTo>
                <a:cubicBezTo>
                  <a:pt x="2887514" y="139131"/>
                  <a:pt x="2892696" y="139131"/>
                  <a:pt x="2896083" y="139727"/>
                </a:cubicBezTo>
                <a:cubicBezTo>
                  <a:pt x="2886119" y="119570"/>
                  <a:pt x="2859816" y="51595"/>
                  <a:pt x="2841481" y="7979"/>
                </a:cubicBezTo>
                <a:lnTo>
                  <a:pt x="2835901" y="7979"/>
                </a:lnTo>
                <a:cubicBezTo>
                  <a:pt x="2816772" y="52194"/>
                  <a:pt x="2797242" y="95618"/>
                  <a:pt x="2777115" y="139727"/>
                </a:cubicBezTo>
                <a:cubicBezTo>
                  <a:pt x="2779508" y="139131"/>
                  <a:pt x="2781898" y="139131"/>
                  <a:pt x="2784091" y="139131"/>
                </a:cubicBezTo>
                <a:cubicBezTo>
                  <a:pt x="2786283" y="139131"/>
                  <a:pt x="2790668" y="139131"/>
                  <a:pt x="2793058" y="139727"/>
                </a:cubicBezTo>
                <a:cubicBezTo>
                  <a:pt x="2796326" y="127512"/>
                  <a:pt x="2802463" y="111029"/>
                  <a:pt x="2809596" y="935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Text Tsolver(cf.Figure4a)orfeaturemodel(cf.Figure4b)(2000s=">
            <a:extLst xmlns:a="http://schemas.openxmlformats.org/drawingml/2006/main">
              <a:ext uri="{FF2B5EF4-FFF2-40B4-BE49-F238E27FC236}">
                <a16:creationId xmlns:a16="http://schemas.microsoft.com/office/drawing/2014/main" id="{152FCDAD-6062-475E-8ADD-866C8505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160" y="6301890"/>
            <a:ext cx="5079155" cy="188375"/>
          </a:xfrm>
          <a:custGeom xmlns:a="http://schemas.openxmlformats.org/drawingml/2006/main">
            <a:pathLst>
              <a:path w="5079155" h="188375">
                <a:moveTo>
                  <a:pt x="42245" y="52477"/>
                </a:moveTo>
                <a:lnTo>
                  <a:pt x="42245" y="101256"/>
                </a:lnTo>
                <a:cubicBezTo>
                  <a:pt x="42245" y="116186"/>
                  <a:pt x="41846" y="130322"/>
                  <a:pt x="40253" y="141074"/>
                </a:cubicBezTo>
                <a:lnTo>
                  <a:pt x="40651" y="141670"/>
                </a:lnTo>
                <a:cubicBezTo>
                  <a:pt x="43041" y="141275"/>
                  <a:pt x="48423" y="141074"/>
                  <a:pt x="50813" y="141074"/>
                </a:cubicBezTo>
                <a:cubicBezTo>
                  <a:pt x="53206" y="141074"/>
                  <a:pt x="58585" y="141275"/>
                  <a:pt x="60979" y="141670"/>
                </a:cubicBezTo>
                <a:lnTo>
                  <a:pt x="61377" y="141074"/>
                </a:lnTo>
                <a:cubicBezTo>
                  <a:pt x="59780" y="129726"/>
                  <a:pt x="59382" y="116186"/>
                  <a:pt x="59382" y="101256"/>
                </a:cubicBezTo>
                <a:lnTo>
                  <a:pt x="59382" y="52477"/>
                </a:lnTo>
                <a:cubicBezTo>
                  <a:pt x="59382" y="49092"/>
                  <a:pt x="59583" y="28586"/>
                  <a:pt x="60979" y="23809"/>
                </a:cubicBezTo>
                <a:cubicBezTo>
                  <a:pt x="87679" y="23809"/>
                  <a:pt x="101232" y="26594"/>
                  <a:pt x="101232" y="26594"/>
                </a:cubicBezTo>
                <a:lnTo>
                  <a:pt x="101630" y="25797"/>
                </a:lnTo>
                <a:cubicBezTo>
                  <a:pt x="101232" y="22811"/>
                  <a:pt x="101232" y="18229"/>
                  <a:pt x="101630" y="12646"/>
                </a:cubicBezTo>
                <a:lnTo>
                  <a:pt x="101232" y="12050"/>
                </a:lnTo>
                <a:cubicBezTo>
                  <a:pt x="98042" y="12449"/>
                  <a:pt x="93459" y="12646"/>
                  <a:pt x="89275" y="12646"/>
                </a:cubicBezTo>
                <a:lnTo>
                  <a:pt x="12354" y="12646"/>
                </a:lnTo>
                <a:cubicBezTo>
                  <a:pt x="8170" y="12646"/>
                  <a:pt x="3585" y="12449"/>
                  <a:pt x="398" y="12050"/>
                </a:cubicBezTo>
                <a:lnTo>
                  <a:pt x="0" y="12646"/>
                </a:lnTo>
                <a:cubicBezTo>
                  <a:pt x="398" y="18229"/>
                  <a:pt x="398" y="22811"/>
                  <a:pt x="0" y="25797"/>
                </a:cubicBezTo>
                <a:lnTo>
                  <a:pt x="398" y="26594"/>
                </a:lnTo>
                <a:cubicBezTo>
                  <a:pt x="398" y="26594"/>
                  <a:pt x="13948" y="23809"/>
                  <a:pt x="40651" y="23809"/>
                </a:cubicBezTo>
                <a:cubicBezTo>
                  <a:pt x="42047" y="28586"/>
                  <a:pt x="42245" y="49092"/>
                  <a:pt x="42245" y="52477"/>
                </a:cubicBezTo>
                <a:close/>
                <a:moveTo>
                  <a:pt x="164401" y="120905"/>
                </a:moveTo>
                <a:lnTo>
                  <a:pt x="161013" y="137653"/>
                </a:lnTo>
                <a:cubicBezTo>
                  <a:pt x="172373" y="141640"/>
                  <a:pt x="183533" y="143032"/>
                  <a:pt x="191104" y="143032"/>
                </a:cubicBezTo>
                <a:cubicBezTo>
                  <a:pt x="218604" y="143032"/>
                  <a:pt x="224981" y="126688"/>
                  <a:pt x="224981" y="115721"/>
                </a:cubicBezTo>
                <a:cubicBezTo>
                  <a:pt x="224981" y="99371"/>
                  <a:pt x="212027" y="92991"/>
                  <a:pt x="197879" y="89601"/>
                </a:cubicBezTo>
                <a:cubicBezTo>
                  <a:pt x="190347" y="87807"/>
                  <a:pt x="179349" y="84018"/>
                  <a:pt x="179349" y="74048"/>
                </a:cubicBezTo>
                <a:cubicBezTo>
                  <a:pt x="179349" y="65871"/>
                  <a:pt x="185923" y="61486"/>
                  <a:pt x="194492" y="61486"/>
                </a:cubicBezTo>
                <a:cubicBezTo>
                  <a:pt x="204854" y="61486"/>
                  <a:pt x="211231" y="69660"/>
                  <a:pt x="215816" y="75045"/>
                </a:cubicBezTo>
                <a:lnTo>
                  <a:pt x="218604" y="74844"/>
                </a:lnTo>
                <a:lnTo>
                  <a:pt x="222591" y="60091"/>
                </a:lnTo>
                <a:lnTo>
                  <a:pt x="222193" y="59495"/>
                </a:lnTo>
                <a:cubicBezTo>
                  <a:pt x="216412" y="56506"/>
                  <a:pt x="205453" y="53514"/>
                  <a:pt x="195288" y="53514"/>
                </a:cubicBezTo>
                <a:cubicBezTo>
                  <a:pt x="180544" y="53514"/>
                  <a:pt x="165197" y="61286"/>
                  <a:pt x="165197" y="77836"/>
                </a:cubicBezTo>
                <a:cubicBezTo>
                  <a:pt x="165197" y="93788"/>
                  <a:pt x="177117" y="99051"/>
                  <a:pt x="189113" y="102363"/>
                </a:cubicBezTo>
                <a:cubicBezTo>
                  <a:pt x="200670" y="105552"/>
                  <a:pt x="209239" y="108742"/>
                  <a:pt x="209239" y="118512"/>
                </a:cubicBezTo>
                <a:cubicBezTo>
                  <a:pt x="209239" y="129081"/>
                  <a:pt x="201467" y="135063"/>
                  <a:pt x="190907" y="135063"/>
                </a:cubicBezTo>
                <a:cubicBezTo>
                  <a:pt x="181340" y="135063"/>
                  <a:pt x="172969" y="128482"/>
                  <a:pt x="167390" y="120707"/>
                </a:cubicBezTo>
                <a:lnTo>
                  <a:pt x="164401" y="120905"/>
                </a:lnTo>
                <a:close/>
                <a:moveTo>
                  <a:pt x="240924" y="100167"/>
                </a:moveTo>
                <a:cubicBezTo>
                  <a:pt x="240924" y="124095"/>
                  <a:pt x="256666" y="143032"/>
                  <a:pt x="283172" y="143032"/>
                </a:cubicBezTo>
                <a:cubicBezTo>
                  <a:pt x="309474" y="143032"/>
                  <a:pt x="325417" y="124496"/>
                  <a:pt x="325417" y="98373"/>
                </a:cubicBezTo>
                <a:cubicBezTo>
                  <a:pt x="325417" y="71256"/>
                  <a:pt x="310870" y="53514"/>
                  <a:pt x="283969" y="53514"/>
                </a:cubicBezTo>
                <a:cubicBezTo>
                  <a:pt x="257861" y="53514"/>
                  <a:pt x="240924" y="71855"/>
                  <a:pt x="240924" y="100167"/>
                </a:cubicBezTo>
                <a:moveTo>
                  <a:pt x="282573" y="61486"/>
                </a:moveTo>
                <a:cubicBezTo>
                  <a:pt x="303697" y="61486"/>
                  <a:pt x="307881" y="77836"/>
                  <a:pt x="307881" y="101964"/>
                </a:cubicBezTo>
                <a:cubicBezTo>
                  <a:pt x="307881" y="120905"/>
                  <a:pt x="298315" y="135063"/>
                  <a:pt x="284963" y="135063"/>
                </a:cubicBezTo>
                <a:cubicBezTo>
                  <a:pt x="263842" y="135063"/>
                  <a:pt x="258460" y="112132"/>
                  <a:pt x="258460" y="96780"/>
                </a:cubicBezTo>
                <a:cubicBezTo>
                  <a:pt x="258460" y="79433"/>
                  <a:pt x="263842" y="61486"/>
                  <a:pt x="282573" y="61486"/>
                </a:cubicBezTo>
                <a:close/>
                <a:moveTo>
                  <a:pt x="350925" y="101207"/>
                </a:moveTo>
                <a:cubicBezTo>
                  <a:pt x="350925" y="116040"/>
                  <a:pt x="350645" y="130389"/>
                  <a:pt x="349131" y="141074"/>
                </a:cubicBezTo>
                <a:lnTo>
                  <a:pt x="349529" y="141670"/>
                </a:lnTo>
                <a:cubicBezTo>
                  <a:pt x="351919" y="141272"/>
                  <a:pt x="356505" y="141074"/>
                  <a:pt x="358895" y="141074"/>
                </a:cubicBezTo>
                <a:cubicBezTo>
                  <a:pt x="361288" y="141074"/>
                  <a:pt x="365870" y="141272"/>
                  <a:pt x="368260" y="141670"/>
                </a:cubicBezTo>
                <a:lnTo>
                  <a:pt x="368658" y="141074"/>
                </a:lnTo>
                <a:cubicBezTo>
                  <a:pt x="367105" y="129711"/>
                  <a:pt x="366867" y="116198"/>
                  <a:pt x="366867" y="101207"/>
                </a:cubicBezTo>
                <a:lnTo>
                  <a:pt x="366867" y="41412"/>
                </a:lnTo>
                <a:cubicBezTo>
                  <a:pt x="366867" y="26463"/>
                  <a:pt x="367704" y="16535"/>
                  <a:pt x="368658" y="3938"/>
                </a:cubicBezTo>
                <a:cubicBezTo>
                  <a:pt x="368658" y="2542"/>
                  <a:pt x="368102" y="1943"/>
                  <a:pt x="366867" y="1943"/>
                </a:cubicBezTo>
                <a:cubicBezTo>
                  <a:pt x="361884" y="3938"/>
                  <a:pt x="357621" y="5333"/>
                  <a:pt x="349529" y="5932"/>
                </a:cubicBezTo>
                <a:lnTo>
                  <a:pt x="349131" y="6528"/>
                </a:lnTo>
                <a:cubicBezTo>
                  <a:pt x="350685" y="15061"/>
                  <a:pt x="350925" y="29851"/>
                  <a:pt x="350925" y="45000"/>
                </a:cubicBezTo>
                <a:lnTo>
                  <a:pt x="350925" y="101207"/>
                </a:lnTo>
                <a:close/>
                <a:moveTo>
                  <a:pt x="423462" y="141670"/>
                </a:moveTo>
                <a:cubicBezTo>
                  <a:pt x="425453" y="141074"/>
                  <a:pt x="427646" y="141074"/>
                  <a:pt x="429637" y="141074"/>
                </a:cubicBezTo>
                <a:cubicBezTo>
                  <a:pt x="431632" y="141074"/>
                  <a:pt x="433824" y="141074"/>
                  <a:pt x="435619" y="141670"/>
                </a:cubicBezTo>
                <a:cubicBezTo>
                  <a:pt x="445978" y="112607"/>
                  <a:pt x="458336" y="84337"/>
                  <a:pt x="471286" y="55070"/>
                </a:cubicBezTo>
                <a:cubicBezTo>
                  <a:pt x="469495" y="55669"/>
                  <a:pt x="465706" y="55669"/>
                  <a:pt x="463715" y="55669"/>
                </a:cubicBezTo>
                <a:cubicBezTo>
                  <a:pt x="461723" y="55669"/>
                  <a:pt x="458734" y="55669"/>
                  <a:pt x="456940" y="55070"/>
                </a:cubicBezTo>
                <a:cubicBezTo>
                  <a:pt x="448888" y="77569"/>
                  <a:pt x="441955" y="103606"/>
                  <a:pt x="432788" y="123119"/>
                </a:cubicBezTo>
                <a:lnTo>
                  <a:pt x="432389" y="123119"/>
                </a:lnTo>
                <a:cubicBezTo>
                  <a:pt x="422425" y="100344"/>
                  <a:pt x="415930" y="77885"/>
                  <a:pt x="408714" y="55070"/>
                </a:cubicBezTo>
                <a:cubicBezTo>
                  <a:pt x="406124" y="55669"/>
                  <a:pt x="401541" y="55669"/>
                  <a:pt x="398750" y="55669"/>
                </a:cubicBezTo>
                <a:cubicBezTo>
                  <a:pt x="395563" y="55669"/>
                  <a:pt x="390382" y="55669"/>
                  <a:pt x="387192" y="55070"/>
                </a:cubicBezTo>
                <a:cubicBezTo>
                  <a:pt x="400544" y="84337"/>
                  <a:pt x="412302" y="112607"/>
                  <a:pt x="423462" y="141670"/>
                </a:cubicBezTo>
                <a:close/>
                <a:moveTo>
                  <a:pt x="498590" y="86606"/>
                </a:moveTo>
                <a:cubicBezTo>
                  <a:pt x="501977" y="65871"/>
                  <a:pt x="515049" y="61486"/>
                  <a:pt x="521307" y="61486"/>
                </a:cubicBezTo>
                <a:cubicBezTo>
                  <a:pt x="529197" y="61486"/>
                  <a:pt x="538046" y="68863"/>
                  <a:pt x="538046" y="83814"/>
                </a:cubicBezTo>
                <a:cubicBezTo>
                  <a:pt x="538046" y="85608"/>
                  <a:pt x="537249" y="86606"/>
                  <a:pt x="535255" y="86606"/>
                </a:cubicBezTo>
                <a:lnTo>
                  <a:pt x="498590" y="86606"/>
                </a:lnTo>
                <a:moveTo>
                  <a:pt x="551796" y="120306"/>
                </a:moveTo>
                <a:cubicBezTo>
                  <a:pt x="544821" y="127886"/>
                  <a:pt x="535455" y="131277"/>
                  <a:pt x="524493" y="131277"/>
                </a:cubicBezTo>
                <a:cubicBezTo>
                  <a:pt x="517679" y="131277"/>
                  <a:pt x="508274" y="128683"/>
                  <a:pt x="502774" y="119908"/>
                </a:cubicBezTo>
                <a:cubicBezTo>
                  <a:pt x="499265" y="114322"/>
                  <a:pt x="497991" y="106185"/>
                  <a:pt x="497991" y="94575"/>
                </a:cubicBezTo>
                <a:lnTo>
                  <a:pt x="552194" y="94575"/>
                </a:lnTo>
                <a:cubicBezTo>
                  <a:pt x="554387" y="94575"/>
                  <a:pt x="555779" y="93380"/>
                  <a:pt x="555779" y="91188"/>
                </a:cubicBezTo>
                <a:cubicBezTo>
                  <a:pt x="555779" y="74446"/>
                  <a:pt x="547609" y="53514"/>
                  <a:pt x="521307" y="53514"/>
                </a:cubicBezTo>
                <a:cubicBezTo>
                  <a:pt x="500779" y="53514"/>
                  <a:pt x="480455" y="70058"/>
                  <a:pt x="480455" y="99365"/>
                </a:cubicBezTo>
                <a:cubicBezTo>
                  <a:pt x="480455" y="110691"/>
                  <a:pt x="482766" y="121863"/>
                  <a:pt x="489422" y="129881"/>
                </a:cubicBezTo>
                <a:cubicBezTo>
                  <a:pt x="496276" y="138131"/>
                  <a:pt x="507675" y="143032"/>
                  <a:pt x="521106" y="143032"/>
                </a:cubicBezTo>
                <a:cubicBezTo>
                  <a:pt x="535455" y="143032"/>
                  <a:pt x="548208" y="135662"/>
                  <a:pt x="555779" y="125293"/>
                </a:cubicBezTo>
                <a:lnTo>
                  <a:pt x="551796" y="120306"/>
                </a:lnTo>
                <a:close/>
                <a:moveTo>
                  <a:pt x="597230" y="74446"/>
                </a:moveTo>
                <a:lnTo>
                  <a:pt x="597230" y="56305"/>
                </a:lnTo>
                <a:cubicBezTo>
                  <a:pt x="597230" y="54751"/>
                  <a:pt x="596990" y="54313"/>
                  <a:pt x="596035" y="54313"/>
                </a:cubicBezTo>
                <a:cubicBezTo>
                  <a:pt x="591571" y="55189"/>
                  <a:pt x="584438" y="55347"/>
                  <a:pt x="579892" y="54909"/>
                </a:cubicBezTo>
                <a:lnTo>
                  <a:pt x="579494" y="55508"/>
                </a:lnTo>
                <a:cubicBezTo>
                  <a:pt x="580889" y="64117"/>
                  <a:pt x="581288" y="79235"/>
                  <a:pt x="581288" y="94195"/>
                </a:cubicBezTo>
                <a:lnTo>
                  <a:pt x="581288" y="105166"/>
                </a:lnTo>
                <a:cubicBezTo>
                  <a:pt x="581288" y="120127"/>
                  <a:pt x="581050" y="130340"/>
                  <a:pt x="579494" y="141074"/>
                </a:cubicBezTo>
                <a:lnTo>
                  <a:pt x="579892" y="141670"/>
                </a:lnTo>
                <a:cubicBezTo>
                  <a:pt x="582285" y="141272"/>
                  <a:pt x="586867" y="141074"/>
                  <a:pt x="589260" y="141074"/>
                </a:cubicBezTo>
                <a:cubicBezTo>
                  <a:pt x="591650" y="141074"/>
                  <a:pt x="596233" y="141272"/>
                  <a:pt x="598626" y="141670"/>
                </a:cubicBezTo>
                <a:lnTo>
                  <a:pt x="599024" y="141074"/>
                </a:lnTo>
                <a:cubicBezTo>
                  <a:pt x="597549" y="129702"/>
                  <a:pt x="597230" y="120327"/>
                  <a:pt x="597230" y="105166"/>
                </a:cubicBezTo>
                <a:lnTo>
                  <a:pt x="597230" y="94794"/>
                </a:lnTo>
                <a:cubicBezTo>
                  <a:pt x="597230" y="86414"/>
                  <a:pt x="599742" y="81628"/>
                  <a:pt x="604005" y="75045"/>
                </a:cubicBezTo>
                <a:cubicBezTo>
                  <a:pt x="606915" y="70618"/>
                  <a:pt x="611379" y="68063"/>
                  <a:pt x="615164" y="68063"/>
                </a:cubicBezTo>
                <a:cubicBezTo>
                  <a:pt x="619151" y="68063"/>
                  <a:pt x="622936" y="68462"/>
                  <a:pt x="625527" y="70855"/>
                </a:cubicBezTo>
                <a:lnTo>
                  <a:pt x="627120" y="70456"/>
                </a:lnTo>
                <a:lnTo>
                  <a:pt x="631107" y="55706"/>
                </a:lnTo>
                <a:lnTo>
                  <a:pt x="630310" y="54909"/>
                </a:lnTo>
                <a:cubicBezTo>
                  <a:pt x="626923" y="53915"/>
                  <a:pt x="626722" y="53514"/>
                  <a:pt x="623137" y="53514"/>
                </a:cubicBezTo>
                <a:cubicBezTo>
                  <a:pt x="612376" y="53514"/>
                  <a:pt x="606595" y="59692"/>
                  <a:pt x="597829" y="74844"/>
                </a:cubicBezTo>
                <a:lnTo>
                  <a:pt x="597230" y="74446"/>
                </a:lnTo>
                <a:close/>
                <a:moveTo>
                  <a:pt x="693281" y="90869"/>
                </a:moveTo>
                <a:cubicBezTo>
                  <a:pt x="693281" y="99839"/>
                  <a:pt x="694077" y="145869"/>
                  <a:pt x="735528" y="181741"/>
                </a:cubicBezTo>
                <a:lnTo>
                  <a:pt x="740111" y="178353"/>
                </a:lnTo>
                <a:cubicBezTo>
                  <a:pt x="733534" y="170779"/>
                  <a:pt x="709822" y="143279"/>
                  <a:pt x="709822" y="90869"/>
                </a:cubicBezTo>
                <a:cubicBezTo>
                  <a:pt x="709822" y="38459"/>
                  <a:pt x="733734" y="10959"/>
                  <a:pt x="740111" y="3786"/>
                </a:cubicBezTo>
                <a:lnTo>
                  <a:pt x="735528" y="198"/>
                </a:lnTo>
                <a:cubicBezTo>
                  <a:pt x="711814" y="20525"/>
                  <a:pt x="693281" y="53805"/>
                  <a:pt x="693281" y="90869"/>
                </a:cubicBezTo>
                <a:close/>
                <a:moveTo>
                  <a:pt x="790729" y="61486"/>
                </a:moveTo>
                <a:cubicBezTo>
                  <a:pt x="798419" y="61486"/>
                  <a:pt x="805394" y="67148"/>
                  <a:pt x="810655" y="76240"/>
                </a:cubicBezTo>
                <a:lnTo>
                  <a:pt x="813245" y="76042"/>
                </a:lnTo>
                <a:lnTo>
                  <a:pt x="817828" y="59692"/>
                </a:lnTo>
                <a:lnTo>
                  <a:pt x="817429" y="59096"/>
                </a:lnTo>
                <a:cubicBezTo>
                  <a:pt x="811254" y="55907"/>
                  <a:pt x="800891" y="53514"/>
                  <a:pt x="790926" y="53514"/>
                </a:cubicBezTo>
                <a:cubicBezTo>
                  <a:pt x="770201" y="53514"/>
                  <a:pt x="748481" y="70459"/>
                  <a:pt x="748481" y="97577"/>
                </a:cubicBezTo>
                <a:cubicBezTo>
                  <a:pt x="748481" y="125293"/>
                  <a:pt x="764223" y="143032"/>
                  <a:pt x="788536" y="143032"/>
                </a:cubicBezTo>
                <a:cubicBezTo>
                  <a:pt x="800493" y="143032"/>
                  <a:pt x="809858" y="139049"/>
                  <a:pt x="817828" y="128884"/>
                </a:cubicBezTo>
                <a:lnTo>
                  <a:pt x="814042" y="124694"/>
                </a:lnTo>
                <a:lnTo>
                  <a:pt x="813245" y="124694"/>
                </a:lnTo>
                <a:cubicBezTo>
                  <a:pt x="805674" y="131474"/>
                  <a:pt x="799337" y="133071"/>
                  <a:pt x="791924" y="133071"/>
                </a:cubicBezTo>
                <a:cubicBezTo>
                  <a:pt x="777377" y="133071"/>
                  <a:pt x="766017" y="119911"/>
                  <a:pt x="766017" y="96579"/>
                </a:cubicBezTo>
                <a:cubicBezTo>
                  <a:pt x="766017" y="74647"/>
                  <a:pt x="777575" y="61486"/>
                  <a:pt x="790729" y="61486"/>
                </a:cubicBezTo>
                <a:close/>
                <a:moveTo>
                  <a:pt x="846127" y="55654"/>
                </a:moveTo>
                <a:cubicBezTo>
                  <a:pt x="841782" y="55654"/>
                  <a:pt x="837200" y="55615"/>
                  <a:pt x="834567" y="55256"/>
                </a:cubicBezTo>
                <a:cubicBezTo>
                  <a:pt x="833214" y="58485"/>
                  <a:pt x="832137" y="60437"/>
                  <a:pt x="830185" y="63426"/>
                </a:cubicBezTo>
                <a:lnTo>
                  <a:pt x="831179" y="64822"/>
                </a:lnTo>
                <a:cubicBezTo>
                  <a:pt x="834767" y="64582"/>
                  <a:pt x="841344" y="64424"/>
                  <a:pt x="845927" y="64424"/>
                </a:cubicBezTo>
                <a:lnTo>
                  <a:pt x="846127" y="64424"/>
                </a:lnTo>
                <a:lnTo>
                  <a:pt x="846127" y="101453"/>
                </a:lnTo>
                <a:cubicBezTo>
                  <a:pt x="846127" y="116386"/>
                  <a:pt x="845848" y="130404"/>
                  <a:pt x="844133" y="141074"/>
                </a:cubicBezTo>
                <a:lnTo>
                  <a:pt x="844531" y="141670"/>
                </a:lnTo>
                <a:cubicBezTo>
                  <a:pt x="846924" y="141275"/>
                  <a:pt x="851707" y="141074"/>
                  <a:pt x="854097" y="141074"/>
                </a:cubicBezTo>
                <a:cubicBezTo>
                  <a:pt x="856487" y="141074"/>
                  <a:pt x="861270" y="141275"/>
                  <a:pt x="863663" y="141670"/>
                </a:cubicBezTo>
                <a:lnTo>
                  <a:pt x="864062" y="141074"/>
                </a:lnTo>
                <a:cubicBezTo>
                  <a:pt x="862386" y="129726"/>
                  <a:pt x="862067" y="116386"/>
                  <a:pt x="862067" y="101453"/>
                </a:cubicBezTo>
                <a:lnTo>
                  <a:pt x="862067" y="64424"/>
                </a:lnTo>
                <a:lnTo>
                  <a:pt x="868845" y="64424"/>
                </a:lnTo>
                <a:cubicBezTo>
                  <a:pt x="873628" y="64424"/>
                  <a:pt x="880560" y="64582"/>
                  <a:pt x="883191" y="64822"/>
                </a:cubicBezTo>
                <a:cubicBezTo>
                  <a:pt x="883790" y="61635"/>
                  <a:pt x="884389" y="59601"/>
                  <a:pt x="885584" y="56652"/>
                </a:cubicBezTo>
                <a:lnTo>
                  <a:pt x="884586" y="55256"/>
                </a:lnTo>
                <a:cubicBezTo>
                  <a:pt x="881239" y="55414"/>
                  <a:pt x="875221" y="55654"/>
                  <a:pt x="870639" y="55654"/>
                </a:cubicBezTo>
                <a:lnTo>
                  <a:pt x="862067" y="55654"/>
                </a:lnTo>
                <a:lnTo>
                  <a:pt x="862067" y="53854"/>
                </a:lnTo>
                <a:cubicBezTo>
                  <a:pt x="862067" y="46645"/>
                  <a:pt x="861073" y="36233"/>
                  <a:pt x="861073" y="32630"/>
                </a:cubicBezTo>
                <a:cubicBezTo>
                  <a:pt x="861073" y="21577"/>
                  <a:pt x="868206" y="14100"/>
                  <a:pt x="879606" y="14100"/>
                </a:cubicBezTo>
                <a:cubicBezTo>
                  <a:pt x="884745" y="14100"/>
                  <a:pt x="888971" y="17065"/>
                  <a:pt x="891163" y="21014"/>
                </a:cubicBezTo>
                <a:lnTo>
                  <a:pt x="893356" y="20820"/>
                </a:lnTo>
                <a:cubicBezTo>
                  <a:pt x="894748" y="15483"/>
                  <a:pt x="896901" y="8760"/>
                  <a:pt x="898936" y="4534"/>
                </a:cubicBezTo>
                <a:lnTo>
                  <a:pt x="898735" y="3938"/>
                </a:lnTo>
                <a:cubicBezTo>
                  <a:pt x="897142" y="2940"/>
                  <a:pt x="893553" y="1943"/>
                  <a:pt x="889768" y="1943"/>
                </a:cubicBezTo>
                <a:cubicBezTo>
                  <a:pt x="877213" y="1943"/>
                  <a:pt x="864618" y="7763"/>
                  <a:pt x="857086" y="17262"/>
                </a:cubicBezTo>
                <a:cubicBezTo>
                  <a:pt x="849515" y="26822"/>
                  <a:pt x="846127" y="36233"/>
                  <a:pt x="846127" y="47846"/>
                </a:cubicBezTo>
                <a:lnTo>
                  <a:pt x="846127" y="55654"/>
                </a:lnTo>
                <a:close/>
                <a:moveTo>
                  <a:pt x="899730" y="132274"/>
                </a:moveTo>
                <a:cubicBezTo>
                  <a:pt x="901484" y="138927"/>
                  <a:pt x="904276" y="141640"/>
                  <a:pt x="910491" y="143032"/>
                </a:cubicBezTo>
                <a:lnTo>
                  <a:pt x="911291" y="143032"/>
                </a:lnTo>
                <a:cubicBezTo>
                  <a:pt x="916910" y="141640"/>
                  <a:pt x="920018" y="138690"/>
                  <a:pt x="922049" y="132274"/>
                </a:cubicBezTo>
                <a:lnTo>
                  <a:pt x="922049" y="131474"/>
                </a:lnTo>
                <a:cubicBezTo>
                  <a:pt x="920218" y="125855"/>
                  <a:pt x="917068" y="122787"/>
                  <a:pt x="911291" y="120713"/>
                </a:cubicBezTo>
                <a:lnTo>
                  <a:pt x="910491" y="120713"/>
                </a:lnTo>
                <a:cubicBezTo>
                  <a:pt x="904474" y="123146"/>
                  <a:pt x="901564" y="126174"/>
                  <a:pt x="899730" y="131474"/>
                </a:cubicBezTo>
                <a:lnTo>
                  <a:pt x="899730" y="132274"/>
                </a:lnTo>
                <a:close/>
                <a:moveTo>
                  <a:pt x="1063737" y="12646"/>
                </a:moveTo>
                <a:lnTo>
                  <a:pt x="1011923" y="12646"/>
                </a:lnTo>
                <a:cubicBezTo>
                  <a:pt x="1005149" y="12646"/>
                  <a:pt x="1001761" y="12050"/>
                  <a:pt x="1001761" y="12050"/>
                </a:cubicBezTo>
                <a:lnTo>
                  <a:pt x="1001363" y="12646"/>
                </a:lnTo>
                <a:cubicBezTo>
                  <a:pt x="1002956" y="24006"/>
                  <a:pt x="1003355" y="37565"/>
                  <a:pt x="1003355" y="52519"/>
                </a:cubicBezTo>
                <a:lnTo>
                  <a:pt x="1003355" y="101301"/>
                </a:lnTo>
                <a:cubicBezTo>
                  <a:pt x="1003355" y="116216"/>
                  <a:pt x="1002956" y="130337"/>
                  <a:pt x="1001363" y="141074"/>
                </a:cubicBezTo>
                <a:lnTo>
                  <a:pt x="1001561" y="141670"/>
                </a:lnTo>
                <a:cubicBezTo>
                  <a:pt x="1001561" y="141670"/>
                  <a:pt x="1004951" y="141074"/>
                  <a:pt x="1011923" y="141074"/>
                </a:cubicBezTo>
                <a:cubicBezTo>
                  <a:pt x="1018701" y="141074"/>
                  <a:pt x="1022089" y="141670"/>
                  <a:pt x="1022089" y="141670"/>
                </a:cubicBezTo>
                <a:lnTo>
                  <a:pt x="1022487" y="141074"/>
                </a:lnTo>
                <a:cubicBezTo>
                  <a:pt x="1020891" y="129738"/>
                  <a:pt x="1020492" y="116216"/>
                  <a:pt x="1020492" y="101301"/>
                </a:cubicBezTo>
                <a:lnTo>
                  <a:pt x="1020492" y="78034"/>
                </a:lnTo>
                <a:cubicBezTo>
                  <a:pt x="1030058" y="78034"/>
                  <a:pt x="1051182" y="78633"/>
                  <a:pt x="1064932" y="80023"/>
                </a:cubicBezTo>
                <a:lnTo>
                  <a:pt x="1065531" y="79427"/>
                </a:lnTo>
                <a:cubicBezTo>
                  <a:pt x="1065130" y="77636"/>
                  <a:pt x="1064932" y="74847"/>
                  <a:pt x="1064932" y="73053"/>
                </a:cubicBezTo>
                <a:cubicBezTo>
                  <a:pt x="1064932" y="71259"/>
                  <a:pt x="1065130" y="68471"/>
                  <a:pt x="1065531" y="66677"/>
                </a:cubicBezTo>
                <a:lnTo>
                  <a:pt x="1064932" y="66078"/>
                </a:lnTo>
                <a:cubicBezTo>
                  <a:pt x="1053174" y="67075"/>
                  <a:pt x="1044009" y="68073"/>
                  <a:pt x="1020492" y="68073"/>
                </a:cubicBezTo>
                <a:lnTo>
                  <a:pt x="1020492" y="52519"/>
                </a:lnTo>
                <a:cubicBezTo>
                  <a:pt x="1020492" y="49129"/>
                  <a:pt x="1020693" y="28592"/>
                  <a:pt x="1022089" y="23809"/>
                </a:cubicBezTo>
                <a:cubicBezTo>
                  <a:pt x="1048789" y="23809"/>
                  <a:pt x="1076289" y="26199"/>
                  <a:pt x="1076289" y="26199"/>
                </a:cubicBezTo>
                <a:lnTo>
                  <a:pt x="1076691" y="25402"/>
                </a:lnTo>
                <a:cubicBezTo>
                  <a:pt x="1076490" y="23809"/>
                  <a:pt x="1076289" y="21218"/>
                  <a:pt x="1076289" y="19424"/>
                </a:cubicBezTo>
                <a:cubicBezTo>
                  <a:pt x="1076289" y="17828"/>
                  <a:pt x="1076490" y="15438"/>
                  <a:pt x="1076691" y="12646"/>
                </a:cubicBezTo>
                <a:lnTo>
                  <a:pt x="1076289" y="12050"/>
                </a:lnTo>
                <a:cubicBezTo>
                  <a:pt x="1073103" y="12449"/>
                  <a:pt x="1068520" y="12646"/>
                  <a:pt x="1063737" y="12646"/>
                </a:cubicBezTo>
                <a:close/>
                <a:moveTo>
                  <a:pt x="1099007" y="22033"/>
                </a:moveTo>
                <a:cubicBezTo>
                  <a:pt x="1099007" y="27412"/>
                  <a:pt x="1103790" y="32195"/>
                  <a:pt x="1109172" y="32195"/>
                </a:cubicBezTo>
                <a:cubicBezTo>
                  <a:pt x="1114551" y="32195"/>
                  <a:pt x="1119334" y="27412"/>
                  <a:pt x="1119334" y="22033"/>
                </a:cubicBezTo>
                <a:cubicBezTo>
                  <a:pt x="1119334" y="16651"/>
                  <a:pt x="1114551" y="11868"/>
                  <a:pt x="1109172" y="11868"/>
                </a:cubicBezTo>
                <a:cubicBezTo>
                  <a:pt x="1103790" y="11868"/>
                  <a:pt x="1099007" y="16651"/>
                  <a:pt x="1099007" y="22033"/>
                </a:cubicBezTo>
                <a:moveTo>
                  <a:pt x="1101002" y="94293"/>
                </a:moveTo>
                <a:lnTo>
                  <a:pt x="1101002" y="105242"/>
                </a:lnTo>
                <a:cubicBezTo>
                  <a:pt x="1101002" y="120172"/>
                  <a:pt x="1100643" y="130325"/>
                  <a:pt x="1099208" y="141074"/>
                </a:cubicBezTo>
                <a:lnTo>
                  <a:pt x="1099606" y="141670"/>
                </a:lnTo>
                <a:cubicBezTo>
                  <a:pt x="1101996" y="141275"/>
                  <a:pt x="1106581" y="141074"/>
                  <a:pt x="1108971" y="141074"/>
                </a:cubicBezTo>
                <a:cubicBezTo>
                  <a:pt x="1111365" y="141074"/>
                  <a:pt x="1115947" y="141275"/>
                  <a:pt x="1118337" y="141670"/>
                </a:cubicBezTo>
                <a:lnTo>
                  <a:pt x="1118735" y="141074"/>
                </a:lnTo>
                <a:cubicBezTo>
                  <a:pt x="1117303" y="129769"/>
                  <a:pt x="1116944" y="120370"/>
                  <a:pt x="1116944" y="105242"/>
                </a:cubicBezTo>
                <a:lnTo>
                  <a:pt x="1116944" y="91109"/>
                </a:lnTo>
                <a:cubicBezTo>
                  <a:pt x="1116944" y="76179"/>
                  <a:pt x="1117461" y="69012"/>
                  <a:pt x="1118735" y="56867"/>
                </a:cubicBezTo>
                <a:cubicBezTo>
                  <a:pt x="1118735" y="55076"/>
                  <a:pt x="1118498" y="54876"/>
                  <a:pt x="1116944" y="54876"/>
                </a:cubicBezTo>
                <a:cubicBezTo>
                  <a:pt x="1112398" y="55317"/>
                  <a:pt x="1103830" y="55435"/>
                  <a:pt x="1099606" y="55076"/>
                </a:cubicBezTo>
                <a:lnTo>
                  <a:pt x="1099208" y="55672"/>
                </a:lnTo>
                <a:cubicBezTo>
                  <a:pt x="1100442" y="64193"/>
                  <a:pt x="1101002" y="79363"/>
                  <a:pt x="1101002" y="94293"/>
                </a:cubicBezTo>
                <a:close/>
                <a:moveTo>
                  <a:pt x="1155006" y="161809"/>
                </a:moveTo>
                <a:cubicBezTo>
                  <a:pt x="1155006" y="155207"/>
                  <a:pt x="1160984" y="147806"/>
                  <a:pt x="1167956" y="144005"/>
                </a:cubicBezTo>
                <a:cubicBezTo>
                  <a:pt x="1173855" y="144023"/>
                  <a:pt x="1182944" y="143421"/>
                  <a:pt x="1185693" y="143421"/>
                </a:cubicBezTo>
                <a:cubicBezTo>
                  <a:pt x="1195259" y="143421"/>
                  <a:pt x="1201356" y="143622"/>
                  <a:pt x="1206817" y="146821"/>
                </a:cubicBezTo>
                <a:cubicBezTo>
                  <a:pt x="1212597" y="150220"/>
                  <a:pt x="1214589" y="156019"/>
                  <a:pt x="1214589" y="161216"/>
                </a:cubicBezTo>
                <a:cubicBezTo>
                  <a:pt x="1214589" y="173412"/>
                  <a:pt x="1198248" y="179807"/>
                  <a:pt x="1181111" y="179807"/>
                </a:cubicBezTo>
                <a:cubicBezTo>
                  <a:pt x="1168157" y="179807"/>
                  <a:pt x="1155006" y="175410"/>
                  <a:pt x="1155006" y="161815"/>
                </a:cubicBezTo>
                <a:lnTo>
                  <a:pt x="1155006" y="161809"/>
                </a:lnTo>
                <a:moveTo>
                  <a:pt x="1212597" y="84176"/>
                </a:moveTo>
                <a:cubicBezTo>
                  <a:pt x="1212597" y="70441"/>
                  <a:pt x="1207215" y="64074"/>
                  <a:pt x="1202554" y="61009"/>
                </a:cubicBezTo>
                <a:cubicBezTo>
                  <a:pt x="1208532" y="61486"/>
                  <a:pt x="1215145" y="62240"/>
                  <a:pt x="1223358" y="63077"/>
                </a:cubicBezTo>
                <a:lnTo>
                  <a:pt x="1223954" y="62481"/>
                </a:lnTo>
                <a:cubicBezTo>
                  <a:pt x="1223556" y="60690"/>
                  <a:pt x="1223358" y="59096"/>
                  <a:pt x="1223358" y="57302"/>
                </a:cubicBezTo>
                <a:cubicBezTo>
                  <a:pt x="1223358" y="55508"/>
                  <a:pt x="1223556" y="53915"/>
                  <a:pt x="1223954" y="52121"/>
                </a:cubicBezTo>
                <a:lnTo>
                  <a:pt x="1223358" y="51522"/>
                </a:lnTo>
                <a:cubicBezTo>
                  <a:pt x="1213832" y="52319"/>
                  <a:pt x="1206777" y="54432"/>
                  <a:pt x="1191911" y="55229"/>
                </a:cubicBezTo>
                <a:cubicBezTo>
                  <a:pt x="1188363" y="54113"/>
                  <a:pt x="1183981" y="53514"/>
                  <a:pt x="1179715" y="53514"/>
                </a:cubicBezTo>
                <a:cubicBezTo>
                  <a:pt x="1163973" y="53514"/>
                  <a:pt x="1145838" y="64074"/>
                  <a:pt x="1145838" y="83778"/>
                </a:cubicBezTo>
                <a:cubicBezTo>
                  <a:pt x="1145838" y="98708"/>
                  <a:pt x="1154407" y="105473"/>
                  <a:pt x="1159987" y="108663"/>
                </a:cubicBezTo>
                <a:cubicBezTo>
                  <a:pt x="1154209" y="112646"/>
                  <a:pt x="1147234" y="118451"/>
                  <a:pt x="1147234" y="125262"/>
                </a:cubicBezTo>
                <a:cubicBezTo>
                  <a:pt x="1147234" y="133460"/>
                  <a:pt x="1152017" y="140633"/>
                  <a:pt x="1162736" y="142467"/>
                </a:cubicBezTo>
                <a:cubicBezTo>
                  <a:pt x="1157198" y="144784"/>
                  <a:pt x="1150980" y="148621"/>
                  <a:pt x="1145838" y="152620"/>
                </a:cubicBezTo>
                <a:cubicBezTo>
                  <a:pt x="1143327" y="156417"/>
                  <a:pt x="1141256" y="162055"/>
                  <a:pt x="1141256" y="165813"/>
                </a:cubicBezTo>
                <a:cubicBezTo>
                  <a:pt x="1141256" y="181561"/>
                  <a:pt x="1158393" y="188375"/>
                  <a:pt x="1179517" y="188375"/>
                </a:cubicBezTo>
                <a:cubicBezTo>
                  <a:pt x="1210602" y="188375"/>
                  <a:pt x="1229136" y="175370"/>
                  <a:pt x="1229136" y="156618"/>
                </a:cubicBezTo>
                <a:cubicBezTo>
                  <a:pt x="1229136" y="147821"/>
                  <a:pt x="1226347" y="141630"/>
                  <a:pt x="1220768" y="136847"/>
                </a:cubicBezTo>
                <a:cubicBezTo>
                  <a:pt x="1213272" y="130471"/>
                  <a:pt x="1199644" y="130270"/>
                  <a:pt x="1192668" y="130270"/>
                </a:cubicBezTo>
                <a:cubicBezTo>
                  <a:pt x="1189281" y="130270"/>
                  <a:pt x="1181308" y="130669"/>
                  <a:pt x="1176726" y="131268"/>
                </a:cubicBezTo>
                <a:cubicBezTo>
                  <a:pt x="1173938" y="131450"/>
                  <a:pt x="1171943" y="131651"/>
                  <a:pt x="1170949" y="131651"/>
                </a:cubicBezTo>
                <a:cubicBezTo>
                  <a:pt x="1165369" y="131651"/>
                  <a:pt x="1159388" y="130851"/>
                  <a:pt x="1159388" y="122246"/>
                </a:cubicBezTo>
                <a:cubicBezTo>
                  <a:pt x="1159388" y="118244"/>
                  <a:pt x="1160385" y="114845"/>
                  <a:pt x="1164770" y="111053"/>
                </a:cubicBezTo>
                <a:cubicBezTo>
                  <a:pt x="1167360" y="112449"/>
                  <a:pt x="1173497" y="113841"/>
                  <a:pt x="1179517" y="113841"/>
                </a:cubicBezTo>
                <a:cubicBezTo>
                  <a:pt x="1200240" y="113841"/>
                  <a:pt x="1212597" y="99860"/>
                  <a:pt x="1212597" y="84176"/>
                </a:cubicBezTo>
                <a:moveTo>
                  <a:pt x="1197053" y="84374"/>
                </a:moveTo>
                <a:cubicBezTo>
                  <a:pt x="1197053" y="96476"/>
                  <a:pt x="1192069" y="105872"/>
                  <a:pt x="1180113" y="105872"/>
                </a:cubicBezTo>
                <a:cubicBezTo>
                  <a:pt x="1165767" y="105872"/>
                  <a:pt x="1161382" y="96515"/>
                  <a:pt x="1161382" y="82783"/>
                </a:cubicBezTo>
                <a:cubicBezTo>
                  <a:pt x="1161382" y="69648"/>
                  <a:pt x="1167360" y="61088"/>
                  <a:pt x="1178918" y="61088"/>
                </a:cubicBezTo>
                <a:cubicBezTo>
                  <a:pt x="1191872" y="61088"/>
                  <a:pt x="1197053" y="70244"/>
                  <a:pt x="1197053" y="84374"/>
                </a:cubicBezTo>
                <a:close/>
                <a:moveTo>
                  <a:pt x="1307052" y="122760"/>
                </a:moveTo>
                <a:lnTo>
                  <a:pt x="1307849" y="123356"/>
                </a:lnTo>
                <a:lnTo>
                  <a:pt x="1308846" y="141074"/>
                </a:lnTo>
                <a:cubicBezTo>
                  <a:pt x="1308846" y="141472"/>
                  <a:pt x="1309086" y="141670"/>
                  <a:pt x="1309643" y="141670"/>
                </a:cubicBezTo>
                <a:cubicBezTo>
                  <a:pt x="1312273" y="141314"/>
                  <a:pt x="1314627" y="141074"/>
                  <a:pt x="1317534" y="141074"/>
                </a:cubicBezTo>
                <a:cubicBezTo>
                  <a:pt x="1320006" y="141074"/>
                  <a:pt x="1323791" y="141275"/>
                  <a:pt x="1326382" y="141670"/>
                </a:cubicBezTo>
                <a:lnTo>
                  <a:pt x="1326780" y="141074"/>
                </a:lnTo>
                <a:cubicBezTo>
                  <a:pt x="1325187" y="132514"/>
                  <a:pt x="1323393" y="117782"/>
                  <a:pt x="1323393" y="102852"/>
                </a:cubicBezTo>
                <a:lnTo>
                  <a:pt x="1323393" y="91504"/>
                </a:lnTo>
                <a:cubicBezTo>
                  <a:pt x="1323393" y="76571"/>
                  <a:pt x="1323594" y="66221"/>
                  <a:pt x="1325187" y="55669"/>
                </a:cubicBezTo>
                <a:lnTo>
                  <a:pt x="1324789" y="55070"/>
                </a:lnTo>
                <a:cubicBezTo>
                  <a:pt x="1322396" y="55469"/>
                  <a:pt x="1317813" y="55669"/>
                  <a:pt x="1315423" y="55669"/>
                </a:cubicBezTo>
                <a:cubicBezTo>
                  <a:pt x="1313030" y="55669"/>
                  <a:pt x="1308448" y="55469"/>
                  <a:pt x="1306058" y="55070"/>
                </a:cubicBezTo>
                <a:lnTo>
                  <a:pt x="1305656" y="55669"/>
                </a:lnTo>
                <a:cubicBezTo>
                  <a:pt x="1307213" y="67057"/>
                  <a:pt x="1307451" y="76374"/>
                  <a:pt x="1307451" y="91504"/>
                </a:cubicBezTo>
                <a:lnTo>
                  <a:pt x="1307451" y="111013"/>
                </a:lnTo>
                <a:cubicBezTo>
                  <a:pt x="1301393" y="121209"/>
                  <a:pt x="1289915" y="131873"/>
                  <a:pt x="1280151" y="131873"/>
                </a:cubicBezTo>
                <a:cubicBezTo>
                  <a:pt x="1273294" y="131873"/>
                  <a:pt x="1266799" y="129687"/>
                  <a:pt x="1266799" y="111181"/>
                </a:cubicBezTo>
                <a:lnTo>
                  <a:pt x="1266799" y="91483"/>
                </a:lnTo>
                <a:cubicBezTo>
                  <a:pt x="1266799" y="76559"/>
                  <a:pt x="1266997" y="66215"/>
                  <a:pt x="1268593" y="55669"/>
                </a:cubicBezTo>
                <a:lnTo>
                  <a:pt x="1268195" y="55070"/>
                </a:lnTo>
                <a:cubicBezTo>
                  <a:pt x="1265802" y="55469"/>
                  <a:pt x="1261219" y="55669"/>
                  <a:pt x="1258826" y="55669"/>
                </a:cubicBezTo>
                <a:cubicBezTo>
                  <a:pt x="1256436" y="55669"/>
                  <a:pt x="1251854" y="55469"/>
                  <a:pt x="1249461" y="55070"/>
                </a:cubicBezTo>
                <a:lnTo>
                  <a:pt x="1249063" y="55669"/>
                </a:lnTo>
                <a:cubicBezTo>
                  <a:pt x="1250656" y="67008"/>
                  <a:pt x="1250857" y="76361"/>
                  <a:pt x="1250857" y="91483"/>
                </a:cubicBezTo>
                <a:lnTo>
                  <a:pt x="1250857" y="115359"/>
                </a:lnTo>
                <a:cubicBezTo>
                  <a:pt x="1250857" y="129088"/>
                  <a:pt x="1257233" y="143032"/>
                  <a:pt x="1276961" y="143032"/>
                </a:cubicBezTo>
                <a:cubicBezTo>
                  <a:pt x="1289316" y="143032"/>
                  <a:pt x="1300475" y="132870"/>
                  <a:pt x="1307052" y="122720"/>
                </a:cubicBezTo>
                <a:lnTo>
                  <a:pt x="1307052" y="122760"/>
                </a:lnTo>
                <a:close/>
                <a:moveTo>
                  <a:pt x="1374607" y="74446"/>
                </a:moveTo>
                <a:lnTo>
                  <a:pt x="1374607" y="56305"/>
                </a:lnTo>
                <a:cubicBezTo>
                  <a:pt x="1374607" y="54751"/>
                  <a:pt x="1374367" y="54313"/>
                  <a:pt x="1373412" y="54313"/>
                </a:cubicBezTo>
                <a:cubicBezTo>
                  <a:pt x="1368948" y="55189"/>
                  <a:pt x="1361815" y="55347"/>
                  <a:pt x="1357269" y="54909"/>
                </a:cubicBezTo>
                <a:lnTo>
                  <a:pt x="1356871" y="55508"/>
                </a:lnTo>
                <a:cubicBezTo>
                  <a:pt x="1358266" y="64117"/>
                  <a:pt x="1358665" y="79235"/>
                  <a:pt x="1358665" y="94195"/>
                </a:cubicBezTo>
                <a:lnTo>
                  <a:pt x="1358665" y="105166"/>
                </a:lnTo>
                <a:cubicBezTo>
                  <a:pt x="1358665" y="120127"/>
                  <a:pt x="1358428" y="130340"/>
                  <a:pt x="1356871" y="141074"/>
                </a:cubicBezTo>
                <a:lnTo>
                  <a:pt x="1357269" y="141670"/>
                </a:lnTo>
                <a:cubicBezTo>
                  <a:pt x="1359662" y="141272"/>
                  <a:pt x="1364244" y="141074"/>
                  <a:pt x="1366637" y="141074"/>
                </a:cubicBezTo>
                <a:cubicBezTo>
                  <a:pt x="1369028" y="141074"/>
                  <a:pt x="1373610" y="141272"/>
                  <a:pt x="1376003" y="141670"/>
                </a:cubicBezTo>
                <a:lnTo>
                  <a:pt x="1376401" y="141074"/>
                </a:lnTo>
                <a:cubicBezTo>
                  <a:pt x="1374926" y="129702"/>
                  <a:pt x="1374607" y="120327"/>
                  <a:pt x="1374607" y="105166"/>
                </a:cubicBezTo>
                <a:lnTo>
                  <a:pt x="1374607" y="94794"/>
                </a:lnTo>
                <a:cubicBezTo>
                  <a:pt x="1374607" y="86414"/>
                  <a:pt x="1377119" y="81628"/>
                  <a:pt x="1381382" y="75045"/>
                </a:cubicBezTo>
                <a:cubicBezTo>
                  <a:pt x="1384292" y="70618"/>
                  <a:pt x="1388756" y="68063"/>
                  <a:pt x="1392541" y="68063"/>
                </a:cubicBezTo>
                <a:cubicBezTo>
                  <a:pt x="1396528" y="68063"/>
                  <a:pt x="1400313" y="68462"/>
                  <a:pt x="1402904" y="70855"/>
                </a:cubicBezTo>
                <a:lnTo>
                  <a:pt x="1404497" y="70456"/>
                </a:lnTo>
                <a:lnTo>
                  <a:pt x="1408484" y="55706"/>
                </a:lnTo>
                <a:lnTo>
                  <a:pt x="1407687" y="54909"/>
                </a:lnTo>
                <a:cubicBezTo>
                  <a:pt x="1404300" y="53915"/>
                  <a:pt x="1404099" y="53514"/>
                  <a:pt x="1400514" y="53514"/>
                </a:cubicBezTo>
                <a:cubicBezTo>
                  <a:pt x="1389753" y="53514"/>
                  <a:pt x="1383973" y="59692"/>
                  <a:pt x="1375206" y="74844"/>
                </a:cubicBezTo>
                <a:lnTo>
                  <a:pt x="1374607" y="74446"/>
                </a:lnTo>
                <a:close/>
                <a:moveTo>
                  <a:pt x="1435388" y="86606"/>
                </a:moveTo>
                <a:cubicBezTo>
                  <a:pt x="1438775" y="65871"/>
                  <a:pt x="1451847" y="61486"/>
                  <a:pt x="1458105" y="61486"/>
                </a:cubicBezTo>
                <a:cubicBezTo>
                  <a:pt x="1465996" y="61486"/>
                  <a:pt x="1474844" y="68863"/>
                  <a:pt x="1474844" y="83814"/>
                </a:cubicBezTo>
                <a:cubicBezTo>
                  <a:pt x="1474844" y="85608"/>
                  <a:pt x="1474047" y="86606"/>
                  <a:pt x="1472053" y="86606"/>
                </a:cubicBezTo>
                <a:lnTo>
                  <a:pt x="1435388" y="86606"/>
                </a:lnTo>
                <a:moveTo>
                  <a:pt x="1488594" y="120306"/>
                </a:moveTo>
                <a:cubicBezTo>
                  <a:pt x="1481619" y="127886"/>
                  <a:pt x="1472253" y="131277"/>
                  <a:pt x="1461292" y="131277"/>
                </a:cubicBezTo>
                <a:cubicBezTo>
                  <a:pt x="1454477" y="131277"/>
                  <a:pt x="1445072" y="128683"/>
                  <a:pt x="1439572" y="119908"/>
                </a:cubicBezTo>
                <a:cubicBezTo>
                  <a:pt x="1436063" y="114322"/>
                  <a:pt x="1434789" y="106185"/>
                  <a:pt x="1434789" y="94575"/>
                </a:cubicBezTo>
                <a:lnTo>
                  <a:pt x="1488993" y="94575"/>
                </a:lnTo>
                <a:cubicBezTo>
                  <a:pt x="1491185" y="94575"/>
                  <a:pt x="1492578" y="93380"/>
                  <a:pt x="1492578" y="91188"/>
                </a:cubicBezTo>
                <a:cubicBezTo>
                  <a:pt x="1492578" y="74446"/>
                  <a:pt x="1484407" y="53514"/>
                  <a:pt x="1458105" y="53514"/>
                </a:cubicBezTo>
                <a:cubicBezTo>
                  <a:pt x="1437577" y="53514"/>
                  <a:pt x="1417253" y="70058"/>
                  <a:pt x="1417253" y="99365"/>
                </a:cubicBezTo>
                <a:cubicBezTo>
                  <a:pt x="1417253" y="110691"/>
                  <a:pt x="1419564" y="121863"/>
                  <a:pt x="1426220" y="129881"/>
                </a:cubicBezTo>
                <a:cubicBezTo>
                  <a:pt x="1433074" y="138131"/>
                  <a:pt x="1444473" y="143032"/>
                  <a:pt x="1457904" y="143032"/>
                </a:cubicBezTo>
                <a:cubicBezTo>
                  <a:pt x="1472253" y="143032"/>
                  <a:pt x="1485006" y="135662"/>
                  <a:pt x="1492578" y="125293"/>
                </a:cubicBezTo>
                <a:lnTo>
                  <a:pt x="1488594" y="120306"/>
                </a:lnTo>
                <a:close/>
                <a:moveTo>
                  <a:pt x="1607562" y="111546"/>
                </a:moveTo>
                <a:cubicBezTo>
                  <a:pt x="1607562" y="126907"/>
                  <a:pt x="1607164" y="130900"/>
                  <a:pt x="1605969" y="141074"/>
                </a:cubicBezTo>
                <a:lnTo>
                  <a:pt x="1606166" y="141670"/>
                </a:lnTo>
                <a:cubicBezTo>
                  <a:pt x="1606166" y="141670"/>
                  <a:pt x="1612345" y="141074"/>
                  <a:pt x="1615532" y="141074"/>
                </a:cubicBezTo>
                <a:cubicBezTo>
                  <a:pt x="1618721" y="141074"/>
                  <a:pt x="1622109" y="141670"/>
                  <a:pt x="1623903" y="141670"/>
                </a:cubicBezTo>
                <a:cubicBezTo>
                  <a:pt x="1624100" y="141670"/>
                  <a:pt x="1624301" y="141272"/>
                  <a:pt x="1624301" y="141074"/>
                </a:cubicBezTo>
                <a:cubicBezTo>
                  <a:pt x="1623504" y="129501"/>
                  <a:pt x="1623106" y="123119"/>
                  <a:pt x="1623106" y="111546"/>
                </a:cubicBezTo>
                <a:lnTo>
                  <a:pt x="1633067" y="111546"/>
                </a:lnTo>
                <a:cubicBezTo>
                  <a:pt x="1635859" y="111546"/>
                  <a:pt x="1638848" y="106963"/>
                  <a:pt x="1638848" y="104771"/>
                </a:cubicBezTo>
                <a:cubicBezTo>
                  <a:pt x="1638848" y="102977"/>
                  <a:pt x="1637850" y="101581"/>
                  <a:pt x="1635859" y="101581"/>
                </a:cubicBezTo>
                <a:lnTo>
                  <a:pt x="1623106" y="101581"/>
                </a:lnTo>
                <a:lnTo>
                  <a:pt x="1623106" y="51057"/>
                </a:lnTo>
                <a:cubicBezTo>
                  <a:pt x="1623106" y="44492"/>
                  <a:pt x="1623304" y="30766"/>
                  <a:pt x="1624301" y="21616"/>
                </a:cubicBezTo>
                <a:cubicBezTo>
                  <a:pt x="1624301" y="21218"/>
                  <a:pt x="1624100" y="20820"/>
                  <a:pt x="1623903" y="20820"/>
                </a:cubicBezTo>
                <a:cubicBezTo>
                  <a:pt x="1622109" y="20820"/>
                  <a:pt x="1619120" y="21616"/>
                  <a:pt x="1616131" y="21616"/>
                </a:cubicBezTo>
                <a:cubicBezTo>
                  <a:pt x="1612941" y="21616"/>
                  <a:pt x="1609356" y="20820"/>
                  <a:pt x="1609356" y="20820"/>
                </a:cubicBezTo>
                <a:cubicBezTo>
                  <a:pt x="1609356" y="20820"/>
                  <a:pt x="1608559" y="21419"/>
                  <a:pt x="1608559" y="21616"/>
                </a:cubicBezTo>
                <a:cubicBezTo>
                  <a:pt x="1596402" y="38325"/>
                  <a:pt x="1567707" y="82087"/>
                  <a:pt x="1557344" y="99793"/>
                </a:cubicBezTo>
                <a:cubicBezTo>
                  <a:pt x="1555350" y="103375"/>
                  <a:pt x="1554754" y="105568"/>
                  <a:pt x="1554754" y="107562"/>
                </a:cubicBezTo>
                <a:cubicBezTo>
                  <a:pt x="1554754" y="110551"/>
                  <a:pt x="1559336" y="111546"/>
                  <a:pt x="1566509" y="111546"/>
                </a:cubicBezTo>
                <a:lnTo>
                  <a:pt x="1607562" y="111546"/>
                </a:lnTo>
                <a:moveTo>
                  <a:pt x="1607562" y="39122"/>
                </a:moveTo>
                <a:lnTo>
                  <a:pt x="1607562" y="101581"/>
                </a:lnTo>
                <a:lnTo>
                  <a:pt x="1567108" y="101581"/>
                </a:lnTo>
                <a:lnTo>
                  <a:pt x="1607562" y="39122"/>
                </a:lnTo>
                <a:close/>
                <a:moveTo>
                  <a:pt x="1705008" y="96181"/>
                </a:moveTo>
                <a:lnTo>
                  <a:pt x="1704212" y="119911"/>
                </a:lnTo>
                <a:cubicBezTo>
                  <a:pt x="1704212" y="122501"/>
                  <a:pt x="1703014" y="123897"/>
                  <a:pt x="1701420" y="125095"/>
                </a:cubicBezTo>
                <a:cubicBezTo>
                  <a:pt x="1695840" y="129282"/>
                  <a:pt x="1689066" y="132870"/>
                  <a:pt x="1683088" y="132870"/>
                </a:cubicBezTo>
                <a:cubicBezTo>
                  <a:pt x="1674121" y="132870"/>
                  <a:pt x="1668340" y="126889"/>
                  <a:pt x="1668340" y="120707"/>
                </a:cubicBezTo>
                <a:cubicBezTo>
                  <a:pt x="1668340" y="111734"/>
                  <a:pt x="1672524" y="104953"/>
                  <a:pt x="1688068" y="100766"/>
                </a:cubicBezTo>
                <a:lnTo>
                  <a:pt x="1705008" y="96181"/>
                </a:lnTo>
                <a:moveTo>
                  <a:pt x="1705008" y="131474"/>
                </a:moveTo>
                <a:cubicBezTo>
                  <a:pt x="1707319" y="139247"/>
                  <a:pt x="1713258" y="143032"/>
                  <a:pt x="1720552" y="143032"/>
                </a:cubicBezTo>
                <a:cubicBezTo>
                  <a:pt x="1725573" y="143032"/>
                  <a:pt x="1731712" y="141837"/>
                  <a:pt x="1736413" y="136857"/>
                </a:cubicBezTo>
                <a:lnTo>
                  <a:pt x="1734938" y="131912"/>
                </a:lnTo>
                <a:cubicBezTo>
                  <a:pt x="1732746" y="132673"/>
                  <a:pt x="1731073" y="132949"/>
                  <a:pt x="1729559" y="132949"/>
                </a:cubicBezTo>
                <a:cubicBezTo>
                  <a:pt x="1727564" y="132949"/>
                  <a:pt x="1724934" y="132590"/>
                  <a:pt x="1723700" y="131474"/>
                </a:cubicBezTo>
                <a:cubicBezTo>
                  <a:pt x="1721668" y="129641"/>
                  <a:pt x="1720391" y="124776"/>
                  <a:pt x="1720391" y="115921"/>
                </a:cubicBezTo>
                <a:cubicBezTo>
                  <a:pt x="1720391" y="110138"/>
                  <a:pt x="1720951" y="88007"/>
                  <a:pt x="1720951" y="85812"/>
                </a:cubicBezTo>
                <a:cubicBezTo>
                  <a:pt x="1720951" y="58896"/>
                  <a:pt x="1703214" y="53514"/>
                  <a:pt x="1688068" y="53514"/>
                </a:cubicBezTo>
                <a:cubicBezTo>
                  <a:pt x="1672923" y="53514"/>
                  <a:pt x="1663758" y="60887"/>
                  <a:pt x="1658774" y="65074"/>
                </a:cubicBezTo>
                <a:lnTo>
                  <a:pt x="1658178" y="65874"/>
                </a:lnTo>
                <a:lnTo>
                  <a:pt x="1661566" y="79232"/>
                </a:lnTo>
                <a:lnTo>
                  <a:pt x="1664156" y="79433"/>
                </a:lnTo>
                <a:cubicBezTo>
                  <a:pt x="1669736" y="70459"/>
                  <a:pt x="1676511" y="62484"/>
                  <a:pt x="1686077" y="62484"/>
                </a:cubicBezTo>
                <a:cubicBezTo>
                  <a:pt x="1693250" y="62484"/>
                  <a:pt x="1705206" y="63481"/>
                  <a:pt x="1705206" y="86013"/>
                </a:cubicBezTo>
                <a:cubicBezTo>
                  <a:pt x="1705206" y="87408"/>
                  <a:pt x="1704409" y="88205"/>
                  <a:pt x="1703810" y="88406"/>
                </a:cubicBezTo>
                <a:lnTo>
                  <a:pt x="1685280" y="92593"/>
                </a:lnTo>
                <a:cubicBezTo>
                  <a:pt x="1664953" y="97178"/>
                  <a:pt x="1652200" y="107945"/>
                  <a:pt x="1652200" y="121504"/>
                </a:cubicBezTo>
                <a:cubicBezTo>
                  <a:pt x="1652200" y="136258"/>
                  <a:pt x="1662362" y="143032"/>
                  <a:pt x="1677110" y="143032"/>
                </a:cubicBezTo>
                <a:cubicBezTo>
                  <a:pt x="1688068" y="143032"/>
                  <a:pt x="1693648" y="140445"/>
                  <a:pt x="1704212" y="131474"/>
                </a:cubicBezTo>
                <a:lnTo>
                  <a:pt x="1705008" y="131474"/>
                </a:lnTo>
                <a:close/>
                <a:moveTo>
                  <a:pt x="1790099" y="90869"/>
                </a:moveTo>
                <a:cubicBezTo>
                  <a:pt x="1790099" y="81902"/>
                  <a:pt x="1789302" y="35868"/>
                  <a:pt x="1747851" y="0"/>
                </a:cubicBezTo>
                <a:lnTo>
                  <a:pt x="1743269" y="3387"/>
                </a:lnTo>
                <a:cubicBezTo>
                  <a:pt x="1749843" y="10959"/>
                  <a:pt x="1773558" y="38459"/>
                  <a:pt x="1773558" y="90869"/>
                </a:cubicBezTo>
                <a:cubicBezTo>
                  <a:pt x="1773558" y="143279"/>
                  <a:pt x="1749645" y="170779"/>
                  <a:pt x="1743269" y="177955"/>
                </a:cubicBezTo>
                <a:lnTo>
                  <a:pt x="1747851" y="181540"/>
                </a:lnTo>
                <a:cubicBezTo>
                  <a:pt x="1771566" y="161216"/>
                  <a:pt x="1790099" y="127935"/>
                  <a:pt x="1790099" y="90869"/>
                </a:cubicBezTo>
                <a:close/>
                <a:moveTo>
                  <a:pt x="1856259" y="100167"/>
                </a:moveTo>
                <a:cubicBezTo>
                  <a:pt x="1856259" y="124095"/>
                  <a:pt x="1872000" y="143032"/>
                  <a:pt x="1898506" y="143032"/>
                </a:cubicBezTo>
                <a:cubicBezTo>
                  <a:pt x="1924809" y="143032"/>
                  <a:pt x="1940751" y="124496"/>
                  <a:pt x="1940751" y="98373"/>
                </a:cubicBezTo>
                <a:cubicBezTo>
                  <a:pt x="1940751" y="71256"/>
                  <a:pt x="1926204" y="53514"/>
                  <a:pt x="1899303" y="53514"/>
                </a:cubicBezTo>
                <a:cubicBezTo>
                  <a:pt x="1873195" y="53514"/>
                  <a:pt x="1856259" y="71855"/>
                  <a:pt x="1856259" y="100167"/>
                </a:cubicBezTo>
                <a:moveTo>
                  <a:pt x="1897907" y="61486"/>
                </a:moveTo>
                <a:cubicBezTo>
                  <a:pt x="1919031" y="61486"/>
                  <a:pt x="1923215" y="77836"/>
                  <a:pt x="1923215" y="101964"/>
                </a:cubicBezTo>
                <a:cubicBezTo>
                  <a:pt x="1923215" y="120905"/>
                  <a:pt x="1913649" y="135063"/>
                  <a:pt x="1900297" y="135063"/>
                </a:cubicBezTo>
                <a:cubicBezTo>
                  <a:pt x="1879177" y="135063"/>
                  <a:pt x="1873795" y="112132"/>
                  <a:pt x="1873795" y="96780"/>
                </a:cubicBezTo>
                <a:cubicBezTo>
                  <a:pt x="1873795" y="79433"/>
                  <a:pt x="1879177" y="61486"/>
                  <a:pt x="1897907" y="61486"/>
                </a:cubicBezTo>
                <a:close/>
                <a:moveTo>
                  <a:pt x="1981603" y="74446"/>
                </a:moveTo>
                <a:lnTo>
                  <a:pt x="1981603" y="56305"/>
                </a:lnTo>
                <a:cubicBezTo>
                  <a:pt x="1981603" y="54751"/>
                  <a:pt x="1981363" y="54313"/>
                  <a:pt x="1980408" y="54313"/>
                </a:cubicBezTo>
                <a:cubicBezTo>
                  <a:pt x="1975944" y="55189"/>
                  <a:pt x="1968811" y="55347"/>
                  <a:pt x="1964265" y="54909"/>
                </a:cubicBezTo>
                <a:lnTo>
                  <a:pt x="1963867" y="55508"/>
                </a:lnTo>
                <a:cubicBezTo>
                  <a:pt x="1965262" y="64117"/>
                  <a:pt x="1965661" y="79235"/>
                  <a:pt x="1965661" y="94195"/>
                </a:cubicBezTo>
                <a:lnTo>
                  <a:pt x="1965661" y="105166"/>
                </a:lnTo>
                <a:cubicBezTo>
                  <a:pt x="1965661" y="120127"/>
                  <a:pt x="1965423" y="130340"/>
                  <a:pt x="1963867" y="141074"/>
                </a:cubicBezTo>
                <a:lnTo>
                  <a:pt x="1964265" y="141670"/>
                </a:lnTo>
                <a:cubicBezTo>
                  <a:pt x="1966658" y="141272"/>
                  <a:pt x="1971240" y="141074"/>
                  <a:pt x="1973633" y="141074"/>
                </a:cubicBezTo>
                <a:cubicBezTo>
                  <a:pt x="1976023" y="141074"/>
                  <a:pt x="1980606" y="141272"/>
                  <a:pt x="1982999" y="141670"/>
                </a:cubicBezTo>
                <a:lnTo>
                  <a:pt x="1983397" y="141074"/>
                </a:lnTo>
                <a:cubicBezTo>
                  <a:pt x="1981922" y="129702"/>
                  <a:pt x="1981603" y="120327"/>
                  <a:pt x="1981603" y="105166"/>
                </a:cubicBezTo>
                <a:lnTo>
                  <a:pt x="1981603" y="94794"/>
                </a:lnTo>
                <a:cubicBezTo>
                  <a:pt x="1981603" y="86414"/>
                  <a:pt x="1984115" y="81628"/>
                  <a:pt x="1988378" y="75045"/>
                </a:cubicBezTo>
                <a:cubicBezTo>
                  <a:pt x="1991288" y="70618"/>
                  <a:pt x="1995752" y="68063"/>
                  <a:pt x="1999537" y="68063"/>
                </a:cubicBezTo>
                <a:cubicBezTo>
                  <a:pt x="2003524" y="68063"/>
                  <a:pt x="2007309" y="68462"/>
                  <a:pt x="2009900" y="70855"/>
                </a:cubicBezTo>
                <a:lnTo>
                  <a:pt x="2011493" y="70456"/>
                </a:lnTo>
                <a:lnTo>
                  <a:pt x="2015480" y="55706"/>
                </a:lnTo>
                <a:lnTo>
                  <a:pt x="2014683" y="54909"/>
                </a:lnTo>
                <a:cubicBezTo>
                  <a:pt x="2011296" y="53915"/>
                  <a:pt x="2011095" y="53514"/>
                  <a:pt x="2007510" y="53514"/>
                </a:cubicBezTo>
                <a:cubicBezTo>
                  <a:pt x="1996749" y="53514"/>
                  <a:pt x="1990968" y="59692"/>
                  <a:pt x="1982202" y="74844"/>
                </a:cubicBezTo>
                <a:lnTo>
                  <a:pt x="1981603" y="74446"/>
                </a:lnTo>
                <a:close/>
                <a:moveTo>
                  <a:pt x="2088616" y="55654"/>
                </a:moveTo>
                <a:cubicBezTo>
                  <a:pt x="2084271" y="55654"/>
                  <a:pt x="2079688" y="55615"/>
                  <a:pt x="2077055" y="55256"/>
                </a:cubicBezTo>
                <a:cubicBezTo>
                  <a:pt x="2075702" y="58485"/>
                  <a:pt x="2074626" y="60437"/>
                  <a:pt x="2072673" y="63426"/>
                </a:cubicBezTo>
                <a:lnTo>
                  <a:pt x="2073668" y="64822"/>
                </a:lnTo>
                <a:cubicBezTo>
                  <a:pt x="2077256" y="64582"/>
                  <a:pt x="2083833" y="64424"/>
                  <a:pt x="2088415" y="64424"/>
                </a:cubicBezTo>
                <a:lnTo>
                  <a:pt x="2088616" y="64424"/>
                </a:lnTo>
                <a:lnTo>
                  <a:pt x="2088616" y="101453"/>
                </a:lnTo>
                <a:cubicBezTo>
                  <a:pt x="2088616" y="116386"/>
                  <a:pt x="2088336" y="130404"/>
                  <a:pt x="2086621" y="141074"/>
                </a:cubicBezTo>
                <a:lnTo>
                  <a:pt x="2087019" y="141670"/>
                </a:lnTo>
                <a:cubicBezTo>
                  <a:pt x="2089413" y="141275"/>
                  <a:pt x="2094196" y="141074"/>
                  <a:pt x="2096586" y="141074"/>
                </a:cubicBezTo>
                <a:cubicBezTo>
                  <a:pt x="2098976" y="141074"/>
                  <a:pt x="2103759" y="141275"/>
                  <a:pt x="2106152" y="141670"/>
                </a:cubicBezTo>
                <a:lnTo>
                  <a:pt x="2106550" y="141074"/>
                </a:lnTo>
                <a:cubicBezTo>
                  <a:pt x="2104875" y="129726"/>
                  <a:pt x="2104555" y="116386"/>
                  <a:pt x="2104555" y="101453"/>
                </a:cubicBezTo>
                <a:lnTo>
                  <a:pt x="2104555" y="64424"/>
                </a:lnTo>
                <a:lnTo>
                  <a:pt x="2111333" y="64424"/>
                </a:lnTo>
                <a:cubicBezTo>
                  <a:pt x="2116116" y="64424"/>
                  <a:pt x="2123049" y="64582"/>
                  <a:pt x="2125679" y="64822"/>
                </a:cubicBezTo>
                <a:cubicBezTo>
                  <a:pt x="2126278" y="61635"/>
                  <a:pt x="2126877" y="59601"/>
                  <a:pt x="2128072" y="56652"/>
                </a:cubicBezTo>
                <a:lnTo>
                  <a:pt x="2127075" y="55256"/>
                </a:lnTo>
                <a:cubicBezTo>
                  <a:pt x="2123727" y="55414"/>
                  <a:pt x="2117709" y="55654"/>
                  <a:pt x="2113127" y="55654"/>
                </a:cubicBezTo>
                <a:lnTo>
                  <a:pt x="2104555" y="55654"/>
                </a:lnTo>
                <a:lnTo>
                  <a:pt x="2104555" y="53854"/>
                </a:lnTo>
                <a:cubicBezTo>
                  <a:pt x="2104555" y="46645"/>
                  <a:pt x="2103561" y="36233"/>
                  <a:pt x="2103561" y="32630"/>
                </a:cubicBezTo>
                <a:cubicBezTo>
                  <a:pt x="2103561" y="21577"/>
                  <a:pt x="2110694" y="14100"/>
                  <a:pt x="2122094" y="14100"/>
                </a:cubicBezTo>
                <a:cubicBezTo>
                  <a:pt x="2127233" y="14100"/>
                  <a:pt x="2131460" y="17065"/>
                  <a:pt x="2133652" y="21014"/>
                </a:cubicBezTo>
                <a:lnTo>
                  <a:pt x="2135844" y="20820"/>
                </a:lnTo>
                <a:cubicBezTo>
                  <a:pt x="2137237" y="15483"/>
                  <a:pt x="2139390" y="8760"/>
                  <a:pt x="2141424" y="4534"/>
                </a:cubicBezTo>
                <a:lnTo>
                  <a:pt x="2141223" y="3938"/>
                </a:lnTo>
                <a:cubicBezTo>
                  <a:pt x="2139630" y="2940"/>
                  <a:pt x="2136042" y="1943"/>
                  <a:pt x="2132256" y="1943"/>
                </a:cubicBezTo>
                <a:cubicBezTo>
                  <a:pt x="2119701" y="1943"/>
                  <a:pt x="2107106" y="7763"/>
                  <a:pt x="2099575" y="17262"/>
                </a:cubicBezTo>
                <a:cubicBezTo>
                  <a:pt x="2092003" y="26822"/>
                  <a:pt x="2088616" y="36233"/>
                  <a:pt x="2088616" y="47846"/>
                </a:cubicBezTo>
                <a:lnTo>
                  <a:pt x="2088616" y="55654"/>
                </a:lnTo>
                <a:close/>
                <a:moveTo>
                  <a:pt x="2156370" y="86606"/>
                </a:moveTo>
                <a:cubicBezTo>
                  <a:pt x="2159757" y="65871"/>
                  <a:pt x="2172829" y="61486"/>
                  <a:pt x="2179087" y="61486"/>
                </a:cubicBezTo>
                <a:cubicBezTo>
                  <a:pt x="2186978" y="61486"/>
                  <a:pt x="2195826" y="68863"/>
                  <a:pt x="2195826" y="83814"/>
                </a:cubicBezTo>
                <a:cubicBezTo>
                  <a:pt x="2195826" y="85608"/>
                  <a:pt x="2195030" y="86606"/>
                  <a:pt x="2193035" y="86606"/>
                </a:cubicBezTo>
                <a:lnTo>
                  <a:pt x="2156370" y="86606"/>
                </a:lnTo>
                <a:moveTo>
                  <a:pt x="2209576" y="120306"/>
                </a:moveTo>
                <a:cubicBezTo>
                  <a:pt x="2202601" y="127886"/>
                  <a:pt x="2193236" y="131277"/>
                  <a:pt x="2182274" y="131277"/>
                </a:cubicBezTo>
                <a:cubicBezTo>
                  <a:pt x="2175460" y="131277"/>
                  <a:pt x="2166055" y="128683"/>
                  <a:pt x="2160554" y="119908"/>
                </a:cubicBezTo>
                <a:cubicBezTo>
                  <a:pt x="2157045" y="114322"/>
                  <a:pt x="2155771" y="106185"/>
                  <a:pt x="2155771" y="94575"/>
                </a:cubicBezTo>
                <a:lnTo>
                  <a:pt x="2209975" y="94575"/>
                </a:lnTo>
                <a:cubicBezTo>
                  <a:pt x="2212167" y="94575"/>
                  <a:pt x="2213560" y="93380"/>
                  <a:pt x="2213560" y="91188"/>
                </a:cubicBezTo>
                <a:cubicBezTo>
                  <a:pt x="2213560" y="74446"/>
                  <a:pt x="2205389" y="53514"/>
                  <a:pt x="2179087" y="53514"/>
                </a:cubicBezTo>
                <a:cubicBezTo>
                  <a:pt x="2158559" y="53514"/>
                  <a:pt x="2138235" y="70058"/>
                  <a:pt x="2138235" y="99365"/>
                </a:cubicBezTo>
                <a:cubicBezTo>
                  <a:pt x="2138235" y="110691"/>
                  <a:pt x="2140546" y="121863"/>
                  <a:pt x="2147202" y="129881"/>
                </a:cubicBezTo>
                <a:cubicBezTo>
                  <a:pt x="2154056" y="138131"/>
                  <a:pt x="2165456" y="143032"/>
                  <a:pt x="2178886" y="143032"/>
                </a:cubicBezTo>
                <a:cubicBezTo>
                  <a:pt x="2193236" y="143032"/>
                  <a:pt x="2205988" y="135662"/>
                  <a:pt x="2213560" y="125293"/>
                </a:cubicBezTo>
                <a:lnTo>
                  <a:pt x="2209576" y="120306"/>
                </a:lnTo>
                <a:close/>
                <a:moveTo>
                  <a:pt x="2283508" y="96181"/>
                </a:moveTo>
                <a:lnTo>
                  <a:pt x="2282711" y="119911"/>
                </a:lnTo>
                <a:cubicBezTo>
                  <a:pt x="2282711" y="122501"/>
                  <a:pt x="2281513" y="123897"/>
                  <a:pt x="2279920" y="125095"/>
                </a:cubicBezTo>
                <a:cubicBezTo>
                  <a:pt x="2274340" y="129282"/>
                  <a:pt x="2267566" y="132870"/>
                  <a:pt x="2261587" y="132870"/>
                </a:cubicBezTo>
                <a:cubicBezTo>
                  <a:pt x="2252620" y="132870"/>
                  <a:pt x="2246840" y="126889"/>
                  <a:pt x="2246840" y="120707"/>
                </a:cubicBezTo>
                <a:cubicBezTo>
                  <a:pt x="2246840" y="111734"/>
                  <a:pt x="2251024" y="104953"/>
                  <a:pt x="2266568" y="100766"/>
                </a:cubicBezTo>
                <a:lnTo>
                  <a:pt x="2283508" y="96181"/>
                </a:lnTo>
                <a:moveTo>
                  <a:pt x="2283508" y="131474"/>
                </a:moveTo>
                <a:cubicBezTo>
                  <a:pt x="2285819" y="139247"/>
                  <a:pt x="2291757" y="143032"/>
                  <a:pt x="2299052" y="143032"/>
                </a:cubicBezTo>
                <a:cubicBezTo>
                  <a:pt x="2304072" y="143032"/>
                  <a:pt x="2310212" y="141837"/>
                  <a:pt x="2314912" y="136857"/>
                </a:cubicBezTo>
                <a:lnTo>
                  <a:pt x="2313438" y="131912"/>
                </a:lnTo>
                <a:cubicBezTo>
                  <a:pt x="2311245" y="132673"/>
                  <a:pt x="2309573" y="132949"/>
                  <a:pt x="2308059" y="132949"/>
                </a:cubicBezTo>
                <a:cubicBezTo>
                  <a:pt x="2306064" y="132949"/>
                  <a:pt x="2303434" y="132590"/>
                  <a:pt x="2302199" y="131474"/>
                </a:cubicBezTo>
                <a:cubicBezTo>
                  <a:pt x="2300168" y="129641"/>
                  <a:pt x="2298891" y="124776"/>
                  <a:pt x="2298891" y="115921"/>
                </a:cubicBezTo>
                <a:cubicBezTo>
                  <a:pt x="2298891" y="110138"/>
                  <a:pt x="2299450" y="88007"/>
                  <a:pt x="2299450" y="85812"/>
                </a:cubicBezTo>
                <a:cubicBezTo>
                  <a:pt x="2299450" y="58896"/>
                  <a:pt x="2281714" y="53514"/>
                  <a:pt x="2266568" y="53514"/>
                </a:cubicBezTo>
                <a:cubicBezTo>
                  <a:pt x="2251422" y="53514"/>
                  <a:pt x="2242258" y="60887"/>
                  <a:pt x="2237274" y="65074"/>
                </a:cubicBezTo>
                <a:lnTo>
                  <a:pt x="2236678" y="65874"/>
                </a:lnTo>
                <a:lnTo>
                  <a:pt x="2240065" y="79232"/>
                </a:lnTo>
                <a:lnTo>
                  <a:pt x="2242656" y="79433"/>
                </a:lnTo>
                <a:cubicBezTo>
                  <a:pt x="2248236" y="70459"/>
                  <a:pt x="2255010" y="62484"/>
                  <a:pt x="2264576" y="62484"/>
                </a:cubicBezTo>
                <a:cubicBezTo>
                  <a:pt x="2271750" y="62484"/>
                  <a:pt x="2283706" y="63481"/>
                  <a:pt x="2283706" y="86013"/>
                </a:cubicBezTo>
                <a:cubicBezTo>
                  <a:pt x="2283706" y="87408"/>
                  <a:pt x="2282909" y="88205"/>
                  <a:pt x="2282310" y="88406"/>
                </a:cubicBezTo>
                <a:lnTo>
                  <a:pt x="2263780" y="92593"/>
                </a:lnTo>
                <a:cubicBezTo>
                  <a:pt x="2243453" y="97178"/>
                  <a:pt x="2230700" y="107945"/>
                  <a:pt x="2230700" y="121504"/>
                </a:cubicBezTo>
                <a:cubicBezTo>
                  <a:pt x="2230700" y="136258"/>
                  <a:pt x="2240862" y="143032"/>
                  <a:pt x="2255609" y="143032"/>
                </a:cubicBezTo>
                <a:cubicBezTo>
                  <a:pt x="2266568" y="143032"/>
                  <a:pt x="2272148" y="140445"/>
                  <a:pt x="2282711" y="131474"/>
                </a:cubicBezTo>
                <a:lnTo>
                  <a:pt x="2283508" y="131474"/>
                </a:lnTo>
                <a:close/>
                <a:moveTo>
                  <a:pt x="2336513" y="55654"/>
                </a:moveTo>
                <a:cubicBezTo>
                  <a:pt x="2332448" y="55654"/>
                  <a:pt x="2328224" y="55575"/>
                  <a:pt x="2325752" y="55256"/>
                </a:cubicBezTo>
                <a:cubicBezTo>
                  <a:pt x="2324399" y="58525"/>
                  <a:pt x="2323323" y="60437"/>
                  <a:pt x="2321370" y="63426"/>
                </a:cubicBezTo>
                <a:lnTo>
                  <a:pt x="2322365" y="64822"/>
                </a:lnTo>
                <a:cubicBezTo>
                  <a:pt x="2325795" y="64582"/>
                  <a:pt x="2331970" y="64463"/>
                  <a:pt x="2336513" y="64424"/>
                </a:cubicBezTo>
                <a:lnTo>
                  <a:pt x="2336513" y="91687"/>
                </a:lnTo>
                <a:cubicBezTo>
                  <a:pt x="2336513" y="103628"/>
                  <a:pt x="2335917" y="117958"/>
                  <a:pt x="2335917" y="123927"/>
                </a:cubicBezTo>
                <a:cubicBezTo>
                  <a:pt x="2335917" y="136869"/>
                  <a:pt x="2344285" y="143032"/>
                  <a:pt x="2353453" y="143032"/>
                </a:cubicBezTo>
                <a:cubicBezTo>
                  <a:pt x="2361824" y="143032"/>
                  <a:pt x="2368201" y="141044"/>
                  <a:pt x="2376569" y="135677"/>
                </a:cubicBezTo>
                <a:lnTo>
                  <a:pt x="2374139" y="130772"/>
                </a:lnTo>
                <a:cubicBezTo>
                  <a:pt x="2368000" y="132885"/>
                  <a:pt x="2363417" y="133086"/>
                  <a:pt x="2358434" y="132289"/>
                </a:cubicBezTo>
                <a:cubicBezTo>
                  <a:pt x="2353693" y="131532"/>
                  <a:pt x="2351860" y="126752"/>
                  <a:pt x="2351860" y="115967"/>
                </a:cubicBezTo>
                <a:cubicBezTo>
                  <a:pt x="2351860" y="109998"/>
                  <a:pt x="2352456" y="101438"/>
                  <a:pt x="2352456" y="89500"/>
                </a:cubicBezTo>
                <a:lnTo>
                  <a:pt x="2352456" y="64424"/>
                </a:lnTo>
                <a:lnTo>
                  <a:pt x="2360030" y="64424"/>
                </a:lnTo>
                <a:cubicBezTo>
                  <a:pt x="2364813" y="64424"/>
                  <a:pt x="2371746" y="64582"/>
                  <a:pt x="2374376" y="64822"/>
                </a:cubicBezTo>
                <a:cubicBezTo>
                  <a:pt x="2374975" y="61635"/>
                  <a:pt x="2375574" y="59601"/>
                  <a:pt x="2376769" y="56652"/>
                </a:cubicBezTo>
                <a:lnTo>
                  <a:pt x="2375772" y="55256"/>
                </a:lnTo>
                <a:cubicBezTo>
                  <a:pt x="2372184" y="55417"/>
                  <a:pt x="2366407" y="55654"/>
                  <a:pt x="2361824" y="55654"/>
                </a:cubicBezTo>
                <a:lnTo>
                  <a:pt x="2352456" y="55654"/>
                </a:lnTo>
                <a:cubicBezTo>
                  <a:pt x="2352456" y="40749"/>
                  <a:pt x="2352577" y="38118"/>
                  <a:pt x="2353453" y="26561"/>
                </a:cubicBezTo>
                <a:cubicBezTo>
                  <a:pt x="2353453" y="25125"/>
                  <a:pt x="2352897" y="24569"/>
                  <a:pt x="2351659" y="24569"/>
                </a:cubicBezTo>
                <a:cubicBezTo>
                  <a:pt x="2346678" y="26561"/>
                  <a:pt x="2344206" y="28674"/>
                  <a:pt x="2337711" y="29550"/>
                </a:cubicBezTo>
                <a:lnTo>
                  <a:pt x="2337313" y="30149"/>
                </a:lnTo>
                <a:cubicBezTo>
                  <a:pt x="2336915" y="37085"/>
                  <a:pt x="2336513" y="44096"/>
                  <a:pt x="2336513" y="55654"/>
                </a:cubicBezTo>
                <a:close/>
                <a:moveTo>
                  <a:pt x="2458073" y="122760"/>
                </a:moveTo>
                <a:lnTo>
                  <a:pt x="2458869" y="123356"/>
                </a:lnTo>
                <a:lnTo>
                  <a:pt x="2459867" y="141074"/>
                </a:lnTo>
                <a:cubicBezTo>
                  <a:pt x="2459867" y="141472"/>
                  <a:pt x="2460107" y="141670"/>
                  <a:pt x="2460663" y="141670"/>
                </a:cubicBezTo>
                <a:cubicBezTo>
                  <a:pt x="2463294" y="141314"/>
                  <a:pt x="2465647" y="141074"/>
                  <a:pt x="2468554" y="141074"/>
                </a:cubicBezTo>
                <a:cubicBezTo>
                  <a:pt x="2471026" y="141074"/>
                  <a:pt x="2474812" y="141275"/>
                  <a:pt x="2477402" y="141670"/>
                </a:cubicBezTo>
                <a:lnTo>
                  <a:pt x="2477801" y="141074"/>
                </a:lnTo>
                <a:cubicBezTo>
                  <a:pt x="2476207" y="132514"/>
                  <a:pt x="2474413" y="117782"/>
                  <a:pt x="2474413" y="102852"/>
                </a:cubicBezTo>
                <a:lnTo>
                  <a:pt x="2474413" y="91504"/>
                </a:lnTo>
                <a:cubicBezTo>
                  <a:pt x="2474413" y="76571"/>
                  <a:pt x="2474614" y="66221"/>
                  <a:pt x="2476207" y="55669"/>
                </a:cubicBezTo>
                <a:lnTo>
                  <a:pt x="2475809" y="55070"/>
                </a:lnTo>
                <a:cubicBezTo>
                  <a:pt x="2473416" y="55469"/>
                  <a:pt x="2468834" y="55669"/>
                  <a:pt x="2466444" y="55669"/>
                </a:cubicBezTo>
                <a:cubicBezTo>
                  <a:pt x="2464051" y="55669"/>
                  <a:pt x="2459468" y="55469"/>
                  <a:pt x="2457078" y="55070"/>
                </a:cubicBezTo>
                <a:lnTo>
                  <a:pt x="2456677" y="55669"/>
                </a:lnTo>
                <a:cubicBezTo>
                  <a:pt x="2458234" y="67057"/>
                  <a:pt x="2458471" y="76374"/>
                  <a:pt x="2458471" y="91504"/>
                </a:cubicBezTo>
                <a:lnTo>
                  <a:pt x="2458471" y="111013"/>
                </a:lnTo>
                <a:cubicBezTo>
                  <a:pt x="2452414" y="121209"/>
                  <a:pt x="2440935" y="131873"/>
                  <a:pt x="2431171" y="131873"/>
                </a:cubicBezTo>
                <a:cubicBezTo>
                  <a:pt x="2424315" y="131873"/>
                  <a:pt x="2417820" y="129687"/>
                  <a:pt x="2417820" y="111181"/>
                </a:cubicBezTo>
                <a:lnTo>
                  <a:pt x="2417820" y="91483"/>
                </a:lnTo>
                <a:cubicBezTo>
                  <a:pt x="2417820" y="76559"/>
                  <a:pt x="2418017" y="66215"/>
                  <a:pt x="2419614" y="55669"/>
                </a:cubicBezTo>
                <a:lnTo>
                  <a:pt x="2419215" y="55070"/>
                </a:lnTo>
                <a:cubicBezTo>
                  <a:pt x="2416822" y="55469"/>
                  <a:pt x="2412240" y="55669"/>
                  <a:pt x="2409847" y="55669"/>
                </a:cubicBezTo>
                <a:cubicBezTo>
                  <a:pt x="2407457" y="55669"/>
                  <a:pt x="2402874" y="55469"/>
                  <a:pt x="2400481" y="55070"/>
                </a:cubicBezTo>
                <a:lnTo>
                  <a:pt x="2400083" y="55669"/>
                </a:lnTo>
                <a:cubicBezTo>
                  <a:pt x="2401676" y="67008"/>
                  <a:pt x="2401877" y="76361"/>
                  <a:pt x="2401877" y="91483"/>
                </a:cubicBezTo>
                <a:lnTo>
                  <a:pt x="2401877" y="115359"/>
                </a:lnTo>
                <a:cubicBezTo>
                  <a:pt x="2401877" y="129088"/>
                  <a:pt x="2408254" y="143032"/>
                  <a:pt x="2427982" y="143032"/>
                </a:cubicBezTo>
                <a:cubicBezTo>
                  <a:pt x="2440336" y="143032"/>
                  <a:pt x="2451496" y="132870"/>
                  <a:pt x="2458073" y="122720"/>
                </a:cubicBezTo>
                <a:lnTo>
                  <a:pt x="2458073" y="122760"/>
                </a:lnTo>
                <a:close/>
                <a:moveTo>
                  <a:pt x="2525628" y="74446"/>
                </a:moveTo>
                <a:lnTo>
                  <a:pt x="2525628" y="56305"/>
                </a:lnTo>
                <a:cubicBezTo>
                  <a:pt x="2525628" y="54751"/>
                  <a:pt x="2525388" y="54313"/>
                  <a:pt x="2524433" y="54313"/>
                </a:cubicBezTo>
                <a:cubicBezTo>
                  <a:pt x="2519969" y="55189"/>
                  <a:pt x="2512836" y="55347"/>
                  <a:pt x="2508290" y="54909"/>
                </a:cubicBezTo>
                <a:lnTo>
                  <a:pt x="2507891" y="55508"/>
                </a:lnTo>
                <a:cubicBezTo>
                  <a:pt x="2509287" y="64117"/>
                  <a:pt x="2509685" y="79235"/>
                  <a:pt x="2509685" y="94195"/>
                </a:cubicBezTo>
                <a:lnTo>
                  <a:pt x="2509685" y="105166"/>
                </a:lnTo>
                <a:cubicBezTo>
                  <a:pt x="2509685" y="120127"/>
                  <a:pt x="2509448" y="130340"/>
                  <a:pt x="2507891" y="141074"/>
                </a:cubicBezTo>
                <a:lnTo>
                  <a:pt x="2508290" y="141670"/>
                </a:lnTo>
                <a:cubicBezTo>
                  <a:pt x="2510683" y="141272"/>
                  <a:pt x="2515265" y="141074"/>
                  <a:pt x="2517658" y="141074"/>
                </a:cubicBezTo>
                <a:cubicBezTo>
                  <a:pt x="2520048" y="141074"/>
                  <a:pt x="2524631" y="141272"/>
                  <a:pt x="2527024" y="141670"/>
                </a:cubicBezTo>
                <a:lnTo>
                  <a:pt x="2527422" y="141074"/>
                </a:lnTo>
                <a:cubicBezTo>
                  <a:pt x="2525947" y="129702"/>
                  <a:pt x="2525628" y="120327"/>
                  <a:pt x="2525628" y="105166"/>
                </a:cubicBezTo>
                <a:lnTo>
                  <a:pt x="2525628" y="94794"/>
                </a:lnTo>
                <a:cubicBezTo>
                  <a:pt x="2525628" y="86414"/>
                  <a:pt x="2528140" y="81628"/>
                  <a:pt x="2532403" y="75045"/>
                </a:cubicBezTo>
                <a:cubicBezTo>
                  <a:pt x="2535313" y="70618"/>
                  <a:pt x="2539776" y="68063"/>
                  <a:pt x="2543562" y="68063"/>
                </a:cubicBezTo>
                <a:cubicBezTo>
                  <a:pt x="2547548" y="68063"/>
                  <a:pt x="2551334" y="68462"/>
                  <a:pt x="2553925" y="70855"/>
                </a:cubicBezTo>
                <a:lnTo>
                  <a:pt x="2555518" y="70456"/>
                </a:lnTo>
                <a:lnTo>
                  <a:pt x="2559505" y="55706"/>
                </a:lnTo>
                <a:lnTo>
                  <a:pt x="2558708" y="54909"/>
                </a:lnTo>
                <a:cubicBezTo>
                  <a:pt x="2555321" y="53915"/>
                  <a:pt x="2555120" y="53514"/>
                  <a:pt x="2551535" y="53514"/>
                </a:cubicBezTo>
                <a:cubicBezTo>
                  <a:pt x="2540774" y="53514"/>
                  <a:pt x="2534993" y="59692"/>
                  <a:pt x="2526227" y="74844"/>
                </a:cubicBezTo>
                <a:lnTo>
                  <a:pt x="2525628" y="74446"/>
                </a:lnTo>
                <a:close/>
                <a:moveTo>
                  <a:pt x="2586409" y="86606"/>
                </a:moveTo>
                <a:cubicBezTo>
                  <a:pt x="2589796" y="65871"/>
                  <a:pt x="2602868" y="61486"/>
                  <a:pt x="2609126" y="61486"/>
                </a:cubicBezTo>
                <a:cubicBezTo>
                  <a:pt x="2617017" y="61486"/>
                  <a:pt x="2625865" y="68863"/>
                  <a:pt x="2625865" y="83814"/>
                </a:cubicBezTo>
                <a:cubicBezTo>
                  <a:pt x="2625865" y="85608"/>
                  <a:pt x="2625068" y="86606"/>
                  <a:pt x="2623074" y="86606"/>
                </a:cubicBezTo>
                <a:lnTo>
                  <a:pt x="2586409" y="86606"/>
                </a:lnTo>
                <a:moveTo>
                  <a:pt x="2639615" y="120306"/>
                </a:moveTo>
                <a:cubicBezTo>
                  <a:pt x="2632640" y="127886"/>
                  <a:pt x="2623274" y="131277"/>
                  <a:pt x="2612313" y="131277"/>
                </a:cubicBezTo>
                <a:cubicBezTo>
                  <a:pt x="2605498" y="131277"/>
                  <a:pt x="2596093" y="128683"/>
                  <a:pt x="2590593" y="119908"/>
                </a:cubicBezTo>
                <a:cubicBezTo>
                  <a:pt x="2587084" y="114322"/>
                  <a:pt x="2585810" y="106185"/>
                  <a:pt x="2585810" y="94575"/>
                </a:cubicBezTo>
                <a:lnTo>
                  <a:pt x="2640014" y="94575"/>
                </a:lnTo>
                <a:cubicBezTo>
                  <a:pt x="2642206" y="94575"/>
                  <a:pt x="2643599" y="93380"/>
                  <a:pt x="2643599" y="91188"/>
                </a:cubicBezTo>
                <a:cubicBezTo>
                  <a:pt x="2643599" y="74446"/>
                  <a:pt x="2635428" y="53514"/>
                  <a:pt x="2609126" y="53514"/>
                </a:cubicBezTo>
                <a:cubicBezTo>
                  <a:pt x="2588598" y="53514"/>
                  <a:pt x="2568274" y="70058"/>
                  <a:pt x="2568274" y="99365"/>
                </a:cubicBezTo>
                <a:cubicBezTo>
                  <a:pt x="2568274" y="110691"/>
                  <a:pt x="2570585" y="121863"/>
                  <a:pt x="2577241" y="129881"/>
                </a:cubicBezTo>
                <a:cubicBezTo>
                  <a:pt x="2584095" y="138131"/>
                  <a:pt x="2595494" y="143032"/>
                  <a:pt x="2608925" y="143032"/>
                </a:cubicBezTo>
                <a:cubicBezTo>
                  <a:pt x="2623274" y="143032"/>
                  <a:pt x="2636027" y="135662"/>
                  <a:pt x="2643599" y="125293"/>
                </a:cubicBezTo>
                <a:lnTo>
                  <a:pt x="2639615" y="120306"/>
                </a:lnTo>
                <a:close/>
                <a:moveTo>
                  <a:pt x="2733870" y="70858"/>
                </a:moveTo>
                <a:lnTo>
                  <a:pt x="2733870" y="56305"/>
                </a:lnTo>
                <a:cubicBezTo>
                  <a:pt x="2733870" y="54751"/>
                  <a:pt x="2733633" y="54313"/>
                  <a:pt x="2732675" y="54313"/>
                </a:cubicBezTo>
                <a:cubicBezTo>
                  <a:pt x="2728211" y="55189"/>
                  <a:pt x="2721078" y="55347"/>
                  <a:pt x="2716535" y="54909"/>
                </a:cubicBezTo>
                <a:lnTo>
                  <a:pt x="2716137" y="55508"/>
                </a:lnTo>
                <a:cubicBezTo>
                  <a:pt x="2717529" y="64117"/>
                  <a:pt x="2717928" y="79235"/>
                  <a:pt x="2717928" y="94195"/>
                </a:cubicBezTo>
                <a:lnTo>
                  <a:pt x="2717928" y="105166"/>
                </a:lnTo>
                <a:cubicBezTo>
                  <a:pt x="2717928" y="120130"/>
                  <a:pt x="2717730" y="130301"/>
                  <a:pt x="2716137" y="141074"/>
                </a:cubicBezTo>
                <a:lnTo>
                  <a:pt x="2716535" y="141670"/>
                </a:lnTo>
                <a:cubicBezTo>
                  <a:pt x="2718925" y="141272"/>
                  <a:pt x="2723507" y="141074"/>
                  <a:pt x="2725900" y="141074"/>
                </a:cubicBezTo>
                <a:cubicBezTo>
                  <a:pt x="2728290" y="141074"/>
                  <a:pt x="2732876" y="141272"/>
                  <a:pt x="2735266" y="141670"/>
                </a:cubicBezTo>
                <a:lnTo>
                  <a:pt x="2735664" y="141074"/>
                </a:lnTo>
                <a:cubicBezTo>
                  <a:pt x="2734071" y="129702"/>
                  <a:pt x="2733870" y="120327"/>
                  <a:pt x="2733870" y="105166"/>
                </a:cubicBezTo>
                <a:lnTo>
                  <a:pt x="2733870" y="81032"/>
                </a:lnTo>
                <a:cubicBezTo>
                  <a:pt x="2743239" y="71457"/>
                  <a:pt x="2754398" y="65473"/>
                  <a:pt x="2761370" y="65473"/>
                </a:cubicBezTo>
                <a:cubicBezTo>
                  <a:pt x="2768945" y="65473"/>
                  <a:pt x="2774525" y="69860"/>
                  <a:pt x="2774525" y="83224"/>
                </a:cubicBezTo>
                <a:lnTo>
                  <a:pt x="2774525" y="105166"/>
                </a:lnTo>
                <a:cubicBezTo>
                  <a:pt x="2774525" y="120130"/>
                  <a:pt x="2774324" y="130301"/>
                  <a:pt x="2772731" y="141074"/>
                </a:cubicBezTo>
                <a:lnTo>
                  <a:pt x="2773129" y="141670"/>
                </a:lnTo>
                <a:cubicBezTo>
                  <a:pt x="2775519" y="141272"/>
                  <a:pt x="2780104" y="141074"/>
                  <a:pt x="2782494" y="141074"/>
                </a:cubicBezTo>
                <a:cubicBezTo>
                  <a:pt x="2784887" y="141074"/>
                  <a:pt x="2789470" y="141272"/>
                  <a:pt x="2791860" y="141670"/>
                </a:cubicBezTo>
                <a:lnTo>
                  <a:pt x="2792258" y="141074"/>
                </a:lnTo>
                <a:cubicBezTo>
                  <a:pt x="2790665" y="129702"/>
                  <a:pt x="2790467" y="120327"/>
                  <a:pt x="2790467" y="105166"/>
                </a:cubicBezTo>
                <a:lnTo>
                  <a:pt x="2790467" y="85021"/>
                </a:lnTo>
                <a:cubicBezTo>
                  <a:pt x="2790467" y="82227"/>
                  <a:pt x="2790467" y="79834"/>
                  <a:pt x="2790266" y="77441"/>
                </a:cubicBezTo>
                <a:cubicBezTo>
                  <a:pt x="2799832" y="66868"/>
                  <a:pt x="2807802" y="65473"/>
                  <a:pt x="2815574" y="65473"/>
                </a:cubicBezTo>
                <a:cubicBezTo>
                  <a:pt x="2826335" y="65473"/>
                  <a:pt x="2831517" y="69860"/>
                  <a:pt x="2831517" y="83224"/>
                </a:cubicBezTo>
                <a:lnTo>
                  <a:pt x="2831517" y="105166"/>
                </a:lnTo>
                <a:cubicBezTo>
                  <a:pt x="2831517" y="120130"/>
                  <a:pt x="2831319" y="130301"/>
                  <a:pt x="2829723" y="141074"/>
                </a:cubicBezTo>
                <a:lnTo>
                  <a:pt x="2830121" y="141670"/>
                </a:lnTo>
                <a:cubicBezTo>
                  <a:pt x="2832514" y="141272"/>
                  <a:pt x="2837096" y="141074"/>
                  <a:pt x="2839489" y="141074"/>
                </a:cubicBezTo>
                <a:cubicBezTo>
                  <a:pt x="2841879" y="141074"/>
                  <a:pt x="2846462" y="141272"/>
                  <a:pt x="2848855" y="141670"/>
                </a:cubicBezTo>
                <a:lnTo>
                  <a:pt x="2849253" y="141074"/>
                </a:lnTo>
                <a:cubicBezTo>
                  <a:pt x="2847657" y="129702"/>
                  <a:pt x="2847459" y="120327"/>
                  <a:pt x="2847459" y="105166"/>
                </a:cubicBezTo>
                <a:lnTo>
                  <a:pt x="2847459" y="85219"/>
                </a:lnTo>
                <a:cubicBezTo>
                  <a:pt x="2847459" y="67467"/>
                  <a:pt x="2844269" y="53514"/>
                  <a:pt x="2822747" y="53514"/>
                </a:cubicBezTo>
                <a:cubicBezTo>
                  <a:pt x="2811989" y="53514"/>
                  <a:pt x="2800428" y="57302"/>
                  <a:pt x="2789071" y="69261"/>
                </a:cubicBezTo>
                <a:cubicBezTo>
                  <a:pt x="2787277" y="59692"/>
                  <a:pt x="2779107" y="53514"/>
                  <a:pt x="2767947" y="53514"/>
                </a:cubicBezTo>
                <a:cubicBezTo>
                  <a:pt x="2755593" y="53514"/>
                  <a:pt x="2743835" y="61486"/>
                  <a:pt x="2734469" y="71457"/>
                </a:cubicBezTo>
                <a:lnTo>
                  <a:pt x="2733870" y="70858"/>
                </a:lnTo>
                <a:close/>
                <a:moveTo>
                  <a:pt x="2869978" y="100167"/>
                </a:moveTo>
                <a:cubicBezTo>
                  <a:pt x="2869978" y="124095"/>
                  <a:pt x="2885719" y="143032"/>
                  <a:pt x="2912225" y="143032"/>
                </a:cubicBezTo>
                <a:cubicBezTo>
                  <a:pt x="2938528" y="143032"/>
                  <a:pt x="2954470" y="124496"/>
                  <a:pt x="2954470" y="98373"/>
                </a:cubicBezTo>
                <a:cubicBezTo>
                  <a:pt x="2954470" y="71256"/>
                  <a:pt x="2939923" y="53514"/>
                  <a:pt x="2913022" y="53514"/>
                </a:cubicBezTo>
                <a:cubicBezTo>
                  <a:pt x="2886914" y="53514"/>
                  <a:pt x="2869978" y="71855"/>
                  <a:pt x="2869978" y="100167"/>
                </a:cubicBezTo>
                <a:moveTo>
                  <a:pt x="2911626" y="61486"/>
                </a:moveTo>
                <a:cubicBezTo>
                  <a:pt x="2932750" y="61486"/>
                  <a:pt x="2936934" y="77836"/>
                  <a:pt x="2936934" y="101964"/>
                </a:cubicBezTo>
                <a:cubicBezTo>
                  <a:pt x="2936934" y="120905"/>
                  <a:pt x="2927368" y="135063"/>
                  <a:pt x="2914016" y="135063"/>
                </a:cubicBezTo>
                <a:cubicBezTo>
                  <a:pt x="2892896" y="135063"/>
                  <a:pt x="2887513" y="112132"/>
                  <a:pt x="2887513" y="96780"/>
                </a:cubicBezTo>
                <a:cubicBezTo>
                  <a:pt x="2887513" y="79433"/>
                  <a:pt x="2892896" y="61486"/>
                  <a:pt x="2911626" y="61486"/>
                </a:cubicBezTo>
                <a:close/>
                <a:moveTo>
                  <a:pt x="3035377" y="118515"/>
                </a:moveTo>
                <a:cubicBezTo>
                  <a:pt x="3028125" y="127765"/>
                  <a:pt x="3018957" y="132673"/>
                  <a:pt x="3010866" y="132673"/>
                </a:cubicBezTo>
                <a:cubicBezTo>
                  <a:pt x="3000105" y="132673"/>
                  <a:pt x="2990937" y="121905"/>
                  <a:pt x="2990937" y="96978"/>
                </a:cubicBezTo>
                <a:cubicBezTo>
                  <a:pt x="2990937" y="67069"/>
                  <a:pt x="3006801" y="61486"/>
                  <a:pt x="3016446" y="61486"/>
                </a:cubicBezTo>
                <a:cubicBezTo>
                  <a:pt x="3025811" y="61486"/>
                  <a:pt x="3030594" y="65473"/>
                  <a:pt x="3035377" y="73050"/>
                </a:cubicBezTo>
                <a:lnTo>
                  <a:pt x="3035377" y="118515"/>
                </a:lnTo>
                <a:moveTo>
                  <a:pt x="3035377" y="129480"/>
                </a:moveTo>
                <a:lnTo>
                  <a:pt x="3035776" y="129480"/>
                </a:lnTo>
                <a:lnTo>
                  <a:pt x="3036773" y="141041"/>
                </a:lnTo>
                <a:cubicBezTo>
                  <a:pt x="3036773" y="141472"/>
                  <a:pt x="3037369" y="141670"/>
                  <a:pt x="3038567" y="141670"/>
                </a:cubicBezTo>
                <a:cubicBezTo>
                  <a:pt x="3041197" y="141311"/>
                  <a:pt x="3042550" y="141074"/>
                  <a:pt x="3045460" y="141074"/>
                </a:cubicBezTo>
                <a:cubicBezTo>
                  <a:pt x="3047932" y="141074"/>
                  <a:pt x="3051718" y="141272"/>
                  <a:pt x="3054309" y="141670"/>
                </a:cubicBezTo>
                <a:lnTo>
                  <a:pt x="3054707" y="141074"/>
                </a:lnTo>
                <a:cubicBezTo>
                  <a:pt x="3053114" y="132496"/>
                  <a:pt x="3051320" y="117737"/>
                  <a:pt x="3051320" y="102776"/>
                </a:cubicBezTo>
                <a:lnTo>
                  <a:pt x="3051320" y="41369"/>
                </a:lnTo>
                <a:cubicBezTo>
                  <a:pt x="3051320" y="26634"/>
                  <a:pt x="3052116" y="16240"/>
                  <a:pt x="3053114" y="3935"/>
                </a:cubicBezTo>
                <a:cubicBezTo>
                  <a:pt x="3053114" y="2542"/>
                  <a:pt x="3052554" y="1943"/>
                  <a:pt x="3051320" y="1943"/>
                </a:cubicBezTo>
                <a:cubicBezTo>
                  <a:pt x="3046339" y="3935"/>
                  <a:pt x="3042073" y="5330"/>
                  <a:pt x="3033982" y="5926"/>
                </a:cubicBezTo>
                <a:lnTo>
                  <a:pt x="3033583" y="6525"/>
                </a:lnTo>
                <a:cubicBezTo>
                  <a:pt x="3035137" y="15045"/>
                  <a:pt x="3035377" y="29820"/>
                  <a:pt x="3035377" y="44954"/>
                </a:cubicBezTo>
                <a:lnTo>
                  <a:pt x="3035377" y="57898"/>
                </a:lnTo>
                <a:cubicBezTo>
                  <a:pt x="3030795" y="55308"/>
                  <a:pt x="3022625" y="53514"/>
                  <a:pt x="3018638" y="53514"/>
                </a:cubicBezTo>
                <a:cubicBezTo>
                  <a:pt x="2992692" y="53514"/>
                  <a:pt x="2973602" y="71460"/>
                  <a:pt x="2973602" y="98586"/>
                </a:cubicBezTo>
                <a:cubicBezTo>
                  <a:pt x="2973602" y="123100"/>
                  <a:pt x="2988149" y="143032"/>
                  <a:pt x="3009671" y="143032"/>
                </a:cubicBezTo>
                <a:cubicBezTo>
                  <a:pt x="3019237" y="143032"/>
                  <a:pt x="3028204" y="138730"/>
                  <a:pt x="3035377" y="129480"/>
                </a:cubicBezTo>
                <a:close/>
                <a:moveTo>
                  <a:pt x="3093966" y="86606"/>
                </a:moveTo>
                <a:cubicBezTo>
                  <a:pt x="3097353" y="65871"/>
                  <a:pt x="3110425" y="61486"/>
                  <a:pt x="3116683" y="61486"/>
                </a:cubicBezTo>
                <a:cubicBezTo>
                  <a:pt x="3124574" y="61486"/>
                  <a:pt x="3133422" y="68863"/>
                  <a:pt x="3133422" y="83814"/>
                </a:cubicBezTo>
                <a:cubicBezTo>
                  <a:pt x="3133422" y="85608"/>
                  <a:pt x="3132626" y="86606"/>
                  <a:pt x="3130631" y="86606"/>
                </a:cubicBezTo>
                <a:lnTo>
                  <a:pt x="3093966" y="86606"/>
                </a:lnTo>
                <a:moveTo>
                  <a:pt x="3147172" y="120306"/>
                </a:moveTo>
                <a:cubicBezTo>
                  <a:pt x="3140197" y="127886"/>
                  <a:pt x="3130832" y="131277"/>
                  <a:pt x="3119870" y="131277"/>
                </a:cubicBezTo>
                <a:cubicBezTo>
                  <a:pt x="3113056" y="131277"/>
                  <a:pt x="3103651" y="128683"/>
                  <a:pt x="3098150" y="119908"/>
                </a:cubicBezTo>
                <a:cubicBezTo>
                  <a:pt x="3094641" y="114322"/>
                  <a:pt x="3093367" y="106185"/>
                  <a:pt x="3093367" y="94575"/>
                </a:cubicBezTo>
                <a:lnTo>
                  <a:pt x="3147571" y="94575"/>
                </a:lnTo>
                <a:cubicBezTo>
                  <a:pt x="3149763" y="94575"/>
                  <a:pt x="3151156" y="93380"/>
                  <a:pt x="3151156" y="91188"/>
                </a:cubicBezTo>
                <a:cubicBezTo>
                  <a:pt x="3151156" y="74446"/>
                  <a:pt x="3142985" y="53514"/>
                  <a:pt x="3116683" y="53514"/>
                </a:cubicBezTo>
                <a:cubicBezTo>
                  <a:pt x="3096155" y="53514"/>
                  <a:pt x="3075831" y="70058"/>
                  <a:pt x="3075831" y="99365"/>
                </a:cubicBezTo>
                <a:cubicBezTo>
                  <a:pt x="3075831" y="110691"/>
                  <a:pt x="3078142" y="121863"/>
                  <a:pt x="3084798" y="129881"/>
                </a:cubicBezTo>
                <a:cubicBezTo>
                  <a:pt x="3091652" y="138131"/>
                  <a:pt x="3103052" y="143032"/>
                  <a:pt x="3116482" y="143032"/>
                </a:cubicBezTo>
                <a:cubicBezTo>
                  <a:pt x="3130832" y="143032"/>
                  <a:pt x="3143584" y="135662"/>
                  <a:pt x="3151156" y="125293"/>
                </a:cubicBezTo>
                <a:lnTo>
                  <a:pt x="3147172" y="120306"/>
                </a:lnTo>
                <a:close/>
                <a:moveTo>
                  <a:pt x="3177262" y="101207"/>
                </a:moveTo>
                <a:cubicBezTo>
                  <a:pt x="3177262" y="116040"/>
                  <a:pt x="3176982" y="130389"/>
                  <a:pt x="3175468" y="141074"/>
                </a:cubicBezTo>
                <a:lnTo>
                  <a:pt x="3175866" y="141670"/>
                </a:lnTo>
                <a:cubicBezTo>
                  <a:pt x="3178256" y="141272"/>
                  <a:pt x="3182842" y="141074"/>
                  <a:pt x="3185232" y="141074"/>
                </a:cubicBezTo>
                <a:cubicBezTo>
                  <a:pt x="3187625" y="141074"/>
                  <a:pt x="3192207" y="141272"/>
                  <a:pt x="3194597" y="141670"/>
                </a:cubicBezTo>
                <a:lnTo>
                  <a:pt x="3194996" y="141074"/>
                </a:lnTo>
                <a:cubicBezTo>
                  <a:pt x="3193442" y="129711"/>
                  <a:pt x="3193205" y="116198"/>
                  <a:pt x="3193205" y="101207"/>
                </a:cubicBezTo>
                <a:lnTo>
                  <a:pt x="3193205" y="41412"/>
                </a:lnTo>
                <a:cubicBezTo>
                  <a:pt x="3193205" y="26463"/>
                  <a:pt x="3194041" y="16535"/>
                  <a:pt x="3194996" y="3938"/>
                </a:cubicBezTo>
                <a:cubicBezTo>
                  <a:pt x="3194996" y="2542"/>
                  <a:pt x="3194439" y="1943"/>
                  <a:pt x="3193205" y="1943"/>
                </a:cubicBezTo>
                <a:cubicBezTo>
                  <a:pt x="3188221" y="3938"/>
                  <a:pt x="3183958" y="5333"/>
                  <a:pt x="3175866" y="5932"/>
                </a:cubicBezTo>
                <a:lnTo>
                  <a:pt x="3175468" y="6528"/>
                </a:lnTo>
                <a:cubicBezTo>
                  <a:pt x="3177022" y="15061"/>
                  <a:pt x="3177262" y="29851"/>
                  <a:pt x="3177262" y="45000"/>
                </a:cubicBezTo>
                <a:lnTo>
                  <a:pt x="3177262" y="101207"/>
                </a:lnTo>
                <a:close/>
                <a:moveTo>
                  <a:pt x="3268131" y="90869"/>
                </a:moveTo>
                <a:cubicBezTo>
                  <a:pt x="3268131" y="99839"/>
                  <a:pt x="3268927" y="145869"/>
                  <a:pt x="3310378" y="181741"/>
                </a:cubicBezTo>
                <a:lnTo>
                  <a:pt x="3314961" y="178353"/>
                </a:lnTo>
                <a:cubicBezTo>
                  <a:pt x="3308384" y="170779"/>
                  <a:pt x="3284672" y="143279"/>
                  <a:pt x="3284672" y="90869"/>
                </a:cubicBezTo>
                <a:cubicBezTo>
                  <a:pt x="3284672" y="38459"/>
                  <a:pt x="3308584" y="10959"/>
                  <a:pt x="3314961" y="3786"/>
                </a:cubicBezTo>
                <a:lnTo>
                  <a:pt x="3310378" y="198"/>
                </a:lnTo>
                <a:cubicBezTo>
                  <a:pt x="3286664" y="20525"/>
                  <a:pt x="3268131" y="53805"/>
                  <a:pt x="3268131" y="90869"/>
                </a:cubicBezTo>
                <a:close/>
                <a:moveTo>
                  <a:pt x="3365578" y="61486"/>
                </a:moveTo>
                <a:cubicBezTo>
                  <a:pt x="3373268" y="61486"/>
                  <a:pt x="3380243" y="67148"/>
                  <a:pt x="3385504" y="76240"/>
                </a:cubicBezTo>
                <a:lnTo>
                  <a:pt x="3388095" y="76042"/>
                </a:lnTo>
                <a:lnTo>
                  <a:pt x="3392677" y="59692"/>
                </a:lnTo>
                <a:lnTo>
                  <a:pt x="3392279" y="59096"/>
                </a:lnTo>
                <a:cubicBezTo>
                  <a:pt x="3386103" y="55907"/>
                  <a:pt x="3375740" y="53514"/>
                  <a:pt x="3365776" y="53514"/>
                </a:cubicBezTo>
                <a:cubicBezTo>
                  <a:pt x="3345050" y="53514"/>
                  <a:pt x="3323330" y="70459"/>
                  <a:pt x="3323330" y="97577"/>
                </a:cubicBezTo>
                <a:cubicBezTo>
                  <a:pt x="3323330" y="125293"/>
                  <a:pt x="3339072" y="143032"/>
                  <a:pt x="3363386" y="143032"/>
                </a:cubicBezTo>
                <a:cubicBezTo>
                  <a:pt x="3375342" y="143032"/>
                  <a:pt x="3384707" y="139049"/>
                  <a:pt x="3392677" y="128884"/>
                </a:cubicBezTo>
                <a:lnTo>
                  <a:pt x="3388891" y="124694"/>
                </a:lnTo>
                <a:lnTo>
                  <a:pt x="3388095" y="124694"/>
                </a:lnTo>
                <a:cubicBezTo>
                  <a:pt x="3380523" y="131474"/>
                  <a:pt x="3374186" y="133071"/>
                  <a:pt x="3366773" y="133071"/>
                </a:cubicBezTo>
                <a:cubicBezTo>
                  <a:pt x="3352226" y="133071"/>
                  <a:pt x="3340866" y="119911"/>
                  <a:pt x="3340866" y="96579"/>
                </a:cubicBezTo>
                <a:cubicBezTo>
                  <a:pt x="3340866" y="74647"/>
                  <a:pt x="3352424" y="61486"/>
                  <a:pt x="3365578" y="61486"/>
                </a:cubicBezTo>
                <a:close/>
                <a:moveTo>
                  <a:pt x="3420977" y="55654"/>
                </a:moveTo>
                <a:cubicBezTo>
                  <a:pt x="3416631" y="55654"/>
                  <a:pt x="3412049" y="55615"/>
                  <a:pt x="3409416" y="55256"/>
                </a:cubicBezTo>
                <a:cubicBezTo>
                  <a:pt x="3408063" y="58485"/>
                  <a:pt x="3406986" y="60437"/>
                  <a:pt x="3405034" y="63426"/>
                </a:cubicBezTo>
                <a:lnTo>
                  <a:pt x="3406029" y="64822"/>
                </a:lnTo>
                <a:cubicBezTo>
                  <a:pt x="3409617" y="64582"/>
                  <a:pt x="3416194" y="64424"/>
                  <a:pt x="3420776" y="64424"/>
                </a:cubicBezTo>
                <a:lnTo>
                  <a:pt x="3420977" y="64424"/>
                </a:lnTo>
                <a:lnTo>
                  <a:pt x="3420977" y="101453"/>
                </a:lnTo>
                <a:cubicBezTo>
                  <a:pt x="3420977" y="116386"/>
                  <a:pt x="3420697" y="130404"/>
                  <a:pt x="3418982" y="141074"/>
                </a:cubicBezTo>
                <a:lnTo>
                  <a:pt x="3419380" y="141670"/>
                </a:lnTo>
                <a:cubicBezTo>
                  <a:pt x="3421773" y="141275"/>
                  <a:pt x="3426556" y="141074"/>
                  <a:pt x="3428946" y="141074"/>
                </a:cubicBezTo>
                <a:cubicBezTo>
                  <a:pt x="3431336" y="141074"/>
                  <a:pt x="3436119" y="141275"/>
                  <a:pt x="3438512" y="141670"/>
                </a:cubicBezTo>
                <a:lnTo>
                  <a:pt x="3438911" y="141074"/>
                </a:lnTo>
                <a:cubicBezTo>
                  <a:pt x="3437235" y="129726"/>
                  <a:pt x="3436916" y="116386"/>
                  <a:pt x="3436916" y="101453"/>
                </a:cubicBezTo>
                <a:lnTo>
                  <a:pt x="3436916" y="64424"/>
                </a:lnTo>
                <a:lnTo>
                  <a:pt x="3443694" y="64424"/>
                </a:lnTo>
                <a:cubicBezTo>
                  <a:pt x="3448477" y="64424"/>
                  <a:pt x="3455410" y="64582"/>
                  <a:pt x="3458040" y="64822"/>
                </a:cubicBezTo>
                <a:cubicBezTo>
                  <a:pt x="3458639" y="61635"/>
                  <a:pt x="3459238" y="59601"/>
                  <a:pt x="3460433" y="56652"/>
                </a:cubicBezTo>
                <a:lnTo>
                  <a:pt x="3459436" y="55256"/>
                </a:lnTo>
                <a:cubicBezTo>
                  <a:pt x="3456088" y="55414"/>
                  <a:pt x="3450070" y="55654"/>
                  <a:pt x="3445488" y="55654"/>
                </a:cubicBezTo>
                <a:lnTo>
                  <a:pt x="3436916" y="55654"/>
                </a:lnTo>
                <a:lnTo>
                  <a:pt x="3436916" y="53854"/>
                </a:lnTo>
                <a:cubicBezTo>
                  <a:pt x="3436916" y="46645"/>
                  <a:pt x="3435922" y="36233"/>
                  <a:pt x="3435922" y="32630"/>
                </a:cubicBezTo>
                <a:cubicBezTo>
                  <a:pt x="3435922" y="21577"/>
                  <a:pt x="3443055" y="14100"/>
                  <a:pt x="3454455" y="14100"/>
                </a:cubicBezTo>
                <a:cubicBezTo>
                  <a:pt x="3459594" y="14100"/>
                  <a:pt x="3463820" y="17065"/>
                  <a:pt x="3466013" y="21014"/>
                </a:cubicBezTo>
                <a:lnTo>
                  <a:pt x="3468205" y="20820"/>
                </a:lnTo>
                <a:cubicBezTo>
                  <a:pt x="3469598" y="15483"/>
                  <a:pt x="3471751" y="8760"/>
                  <a:pt x="3473785" y="4534"/>
                </a:cubicBezTo>
                <a:lnTo>
                  <a:pt x="3473584" y="3938"/>
                </a:lnTo>
                <a:cubicBezTo>
                  <a:pt x="3471991" y="2940"/>
                  <a:pt x="3468403" y="1943"/>
                  <a:pt x="3464617" y="1943"/>
                </a:cubicBezTo>
                <a:cubicBezTo>
                  <a:pt x="3452062" y="1943"/>
                  <a:pt x="3439467" y="7763"/>
                  <a:pt x="3431935" y="17262"/>
                </a:cubicBezTo>
                <a:cubicBezTo>
                  <a:pt x="3424364" y="26822"/>
                  <a:pt x="3420977" y="36233"/>
                  <a:pt x="3420977" y="47846"/>
                </a:cubicBezTo>
                <a:lnTo>
                  <a:pt x="3420977" y="55654"/>
                </a:lnTo>
                <a:close/>
                <a:moveTo>
                  <a:pt x="3474579" y="132274"/>
                </a:moveTo>
                <a:cubicBezTo>
                  <a:pt x="3476333" y="138927"/>
                  <a:pt x="3479125" y="141640"/>
                  <a:pt x="3485340" y="143032"/>
                </a:cubicBezTo>
                <a:lnTo>
                  <a:pt x="3486139" y="143032"/>
                </a:lnTo>
                <a:cubicBezTo>
                  <a:pt x="3491759" y="141640"/>
                  <a:pt x="3494866" y="138690"/>
                  <a:pt x="3496898" y="132274"/>
                </a:cubicBezTo>
                <a:lnTo>
                  <a:pt x="3496898" y="131474"/>
                </a:lnTo>
                <a:cubicBezTo>
                  <a:pt x="3495067" y="125855"/>
                  <a:pt x="3491917" y="122787"/>
                  <a:pt x="3486139" y="120713"/>
                </a:cubicBezTo>
                <a:lnTo>
                  <a:pt x="3485340" y="120713"/>
                </a:lnTo>
                <a:cubicBezTo>
                  <a:pt x="3479322" y="123146"/>
                  <a:pt x="3476412" y="126174"/>
                  <a:pt x="3474579" y="131474"/>
                </a:cubicBezTo>
                <a:lnTo>
                  <a:pt x="3474579" y="132274"/>
                </a:lnTo>
                <a:close/>
                <a:moveTo>
                  <a:pt x="3638586" y="12646"/>
                </a:moveTo>
                <a:lnTo>
                  <a:pt x="3586772" y="12646"/>
                </a:lnTo>
                <a:cubicBezTo>
                  <a:pt x="3579997" y="12646"/>
                  <a:pt x="3576610" y="12050"/>
                  <a:pt x="3576610" y="12050"/>
                </a:cubicBezTo>
                <a:lnTo>
                  <a:pt x="3576211" y="12646"/>
                </a:lnTo>
                <a:cubicBezTo>
                  <a:pt x="3577805" y="24006"/>
                  <a:pt x="3578203" y="37565"/>
                  <a:pt x="3578203" y="52519"/>
                </a:cubicBezTo>
                <a:lnTo>
                  <a:pt x="3578203" y="101301"/>
                </a:lnTo>
                <a:cubicBezTo>
                  <a:pt x="3578203" y="116216"/>
                  <a:pt x="3577805" y="130337"/>
                  <a:pt x="3576211" y="141074"/>
                </a:cubicBezTo>
                <a:lnTo>
                  <a:pt x="3576409" y="141670"/>
                </a:lnTo>
                <a:cubicBezTo>
                  <a:pt x="3576409" y="141670"/>
                  <a:pt x="3579799" y="141074"/>
                  <a:pt x="3586772" y="141074"/>
                </a:cubicBezTo>
                <a:cubicBezTo>
                  <a:pt x="3593550" y="141074"/>
                  <a:pt x="3596937" y="141670"/>
                  <a:pt x="3596937" y="141670"/>
                </a:cubicBezTo>
                <a:lnTo>
                  <a:pt x="3597335" y="141074"/>
                </a:lnTo>
                <a:cubicBezTo>
                  <a:pt x="3595739" y="129738"/>
                  <a:pt x="3595341" y="116216"/>
                  <a:pt x="3595341" y="101301"/>
                </a:cubicBezTo>
                <a:lnTo>
                  <a:pt x="3595341" y="78034"/>
                </a:lnTo>
                <a:cubicBezTo>
                  <a:pt x="3604907" y="78034"/>
                  <a:pt x="3626031" y="78633"/>
                  <a:pt x="3639781" y="80023"/>
                </a:cubicBezTo>
                <a:lnTo>
                  <a:pt x="3640380" y="79427"/>
                </a:lnTo>
                <a:cubicBezTo>
                  <a:pt x="3639978" y="77636"/>
                  <a:pt x="3639781" y="74847"/>
                  <a:pt x="3639781" y="73053"/>
                </a:cubicBezTo>
                <a:cubicBezTo>
                  <a:pt x="3639781" y="71259"/>
                  <a:pt x="3639978" y="68471"/>
                  <a:pt x="3640380" y="66677"/>
                </a:cubicBezTo>
                <a:lnTo>
                  <a:pt x="3639781" y="66078"/>
                </a:lnTo>
                <a:cubicBezTo>
                  <a:pt x="3628022" y="67075"/>
                  <a:pt x="3618857" y="68073"/>
                  <a:pt x="3595341" y="68073"/>
                </a:cubicBezTo>
                <a:lnTo>
                  <a:pt x="3595341" y="52519"/>
                </a:lnTo>
                <a:cubicBezTo>
                  <a:pt x="3595341" y="49129"/>
                  <a:pt x="3595541" y="28592"/>
                  <a:pt x="3596937" y="23809"/>
                </a:cubicBezTo>
                <a:cubicBezTo>
                  <a:pt x="3623637" y="23809"/>
                  <a:pt x="3651138" y="26199"/>
                  <a:pt x="3651138" y="26199"/>
                </a:cubicBezTo>
                <a:lnTo>
                  <a:pt x="3651539" y="25402"/>
                </a:lnTo>
                <a:cubicBezTo>
                  <a:pt x="3651338" y="23809"/>
                  <a:pt x="3651138" y="21218"/>
                  <a:pt x="3651138" y="19424"/>
                </a:cubicBezTo>
                <a:cubicBezTo>
                  <a:pt x="3651138" y="17828"/>
                  <a:pt x="3651338" y="15438"/>
                  <a:pt x="3651539" y="12646"/>
                </a:cubicBezTo>
                <a:lnTo>
                  <a:pt x="3651138" y="12050"/>
                </a:lnTo>
                <a:cubicBezTo>
                  <a:pt x="3647951" y="12449"/>
                  <a:pt x="3643369" y="12646"/>
                  <a:pt x="3638586" y="12646"/>
                </a:cubicBezTo>
                <a:close/>
                <a:moveTo>
                  <a:pt x="3673855" y="22033"/>
                </a:moveTo>
                <a:cubicBezTo>
                  <a:pt x="3673855" y="27412"/>
                  <a:pt x="3678638" y="32195"/>
                  <a:pt x="3684021" y="32195"/>
                </a:cubicBezTo>
                <a:cubicBezTo>
                  <a:pt x="3689400" y="32195"/>
                  <a:pt x="3694183" y="27412"/>
                  <a:pt x="3694183" y="22033"/>
                </a:cubicBezTo>
                <a:cubicBezTo>
                  <a:pt x="3694183" y="16651"/>
                  <a:pt x="3689400" y="11868"/>
                  <a:pt x="3684021" y="11868"/>
                </a:cubicBezTo>
                <a:cubicBezTo>
                  <a:pt x="3678638" y="11868"/>
                  <a:pt x="3673855" y="16651"/>
                  <a:pt x="3673855" y="22033"/>
                </a:cubicBezTo>
                <a:moveTo>
                  <a:pt x="3675850" y="94293"/>
                </a:moveTo>
                <a:lnTo>
                  <a:pt x="3675850" y="105242"/>
                </a:lnTo>
                <a:cubicBezTo>
                  <a:pt x="3675850" y="120172"/>
                  <a:pt x="3675491" y="130325"/>
                  <a:pt x="3674056" y="141074"/>
                </a:cubicBezTo>
                <a:lnTo>
                  <a:pt x="3674454" y="141670"/>
                </a:lnTo>
                <a:cubicBezTo>
                  <a:pt x="3676844" y="141275"/>
                  <a:pt x="3681430" y="141074"/>
                  <a:pt x="3683820" y="141074"/>
                </a:cubicBezTo>
                <a:cubicBezTo>
                  <a:pt x="3686213" y="141074"/>
                  <a:pt x="3690795" y="141275"/>
                  <a:pt x="3693185" y="141670"/>
                </a:cubicBezTo>
                <a:lnTo>
                  <a:pt x="3693584" y="141074"/>
                </a:lnTo>
                <a:cubicBezTo>
                  <a:pt x="3692151" y="129769"/>
                  <a:pt x="3691793" y="120370"/>
                  <a:pt x="3691793" y="105242"/>
                </a:cubicBezTo>
                <a:lnTo>
                  <a:pt x="3691793" y="91109"/>
                </a:lnTo>
                <a:cubicBezTo>
                  <a:pt x="3691793" y="76179"/>
                  <a:pt x="3692310" y="69012"/>
                  <a:pt x="3693584" y="56867"/>
                </a:cubicBezTo>
                <a:cubicBezTo>
                  <a:pt x="3693584" y="55076"/>
                  <a:pt x="3693346" y="54876"/>
                  <a:pt x="3691793" y="54876"/>
                </a:cubicBezTo>
                <a:cubicBezTo>
                  <a:pt x="3687247" y="55317"/>
                  <a:pt x="3678678" y="55435"/>
                  <a:pt x="3674454" y="55076"/>
                </a:cubicBezTo>
                <a:lnTo>
                  <a:pt x="3674056" y="55672"/>
                </a:lnTo>
                <a:cubicBezTo>
                  <a:pt x="3675291" y="64193"/>
                  <a:pt x="3675850" y="79363"/>
                  <a:pt x="3675850" y="94293"/>
                </a:cubicBezTo>
                <a:close/>
                <a:moveTo>
                  <a:pt x="3729855" y="161809"/>
                </a:moveTo>
                <a:cubicBezTo>
                  <a:pt x="3729855" y="155207"/>
                  <a:pt x="3735833" y="147806"/>
                  <a:pt x="3742805" y="144005"/>
                </a:cubicBezTo>
                <a:cubicBezTo>
                  <a:pt x="3748704" y="144023"/>
                  <a:pt x="3757793" y="143421"/>
                  <a:pt x="3760542" y="143421"/>
                </a:cubicBezTo>
                <a:cubicBezTo>
                  <a:pt x="3770108" y="143421"/>
                  <a:pt x="3776205" y="143622"/>
                  <a:pt x="3781666" y="146821"/>
                </a:cubicBezTo>
                <a:cubicBezTo>
                  <a:pt x="3787446" y="150220"/>
                  <a:pt x="3789438" y="156019"/>
                  <a:pt x="3789438" y="161216"/>
                </a:cubicBezTo>
                <a:cubicBezTo>
                  <a:pt x="3789438" y="173412"/>
                  <a:pt x="3773097" y="179807"/>
                  <a:pt x="3755960" y="179807"/>
                </a:cubicBezTo>
                <a:cubicBezTo>
                  <a:pt x="3743006" y="179807"/>
                  <a:pt x="3729855" y="175410"/>
                  <a:pt x="3729855" y="161815"/>
                </a:cubicBezTo>
                <a:lnTo>
                  <a:pt x="3729855" y="161809"/>
                </a:lnTo>
                <a:moveTo>
                  <a:pt x="3787446" y="84176"/>
                </a:moveTo>
                <a:cubicBezTo>
                  <a:pt x="3787446" y="70441"/>
                  <a:pt x="3782064" y="64074"/>
                  <a:pt x="3777403" y="61009"/>
                </a:cubicBezTo>
                <a:cubicBezTo>
                  <a:pt x="3783381" y="61486"/>
                  <a:pt x="3789994" y="62240"/>
                  <a:pt x="3798207" y="63077"/>
                </a:cubicBezTo>
                <a:lnTo>
                  <a:pt x="3798803" y="62481"/>
                </a:lnTo>
                <a:cubicBezTo>
                  <a:pt x="3798405" y="60690"/>
                  <a:pt x="3798207" y="59096"/>
                  <a:pt x="3798207" y="57302"/>
                </a:cubicBezTo>
                <a:cubicBezTo>
                  <a:pt x="3798207" y="55508"/>
                  <a:pt x="3798405" y="53915"/>
                  <a:pt x="3798803" y="52121"/>
                </a:cubicBezTo>
                <a:lnTo>
                  <a:pt x="3798207" y="51522"/>
                </a:lnTo>
                <a:cubicBezTo>
                  <a:pt x="3788681" y="52319"/>
                  <a:pt x="3781626" y="54432"/>
                  <a:pt x="3766760" y="55229"/>
                </a:cubicBezTo>
                <a:cubicBezTo>
                  <a:pt x="3763212" y="54113"/>
                  <a:pt x="3758830" y="53514"/>
                  <a:pt x="3754564" y="53514"/>
                </a:cubicBezTo>
                <a:cubicBezTo>
                  <a:pt x="3738822" y="53514"/>
                  <a:pt x="3720687" y="64074"/>
                  <a:pt x="3720687" y="83778"/>
                </a:cubicBezTo>
                <a:cubicBezTo>
                  <a:pt x="3720687" y="98708"/>
                  <a:pt x="3729256" y="105473"/>
                  <a:pt x="3734836" y="108663"/>
                </a:cubicBezTo>
                <a:cubicBezTo>
                  <a:pt x="3729058" y="112646"/>
                  <a:pt x="3722083" y="118451"/>
                  <a:pt x="3722083" y="125262"/>
                </a:cubicBezTo>
                <a:cubicBezTo>
                  <a:pt x="3722083" y="133460"/>
                  <a:pt x="3726866" y="140633"/>
                  <a:pt x="3737584" y="142467"/>
                </a:cubicBezTo>
                <a:cubicBezTo>
                  <a:pt x="3732047" y="144784"/>
                  <a:pt x="3725829" y="148621"/>
                  <a:pt x="3720687" y="152620"/>
                </a:cubicBezTo>
                <a:cubicBezTo>
                  <a:pt x="3718176" y="156417"/>
                  <a:pt x="3716105" y="162055"/>
                  <a:pt x="3716105" y="165813"/>
                </a:cubicBezTo>
                <a:cubicBezTo>
                  <a:pt x="3716105" y="181561"/>
                  <a:pt x="3733242" y="188375"/>
                  <a:pt x="3754366" y="188375"/>
                </a:cubicBezTo>
                <a:cubicBezTo>
                  <a:pt x="3785451" y="188375"/>
                  <a:pt x="3803985" y="175370"/>
                  <a:pt x="3803985" y="156618"/>
                </a:cubicBezTo>
                <a:cubicBezTo>
                  <a:pt x="3803985" y="147821"/>
                  <a:pt x="3801196" y="141630"/>
                  <a:pt x="3795617" y="136847"/>
                </a:cubicBezTo>
                <a:cubicBezTo>
                  <a:pt x="3788121" y="130471"/>
                  <a:pt x="3774493" y="130270"/>
                  <a:pt x="3767517" y="130270"/>
                </a:cubicBezTo>
                <a:cubicBezTo>
                  <a:pt x="3764130" y="130270"/>
                  <a:pt x="3756157" y="130669"/>
                  <a:pt x="3751575" y="131268"/>
                </a:cubicBezTo>
                <a:cubicBezTo>
                  <a:pt x="3748786" y="131450"/>
                  <a:pt x="3746792" y="131651"/>
                  <a:pt x="3745797" y="131651"/>
                </a:cubicBezTo>
                <a:cubicBezTo>
                  <a:pt x="3740218" y="131651"/>
                  <a:pt x="3734237" y="130851"/>
                  <a:pt x="3734237" y="122246"/>
                </a:cubicBezTo>
                <a:cubicBezTo>
                  <a:pt x="3734237" y="118244"/>
                  <a:pt x="3735234" y="114845"/>
                  <a:pt x="3739619" y="111053"/>
                </a:cubicBezTo>
                <a:cubicBezTo>
                  <a:pt x="3742209" y="112449"/>
                  <a:pt x="3748346" y="113841"/>
                  <a:pt x="3754366" y="113841"/>
                </a:cubicBezTo>
                <a:cubicBezTo>
                  <a:pt x="3775089" y="113841"/>
                  <a:pt x="3787446" y="99860"/>
                  <a:pt x="3787446" y="84176"/>
                </a:cubicBezTo>
                <a:moveTo>
                  <a:pt x="3771902" y="84374"/>
                </a:moveTo>
                <a:cubicBezTo>
                  <a:pt x="3771902" y="96476"/>
                  <a:pt x="3766918" y="105872"/>
                  <a:pt x="3754962" y="105872"/>
                </a:cubicBezTo>
                <a:cubicBezTo>
                  <a:pt x="3740616" y="105872"/>
                  <a:pt x="3736231" y="96515"/>
                  <a:pt x="3736231" y="82783"/>
                </a:cubicBezTo>
                <a:cubicBezTo>
                  <a:pt x="3736231" y="69648"/>
                  <a:pt x="3742209" y="61088"/>
                  <a:pt x="3753767" y="61088"/>
                </a:cubicBezTo>
                <a:cubicBezTo>
                  <a:pt x="3766721" y="61088"/>
                  <a:pt x="3771902" y="70244"/>
                  <a:pt x="3771902" y="84374"/>
                </a:cubicBezTo>
                <a:close/>
                <a:moveTo>
                  <a:pt x="3881901" y="122760"/>
                </a:moveTo>
                <a:lnTo>
                  <a:pt x="3882697" y="123356"/>
                </a:lnTo>
                <a:lnTo>
                  <a:pt x="3883695" y="141074"/>
                </a:lnTo>
                <a:cubicBezTo>
                  <a:pt x="3883695" y="141472"/>
                  <a:pt x="3883935" y="141670"/>
                  <a:pt x="3884491" y="141670"/>
                </a:cubicBezTo>
                <a:cubicBezTo>
                  <a:pt x="3887121" y="141314"/>
                  <a:pt x="3889475" y="141074"/>
                  <a:pt x="3892382" y="141074"/>
                </a:cubicBezTo>
                <a:cubicBezTo>
                  <a:pt x="3894854" y="141074"/>
                  <a:pt x="3898640" y="141275"/>
                  <a:pt x="3901230" y="141670"/>
                </a:cubicBezTo>
                <a:lnTo>
                  <a:pt x="3901629" y="141074"/>
                </a:lnTo>
                <a:cubicBezTo>
                  <a:pt x="3900035" y="132514"/>
                  <a:pt x="3898241" y="117782"/>
                  <a:pt x="3898241" y="102852"/>
                </a:cubicBezTo>
                <a:lnTo>
                  <a:pt x="3898241" y="91504"/>
                </a:lnTo>
                <a:cubicBezTo>
                  <a:pt x="3898241" y="76571"/>
                  <a:pt x="3898442" y="66221"/>
                  <a:pt x="3900035" y="55669"/>
                </a:cubicBezTo>
                <a:lnTo>
                  <a:pt x="3899637" y="55070"/>
                </a:lnTo>
                <a:cubicBezTo>
                  <a:pt x="3897244" y="55469"/>
                  <a:pt x="3892662" y="55669"/>
                  <a:pt x="3890272" y="55669"/>
                </a:cubicBezTo>
                <a:cubicBezTo>
                  <a:pt x="3887879" y="55669"/>
                  <a:pt x="3883296" y="55469"/>
                  <a:pt x="3880906" y="55070"/>
                </a:cubicBezTo>
                <a:lnTo>
                  <a:pt x="3880505" y="55669"/>
                </a:lnTo>
                <a:cubicBezTo>
                  <a:pt x="3882062" y="67057"/>
                  <a:pt x="3882299" y="76374"/>
                  <a:pt x="3882299" y="91504"/>
                </a:cubicBezTo>
                <a:lnTo>
                  <a:pt x="3882299" y="111013"/>
                </a:lnTo>
                <a:cubicBezTo>
                  <a:pt x="3876242" y="121209"/>
                  <a:pt x="3864763" y="131873"/>
                  <a:pt x="3854999" y="131873"/>
                </a:cubicBezTo>
                <a:cubicBezTo>
                  <a:pt x="3848143" y="131873"/>
                  <a:pt x="3841648" y="129687"/>
                  <a:pt x="3841648" y="111181"/>
                </a:cubicBezTo>
                <a:lnTo>
                  <a:pt x="3841648" y="91483"/>
                </a:lnTo>
                <a:cubicBezTo>
                  <a:pt x="3841648" y="76559"/>
                  <a:pt x="3841845" y="66215"/>
                  <a:pt x="3843442" y="55669"/>
                </a:cubicBezTo>
                <a:lnTo>
                  <a:pt x="3843043" y="55070"/>
                </a:lnTo>
                <a:cubicBezTo>
                  <a:pt x="3840650" y="55469"/>
                  <a:pt x="3836068" y="55669"/>
                  <a:pt x="3833675" y="55669"/>
                </a:cubicBezTo>
                <a:cubicBezTo>
                  <a:pt x="3831285" y="55669"/>
                  <a:pt x="3826702" y="55469"/>
                  <a:pt x="3824309" y="55070"/>
                </a:cubicBezTo>
                <a:lnTo>
                  <a:pt x="3823911" y="55669"/>
                </a:lnTo>
                <a:cubicBezTo>
                  <a:pt x="3825504" y="67008"/>
                  <a:pt x="3825705" y="76361"/>
                  <a:pt x="3825705" y="91483"/>
                </a:cubicBezTo>
                <a:lnTo>
                  <a:pt x="3825705" y="115359"/>
                </a:lnTo>
                <a:cubicBezTo>
                  <a:pt x="3825705" y="129088"/>
                  <a:pt x="3832081" y="143032"/>
                  <a:pt x="3851810" y="143032"/>
                </a:cubicBezTo>
                <a:cubicBezTo>
                  <a:pt x="3864164" y="143032"/>
                  <a:pt x="3875323" y="132870"/>
                  <a:pt x="3881901" y="122720"/>
                </a:cubicBezTo>
                <a:lnTo>
                  <a:pt x="3881901" y="122760"/>
                </a:lnTo>
                <a:close/>
                <a:moveTo>
                  <a:pt x="3949456" y="74446"/>
                </a:moveTo>
                <a:lnTo>
                  <a:pt x="3949456" y="56305"/>
                </a:lnTo>
                <a:cubicBezTo>
                  <a:pt x="3949456" y="54751"/>
                  <a:pt x="3949216" y="54313"/>
                  <a:pt x="3948261" y="54313"/>
                </a:cubicBezTo>
                <a:cubicBezTo>
                  <a:pt x="3943797" y="55189"/>
                  <a:pt x="3936664" y="55347"/>
                  <a:pt x="3932118" y="54909"/>
                </a:cubicBezTo>
                <a:lnTo>
                  <a:pt x="3931720" y="55508"/>
                </a:lnTo>
                <a:cubicBezTo>
                  <a:pt x="3933115" y="64117"/>
                  <a:pt x="3933514" y="79235"/>
                  <a:pt x="3933514" y="94195"/>
                </a:cubicBezTo>
                <a:lnTo>
                  <a:pt x="3933514" y="105166"/>
                </a:lnTo>
                <a:cubicBezTo>
                  <a:pt x="3933514" y="120127"/>
                  <a:pt x="3933277" y="130340"/>
                  <a:pt x="3931720" y="141074"/>
                </a:cubicBezTo>
                <a:lnTo>
                  <a:pt x="3932118" y="141670"/>
                </a:lnTo>
                <a:cubicBezTo>
                  <a:pt x="3934511" y="141272"/>
                  <a:pt x="3939093" y="141074"/>
                  <a:pt x="3941486" y="141074"/>
                </a:cubicBezTo>
                <a:cubicBezTo>
                  <a:pt x="3943876" y="141074"/>
                  <a:pt x="3948459" y="141272"/>
                  <a:pt x="3950852" y="141670"/>
                </a:cubicBezTo>
                <a:lnTo>
                  <a:pt x="3951250" y="141074"/>
                </a:lnTo>
                <a:cubicBezTo>
                  <a:pt x="3949775" y="129702"/>
                  <a:pt x="3949456" y="120327"/>
                  <a:pt x="3949456" y="105166"/>
                </a:cubicBezTo>
                <a:lnTo>
                  <a:pt x="3949456" y="94794"/>
                </a:lnTo>
                <a:cubicBezTo>
                  <a:pt x="3949456" y="86414"/>
                  <a:pt x="3951968" y="81628"/>
                  <a:pt x="3956231" y="75045"/>
                </a:cubicBezTo>
                <a:cubicBezTo>
                  <a:pt x="3959141" y="70618"/>
                  <a:pt x="3963605" y="68063"/>
                  <a:pt x="3967390" y="68063"/>
                </a:cubicBezTo>
                <a:cubicBezTo>
                  <a:pt x="3971377" y="68063"/>
                  <a:pt x="3975162" y="68462"/>
                  <a:pt x="3977753" y="70855"/>
                </a:cubicBezTo>
                <a:lnTo>
                  <a:pt x="3979346" y="70456"/>
                </a:lnTo>
                <a:lnTo>
                  <a:pt x="3983333" y="55706"/>
                </a:lnTo>
                <a:lnTo>
                  <a:pt x="3982536" y="54909"/>
                </a:lnTo>
                <a:cubicBezTo>
                  <a:pt x="3979149" y="53915"/>
                  <a:pt x="3978948" y="53514"/>
                  <a:pt x="3975363" y="53514"/>
                </a:cubicBezTo>
                <a:cubicBezTo>
                  <a:pt x="3964602" y="53514"/>
                  <a:pt x="3958822" y="59692"/>
                  <a:pt x="3950055" y="74844"/>
                </a:cubicBezTo>
                <a:lnTo>
                  <a:pt x="3949456" y="74446"/>
                </a:lnTo>
                <a:close/>
                <a:moveTo>
                  <a:pt x="4010237" y="86606"/>
                </a:moveTo>
                <a:cubicBezTo>
                  <a:pt x="4013625" y="65871"/>
                  <a:pt x="4026697" y="61486"/>
                  <a:pt x="4032955" y="61486"/>
                </a:cubicBezTo>
                <a:cubicBezTo>
                  <a:pt x="4040845" y="61486"/>
                  <a:pt x="4049694" y="68863"/>
                  <a:pt x="4049694" y="83814"/>
                </a:cubicBezTo>
                <a:cubicBezTo>
                  <a:pt x="4049694" y="85608"/>
                  <a:pt x="4048897" y="86606"/>
                  <a:pt x="4046902" y="86606"/>
                </a:cubicBezTo>
                <a:lnTo>
                  <a:pt x="4010237" y="86606"/>
                </a:lnTo>
                <a:moveTo>
                  <a:pt x="4063444" y="120306"/>
                </a:moveTo>
                <a:cubicBezTo>
                  <a:pt x="4056468" y="127886"/>
                  <a:pt x="4047103" y="131277"/>
                  <a:pt x="4036141" y="131277"/>
                </a:cubicBezTo>
                <a:cubicBezTo>
                  <a:pt x="4029327" y="131277"/>
                  <a:pt x="4019922" y="128683"/>
                  <a:pt x="4014421" y="119908"/>
                </a:cubicBezTo>
                <a:cubicBezTo>
                  <a:pt x="4010912" y="114322"/>
                  <a:pt x="4009638" y="106185"/>
                  <a:pt x="4009638" y="94575"/>
                </a:cubicBezTo>
                <a:lnTo>
                  <a:pt x="4063842" y="94575"/>
                </a:lnTo>
                <a:cubicBezTo>
                  <a:pt x="4066034" y="94575"/>
                  <a:pt x="4067427" y="93380"/>
                  <a:pt x="4067427" y="91188"/>
                </a:cubicBezTo>
                <a:cubicBezTo>
                  <a:pt x="4067427" y="74446"/>
                  <a:pt x="4059257" y="53514"/>
                  <a:pt x="4032955" y="53514"/>
                </a:cubicBezTo>
                <a:cubicBezTo>
                  <a:pt x="4012427" y="53514"/>
                  <a:pt x="3992103" y="70058"/>
                  <a:pt x="3992103" y="99365"/>
                </a:cubicBezTo>
                <a:cubicBezTo>
                  <a:pt x="3992103" y="110691"/>
                  <a:pt x="3994413" y="121863"/>
                  <a:pt x="4001070" y="129881"/>
                </a:cubicBezTo>
                <a:cubicBezTo>
                  <a:pt x="4007923" y="138131"/>
                  <a:pt x="4019323" y="143032"/>
                  <a:pt x="4032754" y="143032"/>
                </a:cubicBezTo>
                <a:cubicBezTo>
                  <a:pt x="4047103" y="143032"/>
                  <a:pt x="4059856" y="135662"/>
                  <a:pt x="4067427" y="125293"/>
                </a:cubicBezTo>
                <a:lnTo>
                  <a:pt x="4063444" y="120306"/>
                </a:lnTo>
                <a:close/>
                <a:moveTo>
                  <a:pt x="4182411" y="111546"/>
                </a:moveTo>
                <a:cubicBezTo>
                  <a:pt x="4182411" y="126907"/>
                  <a:pt x="4182012" y="130900"/>
                  <a:pt x="4180817" y="141074"/>
                </a:cubicBezTo>
                <a:lnTo>
                  <a:pt x="4181015" y="141670"/>
                </a:lnTo>
                <a:cubicBezTo>
                  <a:pt x="4181015" y="141670"/>
                  <a:pt x="4187194" y="141074"/>
                  <a:pt x="4190380" y="141074"/>
                </a:cubicBezTo>
                <a:cubicBezTo>
                  <a:pt x="4193570" y="141074"/>
                  <a:pt x="4196957" y="141670"/>
                  <a:pt x="4198751" y="141670"/>
                </a:cubicBezTo>
                <a:cubicBezTo>
                  <a:pt x="4198949" y="141670"/>
                  <a:pt x="4199150" y="141272"/>
                  <a:pt x="4199150" y="141074"/>
                </a:cubicBezTo>
                <a:cubicBezTo>
                  <a:pt x="4198353" y="129501"/>
                  <a:pt x="4197955" y="123119"/>
                  <a:pt x="4197955" y="111546"/>
                </a:cubicBezTo>
                <a:lnTo>
                  <a:pt x="4207916" y="111546"/>
                </a:lnTo>
                <a:cubicBezTo>
                  <a:pt x="4210707" y="111546"/>
                  <a:pt x="4213697" y="106963"/>
                  <a:pt x="4213697" y="104771"/>
                </a:cubicBezTo>
                <a:cubicBezTo>
                  <a:pt x="4213697" y="102977"/>
                  <a:pt x="4212699" y="101581"/>
                  <a:pt x="4210707" y="101581"/>
                </a:cubicBezTo>
                <a:lnTo>
                  <a:pt x="4197955" y="101581"/>
                </a:lnTo>
                <a:lnTo>
                  <a:pt x="4197955" y="51057"/>
                </a:lnTo>
                <a:cubicBezTo>
                  <a:pt x="4197955" y="44492"/>
                  <a:pt x="4198152" y="30766"/>
                  <a:pt x="4199150" y="21616"/>
                </a:cubicBezTo>
                <a:cubicBezTo>
                  <a:pt x="4199150" y="21218"/>
                  <a:pt x="4198949" y="20820"/>
                  <a:pt x="4198751" y="20820"/>
                </a:cubicBezTo>
                <a:cubicBezTo>
                  <a:pt x="4196957" y="20820"/>
                  <a:pt x="4193968" y="21616"/>
                  <a:pt x="4190979" y="21616"/>
                </a:cubicBezTo>
                <a:cubicBezTo>
                  <a:pt x="4187790" y="21616"/>
                  <a:pt x="4184205" y="20820"/>
                  <a:pt x="4184205" y="20820"/>
                </a:cubicBezTo>
                <a:cubicBezTo>
                  <a:pt x="4184205" y="20820"/>
                  <a:pt x="4183408" y="21419"/>
                  <a:pt x="4183408" y="21616"/>
                </a:cubicBezTo>
                <a:cubicBezTo>
                  <a:pt x="4171251" y="38325"/>
                  <a:pt x="4142556" y="82087"/>
                  <a:pt x="4132193" y="99793"/>
                </a:cubicBezTo>
                <a:cubicBezTo>
                  <a:pt x="4130198" y="103375"/>
                  <a:pt x="4129602" y="105568"/>
                  <a:pt x="4129602" y="107562"/>
                </a:cubicBezTo>
                <a:cubicBezTo>
                  <a:pt x="4129602" y="110551"/>
                  <a:pt x="4134185" y="111546"/>
                  <a:pt x="4141358" y="111546"/>
                </a:cubicBezTo>
                <a:lnTo>
                  <a:pt x="4182411" y="111546"/>
                </a:lnTo>
                <a:moveTo>
                  <a:pt x="4182411" y="39122"/>
                </a:moveTo>
                <a:lnTo>
                  <a:pt x="4182411" y="101581"/>
                </a:lnTo>
                <a:lnTo>
                  <a:pt x="4141957" y="101581"/>
                </a:lnTo>
                <a:lnTo>
                  <a:pt x="4182411" y="39122"/>
                </a:lnTo>
                <a:close/>
                <a:moveTo>
                  <a:pt x="4250363" y="124894"/>
                </a:moveTo>
                <a:lnTo>
                  <a:pt x="4250363" y="73251"/>
                </a:lnTo>
                <a:cubicBezTo>
                  <a:pt x="4258135" y="65275"/>
                  <a:pt x="4263118" y="61486"/>
                  <a:pt x="4271289" y="61486"/>
                </a:cubicBezTo>
                <a:cubicBezTo>
                  <a:pt x="4283442" y="61486"/>
                  <a:pt x="4294204" y="71496"/>
                  <a:pt x="4294204" y="96379"/>
                </a:cubicBezTo>
                <a:cubicBezTo>
                  <a:pt x="4294204" y="121106"/>
                  <a:pt x="4286830" y="135063"/>
                  <a:pt x="4267901" y="135063"/>
                </a:cubicBezTo>
                <a:cubicBezTo>
                  <a:pt x="4261723" y="135063"/>
                  <a:pt x="4254349" y="129878"/>
                  <a:pt x="4250363" y="124894"/>
                </a:cubicBezTo>
                <a:moveTo>
                  <a:pt x="4250363" y="41369"/>
                </a:moveTo>
                <a:cubicBezTo>
                  <a:pt x="4250363" y="26634"/>
                  <a:pt x="4250603" y="16122"/>
                  <a:pt x="4251561" y="3935"/>
                </a:cubicBezTo>
                <a:cubicBezTo>
                  <a:pt x="4251561" y="2542"/>
                  <a:pt x="4251001" y="1943"/>
                  <a:pt x="4249767" y="1943"/>
                </a:cubicBezTo>
                <a:cubicBezTo>
                  <a:pt x="4244783" y="3935"/>
                  <a:pt x="4240520" y="5330"/>
                  <a:pt x="4232428" y="5926"/>
                </a:cubicBezTo>
                <a:lnTo>
                  <a:pt x="4232030" y="6525"/>
                </a:lnTo>
                <a:cubicBezTo>
                  <a:pt x="4233584" y="15045"/>
                  <a:pt x="4234420" y="29820"/>
                  <a:pt x="4234420" y="44954"/>
                </a:cubicBezTo>
                <a:lnTo>
                  <a:pt x="4234420" y="126488"/>
                </a:lnTo>
                <a:cubicBezTo>
                  <a:pt x="4234420" y="134266"/>
                  <a:pt x="4234262" y="137097"/>
                  <a:pt x="4233426" y="141439"/>
                </a:cubicBezTo>
                <a:cubicBezTo>
                  <a:pt x="4234621" y="142634"/>
                  <a:pt x="4236932" y="143032"/>
                  <a:pt x="4239005" y="143032"/>
                </a:cubicBezTo>
                <a:cubicBezTo>
                  <a:pt x="4241198" y="140642"/>
                  <a:pt x="4243509" y="137255"/>
                  <a:pt x="4245580" y="133268"/>
                </a:cubicBezTo>
                <a:cubicBezTo>
                  <a:pt x="4251360" y="138252"/>
                  <a:pt x="4260528" y="143032"/>
                  <a:pt x="4269096" y="143032"/>
                </a:cubicBezTo>
                <a:cubicBezTo>
                  <a:pt x="4289421" y="143032"/>
                  <a:pt x="4311940" y="128683"/>
                  <a:pt x="4311940" y="94785"/>
                </a:cubicBezTo>
                <a:cubicBezTo>
                  <a:pt x="4311940" y="70459"/>
                  <a:pt x="4294602" y="53514"/>
                  <a:pt x="4275272" y="53514"/>
                </a:cubicBezTo>
                <a:cubicBezTo>
                  <a:pt x="4265709" y="53514"/>
                  <a:pt x="4257140" y="56104"/>
                  <a:pt x="4250363" y="63481"/>
                </a:cubicBezTo>
                <a:lnTo>
                  <a:pt x="4250363" y="41369"/>
                </a:lnTo>
                <a:close/>
                <a:moveTo>
                  <a:pt x="4369532" y="90869"/>
                </a:moveTo>
                <a:cubicBezTo>
                  <a:pt x="4369532" y="81902"/>
                  <a:pt x="4368735" y="35868"/>
                  <a:pt x="4327284" y="0"/>
                </a:cubicBezTo>
                <a:lnTo>
                  <a:pt x="4322702" y="3387"/>
                </a:lnTo>
                <a:cubicBezTo>
                  <a:pt x="4329276" y="10959"/>
                  <a:pt x="4352990" y="38459"/>
                  <a:pt x="4352990" y="90869"/>
                </a:cubicBezTo>
                <a:cubicBezTo>
                  <a:pt x="4352990" y="143279"/>
                  <a:pt x="4329078" y="170779"/>
                  <a:pt x="4322702" y="177955"/>
                </a:cubicBezTo>
                <a:lnTo>
                  <a:pt x="4327284" y="181540"/>
                </a:lnTo>
                <a:cubicBezTo>
                  <a:pt x="4350999" y="161216"/>
                  <a:pt x="4369532" y="127935"/>
                  <a:pt x="4369532" y="90869"/>
                </a:cubicBezTo>
                <a:close/>
                <a:moveTo>
                  <a:pt x="4436886" y="90869"/>
                </a:moveTo>
                <a:cubicBezTo>
                  <a:pt x="4436886" y="99839"/>
                  <a:pt x="4437682" y="145869"/>
                  <a:pt x="4479133" y="181741"/>
                </a:cubicBezTo>
                <a:lnTo>
                  <a:pt x="4483716" y="178353"/>
                </a:lnTo>
                <a:cubicBezTo>
                  <a:pt x="4477139" y="170779"/>
                  <a:pt x="4453427" y="143279"/>
                  <a:pt x="4453427" y="90869"/>
                </a:cubicBezTo>
                <a:cubicBezTo>
                  <a:pt x="4453427" y="38459"/>
                  <a:pt x="4477339" y="10959"/>
                  <a:pt x="4483716" y="3786"/>
                </a:cubicBezTo>
                <a:lnTo>
                  <a:pt x="4479133" y="198"/>
                </a:lnTo>
                <a:cubicBezTo>
                  <a:pt x="4455419" y="20525"/>
                  <a:pt x="4436886" y="53805"/>
                  <a:pt x="4436886" y="90869"/>
                </a:cubicBezTo>
                <a:close/>
                <a:moveTo>
                  <a:pt x="4532141" y="30818"/>
                </a:moveTo>
                <a:cubicBezTo>
                  <a:pt x="4542583" y="30818"/>
                  <a:pt x="4553222" y="40420"/>
                  <a:pt x="4553222" y="54404"/>
                </a:cubicBezTo>
                <a:cubicBezTo>
                  <a:pt x="4553222" y="62736"/>
                  <a:pt x="4550832" y="73336"/>
                  <a:pt x="4545651" y="81108"/>
                </a:cubicBezTo>
                <a:cubicBezTo>
                  <a:pt x="4531341" y="102430"/>
                  <a:pt x="4508545" y="122395"/>
                  <a:pt x="4498742" y="131721"/>
                </a:cubicBezTo>
                <a:cubicBezTo>
                  <a:pt x="4498502" y="132478"/>
                  <a:pt x="4498383" y="133317"/>
                  <a:pt x="4498383" y="134232"/>
                </a:cubicBezTo>
                <a:cubicBezTo>
                  <a:pt x="4498383" y="137221"/>
                  <a:pt x="4499377" y="140372"/>
                  <a:pt x="4500414" y="142084"/>
                </a:cubicBezTo>
                <a:cubicBezTo>
                  <a:pt x="4515122" y="141685"/>
                  <a:pt x="4523569" y="141089"/>
                  <a:pt x="4538119" y="141089"/>
                </a:cubicBezTo>
                <a:cubicBezTo>
                  <a:pt x="4552465" y="141089"/>
                  <a:pt x="4558525" y="141488"/>
                  <a:pt x="4572753" y="142084"/>
                </a:cubicBezTo>
                <a:cubicBezTo>
                  <a:pt x="4572434" y="140013"/>
                  <a:pt x="4572114" y="137659"/>
                  <a:pt x="4572114" y="135506"/>
                </a:cubicBezTo>
                <a:cubicBezTo>
                  <a:pt x="4572114" y="132280"/>
                  <a:pt x="4572355" y="129170"/>
                  <a:pt x="4573112" y="126141"/>
                </a:cubicBezTo>
                <a:cubicBezTo>
                  <a:pt x="4561873" y="127138"/>
                  <a:pt x="4555774" y="127737"/>
                  <a:pt x="4536644" y="127737"/>
                </a:cubicBezTo>
                <a:cubicBezTo>
                  <a:pt x="4529669" y="127737"/>
                  <a:pt x="4525844" y="127737"/>
                  <a:pt x="4520383" y="128136"/>
                </a:cubicBezTo>
                <a:cubicBezTo>
                  <a:pt x="4520222" y="127816"/>
                  <a:pt x="4520142" y="127537"/>
                  <a:pt x="4520142" y="127138"/>
                </a:cubicBezTo>
                <a:cubicBezTo>
                  <a:pt x="4520142" y="125265"/>
                  <a:pt x="4522177" y="123152"/>
                  <a:pt x="4523651" y="121759"/>
                </a:cubicBezTo>
                <a:cubicBezTo>
                  <a:pt x="4533336" y="112394"/>
                  <a:pt x="4542702" y="103427"/>
                  <a:pt x="4555892" y="85690"/>
                </a:cubicBezTo>
                <a:cubicBezTo>
                  <a:pt x="4563226" y="75769"/>
                  <a:pt x="4570360" y="62973"/>
                  <a:pt x="4570360" y="51695"/>
                </a:cubicBezTo>
                <a:cubicBezTo>
                  <a:pt x="4570360" y="32697"/>
                  <a:pt x="4557647" y="19461"/>
                  <a:pt x="4535407" y="19461"/>
                </a:cubicBezTo>
                <a:cubicBezTo>
                  <a:pt x="4517275" y="19461"/>
                  <a:pt x="4505635" y="29623"/>
                  <a:pt x="4501092" y="35619"/>
                </a:cubicBezTo>
                <a:lnTo>
                  <a:pt x="4505398" y="49424"/>
                </a:lnTo>
                <a:lnTo>
                  <a:pt x="4508028" y="49624"/>
                </a:lnTo>
                <a:cubicBezTo>
                  <a:pt x="4510777" y="43622"/>
                  <a:pt x="4511735" y="39459"/>
                  <a:pt x="4516795" y="35418"/>
                </a:cubicBezTo>
                <a:cubicBezTo>
                  <a:pt x="4520781" y="32219"/>
                  <a:pt x="4526561" y="30818"/>
                  <a:pt x="4532141" y="30818"/>
                </a:cubicBezTo>
                <a:close/>
                <a:moveTo>
                  <a:pt x="4626994" y="27230"/>
                </a:moveTo>
                <a:cubicBezTo>
                  <a:pt x="4630385" y="27230"/>
                  <a:pt x="4633571" y="28428"/>
                  <a:pt x="4635764" y="30419"/>
                </a:cubicBezTo>
                <a:cubicBezTo>
                  <a:pt x="4641942" y="35604"/>
                  <a:pt x="4647321" y="51151"/>
                  <a:pt x="4647321" y="77858"/>
                </a:cubicBezTo>
                <a:cubicBezTo>
                  <a:pt x="4647321" y="96196"/>
                  <a:pt x="4646722" y="106559"/>
                  <a:pt x="4643934" y="116724"/>
                </a:cubicBezTo>
                <a:cubicBezTo>
                  <a:pt x="4639549" y="133268"/>
                  <a:pt x="4629786" y="135263"/>
                  <a:pt x="4626198" y="135263"/>
                </a:cubicBezTo>
                <a:cubicBezTo>
                  <a:pt x="4607664" y="135263"/>
                  <a:pt x="4605475" y="101180"/>
                  <a:pt x="4605475" y="83839"/>
                </a:cubicBezTo>
                <a:cubicBezTo>
                  <a:pt x="4605475" y="34606"/>
                  <a:pt x="4617830" y="27230"/>
                  <a:pt x="4626994" y="27230"/>
                </a:cubicBezTo>
                <a:moveTo>
                  <a:pt x="4626000" y="143032"/>
                </a:moveTo>
                <a:cubicBezTo>
                  <a:pt x="4641343" y="143032"/>
                  <a:pt x="4664459" y="126092"/>
                  <a:pt x="4664459" y="79454"/>
                </a:cubicBezTo>
                <a:cubicBezTo>
                  <a:pt x="4664459" y="48360"/>
                  <a:pt x="4653102" y="33013"/>
                  <a:pt x="4645926" y="26433"/>
                </a:cubicBezTo>
                <a:cubicBezTo>
                  <a:pt x="4640547" y="21452"/>
                  <a:pt x="4634170" y="19458"/>
                  <a:pt x="4626994" y="19458"/>
                </a:cubicBezTo>
                <a:cubicBezTo>
                  <a:pt x="4607068" y="19458"/>
                  <a:pt x="4588335" y="44172"/>
                  <a:pt x="4588335" y="83440"/>
                </a:cubicBezTo>
                <a:cubicBezTo>
                  <a:pt x="4588335" y="115730"/>
                  <a:pt x="4601288" y="143032"/>
                  <a:pt x="4626000" y="143032"/>
                </a:cubicBezTo>
                <a:close/>
                <a:moveTo>
                  <a:pt x="4719658" y="27230"/>
                </a:moveTo>
                <a:cubicBezTo>
                  <a:pt x="4723048" y="27230"/>
                  <a:pt x="4726235" y="28428"/>
                  <a:pt x="4728427" y="30419"/>
                </a:cubicBezTo>
                <a:cubicBezTo>
                  <a:pt x="4734606" y="35604"/>
                  <a:pt x="4739985" y="51151"/>
                  <a:pt x="4739985" y="77858"/>
                </a:cubicBezTo>
                <a:cubicBezTo>
                  <a:pt x="4739985" y="96196"/>
                  <a:pt x="4739386" y="106559"/>
                  <a:pt x="4736597" y="116724"/>
                </a:cubicBezTo>
                <a:cubicBezTo>
                  <a:pt x="4732213" y="133268"/>
                  <a:pt x="4722449" y="135263"/>
                  <a:pt x="4718861" y="135263"/>
                </a:cubicBezTo>
                <a:cubicBezTo>
                  <a:pt x="4700328" y="135263"/>
                  <a:pt x="4698138" y="101180"/>
                  <a:pt x="4698138" y="83839"/>
                </a:cubicBezTo>
                <a:cubicBezTo>
                  <a:pt x="4698138" y="34606"/>
                  <a:pt x="4710493" y="27230"/>
                  <a:pt x="4719658" y="27230"/>
                </a:cubicBezTo>
                <a:moveTo>
                  <a:pt x="4718663" y="143032"/>
                </a:moveTo>
                <a:cubicBezTo>
                  <a:pt x="4734007" y="143032"/>
                  <a:pt x="4757122" y="126092"/>
                  <a:pt x="4757122" y="79454"/>
                </a:cubicBezTo>
                <a:cubicBezTo>
                  <a:pt x="4757122" y="48360"/>
                  <a:pt x="4745765" y="33013"/>
                  <a:pt x="4738589" y="26433"/>
                </a:cubicBezTo>
                <a:cubicBezTo>
                  <a:pt x="4733210" y="21452"/>
                  <a:pt x="4726834" y="19458"/>
                  <a:pt x="4719658" y="19458"/>
                </a:cubicBezTo>
                <a:cubicBezTo>
                  <a:pt x="4699732" y="19458"/>
                  <a:pt x="4680998" y="44172"/>
                  <a:pt x="4680998" y="83440"/>
                </a:cubicBezTo>
                <a:cubicBezTo>
                  <a:pt x="4680998" y="115730"/>
                  <a:pt x="4693951" y="143032"/>
                  <a:pt x="4718663" y="143032"/>
                </a:cubicBezTo>
                <a:close/>
                <a:moveTo>
                  <a:pt x="4812322" y="27230"/>
                </a:moveTo>
                <a:cubicBezTo>
                  <a:pt x="4815712" y="27230"/>
                  <a:pt x="4818899" y="28428"/>
                  <a:pt x="4821091" y="30419"/>
                </a:cubicBezTo>
                <a:cubicBezTo>
                  <a:pt x="4827270" y="35604"/>
                  <a:pt x="4832649" y="51151"/>
                  <a:pt x="4832649" y="77858"/>
                </a:cubicBezTo>
                <a:cubicBezTo>
                  <a:pt x="4832649" y="96196"/>
                  <a:pt x="4832050" y="106559"/>
                  <a:pt x="4829262" y="116724"/>
                </a:cubicBezTo>
                <a:cubicBezTo>
                  <a:pt x="4824877" y="133268"/>
                  <a:pt x="4815113" y="135263"/>
                  <a:pt x="4811525" y="135263"/>
                </a:cubicBezTo>
                <a:cubicBezTo>
                  <a:pt x="4792992" y="135263"/>
                  <a:pt x="4790803" y="101180"/>
                  <a:pt x="4790803" y="83839"/>
                </a:cubicBezTo>
                <a:cubicBezTo>
                  <a:pt x="4790803" y="34606"/>
                  <a:pt x="4803157" y="27230"/>
                  <a:pt x="4812322" y="27230"/>
                </a:cubicBezTo>
                <a:moveTo>
                  <a:pt x="4811328" y="143032"/>
                </a:moveTo>
                <a:cubicBezTo>
                  <a:pt x="4826671" y="143032"/>
                  <a:pt x="4849787" y="126092"/>
                  <a:pt x="4849787" y="79454"/>
                </a:cubicBezTo>
                <a:cubicBezTo>
                  <a:pt x="4849787" y="48360"/>
                  <a:pt x="4838430" y="33013"/>
                  <a:pt x="4831254" y="26433"/>
                </a:cubicBezTo>
                <a:cubicBezTo>
                  <a:pt x="4825875" y="21452"/>
                  <a:pt x="4819498" y="19458"/>
                  <a:pt x="4812322" y="19458"/>
                </a:cubicBezTo>
                <a:cubicBezTo>
                  <a:pt x="4792396" y="19458"/>
                  <a:pt x="4773662" y="44172"/>
                  <a:pt x="4773662" y="83440"/>
                </a:cubicBezTo>
                <a:cubicBezTo>
                  <a:pt x="4773662" y="115730"/>
                  <a:pt x="4786616" y="143032"/>
                  <a:pt x="4811328" y="143032"/>
                </a:cubicBezTo>
                <a:close/>
                <a:moveTo>
                  <a:pt x="4868519" y="120905"/>
                </a:moveTo>
                <a:lnTo>
                  <a:pt x="4865131" y="137653"/>
                </a:lnTo>
                <a:cubicBezTo>
                  <a:pt x="4876491" y="141640"/>
                  <a:pt x="4887651" y="143032"/>
                  <a:pt x="4895222" y="143032"/>
                </a:cubicBezTo>
                <a:cubicBezTo>
                  <a:pt x="4922722" y="143032"/>
                  <a:pt x="4929099" y="126688"/>
                  <a:pt x="4929099" y="115721"/>
                </a:cubicBezTo>
                <a:cubicBezTo>
                  <a:pt x="4929099" y="99371"/>
                  <a:pt x="4916145" y="92991"/>
                  <a:pt x="4901997" y="89601"/>
                </a:cubicBezTo>
                <a:cubicBezTo>
                  <a:pt x="4894465" y="87807"/>
                  <a:pt x="4883467" y="84018"/>
                  <a:pt x="4883467" y="74048"/>
                </a:cubicBezTo>
                <a:cubicBezTo>
                  <a:pt x="4883467" y="65871"/>
                  <a:pt x="4890041" y="61486"/>
                  <a:pt x="4898610" y="61486"/>
                </a:cubicBezTo>
                <a:cubicBezTo>
                  <a:pt x="4908972" y="61486"/>
                  <a:pt x="4915349" y="69660"/>
                  <a:pt x="4919934" y="75045"/>
                </a:cubicBezTo>
                <a:lnTo>
                  <a:pt x="4922722" y="74844"/>
                </a:lnTo>
                <a:lnTo>
                  <a:pt x="4926709" y="60091"/>
                </a:lnTo>
                <a:lnTo>
                  <a:pt x="4926310" y="59495"/>
                </a:lnTo>
                <a:cubicBezTo>
                  <a:pt x="4920530" y="56506"/>
                  <a:pt x="4909571" y="53514"/>
                  <a:pt x="4899406" y="53514"/>
                </a:cubicBezTo>
                <a:cubicBezTo>
                  <a:pt x="4884662" y="53514"/>
                  <a:pt x="4869315" y="61286"/>
                  <a:pt x="4869315" y="77836"/>
                </a:cubicBezTo>
                <a:cubicBezTo>
                  <a:pt x="4869315" y="93788"/>
                  <a:pt x="4881235" y="99051"/>
                  <a:pt x="4893231" y="102363"/>
                </a:cubicBezTo>
                <a:cubicBezTo>
                  <a:pt x="4904788" y="105552"/>
                  <a:pt x="4913357" y="108742"/>
                  <a:pt x="4913357" y="118512"/>
                </a:cubicBezTo>
                <a:cubicBezTo>
                  <a:pt x="4913357" y="129081"/>
                  <a:pt x="4905585" y="135063"/>
                  <a:pt x="4895025" y="135063"/>
                </a:cubicBezTo>
                <a:cubicBezTo>
                  <a:pt x="4885458" y="135063"/>
                  <a:pt x="4877087" y="128482"/>
                  <a:pt x="4871508" y="120707"/>
                </a:cubicBezTo>
                <a:lnTo>
                  <a:pt x="4868519" y="120905"/>
                </a:lnTo>
                <a:close/>
                <a:moveTo>
                  <a:pt x="5079155" y="77645"/>
                </a:moveTo>
                <a:lnTo>
                  <a:pt x="5000440" y="77645"/>
                </a:lnTo>
                <a:lnTo>
                  <a:pt x="5000440" y="87411"/>
                </a:lnTo>
                <a:lnTo>
                  <a:pt x="5079155" y="87411"/>
                </a:lnTo>
                <a:lnTo>
                  <a:pt x="5079155" y="77645"/>
                </a:lnTo>
                <a:moveTo>
                  <a:pt x="5079155" y="102554"/>
                </a:moveTo>
                <a:lnTo>
                  <a:pt x="5000440" y="102554"/>
                </a:lnTo>
                <a:lnTo>
                  <a:pt x="5000440" y="112321"/>
                </a:lnTo>
                <a:lnTo>
                  <a:pt x="5079155" y="112321"/>
                </a:lnTo>
                <a:lnTo>
                  <a:pt x="5079155" y="1025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3A6921-B369-472F-8058-EF9F9D89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9184" y="6503241"/>
            <a:ext cx="446456" cy="10"/>
          </a:xfrm>
          <a:custGeom xmlns:a="http://schemas.openxmlformats.org/drawingml/2006/main">
            <a:pathLst>
              <a:path w="446456" h="1" fill="none">
                <a:moveTo>
                  <a:pt x="0" y="0"/>
                </a:moveTo>
                <a:lnTo>
                  <a:pt x="4464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8601" cap="flat">
            <a:solidFill>
              <a:srgbClr val="000000"/>
            </a:solidFill>
            <a:miter/>
          </a:ln>
        </p:spPr>
      </p:sp>
      <p:sp>
        <p:nvSpPr>
          <p:cNvPr id="551" name="Text blackto">
            <a:extLst xmlns:a="http://schemas.openxmlformats.org/drawingml/2006/main">
              <a:ext uri="{FF2B5EF4-FFF2-40B4-BE49-F238E27FC236}">
                <a16:creationId xmlns:a16="http://schemas.microsoft.com/office/drawing/2014/main" id="{A5FB973A-ACC4-42DA-82DD-F455718D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47" y="6303834"/>
            <a:ext cx="627919" cy="141089"/>
          </a:xfrm>
          <a:custGeom xmlns:a="http://schemas.openxmlformats.org/drawingml/2006/main">
            <a:pathLst>
              <a:path w="627919" h="141089">
                <a:moveTo>
                  <a:pt x="18332" y="122951"/>
                </a:moveTo>
                <a:lnTo>
                  <a:pt x="18332" y="71308"/>
                </a:lnTo>
                <a:cubicBezTo>
                  <a:pt x="26105" y="63332"/>
                  <a:pt x="31088" y="59543"/>
                  <a:pt x="39259" y="59543"/>
                </a:cubicBezTo>
                <a:cubicBezTo>
                  <a:pt x="51412" y="59543"/>
                  <a:pt x="62174" y="69553"/>
                  <a:pt x="62174" y="94436"/>
                </a:cubicBezTo>
                <a:cubicBezTo>
                  <a:pt x="62174" y="119163"/>
                  <a:pt x="54800" y="133119"/>
                  <a:pt x="35871" y="133119"/>
                </a:cubicBezTo>
                <a:cubicBezTo>
                  <a:pt x="29693" y="133119"/>
                  <a:pt x="22319" y="127935"/>
                  <a:pt x="18332" y="122951"/>
                </a:cubicBezTo>
                <a:moveTo>
                  <a:pt x="18332" y="39426"/>
                </a:moveTo>
                <a:cubicBezTo>
                  <a:pt x="18332" y="24691"/>
                  <a:pt x="18573" y="14179"/>
                  <a:pt x="19531" y="1992"/>
                </a:cubicBezTo>
                <a:cubicBezTo>
                  <a:pt x="19531" y="599"/>
                  <a:pt x="18971" y="0"/>
                  <a:pt x="17736" y="0"/>
                </a:cubicBezTo>
                <a:cubicBezTo>
                  <a:pt x="12753" y="1992"/>
                  <a:pt x="8490" y="3387"/>
                  <a:pt x="398" y="3983"/>
                </a:cubicBezTo>
                <a:lnTo>
                  <a:pt x="0" y="4582"/>
                </a:lnTo>
                <a:cubicBezTo>
                  <a:pt x="1554" y="13102"/>
                  <a:pt x="2390" y="27877"/>
                  <a:pt x="2390" y="43011"/>
                </a:cubicBezTo>
                <a:lnTo>
                  <a:pt x="2390" y="124545"/>
                </a:lnTo>
                <a:cubicBezTo>
                  <a:pt x="2390" y="132323"/>
                  <a:pt x="2232" y="135154"/>
                  <a:pt x="1396" y="139496"/>
                </a:cubicBezTo>
                <a:cubicBezTo>
                  <a:pt x="2591" y="140691"/>
                  <a:pt x="4902" y="141089"/>
                  <a:pt x="6975" y="141089"/>
                </a:cubicBezTo>
                <a:cubicBezTo>
                  <a:pt x="9168" y="138699"/>
                  <a:pt x="11479" y="135312"/>
                  <a:pt x="13549" y="131325"/>
                </a:cubicBezTo>
                <a:cubicBezTo>
                  <a:pt x="19330" y="136309"/>
                  <a:pt x="28498" y="141089"/>
                  <a:pt x="37066" y="141089"/>
                </a:cubicBezTo>
                <a:cubicBezTo>
                  <a:pt x="57390" y="141089"/>
                  <a:pt x="79910" y="126740"/>
                  <a:pt x="79910" y="92842"/>
                </a:cubicBezTo>
                <a:cubicBezTo>
                  <a:pt x="79910" y="68516"/>
                  <a:pt x="62572" y="51571"/>
                  <a:pt x="43242" y="51571"/>
                </a:cubicBezTo>
                <a:cubicBezTo>
                  <a:pt x="33679" y="51571"/>
                  <a:pt x="25110" y="54161"/>
                  <a:pt x="18332" y="61538"/>
                </a:cubicBezTo>
                <a:lnTo>
                  <a:pt x="18332" y="39426"/>
                </a:lnTo>
                <a:close/>
                <a:moveTo>
                  <a:pt x="104422" y="99264"/>
                </a:moveTo>
                <a:cubicBezTo>
                  <a:pt x="104422" y="114097"/>
                  <a:pt x="104142" y="128446"/>
                  <a:pt x="102628" y="139131"/>
                </a:cubicBezTo>
                <a:lnTo>
                  <a:pt x="103026" y="139727"/>
                </a:lnTo>
                <a:cubicBezTo>
                  <a:pt x="105416" y="139329"/>
                  <a:pt x="110002" y="139131"/>
                  <a:pt x="112392" y="139131"/>
                </a:cubicBezTo>
                <a:cubicBezTo>
                  <a:pt x="114785" y="139131"/>
                  <a:pt x="119367" y="139329"/>
                  <a:pt x="121757" y="139727"/>
                </a:cubicBezTo>
                <a:lnTo>
                  <a:pt x="122155" y="139131"/>
                </a:lnTo>
                <a:cubicBezTo>
                  <a:pt x="120601" y="127768"/>
                  <a:pt x="120364" y="114255"/>
                  <a:pt x="120364" y="99264"/>
                </a:cubicBezTo>
                <a:lnTo>
                  <a:pt x="120364" y="39468"/>
                </a:lnTo>
                <a:cubicBezTo>
                  <a:pt x="120364" y="24520"/>
                  <a:pt x="121200" y="14592"/>
                  <a:pt x="122155" y="1995"/>
                </a:cubicBezTo>
                <a:cubicBezTo>
                  <a:pt x="122155" y="599"/>
                  <a:pt x="121599" y="0"/>
                  <a:pt x="120364" y="0"/>
                </a:cubicBezTo>
                <a:cubicBezTo>
                  <a:pt x="115381" y="1995"/>
                  <a:pt x="111117" y="3390"/>
                  <a:pt x="103026" y="3989"/>
                </a:cubicBezTo>
                <a:lnTo>
                  <a:pt x="102628" y="4585"/>
                </a:lnTo>
                <a:cubicBezTo>
                  <a:pt x="104182" y="13118"/>
                  <a:pt x="104422" y="27908"/>
                  <a:pt x="104422" y="43057"/>
                </a:cubicBezTo>
                <a:lnTo>
                  <a:pt x="104422" y="99264"/>
                </a:lnTo>
                <a:close/>
                <a:moveTo>
                  <a:pt x="198481" y="94238"/>
                </a:moveTo>
                <a:lnTo>
                  <a:pt x="197684" y="117968"/>
                </a:lnTo>
                <a:cubicBezTo>
                  <a:pt x="197684" y="120558"/>
                  <a:pt x="196486" y="121954"/>
                  <a:pt x="194892" y="123152"/>
                </a:cubicBezTo>
                <a:cubicBezTo>
                  <a:pt x="189313" y="127339"/>
                  <a:pt x="182538" y="130927"/>
                  <a:pt x="176560" y="130927"/>
                </a:cubicBezTo>
                <a:cubicBezTo>
                  <a:pt x="167593" y="130927"/>
                  <a:pt x="161813" y="124946"/>
                  <a:pt x="161813" y="118764"/>
                </a:cubicBezTo>
                <a:cubicBezTo>
                  <a:pt x="161813" y="109791"/>
                  <a:pt x="165997" y="103010"/>
                  <a:pt x="181541" y="98823"/>
                </a:cubicBezTo>
                <a:lnTo>
                  <a:pt x="198481" y="94238"/>
                </a:lnTo>
                <a:moveTo>
                  <a:pt x="198481" y="129531"/>
                </a:moveTo>
                <a:cubicBezTo>
                  <a:pt x="200791" y="137304"/>
                  <a:pt x="206730" y="141089"/>
                  <a:pt x="214025" y="141089"/>
                </a:cubicBezTo>
                <a:cubicBezTo>
                  <a:pt x="219045" y="141089"/>
                  <a:pt x="225184" y="139894"/>
                  <a:pt x="229885" y="134914"/>
                </a:cubicBezTo>
                <a:lnTo>
                  <a:pt x="228410" y="129969"/>
                </a:lnTo>
                <a:cubicBezTo>
                  <a:pt x="226218" y="130729"/>
                  <a:pt x="224546" y="131006"/>
                  <a:pt x="223031" y="131006"/>
                </a:cubicBezTo>
                <a:cubicBezTo>
                  <a:pt x="221037" y="131006"/>
                  <a:pt x="218406" y="130647"/>
                  <a:pt x="217172" y="129531"/>
                </a:cubicBezTo>
                <a:cubicBezTo>
                  <a:pt x="215141" y="127698"/>
                  <a:pt x="213864" y="122833"/>
                  <a:pt x="213864" y="113978"/>
                </a:cubicBezTo>
                <a:cubicBezTo>
                  <a:pt x="213864" y="108195"/>
                  <a:pt x="214423" y="86064"/>
                  <a:pt x="214423" y="83869"/>
                </a:cubicBezTo>
                <a:cubicBezTo>
                  <a:pt x="214423" y="56953"/>
                  <a:pt x="196687" y="51571"/>
                  <a:pt x="181541" y="51571"/>
                </a:cubicBezTo>
                <a:cubicBezTo>
                  <a:pt x="166395" y="51571"/>
                  <a:pt x="157230" y="58944"/>
                  <a:pt x="152246" y="63131"/>
                </a:cubicBezTo>
                <a:lnTo>
                  <a:pt x="151650" y="63931"/>
                </a:lnTo>
                <a:lnTo>
                  <a:pt x="155038" y="77289"/>
                </a:lnTo>
                <a:lnTo>
                  <a:pt x="157629" y="77490"/>
                </a:lnTo>
                <a:cubicBezTo>
                  <a:pt x="163208" y="68516"/>
                  <a:pt x="169983" y="60541"/>
                  <a:pt x="179549" y="60541"/>
                </a:cubicBezTo>
                <a:cubicBezTo>
                  <a:pt x="186722" y="60541"/>
                  <a:pt x="198678" y="61538"/>
                  <a:pt x="198678" y="84070"/>
                </a:cubicBezTo>
                <a:cubicBezTo>
                  <a:pt x="198678" y="85465"/>
                  <a:pt x="197882" y="86262"/>
                  <a:pt x="197282" y="86463"/>
                </a:cubicBezTo>
                <a:lnTo>
                  <a:pt x="178752" y="90650"/>
                </a:lnTo>
                <a:cubicBezTo>
                  <a:pt x="158425" y="95235"/>
                  <a:pt x="145672" y="106002"/>
                  <a:pt x="145672" y="119561"/>
                </a:cubicBezTo>
                <a:cubicBezTo>
                  <a:pt x="145672" y="134314"/>
                  <a:pt x="155834" y="141089"/>
                  <a:pt x="170582" y="141089"/>
                </a:cubicBezTo>
                <a:cubicBezTo>
                  <a:pt x="181541" y="141089"/>
                  <a:pt x="187120" y="138502"/>
                  <a:pt x="197684" y="129531"/>
                </a:cubicBezTo>
                <a:lnTo>
                  <a:pt x="198481" y="129531"/>
                </a:lnTo>
                <a:close/>
                <a:moveTo>
                  <a:pt x="282376" y="59543"/>
                </a:moveTo>
                <a:cubicBezTo>
                  <a:pt x="290066" y="59543"/>
                  <a:pt x="297042" y="65205"/>
                  <a:pt x="302302" y="74297"/>
                </a:cubicBezTo>
                <a:lnTo>
                  <a:pt x="304893" y="74099"/>
                </a:lnTo>
                <a:lnTo>
                  <a:pt x="309475" y="57749"/>
                </a:lnTo>
                <a:lnTo>
                  <a:pt x="309077" y="57153"/>
                </a:lnTo>
                <a:cubicBezTo>
                  <a:pt x="302901" y="53964"/>
                  <a:pt x="292538" y="51571"/>
                  <a:pt x="282574" y="51571"/>
                </a:cubicBezTo>
                <a:cubicBezTo>
                  <a:pt x="261849" y="51571"/>
                  <a:pt x="240129" y="68516"/>
                  <a:pt x="240129" y="95634"/>
                </a:cubicBezTo>
                <a:cubicBezTo>
                  <a:pt x="240129" y="123350"/>
                  <a:pt x="255870" y="141089"/>
                  <a:pt x="280184" y="141089"/>
                </a:cubicBezTo>
                <a:cubicBezTo>
                  <a:pt x="292140" y="141089"/>
                  <a:pt x="301506" y="137106"/>
                  <a:pt x="309475" y="126941"/>
                </a:cubicBezTo>
                <a:lnTo>
                  <a:pt x="305690" y="122751"/>
                </a:lnTo>
                <a:lnTo>
                  <a:pt x="304893" y="122751"/>
                </a:lnTo>
                <a:cubicBezTo>
                  <a:pt x="297322" y="129531"/>
                  <a:pt x="290985" y="131128"/>
                  <a:pt x="283571" y="131128"/>
                </a:cubicBezTo>
                <a:cubicBezTo>
                  <a:pt x="269025" y="131128"/>
                  <a:pt x="257665" y="117968"/>
                  <a:pt x="257665" y="94636"/>
                </a:cubicBezTo>
                <a:cubicBezTo>
                  <a:pt x="257665" y="72704"/>
                  <a:pt x="269222" y="59543"/>
                  <a:pt x="282376" y="59543"/>
                </a:cubicBezTo>
                <a:close/>
                <a:moveTo>
                  <a:pt x="335981" y="99298"/>
                </a:moveTo>
                <a:cubicBezTo>
                  <a:pt x="335981" y="114115"/>
                  <a:pt x="335701" y="128455"/>
                  <a:pt x="334187" y="139131"/>
                </a:cubicBezTo>
                <a:lnTo>
                  <a:pt x="334585" y="139727"/>
                </a:lnTo>
                <a:cubicBezTo>
                  <a:pt x="336975" y="139329"/>
                  <a:pt x="341561" y="139131"/>
                  <a:pt x="343951" y="139131"/>
                </a:cubicBezTo>
                <a:cubicBezTo>
                  <a:pt x="346344" y="139131"/>
                  <a:pt x="350926" y="139329"/>
                  <a:pt x="353316" y="139727"/>
                </a:cubicBezTo>
                <a:lnTo>
                  <a:pt x="353714" y="139131"/>
                </a:lnTo>
                <a:cubicBezTo>
                  <a:pt x="352161" y="127777"/>
                  <a:pt x="351923" y="114273"/>
                  <a:pt x="351923" y="99298"/>
                </a:cubicBezTo>
                <a:lnTo>
                  <a:pt x="351923" y="97303"/>
                </a:lnTo>
                <a:cubicBezTo>
                  <a:pt x="353556" y="97345"/>
                  <a:pt x="358379" y="97941"/>
                  <a:pt x="360094" y="99495"/>
                </a:cubicBezTo>
                <a:cubicBezTo>
                  <a:pt x="373044" y="113039"/>
                  <a:pt x="377827" y="120209"/>
                  <a:pt x="391380" y="139727"/>
                </a:cubicBezTo>
                <a:cubicBezTo>
                  <a:pt x="394408" y="139371"/>
                  <a:pt x="401144" y="139131"/>
                  <a:pt x="404531" y="139131"/>
                </a:cubicBezTo>
                <a:cubicBezTo>
                  <a:pt x="407879" y="139131"/>
                  <a:pt x="414696" y="139371"/>
                  <a:pt x="416487" y="139727"/>
                </a:cubicBezTo>
                <a:lnTo>
                  <a:pt x="416885" y="139131"/>
                </a:lnTo>
                <a:cubicBezTo>
                  <a:pt x="402062" y="123477"/>
                  <a:pt x="391459" y="114671"/>
                  <a:pt x="372448" y="91723"/>
                </a:cubicBezTo>
                <a:cubicBezTo>
                  <a:pt x="380299" y="83568"/>
                  <a:pt x="399748" y="64667"/>
                  <a:pt x="412701" y="53726"/>
                </a:cubicBezTo>
                <a:lnTo>
                  <a:pt x="412303" y="53127"/>
                </a:lnTo>
                <a:cubicBezTo>
                  <a:pt x="408517" y="53726"/>
                  <a:pt x="397556" y="53726"/>
                  <a:pt x="392176" y="53726"/>
                </a:cubicBezTo>
                <a:cubicBezTo>
                  <a:pt x="383568" y="66139"/>
                  <a:pt x="368581" y="82254"/>
                  <a:pt x="360690" y="88342"/>
                </a:cubicBezTo>
                <a:cubicBezTo>
                  <a:pt x="358139" y="90291"/>
                  <a:pt x="354514" y="91088"/>
                  <a:pt x="351923" y="91285"/>
                </a:cubicBezTo>
                <a:lnTo>
                  <a:pt x="351923" y="39548"/>
                </a:lnTo>
                <a:cubicBezTo>
                  <a:pt x="351923" y="24569"/>
                  <a:pt x="352760" y="14623"/>
                  <a:pt x="353714" y="1998"/>
                </a:cubicBezTo>
                <a:cubicBezTo>
                  <a:pt x="353714" y="599"/>
                  <a:pt x="353158" y="0"/>
                  <a:pt x="351923" y="0"/>
                </a:cubicBezTo>
                <a:cubicBezTo>
                  <a:pt x="346940" y="1998"/>
                  <a:pt x="342677" y="3396"/>
                  <a:pt x="334585" y="3995"/>
                </a:cubicBezTo>
                <a:lnTo>
                  <a:pt x="334187" y="4595"/>
                </a:lnTo>
                <a:cubicBezTo>
                  <a:pt x="335741" y="13102"/>
                  <a:pt x="335981" y="27962"/>
                  <a:pt x="335981" y="43142"/>
                </a:cubicBezTo>
                <a:lnTo>
                  <a:pt x="335981" y="99298"/>
                </a:lnTo>
                <a:close/>
                <a:moveTo>
                  <a:pt x="487030" y="53711"/>
                </a:moveTo>
                <a:cubicBezTo>
                  <a:pt x="482964" y="53711"/>
                  <a:pt x="478741" y="53632"/>
                  <a:pt x="476268" y="53313"/>
                </a:cubicBezTo>
                <a:cubicBezTo>
                  <a:pt x="474915" y="56582"/>
                  <a:pt x="473839" y="58494"/>
                  <a:pt x="471887" y="61483"/>
                </a:cubicBezTo>
                <a:lnTo>
                  <a:pt x="472881" y="62879"/>
                </a:lnTo>
                <a:cubicBezTo>
                  <a:pt x="476311" y="62639"/>
                  <a:pt x="482487" y="62520"/>
                  <a:pt x="487030" y="62481"/>
                </a:cubicBezTo>
                <a:lnTo>
                  <a:pt x="487030" y="89744"/>
                </a:lnTo>
                <a:cubicBezTo>
                  <a:pt x="487030" y="101685"/>
                  <a:pt x="486434" y="116015"/>
                  <a:pt x="486434" y="121984"/>
                </a:cubicBezTo>
                <a:cubicBezTo>
                  <a:pt x="486434" y="134926"/>
                  <a:pt x="494802" y="141089"/>
                  <a:pt x="503969" y="141089"/>
                </a:cubicBezTo>
                <a:cubicBezTo>
                  <a:pt x="512340" y="141089"/>
                  <a:pt x="518717" y="139101"/>
                  <a:pt x="527085" y="133734"/>
                </a:cubicBezTo>
                <a:lnTo>
                  <a:pt x="524655" y="128829"/>
                </a:lnTo>
                <a:cubicBezTo>
                  <a:pt x="518516" y="130942"/>
                  <a:pt x="513934" y="131143"/>
                  <a:pt x="508950" y="130346"/>
                </a:cubicBezTo>
                <a:cubicBezTo>
                  <a:pt x="504210" y="129589"/>
                  <a:pt x="502376" y="124809"/>
                  <a:pt x="502376" y="114024"/>
                </a:cubicBezTo>
                <a:cubicBezTo>
                  <a:pt x="502376" y="108055"/>
                  <a:pt x="502972" y="99495"/>
                  <a:pt x="502972" y="87557"/>
                </a:cubicBezTo>
                <a:lnTo>
                  <a:pt x="502972" y="62481"/>
                </a:lnTo>
                <a:lnTo>
                  <a:pt x="510546" y="62481"/>
                </a:lnTo>
                <a:cubicBezTo>
                  <a:pt x="515329" y="62481"/>
                  <a:pt x="522262" y="62639"/>
                  <a:pt x="524893" y="62879"/>
                </a:cubicBezTo>
                <a:cubicBezTo>
                  <a:pt x="525492" y="59692"/>
                  <a:pt x="526091" y="57658"/>
                  <a:pt x="527286" y="54709"/>
                </a:cubicBezTo>
                <a:lnTo>
                  <a:pt x="526288" y="53313"/>
                </a:lnTo>
                <a:cubicBezTo>
                  <a:pt x="522700" y="53474"/>
                  <a:pt x="516923" y="53711"/>
                  <a:pt x="512340" y="53711"/>
                </a:cubicBezTo>
                <a:lnTo>
                  <a:pt x="502972" y="53711"/>
                </a:lnTo>
                <a:cubicBezTo>
                  <a:pt x="502972" y="38806"/>
                  <a:pt x="503094" y="36175"/>
                  <a:pt x="503969" y="24618"/>
                </a:cubicBezTo>
                <a:cubicBezTo>
                  <a:pt x="503969" y="23182"/>
                  <a:pt x="503413" y="22626"/>
                  <a:pt x="502175" y="22626"/>
                </a:cubicBezTo>
                <a:cubicBezTo>
                  <a:pt x="497195" y="24618"/>
                  <a:pt x="494723" y="26731"/>
                  <a:pt x="488228" y="27607"/>
                </a:cubicBezTo>
                <a:lnTo>
                  <a:pt x="487829" y="28206"/>
                </a:lnTo>
                <a:cubicBezTo>
                  <a:pt x="487431" y="35142"/>
                  <a:pt x="487030" y="42153"/>
                  <a:pt x="487030" y="53711"/>
                </a:cubicBezTo>
                <a:close/>
                <a:moveTo>
                  <a:pt x="543427" y="98224"/>
                </a:moveTo>
                <a:cubicBezTo>
                  <a:pt x="543427" y="122152"/>
                  <a:pt x="559168" y="141089"/>
                  <a:pt x="585674" y="141089"/>
                </a:cubicBezTo>
                <a:cubicBezTo>
                  <a:pt x="611977" y="141089"/>
                  <a:pt x="627919" y="122553"/>
                  <a:pt x="627919" y="96430"/>
                </a:cubicBezTo>
                <a:cubicBezTo>
                  <a:pt x="627919" y="69313"/>
                  <a:pt x="613372" y="51571"/>
                  <a:pt x="586471" y="51571"/>
                </a:cubicBezTo>
                <a:cubicBezTo>
                  <a:pt x="560363" y="51571"/>
                  <a:pt x="543427" y="69912"/>
                  <a:pt x="543427" y="98224"/>
                </a:cubicBezTo>
                <a:moveTo>
                  <a:pt x="585075" y="59543"/>
                </a:moveTo>
                <a:cubicBezTo>
                  <a:pt x="606199" y="59543"/>
                  <a:pt x="610383" y="75893"/>
                  <a:pt x="610383" y="100021"/>
                </a:cubicBezTo>
                <a:cubicBezTo>
                  <a:pt x="610383" y="118962"/>
                  <a:pt x="600817" y="133119"/>
                  <a:pt x="587465" y="133119"/>
                </a:cubicBezTo>
                <a:cubicBezTo>
                  <a:pt x="566344" y="133119"/>
                  <a:pt x="560962" y="110189"/>
                  <a:pt x="560962" y="94837"/>
                </a:cubicBezTo>
                <a:cubicBezTo>
                  <a:pt x="560962" y="77490"/>
                  <a:pt x="566344" y="59543"/>
                  <a:pt x="585075" y="595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657B9A-32D5-4CC3-A77F-8A970BD5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443" y="6503241"/>
            <a:ext cx="381105" cy="10"/>
          </a:xfrm>
          <a:custGeom xmlns:a="http://schemas.openxmlformats.org/drawingml/2006/main">
            <a:pathLst>
              <a:path w="381105" h="1" fill="none">
                <a:moveTo>
                  <a:pt x="0" y="0"/>
                </a:moveTo>
                <a:lnTo>
                  <a:pt x="381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601" cap="flat">
            <a:solidFill>
              <a:srgbClr val="C6C6C6"/>
            </a:solidFill>
            <a:miter/>
          </a:ln>
        </p:spPr>
      </p:sp>
      <p:sp>
        <p:nvSpPr>
          <p:cNvPr id="553" name="Text gray,2010s=">
            <a:extLst xmlns:a="http://schemas.openxmlformats.org/drawingml/2006/main">
              <a:ext uri="{FF2B5EF4-FFF2-40B4-BE49-F238E27FC236}">
                <a16:creationId xmlns:a16="http://schemas.microsoft.com/office/drawing/2014/main" id="{DA524438-5C83-4E1D-88B8-5CAEA832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935" y="6321349"/>
            <a:ext cx="1045405" cy="168918"/>
          </a:xfrm>
          <a:custGeom xmlns:a="http://schemas.openxmlformats.org/drawingml/2006/main">
            <a:pathLst>
              <a:path w="1045405" h="168918">
                <a:moveTo>
                  <a:pt x="13750" y="142351"/>
                </a:moveTo>
                <a:cubicBezTo>
                  <a:pt x="13750" y="135750"/>
                  <a:pt x="19728" y="128349"/>
                  <a:pt x="26701" y="124548"/>
                </a:cubicBezTo>
                <a:cubicBezTo>
                  <a:pt x="32600" y="124566"/>
                  <a:pt x="41688" y="123964"/>
                  <a:pt x="44437" y="123964"/>
                </a:cubicBezTo>
                <a:cubicBezTo>
                  <a:pt x="54003" y="123964"/>
                  <a:pt x="60100" y="124165"/>
                  <a:pt x="65561" y="127363"/>
                </a:cubicBezTo>
                <a:cubicBezTo>
                  <a:pt x="71341" y="130763"/>
                  <a:pt x="73333" y="136562"/>
                  <a:pt x="73333" y="141758"/>
                </a:cubicBezTo>
                <a:cubicBezTo>
                  <a:pt x="73333" y="153954"/>
                  <a:pt x="56992" y="160349"/>
                  <a:pt x="39855" y="160349"/>
                </a:cubicBezTo>
                <a:cubicBezTo>
                  <a:pt x="26901" y="160349"/>
                  <a:pt x="13750" y="155952"/>
                  <a:pt x="13750" y="142357"/>
                </a:cubicBezTo>
                <a:lnTo>
                  <a:pt x="13750" y="142351"/>
                </a:lnTo>
                <a:moveTo>
                  <a:pt x="71341" y="64719"/>
                </a:moveTo>
                <a:cubicBezTo>
                  <a:pt x="71341" y="50984"/>
                  <a:pt x="65959" y="44616"/>
                  <a:pt x="61298" y="41551"/>
                </a:cubicBezTo>
                <a:cubicBezTo>
                  <a:pt x="67276" y="42029"/>
                  <a:pt x="73889" y="42783"/>
                  <a:pt x="82102" y="43619"/>
                </a:cubicBezTo>
                <a:lnTo>
                  <a:pt x="82698" y="43023"/>
                </a:lnTo>
                <a:cubicBezTo>
                  <a:pt x="82300" y="41232"/>
                  <a:pt x="82102" y="39639"/>
                  <a:pt x="82102" y="37845"/>
                </a:cubicBezTo>
                <a:cubicBezTo>
                  <a:pt x="82102" y="36051"/>
                  <a:pt x="82300" y="34457"/>
                  <a:pt x="82698" y="32663"/>
                </a:cubicBezTo>
                <a:lnTo>
                  <a:pt x="82102" y="32064"/>
                </a:lnTo>
                <a:cubicBezTo>
                  <a:pt x="72576" y="32861"/>
                  <a:pt x="65521" y="34974"/>
                  <a:pt x="50655" y="35771"/>
                </a:cubicBezTo>
                <a:cubicBezTo>
                  <a:pt x="47107" y="34655"/>
                  <a:pt x="42725" y="34056"/>
                  <a:pt x="38459" y="34056"/>
                </a:cubicBezTo>
                <a:cubicBezTo>
                  <a:pt x="22717" y="34056"/>
                  <a:pt x="4582" y="44616"/>
                  <a:pt x="4582" y="64320"/>
                </a:cubicBezTo>
                <a:cubicBezTo>
                  <a:pt x="4582" y="79250"/>
                  <a:pt x="13151" y="86016"/>
                  <a:pt x="18731" y="89205"/>
                </a:cubicBezTo>
                <a:cubicBezTo>
                  <a:pt x="12953" y="93189"/>
                  <a:pt x="5978" y="98994"/>
                  <a:pt x="5978" y="105805"/>
                </a:cubicBezTo>
                <a:cubicBezTo>
                  <a:pt x="5978" y="114003"/>
                  <a:pt x="10761" y="121176"/>
                  <a:pt x="21480" y="123009"/>
                </a:cubicBezTo>
                <a:cubicBezTo>
                  <a:pt x="15942" y="125326"/>
                  <a:pt x="9724" y="129164"/>
                  <a:pt x="4582" y="133162"/>
                </a:cubicBezTo>
                <a:cubicBezTo>
                  <a:pt x="2071" y="136960"/>
                  <a:pt x="0" y="142597"/>
                  <a:pt x="0" y="146356"/>
                </a:cubicBezTo>
                <a:cubicBezTo>
                  <a:pt x="0" y="162104"/>
                  <a:pt x="17137" y="168918"/>
                  <a:pt x="38261" y="168918"/>
                </a:cubicBezTo>
                <a:cubicBezTo>
                  <a:pt x="69347" y="168918"/>
                  <a:pt x="87880" y="155913"/>
                  <a:pt x="87880" y="137161"/>
                </a:cubicBezTo>
                <a:cubicBezTo>
                  <a:pt x="87880" y="128364"/>
                  <a:pt x="85091" y="122173"/>
                  <a:pt x="79512" y="117390"/>
                </a:cubicBezTo>
                <a:cubicBezTo>
                  <a:pt x="72016" y="111013"/>
                  <a:pt x="58388" y="110813"/>
                  <a:pt x="51412" y="110813"/>
                </a:cubicBezTo>
                <a:cubicBezTo>
                  <a:pt x="48025" y="110813"/>
                  <a:pt x="40052" y="111211"/>
                  <a:pt x="35470" y="111810"/>
                </a:cubicBezTo>
                <a:cubicBezTo>
                  <a:pt x="32682" y="111993"/>
                  <a:pt x="30687" y="112193"/>
                  <a:pt x="29693" y="112193"/>
                </a:cubicBezTo>
                <a:cubicBezTo>
                  <a:pt x="24113" y="112193"/>
                  <a:pt x="18132" y="111394"/>
                  <a:pt x="18132" y="102788"/>
                </a:cubicBezTo>
                <a:cubicBezTo>
                  <a:pt x="18132" y="98787"/>
                  <a:pt x="19129" y="95387"/>
                  <a:pt x="23514" y="91595"/>
                </a:cubicBezTo>
                <a:cubicBezTo>
                  <a:pt x="26105" y="92991"/>
                  <a:pt x="32241" y="94384"/>
                  <a:pt x="38261" y="94384"/>
                </a:cubicBezTo>
                <a:cubicBezTo>
                  <a:pt x="58984" y="94384"/>
                  <a:pt x="71341" y="80403"/>
                  <a:pt x="71341" y="64719"/>
                </a:cubicBezTo>
                <a:moveTo>
                  <a:pt x="55797" y="64916"/>
                </a:moveTo>
                <a:cubicBezTo>
                  <a:pt x="55797" y="77018"/>
                  <a:pt x="50813" y="86414"/>
                  <a:pt x="38857" y="86414"/>
                </a:cubicBezTo>
                <a:cubicBezTo>
                  <a:pt x="24511" y="86414"/>
                  <a:pt x="20126" y="77058"/>
                  <a:pt x="20126" y="63326"/>
                </a:cubicBezTo>
                <a:cubicBezTo>
                  <a:pt x="20126" y="50190"/>
                  <a:pt x="26105" y="41630"/>
                  <a:pt x="37662" y="41630"/>
                </a:cubicBezTo>
                <a:cubicBezTo>
                  <a:pt x="50616" y="41630"/>
                  <a:pt x="55797" y="50786"/>
                  <a:pt x="55797" y="64916"/>
                </a:cubicBezTo>
                <a:close/>
                <a:moveTo>
                  <a:pt x="126340" y="54988"/>
                </a:moveTo>
                <a:lnTo>
                  <a:pt x="126340" y="36847"/>
                </a:lnTo>
                <a:cubicBezTo>
                  <a:pt x="126340" y="35294"/>
                  <a:pt x="126100" y="34856"/>
                  <a:pt x="125145" y="34856"/>
                </a:cubicBezTo>
                <a:cubicBezTo>
                  <a:pt x="120682" y="35731"/>
                  <a:pt x="113548" y="35890"/>
                  <a:pt x="109002" y="35452"/>
                </a:cubicBezTo>
                <a:lnTo>
                  <a:pt x="108604" y="36051"/>
                </a:lnTo>
                <a:cubicBezTo>
                  <a:pt x="110000" y="44659"/>
                  <a:pt x="110398" y="59777"/>
                  <a:pt x="110398" y="74738"/>
                </a:cubicBezTo>
                <a:lnTo>
                  <a:pt x="110398" y="85709"/>
                </a:lnTo>
                <a:cubicBezTo>
                  <a:pt x="110398" y="100669"/>
                  <a:pt x="110161" y="110883"/>
                  <a:pt x="108604" y="121616"/>
                </a:cubicBezTo>
                <a:lnTo>
                  <a:pt x="109002" y="122212"/>
                </a:lnTo>
                <a:cubicBezTo>
                  <a:pt x="111395" y="121814"/>
                  <a:pt x="115978" y="121616"/>
                  <a:pt x="118371" y="121616"/>
                </a:cubicBezTo>
                <a:cubicBezTo>
                  <a:pt x="120761" y="121616"/>
                  <a:pt x="125343" y="121814"/>
                  <a:pt x="127736" y="122212"/>
                </a:cubicBezTo>
                <a:lnTo>
                  <a:pt x="128135" y="121616"/>
                </a:lnTo>
                <a:cubicBezTo>
                  <a:pt x="126660" y="110244"/>
                  <a:pt x="126340" y="100870"/>
                  <a:pt x="126340" y="85709"/>
                </a:cubicBezTo>
                <a:lnTo>
                  <a:pt x="126340" y="75337"/>
                </a:lnTo>
                <a:cubicBezTo>
                  <a:pt x="126340" y="66957"/>
                  <a:pt x="128852" y="62170"/>
                  <a:pt x="133115" y="55587"/>
                </a:cubicBezTo>
                <a:cubicBezTo>
                  <a:pt x="136025" y="51160"/>
                  <a:pt x="140489" y="48606"/>
                  <a:pt x="144275" y="48606"/>
                </a:cubicBezTo>
                <a:cubicBezTo>
                  <a:pt x="148261" y="48606"/>
                  <a:pt x="152047" y="49004"/>
                  <a:pt x="154637" y="51397"/>
                </a:cubicBezTo>
                <a:lnTo>
                  <a:pt x="156231" y="50999"/>
                </a:lnTo>
                <a:lnTo>
                  <a:pt x="160217" y="36248"/>
                </a:lnTo>
                <a:lnTo>
                  <a:pt x="159420" y="35452"/>
                </a:lnTo>
                <a:cubicBezTo>
                  <a:pt x="156033" y="34457"/>
                  <a:pt x="155832" y="34056"/>
                  <a:pt x="152247" y="34056"/>
                </a:cubicBezTo>
                <a:cubicBezTo>
                  <a:pt x="141486" y="34056"/>
                  <a:pt x="135706" y="40235"/>
                  <a:pt x="126940" y="55387"/>
                </a:cubicBezTo>
                <a:lnTo>
                  <a:pt x="126340" y="54988"/>
                </a:lnTo>
                <a:close/>
                <a:moveTo>
                  <a:pt x="225581" y="76723"/>
                </a:moveTo>
                <a:lnTo>
                  <a:pt x="224785" y="100453"/>
                </a:lnTo>
                <a:cubicBezTo>
                  <a:pt x="224785" y="103044"/>
                  <a:pt x="223587" y="104439"/>
                  <a:pt x="221993" y="105638"/>
                </a:cubicBezTo>
                <a:cubicBezTo>
                  <a:pt x="216414" y="109825"/>
                  <a:pt x="209639" y="113413"/>
                  <a:pt x="203661" y="113413"/>
                </a:cubicBezTo>
                <a:cubicBezTo>
                  <a:pt x="194694" y="113413"/>
                  <a:pt x="188914" y="107432"/>
                  <a:pt x="188914" y="101250"/>
                </a:cubicBezTo>
                <a:cubicBezTo>
                  <a:pt x="188914" y="92277"/>
                  <a:pt x="193098" y="85496"/>
                  <a:pt x="208642" y="81309"/>
                </a:cubicBezTo>
                <a:lnTo>
                  <a:pt x="225581" y="76723"/>
                </a:lnTo>
                <a:moveTo>
                  <a:pt x="225581" y="112017"/>
                </a:moveTo>
                <a:cubicBezTo>
                  <a:pt x="227892" y="119789"/>
                  <a:pt x="233831" y="123575"/>
                  <a:pt x="241126" y="123575"/>
                </a:cubicBezTo>
                <a:cubicBezTo>
                  <a:pt x="246146" y="123575"/>
                  <a:pt x="252285" y="122380"/>
                  <a:pt x="256986" y="117399"/>
                </a:cubicBezTo>
                <a:lnTo>
                  <a:pt x="255511" y="112455"/>
                </a:lnTo>
                <a:cubicBezTo>
                  <a:pt x="253319" y="113215"/>
                  <a:pt x="251647" y="113492"/>
                  <a:pt x="250132" y="113492"/>
                </a:cubicBezTo>
                <a:cubicBezTo>
                  <a:pt x="248138" y="113492"/>
                  <a:pt x="245507" y="113133"/>
                  <a:pt x="244273" y="112017"/>
                </a:cubicBezTo>
                <a:cubicBezTo>
                  <a:pt x="242242" y="110183"/>
                  <a:pt x="240964" y="105318"/>
                  <a:pt x="240964" y="96464"/>
                </a:cubicBezTo>
                <a:cubicBezTo>
                  <a:pt x="240964" y="90680"/>
                  <a:pt x="241524" y="68550"/>
                  <a:pt x="241524" y="66354"/>
                </a:cubicBezTo>
                <a:cubicBezTo>
                  <a:pt x="241524" y="39438"/>
                  <a:pt x="223787" y="34056"/>
                  <a:pt x="208642" y="34056"/>
                </a:cubicBezTo>
                <a:cubicBezTo>
                  <a:pt x="193496" y="34056"/>
                  <a:pt x="184331" y="41430"/>
                  <a:pt x="179347" y="45617"/>
                </a:cubicBezTo>
                <a:lnTo>
                  <a:pt x="178751" y="46417"/>
                </a:lnTo>
                <a:lnTo>
                  <a:pt x="182139" y="59774"/>
                </a:lnTo>
                <a:lnTo>
                  <a:pt x="184729" y="59975"/>
                </a:lnTo>
                <a:cubicBezTo>
                  <a:pt x="190309" y="51002"/>
                  <a:pt x="197084" y="43026"/>
                  <a:pt x="206650" y="43026"/>
                </a:cubicBezTo>
                <a:cubicBezTo>
                  <a:pt x="213823" y="43026"/>
                  <a:pt x="225779" y="44023"/>
                  <a:pt x="225779" y="66555"/>
                </a:cubicBezTo>
                <a:cubicBezTo>
                  <a:pt x="225779" y="67951"/>
                  <a:pt x="224982" y="68748"/>
                  <a:pt x="224383" y="68948"/>
                </a:cubicBezTo>
                <a:lnTo>
                  <a:pt x="205853" y="73135"/>
                </a:lnTo>
                <a:cubicBezTo>
                  <a:pt x="185526" y="77721"/>
                  <a:pt x="172773" y="88488"/>
                  <a:pt x="172773" y="102046"/>
                </a:cubicBezTo>
                <a:cubicBezTo>
                  <a:pt x="172773" y="116800"/>
                  <a:pt x="182935" y="123575"/>
                  <a:pt x="197683" y="123575"/>
                </a:cubicBezTo>
                <a:cubicBezTo>
                  <a:pt x="208642" y="123575"/>
                  <a:pt x="214221" y="120987"/>
                  <a:pt x="224785" y="112017"/>
                </a:cubicBezTo>
                <a:lnTo>
                  <a:pt x="225581" y="112017"/>
                </a:lnTo>
                <a:close/>
                <a:moveTo>
                  <a:pt x="265238" y="35613"/>
                </a:moveTo>
                <a:cubicBezTo>
                  <a:pt x="273168" y="53310"/>
                  <a:pt x="296843" y="104719"/>
                  <a:pt x="303898" y="123687"/>
                </a:cubicBezTo>
                <a:cubicBezTo>
                  <a:pt x="297518" y="138553"/>
                  <a:pt x="289387" y="153897"/>
                  <a:pt x="280381" y="168918"/>
                </a:cubicBezTo>
                <a:cubicBezTo>
                  <a:pt x="282375" y="168322"/>
                  <a:pt x="285365" y="167924"/>
                  <a:pt x="287356" y="167924"/>
                </a:cubicBezTo>
                <a:cubicBezTo>
                  <a:pt x="289348" y="167924"/>
                  <a:pt x="295128" y="168322"/>
                  <a:pt x="297120" y="168918"/>
                </a:cubicBezTo>
                <a:cubicBezTo>
                  <a:pt x="304694" y="144011"/>
                  <a:pt x="348335" y="48965"/>
                  <a:pt x="354912" y="35613"/>
                </a:cubicBezTo>
                <a:cubicBezTo>
                  <a:pt x="352917" y="36212"/>
                  <a:pt x="348335" y="36212"/>
                  <a:pt x="346343" y="36212"/>
                </a:cubicBezTo>
                <a:cubicBezTo>
                  <a:pt x="344348" y="36212"/>
                  <a:pt x="340563" y="36212"/>
                  <a:pt x="338571" y="35613"/>
                </a:cubicBezTo>
                <a:cubicBezTo>
                  <a:pt x="331398" y="58132"/>
                  <a:pt x="322069" y="83595"/>
                  <a:pt x="312424" y="104239"/>
                </a:cubicBezTo>
                <a:lnTo>
                  <a:pt x="312026" y="104239"/>
                </a:lnTo>
                <a:cubicBezTo>
                  <a:pt x="302222" y="80527"/>
                  <a:pt x="292817" y="58370"/>
                  <a:pt x="285365" y="35616"/>
                </a:cubicBezTo>
                <a:cubicBezTo>
                  <a:pt x="282774" y="36212"/>
                  <a:pt x="278389" y="36212"/>
                  <a:pt x="275598" y="36212"/>
                </a:cubicBezTo>
                <a:cubicBezTo>
                  <a:pt x="273007" y="36212"/>
                  <a:pt x="268026" y="36212"/>
                  <a:pt x="265238" y="35616"/>
                </a:cubicBezTo>
                <a:lnTo>
                  <a:pt x="265238" y="35613"/>
                </a:lnTo>
                <a:close/>
                <a:moveTo>
                  <a:pt x="370055" y="112847"/>
                </a:moveTo>
                <a:cubicBezTo>
                  <a:pt x="371810" y="119503"/>
                  <a:pt x="374598" y="120820"/>
                  <a:pt x="380816" y="122212"/>
                </a:cubicBezTo>
                <a:cubicBezTo>
                  <a:pt x="383328" y="122212"/>
                  <a:pt x="386597" y="122492"/>
                  <a:pt x="386597" y="127394"/>
                </a:cubicBezTo>
                <a:cubicBezTo>
                  <a:pt x="386597" y="133971"/>
                  <a:pt x="380816" y="139551"/>
                  <a:pt x="371052" y="146128"/>
                </a:cubicBezTo>
                <a:cubicBezTo>
                  <a:pt x="371052" y="148119"/>
                  <a:pt x="372287" y="149117"/>
                  <a:pt x="373643" y="150312"/>
                </a:cubicBezTo>
                <a:cubicBezTo>
                  <a:pt x="384404" y="143975"/>
                  <a:pt x="394369" y="138553"/>
                  <a:pt x="394369" y="122212"/>
                </a:cubicBezTo>
                <a:cubicBezTo>
                  <a:pt x="394369" y="109302"/>
                  <a:pt x="388828" y="103919"/>
                  <a:pt x="381613" y="101289"/>
                </a:cubicBezTo>
                <a:lnTo>
                  <a:pt x="380816" y="101289"/>
                </a:lnTo>
                <a:cubicBezTo>
                  <a:pt x="374799" y="103722"/>
                  <a:pt x="371889" y="106790"/>
                  <a:pt x="370055" y="112050"/>
                </a:cubicBezTo>
                <a:lnTo>
                  <a:pt x="370055" y="112847"/>
                </a:lnTo>
                <a:close/>
                <a:moveTo>
                  <a:pt x="498391" y="11360"/>
                </a:moveTo>
                <a:cubicBezTo>
                  <a:pt x="508833" y="11360"/>
                  <a:pt x="519472" y="20963"/>
                  <a:pt x="519472" y="34947"/>
                </a:cubicBezTo>
                <a:cubicBezTo>
                  <a:pt x="519472" y="43279"/>
                  <a:pt x="517082" y="53878"/>
                  <a:pt x="511901" y="61651"/>
                </a:cubicBezTo>
                <a:cubicBezTo>
                  <a:pt x="497591" y="82972"/>
                  <a:pt x="474795" y="102937"/>
                  <a:pt x="464992" y="112263"/>
                </a:cubicBezTo>
                <a:cubicBezTo>
                  <a:pt x="464752" y="113020"/>
                  <a:pt x="464633" y="113860"/>
                  <a:pt x="464633" y="114775"/>
                </a:cubicBezTo>
                <a:cubicBezTo>
                  <a:pt x="464633" y="117764"/>
                  <a:pt x="465627" y="120914"/>
                  <a:pt x="466664" y="122626"/>
                </a:cubicBezTo>
                <a:cubicBezTo>
                  <a:pt x="481372" y="122228"/>
                  <a:pt x="489819" y="121632"/>
                  <a:pt x="504369" y="121632"/>
                </a:cubicBezTo>
                <a:cubicBezTo>
                  <a:pt x="518715" y="121632"/>
                  <a:pt x="524775" y="122030"/>
                  <a:pt x="539003" y="122626"/>
                </a:cubicBezTo>
                <a:cubicBezTo>
                  <a:pt x="538684" y="120555"/>
                  <a:pt x="538364" y="118202"/>
                  <a:pt x="538364" y="116049"/>
                </a:cubicBezTo>
                <a:cubicBezTo>
                  <a:pt x="538364" y="112823"/>
                  <a:pt x="538605" y="109712"/>
                  <a:pt x="539362" y="106684"/>
                </a:cubicBezTo>
                <a:cubicBezTo>
                  <a:pt x="528123" y="107681"/>
                  <a:pt x="522024" y="108280"/>
                  <a:pt x="502894" y="108280"/>
                </a:cubicBezTo>
                <a:cubicBezTo>
                  <a:pt x="495919" y="108280"/>
                  <a:pt x="492094" y="108280"/>
                  <a:pt x="486633" y="108678"/>
                </a:cubicBezTo>
                <a:cubicBezTo>
                  <a:pt x="486472" y="108359"/>
                  <a:pt x="486392" y="108079"/>
                  <a:pt x="486392" y="107681"/>
                </a:cubicBezTo>
                <a:cubicBezTo>
                  <a:pt x="486392" y="105808"/>
                  <a:pt x="488427" y="103694"/>
                  <a:pt x="489901" y="102302"/>
                </a:cubicBezTo>
                <a:cubicBezTo>
                  <a:pt x="499586" y="92936"/>
                  <a:pt x="508952" y="83969"/>
                  <a:pt x="522142" y="66233"/>
                </a:cubicBezTo>
                <a:cubicBezTo>
                  <a:pt x="529476" y="56311"/>
                  <a:pt x="536610" y="43516"/>
                  <a:pt x="536610" y="32238"/>
                </a:cubicBezTo>
                <a:cubicBezTo>
                  <a:pt x="536610" y="13239"/>
                  <a:pt x="523897" y="3"/>
                  <a:pt x="501657" y="3"/>
                </a:cubicBezTo>
                <a:cubicBezTo>
                  <a:pt x="483525" y="3"/>
                  <a:pt x="471885" y="10165"/>
                  <a:pt x="467342" y="16161"/>
                </a:cubicBezTo>
                <a:lnTo>
                  <a:pt x="471648" y="29966"/>
                </a:lnTo>
                <a:lnTo>
                  <a:pt x="474278" y="30167"/>
                </a:lnTo>
                <a:cubicBezTo>
                  <a:pt x="477027" y="24165"/>
                  <a:pt x="477985" y="20002"/>
                  <a:pt x="483045" y="15961"/>
                </a:cubicBezTo>
                <a:cubicBezTo>
                  <a:pt x="487031" y="12762"/>
                  <a:pt x="492811" y="11360"/>
                  <a:pt x="498391" y="11360"/>
                </a:cubicBezTo>
                <a:close/>
                <a:moveTo>
                  <a:pt x="593244" y="7772"/>
                </a:moveTo>
                <a:cubicBezTo>
                  <a:pt x="596635" y="7772"/>
                  <a:pt x="599821" y="8970"/>
                  <a:pt x="602014" y="10962"/>
                </a:cubicBezTo>
                <a:cubicBezTo>
                  <a:pt x="608192" y="16146"/>
                  <a:pt x="613571" y="31693"/>
                  <a:pt x="613571" y="58400"/>
                </a:cubicBezTo>
                <a:cubicBezTo>
                  <a:pt x="613571" y="76739"/>
                  <a:pt x="612972" y="87101"/>
                  <a:pt x="610184" y="97266"/>
                </a:cubicBezTo>
                <a:cubicBezTo>
                  <a:pt x="605799" y="113811"/>
                  <a:pt x="596036" y="115806"/>
                  <a:pt x="592448" y="115806"/>
                </a:cubicBezTo>
                <a:cubicBezTo>
                  <a:pt x="573914" y="115806"/>
                  <a:pt x="571725" y="81722"/>
                  <a:pt x="571725" y="64381"/>
                </a:cubicBezTo>
                <a:cubicBezTo>
                  <a:pt x="571725" y="15149"/>
                  <a:pt x="584080" y="7772"/>
                  <a:pt x="593244" y="7772"/>
                </a:cubicBezTo>
                <a:moveTo>
                  <a:pt x="592250" y="123575"/>
                </a:moveTo>
                <a:cubicBezTo>
                  <a:pt x="607593" y="123575"/>
                  <a:pt x="630709" y="106635"/>
                  <a:pt x="630709" y="59996"/>
                </a:cubicBezTo>
                <a:cubicBezTo>
                  <a:pt x="630709" y="28902"/>
                  <a:pt x="619352" y="13556"/>
                  <a:pt x="612176" y="6975"/>
                </a:cubicBezTo>
                <a:cubicBezTo>
                  <a:pt x="606797" y="1995"/>
                  <a:pt x="600420" y="0"/>
                  <a:pt x="593244" y="0"/>
                </a:cubicBezTo>
                <a:cubicBezTo>
                  <a:pt x="573318" y="0"/>
                  <a:pt x="554585" y="24715"/>
                  <a:pt x="554585" y="63983"/>
                </a:cubicBezTo>
                <a:cubicBezTo>
                  <a:pt x="554585" y="96272"/>
                  <a:pt x="567538" y="123575"/>
                  <a:pt x="592250" y="123575"/>
                </a:cubicBezTo>
                <a:close/>
                <a:moveTo>
                  <a:pt x="704441" y="83930"/>
                </a:moveTo>
                <a:lnTo>
                  <a:pt x="704441" y="33284"/>
                </a:lnTo>
                <a:cubicBezTo>
                  <a:pt x="704441" y="11755"/>
                  <a:pt x="705636" y="3786"/>
                  <a:pt x="706038" y="997"/>
                </a:cubicBezTo>
                <a:cubicBezTo>
                  <a:pt x="706038" y="0"/>
                  <a:pt x="705439" y="0"/>
                  <a:pt x="704642" y="0"/>
                </a:cubicBezTo>
                <a:cubicBezTo>
                  <a:pt x="691689" y="4187"/>
                  <a:pt x="676543" y="11956"/>
                  <a:pt x="660999" y="16736"/>
                </a:cubicBezTo>
                <a:lnTo>
                  <a:pt x="662197" y="22517"/>
                </a:lnTo>
                <a:cubicBezTo>
                  <a:pt x="671164" y="21519"/>
                  <a:pt x="680927" y="19327"/>
                  <a:pt x="684914" y="19327"/>
                </a:cubicBezTo>
                <a:cubicBezTo>
                  <a:pt x="688499" y="19327"/>
                  <a:pt x="688499" y="27303"/>
                  <a:pt x="688499" y="34479"/>
                </a:cubicBezTo>
                <a:lnTo>
                  <a:pt x="688499" y="83930"/>
                </a:lnTo>
                <a:cubicBezTo>
                  <a:pt x="688499" y="99483"/>
                  <a:pt x="688301" y="110250"/>
                  <a:pt x="686906" y="121616"/>
                </a:cubicBezTo>
                <a:lnTo>
                  <a:pt x="687106" y="122212"/>
                </a:lnTo>
                <a:cubicBezTo>
                  <a:pt x="687106" y="122212"/>
                  <a:pt x="692686" y="121616"/>
                  <a:pt x="696271" y="121616"/>
                </a:cubicBezTo>
                <a:cubicBezTo>
                  <a:pt x="700257" y="121616"/>
                  <a:pt x="705837" y="122212"/>
                  <a:pt x="705837" y="122212"/>
                </a:cubicBezTo>
                <a:lnTo>
                  <a:pt x="706235" y="121616"/>
                </a:lnTo>
                <a:cubicBezTo>
                  <a:pt x="704840" y="109651"/>
                  <a:pt x="704441" y="99684"/>
                  <a:pt x="704441" y="83930"/>
                </a:cubicBezTo>
                <a:close/>
                <a:moveTo>
                  <a:pt x="778572" y="7772"/>
                </a:moveTo>
                <a:cubicBezTo>
                  <a:pt x="781962" y="7772"/>
                  <a:pt x="785149" y="8970"/>
                  <a:pt x="787341" y="10962"/>
                </a:cubicBezTo>
                <a:cubicBezTo>
                  <a:pt x="793520" y="16146"/>
                  <a:pt x="798899" y="31693"/>
                  <a:pt x="798899" y="58400"/>
                </a:cubicBezTo>
                <a:cubicBezTo>
                  <a:pt x="798899" y="76739"/>
                  <a:pt x="798300" y="87101"/>
                  <a:pt x="795512" y="97266"/>
                </a:cubicBezTo>
                <a:cubicBezTo>
                  <a:pt x="791127" y="113811"/>
                  <a:pt x="781363" y="115806"/>
                  <a:pt x="777775" y="115806"/>
                </a:cubicBezTo>
                <a:cubicBezTo>
                  <a:pt x="759242" y="115806"/>
                  <a:pt x="757053" y="81722"/>
                  <a:pt x="757053" y="64381"/>
                </a:cubicBezTo>
                <a:cubicBezTo>
                  <a:pt x="757053" y="15149"/>
                  <a:pt x="769407" y="7772"/>
                  <a:pt x="778572" y="7772"/>
                </a:cubicBezTo>
                <a:moveTo>
                  <a:pt x="777578" y="123575"/>
                </a:moveTo>
                <a:cubicBezTo>
                  <a:pt x="792921" y="123575"/>
                  <a:pt x="816037" y="106635"/>
                  <a:pt x="816037" y="59996"/>
                </a:cubicBezTo>
                <a:cubicBezTo>
                  <a:pt x="816037" y="28902"/>
                  <a:pt x="804680" y="13556"/>
                  <a:pt x="797504" y="6975"/>
                </a:cubicBezTo>
                <a:cubicBezTo>
                  <a:pt x="792125" y="1995"/>
                  <a:pt x="785748" y="0"/>
                  <a:pt x="778572" y="0"/>
                </a:cubicBezTo>
                <a:cubicBezTo>
                  <a:pt x="758646" y="0"/>
                  <a:pt x="739912" y="24715"/>
                  <a:pt x="739912" y="63983"/>
                </a:cubicBezTo>
                <a:cubicBezTo>
                  <a:pt x="739912" y="96272"/>
                  <a:pt x="752866" y="123575"/>
                  <a:pt x="777578" y="123575"/>
                </a:cubicBezTo>
                <a:close/>
                <a:moveTo>
                  <a:pt x="834769" y="101447"/>
                </a:moveTo>
                <a:lnTo>
                  <a:pt x="831381" y="118196"/>
                </a:lnTo>
                <a:cubicBezTo>
                  <a:pt x="842741" y="122182"/>
                  <a:pt x="853901" y="123575"/>
                  <a:pt x="861472" y="123575"/>
                </a:cubicBezTo>
                <a:cubicBezTo>
                  <a:pt x="888972" y="123575"/>
                  <a:pt x="895349" y="107231"/>
                  <a:pt x="895349" y="96263"/>
                </a:cubicBezTo>
                <a:cubicBezTo>
                  <a:pt x="895349" y="79913"/>
                  <a:pt x="882395" y="73534"/>
                  <a:pt x="868247" y="70143"/>
                </a:cubicBezTo>
                <a:cubicBezTo>
                  <a:pt x="860715" y="68349"/>
                  <a:pt x="849717" y="64560"/>
                  <a:pt x="849717" y="54590"/>
                </a:cubicBezTo>
                <a:cubicBezTo>
                  <a:pt x="849717" y="46413"/>
                  <a:pt x="856291" y="42029"/>
                  <a:pt x="864860" y="42029"/>
                </a:cubicBezTo>
                <a:cubicBezTo>
                  <a:pt x="875222" y="42029"/>
                  <a:pt x="881599" y="50202"/>
                  <a:pt x="886184" y="55587"/>
                </a:cubicBezTo>
                <a:lnTo>
                  <a:pt x="888972" y="55387"/>
                </a:lnTo>
                <a:lnTo>
                  <a:pt x="892959" y="40633"/>
                </a:lnTo>
                <a:lnTo>
                  <a:pt x="892560" y="40037"/>
                </a:lnTo>
                <a:cubicBezTo>
                  <a:pt x="886780" y="37048"/>
                  <a:pt x="875821" y="34056"/>
                  <a:pt x="865656" y="34056"/>
                </a:cubicBezTo>
                <a:cubicBezTo>
                  <a:pt x="850912" y="34056"/>
                  <a:pt x="835565" y="41828"/>
                  <a:pt x="835565" y="58379"/>
                </a:cubicBezTo>
                <a:cubicBezTo>
                  <a:pt x="835565" y="74330"/>
                  <a:pt x="847485" y="79594"/>
                  <a:pt x="859480" y="82905"/>
                </a:cubicBezTo>
                <a:cubicBezTo>
                  <a:pt x="871038" y="86095"/>
                  <a:pt x="879607" y="89285"/>
                  <a:pt x="879607" y="99054"/>
                </a:cubicBezTo>
                <a:cubicBezTo>
                  <a:pt x="879607" y="109624"/>
                  <a:pt x="871835" y="115605"/>
                  <a:pt x="861275" y="115605"/>
                </a:cubicBezTo>
                <a:cubicBezTo>
                  <a:pt x="851708" y="115605"/>
                  <a:pt x="843337" y="109025"/>
                  <a:pt x="837758" y="101250"/>
                </a:cubicBezTo>
                <a:lnTo>
                  <a:pt x="834769" y="101447"/>
                </a:lnTo>
                <a:close/>
                <a:moveTo>
                  <a:pt x="1045405" y="58187"/>
                </a:moveTo>
                <a:lnTo>
                  <a:pt x="966690" y="58187"/>
                </a:lnTo>
                <a:lnTo>
                  <a:pt x="966690" y="67954"/>
                </a:lnTo>
                <a:lnTo>
                  <a:pt x="1045405" y="67954"/>
                </a:lnTo>
                <a:lnTo>
                  <a:pt x="1045405" y="58187"/>
                </a:lnTo>
                <a:moveTo>
                  <a:pt x="1045405" y="83097"/>
                </a:moveTo>
                <a:lnTo>
                  <a:pt x="966690" y="83097"/>
                </a:lnTo>
                <a:lnTo>
                  <a:pt x="966690" y="92863"/>
                </a:lnTo>
                <a:lnTo>
                  <a:pt x="1045405" y="92863"/>
                </a:lnTo>
                <a:lnTo>
                  <a:pt x="1045405" y="830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353867-5877-4FE3-92FE-55D205E0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3211" y="6503241"/>
            <a:ext cx="386677" cy="10"/>
          </a:xfrm>
          <a:custGeom xmlns:a="http://schemas.openxmlformats.org/drawingml/2006/main">
            <a:pathLst>
              <a:path w="386677" h="1" fill="none">
                <a:moveTo>
                  <a:pt x="0" y="0"/>
                </a:moveTo>
                <a:lnTo>
                  <a:pt x="3866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601" cap="flat">
            <a:solidFill>
              <a:srgbClr val="0000FF"/>
            </a:solidFill>
            <a:miter/>
          </a:ln>
        </p:spPr>
      </p:sp>
      <p:sp>
        <p:nvSpPr>
          <p:cNvPr id="555" name="Text darkto">
            <a:extLst xmlns:a="http://schemas.openxmlformats.org/drawingml/2006/main">
              <a:ext uri="{FF2B5EF4-FFF2-40B4-BE49-F238E27FC236}">
                <a16:creationId xmlns:a16="http://schemas.microsoft.com/office/drawing/2014/main" id="{F5512C49-A251-43BC-ABEE-E82586B5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488" y="6303834"/>
            <a:ext cx="571922" cy="141089"/>
          </a:xfrm>
          <a:custGeom xmlns:a="http://schemas.openxmlformats.org/drawingml/2006/main">
            <a:pathLst>
              <a:path w="571922" h="141089">
                <a:moveTo>
                  <a:pt x="61775" y="116572"/>
                </a:moveTo>
                <a:cubicBezTo>
                  <a:pt x="54523" y="125822"/>
                  <a:pt x="45355" y="130729"/>
                  <a:pt x="37264" y="130729"/>
                </a:cubicBezTo>
                <a:cubicBezTo>
                  <a:pt x="26503" y="130729"/>
                  <a:pt x="17335" y="119962"/>
                  <a:pt x="17335" y="95035"/>
                </a:cubicBezTo>
                <a:cubicBezTo>
                  <a:pt x="17335" y="65126"/>
                  <a:pt x="33199" y="59543"/>
                  <a:pt x="42844" y="59543"/>
                </a:cubicBezTo>
                <a:cubicBezTo>
                  <a:pt x="52209" y="59543"/>
                  <a:pt x="56992" y="63530"/>
                  <a:pt x="61775" y="71107"/>
                </a:cubicBezTo>
                <a:lnTo>
                  <a:pt x="61775" y="116572"/>
                </a:lnTo>
                <a:moveTo>
                  <a:pt x="61775" y="127537"/>
                </a:moveTo>
                <a:lnTo>
                  <a:pt x="62174" y="127537"/>
                </a:lnTo>
                <a:lnTo>
                  <a:pt x="63171" y="139098"/>
                </a:lnTo>
                <a:cubicBezTo>
                  <a:pt x="63171" y="139529"/>
                  <a:pt x="63767" y="139727"/>
                  <a:pt x="64965" y="139727"/>
                </a:cubicBezTo>
                <a:cubicBezTo>
                  <a:pt x="67595" y="139368"/>
                  <a:pt x="68948" y="139131"/>
                  <a:pt x="71858" y="139131"/>
                </a:cubicBezTo>
                <a:cubicBezTo>
                  <a:pt x="74330" y="139131"/>
                  <a:pt x="78116" y="139329"/>
                  <a:pt x="80707" y="139727"/>
                </a:cubicBezTo>
                <a:lnTo>
                  <a:pt x="81105" y="139131"/>
                </a:lnTo>
                <a:cubicBezTo>
                  <a:pt x="79512" y="130553"/>
                  <a:pt x="77718" y="115793"/>
                  <a:pt x="77718" y="100833"/>
                </a:cubicBezTo>
                <a:lnTo>
                  <a:pt x="77718" y="39426"/>
                </a:lnTo>
                <a:cubicBezTo>
                  <a:pt x="77718" y="24691"/>
                  <a:pt x="78514" y="14297"/>
                  <a:pt x="79512" y="1992"/>
                </a:cubicBezTo>
                <a:cubicBezTo>
                  <a:pt x="79512" y="599"/>
                  <a:pt x="78952" y="0"/>
                  <a:pt x="77718" y="0"/>
                </a:cubicBezTo>
                <a:cubicBezTo>
                  <a:pt x="72737" y="1992"/>
                  <a:pt x="68471" y="3387"/>
                  <a:pt x="60379" y="3983"/>
                </a:cubicBezTo>
                <a:lnTo>
                  <a:pt x="59981" y="4582"/>
                </a:lnTo>
                <a:cubicBezTo>
                  <a:pt x="61535" y="13102"/>
                  <a:pt x="61775" y="27877"/>
                  <a:pt x="61775" y="43011"/>
                </a:cubicBezTo>
                <a:lnTo>
                  <a:pt x="61775" y="55955"/>
                </a:lnTo>
                <a:cubicBezTo>
                  <a:pt x="57193" y="53365"/>
                  <a:pt x="49022" y="51571"/>
                  <a:pt x="45036" y="51571"/>
                </a:cubicBezTo>
                <a:cubicBezTo>
                  <a:pt x="19090" y="51571"/>
                  <a:pt x="0" y="69517"/>
                  <a:pt x="0" y="96643"/>
                </a:cubicBezTo>
                <a:cubicBezTo>
                  <a:pt x="0" y="121157"/>
                  <a:pt x="14547" y="141089"/>
                  <a:pt x="36069" y="141089"/>
                </a:cubicBezTo>
                <a:cubicBezTo>
                  <a:pt x="45635" y="141089"/>
                  <a:pt x="54602" y="136787"/>
                  <a:pt x="61775" y="127537"/>
                </a:cubicBezTo>
                <a:close/>
                <a:moveTo>
                  <a:pt x="157229" y="94238"/>
                </a:moveTo>
                <a:lnTo>
                  <a:pt x="156432" y="117968"/>
                </a:lnTo>
                <a:cubicBezTo>
                  <a:pt x="156432" y="120558"/>
                  <a:pt x="155234" y="121954"/>
                  <a:pt x="153641" y="123152"/>
                </a:cubicBezTo>
                <a:cubicBezTo>
                  <a:pt x="148061" y="127339"/>
                  <a:pt x="141287" y="130927"/>
                  <a:pt x="135309" y="130927"/>
                </a:cubicBezTo>
                <a:cubicBezTo>
                  <a:pt x="126342" y="130927"/>
                  <a:pt x="120561" y="124946"/>
                  <a:pt x="120561" y="118764"/>
                </a:cubicBezTo>
                <a:cubicBezTo>
                  <a:pt x="120561" y="109791"/>
                  <a:pt x="124745" y="103010"/>
                  <a:pt x="140289" y="98823"/>
                </a:cubicBezTo>
                <a:lnTo>
                  <a:pt x="157229" y="94238"/>
                </a:lnTo>
                <a:moveTo>
                  <a:pt x="157229" y="129531"/>
                </a:moveTo>
                <a:cubicBezTo>
                  <a:pt x="159540" y="137304"/>
                  <a:pt x="165479" y="141089"/>
                  <a:pt x="172773" y="141089"/>
                </a:cubicBezTo>
                <a:cubicBezTo>
                  <a:pt x="177794" y="141089"/>
                  <a:pt x="183933" y="139894"/>
                  <a:pt x="188634" y="134914"/>
                </a:cubicBezTo>
                <a:lnTo>
                  <a:pt x="187159" y="129969"/>
                </a:lnTo>
                <a:cubicBezTo>
                  <a:pt x="184967" y="130729"/>
                  <a:pt x="183294" y="131006"/>
                  <a:pt x="181780" y="131006"/>
                </a:cubicBezTo>
                <a:cubicBezTo>
                  <a:pt x="179785" y="131006"/>
                  <a:pt x="177155" y="130647"/>
                  <a:pt x="175920" y="129531"/>
                </a:cubicBezTo>
                <a:cubicBezTo>
                  <a:pt x="173889" y="127698"/>
                  <a:pt x="172612" y="122833"/>
                  <a:pt x="172612" y="113978"/>
                </a:cubicBezTo>
                <a:cubicBezTo>
                  <a:pt x="172612" y="108195"/>
                  <a:pt x="173172" y="86064"/>
                  <a:pt x="173172" y="83869"/>
                </a:cubicBezTo>
                <a:cubicBezTo>
                  <a:pt x="173172" y="56953"/>
                  <a:pt x="155435" y="51571"/>
                  <a:pt x="140289" y="51571"/>
                </a:cubicBezTo>
                <a:cubicBezTo>
                  <a:pt x="125144" y="51571"/>
                  <a:pt x="115979" y="58944"/>
                  <a:pt x="110995" y="63131"/>
                </a:cubicBezTo>
                <a:lnTo>
                  <a:pt x="110399" y="63931"/>
                </a:lnTo>
                <a:lnTo>
                  <a:pt x="113786" y="77289"/>
                </a:lnTo>
                <a:lnTo>
                  <a:pt x="116377" y="77490"/>
                </a:lnTo>
                <a:cubicBezTo>
                  <a:pt x="121957" y="68516"/>
                  <a:pt x="128732" y="60541"/>
                  <a:pt x="138298" y="60541"/>
                </a:cubicBezTo>
                <a:cubicBezTo>
                  <a:pt x="145471" y="60541"/>
                  <a:pt x="157427" y="61538"/>
                  <a:pt x="157427" y="84070"/>
                </a:cubicBezTo>
                <a:cubicBezTo>
                  <a:pt x="157427" y="85465"/>
                  <a:pt x="156630" y="86262"/>
                  <a:pt x="156031" y="86463"/>
                </a:cubicBezTo>
                <a:lnTo>
                  <a:pt x="137501" y="90650"/>
                </a:lnTo>
                <a:cubicBezTo>
                  <a:pt x="117174" y="95235"/>
                  <a:pt x="104421" y="106002"/>
                  <a:pt x="104421" y="119561"/>
                </a:cubicBezTo>
                <a:cubicBezTo>
                  <a:pt x="104421" y="134314"/>
                  <a:pt x="114583" y="141089"/>
                  <a:pt x="129331" y="141089"/>
                </a:cubicBezTo>
                <a:cubicBezTo>
                  <a:pt x="140289" y="141089"/>
                  <a:pt x="145869" y="138502"/>
                  <a:pt x="156432" y="129531"/>
                </a:cubicBezTo>
                <a:lnTo>
                  <a:pt x="157229" y="129531"/>
                </a:lnTo>
                <a:close/>
                <a:moveTo>
                  <a:pt x="224584" y="72503"/>
                </a:moveTo>
                <a:lnTo>
                  <a:pt x="224584" y="54362"/>
                </a:lnTo>
                <a:cubicBezTo>
                  <a:pt x="224584" y="52808"/>
                  <a:pt x="224343" y="52370"/>
                  <a:pt x="223389" y="52370"/>
                </a:cubicBezTo>
                <a:cubicBezTo>
                  <a:pt x="218925" y="53246"/>
                  <a:pt x="211791" y="53404"/>
                  <a:pt x="207245" y="52966"/>
                </a:cubicBezTo>
                <a:lnTo>
                  <a:pt x="206847" y="53565"/>
                </a:lnTo>
                <a:cubicBezTo>
                  <a:pt x="208243" y="62174"/>
                  <a:pt x="208641" y="77292"/>
                  <a:pt x="208641" y="92252"/>
                </a:cubicBezTo>
                <a:lnTo>
                  <a:pt x="208641" y="103223"/>
                </a:lnTo>
                <a:cubicBezTo>
                  <a:pt x="208641" y="118183"/>
                  <a:pt x="208404" y="128397"/>
                  <a:pt x="206847" y="139131"/>
                </a:cubicBezTo>
                <a:lnTo>
                  <a:pt x="207245" y="139727"/>
                </a:lnTo>
                <a:cubicBezTo>
                  <a:pt x="209638" y="139329"/>
                  <a:pt x="214221" y="139131"/>
                  <a:pt x="216614" y="139131"/>
                </a:cubicBezTo>
                <a:cubicBezTo>
                  <a:pt x="219004" y="139131"/>
                  <a:pt x="223586" y="139329"/>
                  <a:pt x="225979" y="139727"/>
                </a:cubicBezTo>
                <a:lnTo>
                  <a:pt x="226378" y="139131"/>
                </a:lnTo>
                <a:cubicBezTo>
                  <a:pt x="224903" y="127759"/>
                  <a:pt x="224584" y="118384"/>
                  <a:pt x="224584" y="103223"/>
                </a:cubicBezTo>
                <a:lnTo>
                  <a:pt x="224584" y="92851"/>
                </a:lnTo>
                <a:cubicBezTo>
                  <a:pt x="224584" y="84471"/>
                  <a:pt x="227095" y="79685"/>
                  <a:pt x="231358" y="73102"/>
                </a:cubicBezTo>
                <a:cubicBezTo>
                  <a:pt x="234268" y="68675"/>
                  <a:pt x="238732" y="66120"/>
                  <a:pt x="242518" y="66120"/>
                </a:cubicBezTo>
                <a:cubicBezTo>
                  <a:pt x="246504" y="66120"/>
                  <a:pt x="250290" y="66519"/>
                  <a:pt x="252880" y="68912"/>
                </a:cubicBezTo>
                <a:lnTo>
                  <a:pt x="254474" y="68513"/>
                </a:lnTo>
                <a:lnTo>
                  <a:pt x="258460" y="53763"/>
                </a:lnTo>
                <a:lnTo>
                  <a:pt x="257664" y="52966"/>
                </a:lnTo>
                <a:cubicBezTo>
                  <a:pt x="254276" y="51972"/>
                  <a:pt x="254075" y="51571"/>
                  <a:pt x="250490" y="51571"/>
                </a:cubicBezTo>
                <a:cubicBezTo>
                  <a:pt x="239729" y="51571"/>
                  <a:pt x="233949" y="57749"/>
                  <a:pt x="225183" y="72901"/>
                </a:cubicBezTo>
                <a:lnTo>
                  <a:pt x="224584" y="72503"/>
                </a:lnTo>
                <a:close/>
                <a:moveTo>
                  <a:pt x="279984" y="99298"/>
                </a:moveTo>
                <a:cubicBezTo>
                  <a:pt x="279984" y="114115"/>
                  <a:pt x="279704" y="128455"/>
                  <a:pt x="278190" y="139131"/>
                </a:cubicBezTo>
                <a:lnTo>
                  <a:pt x="278588" y="139727"/>
                </a:lnTo>
                <a:cubicBezTo>
                  <a:pt x="280978" y="139329"/>
                  <a:pt x="285564" y="139131"/>
                  <a:pt x="287954" y="139131"/>
                </a:cubicBezTo>
                <a:cubicBezTo>
                  <a:pt x="290347" y="139131"/>
                  <a:pt x="294929" y="139329"/>
                  <a:pt x="297319" y="139727"/>
                </a:cubicBezTo>
                <a:lnTo>
                  <a:pt x="297718" y="139131"/>
                </a:lnTo>
                <a:cubicBezTo>
                  <a:pt x="296164" y="127777"/>
                  <a:pt x="295927" y="114273"/>
                  <a:pt x="295927" y="99298"/>
                </a:cubicBezTo>
                <a:lnTo>
                  <a:pt x="295927" y="97303"/>
                </a:lnTo>
                <a:cubicBezTo>
                  <a:pt x="297559" y="97345"/>
                  <a:pt x="302382" y="97941"/>
                  <a:pt x="304097" y="99495"/>
                </a:cubicBezTo>
                <a:cubicBezTo>
                  <a:pt x="317047" y="113039"/>
                  <a:pt x="321830" y="120209"/>
                  <a:pt x="335383" y="139727"/>
                </a:cubicBezTo>
                <a:cubicBezTo>
                  <a:pt x="338411" y="139371"/>
                  <a:pt x="345147" y="139131"/>
                  <a:pt x="348534" y="139131"/>
                </a:cubicBezTo>
                <a:cubicBezTo>
                  <a:pt x="351882" y="139131"/>
                  <a:pt x="358699" y="139371"/>
                  <a:pt x="360490" y="139727"/>
                </a:cubicBezTo>
                <a:lnTo>
                  <a:pt x="360888" y="139131"/>
                </a:lnTo>
                <a:cubicBezTo>
                  <a:pt x="346065" y="123477"/>
                  <a:pt x="335462" y="114671"/>
                  <a:pt x="316451" y="91723"/>
                </a:cubicBezTo>
                <a:cubicBezTo>
                  <a:pt x="324303" y="83568"/>
                  <a:pt x="343751" y="64667"/>
                  <a:pt x="356704" y="53726"/>
                </a:cubicBezTo>
                <a:lnTo>
                  <a:pt x="356306" y="53127"/>
                </a:lnTo>
                <a:cubicBezTo>
                  <a:pt x="352520" y="53726"/>
                  <a:pt x="341559" y="53726"/>
                  <a:pt x="336180" y="53726"/>
                </a:cubicBezTo>
                <a:cubicBezTo>
                  <a:pt x="327571" y="66139"/>
                  <a:pt x="312584" y="82254"/>
                  <a:pt x="304693" y="88342"/>
                </a:cubicBezTo>
                <a:cubicBezTo>
                  <a:pt x="302142" y="90291"/>
                  <a:pt x="298517" y="91088"/>
                  <a:pt x="295927" y="91285"/>
                </a:cubicBezTo>
                <a:lnTo>
                  <a:pt x="295927" y="39548"/>
                </a:lnTo>
                <a:cubicBezTo>
                  <a:pt x="295927" y="24569"/>
                  <a:pt x="296763" y="14623"/>
                  <a:pt x="297718" y="1998"/>
                </a:cubicBezTo>
                <a:cubicBezTo>
                  <a:pt x="297718" y="599"/>
                  <a:pt x="297161" y="0"/>
                  <a:pt x="295927" y="0"/>
                </a:cubicBezTo>
                <a:cubicBezTo>
                  <a:pt x="290943" y="1998"/>
                  <a:pt x="286680" y="3396"/>
                  <a:pt x="278588" y="3995"/>
                </a:cubicBezTo>
                <a:lnTo>
                  <a:pt x="278190" y="4595"/>
                </a:lnTo>
                <a:cubicBezTo>
                  <a:pt x="279744" y="13102"/>
                  <a:pt x="279984" y="27962"/>
                  <a:pt x="279984" y="43142"/>
                </a:cubicBezTo>
                <a:lnTo>
                  <a:pt x="279984" y="99298"/>
                </a:lnTo>
                <a:close/>
                <a:moveTo>
                  <a:pt x="431033" y="53711"/>
                </a:moveTo>
                <a:cubicBezTo>
                  <a:pt x="426967" y="53711"/>
                  <a:pt x="422744" y="53632"/>
                  <a:pt x="420272" y="53313"/>
                </a:cubicBezTo>
                <a:cubicBezTo>
                  <a:pt x="418919" y="56582"/>
                  <a:pt x="417842" y="58494"/>
                  <a:pt x="415890" y="61483"/>
                </a:cubicBezTo>
                <a:lnTo>
                  <a:pt x="416884" y="62879"/>
                </a:lnTo>
                <a:cubicBezTo>
                  <a:pt x="420314" y="62639"/>
                  <a:pt x="426490" y="62520"/>
                  <a:pt x="431033" y="62481"/>
                </a:cubicBezTo>
                <a:lnTo>
                  <a:pt x="431033" y="89744"/>
                </a:lnTo>
                <a:cubicBezTo>
                  <a:pt x="431033" y="101685"/>
                  <a:pt x="430437" y="116015"/>
                  <a:pt x="430437" y="121984"/>
                </a:cubicBezTo>
                <a:cubicBezTo>
                  <a:pt x="430437" y="134926"/>
                  <a:pt x="438805" y="141089"/>
                  <a:pt x="447973" y="141089"/>
                </a:cubicBezTo>
                <a:cubicBezTo>
                  <a:pt x="456344" y="141089"/>
                  <a:pt x="462720" y="139101"/>
                  <a:pt x="471088" y="133734"/>
                </a:cubicBezTo>
                <a:lnTo>
                  <a:pt x="468659" y="128829"/>
                </a:lnTo>
                <a:cubicBezTo>
                  <a:pt x="462519" y="130942"/>
                  <a:pt x="457937" y="131143"/>
                  <a:pt x="452953" y="130346"/>
                </a:cubicBezTo>
                <a:cubicBezTo>
                  <a:pt x="448213" y="129589"/>
                  <a:pt x="446379" y="124809"/>
                  <a:pt x="446379" y="114024"/>
                </a:cubicBezTo>
                <a:cubicBezTo>
                  <a:pt x="446379" y="108055"/>
                  <a:pt x="446975" y="99495"/>
                  <a:pt x="446975" y="87557"/>
                </a:cubicBezTo>
                <a:lnTo>
                  <a:pt x="446975" y="62481"/>
                </a:lnTo>
                <a:lnTo>
                  <a:pt x="454550" y="62481"/>
                </a:lnTo>
                <a:cubicBezTo>
                  <a:pt x="459333" y="62481"/>
                  <a:pt x="466266" y="62639"/>
                  <a:pt x="468896" y="62879"/>
                </a:cubicBezTo>
                <a:cubicBezTo>
                  <a:pt x="469495" y="59692"/>
                  <a:pt x="470094" y="57658"/>
                  <a:pt x="471289" y="54709"/>
                </a:cubicBezTo>
                <a:lnTo>
                  <a:pt x="470292" y="53313"/>
                </a:lnTo>
                <a:cubicBezTo>
                  <a:pt x="466704" y="53474"/>
                  <a:pt x="460926" y="53711"/>
                  <a:pt x="456344" y="53711"/>
                </a:cubicBezTo>
                <a:lnTo>
                  <a:pt x="446975" y="53711"/>
                </a:lnTo>
                <a:cubicBezTo>
                  <a:pt x="446975" y="38806"/>
                  <a:pt x="447097" y="36175"/>
                  <a:pt x="447973" y="24618"/>
                </a:cubicBezTo>
                <a:cubicBezTo>
                  <a:pt x="447973" y="23182"/>
                  <a:pt x="447416" y="22626"/>
                  <a:pt x="446179" y="22626"/>
                </a:cubicBezTo>
                <a:cubicBezTo>
                  <a:pt x="441198" y="24618"/>
                  <a:pt x="438726" y="26731"/>
                  <a:pt x="432231" y="27607"/>
                </a:cubicBezTo>
                <a:lnTo>
                  <a:pt x="431833" y="28206"/>
                </a:lnTo>
                <a:cubicBezTo>
                  <a:pt x="431434" y="35142"/>
                  <a:pt x="431033" y="42153"/>
                  <a:pt x="431033" y="53711"/>
                </a:cubicBezTo>
                <a:close/>
                <a:moveTo>
                  <a:pt x="487430" y="98224"/>
                </a:moveTo>
                <a:cubicBezTo>
                  <a:pt x="487430" y="122152"/>
                  <a:pt x="503171" y="141089"/>
                  <a:pt x="529677" y="141089"/>
                </a:cubicBezTo>
                <a:cubicBezTo>
                  <a:pt x="555980" y="141089"/>
                  <a:pt x="571922" y="122553"/>
                  <a:pt x="571922" y="96430"/>
                </a:cubicBezTo>
                <a:cubicBezTo>
                  <a:pt x="571922" y="69313"/>
                  <a:pt x="557375" y="51571"/>
                  <a:pt x="530474" y="51571"/>
                </a:cubicBezTo>
                <a:cubicBezTo>
                  <a:pt x="504366" y="51571"/>
                  <a:pt x="487430" y="69912"/>
                  <a:pt x="487430" y="98224"/>
                </a:cubicBezTo>
                <a:moveTo>
                  <a:pt x="529078" y="59543"/>
                </a:moveTo>
                <a:cubicBezTo>
                  <a:pt x="550202" y="59543"/>
                  <a:pt x="554386" y="75893"/>
                  <a:pt x="554386" y="100021"/>
                </a:cubicBezTo>
                <a:cubicBezTo>
                  <a:pt x="554386" y="118962"/>
                  <a:pt x="544820" y="133119"/>
                  <a:pt x="531468" y="133119"/>
                </a:cubicBezTo>
                <a:cubicBezTo>
                  <a:pt x="510348" y="133119"/>
                  <a:pt x="504966" y="110189"/>
                  <a:pt x="504966" y="94837"/>
                </a:cubicBezTo>
                <a:cubicBezTo>
                  <a:pt x="504966" y="77490"/>
                  <a:pt x="510348" y="59543"/>
                  <a:pt x="529078" y="595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71D05F-261F-48B2-9E3F-182FFB68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2691" y="6503241"/>
            <a:ext cx="392849" cy="10"/>
          </a:xfrm>
          <a:custGeom xmlns:a="http://schemas.openxmlformats.org/drawingml/2006/main">
            <a:pathLst>
              <a:path w="392849" h="1" fill="none">
                <a:moveTo>
                  <a:pt x="0" y="0"/>
                </a:moveTo>
                <a:lnTo>
                  <a:pt x="3928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8601" cap="flat">
            <a:solidFill>
              <a:srgbClr val="00D0FF"/>
            </a:solidFill>
            <a:miter/>
          </a:ln>
        </p:spPr>
      </p:sp>
      <p:sp>
        <p:nvSpPr>
          <p:cNvPr id="557" name="Text lightblue,2020s=">
            <a:extLst xmlns:a="http://schemas.openxmlformats.org/drawingml/2006/main">
              <a:ext uri="{FF2B5EF4-FFF2-40B4-BE49-F238E27FC236}">
                <a16:creationId xmlns:a16="http://schemas.microsoft.com/office/drawing/2014/main" id="{630B6CD0-0D06-412F-BC25-2B1D063B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5946" y="6303834"/>
            <a:ext cx="1443161" cy="186432"/>
          </a:xfrm>
          <a:custGeom xmlns:a="http://schemas.openxmlformats.org/drawingml/2006/main">
            <a:pathLst>
              <a:path w="1443161" h="186432">
                <a:moveTo>
                  <a:pt x="1794" y="99264"/>
                </a:moveTo>
                <a:cubicBezTo>
                  <a:pt x="1794" y="114097"/>
                  <a:pt x="1514" y="128446"/>
                  <a:pt x="0" y="139131"/>
                </a:cubicBezTo>
                <a:lnTo>
                  <a:pt x="398" y="139727"/>
                </a:lnTo>
                <a:cubicBezTo>
                  <a:pt x="2788" y="139329"/>
                  <a:pt x="7374" y="139131"/>
                  <a:pt x="9764" y="139131"/>
                </a:cubicBezTo>
                <a:cubicBezTo>
                  <a:pt x="12157" y="139131"/>
                  <a:pt x="16739" y="139329"/>
                  <a:pt x="19129" y="139727"/>
                </a:cubicBezTo>
                <a:lnTo>
                  <a:pt x="19527" y="139131"/>
                </a:lnTo>
                <a:cubicBezTo>
                  <a:pt x="17974" y="127768"/>
                  <a:pt x="17736" y="114255"/>
                  <a:pt x="17736" y="99264"/>
                </a:cubicBezTo>
                <a:lnTo>
                  <a:pt x="17736" y="39468"/>
                </a:lnTo>
                <a:cubicBezTo>
                  <a:pt x="17736" y="24520"/>
                  <a:pt x="18573" y="14592"/>
                  <a:pt x="19527" y="1995"/>
                </a:cubicBezTo>
                <a:cubicBezTo>
                  <a:pt x="19527" y="599"/>
                  <a:pt x="18971" y="0"/>
                  <a:pt x="17736" y="0"/>
                </a:cubicBezTo>
                <a:cubicBezTo>
                  <a:pt x="12753" y="1995"/>
                  <a:pt x="8490" y="3390"/>
                  <a:pt x="398" y="3989"/>
                </a:cubicBezTo>
                <a:lnTo>
                  <a:pt x="0" y="4585"/>
                </a:lnTo>
                <a:cubicBezTo>
                  <a:pt x="1554" y="13118"/>
                  <a:pt x="1794" y="27908"/>
                  <a:pt x="1794" y="43057"/>
                </a:cubicBezTo>
                <a:lnTo>
                  <a:pt x="1794" y="99264"/>
                </a:lnTo>
                <a:close/>
                <a:moveTo>
                  <a:pt x="50017" y="20090"/>
                </a:moveTo>
                <a:cubicBezTo>
                  <a:pt x="50017" y="25469"/>
                  <a:pt x="54800" y="30252"/>
                  <a:pt x="60182" y="30252"/>
                </a:cubicBezTo>
                <a:cubicBezTo>
                  <a:pt x="65561" y="30252"/>
                  <a:pt x="70344" y="25469"/>
                  <a:pt x="70344" y="20090"/>
                </a:cubicBezTo>
                <a:cubicBezTo>
                  <a:pt x="70344" y="14708"/>
                  <a:pt x="65561" y="9925"/>
                  <a:pt x="60182" y="9925"/>
                </a:cubicBezTo>
                <a:cubicBezTo>
                  <a:pt x="54800" y="9925"/>
                  <a:pt x="50017" y="14708"/>
                  <a:pt x="50017" y="20090"/>
                </a:cubicBezTo>
                <a:moveTo>
                  <a:pt x="52012" y="92350"/>
                </a:moveTo>
                <a:lnTo>
                  <a:pt x="52012" y="103299"/>
                </a:lnTo>
                <a:cubicBezTo>
                  <a:pt x="52012" y="118229"/>
                  <a:pt x="51653" y="128382"/>
                  <a:pt x="50218" y="139131"/>
                </a:cubicBezTo>
                <a:lnTo>
                  <a:pt x="50616" y="139727"/>
                </a:lnTo>
                <a:cubicBezTo>
                  <a:pt x="53006" y="139332"/>
                  <a:pt x="57591" y="139131"/>
                  <a:pt x="59981" y="139131"/>
                </a:cubicBezTo>
                <a:cubicBezTo>
                  <a:pt x="62374" y="139131"/>
                  <a:pt x="66957" y="139332"/>
                  <a:pt x="69347" y="139727"/>
                </a:cubicBezTo>
                <a:lnTo>
                  <a:pt x="69745" y="139131"/>
                </a:lnTo>
                <a:cubicBezTo>
                  <a:pt x="68313" y="127826"/>
                  <a:pt x="67954" y="118427"/>
                  <a:pt x="67954" y="103299"/>
                </a:cubicBezTo>
                <a:lnTo>
                  <a:pt x="67954" y="89166"/>
                </a:lnTo>
                <a:cubicBezTo>
                  <a:pt x="67954" y="74236"/>
                  <a:pt x="68471" y="67069"/>
                  <a:pt x="69745" y="54924"/>
                </a:cubicBezTo>
                <a:cubicBezTo>
                  <a:pt x="69745" y="53133"/>
                  <a:pt x="69508" y="52933"/>
                  <a:pt x="67954" y="52933"/>
                </a:cubicBezTo>
                <a:cubicBezTo>
                  <a:pt x="63408" y="53374"/>
                  <a:pt x="54840" y="53492"/>
                  <a:pt x="50616" y="53133"/>
                </a:cubicBezTo>
                <a:lnTo>
                  <a:pt x="50218" y="53729"/>
                </a:lnTo>
                <a:cubicBezTo>
                  <a:pt x="51452" y="62250"/>
                  <a:pt x="52012" y="77420"/>
                  <a:pt x="52012" y="92350"/>
                </a:cubicBezTo>
                <a:close/>
                <a:moveTo>
                  <a:pt x="106016" y="159866"/>
                </a:moveTo>
                <a:cubicBezTo>
                  <a:pt x="106016" y="153264"/>
                  <a:pt x="111994" y="145863"/>
                  <a:pt x="118967" y="142062"/>
                </a:cubicBezTo>
                <a:cubicBezTo>
                  <a:pt x="124866" y="142080"/>
                  <a:pt x="133954" y="141478"/>
                  <a:pt x="136703" y="141478"/>
                </a:cubicBezTo>
                <a:cubicBezTo>
                  <a:pt x="146269" y="141478"/>
                  <a:pt x="152366" y="141679"/>
                  <a:pt x="157827" y="144878"/>
                </a:cubicBezTo>
                <a:cubicBezTo>
                  <a:pt x="163607" y="148277"/>
                  <a:pt x="165599" y="154076"/>
                  <a:pt x="165599" y="159273"/>
                </a:cubicBezTo>
                <a:cubicBezTo>
                  <a:pt x="165599" y="171469"/>
                  <a:pt x="149258" y="177864"/>
                  <a:pt x="132121" y="177864"/>
                </a:cubicBezTo>
                <a:cubicBezTo>
                  <a:pt x="119167" y="177864"/>
                  <a:pt x="106016" y="173467"/>
                  <a:pt x="106016" y="159872"/>
                </a:cubicBezTo>
                <a:lnTo>
                  <a:pt x="106016" y="159866"/>
                </a:lnTo>
                <a:moveTo>
                  <a:pt x="163607" y="82233"/>
                </a:moveTo>
                <a:cubicBezTo>
                  <a:pt x="163607" y="68498"/>
                  <a:pt x="158225" y="62131"/>
                  <a:pt x="153564" y="59066"/>
                </a:cubicBezTo>
                <a:cubicBezTo>
                  <a:pt x="159542" y="59543"/>
                  <a:pt x="166156" y="60297"/>
                  <a:pt x="174369" y="61134"/>
                </a:cubicBezTo>
                <a:lnTo>
                  <a:pt x="174965" y="60538"/>
                </a:lnTo>
                <a:cubicBezTo>
                  <a:pt x="174566" y="58747"/>
                  <a:pt x="174369" y="57153"/>
                  <a:pt x="174369" y="55359"/>
                </a:cubicBezTo>
                <a:cubicBezTo>
                  <a:pt x="174369" y="53565"/>
                  <a:pt x="174566" y="51972"/>
                  <a:pt x="174965" y="50178"/>
                </a:cubicBezTo>
                <a:lnTo>
                  <a:pt x="174369" y="49579"/>
                </a:lnTo>
                <a:cubicBezTo>
                  <a:pt x="164842" y="50376"/>
                  <a:pt x="157787" y="52489"/>
                  <a:pt x="142921" y="53285"/>
                </a:cubicBezTo>
                <a:cubicBezTo>
                  <a:pt x="139373" y="52170"/>
                  <a:pt x="134991" y="51571"/>
                  <a:pt x="130725" y="51571"/>
                </a:cubicBezTo>
                <a:cubicBezTo>
                  <a:pt x="114983" y="51571"/>
                  <a:pt x="96849" y="62131"/>
                  <a:pt x="96849" y="81835"/>
                </a:cubicBezTo>
                <a:cubicBezTo>
                  <a:pt x="96849" y="96765"/>
                  <a:pt x="105417" y="103530"/>
                  <a:pt x="110997" y="106720"/>
                </a:cubicBezTo>
                <a:cubicBezTo>
                  <a:pt x="105220" y="110703"/>
                  <a:pt x="98244" y="116508"/>
                  <a:pt x="98244" y="123319"/>
                </a:cubicBezTo>
                <a:cubicBezTo>
                  <a:pt x="98244" y="131517"/>
                  <a:pt x="103027" y="138690"/>
                  <a:pt x="113746" y="140524"/>
                </a:cubicBezTo>
                <a:cubicBezTo>
                  <a:pt x="108209" y="142841"/>
                  <a:pt x="101990" y="146678"/>
                  <a:pt x="96849" y="150677"/>
                </a:cubicBezTo>
                <a:cubicBezTo>
                  <a:pt x="94337" y="154474"/>
                  <a:pt x="92266" y="160112"/>
                  <a:pt x="92266" y="163870"/>
                </a:cubicBezTo>
                <a:cubicBezTo>
                  <a:pt x="92266" y="179618"/>
                  <a:pt x="109404" y="186432"/>
                  <a:pt x="130527" y="186432"/>
                </a:cubicBezTo>
                <a:cubicBezTo>
                  <a:pt x="161613" y="186432"/>
                  <a:pt x="180146" y="173427"/>
                  <a:pt x="180146" y="154675"/>
                </a:cubicBezTo>
                <a:cubicBezTo>
                  <a:pt x="180146" y="145878"/>
                  <a:pt x="177358" y="139687"/>
                  <a:pt x="171778" y="134904"/>
                </a:cubicBezTo>
                <a:cubicBezTo>
                  <a:pt x="164282" y="128528"/>
                  <a:pt x="150654" y="128327"/>
                  <a:pt x="143679" y="128327"/>
                </a:cubicBezTo>
                <a:cubicBezTo>
                  <a:pt x="140291" y="128327"/>
                  <a:pt x="132318" y="128726"/>
                  <a:pt x="127736" y="129325"/>
                </a:cubicBezTo>
                <a:cubicBezTo>
                  <a:pt x="124948" y="129507"/>
                  <a:pt x="122953" y="129708"/>
                  <a:pt x="121959" y="129708"/>
                </a:cubicBezTo>
                <a:cubicBezTo>
                  <a:pt x="116379" y="129708"/>
                  <a:pt x="110398" y="128908"/>
                  <a:pt x="110398" y="120303"/>
                </a:cubicBezTo>
                <a:cubicBezTo>
                  <a:pt x="110398" y="116301"/>
                  <a:pt x="111395" y="112902"/>
                  <a:pt x="115780" y="109110"/>
                </a:cubicBezTo>
                <a:cubicBezTo>
                  <a:pt x="118371" y="110506"/>
                  <a:pt x="124507" y="111898"/>
                  <a:pt x="130527" y="111898"/>
                </a:cubicBezTo>
                <a:cubicBezTo>
                  <a:pt x="151250" y="111898"/>
                  <a:pt x="163607" y="97917"/>
                  <a:pt x="163607" y="82233"/>
                </a:cubicBezTo>
                <a:moveTo>
                  <a:pt x="148063" y="82431"/>
                </a:moveTo>
                <a:cubicBezTo>
                  <a:pt x="148063" y="94533"/>
                  <a:pt x="143080" y="103929"/>
                  <a:pt x="131123" y="103929"/>
                </a:cubicBezTo>
                <a:cubicBezTo>
                  <a:pt x="116777" y="103929"/>
                  <a:pt x="112393" y="94572"/>
                  <a:pt x="112393" y="80840"/>
                </a:cubicBezTo>
                <a:cubicBezTo>
                  <a:pt x="112393" y="67705"/>
                  <a:pt x="118371" y="59145"/>
                  <a:pt x="129928" y="59145"/>
                </a:cubicBezTo>
                <a:cubicBezTo>
                  <a:pt x="142882" y="59145"/>
                  <a:pt x="148063" y="68301"/>
                  <a:pt x="148063" y="82431"/>
                </a:cubicBezTo>
                <a:close/>
                <a:moveTo>
                  <a:pt x="219205" y="68915"/>
                </a:moveTo>
                <a:lnTo>
                  <a:pt x="219205" y="39228"/>
                </a:lnTo>
                <a:cubicBezTo>
                  <a:pt x="219205" y="24493"/>
                  <a:pt x="220041" y="14218"/>
                  <a:pt x="220996" y="1992"/>
                </a:cubicBezTo>
                <a:cubicBezTo>
                  <a:pt x="220996" y="599"/>
                  <a:pt x="220439" y="0"/>
                  <a:pt x="219205" y="0"/>
                </a:cubicBezTo>
                <a:cubicBezTo>
                  <a:pt x="214221" y="1992"/>
                  <a:pt x="209958" y="3387"/>
                  <a:pt x="201866" y="3983"/>
                </a:cubicBezTo>
                <a:lnTo>
                  <a:pt x="201468" y="4582"/>
                </a:lnTo>
                <a:cubicBezTo>
                  <a:pt x="203022" y="13102"/>
                  <a:pt x="203262" y="28078"/>
                  <a:pt x="203262" y="43209"/>
                </a:cubicBezTo>
                <a:lnTo>
                  <a:pt x="203262" y="103223"/>
                </a:lnTo>
                <a:cubicBezTo>
                  <a:pt x="203262" y="118065"/>
                  <a:pt x="203022" y="127959"/>
                  <a:pt x="201468" y="139131"/>
                </a:cubicBezTo>
                <a:lnTo>
                  <a:pt x="201866" y="139727"/>
                </a:lnTo>
                <a:cubicBezTo>
                  <a:pt x="204256" y="139329"/>
                  <a:pt x="208842" y="139131"/>
                  <a:pt x="211232" y="139131"/>
                </a:cubicBezTo>
                <a:cubicBezTo>
                  <a:pt x="213625" y="139131"/>
                  <a:pt x="218207" y="139329"/>
                  <a:pt x="220597" y="139727"/>
                </a:cubicBezTo>
                <a:lnTo>
                  <a:pt x="220996" y="139131"/>
                </a:lnTo>
                <a:cubicBezTo>
                  <a:pt x="219524" y="127719"/>
                  <a:pt x="219205" y="118384"/>
                  <a:pt x="219205" y="103223"/>
                </a:cubicBezTo>
                <a:lnTo>
                  <a:pt x="219205" y="79886"/>
                </a:lnTo>
                <a:cubicBezTo>
                  <a:pt x="229367" y="67917"/>
                  <a:pt x="241043" y="63530"/>
                  <a:pt x="248097" y="63530"/>
                </a:cubicBezTo>
                <a:cubicBezTo>
                  <a:pt x="258263" y="63530"/>
                  <a:pt x="262447" y="67519"/>
                  <a:pt x="262447" y="83674"/>
                </a:cubicBezTo>
                <a:lnTo>
                  <a:pt x="262447" y="103223"/>
                </a:lnTo>
                <a:cubicBezTo>
                  <a:pt x="262447" y="118187"/>
                  <a:pt x="262246" y="128397"/>
                  <a:pt x="260653" y="139131"/>
                </a:cubicBezTo>
                <a:lnTo>
                  <a:pt x="261051" y="139727"/>
                </a:lnTo>
                <a:cubicBezTo>
                  <a:pt x="263444" y="139329"/>
                  <a:pt x="268026" y="139131"/>
                  <a:pt x="270416" y="139131"/>
                </a:cubicBezTo>
                <a:cubicBezTo>
                  <a:pt x="272809" y="139131"/>
                  <a:pt x="277392" y="139329"/>
                  <a:pt x="279785" y="139727"/>
                </a:cubicBezTo>
                <a:lnTo>
                  <a:pt x="280183" y="139131"/>
                </a:lnTo>
                <a:cubicBezTo>
                  <a:pt x="278587" y="127719"/>
                  <a:pt x="278389" y="118384"/>
                  <a:pt x="278389" y="103223"/>
                </a:cubicBezTo>
                <a:cubicBezTo>
                  <a:pt x="278389" y="96841"/>
                  <a:pt x="278787" y="89461"/>
                  <a:pt x="278787" y="83078"/>
                </a:cubicBezTo>
                <a:cubicBezTo>
                  <a:pt x="278787" y="62332"/>
                  <a:pt x="272013" y="51571"/>
                  <a:pt x="254075" y="51571"/>
                </a:cubicBezTo>
                <a:cubicBezTo>
                  <a:pt x="246504" y="51571"/>
                  <a:pt x="232356" y="54563"/>
                  <a:pt x="219603" y="69514"/>
                </a:cubicBezTo>
                <a:lnTo>
                  <a:pt x="219205" y="68915"/>
                </a:lnTo>
                <a:close/>
                <a:moveTo>
                  <a:pt x="313659" y="53711"/>
                </a:moveTo>
                <a:cubicBezTo>
                  <a:pt x="309594" y="53711"/>
                  <a:pt x="305370" y="53632"/>
                  <a:pt x="302898" y="53313"/>
                </a:cubicBezTo>
                <a:cubicBezTo>
                  <a:pt x="301545" y="56582"/>
                  <a:pt x="300469" y="58494"/>
                  <a:pt x="298517" y="61483"/>
                </a:cubicBezTo>
                <a:lnTo>
                  <a:pt x="299511" y="62879"/>
                </a:lnTo>
                <a:cubicBezTo>
                  <a:pt x="302941" y="62639"/>
                  <a:pt x="309117" y="62520"/>
                  <a:pt x="313659" y="62481"/>
                </a:cubicBezTo>
                <a:lnTo>
                  <a:pt x="313659" y="89744"/>
                </a:lnTo>
                <a:cubicBezTo>
                  <a:pt x="313659" y="101685"/>
                  <a:pt x="313063" y="116015"/>
                  <a:pt x="313063" y="121984"/>
                </a:cubicBezTo>
                <a:cubicBezTo>
                  <a:pt x="313063" y="134926"/>
                  <a:pt x="321432" y="141089"/>
                  <a:pt x="330599" y="141089"/>
                </a:cubicBezTo>
                <a:cubicBezTo>
                  <a:pt x="338970" y="141089"/>
                  <a:pt x="345347" y="139101"/>
                  <a:pt x="353715" y="133734"/>
                </a:cubicBezTo>
                <a:lnTo>
                  <a:pt x="351285" y="128829"/>
                </a:lnTo>
                <a:cubicBezTo>
                  <a:pt x="345146" y="130942"/>
                  <a:pt x="340564" y="131143"/>
                  <a:pt x="335580" y="130346"/>
                </a:cubicBezTo>
                <a:cubicBezTo>
                  <a:pt x="330840" y="129589"/>
                  <a:pt x="329006" y="124809"/>
                  <a:pt x="329006" y="114024"/>
                </a:cubicBezTo>
                <a:cubicBezTo>
                  <a:pt x="329006" y="108055"/>
                  <a:pt x="329602" y="99495"/>
                  <a:pt x="329602" y="87557"/>
                </a:cubicBezTo>
                <a:lnTo>
                  <a:pt x="329602" y="62481"/>
                </a:lnTo>
                <a:lnTo>
                  <a:pt x="337176" y="62481"/>
                </a:lnTo>
                <a:cubicBezTo>
                  <a:pt x="341959" y="62481"/>
                  <a:pt x="348892" y="62639"/>
                  <a:pt x="351522" y="62879"/>
                </a:cubicBezTo>
                <a:cubicBezTo>
                  <a:pt x="352121" y="59692"/>
                  <a:pt x="352721" y="57658"/>
                  <a:pt x="353916" y="54709"/>
                </a:cubicBezTo>
                <a:lnTo>
                  <a:pt x="352918" y="53313"/>
                </a:lnTo>
                <a:cubicBezTo>
                  <a:pt x="349330" y="53474"/>
                  <a:pt x="343553" y="53711"/>
                  <a:pt x="338970" y="53711"/>
                </a:cubicBezTo>
                <a:lnTo>
                  <a:pt x="329602" y="53711"/>
                </a:lnTo>
                <a:cubicBezTo>
                  <a:pt x="329602" y="38806"/>
                  <a:pt x="329724" y="36175"/>
                  <a:pt x="330599" y="24618"/>
                </a:cubicBezTo>
                <a:cubicBezTo>
                  <a:pt x="330599" y="23182"/>
                  <a:pt x="330043" y="22626"/>
                  <a:pt x="328805" y="22626"/>
                </a:cubicBezTo>
                <a:cubicBezTo>
                  <a:pt x="323825" y="24618"/>
                  <a:pt x="321352" y="26731"/>
                  <a:pt x="314858" y="27607"/>
                </a:cubicBezTo>
                <a:lnTo>
                  <a:pt x="314459" y="28206"/>
                </a:lnTo>
                <a:cubicBezTo>
                  <a:pt x="314061" y="35142"/>
                  <a:pt x="313659" y="42153"/>
                  <a:pt x="313659" y="53711"/>
                </a:cubicBezTo>
                <a:close/>
                <a:moveTo>
                  <a:pt x="444584" y="122951"/>
                </a:moveTo>
                <a:lnTo>
                  <a:pt x="444584" y="71308"/>
                </a:lnTo>
                <a:cubicBezTo>
                  <a:pt x="452356" y="63332"/>
                  <a:pt x="457340" y="59543"/>
                  <a:pt x="465510" y="59543"/>
                </a:cubicBezTo>
                <a:cubicBezTo>
                  <a:pt x="477664" y="59543"/>
                  <a:pt x="488425" y="69553"/>
                  <a:pt x="488425" y="94436"/>
                </a:cubicBezTo>
                <a:cubicBezTo>
                  <a:pt x="488425" y="119163"/>
                  <a:pt x="481051" y="133119"/>
                  <a:pt x="462123" y="133119"/>
                </a:cubicBezTo>
                <a:cubicBezTo>
                  <a:pt x="455944" y="133119"/>
                  <a:pt x="448570" y="127935"/>
                  <a:pt x="444584" y="122951"/>
                </a:cubicBezTo>
                <a:moveTo>
                  <a:pt x="444584" y="39426"/>
                </a:moveTo>
                <a:cubicBezTo>
                  <a:pt x="444584" y="24691"/>
                  <a:pt x="444824" y="14179"/>
                  <a:pt x="445782" y="1992"/>
                </a:cubicBezTo>
                <a:cubicBezTo>
                  <a:pt x="445782" y="599"/>
                  <a:pt x="445223" y="0"/>
                  <a:pt x="443988" y="0"/>
                </a:cubicBezTo>
                <a:cubicBezTo>
                  <a:pt x="439004" y="1992"/>
                  <a:pt x="434741" y="3387"/>
                  <a:pt x="426650" y="3983"/>
                </a:cubicBezTo>
                <a:lnTo>
                  <a:pt x="426251" y="4582"/>
                </a:lnTo>
                <a:cubicBezTo>
                  <a:pt x="427805" y="13102"/>
                  <a:pt x="428641" y="27877"/>
                  <a:pt x="428641" y="43011"/>
                </a:cubicBezTo>
                <a:lnTo>
                  <a:pt x="428641" y="124545"/>
                </a:lnTo>
                <a:cubicBezTo>
                  <a:pt x="428641" y="132323"/>
                  <a:pt x="428483" y="135154"/>
                  <a:pt x="427647" y="139496"/>
                </a:cubicBezTo>
                <a:cubicBezTo>
                  <a:pt x="428842" y="140691"/>
                  <a:pt x="431153" y="141089"/>
                  <a:pt x="433227" y="141089"/>
                </a:cubicBezTo>
                <a:cubicBezTo>
                  <a:pt x="435419" y="138699"/>
                  <a:pt x="437730" y="135312"/>
                  <a:pt x="439801" y="131325"/>
                </a:cubicBezTo>
                <a:cubicBezTo>
                  <a:pt x="445581" y="136309"/>
                  <a:pt x="454749" y="141089"/>
                  <a:pt x="463318" y="141089"/>
                </a:cubicBezTo>
                <a:cubicBezTo>
                  <a:pt x="483642" y="141089"/>
                  <a:pt x="506161" y="126740"/>
                  <a:pt x="506161" y="92842"/>
                </a:cubicBezTo>
                <a:cubicBezTo>
                  <a:pt x="506161" y="68516"/>
                  <a:pt x="488823" y="51571"/>
                  <a:pt x="469493" y="51571"/>
                </a:cubicBezTo>
                <a:cubicBezTo>
                  <a:pt x="459930" y="51571"/>
                  <a:pt x="451362" y="54161"/>
                  <a:pt x="444584" y="61538"/>
                </a:cubicBezTo>
                <a:lnTo>
                  <a:pt x="444584" y="39426"/>
                </a:lnTo>
                <a:close/>
                <a:moveTo>
                  <a:pt x="530673" y="99264"/>
                </a:moveTo>
                <a:cubicBezTo>
                  <a:pt x="530673" y="114097"/>
                  <a:pt x="530394" y="128446"/>
                  <a:pt x="528879" y="139131"/>
                </a:cubicBezTo>
                <a:lnTo>
                  <a:pt x="529278" y="139727"/>
                </a:lnTo>
                <a:cubicBezTo>
                  <a:pt x="531668" y="139329"/>
                  <a:pt x="536253" y="139131"/>
                  <a:pt x="538643" y="139131"/>
                </a:cubicBezTo>
                <a:cubicBezTo>
                  <a:pt x="541036" y="139131"/>
                  <a:pt x="545618" y="139329"/>
                  <a:pt x="548008" y="139727"/>
                </a:cubicBezTo>
                <a:lnTo>
                  <a:pt x="548407" y="139131"/>
                </a:lnTo>
                <a:cubicBezTo>
                  <a:pt x="546853" y="127768"/>
                  <a:pt x="546616" y="114255"/>
                  <a:pt x="546616" y="99264"/>
                </a:cubicBezTo>
                <a:lnTo>
                  <a:pt x="546616" y="39468"/>
                </a:lnTo>
                <a:cubicBezTo>
                  <a:pt x="546616" y="24520"/>
                  <a:pt x="547452" y="14592"/>
                  <a:pt x="548407" y="1995"/>
                </a:cubicBezTo>
                <a:cubicBezTo>
                  <a:pt x="548407" y="599"/>
                  <a:pt x="547850" y="0"/>
                  <a:pt x="546616" y="0"/>
                </a:cubicBezTo>
                <a:cubicBezTo>
                  <a:pt x="541632" y="1995"/>
                  <a:pt x="537369" y="3390"/>
                  <a:pt x="529278" y="3989"/>
                </a:cubicBezTo>
                <a:lnTo>
                  <a:pt x="528879" y="4585"/>
                </a:lnTo>
                <a:cubicBezTo>
                  <a:pt x="530433" y="13118"/>
                  <a:pt x="530673" y="27908"/>
                  <a:pt x="530673" y="43057"/>
                </a:cubicBezTo>
                <a:lnTo>
                  <a:pt x="530673" y="99264"/>
                </a:lnTo>
                <a:close/>
                <a:moveTo>
                  <a:pt x="635690" y="120817"/>
                </a:moveTo>
                <a:lnTo>
                  <a:pt x="636487" y="121413"/>
                </a:lnTo>
                <a:lnTo>
                  <a:pt x="637484" y="139131"/>
                </a:lnTo>
                <a:cubicBezTo>
                  <a:pt x="637484" y="139529"/>
                  <a:pt x="637725" y="139727"/>
                  <a:pt x="638281" y="139727"/>
                </a:cubicBezTo>
                <a:cubicBezTo>
                  <a:pt x="640911" y="139371"/>
                  <a:pt x="643265" y="139131"/>
                  <a:pt x="646172" y="139131"/>
                </a:cubicBezTo>
                <a:cubicBezTo>
                  <a:pt x="648644" y="139131"/>
                  <a:pt x="652430" y="139332"/>
                  <a:pt x="655020" y="139727"/>
                </a:cubicBezTo>
                <a:lnTo>
                  <a:pt x="655419" y="139131"/>
                </a:lnTo>
                <a:cubicBezTo>
                  <a:pt x="653825" y="130571"/>
                  <a:pt x="652031" y="115839"/>
                  <a:pt x="652031" y="100909"/>
                </a:cubicBezTo>
                <a:lnTo>
                  <a:pt x="652031" y="89561"/>
                </a:lnTo>
                <a:cubicBezTo>
                  <a:pt x="652031" y="74628"/>
                  <a:pt x="652232" y="64278"/>
                  <a:pt x="653825" y="53726"/>
                </a:cubicBezTo>
                <a:lnTo>
                  <a:pt x="653427" y="53127"/>
                </a:lnTo>
                <a:cubicBezTo>
                  <a:pt x="651034" y="53526"/>
                  <a:pt x="646452" y="53726"/>
                  <a:pt x="644062" y="53726"/>
                </a:cubicBezTo>
                <a:cubicBezTo>
                  <a:pt x="641669" y="53726"/>
                  <a:pt x="637086" y="53526"/>
                  <a:pt x="634696" y="53127"/>
                </a:cubicBezTo>
                <a:lnTo>
                  <a:pt x="634295" y="53726"/>
                </a:lnTo>
                <a:cubicBezTo>
                  <a:pt x="635852" y="65114"/>
                  <a:pt x="636089" y="74431"/>
                  <a:pt x="636089" y="89561"/>
                </a:cubicBezTo>
                <a:lnTo>
                  <a:pt x="636089" y="109070"/>
                </a:lnTo>
                <a:cubicBezTo>
                  <a:pt x="630032" y="119266"/>
                  <a:pt x="618553" y="129930"/>
                  <a:pt x="608789" y="129930"/>
                </a:cubicBezTo>
                <a:cubicBezTo>
                  <a:pt x="601932" y="129930"/>
                  <a:pt x="595437" y="127744"/>
                  <a:pt x="595437" y="109238"/>
                </a:cubicBezTo>
                <a:lnTo>
                  <a:pt x="595437" y="89540"/>
                </a:lnTo>
                <a:cubicBezTo>
                  <a:pt x="595437" y="74616"/>
                  <a:pt x="595635" y="64272"/>
                  <a:pt x="597231" y="53726"/>
                </a:cubicBezTo>
                <a:lnTo>
                  <a:pt x="596833" y="53127"/>
                </a:lnTo>
                <a:cubicBezTo>
                  <a:pt x="594440" y="53526"/>
                  <a:pt x="589858" y="53726"/>
                  <a:pt x="587465" y="53726"/>
                </a:cubicBezTo>
                <a:cubicBezTo>
                  <a:pt x="585075" y="53726"/>
                  <a:pt x="580492" y="53526"/>
                  <a:pt x="578099" y="53127"/>
                </a:cubicBezTo>
                <a:lnTo>
                  <a:pt x="577701" y="53726"/>
                </a:lnTo>
                <a:cubicBezTo>
                  <a:pt x="579294" y="65065"/>
                  <a:pt x="579495" y="74418"/>
                  <a:pt x="579495" y="89540"/>
                </a:cubicBezTo>
                <a:lnTo>
                  <a:pt x="579495" y="113416"/>
                </a:lnTo>
                <a:cubicBezTo>
                  <a:pt x="579495" y="127144"/>
                  <a:pt x="585871" y="141089"/>
                  <a:pt x="605600" y="141089"/>
                </a:cubicBezTo>
                <a:cubicBezTo>
                  <a:pt x="617954" y="141089"/>
                  <a:pt x="629113" y="130927"/>
                  <a:pt x="635690" y="120777"/>
                </a:cubicBezTo>
                <a:lnTo>
                  <a:pt x="635690" y="120817"/>
                </a:lnTo>
                <a:close/>
                <a:moveTo>
                  <a:pt x="694877" y="84663"/>
                </a:moveTo>
                <a:cubicBezTo>
                  <a:pt x="698265" y="63928"/>
                  <a:pt x="711337" y="59543"/>
                  <a:pt x="717595" y="59543"/>
                </a:cubicBezTo>
                <a:cubicBezTo>
                  <a:pt x="725485" y="59543"/>
                  <a:pt x="734334" y="66920"/>
                  <a:pt x="734334" y="81871"/>
                </a:cubicBezTo>
                <a:cubicBezTo>
                  <a:pt x="734334" y="83665"/>
                  <a:pt x="733537" y="84663"/>
                  <a:pt x="731542" y="84663"/>
                </a:cubicBezTo>
                <a:lnTo>
                  <a:pt x="694877" y="84663"/>
                </a:lnTo>
                <a:moveTo>
                  <a:pt x="748084" y="118363"/>
                </a:moveTo>
                <a:cubicBezTo>
                  <a:pt x="741109" y="125943"/>
                  <a:pt x="731743" y="129334"/>
                  <a:pt x="720781" y="129334"/>
                </a:cubicBezTo>
                <a:cubicBezTo>
                  <a:pt x="713967" y="129334"/>
                  <a:pt x="704562" y="126740"/>
                  <a:pt x="699061" y="117965"/>
                </a:cubicBezTo>
                <a:cubicBezTo>
                  <a:pt x="695553" y="112379"/>
                  <a:pt x="694278" y="104242"/>
                  <a:pt x="694278" y="92632"/>
                </a:cubicBezTo>
                <a:lnTo>
                  <a:pt x="748482" y="92632"/>
                </a:lnTo>
                <a:cubicBezTo>
                  <a:pt x="750675" y="92632"/>
                  <a:pt x="752067" y="91437"/>
                  <a:pt x="752067" y="89245"/>
                </a:cubicBezTo>
                <a:cubicBezTo>
                  <a:pt x="752067" y="72503"/>
                  <a:pt x="743897" y="51571"/>
                  <a:pt x="717595" y="51571"/>
                </a:cubicBezTo>
                <a:cubicBezTo>
                  <a:pt x="697067" y="51571"/>
                  <a:pt x="676743" y="68115"/>
                  <a:pt x="676743" y="97421"/>
                </a:cubicBezTo>
                <a:cubicBezTo>
                  <a:pt x="676743" y="108748"/>
                  <a:pt x="679054" y="119920"/>
                  <a:pt x="685710" y="127938"/>
                </a:cubicBezTo>
                <a:cubicBezTo>
                  <a:pt x="692563" y="136188"/>
                  <a:pt x="703963" y="141089"/>
                  <a:pt x="717394" y="141089"/>
                </a:cubicBezTo>
                <a:cubicBezTo>
                  <a:pt x="731743" y="141089"/>
                  <a:pt x="744496" y="133719"/>
                  <a:pt x="752067" y="123350"/>
                </a:cubicBezTo>
                <a:lnTo>
                  <a:pt x="748084" y="118363"/>
                </a:lnTo>
                <a:close/>
                <a:moveTo>
                  <a:pt x="767810" y="130362"/>
                </a:moveTo>
                <a:cubicBezTo>
                  <a:pt x="769565" y="137018"/>
                  <a:pt x="772353" y="138334"/>
                  <a:pt x="778571" y="139727"/>
                </a:cubicBezTo>
                <a:cubicBezTo>
                  <a:pt x="781083" y="139727"/>
                  <a:pt x="784352" y="140007"/>
                  <a:pt x="784352" y="144908"/>
                </a:cubicBezTo>
                <a:cubicBezTo>
                  <a:pt x="784352" y="151485"/>
                  <a:pt x="778571" y="157065"/>
                  <a:pt x="768808" y="163642"/>
                </a:cubicBezTo>
                <a:cubicBezTo>
                  <a:pt x="768808" y="165634"/>
                  <a:pt x="770042" y="166631"/>
                  <a:pt x="771398" y="167826"/>
                </a:cubicBezTo>
                <a:cubicBezTo>
                  <a:pt x="782159" y="161489"/>
                  <a:pt x="792124" y="156068"/>
                  <a:pt x="792124" y="139727"/>
                </a:cubicBezTo>
                <a:cubicBezTo>
                  <a:pt x="792124" y="126816"/>
                  <a:pt x="786584" y="121434"/>
                  <a:pt x="779368" y="118804"/>
                </a:cubicBezTo>
                <a:lnTo>
                  <a:pt x="778571" y="118804"/>
                </a:lnTo>
                <a:cubicBezTo>
                  <a:pt x="772554" y="121236"/>
                  <a:pt x="769644" y="124304"/>
                  <a:pt x="767810" y="129565"/>
                </a:cubicBezTo>
                <a:lnTo>
                  <a:pt x="767810" y="130362"/>
                </a:lnTo>
                <a:close/>
                <a:moveTo>
                  <a:pt x="896146" y="28875"/>
                </a:moveTo>
                <a:cubicBezTo>
                  <a:pt x="906588" y="28875"/>
                  <a:pt x="917228" y="38477"/>
                  <a:pt x="917228" y="52461"/>
                </a:cubicBezTo>
                <a:cubicBezTo>
                  <a:pt x="917228" y="60793"/>
                  <a:pt x="914838" y="71393"/>
                  <a:pt x="909656" y="79165"/>
                </a:cubicBezTo>
                <a:cubicBezTo>
                  <a:pt x="895347" y="100487"/>
                  <a:pt x="872550" y="120452"/>
                  <a:pt x="862747" y="129778"/>
                </a:cubicBezTo>
                <a:cubicBezTo>
                  <a:pt x="862507" y="130535"/>
                  <a:pt x="862388" y="131374"/>
                  <a:pt x="862388" y="132289"/>
                </a:cubicBezTo>
                <a:cubicBezTo>
                  <a:pt x="862388" y="135278"/>
                  <a:pt x="863383" y="138429"/>
                  <a:pt x="864419" y="140141"/>
                </a:cubicBezTo>
                <a:cubicBezTo>
                  <a:pt x="879127" y="139742"/>
                  <a:pt x="887575" y="139146"/>
                  <a:pt x="902124" y="139146"/>
                </a:cubicBezTo>
                <a:cubicBezTo>
                  <a:pt x="916470" y="139146"/>
                  <a:pt x="922531" y="139545"/>
                  <a:pt x="936758" y="140141"/>
                </a:cubicBezTo>
                <a:cubicBezTo>
                  <a:pt x="936439" y="138070"/>
                  <a:pt x="936120" y="135716"/>
                  <a:pt x="936120" y="133563"/>
                </a:cubicBezTo>
                <a:cubicBezTo>
                  <a:pt x="936120" y="130337"/>
                  <a:pt x="936360" y="127227"/>
                  <a:pt x="937117" y="124198"/>
                </a:cubicBezTo>
                <a:cubicBezTo>
                  <a:pt x="925878" y="125195"/>
                  <a:pt x="919779" y="125794"/>
                  <a:pt x="900650" y="125794"/>
                </a:cubicBezTo>
                <a:cubicBezTo>
                  <a:pt x="893674" y="125794"/>
                  <a:pt x="889849" y="125794"/>
                  <a:pt x="884388" y="126193"/>
                </a:cubicBezTo>
                <a:cubicBezTo>
                  <a:pt x="884227" y="125873"/>
                  <a:pt x="884148" y="125594"/>
                  <a:pt x="884148" y="125195"/>
                </a:cubicBezTo>
                <a:cubicBezTo>
                  <a:pt x="884148" y="123322"/>
                  <a:pt x="886182" y="121209"/>
                  <a:pt x="887657" y="119816"/>
                </a:cubicBezTo>
                <a:cubicBezTo>
                  <a:pt x="897341" y="110451"/>
                  <a:pt x="906707" y="101484"/>
                  <a:pt x="919897" y="83747"/>
                </a:cubicBezTo>
                <a:cubicBezTo>
                  <a:pt x="927232" y="73826"/>
                  <a:pt x="934365" y="61030"/>
                  <a:pt x="934365" y="49752"/>
                </a:cubicBezTo>
                <a:cubicBezTo>
                  <a:pt x="934365" y="30754"/>
                  <a:pt x="921652" y="17518"/>
                  <a:pt x="899412" y="17518"/>
                </a:cubicBezTo>
                <a:cubicBezTo>
                  <a:pt x="881280" y="17518"/>
                  <a:pt x="869640" y="27680"/>
                  <a:pt x="865098" y="33676"/>
                </a:cubicBezTo>
                <a:lnTo>
                  <a:pt x="869403" y="47481"/>
                </a:lnTo>
                <a:lnTo>
                  <a:pt x="872033" y="47681"/>
                </a:lnTo>
                <a:cubicBezTo>
                  <a:pt x="874782" y="41679"/>
                  <a:pt x="875740" y="37516"/>
                  <a:pt x="880800" y="33475"/>
                </a:cubicBezTo>
                <a:cubicBezTo>
                  <a:pt x="884786" y="30276"/>
                  <a:pt x="890567" y="28875"/>
                  <a:pt x="896146" y="28875"/>
                </a:cubicBezTo>
                <a:close/>
                <a:moveTo>
                  <a:pt x="990999" y="25287"/>
                </a:moveTo>
                <a:cubicBezTo>
                  <a:pt x="994390" y="25287"/>
                  <a:pt x="997577" y="26485"/>
                  <a:pt x="999769" y="28476"/>
                </a:cubicBezTo>
                <a:cubicBezTo>
                  <a:pt x="1005948" y="33661"/>
                  <a:pt x="1011327" y="49208"/>
                  <a:pt x="1011327" y="75915"/>
                </a:cubicBezTo>
                <a:cubicBezTo>
                  <a:pt x="1011327" y="94253"/>
                  <a:pt x="1010728" y="104616"/>
                  <a:pt x="1007939" y="114781"/>
                </a:cubicBezTo>
                <a:cubicBezTo>
                  <a:pt x="1003555" y="131325"/>
                  <a:pt x="993791" y="133320"/>
                  <a:pt x="990203" y="133320"/>
                </a:cubicBezTo>
                <a:cubicBezTo>
                  <a:pt x="971670" y="133320"/>
                  <a:pt x="969480" y="99237"/>
                  <a:pt x="969480" y="81896"/>
                </a:cubicBezTo>
                <a:cubicBezTo>
                  <a:pt x="969480" y="32663"/>
                  <a:pt x="981835" y="25287"/>
                  <a:pt x="990999" y="25287"/>
                </a:cubicBezTo>
                <a:moveTo>
                  <a:pt x="990005" y="141089"/>
                </a:moveTo>
                <a:cubicBezTo>
                  <a:pt x="1005349" y="141089"/>
                  <a:pt x="1028464" y="124149"/>
                  <a:pt x="1028464" y="77511"/>
                </a:cubicBezTo>
                <a:cubicBezTo>
                  <a:pt x="1028464" y="46417"/>
                  <a:pt x="1017107" y="31070"/>
                  <a:pt x="1009931" y="24490"/>
                </a:cubicBezTo>
                <a:cubicBezTo>
                  <a:pt x="1004552" y="19509"/>
                  <a:pt x="998176" y="17515"/>
                  <a:pt x="990999" y="17515"/>
                </a:cubicBezTo>
                <a:cubicBezTo>
                  <a:pt x="971074" y="17515"/>
                  <a:pt x="952340" y="42229"/>
                  <a:pt x="952340" y="81497"/>
                </a:cubicBezTo>
                <a:cubicBezTo>
                  <a:pt x="952340" y="113787"/>
                  <a:pt x="965293" y="141089"/>
                  <a:pt x="990005" y="141089"/>
                </a:cubicBezTo>
                <a:close/>
                <a:moveTo>
                  <a:pt x="1081474" y="28875"/>
                </a:moveTo>
                <a:cubicBezTo>
                  <a:pt x="1091916" y="28875"/>
                  <a:pt x="1102555" y="38477"/>
                  <a:pt x="1102555" y="52461"/>
                </a:cubicBezTo>
                <a:cubicBezTo>
                  <a:pt x="1102555" y="60793"/>
                  <a:pt x="1100165" y="71393"/>
                  <a:pt x="1094984" y="79165"/>
                </a:cubicBezTo>
                <a:cubicBezTo>
                  <a:pt x="1080674" y="100487"/>
                  <a:pt x="1057878" y="120452"/>
                  <a:pt x="1048075" y="129778"/>
                </a:cubicBezTo>
                <a:cubicBezTo>
                  <a:pt x="1047834" y="130535"/>
                  <a:pt x="1047716" y="131374"/>
                  <a:pt x="1047716" y="132289"/>
                </a:cubicBezTo>
                <a:cubicBezTo>
                  <a:pt x="1047716" y="135278"/>
                  <a:pt x="1048710" y="138429"/>
                  <a:pt x="1049747" y="140141"/>
                </a:cubicBezTo>
                <a:cubicBezTo>
                  <a:pt x="1064455" y="139742"/>
                  <a:pt x="1072902" y="139146"/>
                  <a:pt x="1087452" y="139146"/>
                </a:cubicBezTo>
                <a:cubicBezTo>
                  <a:pt x="1101798" y="139146"/>
                  <a:pt x="1107858" y="139545"/>
                  <a:pt x="1122086" y="140141"/>
                </a:cubicBezTo>
                <a:cubicBezTo>
                  <a:pt x="1121766" y="138070"/>
                  <a:pt x="1121447" y="135716"/>
                  <a:pt x="1121447" y="133563"/>
                </a:cubicBezTo>
                <a:cubicBezTo>
                  <a:pt x="1121447" y="130337"/>
                  <a:pt x="1121687" y="127227"/>
                  <a:pt x="1122444" y="124198"/>
                </a:cubicBezTo>
                <a:cubicBezTo>
                  <a:pt x="1111206" y="125195"/>
                  <a:pt x="1105106" y="125794"/>
                  <a:pt x="1085977" y="125794"/>
                </a:cubicBezTo>
                <a:cubicBezTo>
                  <a:pt x="1079002" y="125794"/>
                  <a:pt x="1075176" y="125794"/>
                  <a:pt x="1069715" y="126193"/>
                </a:cubicBezTo>
                <a:cubicBezTo>
                  <a:pt x="1069554" y="125873"/>
                  <a:pt x="1069475" y="125594"/>
                  <a:pt x="1069475" y="125195"/>
                </a:cubicBezTo>
                <a:cubicBezTo>
                  <a:pt x="1069475" y="123322"/>
                  <a:pt x="1071509" y="121209"/>
                  <a:pt x="1072984" y="119816"/>
                </a:cubicBezTo>
                <a:cubicBezTo>
                  <a:pt x="1082669" y="110451"/>
                  <a:pt x="1092034" y="101484"/>
                  <a:pt x="1105225" y="83747"/>
                </a:cubicBezTo>
                <a:cubicBezTo>
                  <a:pt x="1112559" y="73826"/>
                  <a:pt x="1119693" y="61030"/>
                  <a:pt x="1119693" y="49752"/>
                </a:cubicBezTo>
                <a:cubicBezTo>
                  <a:pt x="1119693" y="30754"/>
                  <a:pt x="1106979" y="17518"/>
                  <a:pt x="1084739" y="17518"/>
                </a:cubicBezTo>
                <a:cubicBezTo>
                  <a:pt x="1066608" y="17518"/>
                  <a:pt x="1054968" y="27680"/>
                  <a:pt x="1050425" y="33676"/>
                </a:cubicBezTo>
                <a:lnTo>
                  <a:pt x="1054731" y="47481"/>
                </a:lnTo>
                <a:lnTo>
                  <a:pt x="1057361" y="47681"/>
                </a:lnTo>
                <a:cubicBezTo>
                  <a:pt x="1060110" y="41679"/>
                  <a:pt x="1061068" y="37516"/>
                  <a:pt x="1066127" y="33475"/>
                </a:cubicBezTo>
                <a:cubicBezTo>
                  <a:pt x="1070114" y="30276"/>
                  <a:pt x="1075894" y="28875"/>
                  <a:pt x="1081474" y="28875"/>
                </a:cubicBezTo>
                <a:close/>
                <a:moveTo>
                  <a:pt x="1176327" y="25287"/>
                </a:moveTo>
                <a:cubicBezTo>
                  <a:pt x="1179717" y="25287"/>
                  <a:pt x="1182904" y="26485"/>
                  <a:pt x="1185096" y="28476"/>
                </a:cubicBezTo>
                <a:cubicBezTo>
                  <a:pt x="1191275" y="33661"/>
                  <a:pt x="1196654" y="49208"/>
                  <a:pt x="1196654" y="75915"/>
                </a:cubicBezTo>
                <a:cubicBezTo>
                  <a:pt x="1196654" y="94253"/>
                  <a:pt x="1196055" y="104616"/>
                  <a:pt x="1193267" y="114781"/>
                </a:cubicBezTo>
                <a:cubicBezTo>
                  <a:pt x="1188882" y="131325"/>
                  <a:pt x="1179118" y="133320"/>
                  <a:pt x="1175530" y="133320"/>
                </a:cubicBezTo>
                <a:cubicBezTo>
                  <a:pt x="1156997" y="133320"/>
                  <a:pt x="1154808" y="99237"/>
                  <a:pt x="1154808" y="81896"/>
                </a:cubicBezTo>
                <a:cubicBezTo>
                  <a:pt x="1154808" y="32663"/>
                  <a:pt x="1167162" y="25287"/>
                  <a:pt x="1176327" y="25287"/>
                </a:cubicBezTo>
                <a:moveTo>
                  <a:pt x="1175333" y="141089"/>
                </a:moveTo>
                <a:cubicBezTo>
                  <a:pt x="1190676" y="141089"/>
                  <a:pt x="1213792" y="124149"/>
                  <a:pt x="1213792" y="77511"/>
                </a:cubicBezTo>
                <a:cubicBezTo>
                  <a:pt x="1213792" y="46417"/>
                  <a:pt x="1202435" y="31070"/>
                  <a:pt x="1195258" y="24490"/>
                </a:cubicBezTo>
                <a:cubicBezTo>
                  <a:pt x="1189879" y="19509"/>
                  <a:pt x="1183503" y="17515"/>
                  <a:pt x="1176327" y="17515"/>
                </a:cubicBezTo>
                <a:cubicBezTo>
                  <a:pt x="1156401" y="17515"/>
                  <a:pt x="1137667" y="42229"/>
                  <a:pt x="1137667" y="81497"/>
                </a:cubicBezTo>
                <a:cubicBezTo>
                  <a:pt x="1137667" y="113787"/>
                  <a:pt x="1150621" y="141089"/>
                  <a:pt x="1175333" y="141089"/>
                </a:cubicBezTo>
                <a:close/>
                <a:moveTo>
                  <a:pt x="1232524" y="118962"/>
                </a:moveTo>
                <a:lnTo>
                  <a:pt x="1229136" y="135710"/>
                </a:lnTo>
                <a:cubicBezTo>
                  <a:pt x="1240496" y="139697"/>
                  <a:pt x="1251656" y="141089"/>
                  <a:pt x="1259227" y="141089"/>
                </a:cubicBezTo>
                <a:cubicBezTo>
                  <a:pt x="1286727" y="141089"/>
                  <a:pt x="1293104" y="124745"/>
                  <a:pt x="1293104" y="113777"/>
                </a:cubicBezTo>
                <a:cubicBezTo>
                  <a:pt x="1293104" y="97428"/>
                  <a:pt x="1280150" y="91048"/>
                  <a:pt x="1266002" y="87658"/>
                </a:cubicBezTo>
                <a:cubicBezTo>
                  <a:pt x="1258470" y="85864"/>
                  <a:pt x="1247472" y="82075"/>
                  <a:pt x="1247472" y="72104"/>
                </a:cubicBezTo>
                <a:cubicBezTo>
                  <a:pt x="1247472" y="63928"/>
                  <a:pt x="1254046" y="59543"/>
                  <a:pt x="1262614" y="59543"/>
                </a:cubicBezTo>
                <a:cubicBezTo>
                  <a:pt x="1272977" y="59543"/>
                  <a:pt x="1279354" y="67717"/>
                  <a:pt x="1283939" y="73102"/>
                </a:cubicBezTo>
                <a:lnTo>
                  <a:pt x="1286727" y="72901"/>
                </a:lnTo>
                <a:lnTo>
                  <a:pt x="1290714" y="58148"/>
                </a:lnTo>
                <a:lnTo>
                  <a:pt x="1290315" y="57552"/>
                </a:lnTo>
                <a:cubicBezTo>
                  <a:pt x="1284535" y="54563"/>
                  <a:pt x="1273576" y="51571"/>
                  <a:pt x="1263411" y="51571"/>
                </a:cubicBezTo>
                <a:cubicBezTo>
                  <a:pt x="1248667" y="51571"/>
                  <a:pt x="1233320" y="59343"/>
                  <a:pt x="1233320" y="75893"/>
                </a:cubicBezTo>
                <a:cubicBezTo>
                  <a:pt x="1233320" y="91845"/>
                  <a:pt x="1245240" y="97108"/>
                  <a:pt x="1257235" y="100420"/>
                </a:cubicBezTo>
                <a:cubicBezTo>
                  <a:pt x="1268793" y="103609"/>
                  <a:pt x="1277362" y="106799"/>
                  <a:pt x="1277362" y="116569"/>
                </a:cubicBezTo>
                <a:cubicBezTo>
                  <a:pt x="1277362" y="127138"/>
                  <a:pt x="1269590" y="133119"/>
                  <a:pt x="1259029" y="133119"/>
                </a:cubicBezTo>
                <a:cubicBezTo>
                  <a:pt x="1249463" y="133119"/>
                  <a:pt x="1241092" y="126539"/>
                  <a:pt x="1235513" y="118764"/>
                </a:cubicBezTo>
                <a:lnTo>
                  <a:pt x="1232524" y="118962"/>
                </a:lnTo>
                <a:close/>
                <a:moveTo>
                  <a:pt x="1443161" y="75702"/>
                </a:moveTo>
                <a:lnTo>
                  <a:pt x="1364446" y="75702"/>
                </a:lnTo>
                <a:lnTo>
                  <a:pt x="1364446" y="85468"/>
                </a:lnTo>
                <a:lnTo>
                  <a:pt x="1443161" y="85468"/>
                </a:lnTo>
                <a:lnTo>
                  <a:pt x="1443161" y="75702"/>
                </a:lnTo>
                <a:moveTo>
                  <a:pt x="1443161" y="100611"/>
                </a:moveTo>
                <a:lnTo>
                  <a:pt x="1364446" y="100611"/>
                </a:lnTo>
                <a:lnTo>
                  <a:pt x="1364446" y="110378"/>
                </a:lnTo>
                <a:lnTo>
                  <a:pt x="1443161" y="110378"/>
                </a:lnTo>
                <a:lnTo>
                  <a:pt x="1443161" y="1006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F79C9D-A860-4FBE-83E7-E4B980CA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4967" y="6503241"/>
            <a:ext cx="280664" cy="10"/>
          </a:xfrm>
          <a:custGeom xmlns:a="http://schemas.openxmlformats.org/drawingml/2006/main">
            <a:pathLst>
              <a:path w="280664" h="1" fill="none">
                <a:moveTo>
                  <a:pt x="0" y="0"/>
                </a:moveTo>
                <a:lnTo>
                  <a:pt x="2806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8601" cap="flat">
            <a:solidFill>
              <a:srgbClr val="FF0000"/>
            </a:solidFill>
            <a:miter/>
          </a:ln>
        </p:spPr>
      </p:sp>
      <p:sp>
        <p:nvSpPr>
          <p:cNvPr id="559" name="Text redto">
            <a:extLst xmlns:a="http://schemas.openxmlformats.org/drawingml/2006/main">
              <a:ext uri="{FF2B5EF4-FFF2-40B4-BE49-F238E27FC236}">
                <a16:creationId xmlns:a16="http://schemas.microsoft.com/office/drawing/2014/main" id="{5A2C833C-922F-4E3D-85AF-B8790F24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7623" y="6303834"/>
            <a:ext cx="460529" cy="141089"/>
          </a:xfrm>
          <a:custGeom xmlns:a="http://schemas.openxmlformats.org/drawingml/2006/main">
            <a:pathLst>
              <a:path w="460529" h="141089">
                <a:moveTo>
                  <a:pt x="17736" y="72503"/>
                </a:moveTo>
                <a:lnTo>
                  <a:pt x="17736" y="54362"/>
                </a:lnTo>
                <a:cubicBezTo>
                  <a:pt x="17736" y="52808"/>
                  <a:pt x="17496" y="52370"/>
                  <a:pt x="16541" y="52370"/>
                </a:cubicBezTo>
                <a:cubicBezTo>
                  <a:pt x="12078" y="53246"/>
                  <a:pt x="4944" y="53404"/>
                  <a:pt x="398" y="52966"/>
                </a:cubicBezTo>
                <a:lnTo>
                  <a:pt x="0" y="53565"/>
                </a:lnTo>
                <a:cubicBezTo>
                  <a:pt x="1396" y="62174"/>
                  <a:pt x="1794" y="77292"/>
                  <a:pt x="1794" y="92252"/>
                </a:cubicBezTo>
                <a:lnTo>
                  <a:pt x="1794" y="103223"/>
                </a:lnTo>
                <a:cubicBezTo>
                  <a:pt x="1794" y="118183"/>
                  <a:pt x="1557" y="128397"/>
                  <a:pt x="0" y="139131"/>
                </a:cubicBezTo>
                <a:lnTo>
                  <a:pt x="398" y="139727"/>
                </a:lnTo>
                <a:cubicBezTo>
                  <a:pt x="2791" y="139329"/>
                  <a:pt x="7374" y="139131"/>
                  <a:pt x="9767" y="139131"/>
                </a:cubicBezTo>
                <a:cubicBezTo>
                  <a:pt x="12157" y="139131"/>
                  <a:pt x="16739" y="139329"/>
                  <a:pt x="19132" y="139727"/>
                </a:cubicBezTo>
                <a:lnTo>
                  <a:pt x="19531" y="139131"/>
                </a:lnTo>
                <a:cubicBezTo>
                  <a:pt x="18056" y="127759"/>
                  <a:pt x="17736" y="118384"/>
                  <a:pt x="17736" y="103223"/>
                </a:cubicBezTo>
                <a:lnTo>
                  <a:pt x="17736" y="92851"/>
                </a:lnTo>
                <a:cubicBezTo>
                  <a:pt x="17736" y="84471"/>
                  <a:pt x="20248" y="79685"/>
                  <a:pt x="24511" y="73102"/>
                </a:cubicBezTo>
                <a:cubicBezTo>
                  <a:pt x="27421" y="68675"/>
                  <a:pt x="31885" y="66120"/>
                  <a:pt x="35671" y="66120"/>
                </a:cubicBezTo>
                <a:cubicBezTo>
                  <a:pt x="39657" y="66120"/>
                  <a:pt x="43443" y="66519"/>
                  <a:pt x="46033" y="68912"/>
                </a:cubicBezTo>
                <a:lnTo>
                  <a:pt x="47627" y="68513"/>
                </a:lnTo>
                <a:lnTo>
                  <a:pt x="51613" y="53763"/>
                </a:lnTo>
                <a:lnTo>
                  <a:pt x="50816" y="52966"/>
                </a:lnTo>
                <a:cubicBezTo>
                  <a:pt x="47429" y="51972"/>
                  <a:pt x="47228" y="51571"/>
                  <a:pt x="43643" y="51571"/>
                </a:cubicBezTo>
                <a:cubicBezTo>
                  <a:pt x="32882" y="51571"/>
                  <a:pt x="27102" y="57749"/>
                  <a:pt x="18336" y="72901"/>
                </a:cubicBezTo>
                <a:lnTo>
                  <a:pt x="17736" y="72503"/>
                </a:lnTo>
                <a:close/>
                <a:moveTo>
                  <a:pt x="78518" y="84663"/>
                </a:moveTo>
                <a:cubicBezTo>
                  <a:pt x="81906" y="63928"/>
                  <a:pt x="94978" y="59543"/>
                  <a:pt x="101235" y="59543"/>
                </a:cubicBezTo>
                <a:cubicBezTo>
                  <a:pt x="109126" y="59543"/>
                  <a:pt x="117975" y="66920"/>
                  <a:pt x="117975" y="81871"/>
                </a:cubicBezTo>
                <a:cubicBezTo>
                  <a:pt x="117975" y="83665"/>
                  <a:pt x="117178" y="84663"/>
                  <a:pt x="115183" y="84663"/>
                </a:cubicBezTo>
                <a:lnTo>
                  <a:pt x="78518" y="84663"/>
                </a:lnTo>
                <a:moveTo>
                  <a:pt x="131725" y="118363"/>
                </a:moveTo>
                <a:cubicBezTo>
                  <a:pt x="124749" y="125943"/>
                  <a:pt x="115384" y="129334"/>
                  <a:pt x="104422" y="129334"/>
                </a:cubicBezTo>
                <a:cubicBezTo>
                  <a:pt x="97608" y="129334"/>
                  <a:pt x="88203" y="126740"/>
                  <a:pt x="82702" y="117965"/>
                </a:cubicBezTo>
                <a:cubicBezTo>
                  <a:pt x="79193" y="112379"/>
                  <a:pt x="77919" y="104242"/>
                  <a:pt x="77919" y="92632"/>
                </a:cubicBezTo>
                <a:lnTo>
                  <a:pt x="132123" y="92632"/>
                </a:lnTo>
                <a:cubicBezTo>
                  <a:pt x="134315" y="92632"/>
                  <a:pt x="135708" y="91437"/>
                  <a:pt x="135708" y="89245"/>
                </a:cubicBezTo>
                <a:cubicBezTo>
                  <a:pt x="135708" y="72503"/>
                  <a:pt x="127538" y="51571"/>
                  <a:pt x="101235" y="51571"/>
                </a:cubicBezTo>
                <a:cubicBezTo>
                  <a:pt x="80708" y="51571"/>
                  <a:pt x="60383" y="68115"/>
                  <a:pt x="60383" y="97421"/>
                </a:cubicBezTo>
                <a:cubicBezTo>
                  <a:pt x="60383" y="108748"/>
                  <a:pt x="62694" y="119920"/>
                  <a:pt x="69350" y="127938"/>
                </a:cubicBezTo>
                <a:cubicBezTo>
                  <a:pt x="76204" y="136188"/>
                  <a:pt x="87604" y="141089"/>
                  <a:pt x="101035" y="141089"/>
                </a:cubicBezTo>
                <a:cubicBezTo>
                  <a:pt x="115384" y="141089"/>
                  <a:pt x="128137" y="133719"/>
                  <a:pt x="135708" y="123350"/>
                </a:cubicBezTo>
                <a:lnTo>
                  <a:pt x="131725" y="118363"/>
                </a:lnTo>
                <a:close/>
                <a:moveTo>
                  <a:pt x="217213" y="116572"/>
                </a:moveTo>
                <a:cubicBezTo>
                  <a:pt x="209961" y="125822"/>
                  <a:pt x="200793" y="130729"/>
                  <a:pt x="192702" y="130729"/>
                </a:cubicBezTo>
                <a:cubicBezTo>
                  <a:pt x="181941" y="130729"/>
                  <a:pt x="172773" y="119962"/>
                  <a:pt x="172773" y="95035"/>
                </a:cubicBezTo>
                <a:cubicBezTo>
                  <a:pt x="172773" y="65126"/>
                  <a:pt x="188636" y="59543"/>
                  <a:pt x="198282" y="59543"/>
                </a:cubicBezTo>
                <a:cubicBezTo>
                  <a:pt x="207647" y="59543"/>
                  <a:pt x="212430" y="63530"/>
                  <a:pt x="217213" y="71107"/>
                </a:cubicBezTo>
                <a:lnTo>
                  <a:pt x="217213" y="116572"/>
                </a:lnTo>
                <a:moveTo>
                  <a:pt x="217213" y="127537"/>
                </a:moveTo>
                <a:lnTo>
                  <a:pt x="217611" y="127537"/>
                </a:lnTo>
                <a:lnTo>
                  <a:pt x="218609" y="139098"/>
                </a:lnTo>
                <a:cubicBezTo>
                  <a:pt x="218609" y="139529"/>
                  <a:pt x="219205" y="139727"/>
                  <a:pt x="220403" y="139727"/>
                </a:cubicBezTo>
                <a:cubicBezTo>
                  <a:pt x="223033" y="139368"/>
                  <a:pt x="224386" y="139131"/>
                  <a:pt x="227296" y="139131"/>
                </a:cubicBezTo>
                <a:cubicBezTo>
                  <a:pt x="229768" y="139131"/>
                  <a:pt x="233554" y="139329"/>
                  <a:pt x="236145" y="139727"/>
                </a:cubicBezTo>
                <a:lnTo>
                  <a:pt x="236543" y="139131"/>
                </a:lnTo>
                <a:cubicBezTo>
                  <a:pt x="234950" y="130553"/>
                  <a:pt x="233156" y="115793"/>
                  <a:pt x="233156" y="100833"/>
                </a:cubicBezTo>
                <a:lnTo>
                  <a:pt x="233156" y="39426"/>
                </a:lnTo>
                <a:cubicBezTo>
                  <a:pt x="233156" y="24691"/>
                  <a:pt x="233952" y="14297"/>
                  <a:pt x="234950" y="1992"/>
                </a:cubicBezTo>
                <a:cubicBezTo>
                  <a:pt x="234950" y="599"/>
                  <a:pt x="234390" y="0"/>
                  <a:pt x="233156" y="0"/>
                </a:cubicBezTo>
                <a:cubicBezTo>
                  <a:pt x="228175" y="1992"/>
                  <a:pt x="223909" y="3387"/>
                  <a:pt x="215817" y="3983"/>
                </a:cubicBezTo>
                <a:lnTo>
                  <a:pt x="215419" y="4582"/>
                </a:lnTo>
                <a:cubicBezTo>
                  <a:pt x="216973" y="13102"/>
                  <a:pt x="217213" y="27877"/>
                  <a:pt x="217213" y="43011"/>
                </a:cubicBezTo>
                <a:lnTo>
                  <a:pt x="217213" y="55955"/>
                </a:lnTo>
                <a:cubicBezTo>
                  <a:pt x="212631" y="53365"/>
                  <a:pt x="204460" y="51571"/>
                  <a:pt x="200474" y="51571"/>
                </a:cubicBezTo>
                <a:cubicBezTo>
                  <a:pt x="174528" y="51571"/>
                  <a:pt x="155438" y="69517"/>
                  <a:pt x="155438" y="96643"/>
                </a:cubicBezTo>
                <a:cubicBezTo>
                  <a:pt x="155438" y="121157"/>
                  <a:pt x="169985" y="141089"/>
                  <a:pt x="191507" y="141089"/>
                </a:cubicBezTo>
                <a:cubicBezTo>
                  <a:pt x="201073" y="141089"/>
                  <a:pt x="210040" y="136787"/>
                  <a:pt x="217213" y="127537"/>
                </a:cubicBezTo>
                <a:close/>
                <a:moveTo>
                  <a:pt x="319639" y="53711"/>
                </a:moveTo>
                <a:cubicBezTo>
                  <a:pt x="315574" y="53711"/>
                  <a:pt x="311350" y="53632"/>
                  <a:pt x="308878" y="53313"/>
                </a:cubicBezTo>
                <a:cubicBezTo>
                  <a:pt x="307525" y="56582"/>
                  <a:pt x="306449" y="58494"/>
                  <a:pt x="304496" y="61483"/>
                </a:cubicBezTo>
                <a:lnTo>
                  <a:pt x="305491" y="62879"/>
                </a:lnTo>
                <a:cubicBezTo>
                  <a:pt x="308921" y="62639"/>
                  <a:pt x="315096" y="62520"/>
                  <a:pt x="319639" y="62481"/>
                </a:cubicBezTo>
                <a:lnTo>
                  <a:pt x="319639" y="89744"/>
                </a:lnTo>
                <a:cubicBezTo>
                  <a:pt x="319639" y="101685"/>
                  <a:pt x="319043" y="116015"/>
                  <a:pt x="319043" y="121984"/>
                </a:cubicBezTo>
                <a:cubicBezTo>
                  <a:pt x="319043" y="134926"/>
                  <a:pt x="327411" y="141089"/>
                  <a:pt x="336579" y="141089"/>
                </a:cubicBezTo>
                <a:cubicBezTo>
                  <a:pt x="344950" y="141089"/>
                  <a:pt x="351326" y="139101"/>
                  <a:pt x="359695" y="133734"/>
                </a:cubicBezTo>
                <a:lnTo>
                  <a:pt x="357265" y="128829"/>
                </a:lnTo>
                <a:cubicBezTo>
                  <a:pt x="351126" y="130942"/>
                  <a:pt x="346543" y="131143"/>
                  <a:pt x="341560" y="130346"/>
                </a:cubicBezTo>
                <a:cubicBezTo>
                  <a:pt x="336819" y="129589"/>
                  <a:pt x="334986" y="124809"/>
                  <a:pt x="334986" y="114024"/>
                </a:cubicBezTo>
                <a:cubicBezTo>
                  <a:pt x="334986" y="108055"/>
                  <a:pt x="335582" y="99495"/>
                  <a:pt x="335582" y="87557"/>
                </a:cubicBezTo>
                <a:lnTo>
                  <a:pt x="335582" y="62481"/>
                </a:lnTo>
                <a:lnTo>
                  <a:pt x="343156" y="62481"/>
                </a:lnTo>
                <a:cubicBezTo>
                  <a:pt x="347939" y="62481"/>
                  <a:pt x="354872" y="62639"/>
                  <a:pt x="357502" y="62879"/>
                </a:cubicBezTo>
                <a:cubicBezTo>
                  <a:pt x="358101" y="59692"/>
                  <a:pt x="358700" y="57658"/>
                  <a:pt x="359895" y="54709"/>
                </a:cubicBezTo>
                <a:lnTo>
                  <a:pt x="358898" y="53313"/>
                </a:lnTo>
                <a:cubicBezTo>
                  <a:pt x="355310" y="53474"/>
                  <a:pt x="349532" y="53711"/>
                  <a:pt x="344950" y="53711"/>
                </a:cubicBezTo>
                <a:lnTo>
                  <a:pt x="335582" y="53711"/>
                </a:lnTo>
                <a:cubicBezTo>
                  <a:pt x="335582" y="38806"/>
                  <a:pt x="335703" y="36175"/>
                  <a:pt x="336579" y="24618"/>
                </a:cubicBezTo>
                <a:cubicBezTo>
                  <a:pt x="336579" y="23182"/>
                  <a:pt x="336023" y="22626"/>
                  <a:pt x="334785" y="22626"/>
                </a:cubicBezTo>
                <a:cubicBezTo>
                  <a:pt x="329804" y="24618"/>
                  <a:pt x="327332" y="26731"/>
                  <a:pt x="320837" y="27607"/>
                </a:cubicBezTo>
                <a:lnTo>
                  <a:pt x="320439" y="28206"/>
                </a:lnTo>
                <a:cubicBezTo>
                  <a:pt x="320041" y="35142"/>
                  <a:pt x="319639" y="42153"/>
                  <a:pt x="319639" y="53711"/>
                </a:cubicBezTo>
                <a:close/>
                <a:moveTo>
                  <a:pt x="376036" y="98224"/>
                </a:moveTo>
                <a:cubicBezTo>
                  <a:pt x="376036" y="122152"/>
                  <a:pt x="391778" y="141089"/>
                  <a:pt x="418284" y="141089"/>
                </a:cubicBezTo>
                <a:cubicBezTo>
                  <a:pt x="444586" y="141089"/>
                  <a:pt x="460529" y="122553"/>
                  <a:pt x="460529" y="96430"/>
                </a:cubicBezTo>
                <a:cubicBezTo>
                  <a:pt x="460529" y="69313"/>
                  <a:pt x="445982" y="51571"/>
                  <a:pt x="419081" y="51571"/>
                </a:cubicBezTo>
                <a:cubicBezTo>
                  <a:pt x="392973" y="51571"/>
                  <a:pt x="376036" y="69912"/>
                  <a:pt x="376036" y="98224"/>
                </a:cubicBezTo>
                <a:moveTo>
                  <a:pt x="417685" y="59543"/>
                </a:moveTo>
                <a:cubicBezTo>
                  <a:pt x="438809" y="59543"/>
                  <a:pt x="442993" y="75893"/>
                  <a:pt x="442993" y="100021"/>
                </a:cubicBezTo>
                <a:cubicBezTo>
                  <a:pt x="442993" y="118962"/>
                  <a:pt x="433427" y="133119"/>
                  <a:pt x="420075" y="133119"/>
                </a:cubicBezTo>
                <a:cubicBezTo>
                  <a:pt x="398954" y="133119"/>
                  <a:pt x="393572" y="110189"/>
                  <a:pt x="393572" y="94837"/>
                </a:cubicBezTo>
                <a:cubicBezTo>
                  <a:pt x="393572" y="77490"/>
                  <a:pt x="398954" y="59543"/>
                  <a:pt x="417685" y="595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594786-99B0-4325-A157-43A9A064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8434" y="6503241"/>
            <a:ext cx="184623" cy="10"/>
          </a:xfrm>
          <a:custGeom xmlns:a="http://schemas.openxmlformats.org/drawingml/2006/main">
            <a:pathLst>
              <a:path w="184623" h="1" fill="none">
                <a:moveTo>
                  <a:pt x="0" y="0"/>
                </a:moveTo>
                <a:lnTo>
                  <a:pt x="1846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8601" cap="flat">
            <a:solidFill>
              <a:srgbClr val="FFAA00"/>
            </a:solidFill>
            <a:miter/>
          </a:ln>
        </p:spPr>
      </p:sp>
      <p:sp>
        <p:nvSpPr>
          <p:cNvPr id="561" name="Text or">
            <a:extLst xmlns:a="http://schemas.openxmlformats.org/drawingml/2006/main">
              <a:ext uri="{FF2B5EF4-FFF2-40B4-BE49-F238E27FC236}">
                <a16:creationId xmlns:a16="http://schemas.microsoft.com/office/drawing/2014/main" id="{061E2EFC-EE78-4EB2-AFB6-6C09BC1A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3120" y="6355405"/>
            <a:ext cx="159220" cy="89519"/>
          </a:xfrm>
          <a:custGeom xmlns:a="http://schemas.openxmlformats.org/drawingml/2006/main">
            <a:pathLst>
              <a:path w="159220" h="89519">
                <a:moveTo>
                  <a:pt x="0" y="46654"/>
                </a:moveTo>
                <a:cubicBezTo>
                  <a:pt x="0" y="70581"/>
                  <a:pt x="15742" y="89519"/>
                  <a:pt x="42248" y="89519"/>
                </a:cubicBezTo>
                <a:cubicBezTo>
                  <a:pt x="68550" y="89519"/>
                  <a:pt x="84492" y="70982"/>
                  <a:pt x="84492" y="44860"/>
                </a:cubicBezTo>
                <a:cubicBezTo>
                  <a:pt x="84492" y="17743"/>
                  <a:pt x="69946" y="0"/>
                  <a:pt x="43044" y="0"/>
                </a:cubicBezTo>
                <a:cubicBezTo>
                  <a:pt x="16937" y="0"/>
                  <a:pt x="0" y="18342"/>
                  <a:pt x="0" y="46654"/>
                </a:cubicBezTo>
                <a:moveTo>
                  <a:pt x="41649" y="7973"/>
                </a:moveTo>
                <a:cubicBezTo>
                  <a:pt x="62773" y="7973"/>
                  <a:pt x="66957" y="24323"/>
                  <a:pt x="66957" y="48451"/>
                </a:cubicBezTo>
                <a:cubicBezTo>
                  <a:pt x="66957" y="67391"/>
                  <a:pt x="57390" y="81549"/>
                  <a:pt x="44039" y="81549"/>
                </a:cubicBezTo>
                <a:cubicBezTo>
                  <a:pt x="22918" y="81549"/>
                  <a:pt x="17536" y="58619"/>
                  <a:pt x="17536" y="43266"/>
                </a:cubicBezTo>
                <a:cubicBezTo>
                  <a:pt x="17536" y="25919"/>
                  <a:pt x="22918" y="7973"/>
                  <a:pt x="41649" y="7973"/>
                </a:cubicBezTo>
                <a:close/>
                <a:moveTo>
                  <a:pt x="125344" y="20932"/>
                </a:moveTo>
                <a:lnTo>
                  <a:pt x="125344" y="2791"/>
                </a:lnTo>
                <a:cubicBezTo>
                  <a:pt x="125344" y="1238"/>
                  <a:pt x="125103" y="800"/>
                  <a:pt x="124149" y="800"/>
                </a:cubicBezTo>
                <a:cubicBezTo>
                  <a:pt x="119685" y="1675"/>
                  <a:pt x="112551" y="1834"/>
                  <a:pt x="108005" y="1396"/>
                </a:cubicBezTo>
                <a:lnTo>
                  <a:pt x="107607" y="1995"/>
                </a:lnTo>
                <a:cubicBezTo>
                  <a:pt x="109003" y="10603"/>
                  <a:pt x="109401" y="25721"/>
                  <a:pt x="109401" y="40682"/>
                </a:cubicBezTo>
                <a:lnTo>
                  <a:pt x="109401" y="51653"/>
                </a:lnTo>
                <a:cubicBezTo>
                  <a:pt x="109401" y="66613"/>
                  <a:pt x="109164" y="76827"/>
                  <a:pt x="107607" y="87560"/>
                </a:cubicBezTo>
                <a:lnTo>
                  <a:pt x="108005" y="88156"/>
                </a:lnTo>
                <a:cubicBezTo>
                  <a:pt x="110398" y="87758"/>
                  <a:pt x="114981" y="87560"/>
                  <a:pt x="117374" y="87560"/>
                </a:cubicBezTo>
                <a:cubicBezTo>
                  <a:pt x="119764" y="87560"/>
                  <a:pt x="124346" y="87758"/>
                  <a:pt x="126739" y="88156"/>
                </a:cubicBezTo>
                <a:lnTo>
                  <a:pt x="127138" y="87560"/>
                </a:lnTo>
                <a:cubicBezTo>
                  <a:pt x="125663" y="76188"/>
                  <a:pt x="125344" y="66814"/>
                  <a:pt x="125344" y="51653"/>
                </a:cubicBezTo>
                <a:lnTo>
                  <a:pt x="125344" y="41281"/>
                </a:lnTo>
                <a:cubicBezTo>
                  <a:pt x="125344" y="32901"/>
                  <a:pt x="127855" y="28114"/>
                  <a:pt x="132118" y="21531"/>
                </a:cubicBezTo>
                <a:cubicBezTo>
                  <a:pt x="135028" y="17104"/>
                  <a:pt x="139492" y="14550"/>
                  <a:pt x="143278" y="14550"/>
                </a:cubicBezTo>
                <a:cubicBezTo>
                  <a:pt x="147264" y="14550"/>
                  <a:pt x="151050" y="14948"/>
                  <a:pt x="153640" y="17341"/>
                </a:cubicBezTo>
                <a:lnTo>
                  <a:pt x="155234" y="16943"/>
                </a:lnTo>
                <a:lnTo>
                  <a:pt x="159220" y="2192"/>
                </a:lnTo>
                <a:lnTo>
                  <a:pt x="158423" y="1396"/>
                </a:lnTo>
                <a:cubicBezTo>
                  <a:pt x="155036" y="401"/>
                  <a:pt x="154835" y="0"/>
                  <a:pt x="151250" y="0"/>
                </a:cubicBezTo>
                <a:cubicBezTo>
                  <a:pt x="140489" y="0"/>
                  <a:pt x="134709" y="6179"/>
                  <a:pt x="125943" y="21331"/>
                </a:cubicBezTo>
                <a:lnTo>
                  <a:pt x="125344" y="209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557F1E-EE30-4420-9CCF-37802D62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826" y="6503241"/>
            <a:ext cx="407222" cy="10"/>
          </a:xfrm>
          <a:custGeom xmlns:a="http://schemas.openxmlformats.org/drawingml/2006/main">
            <a:pathLst>
              <a:path w="407222" h="1" fill="none">
                <a:moveTo>
                  <a:pt x="0" y="0"/>
                </a:moveTo>
                <a:lnTo>
                  <a:pt x="4072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601" cap="flat">
            <a:solidFill>
              <a:srgbClr val="FFAA00"/>
            </a:solidFill>
            <a:miter/>
          </a:ln>
        </p:spPr>
      </p:sp>
      <p:sp>
        <p:nvSpPr>
          <p:cNvPr id="563" name="Text ange).">
            <a:extLst xmlns:a="http://schemas.openxmlformats.org/drawingml/2006/main">
              <a:ext uri="{FF2B5EF4-FFF2-40B4-BE49-F238E27FC236}">
                <a16:creationId xmlns:a16="http://schemas.microsoft.com/office/drawing/2014/main" id="{188A0C73-6DEC-456C-AD8F-D5A9D8DD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4908" y="6301891"/>
            <a:ext cx="476864" cy="188375"/>
          </a:xfrm>
          <a:custGeom xmlns:a="http://schemas.openxmlformats.org/drawingml/2006/main">
            <a:pathLst>
              <a:path w="476864" h="188375">
                <a:moveTo>
                  <a:pt x="52808" y="96181"/>
                </a:moveTo>
                <a:lnTo>
                  <a:pt x="52011" y="119911"/>
                </a:lnTo>
                <a:cubicBezTo>
                  <a:pt x="52011" y="122501"/>
                  <a:pt x="50813" y="123897"/>
                  <a:pt x="49220" y="125095"/>
                </a:cubicBezTo>
                <a:cubicBezTo>
                  <a:pt x="43640" y="129282"/>
                  <a:pt x="36866" y="132870"/>
                  <a:pt x="30888" y="132870"/>
                </a:cubicBezTo>
                <a:cubicBezTo>
                  <a:pt x="21921" y="132870"/>
                  <a:pt x="16140" y="126889"/>
                  <a:pt x="16140" y="120707"/>
                </a:cubicBezTo>
                <a:cubicBezTo>
                  <a:pt x="16140" y="111734"/>
                  <a:pt x="20324" y="104953"/>
                  <a:pt x="35868" y="100766"/>
                </a:cubicBezTo>
                <a:lnTo>
                  <a:pt x="52808" y="96181"/>
                </a:lnTo>
                <a:moveTo>
                  <a:pt x="52808" y="131474"/>
                </a:moveTo>
                <a:cubicBezTo>
                  <a:pt x="55119" y="139247"/>
                  <a:pt x="61058" y="143032"/>
                  <a:pt x="68352" y="143032"/>
                </a:cubicBezTo>
                <a:cubicBezTo>
                  <a:pt x="73372" y="143032"/>
                  <a:pt x="79512" y="141837"/>
                  <a:pt x="84213" y="136857"/>
                </a:cubicBezTo>
                <a:lnTo>
                  <a:pt x="82738" y="131912"/>
                </a:lnTo>
                <a:cubicBezTo>
                  <a:pt x="80546" y="132673"/>
                  <a:pt x="78873" y="132949"/>
                  <a:pt x="77359" y="132949"/>
                </a:cubicBezTo>
                <a:cubicBezTo>
                  <a:pt x="75364" y="132949"/>
                  <a:pt x="72734" y="132590"/>
                  <a:pt x="71499" y="131474"/>
                </a:cubicBezTo>
                <a:cubicBezTo>
                  <a:pt x="69468" y="129641"/>
                  <a:pt x="68191" y="124776"/>
                  <a:pt x="68191" y="115921"/>
                </a:cubicBezTo>
                <a:cubicBezTo>
                  <a:pt x="68191" y="110138"/>
                  <a:pt x="68751" y="88007"/>
                  <a:pt x="68751" y="85812"/>
                </a:cubicBezTo>
                <a:cubicBezTo>
                  <a:pt x="68751" y="58896"/>
                  <a:pt x="51014" y="53514"/>
                  <a:pt x="35868" y="53514"/>
                </a:cubicBezTo>
                <a:cubicBezTo>
                  <a:pt x="20722" y="53514"/>
                  <a:pt x="11558" y="60887"/>
                  <a:pt x="6574" y="65074"/>
                </a:cubicBezTo>
                <a:lnTo>
                  <a:pt x="5978" y="65874"/>
                </a:lnTo>
                <a:lnTo>
                  <a:pt x="9365" y="79232"/>
                </a:lnTo>
                <a:lnTo>
                  <a:pt x="11956" y="79433"/>
                </a:lnTo>
                <a:cubicBezTo>
                  <a:pt x="17536" y="70459"/>
                  <a:pt x="24311" y="62484"/>
                  <a:pt x="33877" y="62484"/>
                </a:cubicBezTo>
                <a:cubicBezTo>
                  <a:pt x="41050" y="62484"/>
                  <a:pt x="53006" y="63481"/>
                  <a:pt x="53006" y="86013"/>
                </a:cubicBezTo>
                <a:cubicBezTo>
                  <a:pt x="53006" y="87408"/>
                  <a:pt x="52209" y="88205"/>
                  <a:pt x="51610" y="88406"/>
                </a:cubicBezTo>
                <a:lnTo>
                  <a:pt x="33080" y="92593"/>
                </a:lnTo>
                <a:cubicBezTo>
                  <a:pt x="12753" y="97178"/>
                  <a:pt x="0" y="107945"/>
                  <a:pt x="0" y="121504"/>
                </a:cubicBezTo>
                <a:cubicBezTo>
                  <a:pt x="0" y="136258"/>
                  <a:pt x="10162" y="143032"/>
                  <a:pt x="24910" y="143032"/>
                </a:cubicBezTo>
                <a:cubicBezTo>
                  <a:pt x="35868" y="143032"/>
                  <a:pt x="41448" y="140445"/>
                  <a:pt x="52011" y="131474"/>
                </a:cubicBezTo>
                <a:lnTo>
                  <a:pt x="52808" y="131474"/>
                </a:lnTo>
                <a:close/>
                <a:moveTo>
                  <a:pt x="178550" y="105166"/>
                </a:moveTo>
                <a:cubicBezTo>
                  <a:pt x="178550" y="98784"/>
                  <a:pt x="178948" y="91404"/>
                  <a:pt x="178948" y="85021"/>
                </a:cubicBezTo>
                <a:cubicBezTo>
                  <a:pt x="178948" y="64275"/>
                  <a:pt x="172173" y="53514"/>
                  <a:pt x="154239" y="53514"/>
                </a:cubicBezTo>
                <a:cubicBezTo>
                  <a:pt x="146665" y="53514"/>
                  <a:pt x="132516" y="56506"/>
                  <a:pt x="119764" y="71457"/>
                </a:cubicBezTo>
                <a:lnTo>
                  <a:pt x="119365" y="70858"/>
                </a:lnTo>
                <a:lnTo>
                  <a:pt x="119365" y="56305"/>
                </a:lnTo>
                <a:cubicBezTo>
                  <a:pt x="119326" y="54751"/>
                  <a:pt x="119125" y="54313"/>
                  <a:pt x="118170" y="54313"/>
                </a:cubicBezTo>
                <a:cubicBezTo>
                  <a:pt x="113706" y="55189"/>
                  <a:pt x="106570" y="55347"/>
                  <a:pt x="102027" y="54909"/>
                </a:cubicBezTo>
                <a:lnTo>
                  <a:pt x="101629" y="55508"/>
                </a:lnTo>
                <a:cubicBezTo>
                  <a:pt x="103024" y="64117"/>
                  <a:pt x="103423" y="79235"/>
                  <a:pt x="103423" y="94195"/>
                </a:cubicBezTo>
                <a:lnTo>
                  <a:pt x="103423" y="105166"/>
                </a:lnTo>
                <a:cubicBezTo>
                  <a:pt x="103423" y="120130"/>
                  <a:pt x="103222" y="130301"/>
                  <a:pt x="101629" y="141074"/>
                </a:cubicBezTo>
                <a:lnTo>
                  <a:pt x="102027" y="141670"/>
                </a:lnTo>
                <a:cubicBezTo>
                  <a:pt x="104420" y="141272"/>
                  <a:pt x="109003" y="141074"/>
                  <a:pt x="111393" y="141074"/>
                </a:cubicBezTo>
                <a:cubicBezTo>
                  <a:pt x="113786" y="141074"/>
                  <a:pt x="118368" y="141272"/>
                  <a:pt x="120761" y="141670"/>
                </a:cubicBezTo>
                <a:lnTo>
                  <a:pt x="121159" y="141074"/>
                </a:lnTo>
                <a:cubicBezTo>
                  <a:pt x="119563" y="129702"/>
                  <a:pt x="119365" y="120327"/>
                  <a:pt x="119365" y="105166"/>
                </a:cubicBezTo>
                <a:lnTo>
                  <a:pt x="119365" y="81829"/>
                </a:lnTo>
                <a:cubicBezTo>
                  <a:pt x="129527" y="69860"/>
                  <a:pt x="141085" y="65473"/>
                  <a:pt x="148261" y="65473"/>
                </a:cubicBezTo>
                <a:cubicBezTo>
                  <a:pt x="158423" y="65473"/>
                  <a:pt x="162607" y="69462"/>
                  <a:pt x="162607" y="85617"/>
                </a:cubicBezTo>
                <a:lnTo>
                  <a:pt x="162607" y="105166"/>
                </a:lnTo>
                <a:cubicBezTo>
                  <a:pt x="162607" y="120130"/>
                  <a:pt x="162248" y="130340"/>
                  <a:pt x="160813" y="141074"/>
                </a:cubicBezTo>
                <a:lnTo>
                  <a:pt x="161212" y="141670"/>
                </a:lnTo>
                <a:cubicBezTo>
                  <a:pt x="163605" y="141272"/>
                  <a:pt x="168187" y="141074"/>
                  <a:pt x="170580" y="141074"/>
                </a:cubicBezTo>
                <a:cubicBezTo>
                  <a:pt x="172970" y="141074"/>
                  <a:pt x="177552" y="141272"/>
                  <a:pt x="179945" y="141670"/>
                </a:cubicBezTo>
                <a:lnTo>
                  <a:pt x="180344" y="141074"/>
                </a:lnTo>
                <a:cubicBezTo>
                  <a:pt x="178790" y="129702"/>
                  <a:pt x="178550" y="120327"/>
                  <a:pt x="178550" y="105166"/>
                </a:cubicBezTo>
                <a:close/>
                <a:moveTo>
                  <a:pt x="214420" y="161809"/>
                </a:moveTo>
                <a:cubicBezTo>
                  <a:pt x="214420" y="155207"/>
                  <a:pt x="220398" y="147806"/>
                  <a:pt x="227370" y="144005"/>
                </a:cubicBezTo>
                <a:cubicBezTo>
                  <a:pt x="233269" y="144023"/>
                  <a:pt x="242358" y="143421"/>
                  <a:pt x="245107" y="143421"/>
                </a:cubicBezTo>
                <a:cubicBezTo>
                  <a:pt x="254673" y="143421"/>
                  <a:pt x="260770" y="143622"/>
                  <a:pt x="266231" y="146821"/>
                </a:cubicBezTo>
                <a:cubicBezTo>
                  <a:pt x="272011" y="150220"/>
                  <a:pt x="274003" y="156019"/>
                  <a:pt x="274003" y="161216"/>
                </a:cubicBezTo>
                <a:cubicBezTo>
                  <a:pt x="274003" y="173412"/>
                  <a:pt x="257662" y="179807"/>
                  <a:pt x="240525" y="179807"/>
                </a:cubicBezTo>
                <a:cubicBezTo>
                  <a:pt x="227571" y="179807"/>
                  <a:pt x="214420" y="175410"/>
                  <a:pt x="214420" y="161815"/>
                </a:cubicBezTo>
                <a:lnTo>
                  <a:pt x="214420" y="161809"/>
                </a:lnTo>
                <a:moveTo>
                  <a:pt x="272011" y="84176"/>
                </a:moveTo>
                <a:cubicBezTo>
                  <a:pt x="272011" y="70441"/>
                  <a:pt x="266629" y="64074"/>
                  <a:pt x="261968" y="61009"/>
                </a:cubicBezTo>
                <a:cubicBezTo>
                  <a:pt x="267946" y="61486"/>
                  <a:pt x="274559" y="62240"/>
                  <a:pt x="282772" y="63077"/>
                </a:cubicBezTo>
                <a:lnTo>
                  <a:pt x="283368" y="62481"/>
                </a:lnTo>
                <a:cubicBezTo>
                  <a:pt x="282970" y="60690"/>
                  <a:pt x="282772" y="59096"/>
                  <a:pt x="282772" y="57302"/>
                </a:cubicBezTo>
                <a:cubicBezTo>
                  <a:pt x="282772" y="55508"/>
                  <a:pt x="282970" y="53915"/>
                  <a:pt x="283368" y="52121"/>
                </a:cubicBezTo>
                <a:lnTo>
                  <a:pt x="282772" y="51522"/>
                </a:lnTo>
                <a:cubicBezTo>
                  <a:pt x="273246" y="52319"/>
                  <a:pt x="266191" y="54432"/>
                  <a:pt x="251325" y="55229"/>
                </a:cubicBezTo>
                <a:cubicBezTo>
                  <a:pt x="247777" y="54113"/>
                  <a:pt x="243395" y="53514"/>
                  <a:pt x="239129" y="53514"/>
                </a:cubicBezTo>
                <a:cubicBezTo>
                  <a:pt x="223387" y="53514"/>
                  <a:pt x="205252" y="64074"/>
                  <a:pt x="205252" y="83778"/>
                </a:cubicBezTo>
                <a:cubicBezTo>
                  <a:pt x="205252" y="98708"/>
                  <a:pt x="213821" y="105473"/>
                  <a:pt x="219401" y="108663"/>
                </a:cubicBezTo>
                <a:cubicBezTo>
                  <a:pt x="213623" y="112646"/>
                  <a:pt x="206648" y="118451"/>
                  <a:pt x="206648" y="125262"/>
                </a:cubicBezTo>
                <a:cubicBezTo>
                  <a:pt x="206648" y="133460"/>
                  <a:pt x="211431" y="140633"/>
                  <a:pt x="222149" y="142467"/>
                </a:cubicBezTo>
                <a:cubicBezTo>
                  <a:pt x="216612" y="144784"/>
                  <a:pt x="210394" y="148621"/>
                  <a:pt x="205252" y="152620"/>
                </a:cubicBezTo>
                <a:cubicBezTo>
                  <a:pt x="202741" y="156417"/>
                  <a:pt x="200670" y="162055"/>
                  <a:pt x="200670" y="165813"/>
                </a:cubicBezTo>
                <a:cubicBezTo>
                  <a:pt x="200670" y="181561"/>
                  <a:pt x="217807" y="188375"/>
                  <a:pt x="238931" y="188375"/>
                </a:cubicBezTo>
                <a:cubicBezTo>
                  <a:pt x="270016" y="188375"/>
                  <a:pt x="288550" y="175370"/>
                  <a:pt x="288550" y="156618"/>
                </a:cubicBezTo>
                <a:cubicBezTo>
                  <a:pt x="288550" y="147821"/>
                  <a:pt x="285761" y="141630"/>
                  <a:pt x="280182" y="136847"/>
                </a:cubicBezTo>
                <a:cubicBezTo>
                  <a:pt x="272686" y="130471"/>
                  <a:pt x="259058" y="130270"/>
                  <a:pt x="252082" y="130270"/>
                </a:cubicBezTo>
                <a:cubicBezTo>
                  <a:pt x="248695" y="130270"/>
                  <a:pt x="240722" y="130669"/>
                  <a:pt x="236140" y="131268"/>
                </a:cubicBezTo>
                <a:cubicBezTo>
                  <a:pt x="233351" y="131450"/>
                  <a:pt x="231357" y="131651"/>
                  <a:pt x="230362" y="131651"/>
                </a:cubicBezTo>
                <a:cubicBezTo>
                  <a:pt x="224783" y="131651"/>
                  <a:pt x="218802" y="130851"/>
                  <a:pt x="218802" y="122246"/>
                </a:cubicBezTo>
                <a:cubicBezTo>
                  <a:pt x="218802" y="118244"/>
                  <a:pt x="219799" y="114845"/>
                  <a:pt x="224184" y="111053"/>
                </a:cubicBezTo>
                <a:cubicBezTo>
                  <a:pt x="226774" y="112449"/>
                  <a:pt x="232911" y="113841"/>
                  <a:pt x="238931" y="113841"/>
                </a:cubicBezTo>
                <a:cubicBezTo>
                  <a:pt x="259654" y="113841"/>
                  <a:pt x="272011" y="99860"/>
                  <a:pt x="272011" y="84176"/>
                </a:cubicBezTo>
                <a:moveTo>
                  <a:pt x="256467" y="84374"/>
                </a:moveTo>
                <a:cubicBezTo>
                  <a:pt x="256467" y="96476"/>
                  <a:pt x="251483" y="105872"/>
                  <a:pt x="239527" y="105872"/>
                </a:cubicBezTo>
                <a:cubicBezTo>
                  <a:pt x="225181" y="105872"/>
                  <a:pt x="220796" y="96515"/>
                  <a:pt x="220796" y="82783"/>
                </a:cubicBezTo>
                <a:cubicBezTo>
                  <a:pt x="220796" y="69648"/>
                  <a:pt x="226774" y="61088"/>
                  <a:pt x="238332" y="61088"/>
                </a:cubicBezTo>
                <a:cubicBezTo>
                  <a:pt x="251286" y="61088"/>
                  <a:pt x="256467" y="70244"/>
                  <a:pt x="256467" y="84374"/>
                </a:cubicBezTo>
                <a:close/>
                <a:moveTo>
                  <a:pt x="318642" y="86606"/>
                </a:moveTo>
                <a:cubicBezTo>
                  <a:pt x="322029" y="65871"/>
                  <a:pt x="335101" y="61486"/>
                  <a:pt x="341359" y="61486"/>
                </a:cubicBezTo>
                <a:cubicBezTo>
                  <a:pt x="349250" y="61486"/>
                  <a:pt x="358098" y="68863"/>
                  <a:pt x="358098" y="83814"/>
                </a:cubicBezTo>
                <a:cubicBezTo>
                  <a:pt x="358098" y="85608"/>
                  <a:pt x="357301" y="86606"/>
                  <a:pt x="355307" y="86606"/>
                </a:cubicBezTo>
                <a:lnTo>
                  <a:pt x="318642" y="86606"/>
                </a:lnTo>
                <a:moveTo>
                  <a:pt x="371848" y="120306"/>
                </a:moveTo>
                <a:cubicBezTo>
                  <a:pt x="364873" y="127886"/>
                  <a:pt x="355507" y="131277"/>
                  <a:pt x="344546" y="131277"/>
                </a:cubicBezTo>
                <a:cubicBezTo>
                  <a:pt x="337731" y="131277"/>
                  <a:pt x="328326" y="128683"/>
                  <a:pt x="322826" y="119908"/>
                </a:cubicBezTo>
                <a:cubicBezTo>
                  <a:pt x="319317" y="114322"/>
                  <a:pt x="318043" y="106185"/>
                  <a:pt x="318043" y="94575"/>
                </a:cubicBezTo>
                <a:lnTo>
                  <a:pt x="372247" y="94575"/>
                </a:lnTo>
                <a:cubicBezTo>
                  <a:pt x="374439" y="94575"/>
                  <a:pt x="375832" y="93380"/>
                  <a:pt x="375832" y="91188"/>
                </a:cubicBezTo>
                <a:cubicBezTo>
                  <a:pt x="375832" y="74446"/>
                  <a:pt x="367661" y="53514"/>
                  <a:pt x="341359" y="53514"/>
                </a:cubicBezTo>
                <a:cubicBezTo>
                  <a:pt x="320831" y="53514"/>
                  <a:pt x="300507" y="70058"/>
                  <a:pt x="300507" y="99365"/>
                </a:cubicBezTo>
                <a:cubicBezTo>
                  <a:pt x="300507" y="110691"/>
                  <a:pt x="302818" y="121863"/>
                  <a:pt x="309474" y="129881"/>
                </a:cubicBezTo>
                <a:cubicBezTo>
                  <a:pt x="316328" y="138131"/>
                  <a:pt x="327727" y="143032"/>
                  <a:pt x="341158" y="143032"/>
                </a:cubicBezTo>
                <a:cubicBezTo>
                  <a:pt x="355507" y="143032"/>
                  <a:pt x="368260" y="135662"/>
                  <a:pt x="375832" y="125293"/>
                </a:cubicBezTo>
                <a:lnTo>
                  <a:pt x="371848" y="120306"/>
                </a:lnTo>
                <a:close/>
                <a:moveTo>
                  <a:pt x="435018" y="90869"/>
                </a:moveTo>
                <a:cubicBezTo>
                  <a:pt x="435018" y="81902"/>
                  <a:pt x="434221" y="35868"/>
                  <a:pt x="392770" y="0"/>
                </a:cubicBezTo>
                <a:lnTo>
                  <a:pt x="388188" y="3387"/>
                </a:lnTo>
                <a:cubicBezTo>
                  <a:pt x="394762" y="10959"/>
                  <a:pt x="418477" y="38459"/>
                  <a:pt x="418477" y="90869"/>
                </a:cubicBezTo>
                <a:cubicBezTo>
                  <a:pt x="418477" y="143279"/>
                  <a:pt x="394564" y="170779"/>
                  <a:pt x="388188" y="177955"/>
                </a:cubicBezTo>
                <a:lnTo>
                  <a:pt x="392770" y="181540"/>
                </a:lnTo>
                <a:cubicBezTo>
                  <a:pt x="416485" y="161216"/>
                  <a:pt x="435018" y="127935"/>
                  <a:pt x="435018" y="90869"/>
                </a:cubicBezTo>
                <a:close/>
                <a:moveTo>
                  <a:pt x="454546" y="132274"/>
                </a:moveTo>
                <a:cubicBezTo>
                  <a:pt x="456300" y="138927"/>
                  <a:pt x="459091" y="141640"/>
                  <a:pt x="465307" y="143032"/>
                </a:cubicBezTo>
                <a:lnTo>
                  <a:pt x="466106" y="143032"/>
                </a:lnTo>
                <a:cubicBezTo>
                  <a:pt x="471726" y="141640"/>
                  <a:pt x="474833" y="138690"/>
                  <a:pt x="476864" y="132274"/>
                </a:cubicBezTo>
                <a:lnTo>
                  <a:pt x="476864" y="131474"/>
                </a:lnTo>
                <a:cubicBezTo>
                  <a:pt x="475034" y="125855"/>
                  <a:pt x="471884" y="122787"/>
                  <a:pt x="466106" y="120713"/>
                </a:cubicBezTo>
                <a:lnTo>
                  <a:pt x="465307" y="120713"/>
                </a:lnTo>
                <a:cubicBezTo>
                  <a:pt x="459289" y="123146"/>
                  <a:pt x="456379" y="126174"/>
                  <a:pt x="454546" y="131474"/>
                </a:cubicBezTo>
                <a:lnTo>
                  <a:pt x="454546" y="1322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0213331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2026-09-08T02:06:53.8900000Z</dcterms:created>
  <dcterms:modified xsi:type="dcterms:W3CDTF">2026-09-08T02:06:53.8900000Z</dcterms:modified>
</coreProperties>
</file>